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192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62477"/>
              <a:ext cx="9004821" cy="35259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44934" y="145504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44934" y="3034316"/>
              <a:ext cx="12703" cy="228160"/>
            </a:xfrm>
            <a:custGeom>
              <a:avLst/>
              <a:pathLst>
                <a:path w="12703" h="228160">
                  <a:moveTo>
                    <a:pt x="0" y="54571"/>
                  </a:moveTo>
                  <a:lnTo>
                    <a:pt x="855" y="95569"/>
                  </a:lnTo>
                  <a:lnTo>
                    <a:pt x="1711" y="109144"/>
                  </a:lnTo>
                  <a:lnTo>
                    <a:pt x="2566" y="130117"/>
                  </a:lnTo>
                  <a:lnTo>
                    <a:pt x="3422" y="162556"/>
                  </a:lnTo>
                  <a:lnTo>
                    <a:pt x="4277" y="193538"/>
                  </a:lnTo>
                  <a:lnTo>
                    <a:pt x="5133" y="222357"/>
                  </a:lnTo>
                  <a:lnTo>
                    <a:pt x="5988" y="228022"/>
                  </a:lnTo>
                  <a:lnTo>
                    <a:pt x="6844" y="185839"/>
                  </a:lnTo>
                  <a:lnTo>
                    <a:pt x="7699" y="87239"/>
                  </a:lnTo>
                  <a:lnTo>
                    <a:pt x="8555" y="11278"/>
                  </a:lnTo>
                  <a:lnTo>
                    <a:pt x="9410" y="0"/>
                  </a:lnTo>
                  <a:lnTo>
                    <a:pt x="10266" y="1"/>
                  </a:lnTo>
                  <a:lnTo>
                    <a:pt x="11121" y="38132"/>
                  </a:lnTo>
                  <a:lnTo>
                    <a:pt x="11977" y="128255"/>
                  </a:lnTo>
                  <a:lnTo>
                    <a:pt x="12703" y="22816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61311" y="3148795"/>
              <a:ext cx="6719" cy="113681"/>
            </a:xfrm>
            <a:custGeom>
              <a:avLst/>
              <a:pathLst>
                <a:path w="6719" h="113681">
                  <a:moveTo>
                    <a:pt x="0" y="113681"/>
                  </a:moveTo>
                  <a:lnTo>
                    <a:pt x="733" y="63188"/>
                  </a:lnTo>
                  <a:lnTo>
                    <a:pt x="1589" y="23178"/>
                  </a:lnTo>
                  <a:lnTo>
                    <a:pt x="2444" y="5010"/>
                  </a:lnTo>
                  <a:lnTo>
                    <a:pt x="3300" y="0"/>
                  </a:lnTo>
                  <a:lnTo>
                    <a:pt x="4156" y="36954"/>
                  </a:lnTo>
                  <a:lnTo>
                    <a:pt x="5011" y="57374"/>
                  </a:lnTo>
                  <a:lnTo>
                    <a:pt x="5867" y="87170"/>
                  </a:lnTo>
                  <a:lnTo>
                    <a:pt x="6719" y="11368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68895" y="3156582"/>
              <a:ext cx="32433" cy="105894"/>
            </a:xfrm>
            <a:custGeom>
              <a:avLst/>
              <a:pathLst>
                <a:path w="32433" h="105894">
                  <a:moveTo>
                    <a:pt x="0" y="105894"/>
                  </a:moveTo>
                  <a:lnTo>
                    <a:pt x="849" y="94267"/>
                  </a:lnTo>
                  <a:lnTo>
                    <a:pt x="1704" y="47608"/>
                  </a:lnTo>
                  <a:lnTo>
                    <a:pt x="2560" y="41790"/>
                  </a:lnTo>
                  <a:lnTo>
                    <a:pt x="3415" y="25563"/>
                  </a:lnTo>
                  <a:lnTo>
                    <a:pt x="4271" y="0"/>
                  </a:lnTo>
                  <a:lnTo>
                    <a:pt x="5126" y="0"/>
                  </a:lnTo>
                  <a:lnTo>
                    <a:pt x="5982" y="11717"/>
                  </a:lnTo>
                  <a:lnTo>
                    <a:pt x="6837" y="58377"/>
                  </a:lnTo>
                  <a:lnTo>
                    <a:pt x="7693" y="64195"/>
                  </a:lnTo>
                  <a:lnTo>
                    <a:pt x="8548" y="61545"/>
                  </a:lnTo>
                  <a:lnTo>
                    <a:pt x="9404" y="60508"/>
                  </a:lnTo>
                  <a:lnTo>
                    <a:pt x="10259" y="60508"/>
                  </a:lnTo>
                  <a:lnTo>
                    <a:pt x="11115" y="60508"/>
                  </a:lnTo>
                  <a:lnTo>
                    <a:pt x="11970" y="60508"/>
                  </a:lnTo>
                  <a:lnTo>
                    <a:pt x="12826" y="60508"/>
                  </a:lnTo>
                  <a:lnTo>
                    <a:pt x="13681" y="60508"/>
                  </a:lnTo>
                  <a:lnTo>
                    <a:pt x="14537" y="60508"/>
                  </a:lnTo>
                  <a:lnTo>
                    <a:pt x="15393" y="60508"/>
                  </a:lnTo>
                  <a:lnTo>
                    <a:pt x="16248" y="60508"/>
                  </a:lnTo>
                  <a:lnTo>
                    <a:pt x="17104" y="60508"/>
                  </a:lnTo>
                  <a:lnTo>
                    <a:pt x="17959" y="60508"/>
                  </a:lnTo>
                  <a:lnTo>
                    <a:pt x="18815" y="60508"/>
                  </a:lnTo>
                  <a:lnTo>
                    <a:pt x="19670" y="60508"/>
                  </a:lnTo>
                  <a:lnTo>
                    <a:pt x="20526" y="60508"/>
                  </a:lnTo>
                  <a:lnTo>
                    <a:pt x="21381" y="60508"/>
                  </a:lnTo>
                  <a:lnTo>
                    <a:pt x="22237" y="60508"/>
                  </a:lnTo>
                  <a:lnTo>
                    <a:pt x="23092" y="60508"/>
                  </a:lnTo>
                  <a:lnTo>
                    <a:pt x="23948" y="60508"/>
                  </a:lnTo>
                  <a:lnTo>
                    <a:pt x="24803" y="60508"/>
                  </a:lnTo>
                  <a:lnTo>
                    <a:pt x="25659" y="60508"/>
                  </a:lnTo>
                  <a:lnTo>
                    <a:pt x="26514" y="60508"/>
                  </a:lnTo>
                  <a:lnTo>
                    <a:pt x="27370" y="60508"/>
                  </a:lnTo>
                  <a:lnTo>
                    <a:pt x="28225" y="60508"/>
                  </a:lnTo>
                  <a:lnTo>
                    <a:pt x="29081" y="60508"/>
                  </a:lnTo>
                  <a:lnTo>
                    <a:pt x="29937" y="60508"/>
                  </a:lnTo>
                  <a:lnTo>
                    <a:pt x="30792" y="60508"/>
                  </a:lnTo>
                  <a:lnTo>
                    <a:pt x="31648" y="86572"/>
                  </a:lnTo>
                  <a:lnTo>
                    <a:pt x="32433" y="10589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3120" y="3130362"/>
              <a:ext cx="11781" cy="132114"/>
            </a:xfrm>
            <a:custGeom>
              <a:avLst/>
              <a:pathLst>
                <a:path w="11781" h="132114">
                  <a:moveTo>
                    <a:pt x="0" y="132114"/>
                  </a:moveTo>
                  <a:lnTo>
                    <a:pt x="845" y="107414"/>
                  </a:lnTo>
                  <a:lnTo>
                    <a:pt x="1700" y="83855"/>
                  </a:lnTo>
                  <a:lnTo>
                    <a:pt x="2556" y="32787"/>
                  </a:lnTo>
                  <a:lnTo>
                    <a:pt x="3411" y="11607"/>
                  </a:lnTo>
                  <a:lnTo>
                    <a:pt x="4267" y="15676"/>
                  </a:lnTo>
                  <a:lnTo>
                    <a:pt x="5122" y="0"/>
                  </a:lnTo>
                  <a:lnTo>
                    <a:pt x="5978" y="12875"/>
                  </a:lnTo>
                  <a:lnTo>
                    <a:pt x="6833" y="43449"/>
                  </a:lnTo>
                  <a:lnTo>
                    <a:pt x="7689" y="84142"/>
                  </a:lnTo>
                  <a:lnTo>
                    <a:pt x="8544" y="81554"/>
                  </a:lnTo>
                  <a:lnTo>
                    <a:pt x="9400" y="68207"/>
                  </a:lnTo>
                  <a:lnTo>
                    <a:pt x="10256" y="85308"/>
                  </a:lnTo>
                  <a:lnTo>
                    <a:pt x="11111" y="120947"/>
                  </a:lnTo>
                  <a:lnTo>
                    <a:pt x="11781" y="13211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5140" y="2748099"/>
              <a:ext cx="91376" cy="514377"/>
            </a:xfrm>
            <a:custGeom>
              <a:avLst/>
              <a:pathLst>
                <a:path w="91376" h="514377">
                  <a:moveTo>
                    <a:pt x="0" y="514377"/>
                  </a:moveTo>
                  <a:lnTo>
                    <a:pt x="802" y="467324"/>
                  </a:lnTo>
                  <a:lnTo>
                    <a:pt x="1658" y="437978"/>
                  </a:lnTo>
                  <a:lnTo>
                    <a:pt x="2513" y="468698"/>
                  </a:lnTo>
                  <a:lnTo>
                    <a:pt x="3369" y="513706"/>
                  </a:lnTo>
                  <a:lnTo>
                    <a:pt x="4224" y="482116"/>
                  </a:lnTo>
                  <a:lnTo>
                    <a:pt x="5080" y="407451"/>
                  </a:lnTo>
                  <a:lnTo>
                    <a:pt x="5935" y="394412"/>
                  </a:lnTo>
                  <a:lnTo>
                    <a:pt x="6791" y="410687"/>
                  </a:lnTo>
                  <a:lnTo>
                    <a:pt x="7646" y="389249"/>
                  </a:lnTo>
                  <a:lnTo>
                    <a:pt x="8502" y="344240"/>
                  </a:lnTo>
                  <a:lnTo>
                    <a:pt x="9357" y="352317"/>
                  </a:lnTo>
                  <a:lnTo>
                    <a:pt x="10213" y="405703"/>
                  </a:lnTo>
                  <a:lnTo>
                    <a:pt x="11069" y="455517"/>
                  </a:lnTo>
                  <a:lnTo>
                    <a:pt x="11924" y="498592"/>
                  </a:lnTo>
                  <a:lnTo>
                    <a:pt x="12780" y="514323"/>
                  </a:lnTo>
                  <a:lnTo>
                    <a:pt x="13635" y="507653"/>
                  </a:lnTo>
                  <a:lnTo>
                    <a:pt x="14491" y="461757"/>
                  </a:lnTo>
                  <a:lnTo>
                    <a:pt x="15346" y="375293"/>
                  </a:lnTo>
                  <a:lnTo>
                    <a:pt x="16202" y="323813"/>
                  </a:lnTo>
                  <a:lnTo>
                    <a:pt x="17057" y="287356"/>
                  </a:lnTo>
                  <a:lnTo>
                    <a:pt x="17913" y="226119"/>
                  </a:lnTo>
                  <a:lnTo>
                    <a:pt x="18768" y="209521"/>
                  </a:lnTo>
                  <a:lnTo>
                    <a:pt x="19624" y="251668"/>
                  </a:lnTo>
                  <a:lnTo>
                    <a:pt x="20479" y="319210"/>
                  </a:lnTo>
                  <a:lnTo>
                    <a:pt x="21335" y="367486"/>
                  </a:lnTo>
                  <a:lnTo>
                    <a:pt x="22190" y="376661"/>
                  </a:lnTo>
                  <a:lnTo>
                    <a:pt x="23046" y="391969"/>
                  </a:lnTo>
                  <a:lnTo>
                    <a:pt x="23901" y="329186"/>
                  </a:lnTo>
                  <a:lnTo>
                    <a:pt x="24757" y="257741"/>
                  </a:lnTo>
                  <a:lnTo>
                    <a:pt x="25612" y="241206"/>
                  </a:lnTo>
                  <a:lnTo>
                    <a:pt x="26468" y="232538"/>
                  </a:lnTo>
                  <a:lnTo>
                    <a:pt x="27324" y="209578"/>
                  </a:lnTo>
                  <a:lnTo>
                    <a:pt x="28179" y="133014"/>
                  </a:lnTo>
                  <a:lnTo>
                    <a:pt x="29035" y="91228"/>
                  </a:lnTo>
                  <a:lnTo>
                    <a:pt x="29890" y="109373"/>
                  </a:lnTo>
                  <a:lnTo>
                    <a:pt x="30746" y="110483"/>
                  </a:lnTo>
                  <a:lnTo>
                    <a:pt x="31601" y="86026"/>
                  </a:lnTo>
                  <a:lnTo>
                    <a:pt x="32457" y="107197"/>
                  </a:lnTo>
                  <a:lnTo>
                    <a:pt x="33312" y="213959"/>
                  </a:lnTo>
                  <a:lnTo>
                    <a:pt x="34168" y="341794"/>
                  </a:lnTo>
                  <a:lnTo>
                    <a:pt x="35023" y="398846"/>
                  </a:lnTo>
                  <a:lnTo>
                    <a:pt x="35879" y="433192"/>
                  </a:lnTo>
                  <a:lnTo>
                    <a:pt x="36734" y="467201"/>
                  </a:lnTo>
                  <a:lnTo>
                    <a:pt x="37590" y="468991"/>
                  </a:lnTo>
                  <a:lnTo>
                    <a:pt x="38445" y="468991"/>
                  </a:lnTo>
                  <a:lnTo>
                    <a:pt x="39301" y="468991"/>
                  </a:lnTo>
                  <a:lnTo>
                    <a:pt x="40156" y="436798"/>
                  </a:lnTo>
                  <a:lnTo>
                    <a:pt x="41012" y="398064"/>
                  </a:lnTo>
                  <a:lnTo>
                    <a:pt x="41868" y="398064"/>
                  </a:lnTo>
                  <a:lnTo>
                    <a:pt x="42723" y="398065"/>
                  </a:lnTo>
                  <a:lnTo>
                    <a:pt x="43579" y="378177"/>
                  </a:lnTo>
                  <a:lnTo>
                    <a:pt x="44434" y="356343"/>
                  </a:lnTo>
                  <a:lnTo>
                    <a:pt x="45290" y="419542"/>
                  </a:lnTo>
                  <a:lnTo>
                    <a:pt x="46145" y="451939"/>
                  </a:lnTo>
                  <a:lnTo>
                    <a:pt x="47001" y="413599"/>
                  </a:lnTo>
                  <a:lnTo>
                    <a:pt x="47856" y="405698"/>
                  </a:lnTo>
                  <a:lnTo>
                    <a:pt x="48712" y="425584"/>
                  </a:lnTo>
                  <a:lnTo>
                    <a:pt x="49567" y="447420"/>
                  </a:lnTo>
                  <a:lnTo>
                    <a:pt x="50423" y="384922"/>
                  </a:lnTo>
                  <a:lnTo>
                    <a:pt x="51278" y="377807"/>
                  </a:lnTo>
                  <a:lnTo>
                    <a:pt x="52134" y="415676"/>
                  </a:lnTo>
                  <a:lnTo>
                    <a:pt x="52989" y="387087"/>
                  </a:lnTo>
                  <a:lnTo>
                    <a:pt x="53845" y="345121"/>
                  </a:lnTo>
                  <a:lnTo>
                    <a:pt x="54700" y="298460"/>
                  </a:lnTo>
                  <a:lnTo>
                    <a:pt x="55556" y="293553"/>
                  </a:lnTo>
                  <a:lnTo>
                    <a:pt x="56411" y="262922"/>
                  </a:lnTo>
                  <a:lnTo>
                    <a:pt x="57267" y="260758"/>
                  </a:lnTo>
                  <a:lnTo>
                    <a:pt x="58123" y="314991"/>
                  </a:lnTo>
                  <a:lnTo>
                    <a:pt x="58978" y="384153"/>
                  </a:lnTo>
                  <a:lnTo>
                    <a:pt x="59834" y="427598"/>
                  </a:lnTo>
                  <a:lnTo>
                    <a:pt x="60689" y="406703"/>
                  </a:lnTo>
                  <a:lnTo>
                    <a:pt x="61545" y="335286"/>
                  </a:lnTo>
                  <a:lnTo>
                    <a:pt x="62400" y="229080"/>
                  </a:lnTo>
                  <a:lnTo>
                    <a:pt x="63256" y="113152"/>
                  </a:lnTo>
                  <a:lnTo>
                    <a:pt x="64111" y="42057"/>
                  </a:lnTo>
                  <a:lnTo>
                    <a:pt x="64967" y="0"/>
                  </a:lnTo>
                  <a:lnTo>
                    <a:pt x="65822" y="29132"/>
                  </a:lnTo>
                  <a:lnTo>
                    <a:pt x="66678" y="143711"/>
                  </a:lnTo>
                  <a:lnTo>
                    <a:pt x="67533" y="252553"/>
                  </a:lnTo>
                  <a:lnTo>
                    <a:pt x="68389" y="352748"/>
                  </a:lnTo>
                  <a:lnTo>
                    <a:pt x="69244" y="423389"/>
                  </a:lnTo>
                  <a:lnTo>
                    <a:pt x="70100" y="489169"/>
                  </a:lnTo>
                  <a:lnTo>
                    <a:pt x="70955" y="497635"/>
                  </a:lnTo>
                  <a:lnTo>
                    <a:pt x="71811" y="443167"/>
                  </a:lnTo>
                  <a:lnTo>
                    <a:pt x="72666" y="384682"/>
                  </a:lnTo>
                  <a:lnTo>
                    <a:pt x="73522" y="334050"/>
                  </a:lnTo>
                  <a:lnTo>
                    <a:pt x="74378" y="274002"/>
                  </a:lnTo>
                  <a:lnTo>
                    <a:pt x="75233" y="231723"/>
                  </a:lnTo>
                  <a:lnTo>
                    <a:pt x="76089" y="251420"/>
                  </a:lnTo>
                  <a:lnTo>
                    <a:pt x="76944" y="306811"/>
                  </a:lnTo>
                  <a:lnTo>
                    <a:pt x="77800" y="375537"/>
                  </a:lnTo>
                  <a:lnTo>
                    <a:pt x="78655" y="435888"/>
                  </a:lnTo>
                  <a:lnTo>
                    <a:pt x="79511" y="451061"/>
                  </a:lnTo>
                  <a:lnTo>
                    <a:pt x="80366" y="472296"/>
                  </a:lnTo>
                  <a:lnTo>
                    <a:pt x="81222" y="472297"/>
                  </a:lnTo>
                  <a:lnTo>
                    <a:pt x="82077" y="488302"/>
                  </a:lnTo>
                  <a:lnTo>
                    <a:pt x="82933" y="461294"/>
                  </a:lnTo>
                  <a:lnTo>
                    <a:pt x="83788" y="369065"/>
                  </a:lnTo>
                  <a:lnTo>
                    <a:pt x="84644" y="351388"/>
                  </a:lnTo>
                  <a:lnTo>
                    <a:pt x="85499" y="350499"/>
                  </a:lnTo>
                  <a:lnTo>
                    <a:pt x="86355" y="350500"/>
                  </a:lnTo>
                  <a:lnTo>
                    <a:pt x="87210" y="334496"/>
                  </a:lnTo>
                  <a:lnTo>
                    <a:pt x="88066" y="351263"/>
                  </a:lnTo>
                  <a:lnTo>
                    <a:pt x="88922" y="431760"/>
                  </a:lnTo>
                  <a:lnTo>
                    <a:pt x="89777" y="471979"/>
                  </a:lnTo>
                  <a:lnTo>
                    <a:pt x="90633" y="501053"/>
                  </a:lnTo>
                  <a:lnTo>
                    <a:pt x="91376" y="51437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7508" y="2911376"/>
              <a:ext cx="31539" cy="351100"/>
            </a:xfrm>
            <a:custGeom>
              <a:avLst/>
              <a:pathLst>
                <a:path w="31539" h="351100">
                  <a:moveTo>
                    <a:pt x="0" y="351100"/>
                  </a:moveTo>
                  <a:lnTo>
                    <a:pt x="832" y="278868"/>
                  </a:lnTo>
                  <a:lnTo>
                    <a:pt x="1687" y="175102"/>
                  </a:lnTo>
                  <a:lnTo>
                    <a:pt x="2543" y="137212"/>
                  </a:lnTo>
                  <a:lnTo>
                    <a:pt x="3398" y="120922"/>
                  </a:lnTo>
                  <a:lnTo>
                    <a:pt x="4254" y="107759"/>
                  </a:lnTo>
                  <a:lnTo>
                    <a:pt x="5109" y="107759"/>
                  </a:lnTo>
                  <a:lnTo>
                    <a:pt x="5965" y="182004"/>
                  </a:lnTo>
                  <a:lnTo>
                    <a:pt x="6821" y="285771"/>
                  </a:lnTo>
                  <a:lnTo>
                    <a:pt x="7676" y="319249"/>
                  </a:lnTo>
                  <a:lnTo>
                    <a:pt x="8532" y="323472"/>
                  </a:lnTo>
                  <a:lnTo>
                    <a:pt x="9387" y="348582"/>
                  </a:lnTo>
                  <a:lnTo>
                    <a:pt x="10243" y="312209"/>
                  </a:lnTo>
                  <a:lnTo>
                    <a:pt x="11098" y="226755"/>
                  </a:lnTo>
                  <a:lnTo>
                    <a:pt x="11954" y="177774"/>
                  </a:lnTo>
                  <a:lnTo>
                    <a:pt x="12809" y="164950"/>
                  </a:lnTo>
                  <a:lnTo>
                    <a:pt x="13665" y="125052"/>
                  </a:lnTo>
                  <a:lnTo>
                    <a:pt x="14520" y="57643"/>
                  </a:lnTo>
                  <a:lnTo>
                    <a:pt x="15376" y="47357"/>
                  </a:lnTo>
                  <a:lnTo>
                    <a:pt x="16231" y="122744"/>
                  </a:lnTo>
                  <a:lnTo>
                    <a:pt x="17087" y="171727"/>
                  </a:lnTo>
                  <a:lnTo>
                    <a:pt x="17942" y="184550"/>
                  </a:lnTo>
                  <a:lnTo>
                    <a:pt x="18798" y="176788"/>
                  </a:lnTo>
                  <a:lnTo>
                    <a:pt x="19653" y="134003"/>
                  </a:lnTo>
                  <a:lnTo>
                    <a:pt x="20509" y="169055"/>
                  </a:lnTo>
                  <a:lnTo>
                    <a:pt x="21364" y="179123"/>
                  </a:lnTo>
                  <a:lnTo>
                    <a:pt x="22220" y="179124"/>
                  </a:lnTo>
                  <a:lnTo>
                    <a:pt x="23076" y="167530"/>
                  </a:lnTo>
                  <a:lnTo>
                    <a:pt x="23931" y="139432"/>
                  </a:lnTo>
                  <a:lnTo>
                    <a:pt x="24787" y="173133"/>
                  </a:lnTo>
                  <a:lnTo>
                    <a:pt x="25642" y="77653"/>
                  </a:lnTo>
                  <a:lnTo>
                    <a:pt x="26498" y="0"/>
                  </a:lnTo>
                  <a:lnTo>
                    <a:pt x="27353" y="23022"/>
                  </a:lnTo>
                  <a:lnTo>
                    <a:pt x="28209" y="58440"/>
                  </a:lnTo>
                  <a:lnTo>
                    <a:pt x="29064" y="118609"/>
                  </a:lnTo>
                  <a:lnTo>
                    <a:pt x="29920" y="175829"/>
                  </a:lnTo>
                  <a:lnTo>
                    <a:pt x="30775" y="286536"/>
                  </a:lnTo>
                  <a:lnTo>
                    <a:pt x="31539" y="35110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39427" y="1010458"/>
              <a:ext cx="461844" cy="2252018"/>
            </a:xfrm>
            <a:custGeom>
              <a:avLst/>
              <a:pathLst>
                <a:path w="461844" h="2252018">
                  <a:moveTo>
                    <a:pt x="0" y="2252018"/>
                  </a:moveTo>
                  <a:lnTo>
                    <a:pt x="567" y="2236743"/>
                  </a:lnTo>
                  <a:lnTo>
                    <a:pt x="1423" y="2210153"/>
                  </a:lnTo>
                  <a:lnTo>
                    <a:pt x="2278" y="2156447"/>
                  </a:lnTo>
                  <a:lnTo>
                    <a:pt x="3134" y="2086250"/>
                  </a:lnTo>
                  <a:lnTo>
                    <a:pt x="3989" y="2056862"/>
                  </a:lnTo>
                  <a:lnTo>
                    <a:pt x="4845" y="2062205"/>
                  </a:lnTo>
                  <a:lnTo>
                    <a:pt x="5700" y="2062206"/>
                  </a:lnTo>
                  <a:lnTo>
                    <a:pt x="6556" y="2064974"/>
                  </a:lnTo>
                  <a:lnTo>
                    <a:pt x="7411" y="2121000"/>
                  </a:lnTo>
                  <a:lnTo>
                    <a:pt x="8267" y="2169932"/>
                  </a:lnTo>
                  <a:lnTo>
                    <a:pt x="9122" y="2100713"/>
                  </a:lnTo>
                  <a:lnTo>
                    <a:pt x="9978" y="2010986"/>
                  </a:lnTo>
                  <a:lnTo>
                    <a:pt x="10833" y="1960062"/>
                  </a:lnTo>
                  <a:lnTo>
                    <a:pt x="11689" y="1957539"/>
                  </a:lnTo>
                  <a:lnTo>
                    <a:pt x="12545" y="1926256"/>
                  </a:lnTo>
                  <a:lnTo>
                    <a:pt x="13400" y="1877441"/>
                  </a:lnTo>
                  <a:lnTo>
                    <a:pt x="14256" y="1872710"/>
                  </a:lnTo>
                  <a:lnTo>
                    <a:pt x="15111" y="1870949"/>
                  </a:lnTo>
                  <a:lnTo>
                    <a:pt x="15967" y="1831911"/>
                  </a:lnTo>
                  <a:lnTo>
                    <a:pt x="16822" y="1753692"/>
                  </a:lnTo>
                  <a:lnTo>
                    <a:pt x="17678" y="1726115"/>
                  </a:lnTo>
                  <a:lnTo>
                    <a:pt x="18533" y="1695326"/>
                  </a:lnTo>
                  <a:lnTo>
                    <a:pt x="19389" y="1757534"/>
                  </a:lnTo>
                  <a:lnTo>
                    <a:pt x="20244" y="1780018"/>
                  </a:lnTo>
                  <a:lnTo>
                    <a:pt x="21100" y="1812828"/>
                  </a:lnTo>
                  <a:lnTo>
                    <a:pt x="21955" y="1798949"/>
                  </a:lnTo>
                  <a:lnTo>
                    <a:pt x="22811" y="1755241"/>
                  </a:lnTo>
                  <a:lnTo>
                    <a:pt x="23666" y="1808967"/>
                  </a:lnTo>
                  <a:lnTo>
                    <a:pt x="24522" y="1854548"/>
                  </a:lnTo>
                  <a:lnTo>
                    <a:pt x="25377" y="1846656"/>
                  </a:lnTo>
                  <a:lnTo>
                    <a:pt x="26233" y="1842582"/>
                  </a:lnTo>
                  <a:lnTo>
                    <a:pt x="27088" y="1851906"/>
                  </a:lnTo>
                  <a:lnTo>
                    <a:pt x="27944" y="1887850"/>
                  </a:lnTo>
                  <a:lnTo>
                    <a:pt x="28800" y="1878373"/>
                  </a:lnTo>
                  <a:lnTo>
                    <a:pt x="29655" y="1756466"/>
                  </a:lnTo>
                  <a:lnTo>
                    <a:pt x="30511" y="1694344"/>
                  </a:lnTo>
                  <a:lnTo>
                    <a:pt x="31366" y="1623711"/>
                  </a:lnTo>
                  <a:lnTo>
                    <a:pt x="32222" y="1580064"/>
                  </a:lnTo>
                  <a:lnTo>
                    <a:pt x="33077" y="1467814"/>
                  </a:lnTo>
                  <a:lnTo>
                    <a:pt x="33933" y="1333461"/>
                  </a:lnTo>
                  <a:lnTo>
                    <a:pt x="34788" y="1316224"/>
                  </a:lnTo>
                  <a:lnTo>
                    <a:pt x="35644" y="1329912"/>
                  </a:lnTo>
                  <a:lnTo>
                    <a:pt x="36499" y="1340376"/>
                  </a:lnTo>
                  <a:lnTo>
                    <a:pt x="37355" y="1320577"/>
                  </a:lnTo>
                  <a:lnTo>
                    <a:pt x="38210" y="1292881"/>
                  </a:lnTo>
                  <a:lnTo>
                    <a:pt x="39066" y="1333118"/>
                  </a:lnTo>
                  <a:lnTo>
                    <a:pt x="39921" y="1389038"/>
                  </a:lnTo>
                  <a:lnTo>
                    <a:pt x="40777" y="1415695"/>
                  </a:lnTo>
                  <a:lnTo>
                    <a:pt x="41632" y="1450287"/>
                  </a:lnTo>
                  <a:lnTo>
                    <a:pt x="42488" y="1470450"/>
                  </a:lnTo>
                  <a:lnTo>
                    <a:pt x="43344" y="1562411"/>
                  </a:lnTo>
                  <a:lnTo>
                    <a:pt x="44199" y="1621632"/>
                  </a:lnTo>
                  <a:lnTo>
                    <a:pt x="45055" y="1596052"/>
                  </a:lnTo>
                  <a:lnTo>
                    <a:pt x="45910" y="1525157"/>
                  </a:lnTo>
                  <a:lnTo>
                    <a:pt x="46766" y="1427623"/>
                  </a:lnTo>
                  <a:lnTo>
                    <a:pt x="47621" y="1365601"/>
                  </a:lnTo>
                  <a:lnTo>
                    <a:pt x="48477" y="1276968"/>
                  </a:lnTo>
                  <a:lnTo>
                    <a:pt x="49332" y="1102717"/>
                  </a:lnTo>
                  <a:lnTo>
                    <a:pt x="50188" y="976065"/>
                  </a:lnTo>
                  <a:lnTo>
                    <a:pt x="51043" y="982328"/>
                  </a:lnTo>
                  <a:lnTo>
                    <a:pt x="51899" y="1025487"/>
                  </a:lnTo>
                  <a:lnTo>
                    <a:pt x="52754" y="1014641"/>
                  </a:lnTo>
                  <a:lnTo>
                    <a:pt x="53610" y="958131"/>
                  </a:lnTo>
                  <a:lnTo>
                    <a:pt x="54465" y="982539"/>
                  </a:lnTo>
                  <a:lnTo>
                    <a:pt x="55321" y="1080755"/>
                  </a:lnTo>
                  <a:lnTo>
                    <a:pt x="56176" y="1112875"/>
                  </a:lnTo>
                  <a:lnTo>
                    <a:pt x="57032" y="1113550"/>
                  </a:lnTo>
                  <a:lnTo>
                    <a:pt x="57887" y="1192093"/>
                  </a:lnTo>
                  <a:lnTo>
                    <a:pt x="58743" y="1394642"/>
                  </a:lnTo>
                  <a:lnTo>
                    <a:pt x="59599" y="1595396"/>
                  </a:lnTo>
                  <a:lnTo>
                    <a:pt x="60454" y="1637024"/>
                  </a:lnTo>
                  <a:lnTo>
                    <a:pt x="61310" y="1659458"/>
                  </a:lnTo>
                  <a:lnTo>
                    <a:pt x="62165" y="1662813"/>
                  </a:lnTo>
                  <a:lnTo>
                    <a:pt x="63021" y="1606483"/>
                  </a:lnTo>
                  <a:lnTo>
                    <a:pt x="63876" y="1524320"/>
                  </a:lnTo>
                  <a:lnTo>
                    <a:pt x="64732" y="1440291"/>
                  </a:lnTo>
                  <a:lnTo>
                    <a:pt x="65587" y="1350280"/>
                  </a:lnTo>
                  <a:lnTo>
                    <a:pt x="66443" y="1317055"/>
                  </a:lnTo>
                  <a:lnTo>
                    <a:pt x="67298" y="1294553"/>
                  </a:lnTo>
                  <a:lnTo>
                    <a:pt x="68154" y="1344732"/>
                  </a:lnTo>
                  <a:lnTo>
                    <a:pt x="69009" y="1369787"/>
                  </a:lnTo>
                  <a:lnTo>
                    <a:pt x="69865" y="1329306"/>
                  </a:lnTo>
                  <a:lnTo>
                    <a:pt x="70720" y="1325961"/>
                  </a:lnTo>
                  <a:lnTo>
                    <a:pt x="71576" y="1302502"/>
                  </a:lnTo>
                  <a:lnTo>
                    <a:pt x="72431" y="1373106"/>
                  </a:lnTo>
                  <a:lnTo>
                    <a:pt x="73287" y="1389597"/>
                  </a:lnTo>
                  <a:lnTo>
                    <a:pt x="74142" y="1355179"/>
                  </a:lnTo>
                  <a:lnTo>
                    <a:pt x="74998" y="1342210"/>
                  </a:lnTo>
                  <a:lnTo>
                    <a:pt x="75854" y="1311973"/>
                  </a:lnTo>
                  <a:lnTo>
                    <a:pt x="76709" y="1329344"/>
                  </a:lnTo>
                  <a:lnTo>
                    <a:pt x="77565" y="1326171"/>
                  </a:lnTo>
                  <a:lnTo>
                    <a:pt x="78420" y="1292640"/>
                  </a:lnTo>
                  <a:lnTo>
                    <a:pt x="79276" y="1269875"/>
                  </a:lnTo>
                  <a:lnTo>
                    <a:pt x="80131" y="1290520"/>
                  </a:lnTo>
                  <a:lnTo>
                    <a:pt x="80987" y="1303104"/>
                  </a:lnTo>
                  <a:lnTo>
                    <a:pt x="81842" y="1276846"/>
                  </a:lnTo>
                  <a:lnTo>
                    <a:pt x="82698" y="1177922"/>
                  </a:lnTo>
                  <a:lnTo>
                    <a:pt x="83553" y="1142292"/>
                  </a:lnTo>
                  <a:lnTo>
                    <a:pt x="84409" y="1113916"/>
                  </a:lnTo>
                  <a:lnTo>
                    <a:pt x="85264" y="1052168"/>
                  </a:lnTo>
                  <a:lnTo>
                    <a:pt x="86120" y="1067889"/>
                  </a:lnTo>
                  <a:lnTo>
                    <a:pt x="86975" y="1076891"/>
                  </a:lnTo>
                  <a:lnTo>
                    <a:pt x="87831" y="1069860"/>
                  </a:lnTo>
                  <a:lnTo>
                    <a:pt x="88686" y="1054074"/>
                  </a:lnTo>
                  <a:lnTo>
                    <a:pt x="89542" y="1103826"/>
                  </a:lnTo>
                  <a:lnTo>
                    <a:pt x="90398" y="1169507"/>
                  </a:lnTo>
                  <a:lnTo>
                    <a:pt x="91253" y="1218075"/>
                  </a:lnTo>
                  <a:lnTo>
                    <a:pt x="92109" y="1227916"/>
                  </a:lnTo>
                  <a:lnTo>
                    <a:pt x="92964" y="1289854"/>
                  </a:lnTo>
                  <a:lnTo>
                    <a:pt x="93820" y="1326891"/>
                  </a:lnTo>
                  <a:lnTo>
                    <a:pt x="94675" y="1321579"/>
                  </a:lnTo>
                  <a:lnTo>
                    <a:pt x="95531" y="1343173"/>
                  </a:lnTo>
                  <a:lnTo>
                    <a:pt x="96386" y="1334213"/>
                  </a:lnTo>
                  <a:lnTo>
                    <a:pt x="97242" y="1349558"/>
                  </a:lnTo>
                  <a:lnTo>
                    <a:pt x="98097" y="1299744"/>
                  </a:lnTo>
                  <a:lnTo>
                    <a:pt x="98953" y="1309160"/>
                  </a:lnTo>
                  <a:lnTo>
                    <a:pt x="99808" y="1330800"/>
                  </a:lnTo>
                  <a:lnTo>
                    <a:pt x="100664" y="1283311"/>
                  </a:lnTo>
                  <a:lnTo>
                    <a:pt x="101519" y="1295617"/>
                  </a:lnTo>
                  <a:lnTo>
                    <a:pt x="102375" y="1412071"/>
                  </a:lnTo>
                  <a:lnTo>
                    <a:pt x="103230" y="1509544"/>
                  </a:lnTo>
                  <a:lnTo>
                    <a:pt x="104086" y="1472230"/>
                  </a:lnTo>
                  <a:lnTo>
                    <a:pt x="104941" y="1413589"/>
                  </a:lnTo>
                  <a:lnTo>
                    <a:pt x="105797" y="1402940"/>
                  </a:lnTo>
                  <a:lnTo>
                    <a:pt x="106653" y="1365838"/>
                  </a:lnTo>
                  <a:lnTo>
                    <a:pt x="107508" y="1188526"/>
                  </a:lnTo>
                  <a:lnTo>
                    <a:pt x="108364" y="1068974"/>
                  </a:lnTo>
                  <a:lnTo>
                    <a:pt x="109219" y="1106293"/>
                  </a:lnTo>
                  <a:lnTo>
                    <a:pt x="110075" y="1197868"/>
                  </a:lnTo>
                  <a:lnTo>
                    <a:pt x="110930" y="1199976"/>
                  </a:lnTo>
                  <a:lnTo>
                    <a:pt x="111786" y="1164522"/>
                  </a:lnTo>
                  <a:lnTo>
                    <a:pt x="112641" y="1182236"/>
                  </a:lnTo>
                  <a:lnTo>
                    <a:pt x="113497" y="1185142"/>
                  </a:lnTo>
                  <a:lnTo>
                    <a:pt x="114352" y="1105722"/>
                  </a:lnTo>
                  <a:lnTo>
                    <a:pt x="115208" y="981412"/>
                  </a:lnTo>
                  <a:lnTo>
                    <a:pt x="116063" y="924709"/>
                  </a:lnTo>
                  <a:lnTo>
                    <a:pt x="116919" y="903517"/>
                  </a:lnTo>
                  <a:lnTo>
                    <a:pt x="117774" y="933648"/>
                  </a:lnTo>
                  <a:lnTo>
                    <a:pt x="118630" y="967271"/>
                  </a:lnTo>
                  <a:lnTo>
                    <a:pt x="119485" y="1056070"/>
                  </a:lnTo>
                  <a:lnTo>
                    <a:pt x="120341" y="1154720"/>
                  </a:lnTo>
                  <a:lnTo>
                    <a:pt x="121196" y="1241571"/>
                  </a:lnTo>
                  <a:lnTo>
                    <a:pt x="122052" y="1316540"/>
                  </a:lnTo>
                  <a:lnTo>
                    <a:pt x="122908" y="1319742"/>
                  </a:lnTo>
                  <a:lnTo>
                    <a:pt x="123763" y="1290882"/>
                  </a:lnTo>
                  <a:lnTo>
                    <a:pt x="124619" y="1243770"/>
                  </a:lnTo>
                  <a:lnTo>
                    <a:pt x="125474" y="1208942"/>
                  </a:lnTo>
                  <a:lnTo>
                    <a:pt x="126330" y="1138546"/>
                  </a:lnTo>
                  <a:lnTo>
                    <a:pt x="127185" y="1088979"/>
                  </a:lnTo>
                  <a:lnTo>
                    <a:pt x="128041" y="1055653"/>
                  </a:lnTo>
                  <a:lnTo>
                    <a:pt x="128896" y="1070527"/>
                  </a:lnTo>
                  <a:lnTo>
                    <a:pt x="129752" y="1068510"/>
                  </a:lnTo>
                  <a:lnTo>
                    <a:pt x="130607" y="1079201"/>
                  </a:lnTo>
                  <a:lnTo>
                    <a:pt x="131463" y="1141038"/>
                  </a:lnTo>
                  <a:lnTo>
                    <a:pt x="132318" y="1228332"/>
                  </a:lnTo>
                  <a:lnTo>
                    <a:pt x="133174" y="1252113"/>
                  </a:lnTo>
                  <a:lnTo>
                    <a:pt x="134029" y="1270056"/>
                  </a:lnTo>
                  <a:lnTo>
                    <a:pt x="134885" y="1345469"/>
                  </a:lnTo>
                  <a:lnTo>
                    <a:pt x="135740" y="1339352"/>
                  </a:lnTo>
                  <a:lnTo>
                    <a:pt x="136596" y="1344606"/>
                  </a:lnTo>
                  <a:lnTo>
                    <a:pt x="137452" y="1361591"/>
                  </a:lnTo>
                  <a:lnTo>
                    <a:pt x="138307" y="1395268"/>
                  </a:lnTo>
                  <a:lnTo>
                    <a:pt x="139163" y="1426484"/>
                  </a:lnTo>
                  <a:lnTo>
                    <a:pt x="140018" y="1392271"/>
                  </a:lnTo>
                  <a:lnTo>
                    <a:pt x="140874" y="1473015"/>
                  </a:lnTo>
                  <a:lnTo>
                    <a:pt x="141729" y="1600731"/>
                  </a:lnTo>
                  <a:lnTo>
                    <a:pt x="142585" y="1621430"/>
                  </a:lnTo>
                  <a:lnTo>
                    <a:pt x="143440" y="1648749"/>
                  </a:lnTo>
                  <a:lnTo>
                    <a:pt x="144296" y="1683034"/>
                  </a:lnTo>
                  <a:lnTo>
                    <a:pt x="145151" y="1751113"/>
                  </a:lnTo>
                  <a:lnTo>
                    <a:pt x="146007" y="1771171"/>
                  </a:lnTo>
                  <a:lnTo>
                    <a:pt x="146862" y="1689069"/>
                  </a:lnTo>
                  <a:lnTo>
                    <a:pt x="147718" y="1624890"/>
                  </a:lnTo>
                  <a:lnTo>
                    <a:pt x="148573" y="1616433"/>
                  </a:lnTo>
                  <a:lnTo>
                    <a:pt x="149429" y="1626753"/>
                  </a:lnTo>
                  <a:lnTo>
                    <a:pt x="150284" y="1654321"/>
                  </a:lnTo>
                  <a:lnTo>
                    <a:pt x="151140" y="1677510"/>
                  </a:lnTo>
                  <a:lnTo>
                    <a:pt x="151995" y="1787597"/>
                  </a:lnTo>
                  <a:lnTo>
                    <a:pt x="152851" y="1937730"/>
                  </a:lnTo>
                  <a:lnTo>
                    <a:pt x="153707" y="2049495"/>
                  </a:lnTo>
                  <a:lnTo>
                    <a:pt x="154562" y="2120627"/>
                  </a:lnTo>
                  <a:lnTo>
                    <a:pt x="155418" y="2085325"/>
                  </a:lnTo>
                  <a:lnTo>
                    <a:pt x="156273" y="2020974"/>
                  </a:lnTo>
                  <a:lnTo>
                    <a:pt x="157129" y="1869921"/>
                  </a:lnTo>
                  <a:lnTo>
                    <a:pt x="157984" y="1717392"/>
                  </a:lnTo>
                  <a:lnTo>
                    <a:pt x="158840" y="1596187"/>
                  </a:lnTo>
                  <a:lnTo>
                    <a:pt x="159695" y="1474779"/>
                  </a:lnTo>
                  <a:lnTo>
                    <a:pt x="160551" y="1449581"/>
                  </a:lnTo>
                  <a:lnTo>
                    <a:pt x="161406" y="1366516"/>
                  </a:lnTo>
                  <a:lnTo>
                    <a:pt x="162262" y="1331429"/>
                  </a:lnTo>
                  <a:lnTo>
                    <a:pt x="163117" y="1268597"/>
                  </a:lnTo>
                  <a:lnTo>
                    <a:pt x="163973" y="1227992"/>
                  </a:lnTo>
                  <a:lnTo>
                    <a:pt x="164828" y="1231453"/>
                  </a:lnTo>
                  <a:lnTo>
                    <a:pt x="165684" y="1242222"/>
                  </a:lnTo>
                  <a:lnTo>
                    <a:pt x="166539" y="1290445"/>
                  </a:lnTo>
                  <a:lnTo>
                    <a:pt x="167395" y="1331641"/>
                  </a:lnTo>
                  <a:lnTo>
                    <a:pt x="168250" y="1333592"/>
                  </a:lnTo>
                  <a:lnTo>
                    <a:pt x="169106" y="1335998"/>
                  </a:lnTo>
                  <a:lnTo>
                    <a:pt x="169962" y="1399134"/>
                  </a:lnTo>
                  <a:lnTo>
                    <a:pt x="170817" y="1423013"/>
                  </a:lnTo>
                  <a:lnTo>
                    <a:pt x="171673" y="1471388"/>
                  </a:lnTo>
                  <a:lnTo>
                    <a:pt x="172528" y="1523235"/>
                  </a:lnTo>
                  <a:lnTo>
                    <a:pt x="173384" y="1579983"/>
                  </a:lnTo>
                  <a:lnTo>
                    <a:pt x="174239" y="1545009"/>
                  </a:lnTo>
                  <a:lnTo>
                    <a:pt x="175095" y="1464366"/>
                  </a:lnTo>
                  <a:lnTo>
                    <a:pt x="175950" y="1380372"/>
                  </a:lnTo>
                  <a:lnTo>
                    <a:pt x="176806" y="1280146"/>
                  </a:lnTo>
                  <a:lnTo>
                    <a:pt x="177661" y="1274932"/>
                  </a:lnTo>
                  <a:lnTo>
                    <a:pt x="178517" y="1314101"/>
                  </a:lnTo>
                  <a:lnTo>
                    <a:pt x="179372" y="1355427"/>
                  </a:lnTo>
                  <a:lnTo>
                    <a:pt x="180228" y="1423508"/>
                  </a:lnTo>
                  <a:lnTo>
                    <a:pt x="181083" y="1499572"/>
                  </a:lnTo>
                  <a:lnTo>
                    <a:pt x="181939" y="1532725"/>
                  </a:lnTo>
                  <a:lnTo>
                    <a:pt x="182794" y="1503032"/>
                  </a:lnTo>
                  <a:lnTo>
                    <a:pt x="183650" y="1491643"/>
                  </a:lnTo>
                  <a:lnTo>
                    <a:pt x="184505" y="1605758"/>
                  </a:lnTo>
                  <a:lnTo>
                    <a:pt x="185361" y="1592514"/>
                  </a:lnTo>
                  <a:lnTo>
                    <a:pt x="186217" y="1545317"/>
                  </a:lnTo>
                  <a:lnTo>
                    <a:pt x="187072" y="1570715"/>
                  </a:lnTo>
                  <a:lnTo>
                    <a:pt x="187928" y="1608117"/>
                  </a:lnTo>
                  <a:lnTo>
                    <a:pt x="188783" y="1640004"/>
                  </a:lnTo>
                  <a:lnTo>
                    <a:pt x="189639" y="1546855"/>
                  </a:lnTo>
                  <a:lnTo>
                    <a:pt x="190494" y="1477106"/>
                  </a:lnTo>
                  <a:lnTo>
                    <a:pt x="191350" y="1507917"/>
                  </a:lnTo>
                  <a:lnTo>
                    <a:pt x="192205" y="1539677"/>
                  </a:lnTo>
                  <a:lnTo>
                    <a:pt x="193061" y="1510071"/>
                  </a:lnTo>
                  <a:lnTo>
                    <a:pt x="193916" y="1406783"/>
                  </a:lnTo>
                  <a:lnTo>
                    <a:pt x="194772" y="1371124"/>
                  </a:lnTo>
                  <a:lnTo>
                    <a:pt x="195627" y="1407832"/>
                  </a:lnTo>
                  <a:lnTo>
                    <a:pt x="196483" y="1405242"/>
                  </a:lnTo>
                  <a:lnTo>
                    <a:pt x="197338" y="1390503"/>
                  </a:lnTo>
                  <a:lnTo>
                    <a:pt x="198194" y="1337359"/>
                  </a:lnTo>
                  <a:lnTo>
                    <a:pt x="199049" y="1316825"/>
                  </a:lnTo>
                  <a:lnTo>
                    <a:pt x="199905" y="1279092"/>
                  </a:lnTo>
                  <a:lnTo>
                    <a:pt x="200761" y="1261891"/>
                  </a:lnTo>
                  <a:lnTo>
                    <a:pt x="201616" y="1241182"/>
                  </a:lnTo>
                  <a:lnTo>
                    <a:pt x="202472" y="1200127"/>
                  </a:lnTo>
                  <a:lnTo>
                    <a:pt x="203327" y="1264394"/>
                  </a:lnTo>
                  <a:lnTo>
                    <a:pt x="204183" y="1341533"/>
                  </a:lnTo>
                  <a:lnTo>
                    <a:pt x="205038" y="1327054"/>
                  </a:lnTo>
                  <a:lnTo>
                    <a:pt x="205894" y="1249069"/>
                  </a:lnTo>
                  <a:lnTo>
                    <a:pt x="206749" y="1147385"/>
                  </a:lnTo>
                  <a:lnTo>
                    <a:pt x="207605" y="1063366"/>
                  </a:lnTo>
                  <a:lnTo>
                    <a:pt x="208460" y="1004314"/>
                  </a:lnTo>
                  <a:lnTo>
                    <a:pt x="209316" y="988844"/>
                  </a:lnTo>
                  <a:lnTo>
                    <a:pt x="210171" y="1047288"/>
                  </a:lnTo>
                  <a:lnTo>
                    <a:pt x="211027" y="1063883"/>
                  </a:lnTo>
                  <a:lnTo>
                    <a:pt x="211882" y="1040019"/>
                  </a:lnTo>
                  <a:lnTo>
                    <a:pt x="212738" y="1044582"/>
                  </a:lnTo>
                  <a:lnTo>
                    <a:pt x="213593" y="1027580"/>
                  </a:lnTo>
                  <a:lnTo>
                    <a:pt x="214449" y="1007747"/>
                  </a:lnTo>
                  <a:lnTo>
                    <a:pt x="215304" y="1071917"/>
                  </a:lnTo>
                  <a:lnTo>
                    <a:pt x="216160" y="1277085"/>
                  </a:lnTo>
                  <a:lnTo>
                    <a:pt x="217016" y="1512560"/>
                  </a:lnTo>
                  <a:lnTo>
                    <a:pt x="217871" y="1719367"/>
                  </a:lnTo>
                  <a:lnTo>
                    <a:pt x="218727" y="1855164"/>
                  </a:lnTo>
                  <a:lnTo>
                    <a:pt x="219582" y="1901606"/>
                  </a:lnTo>
                  <a:lnTo>
                    <a:pt x="220438" y="1879260"/>
                  </a:lnTo>
                  <a:lnTo>
                    <a:pt x="221293" y="1782990"/>
                  </a:lnTo>
                  <a:lnTo>
                    <a:pt x="222149" y="1698792"/>
                  </a:lnTo>
                  <a:lnTo>
                    <a:pt x="223004" y="1565269"/>
                  </a:lnTo>
                  <a:lnTo>
                    <a:pt x="223860" y="1479317"/>
                  </a:lnTo>
                  <a:lnTo>
                    <a:pt x="224715" y="1477407"/>
                  </a:lnTo>
                  <a:lnTo>
                    <a:pt x="225571" y="1463237"/>
                  </a:lnTo>
                  <a:lnTo>
                    <a:pt x="226426" y="1416523"/>
                  </a:lnTo>
                  <a:lnTo>
                    <a:pt x="227282" y="1351104"/>
                  </a:lnTo>
                  <a:lnTo>
                    <a:pt x="228137" y="1304241"/>
                  </a:lnTo>
                  <a:lnTo>
                    <a:pt x="228993" y="1272323"/>
                  </a:lnTo>
                  <a:lnTo>
                    <a:pt x="229848" y="1301005"/>
                  </a:lnTo>
                  <a:lnTo>
                    <a:pt x="230704" y="1287707"/>
                  </a:lnTo>
                  <a:lnTo>
                    <a:pt x="231559" y="1287727"/>
                  </a:lnTo>
                  <a:lnTo>
                    <a:pt x="232415" y="1344134"/>
                  </a:lnTo>
                  <a:lnTo>
                    <a:pt x="233271" y="1413114"/>
                  </a:lnTo>
                  <a:lnTo>
                    <a:pt x="234126" y="1452028"/>
                  </a:lnTo>
                  <a:lnTo>
                    <a:pt x="234982" y="1397732"/>
                  </a:lnTo>
                  <a:lnTo>
                    <a:pt x="235837" y="1428233"/>
                  </a:lnTo>
                  <a:lnTo>
                    <a:pt x="236693" y="1505751"/>
                  </a:lnTo>
                  <a:lnTo>
                    <a:pt x="237548" y="1550870"/>
                  </a:lnTo>
                  <a:lnTo>
                    <a:pt x="238404" y="1630782"/>
                  </a:lnTo>
                  <a:lnTo>
                    <a:pt x="239259" y="1685767"/>
                  </a:lnTo>
                  <a:lnTo>
                    <a:pt x="240115" y="1759986"/>
                  </a:lnTo>
                  <a:lnTo>
                    <a:pt x="240970" y="1814051"/>
                  </a:lnTo>
                  <a:lnTo>
                    <a:pt x="241826" y="1812705"/>
                  </a:lnTo>
                  <a:lnTo>
                    <a:pt x="242681" y="1808333"/>
                  </a:lnTo>
                  <a:lnTo>
                    <a:pt x="243537" y="1877361"/>
                  </a:lnTo>
                  <a:lnTo>
                    <a:pt x="244392" y="1891221"/>
                  </a:lnTo>
                  <a:lnTo>
                    <a:pt x="245248" y="1857095"/>
                  </a:lnTo>
                  <a:lnTo>
                    <a:pt x="246103" y="1776297"/>
                  </a:lnTo>
                  <a:lnTo>
                    <a:pt x="246959" y="1724474"/>
                  </a:lnTo>
                  <a:lnTo>
                    <a:pt x="247815" y="1667165"/>
                  </a:lnTo>
                  <a:lnTo>
                    <a:pt x="248670" y="1460718"/>
                  </a:lnTo>
                  <a:lnTo>
                    <a:pt x="249526" y="1298402"/>
                  </a:lnTo>
                  <a:lnTo>
                    <a:pt x="250381" y="1192554"/>
                  </a:lnTo>
                  <a:lnTo>
                    <a:pt x="251237" y="1129460"/>
                  </a:lnTo>
                  <a:lnTo>
                    <a:pt x="252092" y="1051520"/>
                  </a:lnTo>
                  <a:lnTo>
                    <a:pt x="252948" y="969286"/>
                  </a:lnTo>
                  <a:lnTo>
                    <a:pt x="253803" y="958358"/>
                  </a:lnTo>
                  <a:lnTo>
                    <a:pt x="254659" y="1021329"/>
                  </a:lnTo>
                  <a:lnTo>
                    <a:pt x="255514" y="1016938"/>
                  </a:lnTo>
                  <a:lnTo>
                    <a:pt x="256370" y="941747"/>
                  </a:lnTo>
                  <a:lnTo>
                    <a:pt x="257225" y="870792"/>
                  </a:lnTo>
                  <a:lnTo>
                    <a:pt x="258081" y="821952"/>
                  </a:lnTo>
                  <a:lnTo>
                    <a:pt x="258936" y="771569"/>
                  </a:lnTo>
                  <a:lnTo>
                    <a:pt x="259792" y="687168"/>
                  </a:lnTo>
                  <a:lnTo>
                    <a:pt x="260647" y="640680"/>
                  </a:lnTo>
                  <a:lnTo>
                    <a:pt x="261503" y="649609"/>
                  </a:lnTo>
                  <a:lnTo>
                    <a:pt x="262358" y="698322"/>
                  </a:lnTo>
                  <a:lnTo>
                    <a:pt x="263214" y="796509"/>
                  </a:lnTo>
                  <a:lnTo>
                    <a:pt x="264070" y="840527"/>
                  </a:lnTo>
                  <a:lnTo>
                    <a:pt x="264925" y="841784"/>
                  </a:lnTo>
                  <a:lnTo>
                    <a:pt x="265781" y="854724"/>
                  </a:lnTo>
                  <a:lnTo>
                    <a:pt x="266636" y="818350"/>
                  </a:lnTo>
                  <a:lnTo>
                    <a:pt x="267492" y="712651"/>
                  </a:lnTo>
                  <a:lnTo>
                    <a:pt x="268347" y="528059"/>
                  </a:lnTo>
                  <a:lnTo>
                    <a:pt x="269203" y="370751"/>
                  </a:lnTo>
                  <a:lnTo>
                    <a:pt x="270058" y="211617"/>
                  </a:lnTo>
                  <a:lnTo>
                    <a:pt x="270914" y="102814"/>
                  </a:lnTo>
                  <a:lnTo>
                    <a:pt x="271769" y="36539"/>
                  </a:lnTo>
                  <a:lnTo>
                    <a:pt x="272625" y="0"/>
                  </a:lnTo>
                  <a:lnTo>
                    <a:pt x="273480" y="17520"/>
                  </a:lnTo>
                  <a:lnTo>
                    <a:pt x="274336" y="45349"/>
                  </a:lnTo>
                  <a:lnTo>
                    <a:pt x="275191" y="69792"/>
                  </a:lnTo>
                  <a:lnTo>
                    <a:pt x="276047" y="60293"/>
                  </a:lnTo>
                  <a:lnTo>
                    <a:pt x="276902" y="50364"/>
                  </a:lnTo>
                  <a:lnTo>
                    <a:pt x="277758" y="133294"/>
                  </a:lnTo>
                  <a:lnTo>
                    <a:pt x="278613" y="182743"/>
                  </a:lnTo>
                  <a:lnTo>
                    <a:pt x="279469" y="216354"/>
                  </a:lnTo>
                  <a:lnTo>
                    <a:pt x="280325" y="260484"/>
                  </a:lnTo>
                  <a:lnTo>
                    <a:pt x="281180" y="347758"/>
                  </a:lnTo>
                  <a:lnTo>
                    <a:pt x="282036" y="368611"/>
                  </a:lnTo>
                  <a:lnTo>
                    <a:pt x="282891" y="265054"/>
                  </a:lnTo>
                  <a:lnTo>
                    <a:pt x="283747" y="137326"/>
                  </a:lnTo>
                  <a:lnTo>
                    <a:pt x="284602" y="70198"/>
                  </a:lnTo>
                  <a:lnTo>
                    <a:pt x="285458" y="97725"/>
                  </a:lnTo>
                  <a:lnTo>
                    <a:pt x="286313" y="162532"/>
                  </a:lnTo>
                  <a:lnTo>
                    <a:pt x="287169" y="319539"/>
                  </a:lnTo>
                  <a:lnTo>
                    <a:pt x="288024" y="555445"/>
                  </a:lnTo>
                  <a:lnTo>
                    <a:pt x="288880" y="914762"/>
                  </a:lnTo>
                  <a:lnTo>
                    <a:pt x="289735" y="1233502"/>
                  </a:lnTo>
                  <a:lnTo>
                    <a:pt x="290591" y="1491781"/>
                  </a:lnTo>
                  <a:lnTo>
                    <a:pt x="291446" y="1604583"/>
                  </a:lnTo>
                  <a:lnTo>
                    <a:pt x="292302" y="1621080"/>
                  </a:lnTo>
                  <a:lnTo>
                    <a:pt x="293157" y="1574422"/>
                  </a:lnTo>
                  <a:lnTo>
                    <a:pt x="294013" y="1401108"/>
                  </a:lnTo>
                  <a:lnTo>
                    <a:pt x="294869" y="1264085"/>
                  </a:lnTo>
                  <a:lnTo>
                    <a:pt x="295724" y="1098901"/>
                  </a:lnTo>
                  <a:lnTo>
                    <a:pt x="296580" y="1000392"/>
                  </a:lnTo>
                  <a:lnTo>
                    <a:pt x="297435" y="1027035"/>
                  </a:lnTo>
                  <a:lnTo>
                    <a:pt x="298291" y="1081092"/>
                  </a:lnTo>
                  <a:lnTo>
                    <a:pt x="299146" y="1114611"/>
                  </a:lnTo>
                  <a:lnTo>
                    <a:pt x="300002" y="1074472"/>
                  </a:lnTo>
                  <a:lnTo>
                    <a:pt x="300857" y="1013001"/>
                  </a:lnTo>
                  <a:lnTo>
                    <a:pt x="301713" y="947602"/>
                  </a:lnTo>
                  <a:lnTo>
                    <a:pt x="302568" y="856202"/>
                  </a:lnTo>
                  <a:lnTo>
                    <a:pt x="303424" y="730057"/>
                  </a:lnTo>
                  <a:lnTo>
                    <a:pt x="304279" y="657704"/>
                  </a:lnTo>
                  <a:lnTo>
                    <a:pt x="305135" y="657028"/>
                  </a:lnTo>
                  <a:lnTo>
                    <a:pt x="305990" y="701539"/>
                  </a:lnTo>
                  <a:lnTo>
                    <a:pt x="306846" y="700727"/>
                  </a:lnTo>
                  <a:lnTo>
                    <a:pt x="307701" y="664362"/>
                  </a:lnTo>
                  <a:lnTo>
                    <a:pt x="308557" y="656360"/>
                  </a:lnTo>
                  <a:lnTo>
                    <a:pt x="309412" y="614942"/>
                  </a:lnTo>
                  <a:lnTo>
                    <a:pt x="310268" y="634424"/>
                  </a:lnTo>
                  <a:lnTo>
                    <a:pt x="311124" y="738645"/>
                  </a:lnTo>
                  <a:lnTo>
                    <a:pt x="311979" y="842527"/>
                  </a:lnTo>
                  <a:lnTo>
                    <a:pt x="312835" y="948250"/>
                  </a:lnTo>
                  <a:lnTo>
                    <a:pt x="313690" y="1075923"/>
                  </a:lnTo>
                  <a:lnTo>
                    <a:pt x="314546" y="1188591"/>
                  </a:lnTo>
                  <a:lnTo>
                    <a:pt x="315401" y="1242875"/>
                  </a:lnTo>
                  <a:lnTo>
                    <a:pt x="316257" y="1250086"/>
                  </a:lnTo>
                  <a:lnTo>
                    <a:pt x="317112" y="1259375"/>
                  </a:lnTo>
                  <a:lnTo>
                    <a:pt x="317968" y="1291858"/>
                  </a:lnTo>
                  <a:lnTo>
                    <a:pt x="318823" y="1270468"/>
                  </a:lnTo>
                  <a:lnTo>
                    <a:pt x="319679" y="1291320"/>
                  </a:lnTo>
                  <a:lnTo>
                    <a:pt x="320534" y="1266241"/>
                  </a:lnTo>
                  <a:lnTo>
                    <a:pt x="321390" y="1155374"/>
                  </a:lnTo>
                  <a:lnTo>
                    <a:pt x="322245" y="1015748"/>
                  </a:lnTo>
                  <a:lnTo>
                    <a:pt x="323101" y="872454"/>
                  </a:lnTo>
                  <a:lnTo>
                    <a:pt x="323956" y="837362"/>
                  </a:lnTo>
                  <a:lnTo>
                    <a:pt x="324812" y="846302"/>
                  </a:lnTo>
                  <a:lnTo>
                    <a:pt x="325667" y="871976"/>
                  </a:lnTo>
                  <a:lnTo>
                    <a:pt x="326523" y="1001343"/>
                  </a:lnTo>
                  <a:lnTo>
                    <a:pt x="327379" y="1220441"/>
                  </a:lnTo>
                  <a:lnTo>
                    <a:pt x="328234" y="1416638"/>
                  </a:lnTo>
                  <a:lnTo>
                    <a:pt x="329090" y="1548766"/>
                  </a:lnTo>
                  <a:lnTo>
                    <a:pt x="329945" y="1617524"/>
                  </a:lnTo>
                  <a:lnTo>
                    <a:pt x="330801" y="1658875"/>
                  </a:lnTo>
                  <a:lnTo>
                    <a:pt x="331656" y="1586230"/>
                  </a:lnTo>
                  <a:lnTo>
                    <a:pt x="332512" y="1459800"/>
                  </a:lnTo>
                  <a:lnTo>
                    <a:pt x="333367" y="1362544"/>
                  </a:lnTo>
                  <a:lnTo>
                    <a:pt x="334223" y="1374227"/>
                  </a:lnTo>
                  <a:lnTo>
                    <a:pt x="335078" y="1457199"/>
                  </a:lnTo>
                  <a:lnTo>
                    <a:pt x="335934" y="1530084"/>
                  </a:lnTo>
                  <a:lnTo>
                    <a:pt x="336789" y="1593016"/>
                  </a:lnTo>
                  <a:lnTo>
                    <a:pt x="337645" y="1611288"/>
                  </a:lnTo>
                  <a:lnTo>
                    <a:pt x="338500" y="1636669"/>
                  </a:lnTo>
                  <a:lnTo>
                    <a:pt x="339356" y="1577724"/>
                  </a:lnTo>
                  <a:lnTo>
                    <a:pt x="340211" y="1477563"/>
                  </a:lnTo>
                  <a:lnTo>
                    <a:pt x="341067" y="1424501"/>
                  </a:lnTo>
                  <a:lnTo>
                    <a:pt x="341923" y="1487341"/>
                  </a:lnTo>
                  <a:lnTo>
                    <a:pt x="342778" y="1639761"/>
                  </a:lnTo>
                  <a:lnTo>
                    <a:pt x="343634" y="1778644"/>
                  </a:lnTo>
                  <a:lnTo>
                    <a:pt x="344489" y="1837317"/>
                  </a:lnTo>
                  <a:lnTo>
                    <a:pt x="345345" y="1860213"/>
                  </a:lnTo>
                  <a:lnTo>
                    <a:pt x="346200" y="1893599"/>
                  </a:lnTo>
                  <a:lnTo>
                    <a:pt x="347056" y="1888536"/>
                  </a:lnTo>
                  <a:lnTo>
                    <a:pt x="347911" y="1880593"/>
                  </a:lnTo>
                  <a:lnTo>
                    <a:pt x="348767" y="1802173"/>
                  </a:lnTo>
                  <a:lnTo>
                    <a:pt x="349622" y="1749276"/>
                  </a:lnTo>
                  <a:lnTo>
                    <a:pt x="350478" y="1735704"/>
                  </a:lnTo>
                  <a:lnTo>
                    <a:pt x="351333" y="1719598"/>
                  </a:lnTo>
                  <a:lnTo>
                    <a:pt x="352189" y="1691537"/>
                  </a:lnTo>
                  <a:lnTo>
                    <a:pt x="353044" y="1679090"/>
                  </a:lnTo>
                  <a:lnTo>
                    <a:pt x="353900" y="1747876"/>
                  </a:lnTo>
                  <a:lnTo>
                    <a:pt x="354755" y="1834778"/>
                  </a:lnTo>
                  <a:lnTo>
                    <a:pt x="355611" y="1917502"/>
                  </a:lnTo>
                  <a:lnTo>
                    <a:pt x="356466" y="1956090"/>
                  </a:lnTo>
                  <a:lnTo>
                    <a:pt x="357322" y="1977535"/>
                  </a:lnTo>
                  <a:lnTo>
                    <a:pt x="358178" y="2005293"/>
                  </a:lnTo>
                  <a:lnTo>
                    <a:pt x="359033" y="2038091"/>
                  </a:lnTo>
                  <a:lnTo>
                    <a:pt x="359889" y="1976621"/>
                  </a:lnTo>
                  <a:lnTo>
                    <a:pt x="360744" y="1874531"/>
                  </a:lnTo>
                  <a:lnTo>
                    <a:pt x="361600" y="1862077"/>
                  </a:lnTo>
                  <a:lnTo>
                    <a:pt x="362455" y="1911950"/>
                  </a:lnTo>
                  <a:lnTo>
                    <a:pt x="363311" y="1872039"/>
                  </a:lnTo>
                  <a:lnTo>
                    <a:pt x="364166" y="1783810"/>
                  </a:lnTo>
                  <a:lnTo>
                    <a:pt x="365022" y="1795792"/>
                  </a:lnTo>
                  <a:lnTo>
                    <a:pt x="365877" y="1884035"/>
                  </a:lnTo>
                  <a:lnTo>
                    <a:pt x="366733" y="1908427"/>
                  </a:lnTo>
                  <a:lnTo>
                    <a:pt x="367588" y="1824696"/>
                  </a:lnTo>
                  <a:lnTo>
                    <a:pt x="368444" y="1855933"/>
                  </a:lnTo>
                  <a:lnTo>
                    <a:pt x="369299" y="1910885"/>
                  </a:lnTo>
                  <a:lnTo>
                    <a:pt x="370155" y="1997623"/>
                  </a:lnTo>
                  <a:lnTo>
                    <a:pt x="371010" y="1976343"/>
                  </a:lnTo>
                  <a:lnTo>
                    <a:pt x="371866" y="1936081"/>
                  </a:lnTo>
                  <a:lnTo>
                    <a:pt x="372721" y="1978085"/>
                  </a:lnTo>
                  <a:lnTo>
                    <a:pt x="373577" y="2011788"/>
                  </a:lnTo>
                  <a:lnTo>
                    <a:pt x="374433" y="2051058"/>
                  </a:lnTo>
                  <a:lnTo>
                    <a:pt x="375288" y="2045355"/>
                  </a:lnTo>
                  <a:lnTo>
                    <a:pt x="376144" y="2094166"/>
                  </a:lnTo>
                  <a:lnTo>
                    <a:pt x="376999" y="2159018"/>
                  </a:lnTo>
                  <a:lnTo>
                    <a:pt x="377855" y="2205713"/>
                  </a:lnTo>
                  <a:lnTo>
                    <a:pt x="378710" y="2166757"/>
                  </a:lnTo>
                  <a:lnTo>
                    <a:pt x="379566" y="2025290"/>
                  </a:lnTo>
                  <a:lnTo>
                    <a:pt x="380421" y="1874533"/>
                  </a:lnTo>
                  <a:lnTo>
                    <a:pt x="381277" y="1797584"/>
                  </a:lnTo>
                  <a:lnTo>
                    <a:pt x="382132" y="1762126"/>
                  </a:lnTo>
                  <a:lnTo>
                    <a:pt x="382988" y="1761720"/>
                  </a:lnTo>
                  <a:lnTo>
                    <a:pt x="383843" y="1819569"/>
                  </a:lnTo>
                  <a:lnTo>
                    <a:pt x="384699" y="1925114"/>
                  </a:lnTo>
                  <a:lnTo>
                    <a:pt x="385554" y="2026448"/>
                  </a:lnTo>
                  <a:lnTo>
                    <a:pt x="386410" y="2014215"/>
                  </a:lnTo>
                  <a:lnTo>
                    <a:pt x="387265" y="1983347"/>
                  </a:lnTo>
                  <a:lnTo>
                    <a:pt x="388121" y="1992432"/>
                  </a:lnTo>
                  <a:lnTo>
                    <a:pt x="388976" y="1968528"/>
                  </a:lnTo>
                  <a:lnTo>
                    <a:pt x="389832" y="1945363"/>
                  </a:lnTo>
                  <a:lnTo>
                    <a:pt x="390688" y="1958954"/>
                  </a:lnTo>
                  <a:lnTo>
                    <a:pt x="391543" y="1999717"/>
                  </a:lnTo>
                  <a:lnTo>
                    <a:pt x="392399" y="1987207"/>
                  </a:lnTo>
                  <a:lnTo>
                    <a:pt x="393254" y="1958293"/>
                  </a:lnTo>
                  <a:lnTo>
                    <a:pt x="394110" y="1938202"/>
                  </a:lnTo>
                  <a:lnTo>
                    <a:pt x="394965" y="1949527"/>
                  </a:lnTo>
                  <a:lnTo>
                    <a:pt x="395821" y="2006037"/>
                  </a:lnTo>
                  <a:lnTo>
                    <a:pt x="396676" y="2091972"/>
                  </a:lnTo>
                  <a:lnTo>
                    <a:pt x="397532" y="2181350"/>
                  </a:lnTo>
                  <a:lnTo>
                    <a:pt x="398387" y="2179539"/>
                  </a:lnTo>
                  <a:lnTo>
                    <a:pt x="399243" y="2178960"/>
                  </a:lnTo>
                  <a:lnTo>
                    <a:pt x="400098" y="2234591"/>
                  </a:lnTo>
                  <a:lnTo>
                    <a:pt x="400954" y="2241650"/>
                  </a:lnTo>
                  <a:lnTo>
                    <a:pt x="401809" y="2182287"/>
                  </a:lnTo>
                  <a:lnTo>
                    <a:pt x="402665" y="2128967"/>
                  </a:lnTo>
                  <a:lnTo>
                    <a:pt x="403520" y="2124310"/>
                  </a:lnTo>
                  <a:lnTo>
                    <a:pt x="404376" y="2145990"/>
                  </a:lnTo>
                  <a:lnTo>
                    <a:pt x="405232" y="2094980"/>
                  </a:lnTo>
                  <a:lnTo>
                    <a:pt x="406087" y="2023996"/>
                  </a:lnTo>
                  <a:lnTo>
                    <a:pt x="406943" y="1985061"/>
                  </a:lnTo>
                  <a:lnTo>
                    <a:pt x="407798" y="1999727"/>
                  </a:lnTo>
                  <a:lnTo>
                    <a:pt x="408654" y="1988775"/>
                  </a:lnTo>
                  <a:lnTo>
                    <a:pt x="409509" y="1906274"/>
                  </a:lnTo>
                  <a:lnTo>
                    <a:pt x="410365" y="1845282"/>
                  </a:lnTo>
                  <a:lnTo>
                    <a:pt x="411220" y="1810457"/>
                  </a:lnTo>
                  <a:lnTo>
                    <a:pt x="412076" y="1763064"/>
                  </a:lnTo>
                  <a:lnTo>
                    <a:pt x="412931" y="1668636"/>
                  </a:lnTo>
                  <a:lnTo>
                    <a:pt x="413787" y="1545558"/>
                  </a:lnTo>
                  <a:lnTo>
                    <a:pt x="414642" y="1440325"/>
                  </a:lnTo>
                  <a:lnTo>
                    <a:pt x="415498" y="1337881"/>
                  </a:lnTo>
                  <a:lnTo>
                    <a:pt x="416353" y="1262803"/>
                  </a:lnTo>
                  <a:lnTo>
                    <a:pt x="417209" y="1243712"/>
                  </a:lnTo>
                  <a:lnTo>
                    <a:pt x="418064" y="1221268"/>
                  </a:lnTo>
                  <a:lnTo>
                    <a:pt x="418920" y="1279723"/>
                  </a:lnTo>
                  <a:lnTo>
                    <a:pt x="419775" y="1375359"/>
                  </a:lnTo>
                  <a:lnTo>
                    <a:pt x="420631" y="1505473"/>
                  </a:lnTo>
                  <a:lnTo>
                    <a:pt x="421487" y="1584578"/>
                  </a:lnTo>
                  <a:lnTo>
                    <a:pt x="422342" y="1587899"/>
                  </a:lnTo>
                  <a:lnTo>
                    <a:pt x="423198" y="1646800"/>
                  </a:lnTo>
                  <a:lnTo>
                    <a:pt x="424053" y="1749118"/>
                  </a:lnTo>
                  <a:lnTo>
                    <a:pt x="424909" y="1846458"/>
                  </a:lnTo>
                  <a:lnTo>
                    <a:pt x="425764" y="1832925"/>
                  </a:lnTo>
                  <a:lnTo>
                    <a:pt x="426620" y="1844023"/>
                  </a:lnTo>
                  <a:lnTo>
                    <a:pt x="427475" y="1981071"/>
                  </a:lnTo>
                  <a:lnTo>
                    <a:pt x="428331" y="2066612"/>
                  </a:lnTo>
                  <a:lnTo>
                    <a:pt x="429186" y="2063883"/>
                  </a:lnTo>
                  <a:lnTo>
                    <a:pt x="430042" y="2031907"/>
                  </a:lnTo>
                  <a:lnTo>
                    <a:pt x="430897" y="2075330"/>
                  </a:lnTo>
                  <a:lnTo>
                    <a:pt x="431753" y="2071210"/>
                  </a:lnTo>
                  <a:lnTo>
                    <a:pt x="432608" y="1956566"/>
                  </a:lnTo>
                  <a:lnTo>
                    <a:pt x="433464" y="1876111"/>
                  </a:lnTo>
                  <a:lnTo>
                    <a:pt x="434319" y="1834196"/>
                  </a:lnTo>
                  <a:lnTo>
                    <a:pt x="435175" y="1810176"/>
                  </a:lnTo>
                  <a:lnTo>
                    <a:pt x="436030" y="1770318"/>
                  </a:lnTo>
                  <a:lnTo>
                    <a:pt x="436886" y="1781734"/>
                  </a:lnTo>
                  <a:lnTo>
                    <a:pt x="437742" y="1802054"/>
                  </a:lnTo>
                  <a:lnTo>
                    <a:pt x="438597" y="1840633"/>
                  </a:lnTo>
                  <a:lnTo>
                    <a:pt x="439453" y="1847079"/>
                  </a:lnTo>
                  <a:lnTo>
                    <a:pt x="440308" y="1810948"/>
                  </a:lnTo>
                  <a:lnTo>
                    <a:pt x="441164" y="1803837"/>
                  </a:lnTo>
                  <a:lnTo>
                    <a:pt x="442019" y="1798859"/>
                  </a:lnTo>
                  <a:lnTo>
                    <a:pt x="442875" y="1791568"/>
                  </a:lnTo>
                  <a:lnTo>
                    <a:pt x="443730" y="1696571"/>
                  </a:lnTo>
                  <a:lnTo>
                    <a:pt x="444586" y="1638898"/>
                  </a:lnTo>
                  <a:lnTo>
                    <a:pt x="445441" y="1698756"/>
                  </a:lnTo>
                  <a:lnTo>
                    <a:pt x="446297" y="1779331"/>
                  </a:lnTo>
                  <a:lnTo>
                    <a:pt x="447152" y="1843130"/>
                  </a:lnTo>
                  <a:lnTo>
                    <a:pt x="448008" y="1892851"/>
                  </a:lnTo>
                  <a:lnTo>
                    <a:pt x="448863" y="1949516"/>
                  </a:lnTo>
                  <a:lnTo>
                    <a:pt x="449719" y="2021324"/>
                  </a:lnTo>
                  <a:lnTo>
                    <a:pt x="450574" y="2035510"/>
                  </a:lnTo>
                  <a:lnTo>
                    <a:pt x="451430" y="1991310"/>
                  </a:lnTo>
                  <a:lnTo>
                    <a:pt x="452286" y="1938557"/>
                  </a:lnTo>
                  <a:lnTo>
                    <a:pt x="453141" y="1905578"/>
                  </a:lnTo>
                  <a:lnTo>
                    <a:pt x="453997" y="1910168"/>
                  </a:lnTo>
                  <a:lnTo>
                    <a:pt x="454852" y="1830079"/>
                  </a:lnTo>
                  <a:lnTo>
                    <a:pt x="455708" y="1726427"/>
                  </a:lnTo>
                  <a:lnTo>
                    <a:pt x="456563" y="1688438"/>
                  </a:lnTo>
                  <a:lnTo>
                    <a:pt x="457419" y="1657836"/>
                  </a:lnTo>
                  <a:lnTo>
                    <a:pt x="458274" y="1731033"/>
                  </a:lnTo>
                  <a:lnTo>
                    <a:pt x="459130" y="1865886"/>
                  </a:lnTo>
                  <a:lnTo>
                    <a:pt x="459985" y="1965007"/>
                  </a:lnTo>
                  <a:lnTo>
                    <a:pt x="460841" y="2099997"/>
                  </a:lnTo>
                  <a:lnTo>
                    <a:pt x="461696" y="2238131"/>
                  </a:lnTo>
                  <a:lnTo>
                    <a:pt x="461844" y="225201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103426" y="3194355"/>
              <a:ext cx="3321" cy="68121"/>
            </a:xfrm>
            <a:custGeom>
              <a:avLst/>
              <a:pathLst>
                <a:path w="3321" h="68121">
                  <a:moveTo>
                    <a:pt x="0" y="68121"/>
                  </a:moveTo>
                  <a:lnTo>
                    <a:pt x="263" y="38787"/>
                  </a:lnTo>
                  <a:lnTo>
                    <a:pt x="1119" y="0"/>
                  </a:lnTo>
                  <a:lnTo>
                    <a:pt x="1974" y="10389"/>
                  </a:lnTo>
                  <a:lnTo>
                    <a:pt x="2830" y="39327"/>
                  </a:lnTo>
                  <a:lnTo>
                    <a:pt x="3321" y="6812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111146" y="3048842"/>
              <a:ext cx="5106" cy="213634"/>
            </a:xfrm>
            <a:custGeom>
              <a:avLst/>
              <a:pathLst>
                <a:path w="5106" h="213634">
                  <a:moveTo>
                    <a:pt x="0" y="213634"/>
                  </a:moveTo>
                  <a:lnTo>
                    <a:pt x="244" y="172353"/>
                  </a:lnTo>
                  <a:lnTo>
                    <a:pt x="1099" y="79606"/>
                  </a:lnTo>
                  <a:lnTo>
                    <a:pt x="1955" y="13536"/>
                  </a:lnTo>
                  <a:lnTo>
                    <a:pt x="2810" y="0"/>
                  </a:lnTo>
                  <a:lnTo>
                    <a:pt x="3666" y="1391"/>
                  </a:lnTo>
                  <a:lnTo>
                    <a:pt x="4521" y="76508"/>
                  </a:lnTo>
                  <a:lnTo>
                    <a:pt x="5106" y="21363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126984" y="2645588"/>
              <a:ext cx="22614" cy="616888"/>
            </a:xfrm>
            <a:custGeom>
              <a:avLst/>
              <a:pathLst>
                <a:path w="22614" h="616888">
                  <a:moveTo>
                    <a:pt x="0" y="616888"/>
                  </a:moveTo>
                  <a:lnTo>
                    <a:pt x="660" y="466267"/>
                  </a:lnTo>
                  <a:lnTo>
                    <a:pt x="1516" y="287912"/>
                  </a:lnTo>
                  <a:lnTo>
                    <a:pt x="2371" y="153882"/>
                  </a:lnTo>
                  <a:lnTo>
                    <a:pt x="3227" y="48099"/>
                  </a:lnTo>
                  <a:lnTo>
                    <a:pt x="4082" y="0"/>
                  </a:lnTo>
                  <a:lnTo>
                    <a:pt x="4938" y="47184"/>
                  </a:lnTo>
                  <a:lnTo>
                    <a:pt x="5793" y="78098"/>
                  </a:lnTo>
                  <a:lnTo>
                    <a:pt x="6649" y="164542"/>
                  </a:lnTo>
                  <a:lnTo>
                    <a:pt x="7504" y="336493"/>
                  </a:lnTo>
                  <a:lnTo>
                    <a:pt x="8360" y="365176"/>
                  </a:lnTo>
                  <a:lnTo>
                    <a:pt x="9215" y="248839"/>
                  </a:lnTo>
                  <a:lnTo>
                    <a:pt x="10071" y="148419"/>
                  </a:lnTo>
                  <a:lnTo>
                    <a:pt x="10926" y="229959"/>
                  </a:lnTo>
                  <a:lnTo>
                    <a:pt x="11782" y="285506"/>
                  </a:lnTo>
                  <a:lnTo>
                    <a:pt x="12638" y="251414"/>
                  </a:lnTo>
                  <a:lnTo>
                    <a:pt x="13493" y="273175"/>
                  </a:lnTo>
                  <a:lnTo>
                    <a:pt x="14349" y="377417"/>
                  </a:lnTo>
                  <a:lnTo>
                    <a:pt x="15204" y="507071"/>
                  </a:lnTo>
                  <a:lnTo>
                    <a:pt x="16060" y="509752"/>
                  </a:lnTo>
                  <a:lnTo>
                    <a:pt x="16915" y="487515"/>
                  </a:lnTo>
                  <a:lnTo>
                    <a:pt x="17771" y="494027"/>
                  </a:lnTo>
                  <a:lnTo>
                    <a:pt x="18626" y="462563"/>
                  </a:lnTo>
                  <a:lnTo>
                    <a:pt x="19482" y="473003"/>
                  </a:lnTo>
                  <a:lnTo>
                    <a:pt x="20337" y="493306"/>
                  </a:lnTo>
                  <a:lnTo>
                    <a:pt x="21193" y="487949"/>
                  </a:lnTo>
                  <a:lnTo>
                    <a:pt x="22048" y="568829"/>
                  </a:lnTo>
                  <a:lnTo>
                    <a:pt x="22614" y="61688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151452" y="2940681"/>
              <a:ext cx="10400" cy="321795"/>
            </a:xfrm>
            <a:custGeom>
              <a:avLst/>
              <a:pathLst>
                <a:path w="10400" h="321795">
                  <a:moveTo>
                    <a:pt x="0" y="321795"/>
                  </a:moveTo>
                  <a:lnTo>
                    <a:pt x="147" y="310946"/>
                  </a:lnTo>
                  <a:lnTo>
                    <a:pt x="1003" y="236430"/>
                  </a:lnTo>
                  <a:lnTo>
                    <a:pt x="1858" y="231115"/>
                  </a:lnTo>
                  <a:lnTo>
                    <a:pt x="2714" y="182737"/>
                  </a:lnTo>
                  <a:lnTo>
                    <a:pt x="3569" y="74755"/>
                  </a:lnTo>
                  <a:lnTo>
                    <a:pt x="4425" y="22579"/>
                  </a:lnTo>
                  <a:lnTo>
                    <a:pt x="5281" y="0"/>
                  </a:lnTo>
                  <a:lnTo>
                    <a:pt x="6136" y="26063"/>
                  </a:lnTo>
                  <a:lnTo>
                    <a:pt x="6992" y="71998"/>
                  </a:lnTo>
                  <a:lnTo>
                    <a:pt x="7847" y="96055"/>
                  </a:lnTo>
                  <a:lnTo>
                    <a:pt x="8703" y="164987"/>
                  </a:lnTo>
                  <a:lnTo>
                    <a:pt x="9558" y="238448"/>
                  </a:lnTo>
                  <a:lnTo>
                    <a:pt x="10400" y="32179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164520" y="984785"/>
              <a:ext cx="203869" cy="2277692"/>
            </a:xfrm>
            <a:custGeom>
              <a:avLst/>
              <a:pathLst>
                <a:path w="203869" h="2277692">
                  <a:moveTo>
                    <a:pt x="0" y="2277692"/>
                  </a:moveTo>
                  <a:lnTo>
                    <a:pt x="768" y="2195376"/>
                  </a:lnTo>
                  <a:lnTo>
                    <a:pt x="1623" y="2087947"/>
                  </a:lnTo>
                  <a:lnTo>
                    <a:pt x="2479" y="2040835"/>
                  </a:lnTo>
                  <a:lnTo>
                    <a:pt x="3334" y="1976981"/>
                  </a:lnTo>
                  <a:lnTo>
                    <a:pt x="4190" y="1899133"/>
                  </a:lnTo>
                  <a:lnTo>
                    <a:pt x="5045" y="1831985"/>
                  </a:lnTo>
                  <a:lnTo>
                    <a:pt x="5901" y="1831523"/>
                  </a:lnTo>
                  <a:lnTo>
                    <a:pt x="6756" y="1909811"/>
                  </a:lnTo>
                  <a:lnTo>
                    <a:pt x="7612" y="1876098"/>
                  </a:lnTo>
                  <a:lnTo>
                    <a:pt x="8468" y="1874271"/>
                  </a:lnTo>
                  <a:lnTo>
                    <a:pt x="9323" y="1988654"/>
                  </a:lnTo>
                  <a:lnTo>
                    <a:pt x="10179" y="2109620"/>
                  </a:lnTo>
                  <a:lnTo>
                    <a:pt x="11034" y="2087339"/>
                  </a:lnTo>
                  <a:lnTo>
                    <a:pt x="11890" y="1983818"/>
                  </a:lnTo>
                  <a:lnTo>
                    <a:pt x="12745" y="1989819"/>
                  </a:lnTo>
                  <a:lnTo>
                    <a:pt x="13601" y="1972091"/>
                  </a:lnTo>
                  <a:lnTo>
                    <a:pt x="14456" y="1869286"/>
                  </a:lnTo>
                  <a:lnTo>
                    <a:pt x="15312" y="1808008"/>
                  </a:lnTo>
                  <a:lnTo>
                    <a:pt x="16167" y="1854523"/>
                  </a:lnTo>
                  <a:lnTo>
                    <a:pt x="17023" y="1908797"/>
                  </a:lnTo>
                  <a:lnTo>
                    <a:pt x="17878" y="1889905"/>
                  </a:lnTo>
                  <a:lnTo>
                    <a:pt x="18734" y="1880862"/>
                  </a:lnTo>
                  <a:lnTo>
                    <a:pt x="19589" y="1830058"/>
                  </a:lnTo>
                  <a:lnTo>
                    <a:pt x="20445" y="1757831"/>
                  </a:lnTo>
                  <a:lnTo>
                    <a:pt x="21300" y="1791854"/>
                  </a:lnTo>
                  <a:lnTo>
                    <a:pt x="22156" y="1880010"/>
                  </a:lnTo>
                  <a:lnTo>
                    <a:pt x="23011" y="1969697"/>
                  </a:lnTo>
                  <a:lnTo>
                    <a:pt x="23867" y="1992181"/>
                  </a:lnTo>
                  <a:lnTo>
                    <a:pt x="24723" y="2018972"/>
                  </a:lnTo>
                  <a:lnTo>
                    <a:pt x="25578" y="1967473"/>
                  </a:lnTo>
                  <a:lnTo>
                    <a:pt x="26434" y="1862678"/>
                  </a:lnTo>
                  <a:lnTo>
                    <a:pt x="27289" y="1748879"/>
                  </a:lnTo>
                  <a:lnTo>
                    <a:pt x="28145" y="1711132"/>
                  </a:lnTo>
                  <a:lnTo>
                    <a:pt x="29000" y="1783397"/>
                  </a:lnTo>
                  <a:lnTo>
                    <a:pt x="29856" y="1790575"/>
                  </a:lnTo>
                  <a:lnTo>
                    <a:pt x="30711" y="1795385"/>
                  </a:lnTo>
                  <a:lnTo>
                    <a:pt x="31567" y="1748694"/>
                  </a:lnTo>
                  <a:lnTo>
                    <a:pt x="32422" y="1720064"/>
                  </a:lnTo>
                  <a:lnTo>
                    <a:pt x="33278" y="1629673"/>
                  </a:lnTo>
                  <a:lnTo>
                    <a:pt x="34133" y="1474098"/>
                  </a:lnTo>
                  <a:lnTo>
                    <a:pt x="34989" y="1425889"/>
                  </a:lnTo>
                  <a:lnTo>
                    <a:pt x="35844" y="1437268"/>
                  </a:lnTo>
                  <a:lnTo>
                    <a:pt x="36700" y="1441411"/>
                  </a:lnTo>
                  <a:lnTo>
                    <a:pt x="37555" y="1471213"/>
                  </a:lnTo>
                  <a:lnTo>
                    <a:pt x="38411" y="1506918"/>
                  </a:lnTo>
                  <a:lnTo>
                    <a:pt x="39266" y="1501259"/>
                  </a:lnTo>
                  <a:lnTo>
                    <a:pt x="40122" y="1526618"/>
                  </a:lnTo>
                  <a:lnTo>
                    <a:pt x="40978" y="1579251"/>
                  </a:lnTo>
                  <a:lnTo>
                    <a:pt x="41833" y="1558880"/>
                  </a:lnTo>
                  <a:lnTo>
                    <a:pt x="42689" y="1486141"/>
                  </a:lnTo>
                  <a:lnTo>
                    <a:pt x="43544" y="1422860"/>
                  </a:lnTo>
                  <a:lnTo>
                    <a:pt x="44400" y="1445076"/>
                  </a:lnTo>
                  <a:lnTo>
                    <a:pt x="45255" y="1494427"/>
                  </a:lnTo>
                  <a:lnTo>
                    <a:pt x="46111" y="1491815"/>
                  </a:lnTo>
                  <a:lnTo>
                    <a:pt x="46966" y="1541442"/>
                  </a:lnTo>
                  <a:lnTo>
                    <a:pt x="47822" y="1577571"/>
                  </a:lnTo>
                  <a:lnTo>
                    <a:pt x="48677" y="1549463"/>
                  </a:lnTo>
                  <a:lnTo>
                    <a:pt x="49533" y="1519836"/>
                  </a:lnTo>
                  <a:lnTo>
                    <a:pt x="50388" y="1510573"/>
                  </a:lnTo>
                  <a:lnTo>
                    <a:pt x="51244" y="1547210"/>
                  </a:lnTo>
                  <a:lnTo>
                    <a:pt x="52099" y="1673699"/>
                  </a:lnTo>
                  <a:lnTo>
                    <a:pt x="52955" y="1736337"/>
                  </a:lnTo>
                  <a:lnTo>
                    <a:pt x="53810" y="1804718"/>
                  </a:lnTo>
                  <a:lnTo>
                    <a:pt x="54666" y="1876362"/>
                  </a:lnTo>
                  <a:lnTo>
                    <a:pt x="55522" y="1825820"/>
                  </a:lnTo>
                  <a:lnTo>
                    <a:pt x="56377" y="1789194"/>
                  </a:lnTo>
                  <a:lnTo>
                    <a:pt x="57233" y="1659945"/>
                  </a:lnTo>
                  <a:lnTo>
                    <a:pt x="58088" y="1608702"/>
                  </a:lnTo>
                  <a:lnTo>
                    <a:pt x="58944" y="1638902"/>
                  </a:lnTo>
                  <a:lnTo>
                    <a:pt x="59799" y="1687452"/>
                  </a:lnTo>
                  <a:lnTo>
                    <a:pt x="60655" y="1780001"/>
                  </a:lnTo>
                  <a:lnTo>
                    <a:pt x="61510" y="1844780"/>
                  </a:lnTo>
                  <a:lnTo>
                    <a:pt x="62366" y="1943687"/>
                  </a:lnTo>
                  <a:lnTo>
                    <a:pt x="63221" y="2011439"/>
                  </a:lnTo>
                  <a:lnTo>
                    <a:pt x="64077" y="2009121"/>
                  </a:lnTo>
                  <a:lnTo>
                    <a:pt x="64932" y="1968712"/>
                  </a:lnTo>
                  <a:lnTo>
                    <a:pt x="65788" y="1977321"/>
                  </a:lnTo>
                  <a:lnTo>
                    <a:pt x="66643" y="2026744"/>
                  </a:lnTo>
                  <a:lnTo>
                    <a:pt x="67499" y="2044667"/>
                  </a:lnTo>
                  <a:lnTo>
                    <a:pt x="68354" y="2042659"/>
                  </a:lnTo>
                  <a:lnTo>
                    <a:pt x="69210" y="2005675"/>
                  </a:lnTo>
                  <a:lnTo>
                    <a:pt x="70065" y="1940779"/>
                  </a:lnTo>
                  <a:lnTo>
                    <a:pt x="70921" y="1868637"/>
                  </a:lnTo>
                  <a:lnTo>
                    <a:pt x="71777" y="1744631"/>
                  </a:lnTo>
                  <a:lnTo>
                    <a:pt x="72632" y="1620266"/>
                  </a:lnTo>
                  <a:lnTo>
                    <a:pt x="73488" y="1535603"/>
                  </a:lnTo>
                  <a:lnTo>
                    <a:pt x="74343" y="1577098"/>
                  </a:lnTo>
                  <a:lnTo>
                    <a:pt x="75199" y="1663039"/>
                  </a:lnTo>
                  <a:lnTo>
                    <a:pt x="76054" y="1684329"/>
                  </a:lnTo>
                  <a:lnTo>
                    <a:pt x="76910" y="1666465"/>
                  </a:lnTo>
                  <a:lnTo>
                    <a:pt x="77765" y="1710894"/>
                  </a:lnTo>
                  <a:lnTo>
                    <a:pt x="78621" y="1778655"/>
                  </a:lnTo>
                  <a:lnTo>
                    <a:pt x="79476" y="1832494"/>
                  </a:lnTo>
                  <a:lnTo>
                    <a:pt x="80332" y="1864568"/>
                  </a:lnTo>
                  <a:lnTo>
                    <a:pt x="81187" y="1852897"/>
                  </a:lnTo>
                  <a:lnTo>
                    <a:pt x="82043" y="1890392"/>
                  </a:lnTo>
                  <a:lnTo>
                    <a:pt x="82898" y="1998289"/>
                  </a:lnTo>
                  <a:lnTo>
                    <a:pt x="83754" y="2082113"/>
                  </a:lnTo>
                  <a:lnTo>
                    <a:pt x="84609" y="2028177"/>
                  </a:lnTo>
                  <a:lnTo>
                    <a:pt x="85465" y="1978589"/>
                  </a:lnTo>
                  <a:lnTo>
                    <a:pt x="86320" y="1983315"/>
                  </a:lnTo>
                  <a:lnTo>
                    <a:pt x="87176" y="1941517"/>
                  </a:lnTo>
                  <a:lnTo>
                    <a:pt x="88032" y="1779608"/>
                  </a:lnTo>
                  <a:lnTo>
                    <a:pt x="88887" y="1645348"/>
                  </a:lnTo>
                  <a:lnTo>
                    <a:pt x="89743" y="1575821"/>
                  </a:lnTo>
                  <a:lnTo>
                    <a:pt x="90598" y="1525490"/>
                  </a:lnTo>
                  <a:lnTo>
                    <a:pt x="91454" y="1549850"/>
                  </a:lnTo>
                  <a:lnTo>
                    <a:pt x="92309" y="1590469"/>
                  </a:lnTo>
                  <a:lnTo>
                    <a:pt x="93165" y="1611806"/>
                  </a:lnTo>
                  <a:lnTo>
                    <a:pt x="94020" y="1640635"/>
                  </a:lnTo>
                  <a:lnTo>
                    <a:pt x="94876" y="1629558"/>
                  </a:lnTo>
                  <a:lnTo>
                    <a:pt x="95731" y="1581238"/>
                  </a:lnTo>
                  <a:lnTo>
                    <a:pt x="96587" y="1424902"/>
                  </a:lnTo>
                  <a:lnTo>
                    <a:pt x="97442" y="1235350"/>
                  </a:lnTo>
                  <a:lnTo>
                    <a:pt x="98298" y="1113529"/>
                  </a:lnTo>
                  <a:lnTo>
                    <a:pt x="99153" y="913421"/>
                  </a:lnTo>
                  <a:lnTo>
                    <a:pt x="100009" y="741249"/>
                  </a:lnTo>
                  <a:lnTo>
                    <a:pt x="100864" y="592442"/>
                  </a:lnTo>
                  <a:lnTo>
                    <a:pt x="101720" y="478743"/>
                  </a:lnTo>
                  <a:lnTo>
                    <a:pt x="102575" y="333319"/>
                  </a:lnTo>
                  <a:lnTo>
                    <a:pt x="103431" y="129730"/>
                  </a:lnTo>
                  <a:lnTo>
                    <a:pt x="104287" y="5615"/>
                  </a:lnTo>
                  <a:lnTo>
                    <a:pt x="105142" y="0"/>
                  </a:lnTo>
                  <a:lnTo>
                    <a:pt x="105998" y="8315"/>
                  </a:lnTo>
                  <a:lnTo>
                    <a:pt x="106853" y="10666"/>
                  </a:lnTo>
                  <a:lnTo>
                    <a:pt x="107709" y="93335"/>
                  </a:lnTo>
                  <a:lnTo>
                    <a:pt x="108564" y="253908"/>
                  </a:lnTo>
                  <a:lnTo>
                    <a:pt x="109420" y="374425"/>
                  </a:lnTo>
                  <a:lnTo>
                    <a:pt x="110275" y="334969"/>
                  </a:lnTo>
                  <a:lnTo>
                    <a:pt x="111131" y="256718"/>
                  </a:lnTo>
                  <a:lnTo>
                    <a:pt x="111986" y="267950"/>
                  </a:lnTo>
                  <a:lnTo>
                    <a:pt x="112842" y="308998"/>
                  </a:lnTo>
                  <a:lnTo>
                    <a:pt x="113697" y="217651"/>
                  </a:lnTo>
                  <a:lnTo>
                    <a:pt x="114553" y="172963"/>
                  </a:lnTo>
                  <a:lnTo>
                    <a:pt x="115408" y="262286"/>
                  </a:lnTo>
                  <a:lnTo>
                    <a:pt x="116264" y="345785"/>
                  </a:lnTo>
                  <a:lnTo>
                    <a:pt x="117119" y="372456"/>
                  </a:lnTo>
                  <a:lnTo>
                    <a:pt x="117975" y="440884"/>
                  </a:lnTo>
                  <a:lnTo>
                    <a:pt x="118831" y="533587"/>
                  </a:lnTo>
                  <a:lnTo>
                    <a:pt x="119686" y="578904"/>
                  </a:lnTo>
                  <a:lnTo>
                    <a:pt x="120542" y="627034"/>
                  </a:lnTo>
                  <a:lnTo>
                    <a:pt x="121397" y="831082"/>
                  </a:lnTo>
                  <a:lnTo>
                    <a:pt x="122253" y="1060533"/>
                  </a:lnTo>
                  <a:lnTo>
                    <a:pt x="123108" y="1166067"/>
                  </a:lnTo>
                  <a:lnTo>
                    <a:pt x="123964" y="1328119"/>
                  </a:lnTo>
                  <a:lnTo>
                    <a:pt x="124819" y="1425408"/>
                  </a:lnTo>
                  <a:lnTo>
                    <a:pt x="125675" y="1412528"/>
                  </a:lnTo>
                  <a:lnTo>
                    <a:pt x="126530" y="1223164"/>
                  </a:lnTo>
                  <a:lnTo>
                    <a:pt x="127386" y="1016873"/>
                  </a:lnTo>
                  <a:lnTo>
                    <a:pt x="128241" y="931465"/>
                  </a:lnTo>
                  <a:lnTo>
                    <a:pt x="129097" y="890857"/>
                  </a:lnTo>
                  <a:lnTo>
                    <a:pt x="129952" y="896929"/>
                  </a:lnTo>
                  <a:lnTo>
                    <a:pt x="130808" y="956642"/>
                  </a:lnTo>
                  <a:lnTo>
                    <a:pt x="131663" y="1069335"/>
                  </a:lnTo>
                  <a:lnTo>
                    <a:pt x="132519" y="1119293"/>
                  </a:lnTo>
                  <a:lnTo>
                    <a:pt x="133374" y="1120282"/>
                  </a:lnTo>
                  <a:lnTo>
                    <a:pt x="134230" y="1180247"/>
                  </a:lnTo>
                  <a:lnTo>
                    <a:pt x="135086" y="1188736"/>
                  </a:lnTo>
                  <a:lnTo>
                    <a:pt x="135941" y="1162767"/>
                  </a:lnTo>
                  <a:lnTo>
                    <a:pt x="136797" y="1148976"/>
                  </a:lnTo>
                  <a:lnTo>
                    <a:pt x="137652" y="1162556"/>
                  </a:lnTo>
                  <a:lnTo>
                    <a:pt x="138508" y="1225710"/>
                  </a:lnTo>
                  <a:lnTo>
                    <a:pt x="139363" y="1203886"/>
                  </a:lnTo>
                  <a:lnTo>
                    <a:pt x="140219" y="1199632"/>
                  </a:lnTo>
                  <a:lnTo>
                    <a:pt x="141074" y="1171561"/>
                  </a:lnTo>
                  <a:lnTo>
                    <a:pt x="141930" y="1128445"/>
                  </a:lnTo>
                  <a:lnTo>
                    <a:pt x="142785" y="1154886"/>
                  </a:lnTo>
                  <a:lnTo>
                    <a:pt x="143641" y="1198533"/>
                  </a:lnTo>
                  <a:lnTo>
                    <a:pt x="144496" y="1282246"/>
                  </a:lnTo>
                  <a:lnTo>
                    <a:pt x="145352" y="1431661"/>
                  </a:lnTo>
                  <a:lnTo>
                    <a:pt x="146207" y="1549081"/>
                  </a:lnTo>
                  <a:lnTo>
                    <a:pt x="147063" y="1713207"/>
                  </a:lnTo>
                  <a:lnTo>
                    <a:pt x="147918" y="1880790"/>
                  </a:lnTo>
                  <a:lnTo>
                    <a:pt x="148774" y="1972267"/>
                  </a:lnTo>
                  <a:lnTo>
                    <a:pt x="149629" y="2008820"/>
                  </a:lnTo>
                  <a:lnTo>
                    <a:pt x="150485" y="2029869"/>
                  </a:lnTo>
                  <a:lnTo>
                    <a:pt x="151341" y="2143270"/>
                  </a:lnTo>
                  <a:lnTo>
                    <a:pt x="152196" y="2206864"/>
                  </a:lnTo>
                  <a:lnTo>
                    <a:pt x="153052" y="2178760"/>
                  </a:lnTo>
                  <a:lnTo>
                    <a:pt x="153907" y="2151800"/>
                  </a:lnTo>
                  <a:lnTo>
                    <a:pt x="154763" y="2105905"/>
                  </a:lnTo>
                  <a:lnTo>
                    <a:pt x="155618" y="2063662"/>
                  </a:lnTo>
                  <a:lnTo>
                    <a:pt x="156474" y="2036814"/>
                  </a:lnTo>
                  <a:lnTo>
                    <a:pt x="157329" y="1980328"/>
                  </a:lnTo>
                  <a:lnTo>
                    <a:pt x="158185" y="1930223"/>
                  </a:lnTo>
                  <a:lnTo>
                    <a:pt x="159040" y="1885207"/>
                  </a:lnTo>
                  <a:lnTo>
                    <a:pt x="159896" y="1894813"/>
                  </a:lnTo>
                  <a:lnTo>
                    <a:pt x="160751" y="1908439"/>
                  </a:lnTo>
                  <a:lnTo>
                    <a:pt x="161607" y="1868647"/>
                  </a:lnTo>
                  <a:lnTo>
                    <a:pt x="162462" y="1896662"/>
                  </a:lnTo>
                  <a:lnTo>
                    <a:pt x="163318" y="1936596"/>
                  </a:lnTo>
                  <a:lnTo>
                    <a:pt x="164173" y="1987281"/>
                  </a:lnTo>
                  <a:lnTo>
                    <a:pt x="165029" y="1980263"/>
                  </a:lnTo>
                  <a:lnTo>
                    <a:pt x="165885" y="1944356"/>
                  </a:lnTo>
                  <a:lnTo>
                    <a:pt x="166740" y="1932793"/>
                  </a:lnTo>
                  <a:lnTo>
                    <a:pt x="167596" y="1870884"/>
                  </a:lnTo>
                  <a:lnTo>
                    <a:pt x="168451" y="1847819"/>
                  </a:lnTo>
                  <a:lnTo>
                    <a:pt x="169307" y="1772984"/>
                  </a:lnTo>
                  <a:lnTo>
                    <a:pt x="170162" y="1805099"/>
                  </a:lnTo>
                  <a:lnTo>
                    <a:pt x="171018" y="1858849"/>
                  </a:lnTo>
                  <a:lnTo>
                    <a:pt x="171873" y="1909874"/>
                  </a:lnTo>
                  <a:lnTo>
                    <a:pt x="172729" y="1967127"/>
                  </a:lnTo>
                  <a:lnTo>
                    <a:pt x="173584" y="2004900"/>
                  </a:lnTo>
                  <a:lnTo>
                    <a:pt x="174440" y="2076025"/>
                  </a:lnTo>
                  <a:lnTo>
                    <a:pt x="175295" y="2084802"/>
                  </a:lnTo>
                  <a:lnTo>
                    <a:pt x="176151" y="2107189"/>
                  </a:lnTo>
                  <a:lnTo>
                    <a:pt x="177006" y="2170850"/>
                  </a:lnTo>
                  <a:lnTo>
                    <a:pt x="177862" y="2222130"/>
                  </a:lnTo>
                  <a:lnTo>
                    <a:pt x="178717" y="2243429"/>
                  </a:lnTo>
                  <a:lnTo>
                    <a:pt x="179573" y="2235386"/>
                  </a:lnTo>
                  <a:lnTo>
                    <a:pt x="180428" y="2201415"/>
                  </a:lnTo>
                  <a:lnTo>
                    <a:pt x="181284" y="2103471"/>
                  </a:lnTo>
                  <a:lnTo>
                    <a:pt x="182140" y="1973681"/>
                  </a:lnTo>
                  <a:lnTo>
                    <a:pt x="182995" y="1923651"/>
                  </a:lnTo>
                  <a:lnTo>
                    <a:pt x="183851" y="1923770"/>
                  </a:lnTo>
                  <a:lnTo>
                    <a:pt x="184706" y="1930057"/>
                  </a:lnTo>
                  <a:lnTo>
                    <a:pt x="185562" y="1938820"/>
                  </a:lnTo>
                  <a:lnTo>
                    <a:pt x="186417" y="2026231"/>
                  </a:lnTo>
                  <a:lnTo>
                    <a:pt x="187273" y="2129426"/>
                  </a:lnTo>
                  <a:lnTo>
                    <a:pt x="188128" y="2159109"/>
                  </a:lnTo>
                  <a:lnTo>
                    <a:pt x="188984" y="2153457"/>
                  </a:lnTo>
                  <a:lnTo>
                    <a:pt x="189839" y="2157907"/>
                  </a:lnTo>
                  <a:lnTo>
                    <a:pt x="190695" y="2171770"/>
                  </a:lnTo>
                  <a:lnTo>
                    <a:pt x="191550" y="2184396"/>
                  </a:lnTo>
                  <a:lnTo>
                    <a:pt x="192406" y="2184396"/>
                  </a:lnTo>
                  <a:lnTo>
                    <a:pt x="193261" y="2184145"/>
                  </a:lnTo>
                  <a:lnTo>
                    <a:pt x="194117" y="2191946"/>
                  </a:lnTo>
                  <a:lnTo>
                    <a:pt x="194972" y="2214253"/>
                  </a:lnTo>
                  <a:lnTo>
                    <a:pt x="195828" y="2234398"/>
                  </a:lnTo>
                  <a:lnTo>
                    <a:pt x="196683" y="2232305"/>
                  </a:lnTo>
                  <a:lnTo>
                    <a:pt x="197539" y="2209010"/>
                  </a:lnTo>
                  <a:lnTo>
                    <a:pt x="198395" y="2172573"/>
                  </a:lnTo>
                  <a:lnTo>
                    <a:pt x="199250" y="2158898"/>
                  </a:lnTo>
                  <a:lnTo>
                    <a:pt x="200106" y="2158899"/>
                  </a:lnTo>
                  <a:lnTo>
                    <a:pt x="200961" y="2171546"/>
                  </a:lnTo>
                  <a:lnTo>
                    <a:pt x="201817" y="2199284"/>
                  </a:lnTo>
                  <a:lnTo>
                    <a:pt x="202672" y="2229591"/>
                  </a:lnTo>
                  <a:lnTo>
                    <a:pt x="203528" y="2266030"/>
                  </a:lnTo>
                  <a:lnTo>
                    <a:pt x="203869" y="227769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370467" y="3168593"/>
              <a:ext cx="11368" cy="93883"/>
            </a:xfrm>
            <a:custGeom>
              <a:avLst/>
              <a:pathLst>
                <a:path w="11368" h="93883">
                  <a:moveTo>
                    <a:pt x="0" y="93883"/>
                  </a:moveTo>
                  <a:lnTo>
                    <a:pt x="147" y="85654"/>
                  </a:lnTo>
                  <a:lnTo>
                    <a:pt x="1002" y="49740"/>
                  </a:lnTo>
                  <a:lnTo>
                    <a:pt x="1858" y="62505"/>
                  </a:lnTo>
                  <a:lnTo>
                    <a:pt x="2713" y="63134"/>
                  </a:lnTo>
                  <a:lnTo>
                    <a:pt x="3569" y="22545"/>
                  </a:lnTo>
                  <a:lnTo>
                    <a:pt x="4424" y="0"/>
                  </a:lnTo>
                  <a:lnTo>
                    <a:pt x="5280" y="35197"/>
                  </a:lnTo>
                  <a:lnTo>
                    <a:pt x="6135" y="43371"/>
                  </a:lnTo>
                  <a:lnTo>
                    <a:pt x="6991" y="20823"/>
                  </a:lnTo>
                  <a:lnTo>
                    <a:pt x="7846" y="2546"/>
                  </a:lnTo>
                  <a:lnTo>
                    <a:pt x="8702" y="16195"/>
                  </a:lnTo>
                  <a:lnTo>
                    <a:pt x="9557" y="55639"/>
                  </a:lnTo>
                  <a:lnTo>
                    <a:pt x="10413" y="89447"/>
                  </a:lnTo>
                  <a:lnTo>
                    <a:pt x="11269" y="89447"/>
                  </a:lnTo>
                  <a:lnTo>
                    <a:pt x="11368" y="9388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387369" y="2955529"/>
              <a:ext cx="8786" cy="306947"/>
            </a:xfrm>
            <a:custGeom>
              <a:avLst/>
              <a:pathLst>
                <a:path w="8786" h="306947">
                  <a:moveTo>
                    <a:pt x="0" y="306947"/>
                  </a:moveTo>
                  <a:lnTo>
                    <a:pt x="356" y="275076"/>
                  </a:lnTo>
                  <a:lnTo>
                    <a:pt x="1211" y="200931"/>
                  </a:lnTo>
                  <a:lnTo>
                    <a:pt x="2067" y="150471"/>
                  </a:lnTo>
                  <a:lnTo>
                    <a:pt x="2922" y="68618"/>
                  </a:lnTo>
                  <a:lnTo>
                    <a:pt x="3778" y="0"/>
                  </a:lnTo>
                  <a:lnTo>
                    <a:pt x="4634" y="10740"/>
                  </a:lnTo>
                  <a:lnTo>
                    <a:pt x="5489" y="51805"/>
                  </a:lnTo>
                  <a:lnTo>
                    <a:pt x="6345" y="63105"/>
                  </a:lnTo>
                  <a:lnTo>
                    <a:pt x="7200" y="108843"/>
                  </a:lnTo>
                  <a:lnTo>
                    <a:pt x="8056" y="218433"/>
                  </a:lnTo>
                  <a:lnTo>
                    <a:pt x="8786" y="30694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00817" y="3037621"/>
              <a:ext cx="21858" cy="224855"/>
            </a:xfrm>
            <a:custGeom>
              <a:avLst/>
              <a:pathLst>
                <a:path w="21858" h="224855">
                  <a:moveTo>
                    <a:pt x="0" y="224855"/>
                  </a:moveTo>
                  <a:lnTo>
                    <a:pt x="596" y="200436"/>
                  </a:lnTo>
                  <a:lnTo>
                    <a:pt x="1451" y="155715"/>
                  </a:lnTo>
                  <a:lnTo>
                    <a:pt x="2307" y="77366"/>
                  </a:lnTo>
                  <a:lnTo>
                    <a:pt x="3162" y="48221"/>
                  </a:lnTo>
                  <a:lnTo>
                    <a:pt x="4018" y="48221"/>
                  </a:lnTo>
                  <a:lnTo>
                    <a:pt x="4873" y="40585"/>
                  </a:lnTo>
                  <a:lnTo>
                    <a:pt x="5729" y="5480"/>
                  </a:lnTo>
                  <a:lnTo>
                    <a:pt x="6584" y="0"/>
                  </a:lnTo>
                  <a:lnTo>
                    <a:pt x="7440" y="77430"/>
                  </a:lnTo>
                  <a:lnTo>
                    <a:pt x="8295" y="106576"/>
                  </a:lnTo>
                  <a:lnTo>
                    <a:pt x="9151" y="73855"/>
                  </a:lnTo>
                  <a:lnTo>
                    <a:pt x="10007" y="42944"/>
                  </a:lnTo>
                  <a:lnTo>
                    <a:pt x="10862" y="78049"/>
                  </a:lnTo>
                  <a:lnTo>
                    <a:pt x="11718" y="107282"/>
                  </a:lnTo>
                  <a:lnTo>
                    <a:pt x="12573" y="108201"/>
                  </a:lnTo>
                  <a:lnTo>
                    <a:pt x="13429" y="108201"/>
                  </a:lnTo>
                  <a:lnTo>
                    <a:pt x="14284" y="140922"/>
                  </a:lnTo>
                  <a:lnTo>
                    <a:pt x="15140" y="179469"/>
                  </a:lnTo>
                  <a:lnTo>
                    <a:pt x="15995" y="179469"/>
                  </a:lnTo>
                  <a:lnTo>
                    <a:pt x="16851" y="179469"/>
                  </a:lnTo>
                  <a:lnTo>
                    <a:pt x="17706" y="179469"/>
                  </a:lnTo>
                  <a:lnTo>
                    <a:pt x="18562" y="175338"/>
                  </a:lnTo>
                  <a:lnTo>
                    <a:pt x="19417" y="128678"/>
                  </a:lnTo>
                  <a:lnTo>
                    <a:pt x="20273" y="136996"/>
                  </a:lnTo>
                  <a:lnTo>
                    <a:pt x="21128" y="184436"/>
                  </a:lnTo>
                  <a:lnTo>
                    <a:pt x="21858" y="22485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429746" y="3052484"/>
              <a:ext cx="11620" cy="209992"/>
            </a:xfrm>
            <a:custGeom>
              <a:avLst/>
              <a:pathLst>
                <a:path w="11620" h="209992">
                  <a:moveTo>
                    <a:pt x="0" y="209992"/>
                  </a:moveTo>
                  <a:lnTo>
                    <a:pt x="755" y="194723"/>
                  </a:lnTo>
                  <a:lnTo>
                    <a:pt x="1611" y="137583"/>
                  </a:lnTo>
                  <a:lnTo>
                    <a:pt x="2466" y="99960"/>
                  </a:lnTo>
                  <a:lnTo>
                    <a:pt x="3322" y="74268"/>
                  </a:lnTo>
                  <a:lnTo>
                    <a:pt x="4177" y="34589"/>
                  </a:lnTo>
                  <a:lnTo>
                    <a:pt x="5033" y="10526"/>
                  </a:lnTo>
                  <a:lnTo>
                    <a:pt x="5889" y="0"/>
                  </a:lnTo>
                  <a:lnTo>
                    <a:pt x="6744" y="34649"/>
                  </a:lnTo>
                  <a:lnTo>
                    <a:pt x="7600" y="62885"/>
                  </a:lnTo>
                  <a:lnTo>
                    <a:pt x="8455" y="104746"/>
                  </a:lnTo>
                  <a:lnTo>
                    <a:pt x="9311" y="151237"/>
                  </a:lnTo>
                  <a:lnTo>
                    <a:pt x="10166" y="175299"/>
                  </a:lnTo>
                  <a:lnTo>
                    <a:pt x="11022" y="203111"/>
                  </a:lnTo>
                  <a:lnTo>
                    <a:pt x="11620" y="20999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441704" y="3003627"/>
              <a:ext cx="109157" cy="258849"/>
            </a:xfrm>
            <a:custGeom>
              <a:avLst/>
              <a:pathLst>
                <a:path w="109157" h="258849">
                  <a:moveTo>
                    <a:pt x="0" y="258849"/>
                  </a:moveTo>
                  <a:lnTo>
                    <a:pt x="775" y="230215"/>
                  </a:lnTo>
                  <a:lnTo>
                    <a:pt x="1630" y="142793"/>
                  </a:lnTo>
                  <a:lnTo>
                    <a:pt x="2486" y="90320"/>
                  </a:lnTo>
                  <a:lnTo>
                    <a:pt x="3341" y="55911"/>
                  </a:lnTo>
                  <a:lnTo>
                    <a:pt x="4197" y="40509"/>
                  </a:lnTo>
                  <a:lnTo>
                    <a:pt x="5052" y="33413"/>
                  </a:lnTo>
                  <a:lnTo>
                    <a:pt x="5908" y="0"/>
                  </a:lnTo>
                  <a:lnTo>
                    <a:pt x="6763" y="47569"/>
                  </a:lnTo>
                  <a:lnTo>
                    <a:pt x="7619" y="93232"/>
                  </a:lnTo>
                  <a:lnTo>
                    <a:pt x="8475" y="127640"/>
                  </a:lnTo>
                  <a:lnTo>
                    <a:pt x="9330" y="143042"/>
                  </a:lnTo>
                  <a:lnTo>
                    <a:pt x="10186" y="150139"/>
                  </a:lnTo>
                  <a:lnTo>
                    <a:pt x="11041" y="196798"/>
                  </a:lnTo>
                  <a:lnTo>
                    <a:pt x="11897" y="213463"/>
                  </a:lnTo>
                  <a:lnTo>
                    <a:pt x="12752" y="213463"/>
                  </a:lnTo>
                  <a:lnTo>
                    <a:pt x="13608" y="213463"/>
                  </a:lnTo>
                  <a:lnTo>
                    <a:pt x="14463" y="213463"/>
                  </a:lnTo>
                  <a:lnTo>
                    <a:pt x="15319" y="211804"/>
                  </a:lnTo>
                  <a:lnTo>
                    <a:pt x="16174" y="189261"/>
                  </a:lnTo>
                  <a:lnTo>
                    <a:pt x="17030" y="166637"/>
                  </a:lnTo>
                  <a:lnTo>
                    <a:pt x="17885" y="166636"/>
                  </a:lnTo>
                  <a:lnTo>
                    <a:pt x="18741" y="166637"/>
                  </a:lnTo>
                  <a:lnTo>
                    <a:pt x="19596" y="166638"/>
                  </a:lnTo>
                  <a:lnTo>
                    <a:pt x="20452" y="168297"/>
                  </a:lnTo>
                  <a:lnTo>
                    <a:pt x="21307" y="190839"/>
                  </a:lnTo>
                  <a:lnTo>
                    <a:pt x="22163" y="213463"/>
                  </a:lnTo>
                  <a:lnTo>
                    <a:pt x="23018" y="213463"/>
                  </a:lnTo>
                  <a:lnTo>
                    <a:pt x="23874" y="213463"/>
                  </a:lnTo>
                  <a:lnTo>
                    <a:pt x="24730" y="213463"/>
                  </a:lnTo>
                  <a:lnTo>
                    <a:pt x="25585" y="213463"/>
                  </a:lnTo>
                  <a:lnTo>
                    <a:pt x="26441" y="213463"/>
                  </a:lnTo>
                  <a:lnTo>
                    <a:pt x="27296" y="213463"/>
                  </a:lnTo>
                  <a:lnTo>
                    <a:pt x="28152" y="213463"/>
                  </a:lnTo>
                  <a:lnTo>
                    <a:pt x="29007" y="213463"/>
                  </a:lnTo>
                  <a:lnTo>
                    <a:pt x="29863" y="213463"/>
                  </a:lnTo>
                  <a:lnTo>
                    <a:pt x="30718" y="213463"/>
                  </a:lnTo>
                  <a:lnTo>
                    <a:pt x="31574" y="213463"/>
                  </a:lnTo>
                  <a:lnTo>
                    <a:pt x="32429" y="213463"/>
                  </a:lnTo>
                  <a:lnTo>
                    <a:pt x="33285" y="213463"/>
                  </a:lnTo>
                  <a:lnTo>
                    <a:pt x="34140" y="213463"/>
                  </a:lnTo>
                  <a:lnTo>
                    <a:pt x="34996" y="213463"/>
                  </a:lnTo>
                  <a:lnTo>
                    <a:pt x="35851" y="213463"/>
                  </a:lnTo>
                  <a:lnTo>
                    <a:pt x="36707" y="213463"/>
                  </a:lnTo>
                  <a:lnTo>
                    <a:pt x="37562" y="213463"/>
                  </a:lnTo>
                  <a:lnTo>
                    <a:pt x="38418" y="213463"/>
                  </a:lnTo>
                  <a:lnTo>
                    <a:pt x="39274" y="213463"/>
                  </a:lnTo>
                  <a:lnTo>
                    <a:pt x="40129" y="213463"/>
                  </a:lnTo>
                  <a:lnTo>
                    <a:pt x="40985" y="213463"/>
                  </a:lnTo>
                  <a:lnTo>
                    <a:pt x="41840" y="187039"/>
                  </a:lnTo>
                  <a:lnTo>
                    <a:pt x="42696" y="150089"/>
                  </a:lnTo>
                  <a:lnTo>
                    <a:pt x="43551" y="102296"/>
                  </a:lnTo>
                  <a:lnTo>
                    <a:pt x="44407" y="71501"/>
                  </a:lnTo>
                  <a:lnTo>
                    <a:pt x="45262" y="71502"/>
                  </a:lnTo>
                  <a:lnTo>
                    <a:pt x="46118" y="71502"/>
                  </a:lnTo>
                  <a:lnTo>
                    <a:pt x="46973" y="97924"/>
                  </a:lnTo>
                  <a:lnTo>
                    <a:pt x="47829" y="134875"/>
                  </a:lnTo>
                  <a:lnTo>
                    <a:pt x="48684" y="182668"/>
                  </a:lnTo>
                  <a:lnTo>
                    <a:pt x="49540" y="213463"/>
                  </a:lnTo>
                  <a:lnTo>
                    <a:pt x="50395" y="197503"/>
                  </a:lnTo>
                  <a:lnTo>
                    <a:pt x="51251" y="150843"/>
                  </a:lnTo>
                  <a:lnTo>
                    <a:pt x="52106" y="142810"/>
                  </a:lnTo>
                  <a:lnTo>
                    <a:pt x="52962" y="142811"/>
                  </a:lnTo>
                  <a:lnTo>
                    <a:pt x="53817" y="142811"/>
                  </a:lnTo>
                  <a:lnTo>
                    <a:pt x="54673" y="142811"/>
                  </a:lnTo>
                  <a:lnTo>
                    <a:pt x="55529" y="163294"/>
                  </a:lnTo>
                  <a:lnTo>
                    <a:pt x="56384" y="166666"/>
                  </a:lnTo>
                  <a:lnTo>
                    <a:pt x="57240" y="131971"/>
                  </a:lnTo>
                  <a:lnTo>
                    <a:pt x="58095" y="109735"/>
                  </a:lnTo>
                  <a:lnTo>
                    <a:pt x="58951" y="65967"/>
                  </a:lnTo>
                  <a:lnTo>
                    <a:pt x="59806" y="64922"/>
                  </a:lnTo>
                  <a:lnTo>
                    <a:pt x="60662" y="73049"/>
                  </a:lnTo>
                  <a:lnTo>
                    <a:pt x="61517" y="122403"/>
                  </a:lnTo>
                  <a:lnTo>
                    <a:pt x="62373" y="135780"/>
                  </a:lnTo>
                  <a:lnTo>
                    <a:pt x="63228" y="140378"/>
                  </a:lnTo>
                  <a:lnTo>
                    <a:pt x="64084" y="176014"/>
                  </a:lnTo>
                  <a:lnTo>
                    <a:pt x="64939" y="145470"/>
                  </a:lnTo>
                  <a:lnTo>
                    <a:pt x="65795" y="91732"/>
                  </a:lnTo>
                  <a:lnTo>
                    <a:pt x="66650" y="95412"/>
                  </a:lnTo>
                  <a:lnTo>
                    <a:pt x="67506" y="150824"/>
                  </a:lnTo>
                  <a:lnTo>
                    <a:pt x="68361" y="168460"/>
                  </a:lnTo>
                  <a:lnTo>
                    <a:pt x="69217" y="176596"/>
                  </a:lnTo>
                  <a:lnTo>
                    <a:pt x="70072" y="208189"/>
                  </a:lnTo>
                  <a:lnTo>
                    <a:pt x="70928" y="249276"/>
                  </a:lnTo>
                  <a:lnTo>
                    <a:pt x="71784" y="239527"/>
                  </a:lnTo>
                  <a:lnTo>
                    <a:pt x="72639" y="213463"/>
                  </a:lnTo>
                  <a:lnTo>
                    <a:pt x="73495" y="213463"/>
                  </a:lnTo>
                  <a:lnTo>
                    <a:pt x="74350" y="213463"/>
                  </a:lnTo>
                  <a:lnTo>
                    <a:pt x="75206" y="213463"/>
                  </a:lnTo>
                  <a:lnTo>
                    <a:pt x="76061" y="213463"/>
                  </a:lnTo>
                  <a:lnTo>
                    <a:pt x="76917" y="213463"/>
                  </a:lnTo>
                  <a:lnTo>
                    <a:pt x="77772" y="213463"/>
                  </a:lnTo>
                  <a:lnTo>
                    <a:pt x="78628" y="213463"/>
                  </a:lnTo>
                  <a:lnTo>
                    <a:pt x="79483" y="237208"/>
                  </a:lnTo>
                  <a:lnTo>
                    <a:pt x="80339" y="236733"/>
                  </a:lnTo>
                  <a:lnTo>
                    <a:pt x="81194" y="220308"/>
                  </a:lnTo>
                  <a:lnTo>
                    <a:pt x="82050" y="243863"/>
                  </a:lnTo>
                  <a:lnTo>
                    <a:pt x="82905" y="245874"/>
                  </a:lnTo>
                  <a:lnTo>
                    <a:pt x="83761" y="245875"/>
                  </a:lnTo>
                  <a:lnTo>
                    <a:pt x="84616" y="222131"/>
                  </a:lnTo>
                  <a:lnTo>
                    <a:pt x="85472" y="222604"/>
                  </a:lnTo>
                  <a:lnTo>
                    <a:pt x="86328" y="222603"/>
                  </a:lnTo>
                  <a:lnTo>
                    <a:pt x="87183" y="177873"/>
                  </a:lnTo>
                  <a:lnTo>
                    <a:pt x="88039" y="154813"/>
                  </a:lnTo>
                  <a:lnTo>
                    <a:pt x="88894" y="138267"/>
                  </a:lnTo>
                  <a:lnTo>
                    <a:pt x="89750" y="138268"/>
                  </a:lnTo>
                  <a:lnTo>
                    <a:pt x="90605" y="118975"/>
                  </a:lnTo>
                  <a:lnTo>
                    <a:pt x="91461" y="99615"/>
                  </a:lnTo>
                  <a:lnTo>
                    <a:pt x="92316" y="102367"/>
                  </a:lnTo>
                  <a:lnTo>
                    <a:pt x="93172" y="123416"/>
                  </a:lnTo>
                  <a:lnTo>
                    <a:pt x="94027" y="139964"/>
                  </a:lnTo>
                  <a:lnTo>
                    <a:pt x="94883" y="139965"/>
                  </a:lnTo>
                  <a:lnTo>
                    <a:pt x="95738" y="142585"/>
                  </a:lnTo>
                  <a:lnTo>
                    <a:pt x="96594" y="139685"/>
                  </a:lnTo>
                  <a:lnTo>
                    <a:pt x="97449" y="140469"/>
                  </a:lnTo>
                  <a:lnTo>
                    <a:pt x="98305" y="140470"/>
                  </a:lnTo>
                  <a:lnTo>
                    <a:pt x="99160" y="140471"/>
                  </a:lnTo>
                  <a:lnTo>
                    <a:pt x="100016" y="140471"/>
                  </a:lnTo>
                  <a:lnTo>
                    <a:pt x="100871" y="157141"/>
                  </a:lnTo>
                  <a:lnTo>
                    <a:pt x="101727" y="195827"/>
                  </a:lnTo>
                  <a:lnTo>
                    <a:pt x="102583" y="209294"/>
                  </a:lnTo>
                  <a:lnTo>
                    <a:pt x="103438" y="165024"/>
                  </a:lnTo>
                  <a:lnTo>
                    <a:pt x="104294" y="103501"/>
                  </a:lnTo>
                  <a:lnTo>
                    <a:pt x="105149" y="113817"/>
                  </a:lnTo>
                  <a:lnTo>
                    <a:pt x="106005" y="154828"/>
                  </a:lnTo>
                  <a:lnTo>
                    <a:pt x="106860" y="161558"/>
                  </a:lnTo>
                  <a:lnTo>
                    <a:pt x="107716" y="165727"/>
                  </a:lnTo>
                  <a:lnTo>
                    <a:pt x="108571" y="209996"/>
                  </a:lnTo>
                  <a:lnTo>
                    <a:pt x="109157" y="25884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553106" y="3071460"/>
              <a:ext cx="35333" cy="191016"/>
            </a:xfrm>
            <a:custGeom>
              <a:avLst/>
              <a:pathLst>
                <a:path w="35333" h="191016">
                  <a:moveTo>
                    <a:pt x="0" y="191016"/>
                  </a:moveTo>
                  <a:lnTo>
                    <a:pt x="591" y="176225"/>
                  </a:lnTo>
                  <a:lnTo>
                    <a:pt x="1447" y="135925"/>
                  </a:lnTo>
                  <a:lnTo>
                    <a:pt x="2302" y="107086"/>
                  </a:lnTo>
                  <a:lnTo>
                    <a:pt x="3158" y="62211"/>
                  </a:lnTo>
                  <a:lnTo>
                    <a:pt x="4013" y="8678"/>
                  </a:lnTo>
                  <a:lnTo>
                    <a:pt x="4869" y="0"/>
                  </a:lnTo>
                  <a:lnTo>
                    <a:pt x="5725" y="14650"/>
                  </a:lnTo>
                  <a:lnTo>
                    <a:pt x="6580" y="54953"/>
                  </a:lnTo>
                  <a:lnTo>
                    <a:pt x="7436" y="83791"/>
                  </a:lnTo>
                  <a:lnTo>
                    <a:pt x="8291" y="118790"/>
                  </a:lnTo>
                  <a:lnTo>
                    <a:pt x="9147" y="144583"/>
                  </a:lnTo>
                  <a:lnTo>
                    <a:pt x="10002" y="130861"/>
                  </a:lnTo>
                  <a:lnTo>
                    <a:pt x="10858" y="94902"/>
                  </a:lnTo>
                  <a:lnTo>
                    <a:pt x="11713" y="72264"/>
                  </a:lnTo>
                  <a:lnTo>
                    <a:pt x="12569" y="72265"/>
                  </a:lnTo>
                  <a:lnTo>
                    <a:pt x="13424" y="72266"/>
                  </a:lnTo>
                  <a:lnTo>
                    <a:pt x="14280" y="72266"/>
                  </a:lnTo>
                  <a:lnTo>
                    <a:pt x="15135" y="87035"/>
                  </a:lnTo>
                  <a:lnTo>
                    <a:pt x="15991" y="122994"/>
                  </a:lnTo>
                  <a:lnTo>
                    <a:pt x="16846" y="145630"/>
                  </a:lnTo>
                  <a:lnTo>
                    <a:pt x="17702" y="145630"/>
                  </a:lnTo>
                  <a:lnTo>
                    <a:pt x="18557" y="145630"/>
                  </a:lnTo>
                  <a:lnTo>
                    <a:pt x="19413" y="145630"/>
                  </a:lnTo>
                  <a:lnTo>
                    <a:pt x="20268" y="145630"/>
                  </a:lnTo>
                  <a:lnTo>
                    <a:pt x="21124" y="145630"/>
                  </a:lnTo>
                  <a:lnTo>
                    <a:pt x="21980" y="145630"/>
                  </a:lnTo>
                  <a:lnTo>
                    <a:pt x="22835" y="145630"/>
                  </a:lnTo>
                  <a:lnTo>
                    <a:pt x="23691" y="145630"/>
                  </a:lnTo>
                  <a:lnTo>
                    <a:pt x="24546" y="145630"/>
                  </a:lnTo>
                  <a:lnTo>
                    <a:pt x="25402" y="145630"/>
                  </a:lnTo>
                  <a:lnTo>
                    <a:pt x="26257" y="145630"/>
                  </a:lnTo>
                  <a:lnTo>
                    <a:pt x="27113" y="145630"/>
                  </a:lnTo>
                  <a:lnTo>
                    <a:pt x="27968" y="145630"/>
                  </a:lnTo>
                  <a:lnTo>
                    <a:pt x="28824" y="145630"/>
                  </a:lnTo>
                  <a:lnTo>
                    <a:pt x="29679" y="145630"/>
                  </a:lnTo>
                  <a:lnTo>
                    <a:pt x="30535" y="145630"/>
                  </a:lnTo>
                  <a:lnTo>
                    <a:pt x="31390" y="143424"/>
                  </a:lnTo>
                  <a:lnTo>
                    <a:pt x="32246" y="124503"/>
                  </a:lnTo>
                  <a:lnTo>
                    <a:pt x="33101" y="120294"/>
                  </a:lnTo>
                  <a:lnTo>
                    <a:pt x="33957" y="111370"/>
                  </a:lnTo>
                  <a:lnTo>
                    <a:pt x="34812" y="156977"/>
                  </a:lnTo>
                  <a:lnTo>
                    <a:pt x="35333" y="19101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593684" y="2988827"/>
              <a:ext cx="18331" cy="273649"/>
            </a:xfrm>
            <a:custGeom>
              <a:avLst/>
              <a:pathLst>
                <a:path w="18331" h="273649">
                  <a:moveTo>
                    <a:pt x="0" y="273649"/>
                  </a:moveTo>
                  <a:lnTo>
                    <a:pt x="223" y="260129"/>
                  </a:lnTo>
                  <a:lnTo>
                    <a:pt x="1079" y="158388"/>
                  </a:lnTo>
                  <a:lnTo>
                    <a:pt x="1934" y="66558"/>
                  </a:lnTo>
                  <a:lnTo>
                    <a:pt x="2790" y="17602"/>
                  </a:lnTo>
                  <a:lnTo>
                    <a:pt x="3645" y="0"/>
                  </a:lnTo>
                  <a:lnTo>
                    <a:pt x="4501" y="70119"/>
                  </a:lnTo>
                  <a:lnTo>
                    <a:pt x="5356" y="118226"/>
                  </a:lnTo>
                  <a:lnTo>
                    <a:pt x="6212" y="133861"/>
                  </a:lnTo>
                  <a:lnTo>
                    <a:pt x="7067" y="131175"/>
                  </a:lnTo>
                  <a:lnTo>
                    <a:pt x="7923" y="178414"/>
                  </a:lnTo>
                  <a:lnTo>
                    <a:pt x="8778" y="255323"/>
                  </a:lnTo>
                  <a:lnTo>
                    <a:pt x="9634" y="207719"/>
                  </a:lnTo>
                  <a:lnTo>
                    <a:pt x="10489" y="155436"/>
                  </a:lnTo>
                  <a:lnTo>
                    <a:pt x="11345" y="177385"/>
                  </a:lnTo>
                  <a:lnTo>
                    <a:pt x="12201" y="216716"/>
                  </a:lnTo>
                  <a:lnTo>
                    <a:pt x="13056" y="218486"/>
                  </a:lnTo>
                  <a:lnTo>
                    <a:pt x="13912" y="171825"/>
                  </a:lnTo>
                  <a:lnTo>
                    <a:pt x="14767" y="157614"/>
                  </a:lnTo>
                  <a:lnTo>
                    <a:pt x="15623" y="181026"/>
                  </a:lnTo>
                  <a:lnTo>
                    <a:pt x="16478" y="228209"/>
                  </a:lnTo>
                  <a:lnTo>
                    <a:pt x="17334" y="235473"/>
                  </a:lnTo>
                  <a:lnTo>
                    <a:pt x="18189" y="261439"/>
                  </a:lnTo>
                  <a:lnTo>
                    <a:pt x="18331" y="27364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617991" y="3206649"/>
              <a:ext cx="2573" cy="55827"/>
            </a:xfrm>
            <a:custGeom>
              <a:avLst/>
              <a:pathLst>
                <a:path w="2573" h="55827">
                  <a:moveTo>
                    <a:pt x="0" y="55827"/>
                  </a:moveTo>
                  <a:lnTo>
                    <a:pt x="726" y="34116"/>
                  </a:lnTo>
                  <a:lnTo>
                    <a:pt x="1581" y="0"/>
                  </a:lnTo>
                  <a:lnTo>
                    <a:pt x="2437" y="47527"/>
                  </a:lnTo>
                  <a:lnTo>
                    <a:pt x="2573" y="5582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629072" y="3042664"/>
              <a:ext cx="9200" cy="219812"/>
            </a:xfrm>
            <a:custGeom>
              <a:avLst/>
              <a:pathLst>
                <a:path w="9200" h="219812">
                  <a:moveTo>
                    <a:pt x="0" y="219812"/>
                  </a:moveTo>
                  <a:lnTo>
                    <a:pt x="767" y="170547"/>
                  </a:lnTo>
                  <a:lnTo>
                    <a:pt x="1622" y="117011"/>
                  </a:lnTo>
                  <a:lnTo>
                    <a:pt x="2478" y="50415"/>
                  </a:lnTo>
                  <a:lnTo>
                    <a:pt x="3333" y="4497"/>
                  </a:lnTo>
                  <a:lnTo>
                    <a:pt x="4189" y="0"/>
                  </a:lnTo>
                  <a:lnTo>
                    <a:pt x="5045" y="31079"/>
                  </a:lnTo>
                  <a:lnTo>
                    <a:pt x="5900" y="71733"/>
                  </a:lnTo>
                  <a:lnTo>
                    <a:pt x="6756" y="108391"/>
                  </a:lnTo>
                  <a:lnTo>
                    <a:pt x="7611" y="150895"/>
                  </a:lnTo>
                  <a:lnTo>
                    <a:pt x="8467" y="208178"/>
                  </a:lnTo>
                  <a:lnTo>
                    <a:pt x="9200" y="21981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638445" y="3127971"/>
              <a:ext cx="5903" cy="134506"/>
            </a:xfrm>
            <a:custGeom>
              <a:avLst/>
              <a:pathLst>
                <a:path w="5903" h="134506">
                  <a:moveTo>
                    <a:pt x="0" y="134506"/>
                  </a:moveTo>
                  <a:lnTo>
                    <a:pt x="805" y="103433"/>
                  </a:lnTo>
                  <a:lnTo>
                    <a:pt x="1660" y="46463"/>
                  </a:lnTo>
                  <a:lnTo>
                    <a:pt x="2516" y="0"/>
                  </a:lnTo>
                  <a:lnTo>
                    <a:pt x="3371" y="4854"/>
                  </a:lnTo>
                  <a:lnTo>
                    <a:pt x="4227" y="51202"/>
                  </a:lnTo>
                  <a:lnTo>
                    <a:pt x="5083" y="94069"/>
                  </a:lnTo>
                  <a:lnTo>
                    <a:pt x="5903" y="13450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647841" y="3096408"/>
              <a:ext cx="14240" cy="166068"/>
            </a:xfrm>
            <a:custGeom>
              <a:avLst/>
              <a:pathLst>
                <a:path w="14240" h="166068">
                  <a:moveTo>
                    <a:pt x="0" y="166068"/>
                  </a:moveTo>
                  <a:lnTo>
                    <a:pt x="819" y="87624"/>
                  </a:lnTo>
                  <a:lnTo>
                    <a:pt x="1675" y="49948"/>
                  </a:lnTo>
                  <a:lnTo>
                    <a:pt x="2531" y="49948"/>
                  </a:lnTo>
                  <a:lnTo>
                    <a:pt x="3386" y="49948"/>
                  </a:lnTo>
                  <a:lnTo>
                    <a:pt x="4242" y="21529"/>
                  </a:lnTo>
                  <a:lnTo>
                    <a:pt x="5097" y="0"/>
                  </a:lnTo>
                  <a:lnTo>
                    <a:pt x="5953" y="48690"/>
                  </a:lnTo>
                  <a:lnTo>
                    <a:pt x="6808" y="60844"/>
                  </a:lnTo>
                  <a:lnTo>
                    <a:pt x="7664" y="60844"/>
                  </a:lnTo>
                  <a:lnTo>
                    <a:pt x="8519" y="60845"/>
                  </a:lnTo>
                  <a:lnTo>
                    <a:pt x="9375" y="89263"/>
                  </a:lnTo>
                  <a:lnTo>
                    <a:pt x="10230" y="122713"/>
                  </a:lnTo>
                  <a:lnTo>
                    <a:pt x="11086" y="120682"/>
                  </a:lnTo>
                  <a:lnTo>
                    <a:pt x="11941" y="120682"/>
                  </a:lnTo>
                  <a:lnTo>
                    <a:pt x="12797" y="130016"/>
                  </a:lnTo>
                  <a:lnTo>
                    <a:pt x="13652" y="157754"/>
                  </a:lnTo>
                  <a:lnTo>
                    <a:pt x="14240" y="16606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662671" y="1237393"/>
              <a:ext cx="284501" cy="2025083"/>
            </a:xfrm>
            <a:custGeom>
              <a:avLst/>
              <a:pathLst>
                <a:path w="284501" h="2025083">
                  <a:moveTo>
                    <a:pt x="0" y="2025083"/>
                  </a:moveTo>
                  <a:lnTo>
                    <a:pt x="534" y="2018782"/>
                  </a:lnTo>
                  <a:lnTo>
                    <a:pt x="1389" y="1949596"/>
                  </a:lnTo>
                  <a:lnTo>
                    <a:pt x="2245" y="1897122"/>
                  </a:lnTo>
                  <a:lnTo>
                    <a:pt x="3100" y="1887787"/>
                  </a:lnTo>
                  <a:lnTo>
                    <a:pt x="3956" y="1860050"/>
                  </a:lnTo>
                  <a:lnTo>
                    <a:pt x="4811" y="1847942"/>
                  </a:lnTo>
                  <a:lnTo>
                    <a:pt x="5667" y="1843171"/>
                  </a:lnTo>
                  <a:lnTo>
                    <a:pt x="6522" y="1865697"/>
                  </a:lnTo>
                  <a:lnTo>
                    <a:pt x="7378" y="1878861"/>
                  </a:lnTo>
                  <a:lnTo>
                    <a:pt x="8233" y="1838050"/>
                  </a:lnTo>
                  <a:lnTo>
                    <a:pt x="9089" y="1838050"/>
                  </a:lnTo>
                  <a:lnTo>
                    <a:pt x="9944" y="1838051"/>
                  </a:lnTo>
                  <a:lnTo>
                    <a:pt x="10800" y="1832644"/>
                  </a:lnTo>
                  <a:lnTo>
                    <a:pt x="11655" y="1840831"/>
                  </a:lnTo>
                  <a:lnTo>
                    <a:pt x="12511" y="1865850"/>
                  </a:lnTo>
                  <a:lnTo>
                    <a:pt x="13366" y="1906662"/>
                  </a:lnTo>
                  <a:lnTo>
                    <a:pt x="14222" y="1906662"/>
                  </a:lnTo>
                  <a:lnTo>
                    <a:pt x="15078" y="1921161"/>
                  </a:lnTo>
                  <a:lnTo>
                    <a:pt x="15933" y="1966839"/>
                  </a:lnTo>
                  <a:lnTo>
                    <a:pt x="16789" y="2020350"/>
                  </a:lnTo>
                  <a:lnTo>
                    <a:pt x="17644" y="1994548"/>
                  </a:lnTo>
                  <a:lnTo>
                    <a:pt x="18500" y="1936170"/>
                  </a:lnTo>
                  <a:lnTo>
                    <a:pt x="19355" y="1930831"/>
                  </a:lnTo>
                  <a:lnTo>
                    <a:pt x="20211" y="1916333"/>
                  </a:lnTo>
                  <a:lnTo>
                    <a:pt x="21066" y="1890924"/>
                  </a:lnTo>
                  <a:lnTo>
                    <a:pt x="21922" y="1875888"/>
                  </a:lnTo>
                  <a:lnTo>
                    <a:pt x="22777" y="1915979"/>
                  </a:lnTo>
                  <a:lnTo>
                    <a:pt x="23633" y="1974358"/>
                  </a:lnTo>
                  <a:lnTo>
                    <a:pt x="24488" y="1979697"/>
                  </a:lnTo>
                  <a:lnTo>
                    <a:pt x="25344" y="1956635"/>
                  </a:lnTo>
                  <a:lnTo>
                    <a:pt x="26199" y="1933103"/>
                  </a:lnTo>
                  <a:lnTo>
                    <a:pt x="27055" y="1886423"/>
                  </a:lnTo>
                  <a:lnTo>
                    <a:pt x="27910" y="1743828"/>
                  </a:lnTo>
                  <a:lnTo>
                    <a:pt x="28766" y="1633205"/>
                  </a:lnTo>
                  <a:lnTo>
                    <a:pt x="29621" y="1642048"/>
                  </a:lnTo>
                  <a:lnTo>
                    <a:pt x="30477" y="1665109"/>
                  </a:lnTo>
                  <a:lnTo>
                    <a:pt x="31333" y="1688642"/>
                  </a:lnTo>
                  <a:lnTo>
                    <a:pt x="32188" y="1735321"/>
                  </a:lnTo>
                  <a:lnTo>
                    <a:pt x="33044" y="1877917"/>
                  </a:lnTo>
                  <a:lnTo>
                    <a:pt x="33899" y="1988540"/>
                  </a:lnTo>
                  <a:lnTo>
                    <a:pt x="34755" y="1979697"/>
                  </a:lnTo>
                  <a:lnTo>
                    <a:pt x="35610" y="1979697"/>
                  </a:lnTo>
                  <a:lnTo>
                    <a:pt x="36466" y="1975898"/>
                  </a:lnTo>
                  <a:lnTo>
                    <a:pt x="37321" y="1930603"/>
                  </a:lnTo>
                  <a:lnTo>
                    <a:pt x="38177" y="1920406"/>
                  </a:lnTo>
                  <a:lnTo>
                    <a:pt x="39032" y="1904160"/>
                  </a:lnTo>
                  <a:lnTo>
                    <a:pt x="39888" y="1897137"/>
                  </a:lnTo>
                  <a:lnTo>
                    <a:pt x="40743" y="1886758"/>
                  </a:lnTo>
                  <a:lnTo>
                    <a:pt x="41599" y="1843898"/>
                  </a:lnTo>
                  <a:lnTo>
                    <a:pt x="42454" y="1852760"/>
                  </a:lnTo>
                  <a:lnTo>
                    <a:pt x="43310" y="1806038"/>
                  </a:lnTo>
                  <a:lnTo>
                    <a:pt x="44165" y="1796492"/>
                  </a:lnTo>
                  <a:lnTo>
                    <a:pt x="45021" y="1781243"/>
                  </a:lnTo>
                  <a:lnTo>
                    <a:pt x="45877" y="1776354"/>
                  </a:lnTo>
                  <a:lnTo>
                    <a:pt x="46732" y="1823016"/>
                  </a:lnTo>
                  <a:lnTo>
                    <a:pt x="47588" y="1859449"/>
                  </a:lnTo>
                  <a:lnTo>
                    <a:pt x="48443" y="1916368"/>
                  </a:lnTo>
                  <a:lnTo>
                    <a:pt x="49299" y="1942159"/>
                  </a:lnTo>
                  <a:lnTo>
                    <a:pt x="50154" y="1964427"/>
                  </a:lnTo>
                  <a:lnTo>
                    <a:pt x="51010" y="1979697"/>
                  </a:lnTo>
                  <a:lnTo>
                    <a:pt x="51865" y="1979697"/>
                  </a:lnTo>
                  <a:lnTo>
                    <a:pt x="52721" y="1979697"/>
                  </a:lnTo>
                  <a:lnTo>
                    <a:pt x="53576" y="1979697"/>
                  </a:lnTo>
                  <a:lnTo>
                    <a:pt x="54432" y="1979697"/>
                  </a:lnTo>
                  <a:lnTo>
                    <a:pt x="55287" y="1979697"/>
                  </a:lnTo>
                  <a:lnTo>
                    <a:pt x="56143" y="1979697"/>
                  </a:lnTo>
                  <a:lnTo>
                    <a:pt x="56998" y="1979697"/>
                  </a:lnTo>
                  <a:lnTo>
                    <a:pt x="57854" y="1979697"/>
                  </a:lnTo>
                  <a:lnTo>
                    <a:pt x="58709" y="1979697"/>
                  </a:lnTo>
                  <a:lnTo>
                    <a:pt x="59565" y="1979697"/>
                  </a:lnTo>
                  <a:lnTo>
                    <a:pt x="60420" y="1979697"/>
                  </a:lnTo>
                  <a:lnTo>
                    <a:pt x="61276" y="1979697"/>
                  </a:lnTo>
                  <a:lnTo>
                    <a:pt x="62132" y="1979697"/>
                  </a:lnTo>
                  <a:lnTo>
                    <a:pt x="62987" y="1979697"/>
                  </a:lnTo>
                  <a:lnTo>
                    <a:pt x="63843" y="1979697"/>
                  </a:lnTo>
                  <a:lnTo>
                    <a:pt x="64698" y="1979697"/>
                  </a:lnTo>
                  <a:lnTo>
                    <a:pt x="65554" y="1979697"/>
                  </a:lnTo>
                  <a:lnTo>
                    <a:pt x="66409" y="1979697"/>
                  </a:lnTo>
                  <a:lnTo>
                    <a:pt x="67265" y="1979697"/>
                  </a:lnTo>
                  <a:lnTo>
                    <a:pt x="68120" y="1979697"/>
                  </a:lnTo>
                  <a:lnTo>
                    <a:pt x="68976" y="1979697"/>
                  </a:lnTo>
                  <a:lnTo>
                    <a:pt x="69831" y="1979697"/>
                  </a:lnTo>
                  <a:lnTo>
                    <a:pt x="70687" y="1979697"/>
                  </a:lnTo>
                  <a:lnTo>
                    <a:pt x="71542" y="1979697"/>
                  </a:lnTo>
                  <a:lnTo>
                    <a:pt x="72398" y="1961402"/>
                  </a:lnTo>
                  <a:lnTo>
                    <a:pt x="73253" y="1923796"/>
                  </a:lnTo>
                  <a:lnTo>
                    <a:pt x="74109" y="1906527"/>
                  </a:lnTo>
                  <a:lnTo>
                    <a:pt x="74964" y="1930356"/>
                  </a:lnTo>
                  <a:lnTo>
                    <a:pt x="75820" y="1952004"/>
                  </a:lnTo>
                  <a:lnTo>
                    <a:pt x="76675" y="1937976"/>
                  </a:lnTo>
                  <a:lnTo>
                    <a:pt x="77531" y="1858999"/>
                  </a:lnTo>
                  <a:lnTo>
                    <a:pt x="78387" y="1809270"/>
                  </a:lnTo>
                  <a:lnTo>
                    <a:pt x="79242" y="1782062"/>
                  </a:lnTo>
                  <a:lnTo>
                    <a:pt x="80098" y="1758651"/>
                  </a:lnTo>
                  <a:lnTo>
                    <a:pt x="80953" y="1737004"/>
                  </a:lnTo>
                  <a:lnTo>
                    <a:pt x="81809" y="1739982"/>
                  </a:lnTo>
                  <a:lnTo>
                    <a:pt x="82664" y="1793592"/>
                  </a:lnTo>
                  <a:lnTo>
                    <a:pt x="83520" y="1863544"/>
                  </a:lnTo>
                  <a:lnTo>
                    <a:pt x="84375" y="1890517"/>
                  </a:lnTo>
                  <a:lnTo>
                    <a:pt x="85231" y="1849370"/>
                  </a:lnTo>
                  <a:lnTo>
                    <a:pt x="86086" y="1834959"/>
                  </a:lnTo>
                  <a:lnTo>
                    <a:pt x="86942" y="1819827"/>
                  </a:lnTo>
                  <a:lnTo>
                    <a:pt x="87797" y="1766329"/>
                  </a:lnTo>
                  <a:lnTo>
                    <a:pt x="88653" y="1728822"/>
                  </a:lnTo>
                  <a:lnTo>
                    <a:pt x="89508" y="1735922"/>
                  </a:lnTo>
                  <a:lnTo>
                    <a:pt x="90364" y="1776655"/>
                  </a:lnTo>
                  <a:lnTo>
                    <a:pt x="91219" y="1791067"/>
                  </a:lnTo>
                  <a:lnTo>
                    <a:pt x="92075" y="1779299"/>
                  </a:lnTo>
                  <a:lnTo>
                    <a:pt x="92930" y="1835824"/>
                  </a:lnTo>
                  <a:lnTo>
                    <a:pt x="93786" y="1807298"/>
                  </a:lnTo>
                  <a:lnTo>
                    <a:pt x="94642" y="1728934"/>
                  </a:lnTo>
                  <a:lnTo>
                    <a:pt x="95497" y="1657569"/>
                  </a:lnTo>
                  <a:lnTo>
                    <a:pt x="96353" y="1509311"/>
                  </a:lnTo>
                  <a:lnTo>
                    <a:pt x="97208" y="1369076"/>
                  </a:lnTo>
                  <a:lnTo>
                    <a:pt x="98064" y="1246382"/>
                  </a:lnTo>
                  <a:lnTo>
                    <a:pt x="98919" y="1119590"/>
                  </a:lnTo>
                  <a:lnTo>
                    <a:pt x="99775" y="1010949"/>
                  </a:lnTo>
                  <a:lnTo>
                    <a:pt x="100630" y="950253"/>
                  </a:lnTo>
                  <a:lnTo>
                    <a:pt x="101486" y="1012024"/>
                  </a:lnTo>
                  <a:lnTo>
                    <a:pt x="102341" y="1090795"/>
                  </a:lnTo>
                  <a:lnTo>
                    <a:pt x="103197" y="1128134"/>
                  </a:lnTo>
                  <a:lnTo>
                    <a:pt x="104052" y="1266662"/>
                  </a:lnTo>
                  <a:lnTo>
                    <a:pt x="104908" y="1353186"/>
                  </a:lnTo>
                  <a:lnTo>
                    <a:pt x="105763" y="1411916"/>
                  </a:lnTo>
                  <a:lnTo>
                    <a:pt x="106619" y="1392009"/>
                  </a:lnTo>
                  <a:lnTo>
                    <a:pt x="107474" y="1416075"/>
                  </a:lnTo>
                  <a:lnTo>
                    <a:pt x="108330" y="1536366"/>
                  </a:lnTo>
                  <a:lnTo>
                    <a:pt x="109186" y="1606013"/>
                  </a:lnTo>
                  <a:lnTo>
                    <a:pt x="110041" y="1653391"/>
                  </a:lnTo>
                  <a:lnTo>
                    <a:pt x="110897" y="1611896"/>
                  </a:lnTo>
                  <a:lnTo>
                    <a:pt x="111752" y="1620980"/>
                  </a:lnTo>
                  <a:lnTo>
                    <a:pt x="112608" y="1616439"/>
                  </a:lnTo>
                  <a:lnTo>
                    <a:pt x="113463" y="1572237"/>
                  </a:lnTo>
                  <a:lnTo>
                    <a:pt x="114319" y="1438061"/>
                  </a:lnTo>
                  <a:lnTo>
                    <a:pt x="115174" y="1297854"/>
                  </a:lnTo>
                  <a:lnTo>
                    <a:pt x="116030" y="1192097"/>
                  </a:lnTo>
                  <a:lnTo>
                    <a:pt x="116885" y="1051950"/>
                  </a:lnTo>
                  <a:lnTo>
                    <a:pt x="117741" y="907783"/>
                  </a:lnTo>
                  <a:lnTo>
                    <a:pt x="118596" y="804191"/>
                  </a:lnTo>
                  <a:lnTo>
                    <a:pt x="119452" y="797351"/>
                  </a:lnTo>
                  <a:lnTo>
                    <a:pt x="120307" y="922097"/>
                  </a:lnTo>
                  <a:lnTo>
                    <a:pt x="121163" y="1072285"/>
                  </a:lnTo>
                  <a:lnTo>
                    <a:pt x="122018" y="1228926"/>
                  </a:lnTo>
                  <a:lnTo>
                    <a:pt x="122874" y="1338697"/>
                  </a:lnTo>
                  <a:lnTo>
                    <a:pt x="123729" y="1376051"/>
                  </a:lnTo>
                  <a:lnTo>
                    <a:pt x="124585" y="1385754"/>
                  </a:lnTo>
                  <a:lnTo>
                    <a:pt x="125441" y="1260536"/>
                  </a:lnTo>
                  <a:lnTo>
                    <a:pt x="126296" y="1198341"/>
                  </a:lnTo>
                  <a:lnTo>
                    <a:pt x="127152" y="1265192"/>
                  </a:lnTo>
                  <a:lnTo>
                    <a:pt x="128007" y="1355992"/>
                  </a:lnTo>
                  <a:lnTo>
                    <a:pt x="128863" y="1432953"/>
                  </a:lnTo>
                  <a:lnTo>
                    <a:pt x="129718" y="1541025"/>
                  </a:lnTo>
                  <a:lnTo>
                    <a:pt x="130574" y="1731512"/>
                  </a:lnTo>
                  <a:lnTo>
                    <a:pt x="131429" y="1797762"/>
                  </a:lnTo>
                  <a:lnTo>
                    <a:pt x="132285" y="1710725"/>
                  </a:lnTo>
                  <a:lnTo>
                    <a:pt x="133140" y="1567293"/>
                  </a:lnTo>
                  <a:lnTo>
                    <a:pt x="133996" y="1450411"/>
                  </a:lnTo>
                  <a:lnTo>
                    <a:pt x="134851" y="1416860"/>
                  </a:lnTo>
                  <a:lnTo>
                    <a:pt x="135707" y="1429640"/>
                  </a:lnTo>
                  <a:lnTo>
                    <a:pt x="136562" y="1491330"/>
                  </a:lnTo>
                  <a:lnTo>
                    <a:pt x="137418" y="1552008"/>
                  </a:lnTo>
                  <a:lnTo>
                    <a:pt x="138273" y="1632657"/>
                  </a:lnTo>
                  <a:lnTo>
                    <a:pt x="139129" y="1696316"/>
                  </a:lnTo>
                  <a:lnTo>
                    <a:pt x="139984" y="1729192"/>
                  </a:lnTo>
                  <a:lnTo>
                    <a:pt x="140840" y="1633152"/>
                  </a:lnTo>
                  <a:lnTo>
                    <a:pt x="141696" y="1524651"/>
                  </a:lnTo>
                  <a:lnTo>
                    <a:pt x="142551" y="1537074"/>
                  </a:lnTo>
                  <a:lnTo>
                    <a:pt x="143407" y="1619644"/>
                  </a:lnTo>
                  <a:lnTo>
                    <a:pt x="144262" y="1712044"/>
                  </a:lnTo>
                  <a:lnTo>
                    <a:pt x="145118" y="1711317"/>
                  </a:lnTo>
                  <a:lnTo>
                    <a:pt x="145973" y="1761329"/>
                  </a:lnTo>
                  <a:lnTo>
                    <a:pt x="146829" y="1765216"/>
                  </a:lnTo>
                  <a:lnTo>
                    <a:pt x="147684" y="1635933"/>
                  </a:lnTo>
                  <a:lnTo>
                    <a:pt x="148540" y="1467794"/>
                  </a:lnTo>
                  <a:lnTo>
                    <a:pt x="149395" y="1338028"/>
                  </a:lnTo>
                  <a:lnTo>
                    <a:pt x="150251" y="1327135"/>
                  </a:lnTo>
                  <a:lnTo>
                    <a:pt x="151106" y="1401823"/>
                  </a:lnTo>
                  <a:lnTo>
                    <a:pt x="151962" y="1513198"/>
                  </a:lnTo>
                  <a:lnTo>
                    <a:pt x="152817" y="1637607"/>
                  </a:lnTo>
                  <a:lnTo>
                    <a:pt x="153673" y="1714682"/>
                  </a:lnTo>
                  <a:lnTo>
                    <a:pt x="154528" y="1771048"/>
                  </a:lnTo>
                  <a:lnTo>
                    <a:pt x="155384" y="1769601"/>
                  </a:lnTo>
                  <a:lnTo>
                    <a:pt x="156240" y="1682509"/>
                  </a:lnTo>
                  <a:lnTo>
                    <a:pt x="157095" y="1626887"/>
                  </a:lnTo>
                  <a:lnTo>
                    <a:pt x="157951" y="1590394"/>
                  </a:lnTo>
                  <a:lnTo>
                    <a:pt x="158806" y="1600216"/>
                  </a:lnTo>
                  <a:lnTo>
                    <a:pt x="159662" y="1579100"/>
                  </a:lnTo>
                  <a:lnTo>
                    <a:pt x="160517" y="1507154"/>
                  </a:lnTo>
                  <a:lnTo>
                    <a:pt x="161373" y="1451274"/>
                  </a:lnTo>
                  <a:lnTo>
                    <a:pt x="162228" y="1432942"/>
                  </a:lnTo>
                  <a:lnTo>
                    <a:pt x="163084" y="1455539"/>
                  </a:lnTo>
                  <a:lnTo>
                    <a:pt x="163939" y="1478957"/>
                  </a:lnTo>
                  <a:lnTo>
                    <a:pt x="164795" y="1506265"/>
                  </a:lnTo>
                  <a:lnTo>
                    <a:pt x="165650" y="1565821"/>
                  </a:lnTo>
                  <a:lnTo>
                    <a:pt x="166506" y="1657310"/>
                  </a:lnTo>
                  <a:lnTo>
                    <a:pt x="167361" y="1674956"/>
                  </a:lnTo>
                  <a:lnTo>
                    <a:pt x="168217" y="1662455"/>
                  </a:lnTo>
                  <a:lnTo>
                    <a:pt x="169072" y="1658169"/>
                  </a:lnTo>
                  <a:lnTo>
                    <a:pt x="169928" y="1586448"/>
                  </a:lnTo>
                  <a:lnTo>
                    <a:pt x="170783" y="1557681"/>
                  </a:lnTo>
                  <a:lnTo>
                    <a:pt x="171639" y="1581426"/>
                  </a:lnTo>
                  <a:lnTo>
                    <a:pt x="172495" y="1590637"/>
                  </a:lnTo>
                  <a:lnTo>
                    <a:pt x="173350" y="1552312"/>
                  </a:lnTo>
                  <a:lnTo>
                    <a:pt x="174206" y="1582414"/>
                  </a:lnTo>
                  <a:lnTo>
                    <a:pt x="175061" y="1675174"/>
                  </a:lnTo>
                  <a:lnTo>
                    <a:pt x="175917" y="1609714"/>
                  </a:lnTo>
                  <a:lnTo>
                    <a:pt x="176772" y="1498823"/>
                  </a:lnTo>
                  <a:lnTo>
                    <a:pt x="177628" y="1468513"/>
                  </a:lnTo>
                  <a:lnTo>
                    <a:pt x="178483" y="1474676"/>
                  </a:lnTo>
                  <a:lnTo>
                    <a:pt x="179339" y="1511127"/>
                  </a:lnTo>
                  <a:lnTo>
                    <a:pt x="180194" y="1590087"/>
                  </a:lnTo>
                  <a:lnTo>
                    <a:pt x="181050" y="1735715"/>
                  </a:lnTo>
                  <a:lnTo>
                    <a:pt x="181905" y="1846606"/>
                  </a:lnTo>
                  <a:lnTo>
                    <a:pt x="182761" y="1912402"/>
                  </a:lnTo>
                  <a:lnTo>
                    <a:pt x="183616" y="1955410"/>
                  </a:lnTo>
                  <a:lnTo>
                    <a:pt x="184472" y="1964980"/>
                  </a:lnTo>
                  <a:lnTo>
                    <a:pt x="185327" y="1953466"/>
                  </a:lnTo>
                  <a:lnTo>
                    <a:pt x="186183" y="1903455"/>
                  </a:lnTo>
                  <a:lnTo>
                    <a:pt x="187038" y="1801856"/>
                  </a:lnTo>
                  <a:lnTo>
                    <a:pt x="187894" y="1752140"/>
                  </a:lnTo>
                  <a:lnTo>
                    <a:pt x="188750" y="1770791"/>
                  </a:lnTo>
                  <a:lnTo>
                    <a:pt x="189605" y="1758876"/>
                  </a:lnTo>
                  <a:lnTo>
                    <a:pt x="190461" y="1715230"/>
                  </a:lnTo>
                  <a:lnTo>
                    <a:pt x="191316" y="1675726"/>
                  </a:lnTo>
                  <a:lnTo>
                    <a:pt x="192172" y="1691386"/>
                  </a:lnTo>
                  <a:lnTo>
                    <a:pt x="193027" y="1638478"/>
                  </a:lnTo>
                  <a:lnTo>
                    <a:pt x="193883" y="1611964"/>
                  </a:lnTo>
                  <a:lnTo>
                    <a:pt x="194738" y="1602945"/>
                  </a:lnTo>
                  <a:lnTo>
                    <a:pt x="195594" y="1592232"/>
                  </a:lnTo>
                  <a:lnTo>
                    <a:pt x="196449" y="1631032"/>
                  </a:lnTo>
                  <a:lnTo>
                    <a:pt x="197305" y="1678019"/>
                  </a:lnTo>
                  <a:lnTo>
                    <a:pt x="198160" y="1680635"/>
                  </a:lnTo>
                  <a:lnTo>
                    <a:pt x="199016" y="1666831"/>
                  </a:lnTo>
                  <a:lnTo>
                    <a:pt x="199871" y="1603830"/>
                  </a:lnTo>
                  <a:lnTo>
                    <a:pt x="200727" y="1534534"/>
                  </a:lnTo>
                  <a:lnTo>
                    <a:pt x="201582" y="1465827"/>
                  </a:lnTo>
                  <a:lnTo>
                    <a:pt x="202438" y="1388953"/>
                  </a:lnTo>
                  <a:lnTo>
                    <a:pt x="203294" y="1385646"/>
                  </a:lnTo>
                  <a:lnTo>
                    <a:pt x="204149" y="1399626"/>
                  </a:lnTo>
                  <a:lnTo>
                    <a:pt x="205005" y="1468822"/>
                  </a:lnTo>
                  <a:lnTo>
                    <a:pt x="205860" y="1513519"/>
                  </a:lnTo>
                  <a:lnTo>
                    <a:pt x="206716" y="1546850"/>
                  </a:lnTo>
                  <a:lnTo>
                    <a:pt x="207571" y="1602009"/>
                  </a:lnTo>
                  <a:lnTo>
                    <a:pt x="208427" y="1585655"/>
                  </a:lnTo>
                  <a:lnTo>
                    <a:pt x="209282" y="1434678"/>
                  </a:lnTo>
                  <a:lnTo>
                    <a:pt x="210138" y="1244476"/>
                  </a:lnTo>
                  <a:lnTo>
                    <a:pt x="210993" y="1114643"/>
                  </a:lnTo>
                  <a:lnTo>
                    <a:pt x="211849" y="1076052"/>
                  </a:lnTo>
                  <a:lnTo>
                    <a:pt x="212704" y="1014618"/>
                  </a:lnTo>
                  <a:lnTo>
                    <a:pt x="213560" y="1062651"/>
                  </a:lnTo>
                  <a:lnTo>
                    <a:pt x="214415" y="1220728"/>
                  </a:lnTo>
                  <a:lnTo>
                    <a:pt x="215271" y="1365709"/>
                  </a:lnTo>
                  <a:lnTo>
                    <a:pt x="216126" y="1510936"/>
                  </a:lnTo>
                  <a:lnTo>
                    <a:pt x="216982" y="1591101"/>
                  </a:lnTo>
                  <a:lnTo>
                    <a:pt x="217837" y="1631478"/>
                  </a:lnTo>
                  <a:lnTo>
                    <a:pt x="218693" y="1617170"/>
                  </a:lnTo>
                  <a:lnTo>
                    <a:pt x="219549" y="1591441"/>
                  </a:lnTo>
                  <a:lnTo>
                    <a:pt x="220404" y="1543301"/>
                  </a:lnTo>
                  <a:lnTo>
                    <a:pt x="221260" y="1529195"/>
                  </a:lnTo>
                  <a:lnTo>
                    <a:pt x="222115" y="1510577"/>
                  </a:lnTo>
                  <a:lnTo>
                    <a:pt x="222971" y="1506987"/>
                  </a:lnTo>
                  <a:lnTo>
                    <a:pt x="223826" y="1589757"/>
                  </a:lnTo>
                  <a:lnTo>
                    <a:pt x="224682" y="1664398"/>
                  </a:lnTo>
                  <a:lnTo>
                    <a:pt x="225537" y="1715207"/>
                  </a:lnTo>
                  <a:lnTo>
                    <a:pt x="226393" y="1670734"/>
                  </a:lnTo>
                  <a:lnTo>
                    <a:pt x="227248" y="1610896"/>
                  </a:lnTo>
                  <a:lnTo>
                    <a:pt x="228104" y="1578359"/>
                  </a:lnTo>
                  <a:lnTo>
                    <a:pt x="228959" y="1515915"/>
                  </a:lnTo>
                  <a:lnTo>
                    <a:pt x="229815" y="1475756"/>
                  </a:lnTo>
                  <a:lnTo>
                    <a:pt x="230670" y="1502140"/>
                  </a:lnTo>
                  <a:lnTo>
                    <a:pt x="231526" y="1531068"/>
                  </a:lnTo>
                  <a:lnTo>
                    <a:pt x="232381" y="1570373"/>
                  </a:lnTo>
                  <a:lnTo>
                    <a:pt x="233237" y="1557072"/>
                  </a:lnTo>
                  <a:lnTo>
                    <a:pt x="234092" y="1502917"/>
                  </a:lnTo>
                  <a:lnTo>
                    <a:pt x="234948" y="1430276"/>
                  </a:lnTo>
                  <a:lnTo>
                    <a:pt x="235804" y="1368660"/>
                  </a:lnTo>
                  <a:lnTo>
                    <a:pt x="236659" y="1346744"/>
                  </a:lnTo>
                  <a:lnTo>
                    <a:pt x="237515" y="1346548"/>
                  </a:lnTo>
                  <a:lnTo>
                    <a:pt x="238370" y="1392093"/>
                  </a:lnTo>
                  <a:lnTo>
                    <a:pt x="239226" y="1445941"/>
                  </a:lnTo>
                  <a:lnTo>
                    <a:pt x="240081" y="1405118"/>
                  </a:lnTo>
                  <a:lnTo>
                    <a:pt x="240937" y="1289027"/>
                  </a:lnTo>
                  <a:lnTo>
                    <a:pt x="241792" y="1135265"/>
                  </a:lnTo>
                  <a:lnTo>
                    <a:pt x="242648" y="1049076"/>
                  </a:lnTo>
                  <a:lnTo>
                    <a:pt x="243503" y="887380"/>
                  </a:lnTo>
                  <a:lnTo>
                    <a:pt x="244359" y="648771"/>
                  </a:lnTo>
                  <a:lnTo>
                    <a:pt x="245214" y="456607"/>
                  </a:lnTo>
                  <a:lnTo>
                    <a:pt x="246070" y="291548"/>
                  </a:lnTo>
                  <a:lnTo>
                    <a:pt x="246925" y="215721"/>
                  </a:lnTo>
                  <a:lnTo>
                    <a:pt x="247781" y="65178"/>
                  </a:lnTo>
                  <a:lnTo>
                    <a:pt x="248636" y="0"/>
                  </a:lnTo>
                  <a:lnTo>
                    <a:pt x="249492" y="20250"/>
                  </a:lnTo>
                  <a:lnTo>
                    <a:pt x="250348" y="84154"/>
                  </a:lnTo>
                  <a:lnTo>
                    <a:pt x="251203" y="191327"/>
                  </a:lnTo>
                  <a:lnTo>
                    <a:pt x="252059" y="296561"/>
                  </a:lnTo>
                  <a:lnTo>
                    <a:pt x="252914" y="427658"/>
                  </a:lnTo>
                  <a:lnTo>
                    <a:pt x="253770" y="524088"/>
                  </a:lnTo>
                  <a:lnTo>
                    <a:pt x="254625" y="626247"/>
                  </a:lnTo>
                  <a:lnTo>
                    <a:pt x="255481" y="719556"/>
                  </a:lnTo>
                  <a:lnTo>
                    <a:pt x="256336" y="809198"/>
                  </a:lnTo>
                  <a:lnTo>
                    <a:pt x="257192" y="900629"/>
                  </a:lnTo>
                  <a:lnTo>
                    <a:pt x="258047" y="869512"/>
                  </a:lnTo>
                  <a:lnTo>
                    <a:pt x="258903" y="804582"/>
                  </a:lnTo>
                  <a:lnTo>
                    <a:pt x="259758" y="707554"/>
                  </a:lnTo>
                  <a:lnTo>
                    <a:pt x="260614" y="633072"/>
                  </a:lnTo>
                  <a:lnTo>
                    <a:pt x="261469" y="648547"/>
                  </a:lnTo>
                  <a:lnTo>
                    <a:pt x="262325" y="612792"/>
                  </a:lnTo>
                  <a:lnTo>
                    <a:pt x="263180" y="739140"/>
                  </a:lnTo>
                  <a:lnTo>
                    <a:pt x="264036" y="1020120"/>
                  </a:lnTo>
                  <a:lnTo>
                    <a:pt x="264891" y="1241606"/>
                  </a:lnTo>
                  <a:lnTo>
                    <a:pt x="265747" y="1361160"/>
                  </a:lnTo>
                  <a:lnTo>
                    <a:pt x="266603" y="1455561"/>
                  </a:lnTo>
                  <a:lnTo>
                    <a:pt x="267458" y="1507901"/>
                  </a:lnTo>
                  <a:lnTo>
                    <a:pt x="268314" y="1451826"/>
                  </a:lnTo>
                  <a:lnTo>
                    <a:pt x="269169" y="1335566"/>
                  </a:lnTo>
                  <a:lnTo>
                    <a:pt x="270025" y="1345031"/>
                  </a:lnTo>
                  <a:lnTo>
                    <a:pt x="270880" y="1486279"/>
                  </a:lnTo>
                  <a:lnTo>
                    <a:pt x="271736" y="1496214"/>
                  </a:lnTo>
                  <a:lnTo>
                    <a:pt x="272591" y="1550932"/>
                  </a:lnTo>
                  <a:lnTo>
                    <a:pt x="273447" y="1634780"/>
                  </a:lnTo>
                  <a:lnTo>
                    <a:pt x="274302" y="1682900"/>
                  </a:lnTo>
                  <a:lnTo>
                    <a:pt x="275158" y="1754299"/>
                  </a:lnTo>
                  <a:lnTo>
                    <a:pt x="276013" y="1720772"/>
                  </a:lnTo>
                  <a:lnTo>
                    <a:pt x="276869" y="1710529"/>
                  </a:lnTo>
                  <a:lnTo>
                    <a:pt x="277724" y="1731293"/>
                  </a:lnTo>
                  <a:lnTo>
                    <a:pt x="278580" y="1771876"/>
                  </a:lnTo>
                  <a:lnTo>
                    <a:pt x="279435" y="1781137"/>
                  </a:lnTo>
                  <a:lnTo>
                    <a:pt x="280291" y="1706321"/>
                  </a:lnTo>
                  <a:lnTo>
                    <a:pt x="281146" y="1750769"/>
                  </a:lnTo>
                  <a:lnTo>
                    <a:pt x="282002" y="1863705"/>
                  </a:lnTo>
                  <a:lnTo>
                    <a:pt x="282858" y="1939600"/>
                  </a:lnTo>
                  <a:lnTo>
                    <a:pt x="283713" y="1982077"/>
                  </a:lnTo>
                  <a:lnTo>
                    <a:pt x="284501" y="202508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948298" y="2520464"/>
              <a:ext cx="53835" cy="742012"/>
            </a:xfrm>
            <a:custGeom>
              <a:avLst/>
              <a:pathLst>
                <a:path w="53835" h="742012">
                  <a:moveTo>
                    <a:pt x="0" y="742012"/>
                  </a:moveTo>
                  <a:lnTo>
                    <a:pt x="652" y="658498"/>
                  </a:lnTo>
                  <a:lnTo>
                    <a:pt x="1508" y="487779"/>
                  </a:lnTo>
                  <a:lnTo>
                    <a:pt x="2363" y="322307"/>
                  </a:lnTo>
                  <a:lnTo>
                    <a:pt x="3219" y="173365"/>
                  </a:lnTo>
                  <a:lnTo>
                    <a:pt x="4074" y="144201"/>
                  </a:lnTo>
                  <a:lnTo>
                    <a:pt x="4930" y="124502"/>
                  </a:lnTo>
                  <a:lnTo>
                    <a:pt x="5785" y="172109"/>
                  </a:lnTo>
                  <a:lnTo>
                    <a:pt x="6641" y="207402"/>
                  </a:lnTo>
                  <a:lnTo>
                    <a:pt x="7496" y="267943"/>
                  </a:lnTo>
                  <a:lnTo>
                    <a:pt x="8352" y="338355"/>
                  </a:lnTo>
                  <a:lnTo>
                    <a:pt x="9208" y="261492"/>
                  </a:lnTo>
                  <a:lnTo>
                    <a:pt x="10063" y="190426"/>
                  </a:lnTo>
                  <a:lnTo>
                    <a:pt x="10919" y="131802"/>
                  </a:lnTo>
                  <a:lnTo>
                    <a:pt x="11774" y="110242"/>
                  </a:lnTo>
                  <a:lnTo>
                    <a:pt x="12630" y="26189"/>
                  </a:lnTo>
                  <a:lnTo>
                    <a:pt x="13485" y="46917"/>
                  </a:lnTo>
                  <a:lnTo>
                    <a:pt x="14341" y="174784"/>
                  </a:lnTo>
                  <a:lnTo>
                    <a:pt x="15196" y="203853"/>
                  </a:lnTo>
                  <a:lnTo>
                    <a:pt x="16052" y="209643"/>
                  </a:lnTo>
                  <a:lnTo>
                    <a:pt x="16907" y="226588"/>
                  </a:lnTo>
                  <a:lnTo>
                    <a:pt x="17763" y="307705"/>
                  </a:lnTo>
                  <a:lnTo>
                    <a:pt x="18618" y="295820"/>
                  </a:lnTo>
                  <a:lnTo>
                    <a:pt x="19474" y="193295"/>
                  </a:lnTo>
                  <a:lnTo>
                    <a:pt x="20329" y="197402"/>
                  </a:lnTo>
                  <a:lnTo>
                    <a:pt x="21185" y="248149"/>
                  </a:lnTo>
                  <a:lnTo>
                    <a:pt x="22040" y="254830"/>
                  </a:lnTo>
                  <a:lnTo>
                    <a:pt x="22896" y="191387"/>
                  </a:lnTo>
                  <a:lnTo>
                    <a:pt x="23752" y="131087"/>
                  </a:lnTo>
                  <a:lnTo>
                    <a:pt x="24607" y="115683"/>
                  </a:lnTo>
                  <a:lnTo>
                    <a:pt x="25463" y="48298"/>
                  </a:lnTo>
                  <a:lnTo>
                    <a:pt x="26318" y="0"/>
                  </a:lnTo>
                  <a:lnTo>
                    <a:pt x="27174" y="12408"/>
                  </a:lnTo>
                  <a:lnTo>
                    <a:pt x="28029" y="75976"/>
                  </a:lnTo>
                  <a:lnTo>
                    <a:pt x="28885" y="83295"/>
                  </a:lnTo>
                  <a:lnTo>
                    <a:pt x="29740" y="59862"/>
                  </a:lnTo>
                  <a:lnTo>
                    <a:pt x="30596" y="175589"/>
                  </a:lnTo>
                  <a:lnTo>
                    <a:pt x="31451" y="269434"/>
                  </a:lnTo>
                  <a:lnTo>
                    <a:pt x="32307" y="245760"/>
                  </a:lnTo>
                  <a:lnTo>
                    <a:pt x="33162" y="238887"/>
                  </a:lnTo>
                  <a:lnTo>
                    <a:pt x="34018" y="258425"/>
                  </a:lnTo>
                  <a:lnTo>
                    <a:pt x="34873" y="271694"/>
                  </a:lnTo>
                  <a:lnTo>
                    <a:pt x="35729" y="239798"/>
                  </a:lnTo>
                  <a:lnTo>
                    <a:pt x="36584" y="218844"/>
                  </a:lnTo>
                  <a:lnTo>
                    <a:pt x="37440" y="263184"/>
                  </a:lnTo>
                  <a:lnTo>
                    <a:pt x="38295" y="310023"/>
                  </a:lnTo>
                  <a:lnTo>
                    <a:pt x="39151" y="332007"/>
                  </a:lnTo>
                  <a:lnTo>
                    <a:pt x="40007" y="432634"/>
                  </a:lnTo>
                  <a:lnTo>
                    <a:pt x="40862" y="552820"/>
                  </a:lnTo>
                  <a:lnTo>
                    <a:pt x="41718" y="590886"/>
                  </a:lnTo>
                  <a:lnTo>
                    <a:pt x="42573" y="609663"/>
                  </a:lnTo>
                  <a:lnTo>
                    <a:pt x="43429" y="640450"/>
                  </a:lnTo>
                  <a:lnTo>
                    <a:pt x="44284" y="640892"/>
                  </a:lnTo>
                  <a:lnTo>
                    <a:pt x="45140" y="574103"/>
                  </a:lnTo>
                  <a:lnTo>
                    <a:pt x="45995" y="459144"/>
                  </a:lnTo>
                  <a:lnTo>
                    <a:pt x="46851" y="411858"/>
                  </a:lnTo>
                  <a:lnTo>
                    <a:pt x="47706" y="404923"/>
                  </a:lnTo>
                  <a:lnTo>
                    <a:pt x="48562" y="315841"/>
                  </a:lnTo>
                  <a:lnTo>
                    <a:pt x="49417" y="321054"/>
                  </a:lnTo>
                  <a:lnTo>
                    <a:pt x="50273" y="383288"/>
                  </a:lnTo>
                  <a:lnTo>
                    <a:pt x="51128" y="492436"/>
                  </a:lnTo>
                  <a:lnTo>
                    <a:pt x="51984" y="575902"/>
                  </a:lnTo>
                  <a:lnTo>
                    <a:pt x="52839" y="640788"/>
                  </a:lnTo>
                  <a:lnTo>
                    <a:pt x="53695" y="734089"/>
                  </a:lnTo>
                  <a:lnTo>
                    <a:pt x="53835" y="74201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004046" y="2393869"/>
              <a:ext cx="43492" cy="868607"/>
            </a:xfrm>
            <a:custGeom>
              <a:avLst/>
              <a:pathLst>
                <a:path w="43492" h="868607">
                  <a:moveTo>
                    <a:pt x="0" y="868607"/>
                  </a:moveTo>
                  <a:lnTo>
                    <a:pt x="513" y="822182"/>
                  </a:lnTo>
                  <a:lnTo>
                    <a:pt x="1369" y="732668"/>
                  </a:lnTo>
                  <a:lnTo>
                    <a:pt x="2224" y="714605"/>
                  </a:lnTo>
                  <a:lnTo>
                    <a:pt x="3080" y="686277"/>
                  </a:lnTo>
                  <a:lnTo>
                    <a:pt x="3935" y="535070"/>
                  </a:lnTo>
                  <a:lnTo>
                    <a:pt x="4791" y="406829"/>
                  </a:lnTo>
                  <a:lnTo>
                    <a:pt x="5647" y="365598"/>
                  </a:lnTo>
                  <a:lnTo>
                    <a:pt x="6502" y="340489"/>
                  </a:lnTo>
                  <a:lnTo>
                    <a:pt x="7358" y="314491"/>
                  </a:lnTo>
                  <a:lnTo>
                    <a:pt x="8213" y="345583"/>
                  </a:lnTo>
                  <a:lnTo>
                    <a:pt x="9069" y="545186"/>
                  </a:lnTo>
                  <a:lnTo>
                    <a:pt x="9924" y="658407"/>
                  </a:lnTo>
                  <a:lnTo>
                    <a:pt x="10780" y="650709"/>
                  </a:lnTo>
                  <a:lnTo>
                    <a:pt x="11635" y="583558"/>
                  </a:lnTo>
                  <a:lnTo>
                    <a:pt x="12491" y="482312"/>
                  </a:lnTo>
                  <a:lnTo>
                    <a:pt x="13346" y="376390"/>
                  </a:lnTo>
                  <a:lnTo>
                    <a:pt x="14202" y="218829"/>
                  </a:lnTo>
                  <a:lnTo>
                    <a:pt x="15057" y="193005"/>
                  </a:lnTo>
                  <a:lnTo>
                    <a:pt x="15913" y="210692"/>
                  </a:lnTo>
                  <a:lnTo>
                    <a:pt x="16768" y="304665"/>
                  </a:lnTo>
                  <a:lnTo>
                    <a:pt x="17624" y="416147"/>
                  </a:lnTo>
                  <a:lnTo>
                    <a:pt x="18479" y="467026"/>
                  </a:lnTo>
                  <a:lnTo>
                    <a:pt x="19335" y="556364"/>
                  </a:lnTo>
                  <a:lnTo>
                    <a:pt x="20190" y="636437"/>
                  </a:lnTo>
                  <a:lnTo>
                    <a:pt x="21046" y="684410"/>
                  </a:lnTo>
                  <a:lnTo>
                    <a:pt x="21902" y="687541"/>
                  </a:lnTo>
                  <a:lnTo>
                    <a:pt x="22757" y="712683"/>
                  </a:lnTo>
                  <a:lnTo>
                    <a:pt x="23613" y="808540"/>
                  </a:lnTo>
                  <a:lnTo>
                    <a:pt x="24468" y="776070"/>
                  </a:lnTo>
                  <a:lnTo>
                    <a:pt x="25324" y="640039"/>
                  </a:lnTo>
                  <a:lnTo>
                    <a:pt x="26179" y="574208"/>
                  </a:lnTo>
                  <a:lnTo>
                    <a:pt x="27035" y="493367"/>
                  </a:lnTo>
                  <a:lnTo>
                    <a:pt x="27890" y="338444"/>
                  </a:lnTo>
                  <a:lnTo>
                    <a:pt x="28746" y="141668"/>
                  </a:lnTo>
                  <a:lnTo>
                    <a:pt x="29601" y="56245"/>
                  </a:lnTo>
                  <a:lnTo>
                    <a:pt x="30457" y="97005"/>
                  </a:lnTo>
                  <a:lnTo>
                    <a:pt x="31312" y="45820"/>
                  </a:lnTo>
                  <a:lnTo>
                    <a:pt x="32168" y="0"/>
                  </a:lnTo>
                  <a:lnTo>
                    <a:pt x="33023" y="59761"/>
                  </a:lnTo>
                  <a:lnTo>
                    <a:pt x="33879" y="142924"/>
                  </a:lnTo>
                  <a:lnTo>
                    <a:pt x="34734" y="261084"/>
                  </a:lnTo>
                  <a:lnTo>
                    <a:pt x="35590" y="349017"/>
                  </a:lnTo>
                  <a:lnTo>
                    <a:pt x="36445" y="469030"/>
                  </a:lnTo>
                  <a:lnTo>
                    <a:pt x="37301" y="624877"/>
                  </a:lnTo>
                  <a:lnTo>
                    <a:pt x="38157" y="698603"/>
                  </a:lnTo>
                  <a:lnTo>
                    <a:pt x="39012" y="766087"/>
                  </a:lnTo>
                  <a:lnTo>
                    <a:pt x="39868" y="795933"/>
                  </a:lnTo>
                  <a:lnTo>
                    <a:pt x="40723" y="806522"/>
                  </a:lnTo>
                  <a:lnTo>
                    <a:pt x="41579" y="812584"/>
                  </a:lnTo>
                  <a:lnTo>
                    <a:pt x="42434" y="818636"/>
                  </a:lnTo>
                  <a:lnTo>
                    <a:pt x="43290" y="862869"/>
                  </a:lnTo>
                  <a:lnTo>
                    <a:pt x="43492" y="86860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050421" y="730698"/>
              <a:ext cx="584780" cy="2531779"/>
            </a:xfrm>
            <a:custGeom>
              <a:avLst/>
              <a:pathLst>
                <a:path w="584780" h="2531779">
                  <a:moveTo>
                    <a:pt x="0" y="2531779"/>
                  </a:moveTo>
                  <a:lnTo>
                    <a:pt x="337" y="2529443"/>
                  </a:lnTo>
                  <a:lnTo>
                    <a:pt x="1193" y="2471620"/>
                  </a:lnTo>
                  <a:lnTo>
                    <a:pt x="2049" y="2380960"/>
                  </a:lnTo>
                  <a:lnTo>
                    <a:pt x="2904" y="2308383"/>
                  </a:lnTo>
                  <a:lnTo>
                    <a:pt x="3760" y="2306796"/>
                  </a:lnTo>
                  <a:lnTo>
                    <a:pt x="4615" y="2293711"/>
                  </a:lnTo>
                  <a:lnTo>
                    <a:pt x="5471" y="2210542"/>
                  </a:lnTo>
                  <a:lnTo>
                    <a:pt x="6326" y="2126562"/>
                  </a:lnTo>
                  <a:lnTo>
                    <a:pt x="7182" y="2017658"/>
                  </a:lnTo>
                  <a:lnTo>
                    <a:pt x="8037" y="1940333"/>
                  </a:lnTo>
                  <a:lnTo>
                    <a:pt x="8893" y="1789689"/>
                  </a:lnTo>
                  <a:lnTo>
                    <a:pt x="9748" y="1621103"/>
                  </a:lnTo>
                  <a:lnTo>
                    <a:pt x="10604" y="1559876"/>
                  </a:lnTo>
                  <a:lnTo>
                    <a:pt x="11459" y="1515182"/>
                  </a:lnTo>
                  <a:lnTo>
                    <a:pt x="12315" y="1462921"/>
                  </a:lnTo>
                  <a:lnTo>
                    <a:pt x="13170" y="1407697"/>
                  </a:lnTo>
                  <a:lnTo>
                    <a:pt x="14026" y="1484123"/>
                  </a:lnTo>
                  <a:lnTo>
                    <a:pt x="14881" y="1643247"/>
                  </a:lnTo>
                  <a:lnTo>
                    <a:pt x="15737" y="1745092"/>
                  </a:lnTo>
                  <a:lnTo>
                    <a:pt x="16592" y="1816553"/>
                  </a:lnTo>
                  <a:lnTo>
                    <a:pt x="17448" y="1880673"/>
                  </a:lnTo>
                  <a:lnTo>
                    <a:pt x="18304" y="1922158"/>
                  </a:lnTo>
                  <a:lnTo>
                    <a:pt x="19159" y="1877992"/>
                  </a:lnTo>
                  <a:lnTo>
                    <a:pt x="20015" y="1808599"/>
                  </a:lnTo>
                  <a:lnTo>
                    <a:pt x="20870" y="1815975"/>
                  </a:lnTo>
                  <a:lnTo>
                    <a:pt x="21726" y="1891695"/>
                  </a:lnTo>
                  <a:lnTo>
                    <a:pt x="22581" y="1968519"/>
                  </a:lnTo>
                  <a:lnTo>
                    <a:pt x="23437" y="1984178"/>
                  </a:lnTo>
                  <a:lnTo>
                    <a:pt x="24292" y="1930713"/>
                  </a:lnTo>
                  <a:lnTo>
                    <a:pt x="25148" y="1778855"/>
                  </a:lnTo>
                  <a:lnTo>
                    <a:pt x="26003" y="1547847"/>
                  </a:lnTo>
                  <a:lnTo>
                    <a:pt x="26859" y="1322441"/>
                  </a:lnTo>
                  <a:lnTo>
                    <a:pt x="27714" y="1203473"/>
                  </a:lnTo>
                  <a:lnTo>
                    <a:pt x="28570" y="1141288"/>
                  </a:lnTo>
                  <a:lnTo>
                    <a:pt x="29425" y="1105915"/>
                  </a:lnTo>
                  <a:lnTo>
                    <a:pt x="30281" y="1128324"/>
                  </a:lnTo>
                  <a:lnTo>
                    <a:pt x="31136" y="1196557"/>
                  </a:lnTo>
                  <a:lnTo>
                    <a:pt x="31992" y="1216570"/>
                  </a:lnTo>
                  <a:lnTo>
                    <a:pt x="32847" y="1212179"/>
                  </a:lnTo>
                  <a:lnTo>
                    <a:pt x="33703" y="1275016"/>
                  </a:lnTo>
                  <a:lnTo>
                    <a:pt x="34559" y="1427417"/>
                  </a:lnTo>
                  <a:lnTo>
                    <a:pt x="35414" y="1605942"/>
                  </a:lnTo>
                  <a:lnTo>
                    <a:pt x="36270" y="1781427"/>
                  </a:lnTo>
                  <a:lnTo>
                    <a:pt x="37125" y="1940197"/>
                  </a:lnTo>
                  <a:lnTo>
                    <a:pt x="37981" y="2010022"/>
                  </a:lnTo>
                  <a:lnTo>
                    <a:pt x="38836" y="1947694"/>
                  </a:lnTo>
                  <a:lnTo>
                    <a:pt x="39692" y="1827593"/>
                  </a:lnTo>
                  <a:lnTo>
                    <a:pt x="40547" y="1746871"/>
                  </a:lnTo>
                  <a:lnTo>
                    <a:pt x="41403" y="1668359"/>
                  </a:lnTo>
                  <a:lnTo>
                    <a:pt x="42258" y="1658982"/>
                  </a:lnTo>
                  <a:lnTo>
                    <a:pt x="43114" y="1686867"/>
                  </a:lnTo>
                  <a:lnTo>
                    <a:pt x="43969" y="1797485"/>
                  </a:lnTo>
                  <a:lnTo>
                    <a:pt x="44825" y="1839104"/>
                  </a:lnTo>
                  <a:lnTo>
                    <a:pt x="45680" y="1795120"/>
                  </a:lnTo>
                  <a:lnTo>
                    <a:pt x="46536" y="1734196"/>
                  </a:lnTo>
                  <a:lnTo>
                    <a:pt x="47391" y="1655028"/>
                  </a:lnTo>
                  <a:lnTo>
                    <a:pt x="48247" y="1559147"/>
                  </a:lnTo>
                  <a:lnTo>
                    <a:pt x="49103" y="1468915"/>
                  </a:lnTo>
                  <a:lnTo>
                    <a:pt x="49958" y="1425902"/>
                  </a:lnTo>
                  <a:lnTo>
                    <a:pt x="50814" y="1435981"/>
                  </a:lnTo>
                  <a:lnTo>
                    <a:pt x="51669" y="1461332"/>
                  </a:lnTo>
                  <a:lnTo>
                    <a:pt x="52525" y="1536128"/>
                  </a:lnTo>
                  <a:lnTo>
                    <a:pt x="53380" y="1635950"/>
                  </a:lnTo>
                  <a:lnTo>
                    <a:pt x="54236" y="1649101"/>
                  </a:lnTo>
                  <a:lnTo>
                    <a:pt x="55091" y="1638356"/>
                  </a:lnTo>
                  <a:lnTo>
                    <a:pt x="55947" y="1653246"/>
                  </a:lnTo>
                  <a:lnTo>
                    <a:pt x="56802" y="1690064"/>
                  </a:lnTo>
                  <a:lnTo>
                    <a:pt x="57658" y="1705552"/>
                  </a:lnTo>
                  <a:lnTo>
                    <a:pt x="58513" y="1646741"/>
                  </a:lnTo>
                  <a:lnTo>
                    <a:pt x="59369" y="1637141"/>
                  </a:lnTo>
                  <a:lnTo>
                    <a:pt x="60224" y="1760777"/>
                  </a:lnTo>
                  <a:lnTo>
                    <a:pt x="61080" y="1830464"/>
                  </a:lnTo>
                  <a:lnTo>
                    <a:pt x="61935" y="1824453"/>
                  </a:lnTo>
                  <a:lnTo>
                    <a:pt x="62791" y="1776814"/>
                  </a:lnTo>
                  <a:lnTo>
                    <a:pt x="63646" y="1763693"/>
                  </a:lnTo>
                  <a:lnTo>
                    <a:pt x="64502" y="1728847"/>
                  </a:lnTo>
                  <a:lnTo>
                    <a:pt x="65358" y="1550011"/>
                  </a:lnTo>
                  <a:lnTo>
                    <a:pt x="66213" y="1423072"/>
                  </a:lnTo>
                  <a:lnTo>
                    <a:pt x="67069" y="1430609"/>
                  </a:lnTo>
                  <a:lnTo>
                    <a:pt x="67924" y="1456520"/>
                  </a:lnTo>
                  <a:lnTo>
                    <a:pt x="68780" y="1544735"/>
                  </a:lnTo>
                  <a:lnTo>
                    <a:pt x="69635" y="1622383"/>
                  </a:lnTo>
                  <a:lnTo>
                    <a:pt x="70491" y="1699072"/>
                  </a:lnTo>
                  <a:lnTo>
                    <a:pt x="71346" y="1805456"/>
                  </a:lnTo>
                  <a:lnTo>
                    <a:pt x="72202" y="1859024"/>
                  </a:lnTo>
                  <a:lnTo>
                    <a:pt x="73057" y="1943416"/>
                  </a:lnTo>
                  <a:lnTo>
                    <a:pt x="73913" y="1971067"/>
                  </a:lnTo>
                  <a:lnTo>
                    <a:pt x="74768" y="2031754"/>
                  </a:lnTo>
                  <a:lnTo>
                    <a:pt x="75624" y="2119861"/>
                  </a:lnTo>
                  <a:lnTo>
                    <a:pt x="76479" y="2177501"/>
                  </a:lnTo>
                  <a:lnTo>
                    <a:pt x="77335" y="2145084"/>
                  </a:lnTo>
                  <a:lnTo>
                    <a:pt x="78190" y="2096500"/>
                  </a:lnTo>
                  <a:lnTo>
                    <a:pt x="79046" y="2143496"/>
                  </a:lnTo>
                  <a:lnTo>
                    <a:pt x="79901" y="2223329"/>
                  </a:lnTo>
                  <a:lnTo>
                    <a:pt x="80757" y="2263909"/>
                  </a:lnTo>
                  <a:lnTo>
                    <a:pt x="81613" y="2201354"/>
                  </a:lnTo>
                  <a:lnTo>
                    <a:pt x="82468" y="2203907"/>
                  </a:lnTo>
                  <a:lnTo>
                    <a:pt x="83324" y="2247595"/>
                  </a:lnTo>
                  <a:lnTo>
                    <a:pt x="84179" y="2231976"/>
                  </a:lnTo>
                  <a:lnTo>
                    <a:pt x="85035" y="2198289"/>
                  </a:lnTo>
                  <a:lnTo>
                    <a:pt x="85890" y="2219380"/>
                  </a:lnTo>
                  <a:lnTo>
                    <a:pt x="86746" y="2322473"/>
                  </a:lnTo>
                  <a:lnTo>
                    <a:pt x="87601" y="2420007"/>
                  </a:lnTo>
                  <a:lnTo>
                    <a:pt x="88457" y="2452299"/>
                  </a:lnTo>
                  <a:lnTo>
                    <a:pt x="89312" y="2463059"/>
                  </a:lnTo>
                  <a:lnTo>
                    <a:pt x="90168" y="2435457"/>
                  </a:lnTo>
                  <a:lnTo>
                    <a:pt x="91023" y="2415327"/>
                  </a:lnTo>
                  <a:lnTo>
                    <a:pt x="91879" y="2415327"/>
                  </a:lnTo>
                  <a:lnTo>
                    <a:pt x="92734" y="2415328"/>
                  </a:lnTo>
                  <a:lnTo>
                    <a:pt x="93590" y="2415328"/>
                  </a:lnTo>
                  <a:lnTo>
                    <a:pt x="94445" y="2415328"/>
                  </a:lnTo>
                  <a:lnTo>
                    <a:pt x="95301" y="2448878"/>
                  </a:lnTo>
                  <a:lnTo>
                    <a:pt x="96156" y="2486392"/>
                  </a:lnTo>
                  <a:lnTo>
                    <a:pt x="97012" y="2481507"/>
                  </a:lnTo>
                  <a:lnTo>
                    <a:pt x="97868" y="2449106"/>
                  </a:lnTo>
                  <a:lnTo>
                    <a:pt x="98723" y="2417490"/>
                  </a:lnTo>
                  <a:lnTo>
                    <a:pt x="99579" y="2413445"/>
                  </a:lnTo>
                  <a:lnTo>
                    <a:pt x="100434" y="2413446"/>
                  </a:lnTo>
                  <a:lnTo>
                    <a:pt x="101290" y="2426259"/>
                  </a:lnTo>
                  <a:lnTo>
                    <a:pt x="102145" y="2458881"/>
                  </a:lnTo>
                  <a:lnTo>
                    <a:pt x="103001" y="2495771"/>
                  </a:lnTo>
                  <a:lnTo>
                    <a:pt x="103856" y="2488087"/>
                  </a:lnTo>
                  <a:lnTo>
                    <a:pt x="104712" y="2420457"/>
                  </a:lnTo>
                  <a:lnTo>
                    <a:pt x="105567" y="2419138"/>
                  </a:lnTo>
                  <a:lnTo>
                    <a:pt x="106423" y="2406326"/>
                  </a:lnTo>
                  <a:lnTo>
                    <a:pt x="107278" y="2378589"/>
                  </a:lnTo>
                  <a:lnTo>
                    <a:pt x="108134" y="2359927"/>
                  </a:lnTo>
                  <a:lnTo>
                    <a:pt x="108989" y="2360210"/>
                  </a:lnTo>
                  <a:lnTo>
                    <a:pt x="109845" y="2412234"/>
                  </a:lnTo>
                  <a:lnTo>
                    <a:pt x="110700" y="2411666"/>
                  </a:lnTo>
                  <a:lnTo>
                    <a:pt x="111556" y="2387495"/>
                  </a:lnTo>
                  <a:lnTo>
                    <a:pt x="112412" y="2323743"/>
                  </a:lnTo>
                  <a:lnTo>
                    <a:pt x="113267" y="2174812"/>
                  </a:lnTo>
                  <a:lnTo>
                    <a:pt x="114123" y="2014556"/>
                  </a:lnTo>
                  <a:lnTo>
                    <a:pt x="114978" y="1868305"/>
                  </a:lnTo>
                  <a:lnTo>
                    <a:pt x="115834" y="1748737"/>
                  </a:lnTo>
                  <a:lnTo>
                    <a:pt x="116689" y="1737968"/>
                  </a:lnTo>
                  <a:lnTo>
                    <a:pt x="117545" y="1830976"/>
                  </a:lnTo>
                  <a:lnTo>
                    <a:pt x="118400" y="1960510"/>
                  </a:lnTo>
                  <a:lnTo>
                    <a:pt x="119256" y="2092879"/>
                  </a:lnTo>
                  <a:lnTo>
                    <a:pt x="120111" y="2105940"/>
                  </a:lnTo>
                  <a:lnTo>
                    <a:pt x="120967" y="2012819"/>
                  </a:lnTo>
                  <a:lnTo>
                    <a:pt x="121822" y="1856078"/>
                  </a:lnTo>
                  <a:lnTo>
                    <a:pt x="122678" y="1754169"/>
                  </a:lnTo>
                  <a:lnTo>
                    <a:pt x="123533" y="1802545"/>
                  </a:lnTo>
                  <a:lnTo>
                    <a:pt x="124389" y="1804819"/>
                  </a:lnTo>
                  <a:lnTo>
                    <a:pt x="125244" y="1846643"/>
                  </a:lnTo>
                  <a:lnTo>
                    <a:pt x="126100" y="1965322"/>
                  </a:lnTo>
                  <a:lnTo>
                    <a:pt x="126955" y="2014193"/>
                  </a:lnTo>
                  <a:lnTo>
                    <a:pt x="127811" y="1974471"/>
                  </a:lnTo>
                  <a:lnTo>
                    <a:pt x="128667" y="1873566"/>
                  </a:lnTo>
                  <a:lnTo>
                    <a:pt x="129522" y="1824042"/>
                  </a:lnTo>
                  <a:lnTo>
                    <a:pt x="130378" y="1760490"/>
                  </a:lnTo>
                  <a:lnTo>
                    <a:pt x="131233" y="1733638"/>
                  </a:lnTo>
                  <a:lnTo>
                    <a:pt x="132089" y="1825247"/>
                  </a:lnTo>
                  <a:lnTo>
                    <a:pt x="132944" y="1834118"/>
                  </a:lnTo>
                  <a:lnTo>
                    <a:pt x="133800" y="1746527"/>
                  </a:lnTo>
                  <a:lnTo>
                    <a:pt x="134655" y="1772153"/>
                  </a:lnTo>
                  <a:lnTo>
                    <a:pt x="135511" y="1876715"/>
                  </a:lnTo>
                  <a:lnTo>
                    <a:pt x="136366" y="1888623"/>
                  </a:lnTo>
                  <a:lnTo>
                    <a:pt x="137222" y="1914525"/>
                  </a:lnTo>
                  <a:lnTo>
                    <a:pt x="138077" y="1933181"/>
                  </a:lnTo>
                  <a:lnTo>
                    <a:pt x="138933" y="1937107"/>
                  </a:lnTo>
                  <a:lnTo>
                    <a:pt x="139788" y="1875691"/>
                  </a:lnTo>
                  <a:lnTo>
                    <a:pt x="140644" y="1842079"/>
                  </a:lnTo>
                  <a:lnTo>
                    <a:pt x="141499" y="1894269"/>
                  </a:lnTo>
                  <a:lnTo>
                    <a:pt x="142355" y="1836690"/>
                  </a:lnTo>
                  <a:lnTo>
                    <a:pt x="143210" y="1805635"/>
                  </a:lnTo>
                  <a:lnTo>
                    <a:pt x="144066" y="1774423"/>
                  </a:lnTo>
                  <a:lnTo>
                    <a:pt x="144922" y="1720848"/>
                  </a:lnTo>
                  <a:lnTo>
                    <a:pt x="145777" y="1636173"/>
                  </a:lnTo>
                  <a:lnTo>
                    <a:pt x="146633" y="1560515"/>
                  </a:lnTo>
                  <a:lnTo>
                    <a:pt x="147488" y="1590500"/>
                  </a:lnTo>
                  <a:lnTo>
                    <a:pt x="148344" y="1593761"/>
                  </a:lnTo>
                  <a:lnTo>
                    <a:pt x="149199" y="1581274"/>
                  </a:lnTo>
                  <a:lnTo>
                    <a:pt x="150055" y="1544797"/>
                  </a:lnTo>
                  <a:lnTo>
                    <a:pt x="150910" y="1521261"/>
                  </a:lnTo>
                  <a:lnTo>
                    <a:pt x="151766" y="1461675"/>
                  </a:lnTo>
                  <a:lnTo>
                    <a:pt x="152621" y="1357064"/>
                  </a:lnTo>
                  <a:lnTo>
                    <a:pt x="153477" y="1379562"/>
                  </a:lnTo>
                  <a:lnTo>
                    <a:pt x="154332" y="1461621"/>
                  </a:lnTo>
                  <a:lnTo>
                    <a:pt x="155188" y="1621436"/>
                  </a:lnTo>
                  <a:lnTo>
                    <a:pt x="156043" y="1865898"/>
                  </a:lnTo>
                  <a:lnTo>
                    <a:pt x="156899" y="1977800"/>
                  </a:lnTo>
                  <a:lnTo>
                    <a:pt x="157754" y="2013306"/>
                  </a:lnTo>
                  <a:lnTo>
                    <a:pt x="158610" y="1942983"/>
                  </a:lnTo>
                  <a:lnTo>
                    <a:pt x="159466" y="1822816"/>
                  </a:lnTo>
                  <a:lnTo>
                    <a:pt x="160321" y="1667180"/>
                  </a:lnTo>
                  <a:lnTo>
                    <a:pt x="161177" y="1443763"/>
                  </a:lnTo>
                  <a:lnTo>
                    <a:pt x="162032" y="1325068"/>
                  </a:lnTo>
                  <a:lnTo>
                    <a:pt x="162888" y="1199684"/>
                  </a:lnTo>
                  <a:lnTo>
                    <a:pt x="163743" y="1124580"/>
                  </a:lnTo>
                  <a:lnTo>
                    <a:pt x="164599" y="1128666"/>
                  </a:lnTo>
                  <a:lnTo>
                    <a:pt x="165454" y="1102091"/>
                  </a:lnTo>
                  <a:lnTo>
                    <a:pt x="166310" y="1072045"/>
                  </a:lnTo>
                  <a:lnTo>
                    <a:pt x="167165" y="1099445"/>
                  </a:lnTo>
                  <a:lnTo>
                    <a:pt x="168021" y="1228951"/>
                  </a:lnTo>
                  <a:lnTo>
                    <a:pt x="168876" y="1313947"/>
                  </a:lnTo>
                  <a:lnTo>
                    <a:pt x="169732" y="1353311"/>
                  </a:lnTo>
                  <a:lnTo>
                    <a:pt x="170587" y="1470084"/>
                  </a:lnTo>
                  <a:lnTo>
                    <a:pt x="171443" y="1617622"/>
                  </a:lnTo>
                  <a:lnTo>
                    <a:pt x="172298" y="1771145"/>
                  </a:lnTo>
                  <a:lnTo>
                    <a:pt x="173154" y="1817033"/>
                  </a:lnTo>
                  <a:lnTo>
                    <a:pt x="174009" y="1832735"/>
                  </a:lnTo>
                  <a:lnTo>
                    <a:pt x="174865" y="1956410"/>
                  </a:lnTo>
                  <a:lnTo>
                    <a:pt x="175721" y="2042679"/>
                  </a:lnTo>
                  <a:lnTo>
                    <a:pt x="176576" y="2021049"/>
                  </a:lnTo>
                  <a:lnTo>
                    <a:pt x="177432" y="1970482"/>
                  </a:lnTo>
                  <a:lnTo>
                    <a:pt x="178287" y="2070865"/>
                  </a:lnTo>
                  <a:lnTo>
                    <a:pt x="179143" y="2235690"/>
                  </a:lnTo>
                  <a:lnTo>
                    <a:pt x="179998" y="2286729"/>
                  </a:lnTo>
                  <a:lnTo>
                    <a:pt x="180854" y="2254575"/>
                  </a:lnTo>
                  <a:lnTo>
                    <a:pt x="181709" y="2268922"/>
                  </a:lnTo>
                  <a:lnTo>
                    <a:pt x="182565" y="2300698"/>
                  </a:lnTo>
                  <a:lnTo>
                    <a:pt x="183420" y="2161498"/>
                  </a:lnTo>
                  <a:lnTo>
                    <a:pt x="184276" y="1976024"/>
                  </a:lnTo>
                  <a:lnTo>
                    <a:pt x="185131" y="1860150"/>
                  </a:lnTo>
                  <a:lnTo>
                    <a:pt x="185987" y="1794871"/>
                  </a:lnTo>
                  <a:lnTo>
                    <a:pt x="186842" y="1748453"/>
                  </a:lnTo>
                  <a:lnTo>
                    <a:pt x="187698" y="1664066"/>
                  </a:lnTo>
                  <a:lnTo>
                    <a:pt x="188553" y="1744526"/>
                  </a:lnTo>
                  <a:lnTo>
                    <a:pt x="189409" y="1879775"/>
                  </a:lnTo>
                  <a:lnTo>
                    <a:pt x="190264" y="2022697"/>
                  </a:lnTo>
                  <a:lnTo>
                    <a:pt x="191120" y="2105106"/>
                  </a:lnTo>
                  <a:lnTo>
                    <a:pt x="191976" y="2157894"/>
                  </a:lnTo>
                  <a:lnTo>
                    <a:pt x="192831" y="2238848"/>
                  </a:lnTo>
                  <a:lnTo>
                    <a:pt x="193687" y="2121820"/>
                  </a:lnTo>
                  <a:lnTo>
                    <a:pt x="194542" y="2056347"/>
                  </a:lnTo>
                  <a:lnTo>
                    <a:pt x="195398" y="2052667"/>
                  </a:lnTo>
                  <a:lnTo>
                    <a:pt x="196253" y="2116343"/>
                  </a:lnTo>
                  <a:lnTo>
                    <a:pt x="197109" y="2115862"/>
                  </a:lnTo>
                  <a:lnTo>
                    <a:pt x="197964" y="2094120"/>
                  </a:lnTo>
                  <a:lnTo>
                    <a:pt x="198820" y="2222303"/>
                  </a:lnTo>
                  <a:lnTo>
                    <a:pt x="199675" y="2331031"/>
                  </a:lnTo>
                  <a:lnTo>
                    <a:pt x="200531" y="2366753"/>
                  </a:lnTo>
                  <a:lnTo>
                    <a:pt x="201386" y="2377045"/>
                  </a:lnTo>
                  <a:lnTo>
                    <a:pt x="202242" y="2387699"/>
                  </a:lnTo>
                  <a:lnTo>
                    <a:pt x="203097" y="2398683"/>
                  </a:lnTo>
                  <a:lnTo>
                    <a:pt x="203953" y="2346904"/>
                  </a:lnTo>
                  <a:lnTo>
                    <a:pt x="204808" y="2274900"/>
                  </a:lnTo>
                  <a:lnTo>
                    <a:pt x="205664" y="2259614"/>
                  </a:lnTo>
                  <a:lnTo>
                    <a:pt x="206520" y="2207561"/>
                  </a:lnTo>
                  <a:lnTo>
                    <a:pt x="207375" y="2189900"/>
                  </a:lnTo>
                  <a:lnTo>
                    <a:pt x="208231" y="2180712"/>
                  </a:lnTo>
                  <a:lnTo>
                    <a:pt x="209086" y="2249847"/>
                  </a:lnTo>
                  <a:lnTo>
                    <a:pt x="209942" y="2298868"/>
                  </a:lnTo>
                  <a:lnTo>
                    <a:pt x="210797" y="2292878"/>
                  </a:lnTo>
                  <a:lnTo>
                    <a:pt x="211653" y="2373079"/>
                  </a:lnTo>
                  <a:lnTo>
                    <a:pt x="212508" y="2468096"/>
                  </a:lnTo>
                  <a:lnTo>
                    <a:pt x="213364" y="2475652"/>
                  </a:lnTo>
                  <a:lnTo>
                    <a:pt x="214219" y="2322448"/>
                  </a:lnTo>
                  <a:lnTo>
                    <a:pt x="215075" y="2213911"/>
                  </a:lnTo>
                  <a:lnTo>
                    <a:pt x="215930" y="2158505"/>
                  </a:lnTo>
                  <a:lnTo>
                    <a:pt x="216786" y="2128595"/>
                  </a:lnTo>
                  <a:lnTo>
                    <a:pt x="217641" y="2044473"/>
                  </a:lnTo>
                  <a:lnTo>
                    <a:pt x="218497" y="2035830"/>
                  </a:lnTo>
                  <a:lnTo>
                    <a:pt x="219352" y="2123943"/>
                  </a:lnTo>
                  <a:lnTo>
                    <a:pt x="220208" y="2132085"/>
                  </a:lnTo>
                  <a:lnTo>
                    <a:pt x="221063" y="2078762"/>
                  </a:lnTo>
                  <a:lnTo>
                    <a:pt x="221919" y="2055770"/>
                  </a:lnTo>
                  <a:lnTo>
                    <a:pt x="222775" y="2042112"/>
                  </a:lnTo>
                  <a:lnTo>
                    <a:pt x="223630" y="2003453"/>
                  </a:lnTo>
                  <a:lnTo>
                    <a:pt x="224486" y="1997413"/>
                  </a:lnTo>
                  <a:lnTo>
                    <a:pt x="225341" y="2031345"/>
                  </a:lnTo>
                  <a:lnTo>
                    <a:pt x="226197" y="2007129"/>
                  </a:lnTo>
                  <a:lnTo>
                    <a:pt x="227052" y="1901985"/>
                  </a:lnTo>
                  <a:lnTo>
                    <a:pt x="227908" y="1879740"/>
                  </a:lnTo>
                  <a:lnTo>
                    <a:pt x="228763" y="1841933"/>
                  </a:lnTo>
                  <a:lnTo>
                    <a:pt x="229619" y="1737114"/>
                  </a:lnTo>
                  <a:lnTo>
                    <a:pt x="230474" y="1697137"/>
                  </a:lnTo>
                  <a:lnTo>
                    <a:pt x="231330" y="1703483"/>
                  </a:lnTo>
                  <a:lnTo>
                    <a:pt x="232185" y="1683148"/>
                  </a:lnTo>
                  <a:lnTo>
                    <a:pt x="233041" y="1664559"/>
                  </a:lnTo>
                  <a:lnTo>
                    <a:pt x="233896" y="1720986"/>
                  </a:lnTo>
                  <a:lnTo>
                    <a:pt x="234752" y="1854704"/>
                  </a:lnTo>
                  <a:lnTo>
                    <a:pt x="235607" y="1941174"/>
                  </a:lnTo>
                  <a:lnTo>
                    <a:pt x="236463" y="1996077"/>
                  </a:lnTo>
                  <a:lnTo>
                    <a:pt x="237318" y="2088796"/>
                  </a:lnTo>
                  <a:lnTo>
                    <a:pt x="238174" y="2077119"/>
                  </a:lnTo>
                  <a:lnTo>
                    <a:pt x="239030" y="2011439"/>
                  </a:lnTo>
                  <a:lnTo>
                    <a:pt x="239885" y="1942031"/>
                  </a:lnTo>
                  <a:lnTo>
                    <a:pt x="240741" y="1906889"/>
                  </a:lnTo>
                  <a:lnTo>
                    <a:pt x="241596" y="1967023"/>
                  </a:lnTo>
                  <a:lnTo>
                    <a:pt x="242452" y="1992659"/>
                  </a:lnTo>
                  <a:lnTo>
                    <a:pt x="243307" y="2107619"/>
                  </a:lnTo>
                  <a:lnTo>
                    <a:pt x="244163" y="2198161"/>
                  </a:lnTo>
                  <a:lnTo>
                    <a:pt x="245018" y="2236450"/>
                  </a:lnTo>
                  <a:lnTo>
                    <a:pt x="245874" y="2161560"/>
                  </a:lnTo>
                  <a:lnTo>
                    <a:pt x="246729" y="2000385"/>
                  </a:lnTo>
                  <a:lnTo>
                    <a:pt x="247585" y="1872342"/>
                  </a:lnTo>
                  <a:lnTo>
                    <a:pt x="248440" y="1787354"/>
                  </a:lnTo>
                  <a:lnTo>
                    <a:pt x="249296" y="1758815"/>
                  </a:lnTo>
                  <a:lnTo>
                    <a:pt x="250151" y="1711310"/>
                  </a:lnTo>
                  <a:lnTo>
                    <a:pt x="251007" y="1689381"/>
                  </a:lnTo>
                  <a:lnTo>
                    <a:pt x="251862" y="1737085"/>
                  </a:lnTo>
                  <a:lnTo>
                    <a:pt x="252718" y="1860426"/>
                  </a:lnTo>
                  <a:lnTo>
                    <a:pt x="253574" y="1862325"/>
                  </a:lnTo>
                  <a:lnTo>
                    <a:pt x="254429" y="1787316"/>
                  </a:lnTo>
                  <a:lnTo>
                    <a:pt x="255285" y="1696240"/>
                  </a:lnTo>
                  <a:lnTo>
                    <a:pt x="256140" y="1607414"/>
                  </a:lnTo>
                  <a:lnTo>
                    <a:pt x="256996" y="1516715"/>
                  </a:lnTo>
                  <a:lnTo>
                    <a:pt x="257851" y="1318559"/>
                  </a:lnTo>
                  <a:lnTo>
                    <a:pt x="258707" y="1203170"/>
                  </a:lnTo>
                  <a:lnTo>
                    <a:pt x="259562" y="1215071"/>
                  </a:lnTo>
                  <a:lnTo>
                    <a:pt x="260418" y="1359892"/>
                  </a:lnTo>
                  <a:lnTo>
                    <a:pt x="261273" y="1572490"/>
                  </a:lnTo>
                  <a:lnTo>
                    <a:pt x="262129" y="1695550"/>
                  </a:lnTo>
                  <a:lnTo>
                    <a:pt x="262984" y="1860047"/>
                  </a:lnTo>
                  <a:lnTo>
                    <a:pt x="263840" y="1955197"/>
                  </a:lnTo>
                  <a:lnTo>
                    <a:pt x="264695" y="2005681"/>
                  </a:lnTo>
                  <a:lnTo>
                    <a:pt x="265551" y="2008335"/>
                  </a:lnTo>
                  <a:lnTo>
                    <a:pt x="266406" y="1974600"/>
                  </a:lnTo>
                  <a:lnTo>
                    <a:pt x="267262" y="1983450"/>
                  </a:lnTo>
                  <a:lnTo>
                    <a:pt x="268117" y="1953239"/>
                  </a:lnTo>
                  <a:lnTo>
                    <a:pt x="268973" y="1941310"/>
                  </a:lnTo>
                  <a:lnTo>
                    <a:pt x="269829" y="1977427"/>
                  </a:lnTo>
                  <a:lnTo>
                    <a:pt x="270684" y="2005364"/>
                  </a:lnTo>
                  <a:lnTo>
                    <a:pt x="271540" y="1970694"/>
                  </a:lnTo>
                  <a:lnTo>
                    <a:pt x="272395" y="1870365"/>
                  </a:lnTo>
                  <a:lnTo>
                    <a:pt x="273251" y="1795131"/>
                  </a:lnTo>
                  <a:lnTo>
                    <a:pt x="274106" y="1795651"/>
                  </a:lnTo>
                  <a:lnTo>
                    <a:pt x="274962" y="1690286"/>
                  </a:lnTo>
                  <a:lnTo>
                    <a:pt x="275817" y="1549090"/>
                  </a:lnTo>
                  <a:lnTo>
                    <a:pt x="276673" y="1530415"/>
                  </a:lnTo>
                  <a:lnTo>
                    <a:pt x="277528" y="1554432"/>
                  </a:lnTo>
                  <a:lnTo>
                    <a:pt x="278384" y="1576148"/>
                  </a:lnTo>
                  <a:lnTo>
                    <a:pt x="279239" y="1623108"/>
                  </a:lnTo>
                  <a:lnTo>
                    <a:pt x="280095" y="1606397"/>
                  </a:lnTo>
                  <a:lnTo>
                    <a:pt x="280950" y="1608436"/>
                  </a:lnTo>
                  <a:lnTo>
                    <a:pt x="281806" y="1663728"/>
                  </a:lnTo>
                  <a:lnTo>
                    <a:pt x="282661" y="1694699"/>
                  </a:lnTo>
                  <a:lnTo>
                    <a:pt x="283517" y="1662111"/>
                  </a:lnTo>
                  <a:lnTo>
                    <a:pt x="284372" y="1529946"/>
                  </a:lnTo>
                  <a:lnTo>
                    <a:pt x="285228" y="1537198"/>
                  </a:lnTo>
                  <a:lnTo>
                    <a:pt x="286084" y="1569568"/>
                  </a:lnTo>
                  <a:lnTo>
                    <a:pt x="286939" y="1514245"/>
                  </a:lnTo>
                  <a:lnTo>
                    <a:pt x="287795" y="1503869"/>
                  </a:lnTo>
                  <a:lnTo>
                    <a:pt x="288650" y="1576710"/>
                  </a:lnTo>
                  <a:lnTo>
                    <a:pt x="289506" y="1680309"/>
                  </a:lnTo>
                  <a:lnTo>
                    <a:pt x="290361" y="1691002"/>
                  </a:lnTo>
                  <a:lnTo>
                    <a:pt x="291217" y="1685176"/>
                  </a:lnTo>
                  <a:lnTo>
                    <a:pt x="292072" y="1746737"/>
                  </a:lnTo>
                  <a:lnTo>
                    <a:pt x="292928" y="1806007"/>
                  </a:lnTo>
                  <a:lnTo>
                    <a:pt x="293783" y="1902988"/>
                  </a:lnTo>
                  <a:lnTo>
                    <a:pt x="294639" y="2048617"/>
                  </a:lnTo>
                  <a:lnTo>
                    <a:pt x="295494" y="2218163"/>
                  </a:lnTo>
                  <a:lnTo>
                    <a:pt x="296350" y="2369132"/>
                  </a:lnTo>
                  <a:lnTo>
                    <a:pt x="297205" y="2422846"/>
                  </a:lnTo>
                  <a:lnTo>
                    <a:pt x="298061" y="2477229"/>
                  </a:lnTo>
                  <a:lnTo>
                    <a:pt x="298916" y="2428522"/>
                  </a:lnTo>
                  <a:lnTo>
                    <a:pt x="299772" y="2327795"/>
                  </a:lnTo>
                  <a:lnTo>
                    <a:pt x="300628" y="2203752"/>
                  </a:lnTo>
                  <a:lnTo>
                    <a:pt x="301483" y="2157906"/>
                  </a:lnTo>
                  <a:lnTo>
                    <a:pt x="302339" y="2142372"/>
                  </a:lnTo>
                  <a:lnTo>
                    <a:pt x="303194" y="2089544"/>
                  </a:lnTo>
                  <a:lnTo>
                    <a:pt x="304050" y="2055394"/>
                  </a:lnTo>
                  <a:lnTo>
                    <a:pt x="304905" y="2030446"/>
                  </a:lnTo>
                  <a:lnTo>
                    <a:pt x="305761" y="2039862"/>
                  </a:lnTo>
                  <a:lnTo>
                    <a:pt x="306616" y="2027953"/>
                  </a:lnTo>
                  <a:lnTo>
                    <a:pt x="307472" y="2033597"/>
                  </a:lnTo>
                  <a:lnTo>
                    <a:pt x="308327" y="2007356"/>
                  </a:lnTo>
                  <a:lnTo>
                    <a:pt x="309183" y="2009409"/>
                  </a:lnTo>
                  <a:lnTo>
                    <a:pt x="310038" y="2044589"/>
                  </a:lnTo>
                  <a:lnTo>
                    <a:pt x="310894" y="2147833"/>
                  </a:lnTo>
                  <a:lnTo>
                    <a:pt x="311749" y="2205589"/>
                  </a:lnTo>
                  <a:lnTo>
                    <a:pt x="312605" y="2215478"/>
                  </a:lnTo>
                  <a:lnTo>
                    <a:pt x="313460" y="2312099"/>
                  </a:lnTo>
                  <a:lnTo>
                    <a:pt x="314316" y="2373996"/>
                  </a:lnTo>
                  <a:lnTo>
                    <a:pt x="315171" y="2338827"/>
                  </a:lnTo>
                  <a:lnTo>
                    <a:pt x="316027" y="2198417"/>
                  </a:lnTo>
                  <a:lnTo>
                    <a:pt x="316883" y="2037970"/>
                  </a:lnTo>
                  <a:lnTo>
                    <a:pt x="317738" y="1969487"/>
                  </a:lnTo>
                  <a:lnTo>
                    <a:pt x="318594" y="1952056"/>
                  </a:lnTo>
                  <a:lnTo>
                    <a:pt x="319449" y="1949345"/>
                  </a:lnTo>
                  <a:lnTo>
                    <a:pt x="320305" y="2003614"/>
                  </a:lnTo>
                  <a:lnTo>
                    <a:pt x="321160" y="2099727"/>
                  </a:lnTo>
                  <a:lnTo>
                    <a:pt x="322016" y="2182592"/>
                  </a:lnTo>
                  <a:lnTo>
                    <a:pt x="322871" y="2216762"/>
                  </a:lnTo>
                  <a:lnTo>
                    <a:pt x="323727" y="2189733"/>
                  </a:lnTo>
                  <a:lnTo>
                    <a:pt x="324582" y="2129700"/>
                  </a:lnTo>
                  <a:lnTo>
                    <a:pt x="325438" y="2028602"/>
                  </a:lnTo>
                  <a:lnTo>
                    <a:pt x="326293" y="1906168"/>
                  </a:lnTo>
                  <a:lnTo>
                    <a:pt x="327149" y="1827176"/>
                  </a:lnTo>
                  <a:lnTo>
                    <a:pt x="328004" y="1749513"/>
                  </a:lnTo>
                  <a:lnTo>
                    <a:pt x="328860" y="1632899"/>
                  </a:lnTo>
                  <a:lnTo>
                    <a:pt x="329715" y="1543537"/>
                  </a:lnTo>
                  <a:lnTo>
                    <a:pt x="330571" y="1539097"/>
                  </a:lnTo>
                  <a:lnTo>
                    <a:pt x="331426" y="1595820"/>
                  </a:lnTo>
                  <a:lnTo>
                    <a:pt x="332282" y="1612255"/>
                  </a:lnTo>
                  <a:lnTo>
                    <a:pt x="333138" y="1539115"/>
                  </a:lnTo>
                  <a:lnTo>
                    <a:pt x="333993" y="1549936"/>
                  </a:lnTo>
                  <a:lnTo>
                    <a:pt x="334849" y="1614874"/>
                  </a:lnTo>
                  <a:lnTo>
                    <a:pt x="335704" y="1704618"/>
                  </a:lnTo>
                  <a:lnTo>
                    <a:pt x="336560" y="1745988"/>
                  </a:lnTo>
                  <a:lnTo>
                    <a:pt x="337415" y="1792162"/>
                  </a:lnTo>
                  <a:lnTo>
                    <a:pt x="338271" y="1892972"/>
                  </a:lnTo>
                  <a:lnTo>
                    <a:pt x="339126" y="2028527"/>
                  </a:lnTo>
                  <a:lnTo>
                    <a:pt x="339982" y="2111823"/>
                  </a:lnTo>
                  <a:lnTo>
                    <a:pt x="340837" y="2087765"/>
                  </a:lnTo>
                  <a:lnTo>
                    <a:pt x="341693" y="2073254"/>
                  </a:lnTo>
                  <a:lnTo>
                    <a:pt x="342548" y="2056081"/>
                  </a:lnTo>
                  <a:lnTo>
                    <a:pt x="343404" y="2095025"/>
                  </a:lnTo>
                  <a:lnTo>
                    <a:pt x="344259" y="2170466"/>
                  </a:lnTo>
                  <a:lnTo>
                    <a:pt x="345115" y="2160021"/>
                  </a:lnTo>
                  <a:lnTo>
                    <a:pt x="345970" y="2094642"/>
                  </a:lnTo>
                  <a:lnTo>
                    <a:pt x="346826" y="2076877"/>
                  </a:lnTo>
                  <a:lnTo>
                    <a:pt x="347681" y="2014283"/>
                  </a:lnTo>
                  <a:lnTo>
                    <a:pt x="348537" y="1864173"/>
                  </a:lnTo>
                  <a:lnTo>
                    <a:pt x="349393" y="1722482"/>
                  </a:lnTo>
                  <a:lnTo>
                    <a:pt x="350248" y="1723983"/>
                  </a:lnTo>
                  <a:lnTo>
                    <a:pt x="351104" y="1802765"/>
                  </a:lnTo>
                  <a:lnTo>
                    <a:pt x="351959" y="1813102"/>
                  </a:lnTo>
                  <a:lnTo>
                    <a:pt x="352815" y="1858008"/>
                  </a:lnTo>
                  <a:lnTo>
                    <a:pt x="353670" y="1923989"/>
                  </a:lnTo>
                  <a:lnTo>
                    <a:pt x="354526" y="1816679"/>
                  </a:lnTo>
                  <a:lnTo>
                    <a:pt x="355381" y="1636920"/>
                  </a:lnTo>
                  <a:lnTo>
                    <a:pt x="356237" y="1508662"/>
                  </a:lnTo>
                  <a:lnTo>
                    <a:pt x="357092" y="1427008"/>
                  </a:lnTo>
                  <a:lnTo>
                    <a:pt x="357948" y="1386733"/>
                  </a:lnTo>
                  <a:lnTo>
                    <a:pt x="358803" y="1441288"/>
                  </a:lnTo>
                  <a:lnTo>
                    <a:pt x="359659" y="1555233"/>
                  </a:lnTo>
                  <a:lnTo>
                    <a:pt x="360514" y="1677305"/>
                  </a:lnTo>
                  <a:lnTo>
                    <a:pt x="361370" y="1754790"/>
                  </a:lnTo>
                  <a:lnTo>
                    <a:pt x="362225" y="1831975"/>
                  </a:lnTo>
                  <a:lnTo>
                    <a:pt x="363081" y="1887688"/>
                  </a:lnTo>
                  <a:lnTo>
                    <a:pt x="363937" y="1782152"/>
                  </a:lnTo>
                  <a:lnTo>
                    <a:pt x="364792" y="1608733"/>
                  </a:lnTo>
                  <a:lnTo>
                    <a:pt x="365648" y="1505870"/>
                  </a:lnTo>
                  <a:lnTo>
                    <a:pt x="366503" y="1506406"/>
                  </a:lnTo>
                  <a:lnTo>
                    <a:pt x="367359" y="1448072"/>
                  </a:lnTo>
                  <a:lnTo>
                    <a:pt x="368214" y="1371889"/>
                  </a:lnTo>
                  <a:lnTo>
                    <a:pt x="369070" y="1371528"/>
                  </a:lnTo>
                  <a:lnTo>
                    <a:pt x="369925" y="1513095"/>
                  </a:lnTo>
                  <a:lnTo>
                    <a:pt x="370781" y="1629887"/>
                  </a:lnTo>
                  <a:lnTo>
                    <a:pt x="371636" y="1595641"/>
                  </a:lnTo>
                  <a:lnTo>
                    <a:pt x="372492" y="1621585"/>
                  </a:lnTo>
                  <a:lnTo>
                    <a:pt x="373347" y="1783084"/>
                  </a:lnTo>
                  <a:lnTo>
                    <a:pt x="374203" y="1921439"/>
                  </a:lnTo>
                  <a:lnTo>
                    <a:pt x="375058" y="1886571"/>
                  </a:lnTo>
                  <a:lnTo>
                    <a:pt x="375914" y="1823232"/>
                  </a:lnTo>
                  <a:lnTo>
                    <a:pt x="376769" y="1819286"/>
                  </a:lnTo>
                  <a:lnTo>
                    <a:pt x="377625" y="1847200"/>
                  </a:lnTo>
                  <a:lnTo>
                    <a:pt x="378480" y="1793329"/>
                  </a:lnTo>
                  <a:lnTo>
                    <a:pt x="379336" y="1810720"/>
                  </a:lnTo>
                  <a:lnTo>
                    <a:pt x="380192" y="1893307"/>
                  </a:lnTo>
                  <a:lnTo>
                    <a:pt x="381047" y="1974288"/>
                  </a:lnTo>
                  <a:lnTo>
                    <a:pt x="381903" y="2134253"/>
                  </a:lnTo>
                  <a:lnTo>
                    <a:pt x="382758" y="2166933"/>
                  </a:lnTo>
                  <a:lnTo>
                    <a:pt x="383614" y="2143307"/>
                  </a:lnTo>
                  <a:lnTo>
                    <a:pt x="384469" y="2122233"/>
                  </a:lnTo>
                  <a:lnTo>
                    <a:pt x="385325" y="2063081"/>
                  </a:lnTo>
                  <a:lnTo>
                    <a:pt x="386180" y="1972818"/>
                  </a:lnTo>
                  <a:lnTo>
                    <a:pt x="387036" y="1863549"/>
                  </a:lnTo>
                  <a:lnTo>
                    <a:pt x="387891" y="1858471"/>
                  </a:lnTo>
                  <a:lnTo>
                    <a:pt x="388747" y="1874695"/>
                  </a:lnTo>
                  <a:lnTo>
                    <a:pt x="389602" y="1804609"/>
                  </a:lnTo>
                  <a:lnTo>
                    <a:pt x="390458" y="1721535"/>
                  </a:lnTo>
                  <a:lnTo>
                    <a:pt x="391313" y="1654739"/>
                  </a:lnTo>
                  <a:lnTo>
                    <a:pt x="392169" y="1642291"/>
                  </a:lnTo>
                  <a:lnTo>
                    <a:pt x="393024" y="1666889"/>
                  </a:lnTo>
                  <a:lnTo>
                    <a:pt x="393880" y="1681687"/>
                  </a:lnTo>
                  <a:lnTo>
                    <a:pt x="394735" y="1657687"/>
                  </a:lnTo>
                  <a:lnTo>
                    <a:pt x="395591" y="1676461"/>
                  </a:lnTo>
                  <a:lnTo>
                    <a:pt x="396447" y="1726814"/>
                  </a:lnTo>
                  <a:lnTo>
                    <a:pt x="397302" y="1671645"/>
                  </a:lnTo>
                  <a:lnTo>
                    <a:pt x="398158" y="1581675"/>
                  </a:lnTo>
                  <a:lnTo>
                    <a:pt x="399013" y="1452257"/>
                  </a:lnTo>
                  <a:lnTo>
                    <a:pt x="399869" y="1355301"/>
                  </a:lnTo>
                  <a:lnTo>
                    <a:pt x="400724" y="1323226"/>
                  </a:lnTo>
                  <a:lnTo>
                    <a:pt x="401580" y="1304269"/>
                  </a:lnTo>
                  <a:lnTo>
                    <a:pt x="402435" y="1307062"/>
                  </a:lnTo>
                  <a:lnTo>
                    <a:pt x="403291" y="1367303"/>
                  </a:lnTo>
                  <a:lnTo>
                    <a:pt x="404146" y="1423663"/>
                  </a:lnTo>
                  <a:lnTo>
                    <a:pt x="405002" y="1488945"/>
                  </a:lnTo>
                  <a:lnTo>
                    <a:pt x="405857" y="1596302"/>
                  </a:lnTo>
                  <a:lnTo>
                    <a:pt x="406713" y="1684221"/>
                  </a:lnTo>
                  <a:lnTo>
                    <a:pt x="407568" y="1778203"/>
                  </a:lnTo>
                  <a:lnTo>
                    <a:pt x="408424" y="1772554"/>
                  </a:lnTo>
                  <a:lnTo>
                    <a:pt x="409279" y="1765439"/>
                  </a:lnTo>
                  <a:lnTo>
                    <a:pt x="410135" y="1748626"/>
                  </a:lnTo>
                  <a:lnTo>
                    <a:pt x="410991" y="1701615"/>
                  </a:lnTo>
                  <a:lnTo>
                    <a:pt x="411846" y="1689037"/>
                  </a:lnTo>
                  <a:lnTo>
                    <a:pt x="412702" y="1714049"/>
                  </a:lnTo>
                  <a:lnTo>
                    <a:pt x="413557" y="1761940"/>
                  </a:lnTo>
                  <a:lnTo>
                    <a:pt x="414413" y="1810930"/>
                  </a:lnTo>
                  <a:lnTo>
                    <a:pt x="415268" y="1869490"/>
                  </a:lnTo>
                  <a:lnTo>
                    <a:pt x="416124" y="1883596"/>
                  </a:lnTo>
                  <a:lnTo>
                    <a:pt x="416979" y="1826329"/>
                  </a:lnTo>
                  <a:lnTo>
                    <a:pt x="417835" y="1694957"/>
                  </a:lnTo>
                  <a:lnTo>
                    <a:pt x="418690" y="1587974"/>
                  </a:lnTo>
                  <a:lnTo>
                    <a:pt x="419546" y="1495982"/>
                  </a:lnTo>
                  <a:lnTo>
                    <a:pt x="420401" y="1466515"/>
                  </a:lnTo>
                  <a:lnTo>
                    <a:pt x="421257" y="1446391"/>
                  </a:lnTo>
                  <a:lnTo>
                    <a:pt x="422112" y="1434418"/>
                  </a:lnTo>
                  <a:lnTo>
                    <a:pt x="422968" y="1470047"/>
                  </a:lnTo>
                  <a:lnTo>
                    <a:pt x="423823" y="1488751"/>
                  </a:lnTo>
                  <a:lnTo>
                    <a:pt x="424679" y="1514266"/>
                  </a:lnTo>
                  <a:lnTo>
                    <a:pt x="425534" y="1586279"/>
                  </a:lnTo>
                  <a:lnTo>
                    <a:pt x="426390" y="1655283"/>
                  </a:lnTo>
                  <a:lnTo>
                    <a:pt x="427246" y="1755580"/>
                  </a:lnTo>
                  <a:lnTo>
                    <a:pt x="428101" y="1805437"/>
                  </a:lnTo>
                  <a:lnTo>
                    <a:pt x="428957" y="1856110"/>
                  </a:lnTo>
                  <a:lnTo>
                    <a:pt x="429812" y="1971916"/>
                  </a:lnTo>
                  <a:lnTo>
                    <a:pt x="430668" y="1941236"/>
                  </a:lnTo>
                  <a:lnTo>
                    <a:pt x="431523" y="1906494"/>
                  </a:lnTo>
                  <a:lnTo>
                    <a:pt x="432379" y="1827411"/>
                  </a:lnTo>
                  <a:lnTo>
                    <a:pt x="433234" y="1713531"/>
                  </a:lnTo>
                  <a:lnTo>
                    <a:pt x="434090" y="1532520"/>
                  </a:lnTo>
                  <a:lnTo>
                    <a:pt x="434945" y="1378439"/>
                  </a:lnTo>
                  <a:lnTo>
                    <a:pt x="435801" y="1373572"/>
                  </a:lnTo>
                  <a:lnTo>
                    <a:pt x="436656" y="1340566"/>
                  </a:lnTo>
                  <a:lnTo>
                    <a:pt x="437512" y="1307190"/>
                  </a:lnTo>
                  <a:lnTo>
                    <a:pt x="438367" y="1302628"/>
                  </a:lnTo>
                  <a:lnTo>
                    <a:pt x="439223" y="1316110"/>
                  </a:lnTo>
                  <a:lnTo>
                    <a:pt x="440078" y="1265138"/>
                  </a:lnTo>
                  <a:lnTo>
                    <a:pt x="440934" y="1164860"/>
                  </a:lnTo>
                  <a:lnTo>
                    <a:pt x="441789" y="1067747"/>
                  </a:lnTo>
                  <a:lnTo>
                    <a:pt x="442645" y="977406"/>
                  </a:lnTo>
                  <a:lnTo>
                    <a:pt x="443501" y="910223"/>
                  </a:lnTo>
                  <a:lnTo>
                    <a:pt x="444356" y="874882"/>
                  </a:lnTo>
                  <a:lnTo>
                    <a:pt x="445212" y="870833"/>
                  </a:lnTo>
                  <a:lnTo>
                    <a:pt x="446067" y="890973"/>
                  </a:lnTo>
                  <a:lnTo>
                    <a:pt x="446923" y="949295"/>
                  </a:lnTo>
                  <a:lnTo>
                    <a:pt x="447778" y="992091"/>
                  </a:lnTo>
                  <a:lnTo>
                    <a:pt x="448634" y="1065168"/>
                  </a:lnTo>
                  <a:lnTo>
                    <a:pt x="449489" y="1191721"/>
                  </a:lnTo>
                  <a:lnTo>
                    <a:pt x="450345" y="1309421"/>
                  </a:lnTo>
                  <a:lnTo>
                    <a:pt x="451200" y="1298716"/>
                  </a:lnTo>
                  <a:lnTo>
                    <a:pt x="452056" y="1296064"/>
                  </a:lnTo>
                  <a:lnTo>
                    <a:pt x="452911" y="1366276"/>
                  </a:lnTo>
                  <a:lnTo>
                    <a:pt x="453767" y="1351915"/>
                  </a:lnTo>
                  <a:lnTo>
                    <a:pt x="454622" y="1280951"/>
                  </a:lnTo>
                  <a:lnTo>
                    <a:pt x="455478" y="1209335"/>
                  </a:lnTo>
                  <a:lnTo>
                    <a:pt x="456333" y="1235029"/>
                  </a:lnTo>
                  <a:lnTo>
                    <a:pt x="457189" y="1229992"/>
                  </a:lnTo>
                  <a:lnTo>
                    <a:pt x="458045" y="1172782"/>
                  </a:lnTo>
                  <a:lnTo>
                    <a:pt x="458900" y="1185434"/>
                  </a:lnTo>
                  <a:lnTo>
                    <a:pt x="459756" y="1187501"/>
                  </a:lnTo>
                  <a:lnTo>
                    <a:pt x="460611" y="1170671"/>
                  </a:lnTo>
                  <a:lnTo>
                    <a:pt x="461467" y="1190672"/>
                  </a:lnTo>
                  <a:lnTo>
                    <a:pt x="462322" y="1229084"/>
                  </a:lnTo>
                  <a:lnTo>
                    <a:pt x="463178" y="1226695"/>
                  </a:lnTo>
                  <a:lnTo>
                    <a:pt x="464033" y="1223267"/>
                  </a:lnTo>
                  <a:lnTo>
                    <a:pt x="464889" y="1242045"/>
                  </a:lnTo>
                  <a:lnTo>
                    <a:pt x="465744" y="1269521"/>
                  </a:lnTo>
                  <a:lnTo>
                    <a:pt x="466600" y="1227139"/>
                  </a:lnTo>
                  <a:lnTo>
                    <a:pt x="467455" y="1165195"/>
                  </a:lnTo>
                  <a:lnTo>
                    <a:pt x="468311" y="1163953"/>
                  </a:lnTo>
                  <a:lnTo>
                    <a:pt x="469166" y="1079848"/>
                  </a:lnTo>
                  <a:lnTo>
                    <a:pt x="470022" y="957809"/>
                  </a:lnTo>
                  <a:lnTo>
                    <a:pt x="470877" y="838271"/>
                  </a:lnTo>
                  <a:lnTo>
                    <a:pt x="471733" y="711046"/>
                  </a:lnTo>
                  <a:lnTo>
                    <a:pt x="472588" y="640742"/>
                  </a:lnTo>
                  <a:lnTo>
                    <a:pt x="473444" y="598755"/>
                  </a:lnTo>
                  <a:lnTo>
                    <a:pt x="474300" y="568126"/>
                  </a:lnTo>
                  <a:lnTo>
                    <a:pt x="475155" y="556795"/>
                  </a:lnTo>
                  <a:lnTo>
                    <a:pt x="476011" y="526664"/>
                  </a:lnTo>
                  <a:lnTo>
                    <a:pt x="476866" y="521898"/>
                  </a:lnTo>
                  <a:lnTo>
                    <a:pt x="477722" y="466818"/>
                  </a:lnTo>
                  <a:lnTo>
                    <a:pt x="478577" y="383950"/>
                  </a:lnTo>
                  <a:lnTo>
                    <a:pt x="479433" y="326228"/>
                  </a:lnTo>
                  <a:lnTo>
                    <a:pt x="480288" y="230342"/>
                  </a:lnTo>
                  <a:lnTo>
                    <a:pt x="481144" y="131639"/>
                  </a:lnTo>
                  <a:lnTo>
                    <a:pt x="481999" y="58894"/>
                  </a:lnTo>
                  <a:lnTo>
                    <a:pt x="482855" y="35193"/>
                  </a:lnTo>
                  <a:lnTo>
                    <a:pt x="483710" y="25383"/>
                  </a:lnTo>
                  <a:lnTo>
                    <a:pt x="484566" y="0"/>
                  </a:lnTo>
                  <a:lnTo>
                    <a:pt x="485421" y="93131"/>
                  </a:lnTo>
                  <a:lnTo>
                    <a:pt x="486277" y="350914"/>
                  </a:lnTo>
                  <a:lnTo>
                    <a:pt x="487132" y="553655"/>
                  </a:lnTo>
                  <a:lnTo>
                    <a:pt x="487988" y="685254"/>
                  </a:lnTo>
                  <a:lnTo>
                    <a:pt x="488843" y="710624"/>
                  </a:lnTo>
                  <a:lnTo>
                    <a:pt x="489699" y="773796"/>
                  </a:lnTo>
                  <a:lnTo>
                    <a:pt x="490555" y="707780"/>
                  </a:lnTo>
                  <a:lnTo>
                    <a:pt x="491410" y="514945"/>
                  </a:lnTo>
                  <a:lnTo>
                    <a:pt x="492266" y="310324"/>
                  </a:lnTo>
                  <a:lnTo>
                    <a:pt x="493121" y="166184"/>
                  </a:lnTo>
                  <a:lnTo>
                    <a:pt x="493977" y="148075"/>
                  </a:lnTo>
                  <a:lnTo>
                    <a:pt x="494832" y="118136"/>
                  </a:lnTo>
                  <a:lnTo>
                    <a:pt x="495688" y="170399"/>
                  </a:lnTo>
                  <a:lnTo>
                    <a:pt x="496543" y="200037"/>
                  </a:lnTo>
                  <a:lnTo>
                    <a:pt x="497399" y="310958"/>
                  </a:lnTo>
                  <a:lnTo>
                    <a:pt x="498254" y="422691"/>
                  </a:lnTo>
                  <a:lnTo>
                    <a:pt x="499110" y="494060"/>
                  </a:lnTo>
                  <a:lnTo>
                    <a:pt x="499965" y="581900"/>
                  </a:lnTo>
                  <a:lnTo>
                    <a:pt x="500821" y="709157"/>
                  </a:lnTo>
                  <a:lnTo>
                    <a:pt x="501676" y="852434"/>
                  </a:lnTo>
                  <a:lnTo>
                    <a:pt x="502532" y="923042"/>
                  </a:lnTo>
                  <a:lnTo>
                    <a:pt x="503387" y="948532"/>
                  </a:lnTo>
                  <a:lnTo>
                    <a:pt x="504243" y="974976"/>
                  </a:lnTo>
                  <a:lnTo>
                    <a:pt x="505099" y="963681"/>
                  </a:lnTo>
                  <a:lnTo>
                    <a:pt x="505954" y="895792"/>
                  </a:lnTo>
                  <a:lnTo>
                    <a:pt x="506810" y="845678"/>
                  </a:lnTo>
                  <a:lnTo>
                    <a:pt x="507665" y="869090"/>
                  </a:lnTo>
                  <a:lnTo>
                    <a:pt x="508521" y="912460"/>
                  </a:lnTo>
                  <a:lnTo>
                    <a:pt x="509376" y="925999"/>
                  </a:lnTo>
                  <a:lnTo>
                    <a:pt x="510232" y="996576"/>
                  </a:lnTo>
                  <a:lnTo>
                    <a:pt x="511087" y="1050573"/>
                  </a:lnTo>
                  <a:lnTo>
                    <a:pt x="511943" y="1024020"/>
                  </a:lnTo>
                  <a:lnTo>
                    <a:pt x="512798" y="939488"/>
                  </a:lnTo>
                  <a:lnTo>
                    <a:pt x="513654" y="868592"/>
                  </a:lnTo>
                  <a:lnTo>
                    <a:pt x="514509" y="877232"/>
                  </a:lnTo>
                  <a:lnTo>
                    <a:pt x="515365" y="910490"/>
                  </a:lnTo>
                  <a:lnTo>
                    <a:pt x="516220" y="895880"/>
                  </a:lnTo>
                  <a:lnTo>
                    <a:pt x="517076" y="958066"/>
                  </a:lnTo>
                  <a:lnTo>
                    <a:pt x="517931" y="1083586"/>
                  </a:lnTo>
                  <a:lnTo>
                    <a:pt x="518787" y="1181273"/>
                  </a:lnTo>
                  <a:lnTo>
                    <a:pt x="519642" y="1271699"/>
                  </a:lnTo>
                  <a:lnTo>
                    <a:pt x="520498" y="1274512"/>
                  </a:lnTo>
                  <a:lnTo>
                    <a:pt x="521354" y="1288615"/>
                  </a:lnTo>
                  <a:lnTo>
                    <a:pt x="522209" y="1234317"/>
                  </a:lnTo>
                  <a:lnTo>
                    <a:pt x="523065" y="1076805"/>
                  </a:lnTo>
                  <a:lnTo>
                    <a:pt x="523920" y="953234"/>
                  </a:lnTo>
                  <a:lnTo>
                    <a:pt x="524776" y="865401"/>
                  </a:lnTo>
                  <a:lnTo>
                    <a:pt x="525631" y="748954"/>
                  </a:lnTo>
                  <a:lnTo>
                    <a:pt x="526487" y="676297"/>
                  </a:lnTo>
                  <a:lnTo>
                    <a:pt x="527342" y="684095"/>
                  </a:lnTo>
                  <a:lnTo>
                    <a:pt x="528198" y="757223"/>
                  </a:lnTo>
                  <a:lnTo>
                    <a:pt x="529053" y="833028"/>
                  </a:lnTo>
                  <a:lnTo>
                    <a:pt x="529909" y="873092"/>
                  </a:lnTo>
                  <a:lnTo>
                    <a:pt x="530764" y="935918"/>
                  </a:lnTo>
                  <a:lnTo>
                    <a:pt x="531620" y="961373"/>
                  </a:lnTo>
                  <a:lnTo>
                    <a:pt x="532475" y="963931"/>
                  </a:lnTo>
                  <a:lnTo>
                    <a:pt x="533331" y="1013887"/>
                  </a:lnTo>
                  <a:lnTo>
                    <a:pt x="534186" y="1075438"/>
                  </a:lnTo>
                  <a:lnTo>
                    <a:pt x="535042" y="1044846"/>
                  </a:lnTo>
                  <a:lnTo>
                    <a:pt x="535897" y="1040986"/>
                  </a:lnTo>
                  <a:lnTo>
                    <a:pt x="536753" y="1057969"/>
                  </a:lnTo>
                  <a:lnTo>
                    <a:pt x="537609" y="1085655"/>
                  </a:lnTo>
                  <a:lnTo>
                    <a:pt x="538464" y="963583"/>
                  </a:lnTo>
                  <a:lnTo>
                    <a:pt x="539320" y="778835"/>
                  </a:lnTo>
                  <a:lnTo>
                    <a:pt x="540175" y="722812"/>
                  </a:lnTo>
                  <a:lnTo>
                    <a:pt x="541031" y="726262"/>
                  </a:lnTo>
                  <a:lnTo>
                    <a:pt x="541886" y="711659"/>
                  </a:lnTo>
                  <a:lnTo>
                    <a:pt x="542742" y="640513"/>
                  </a:lnTo>
                  <a:lnTo>
                    <a:pt x="543597" y="661982"/>
                  </a:lnTo>
                  <a:lnTo>
                    <a:pt x="544453" y="787990"/>
                  </a:lnTo>
                  <a:lnTo>
                    <a:pt x="545308" y="924938"/>
                  </a:lnTo>
                  <a:lnTo>
                    <a:pt x="546164" y="1026490"/>
                  </a:lnTo>
                  <a:lnTo>
                    <a:pt x="547019" y="1079722"/>
                  </a:lnTo>
                  <a:lnTo>
                    <a:pt x="547875" y="1153528"/>
                  </a:lnTo>
                  <a:lnTo>
                    <a:pt x="548730" y="1229369"/>
                  </a:lnTo>
                  <a:lnTo>
                    <a:pt x="549586" y="1253185"/>
                  </a:lnTo>
                  <a:lnTo>
                    <a:pt x="550441" y="1222581"/>
                  </a:lnTo>
                  <a:lnTo>
                    <a:pt x="551297" y="1239863"/>
                  </a:lnTo>
                  <a:lnTo>
                    <a:pt x="552152" y="1321255"/>
                  </a:lnTo>
                  <a:lnTo>
                    <a:pt x="553008" y="1370740"/>
                  </a:lnTo>
                  <a:lnTo>
                    <a:pt x="553864" y="1394431"/>
                  </a:lnTo>
                  <a:lnTo>
                    <a:pt x="554719" y="1450193"/>
                  </a:lnTo>
                  <a:lnTo>
                    <a:pt x="555575" y="1519913"/>
                  </a:lnTo>
                  <a:lnTo>
                    <a:pt x="556430" y="1530988"/>
                  </a:lnTo>
                  <a:lnTo>
                    <a:pt x="557286" y="1630485"/>
                  </a:lnTo>
                  <a:lnTo>
                    <a:pt x="558141" y="1802567"/>
                  </a:lnTo>
                  <a:lnTo>
                    <a:pt x="558997" y="2007013"/>
                  </a:lnTo>
                  <a:lnTo>
                    <a:pt x="559852" y="2144814"/>
                  </a:lnTo>
                  <a:lnTo>
                    <a:pt x="560708" y="2257233"/>
                  </a:lnTo>
                  <a:lnTo>
                    <a:pt x="561563" y="2380458"/>
                  </a:lnTo>
                  <a:lnTo>
                    <a:pt x="562419" y="2457367"/>
                  </a:lnTo>
                  <a:lnTo>
                    <a:pt x="563274" y="2507067"/>
                  </a:lnTo>
                  <a:lnTo>
                    <a:pt x="564130" y="2509514"/>
                  </a:lnTo>
                  <a:lnTo>
                    <a:pt x="564985" y="2523664"/>
                  </a:lnTo>
                  <a:lnTo>
                    <a:pt x="565841" y="2527389"/>
                  </a:lnTo>
                  <a:lnTo>
                    <a:pt x="566696" y="2494238"/>
                  </a:lnTo>
                  <a:lnTo>
                    <a:pt x="567552" y="2440701"/>
                  </a:lnTo>
                  <a:lnTo>
                    <a:pt x="568408" y="2413632"/>
                  </a:lnTo>
                  <a:lnTo>
                    <a:pt x="569263" y="2386228"/>
                  </a:lnTo>
                  <a:lnTo>
                    <a:pt x="570119" y="2348232"/>
                  </a:lnTo>
                  <a:lnTo>
                    <a:pt x="570974" y="2369196"/>
                  </a:lnTo>
                  <a:lnTo>
                    <a:pt x="571830" y="2420575"/>
                  </a:lnTo>
                  <a:lnTo>
                    <a:pt x="572685" y="2419079"/>
                  </a:lnTo>
                  <a:lnTo>
                    <a:pt x="573541" y="2359236"/>
                  </a:lnTo>
                  <a:lnTo>
                    <a:pt x="574396" y="2351673"/>
                  </a:lnTo>
                  <a:lnTo>
                    <a:pt x="575252" y="2416955"/>
                  </a:lnTo>
                  <a:lnTo>
                    <a:pt x="576107" y="2406372"/>
                  </a:lnTo>
                  <a:lnTo>
                    <a:pt x="576963" y="2375988"/>
                  </a:lnTo>
                  <a:lnTo>
                    <a:pt x="577818" y="2378775"/>
                  </a:lnTo>
                  <a:lnTo>
                    <a:pt x="578674" y="2401269"/>
                  </a:lnTo>
                  <a:lnTo>
                    <a:pt x="579529" y="2344174"/>
                  </a:lnTo>
                  <a:lnTo>
                    <a:pt x="580385" y="2278864"/>
                  </a:lnTo>
                  <a:lnTo>
                    <a:pt x="581240" y="2274009"/>
                  </a:lnTo>
                  <a:lnTo>
                    <a:pt x="582096" y="2286165"/>
                  </a:lnTo>
                  <a:lnTo>
                    <a:pt x="582951" y="2353351"/>
                  </a:lnTo>
                  <a:lnTo>
                    <a:pt x="583807" y="2434679"/>
                  </a:lnTo>
                  <a:lnTo>
                    <a:pt x="584663" y="2528832"/>
                  </a:lnTo>
                  <a:lnTo>
                    <a:pt x="584780" y="253177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36128" y="2021159"/>
              <a:ext cx="276936" cy="1241317"/>
            </a:xfrm>
            <a:custGeom>
              <a:avLst/>
              <a:pathLst>
                <a:path w="276936" h="1241317">
                  <a:moveTo>
                    <a:pt x="0" y="1241317"/>
                  </a:moveTo>
                  <a:lnTo>
                    <a:pt x="666" y="1175763"/>
                  </a:lnTo>
                  <a:lnTo>
                    <a:pt x="1522" y="1032342"/>
                  </a:lnTo>
                  <a:lnTo>
                    <a:pt x="2377" y="924520"/>
                  </a:lnTo>
                  <a:lnTo>
                    <a:pt x="3233" y="874261"/>
                  </a:lnTo>
                  <a:lnTo>
                    <a:pt x="4088" y="923156"/>
                  </a:lnTo>
                  <a:lnTo>
                    <a:pt x="4944" y="939709"/>
                  </a:lnTo>
                  <a:lnTo>
                    <a:pt x="5799" y="1009313"/>
                  </a:lnTo>
                  <a:lnTo>
                    <a:pt x="6655" y="1152734"/>
                  </a:lnTo>
                  <a:lnTo>
                    <a:pt x="7510" y="1213688"/>
                  </a:lnTo>
                  <a:lnTo>
                    <a:pt x="8366" y="1188346"/>
                  </a:lnTo>
                  <a:lnTo>
                    <a:pt x="9221" y="1110807"/>
                  </a:lnTo>
                  <a:lnTo>
                    <a:pt x="10077" y="1104907"/>
                  </a:lnTo>
                  <a:lnTo>
                    <a:pt x="10933" y="1101676"/>
                  </a:lnTo>
                  <a:lnTo>
                    <a:pt x="11788" y="1077339"/>
                  </a:lnTo>
                  <a:lnTo>
                    <a:pt x="12644" y="1030546"/>
                  </a:lnTo>
                  <a:lnTo>
                    <a:pt x="13499" y="1049571"/>
                  </a:lnTo>
                  <a:lnTo>
                    <a:pt x="14355" y="1053617"/>
                  </a:lnTo>
                  <a:lnTo>
                    <a:pt x="15210" y="1007371"/>
                  </a:lnTo>
                  <a:lnTo>
                    <a:pt x="16066" y="931881"/>
                  </a:lnTo>
                  <a:lnTo>
                    <a:pt x="16921" y="929581"/>
                  </a:lnTo>
                  <a:lnTo>
                    <a:pt x="17777" y="987167"/>
                  </a:lnTo>
                  <a:lnTo>
                    <a:pt x="18632" y="996379"/>
                  </a:lnTo>
                  <a:lnTo>
                    <a:pt x="19488" y="1015548"/>
                  </a:lnTo>
                  <a:lnTo>
                    <a:pt x="20343" y="1018361"/>
                  </a:lnTo>
                  <a:lnTo>
                    <a:pt x="21199" y="984007"/>
                  </a:lnTo>
                  <a:lnTo>
                    <a:pt x="22054" y="887246"/>
                  </a:lnTo>
                  <a:lnTo>
                    <a:pt x="22910" y="837753"/>
                  </a:lnTo>
                  <a:lnTo>
                    <a:pt x="23765" y="807685"/>
                  </a:lnTo>
                  <a:lnTo>
                    <a:pt x="24621" y="746977"/>
                  </a:lnTo>
                  <a:lnTo>
                    <a:pt x="25476" y="666183"/>
                  </a:lnTo>
                  <a:lnTo>
                    <a:pt x="26332" y="680931"/>
                  </a:lnTo>
                  <a:lnTo>
                    <a:pt x="27188" y="685803"/>
                  </a:lnTo>
                  <a:lnTo>
                    <a:pt x="28043" y="565141"/>
                  </a:lnTo>
                  <a:lnTo>
                    <a:pt x="28899" y="472318"/>
                  </a:lnTo>
                  <a:lnTo>
                    <a:pt x="29754" y="427365"/>
                  </a:lnTo>
                  <a:lnTo>
                    <a:pt x="30610" y="402049"/>
                  </a:lnTo>
                  <a:lnTo>
                    <a:pt x="31465" y="309010"/>
                  </a:lnTo>
                  <a:lnTo>
                    <a:pt x="32321" y="243252"/>
                  </a:lnTo>
                  <a:lnTo>
                    <a:pt x="33176" y="325119"/>
                  </a:lnTo>
                  <a:lnTo>
                    <a:pt x="34032" y="392278"/>
                  </a:lnTo>
                  <a:lnTo>
                    <a:pt x="34887" y="418754"/>
                  </a:lnTo>
                  <a:lnTo>
                    <a:pt x="35743" y="479128"/>
                  </a:lnTo>
                  <a:lnTo>
                    <a:pt x="36598" y="595242"/>
                  </a:lnTo>
                  <a:lnTo>
                    <a:pt x="37454" y="638850"/>
                  </a:lnTo>
                  <a:lnTo>
                    <a:pt x="38309" y="594052"/>
                  </a:lnTo>
                  <a:lnTo>
                    <a:pt x="39165" y="526086"/>
                  </a:lnTo>
                  <a:lnTo>
                    <a:pt x="40020" y="523851"/>
                  </a:lnTo>
                  <a:lnTo>
                    <a:pt x="40876" y="557962"/>
                  </a:lnTo>
                  <a:lnTo>
                    <a:pt x="41732" y="499034"/>
                  </a:lnTo>
                  <a:lnTo>
                    <a:pt x="42587" y="464927"/>
                  </a:lnTo>
                  <a:lnTo>
                    <a:pt x="43443" y="465689"/>
                  </a:lnTo>
                  <a:lnTo>
                    <a:pt x="44298" y="492771"/>
                  </a:lnTo>
                  <a:lnTo>
                    <a:pt x="45154" y="457798"/>
                  </a:lnTo>
                  <a:lnTo>
                    <a:pt x="46009" y="419955"/>
                  </a:lnTo>
                  <a:lnTo>
                    <a:pt x="46865" y="515718"/>
                  </a:lnTo>
                  <a:lnTo>
                    <a:pt x="47720" y="636979"/>
                  </a:lnTo>
                  <a:lnTo>
                    <a:pt x="48576" y="728062"/>
                  </a:lnTo>
                  <a:lnTo>
                    <a:pt x="49431" y="818267"/>
                  </a:lnTo>
                  <a:lnTo>
                    <a:pt x="50287" y="920122"/>
                  </a:lnTo>
                  <a:lnTo>
                    <a:pt x="51142" y="928266"/>
                  </a:lnTo>
                  <a:lnTo>
                    <a:pt x="51998" y="818287"/>
                  </a:lnTo>
                  <a:lnTo>
                    <a:pt x="52853" y="778151"/>
                  </a:lnTo>
                  <a:lnTo>
                    <a:pt x="53709" y="799549"/>
                  </a:lnTo>
                  <a:lnTo>
                    <a:pt x="54564" y="812508"/>
                  </a:lnTo>
                  <a:lnTo>
                    <a:pt x="55420" y="830376"/>
                  </a:lnTo>
                  <a:lnTo>
                    <a:pt x="56275" y="886671"/>
                  </a:lnTo>
                  <a:lnTo>
                    <a:pt x="57131" y="1005397"/>
                  </a:lnTo>
                  <a:lnTo>
                    <a:pt x="57987" y="1116571"/>
                  </a:lnTo>
                  <a:lnTo>
                    <a:pt x="58842" y="1084507"/>
                  </a:lnTo>
                  <a:lnTo>
                    <a:pt x="59698" y="1004188"/>
                  </a:lnTo>
                  <a:lnTo>
                    <a:pt x="60553" y="931779"/>
                  </a:lnTo>
                  <a:lnTo>
                    <a:pt x="61409" y="946340"/>
                  </a:lnTo>
                  <a:lnTo>
                    <a:pt x="62264" y="989043"/>
                  </a:lnTo>
                  <a:lnTo>
                    <a:pt x="63120" y="971529"/>
                  </a:lnTo>
                  <a:lnTo>
                    <a:pt x="63975" y="1023434"/>
                  </a:lnTo>
                  <a:lnTo>
                    <a:pt x="64831" y="1103755"/>
                  </a:lnTo>
                  <a:lnTo>
                    <a:pt x="65686" y="1137607"/>
                  </a:lnTo>
                  <a:lnTo>
                    <a:pt x="66542" y="1090097"/>
                  </a:lnTo>
                  <a:lnTo>
                    <a:pt x="67397" y="1031082"/>
                  </a:lnTo>
                  <a:lnTo>
                    <a:pt x="68253" y="979376"/>
                  </a:lnTo>
                  <a:lnTo>
                    <a:pt x="69108" y="893363"/>
                  </a:lnTo>
                  <a:lnTo>
                    <a:pt x="69964" y="766455"/>
                  </a:lnTo>
                  <a:lnTo>
                    <a:pt x="70819" y="654928"/>
                  </a:lnTo>
                  <a:lnTo>
                    <a:pt x="71675" y="594967"/>
                  </a:lnTo>
                  <a:lnTo>
                    <a:pt x="72530" y="617722"/>
                  </a:lnTo>
                  <a:lnTo>
                    <a:pt x="73386" y="632717"/>
                  </a:lnTo>
                  <a:lnTo>
                    <a:pt x="74242" y="616265"/>
                  </a:lnTo>
                  <a:lnTo>
                    <a:pt x="75097" y="625331"/>
                  </a:lnTo>
                  <a:lnTo>
                    <a:pt x="75953" y="633751"/>
                  </a:lnTo>
                  <a:lnTo>
                    <a:pt x="76808" y="590158"/>
                  </a:lnTo>
                  <a:lnTo>
                    <a:pt x="77664" y="481753"/>
                  </a:lnTo>
                  <a:lnTo>
                    <a:pt x="78519" y="417949"/>
                  </a:lnTo>
                  <a:lnTo>
                    <a:pt x="79375" y="431577"/>
                  </a:lnTo>
                  <a:lnTo>
                    <a:pt x="80230" y="454487"/>
                  </a:lnTo>
                  <a:lnTo>
                    <a:pt x="81086" y="496464"/>
                  </a:lnTo>
                  <a:lnTo>
                    <a:pt x="81941" y="584937"/>
                  </a:lnTo>
                  <a:lnTo>
                    <a:pt x="82797" y="691714"/>
                  </a:lnTo>
                  <a:lnTo>
                    <a:pt x="83652" y="752474"/>
                  </a:lnTo>
                  <a:lnTo>
                    <a:pt x="84508" y="825038"/>
                  </a:lnTo>
                  <a:lnTo>
                    <a:pt x="85363" y="827707"/>
                  </a:lnTo>
                  <a:lnTo>
                    <a:pt x="86219" y="799402"/>
                  </a:lnTo>
                  <a:lnTo>
                    <a:pt x="87074" y="826804"/>
                  </a:lnTo>
                  <a:lnTo>
                    <a:pt x="87930" y="837039"/>
                  </a:lnTo>
                  <a:lnTo>
                    <a:pt x="88786" y="800174"/>
                  </a:lnTo>
                  <a:lnTo>
                    <a:pt x="89641" y="714015"/>
                  </a:lnTo>
                  <a:lnTo>
                    <a:pt x="90497" y="704084"/>
                  </a:lnTo>
                  <a:lnTo>
                    <a:pt x="91352" y="750827"/>
                  </a:lnTo>
                  <a:lnTo>
                    <a:pt x="92208" y="741072"/>
                  </a:lnTo>
                  <a:lnTo>
                    <a:pt x="93063" y="669352"/>
                  </a:lnTo>
                  <a:lnTo>
                    <a:pt x="93919" y="657088"/>
                  </a:lnTo>
                  <a:lnTo>
                    <a:pt x="94774" y="700063"/>
                  </a:lnTo>
                  <a:lnTo>
                    <a:pt x="95630" y="718669"/>
                  </a:lnTo>
                  <a:lnTo>
                    <a:pt x="96485" y="641552"/>
                  </a:lnTo>
                  <a:lnTo>
                    <a:pt x="97341" y="595255"/>
                  </a:lnTo>
                  <a:lnTo>
                    <a:pt x="98196" y="544865"/>
                  </a:lnTo>
                  <a:lnTo>
                    <a:pt x="99052" y="459045"/>
                  </a:lnTo>
                  <a:lnTo>
                    <a:pt x="99907" y="363795"/>
                  </a:lnTo>
                  <a:lnTo>
                    <a:pt x="100763" y="299382"/>
                  </a:lnTo>
                  <a:lnTo>
                    <a:pt x="101618" y="286907"/>
                  </a:lnTo>
                  <a:lnTo>
                    <a:pt x="102474" y="223105"/>
                  </a:lnTo>
                  <a:lnTo>
                    <a:pt x="103329" y="182946"/>
                  </a:lnTo>
                  <a:lnTo>
                    <a:pt x="104185" y="81486"/>
                  </a:lnTo>
                  <a:lnTo>
                    <a:pt x="105041" y="0"/>
                  </a:lnTo>
                  <a:lnTo>
                    <a:pt x="105896" y="27484"/>
                  </a:lnTo>
                  <a:lnTo>
                    <a:pt x="106752" y="111900"/>
                  </a:lnTo>
                  <a:lnTo>
                    <a:pt x="107607" y="248794"/>
                  </a:lnTo>
                  <a:lnTo>
                    <a:pt x="108463" y="375298"/>
                  </a:lnTo>
                  <a:lnTo>
                    <a:pt x="109318" y="526334"/>
                  </a:lnTo>
                  <a:lnTo>
                    <a:pt x="110174" y="679576"/>
                  </a:lnTo>
                  <a:lnTo>
                    <a:pt x="111029" y="800096"/>
                  </a:lnTo>
                  <a:lnTo>
                    <a:pt x="111885" y="883886"/>
                  </a:lnTo>
                  <a:lnTo>
                    <a:pt x="112740" y="890848"/>
                  </a:lnTo>
                  <a:lnTo>
                    <a:pt x="113596" y="971245"/>
                  </a:lnTo>
                  <a:lnTo>
                    <a:pt x="114451" y="1149376"/>
                  </a:lnTo>
                  <a:lnTo>
                    <a:pt x="115307" y="1239285"/>
                  </a:lnTo>
                  <a:lnTo>
                    <a:pt x="116162" y="1239286"/>
                  </a:lnTo>
                  <a:lnTo>
                    <a:pt x="117018" y="1237753"/>
                  </a:lnTo>
                  <a:lnTo>
                    <a:pt x="117873" y="1229529"/>
                  </a:lnTo>
                  <a:lnTo>
                    <a:pt x="118729" y="1106316"/>
                  </a:lnTo>
                  <a:lnTo>
                    <a:pt x="119584" y="964260"/>
                  </a:lnTo>
                  <a:lnTo>
                    <a:pt x="120440" y="863251"/>
                  </a:lnTo>
                  <a:lnTo>
                    <a:pt x="121296" y="741483"/>
                  </a:lnTo>
                  <a:lnTo>
                    <a:pt x="122151" y="662049"/>
                  </a:lnTo>
                  <a:lnTo>
                    <a:pt x="123007" y="602036"/>
                  </a:lnTo>
                  <a:lnTo>
                    <a:pt x="123862" y="627608"/>
                  </a:lnTo>
                  <a:lnTo>
                    <a:pt x="124718" y="655521"/>
                  </a:lnTo>
                  <a:lnTo>
                    <a:pt x="125573" y="651324"/>
                  </a:lnTo>
                  <a:lnTo>
                    <a:pt x="126429" y="662986"/>
                  </a:lnTo>
                  <a:lnTo>
                    <a:pt x="127284" y="670158"/>
                  </a:lnTo>
                  <a:lnTo>
                    <a:pt x="128140" y="835520"/>
                  </a:lnTo>
                  <a:lnTo>
                    <a:pt x="128995" y="970446"/>
                  </a:lnTo>
                  <a:lnTo>
                    <a:pt x="129851" y="1047281"/>
                  </a:lnTo>
                  <a:lnTo>
                    <a:pt x="130706" y="1139257"/>
                  </a:lnTo>
                  <a:lnTo>
                    <a:pt x="131562" y="1150321"/>
                  </a:lnTo>
                  <a:lnTo>
                    <a:pt x="132417" y="1087999"/>
                  </a:lnTo>
                  <a:lnTo>
                    <a:pt x="133273" y="980656"/>
                  </a:lnTo>
                  <a:lnTo>
                    <a:pt x="134128" y="926077"/>
                  </a:lnTo>
                  <a:lnTo>
                    <a:pt x="134984" y="909746"/>
                  </a:lnTo>
                  <a:lnTo>
                    <a:pt x="135840" y="884165"/>
                  </a:lnTo>
                  <a:lnTo>
                    <a:pt x="136695" y="917994"/>
                  </a:lnTo>
                  <a:lnTo>
                    <a:pt x="137551" y="993169"/>
                  </a:lnTo>
                  <a:lnTo>
                    <a:pt x="138406" y="938138"/>
                  </a:lnTo>
                  <a:lnTo>
                    <a:pt x="139262" y="878161"/>
                  </a:lnTo>
                  <a:lnTo>
                    <a:pt x="140117" y="877492"/>
                  </a:lnTo>
                  <a:lnTo>
                    <a:pt x="140973" y="909347"/>
                  </a:lnTo>
                  <a:lnTo>
                    <a:pt x="141828" y="974562"/>
                  </a:lnTo>
                  <a:lnTo>
                    <a:pt x="142684" y="1038141"/>
                  </a:lnTo>
                  <a:lnTo>
                    <a:pt x="143539" y="1134342"/>
                  </a:lnTo>
                  <a:lnTo>
                    <a:pt x="144395" y="1194633"/>
                  </a:lnTo>
                  <a:lnTo>
                    <a:pt x="145250" y="1179607"/>
                  </a:lnTo>
                  <a:lnTo>
                    <a:pt x="146106" y="1164012"/>
                  </a:lnTo>
                  <a:lnTo>
                    <a:pt x="146961" y="1098193"/>
                  </a:lnTo>
                  <a:lnTo>
                    <a:pt x="147817" y="1031763"/>
                  </a:lnTo>
                  <a:lnTo>
                    <a:pt x="148672" y="1026711"/>
                  </a:lnTo>
                  <a:lnTo>
                    <a:pt x="149528" y="1026311"/>
                  </a:lnTo>
                  <a:lnTo>
                    <a:pt x="150383" y="982630"/>
                  </a:lnTo>
                  <a:lnTo>
                    <a:pt x="151239" y="883743"/>
                  </a:lnTo>
                  <a:lnTo>
                    <a:pt x="152095" y="859348"/>
                  </a:lnTo>
                  <a:lnTo>
                    <a:pt x="152950" y="796942"/>
                  </a:lnTo>
                  <a:lnTo>
                    <a:pt x="153806" y="680281"/>
                  </a:lnTo>
                  <a:lnTo>
                    <a:pt x="154661" y="644920"/>
                  </a:lnTo>
                  <a:lnTo>
                    <a:pt x="155517" y="704263"/>
                  </a:lnTo>
                  <a:lnTo>
                    <a:pt x="156372" y="794247"/>
                  </a:lnTo>
                  <a:lnTo>
                    <a:pt x="157228" y="837680"/>
                  </a:lnTo>
                  <a:lnTo>
                    <a:pt x="158083" y="912316"/>
                  </a:lnTo>
                  <a:lnTo>
                    <a:pt x="158939" y="983658"/>
                  </a:lnTo>
                  <a:lnTo>
                    <a:pt x="159794" y="924326"/>
                  </a:lnTo>
                  <a:lnTo>
                    <a:pt x="160650" y="800359"/>
                  </a:lnTo>
                  <a:lnTo>
                    <a:pt x="161505" y="692525"/>
                  </a:lnTo>
                  <a:lnTo>
                    <a:pt x="162361" y="597507"/>
                  </a:lnTo>
                  <a:lnTo>
                    <a:pt x="163216" y="594214"/>
                  </a:lnTo>
                  <a:lnTo>
                    <a:pt x="164072" y="624418"/>
                  </a:lnTo>
                  <a:lnTo>
                    <a:pt x="164927" y="719511"/>
                  </a:lnTo>
                  <a:lnTo>
                    <a:pt x="165783" y="830092"/>
                  </a:lnTo>
                  <a:lnTo>
                    <a:pt x="166638" y="946308"/>
                  </a:lnTo>
                  <a:lnTo>
                    <a:pt x="167494" y="1091174"/>
                  </a:lnTo>
                  <a:lnTo>
                    <a:pt x="168350" y="1128358"/>
                  </a:lnTo>
                  <a:lnTo>
                    <a:pt x="169205" y="1083128"/>
                  </a:lnTo>
                  <a:lnTo>
                    <a:pt x="170061" y="1003564"/>
                  </a:lnTo>
                  <a:lnTo>
                    <a:pt x="170916" y="907022"/>
                  </a:lnTo>
                  <a:lnTo>
                    <a:pt x="171772" y="875085"/>
                  </a:lnTo>
                  <a:lnTo>
                    <a:pt x="172627" y="835172"/>
                  </a:lnTo>
                  <a:lnTo>
                    <a:pt x="173483" y="839174"/>
                  </a:lnTo>
                  <a:lnTo>
                    <a:pt x="174338" y="888158"/>
                  </a:lnTo>
                  <a:lnTo>
                    <a:pt x="175194" y="916375"/>
                  </a:lnTo>
                  <a:lnTo>
                    <a:pt x="176049" y="1018050"/>
                  </a:lnTo>
                  <a:lnTo>
                    <a:pt x="176905" y="1034544"/>
                  </a:lnTo>
                  <a:lnTo>
                    <a:pt x="177760" y="961945"/>
                  </a:lnTo>
                  <a:lnTo>
                    <a:pt x="178616" y="874118"/>
                  </a:lnTo>
                  <a:lnTo>
                    <a:pt x="179471" y="773672"/>
                  </a:lnTo>
                  <a:lnTo>
                    <a:pt x="180327" y="768748"/>
                  </a:lnTo>
                  <a:lnTo>
                    <a:pt x="181182" y="750655"/>
                  </a:lnTo>
                  <a:lnTo>
                    <a:pt x="182038" y="799587"/>
                  </a:lnTo>
                  <a:lnTo>
                    <a:pt x="182894" y="868223"/>
                  </a:lnTo>
                  <a:lnTo>
                    <a:pt x="183749" y="880718"/>
                  </a:lnTo>
                  <a:lnTo>
                    <a:pt x="184605" y="961076"/>
                  </a:lnTo>
                  <a:lnTo>
                    <a:pt x="185460" y="991788"/>
                  </a:lnTo>
                  <a:lnTo>
                    <a:pt x="186316" y="957774"/>
                  </a:lnTo>
                  <a:lnTo>
                    <a:pt x="187171" y="926586"/>
                  </a:lnTo>
                  <a:lnTo>
                    <a:pt x="188027" y="977333"/>
                  </a:lnTo>
                  <a:lnTo>
                    <a:pt x="188882" y="1043383"/>
                  </a:lnTo>
                  <a:lnTo>
                    <a:pt x="189738" y="966075"/>
                  </a:lnTo>
                  <a:lnTo>
                    <a:pt x="190593" y="884983"/>
                  </a:lnTo>
                  <a:lnTo>
                    <a:pt x="191449" y="883387"/>
                  </a:lnTo>
                  <a:lnTo>
                    <a:pt x="192304" y="786847"/>
                  </a:lnTo>
                  <a:lnTo>
                    <a:pt x="193160" y="605809"/>
                  </a:lnTo>
                  <a:lnTo>
                    <a:pt x="194015" y="469980"/>
                  </a:lnTo>
                  <a:lnTo>
                    <a:pt x="194871" y="458788"/>
                  </a:lnTo>
                  <a:lnTo>
                    <a:pt x="195726" y="393586"/>
                  </a:lnTo>
                  <a:lnTo>
                    <a:pt x="196582" y="366186"/>
                  </a:lnTo>
                  <a:lnTo>
                    <a:pt x="197437" y="484341"/>
                  </a:lnTo>
                  <a:lnTo>
                    <a:pt x="198293" y="602868"/>
                  </a:lnTo>
                  <a:lnTo>
                    <a:pt x="199149" y="699738"/>
                  </a:lnTo>
                  <a:lnTo>
                    <a:pt x="200004" y="712261"/>
                  </a:lnTo>
                  <a:lnTo>
                    <a:pt x="200860" y="741384"/>
                  </a:lnTo>
                  <a:lnTo>
                    <a:pt x="201715" y="725723"/>
                  </a:lnTo>
                  <a:lnTo>
                    <a:pt x="202571" y="599225"/>
                  </a:lnTo>
                  <a:lnTo>
                    <a:pt x="203426" y="553032"/>
                  </a:lnTo>
                  <a:lnTo>
                    <a:pt x="204282" y="492985"/>
                  </a:lnTo>
                  <a:lnTo>
                    <a:pt x="205137" y="519519"/>
                  </a:lnTo>
                  <a:lnTo>
                    <a:pt x="205993" y="621671"/>
                  </a:lnTo>
                  <a:lnTo>
                    <a:pt x="206848" y="637067"/>
                  </a:lnTo>
                  <a:lnTo>
                    <a:pt x="207704" y="700814"/>
                  </a:lnTo>
                  <a:lnTo>
                    <a:pt x="208559" y="852749"/>
                  </a:lnTo>
                  <a:lnTo>
                    <a:pt x="209415" y="1020324"/>
                  </a:lnTo>
                  <a:lnTo>
                    <a:pt x="210270" y="1102733"/>
                  </a:lnTo>
                  <a:lnTo>
                    <a:pt x="211126" y="1135962"/>
                  </a:lnTo>
                  <a:lnTo>
                    <a:pt x="211981" y="1215620"/>
                  </a:lnTo>
                  <a:lnTo>
                    <a:pt x="212837" y="1172683"/>
                  </a:lnTo>
                  <a:lnTo>
                    <a:pt x="213692" y="1032397"/>
                  </a:lnTo>
                  <a:lnTo>
                    <a:pt x="214548" y="899241"/>
                  </a:lnTo>
                  <a:lnTo>
                    <a:pt x="215404" y="795470"/>
                  </a:lnTo>
                  <a:lnTo>
                    <a:pt x="216259" y="768913"/>
                  </a:lnTo>
                  <a:lnTo>
                    <a:pt x="217115" y="749084"/>
                  </a:lnTo>
                  <a:lnTo>
                    <a:pt x="217970" y="806477"/>
                  </a:lnTo>
                  <a:lnTo>
                    <a:pt x="218826" y="861906"/>
                  </a:lnTo>
                  <a:lnTo>
                    <a:pt x="219681" y="806456"/>
                  </a:lnTo>
                  <a:lnTo>
                    <a:pt x="220537" y="732729"/>
                  </a:lnTo>
                  <a:lnTo>
                    <a:pt x="221392" y="632183"/>
                  </a:lnTo>
                  <a:lnTo>
                    <a:pt x="222248" y="603335"/>
                  </a:lnTo>
                  <a:lnTo>
                    <a:pt x="223103" y="607503"/>
                  </a:lnTo>
                  <a:lnTo>
                    <a:pt x="223959" y="627071"/>
                  </a:lnTo>
                  <a:lnTo>
                    <a:pt x="224814" y="772703"/>
                  </a:lnTo>
                  <a:lnTo>
                    <a:pt x="225670" y="953738"/>
                  </a:lnTo>
                  <a:lnTo>
                    <a:pt x="226525" y="1059806"/>
                  </a:lnTo>
                  <a:lnTo>
                    <a:pt x="227381" y="1096713"/>
                  </a:lnTo>
                  <a:lnTo>
                    <a:pt x="228236" y="1136402"/>
                  </a:lnTo>
                  <a:lnTo>
                    <a:pt x="229092" y="1125717"/>
                  </a:lnTo>
                  <a:lnTo>
                    <a:pt x="229948" y="1062819"/>
                  </a:lnTo>
                  <a:lnTo>
                    <a:pt x="230803" y="1005236"/>
                  </a:lnTo>
                  <a:lnTo>
                    <a:pt x="231659" y="973137"/>
                  </a:lnTo>
                  <a:lnTo>
                    <a:pt x="232514" y="932677"/>
                  </a:lnTo>
                  <a:lnTo>
                    <a:pt x="233370" y="901947"/>
                  </a:lnTo>
                  <a:lnTo>
                    <a:pt x="234225" y="898270"/>
                  </a:lnTo>
                  <a:lnTo>
                    <a:pt x="235081" y="909507"/>
                  </a:lnTo>
                  <a:lnTo>
                    <a:pt x="235936" y="938624"/>
                  </a:lnTo>
                  <a:lnTo>
                    <a:pt x="236792" y="949035"/>
                  </a:lnTo>
                  <a:lnTo>
                    <a:pt x="237647" y="969187"/>
                  </a:lnTo>
                  <a:lnTo>
                    <a:pt x="238503" y="944304"/>
                  </a:lnTo>
                  <a:lnTo>
                    <a:pt x="239358" y="912182"/>
                  </a:lnTo>
                  <a:lnTo>
                    <a:pt x="240214" y="955964"/>
                  </a:lnTo>
                  <a:lnTo>
                    <a:pt x="241069" y="984430"/>
                  </a:lnTo>
                  <a:lnTo>
                    <a:pt x="241925" y="1034497"/>
                  </a:lnTo>
                  <a:lnTo>
                    <a:pt x="242780" y="1066279"/>
                  </a:lnTo>
                  <a:lnTo>
                    <a:pt x="243636" y="1038334"/>
                  </a:lnTo>
                  <a:lnTo>
                    <a:pt x="244491" y="1043601"/>
                  </a:lnTo>
                  <a:lnTo>
                    <a:pt x="245347" y="1080650"/>
                  </a:lnTo>
                  <a:lnTo>
                    <a:pt x="246203" y="1080118"/>
                  </a:lnTo>
                  <a:lnTo>
                    <a:pt x="247058" y="1004440"/>
                  </a:lnTo>
                  <a:lnTo>
                    <a:pt x="247914" y="927274"/>
                  </a:lnTo>
                  <a:lnTo>
                    <a:pt x="248769" y="960515"/>
                  </a:lnTo>
                  <a:lnTo>
                    <a:pt x="249625" y="955889"/>
                  </a:lnTo>
                  <a:lnTo>
                    <a:pt x="250480" y="887794"/>
                  </a:lnTo>
                  <a:lnTo>
                    <a:pt x="251336" y="900411"/>
                  </a:lnTo>
                  <a:lnTo>
                    <a:pt x="252191" y="937224"/>
                  </a:lnTo>
                  <a:lnTo>
                    <a:pt x="253047" y="954534"/>
                  </a:lnTo>
                  <a:lnTo>
                    <a:pt x="253902" y="946165"/>
                  </a:lnTo>
                  <a:lnTo>
                    <a:pt x="254758" y="974389"/>
                  </a:lnTo>
                  <a:lnTo>
                    <a:pt x="255613" y="967970"/>
                  </a:lnTo>
                  <a:lnTo>
                    <a:pt x="256469" y="917364"/>
                  </a:lnTo>
                  <a:lnTo>
                    <a:pt x="257324" y="935369"/>
                  </a:lnTo>
                  <a:lnTo>
                    <a:pt x="258180" y="994372"/>
                  </a:lnTo>
                  <a:lnTo>
                    <a:pt x="259035" y="1036711"/>
                  </a:lnTo>
                  <a:lnTo>
                    <a:pt x="259891" y="1027350"/>
                  </a:lnTo>
                  <a:lnTo>
                    <a:pt x="260746" y="1005202"/>
                  </a:lnTo>
                  <a:lnTo>
                    <a:pt x="261602" y="956687"/>
                  </a:lnTo>
                  <a:lnTo>
                    <a:pt x="262458" y="838531"/>
                  </a:lnTo>
                  <a:lnTo>
                    <a:pt x="263313" y="724438"/>
                  </a:lnTo>
                  <a:lnTo>
                    <a:pt x="264169" y="587425"/>
                  </a:lnTo>
                  <a:lnTo>
                    <a:pt x="265024" y="537673"/>
                  </a:lnTo>
                  <a:lnTo>
                    <a:pt x="265880" y="539062"/>
                  </a:lnTo>
                  <a:lnTo>
                    <a:pt x="266735" y="592203"/>
                  </a:lnTo>
                  <a:lnTo>
                    <a:pt x="267591" y="692796"/>
                  </a:lnTo>
                  <a:lnTo>
                    <a:pt x="268446" y="704518"/>
                  </a:lnTo>
                  <a:lnTo>
                    <a:pt x="269302" y="729962"/>
                  </a:lnTo>
                  <a:lnTo>
                    <a:pt x="270157" y="700459"/>
                  </a:lnTo>
                  <a:lnTo>
                    <a:pt x="271013" y="665557"/>
                  </a:lnTo>
                  <a:lnTo>
                    <a:pt x="271868" y="590199"/>
                  </a:lnTo>
                  <a:lnTo>
                    <a:pt x="272724" y="568466"/>
                  </a:lnTo>
                  <a:lnTo>
                    <a:pt x="273579" y="695146"/>
                  </a:lnTo>
                  <a:lnTo>
                    <a:pt x="274435" y="866845"/>
                  </a:lnTo>
                  <a:lnTo>
                    <a:pt x="275290" y="1001850"/>
                  </a:lnTo>
                  <a:lnTo>
                    <a:pt x="276146" y="1130139"/>
                  </a:lnTo>
                  <a:lnTo>
                    <a:pt x="276936" y="124131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917324" y="2997143"/>
              <a:ext cx="8617" cy="265334"/>
            </a:xfrm>
            <a:custGeom>
              <a:avLst/>
              <a:pathLst>
                <a:path w="8617" h="265334">
                  <a:moveTo>
                    <a:pt x="0" y="265334"/>
                  </a:moveTo>
                  <a:lnTo>
                    <a:pt x="83" y="258310"/>
                  </a:lnTo>
                  <a:lnTo>
                    <a:pt x="938" y="236802"/>
                  </a:lnTo>
                  <a:lnTo>
                    <a:pt x="1794" y="243594"/>
                  </a:lnTo>
                  <a:lnTo>
                    <a:pt x="2650" y="144398"/>
                  </a:lnTo>
                  <a:lnTo>
                    <a:pt x="3505" y="29264"/>
                  </a:lnTo>
                  <a:lnTo>
                    <a:pt x="4361" y="0"/>
                  </a:lnTo>
                  <a:lnTo>
                    <a:pt x="5216" y="82394"/>
                  </a:lnTo>
                  <a:lnTo>
                    <a:pt x="6072" y="134594"/>
                  </a:lnTo>
                  <a:lnTo>
                    <a:pt x="6927" y="153015"/>
                  </a:lnTo>
                  <a:lnTo>
                    <a:pt x="7783" y="200147"/>
                  </a:lnTo>
                  <a:lnTo>
                    <a:pt x="8617" y="26533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926053" y="2942832"/>
              <a:ext cx="7424" cy="319644"/>
            </a:xfrm>
            <a:custGeom>
              <a:avLst/>
              <a:pathLst>
                <a:path w="7424" h="319644">
                  <a:moveTo>
                    <a:pt x="0" y="319644"/>
                  </a:moveTo>
                  <a:lnTo>
                    <a:pt x="765" y="305493"/>
                  </a:lnTo>
                  <a:lnTo>
                    <a:pt x="1621" y="162241"/>
                  </a:lnTo>
                  <a:lnTo>
                    <a:pt x="2476" y="55418"/>
                  </a:lnTo>
                  <a:lnTo>
                    <a:pt x="3332" y="20344"/>
                  </a:lnTo>
                  <a:lnTo>
                    <a:pt x="4187" y="15186"/>
                  </a:lnTo>
                  <a:lnTo>
                    <a:pt x="5043" y="0"/>
                  </a:lnTo>
                  <a:lnTo>
                    <a:pt x="5898" y="63920"/>
                  </a:lnTo>
                  <a:lnTo>
                    <a:pt x="6754" y="227539"/>
                  </a:lnTo>
                  <a:lnTo>
                    <a:pt x="7424" y="31964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937884" y="3139199"/>
              <a:ext cx="6683" cy="123277"/>
            </a:xfrm>
            <a:custGeom>
              <a:avLst/>
              <a:pathLst>
                <a:path w="6683" h="123277">
                  <a:moveTo>
                    <a:pt x="0" y="123277"/>
                  </a:moveTo>
                  <a:lnTo>
                    <a:pt x="56" y="117914"/>
                  </a:lnTo>
                  <a:lnTo>
                    <a:pt x="911" y="48233"/>
                  </a:lnTo>
                  <a:lnTo>
                    <a:pt x="1767" y="40902"/>
                  </a:lnTo>
                  <a:lnTo>
                    <a:pt x="2622" y="40246"/>
                  </a:lnTo>
                  <a:lnTo>
                    <a:pt x="3478" y="23225"/>
                  </a:lnTo>
                  <a:lnTo>
                    <a:pt x="4334" y="0"/>
                  </a:lnTo>
                  <a:lnTo>
                    <a:pt x="5189" y="26624"/>
                  </a:lnTo>
                  <a:lnTo>
                    <a:pt x="6045" y="74894"/>
                  </a:lnTo>
                  <a:lnTo>
                    <a:pt x="6683" y="12327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949225" y="3202130"/>
              <a:ext cx="3565" cy="60346"/>
            </a:xfrm>
            <a:custGeom>
              <a:avLst/>
              <a:pathLst>
                <a:path w="3565" h="60346">
                  <a:moveTo>
                    <a:pt x="0" y="60346"/>
                  </a:moveTo>
                  <a:lnTo>
                    <a:pt x="692" y="32146"/>
                  </a:lnTo>
                  <a:lnTo>
                    <a:pt x="1548" y="14418"/>
                  </a:lnTo>
                  <a:lnTo>
                    <a:pt x="2403" y="0"/>
                  </a:lnTo>
                  <a:lnTo>
                    <a:pt x="3259" y="49963"/>
                  </a:lnTo>
                  <a:lnTo>
                    <a:pt x="3565" y="6034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954196" y="3093486"/>
              <a:ext cx="13997" cy="168990"/>
            </a:xfrm>
            <a:custGeom>
              <a:avLst/>
              <a:pathLst>
                <a:path w="13997" h="168990">
                  <a:moveTo>
                    <a:pt x="0" y="168990"/>
                  </a:moveTo>
                  <a:lnTo>
                    <a:pt x="854" y="156348"/>
                  </a:lnTo>
                  <a:lnTo>
                    <a:pt x="1710" y="123474"/>
                  </a:lnTo>
                  <a:lnTo>
                    <a:pt x="2566" y="118435"/>
                  </a:lnTo>
                  <a:lnTo>
                    <a:pt x="3421" y="50939"/>
                  </a:lnTo>
                  <a:lnTo>
                    <a:pt x="4277" y="25164"/>
                  </a:lnTo>
                  <a:lnTo>
                    <a:pt x="5132" y="72314"/>
                  </a:lnTo>
                  <a:lnTo>
                    <a:pt x="5988" y="83799"/>
                  </a:lnTo>
                  <a:lnTo>
                    <a:pt x="6843" y="54325"/>
                  </a:lnTo>
                  <a:lnTo>
                    <a:pt x="7699" y="0"/>
                  </a:lnTo>
                  <a:lnTo>
                    <a:pt x="8554" y="73695"/>
                  </a:lnTo>
                  <a:lnTo>
                    <a:pt x="9410" y="101789"/>
                  </a:lnTo>
                  <a:lnTo>
                    <a:pt x="10265" y="54639"/>
                  </a:lnTo>
                  <a:lnTo>
                    <a:pt x="11121" y="43156"/>
                  </a:lnTo>
                  <a:lnTo>
                    <a:pt x="11976" y="77766"/>
                  </a:lnTo>
                  <a:lnTo>
                    <a:pt x="12832" y="132124"/>
                  </a:lnTo>
                  <a:lnTo>
                    <a:pt x="13687" y="146436"/>
                  </a:lnTo>
                  <a:lnTo>
                    <a:pt x="13997" y="16899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973806" y="3192218"/>
              <a:ext cx="4909" cy="70259"/>
            </a:xfrm>
            <a:custGeom>
              <a:avLst/>
              <a:pathLst>
                <a:path w="4909" h="70259">
                  <a:moveTo>
                    <a:pt x="0" y="70259"/>
                  </a:moveTo>
                  <a:lnTo>
                    <a:pt x="66" y="64203"/>
                  </a:lnTo>
                  <a:lnTo>
                    <a:pt x="922" y="19330"/>
                  </a:lnTo>
                  <a:lnTo>
                    <a:pt x="1777" y="0"/>
                  </a:lnTo>
                  <a:lnTo>
                    <a:pt x="2633" y="27739"/>
                  </a:lnTo>
                  <a:lnTo>
                    <a:pt x="3488" y="34976"/>
                  </a:lnTo>
                  <a:lnTo>
                    <a:pt x="4344" y="57102"/>
                  </a:lnTo>
                  <a:lnTo>
                    <a:pt x="4909" y="7025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984628" y="3067338"/>
              <a:ext cx="14039" cy="195138"/>
            </a:xfrm>
            <a:custGeom>
              <a:avLst/>
              <a:pathLst>
                <a:path w="14039" h="195138">
                  <a:moveTo>
                    <a:pt x="0" y="195138"/>
                  </a:moveTo>
                  <a:lnTo>
                    <a:pt x="366" y="151564"/>
                  </a:lnTo>
                  <a:lnTo>
                    <a:pt x="1221" y="91484"/>
                  </a:lnTo>
                  <a:lnTo>
                    <a:pt x="2077" y="71848"/>
                  </a:lnTo>
                  <a:lnTo>
                    <a:pt x="2932" y="35285"/>
                  </a:lnTo>
                  <a:lnTo>
                    <a:pt x="3788" y="31607"/>
                  </a:lnTo>
                  <a:lnTo>
                    <a:pt x="4643" y="0"/>
                  </a:lnTo>
                  <a:lnTo>
                    <a:pt x="5499" y="18664"/>
                  </a:lnTo>
                  <a:lnTo>
                    <a:pt x="6354" y="26249"/>
                  </a:lnTo>
                  <a:lnTo>
                    <a:pt x="7210" y="18214"/>
                  </a:lnTo>
                  <a:lnTo>
                    <a:pt x="8065" y="58107"/>
                  </a:lnTo>
                  <a:lnTo>
                    <a:pt x="8921" y="73980"/>
                  </a:lnTo>
                  <a:lnTo>
                    <a:pt x="9776" y="126772"/>
                  </a:lnTo>
                  <a:lnTo>
                    <a:pt x="10632" y="140420"/>
                  </a:lnTo>
                  <a:lnTo>
                    <a:pt x="11488" y="132877"/>
                  </a:lnTo>
                  <a:lnTo>
                    <a:pt x="12343" y="162311"/>
                  </a:lnTo>
                  <a:lnTo>
                    <a:pt x="13199" y="156981"/>
                  </a:lnTo>
                  <a:lnTo>
                    <a:pt x="14039" y="19513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005368" y="3207903"/>
              <a:ext cx="5341" cy="54573"/>
            </a:xfrm>
            <a:custGeom>
              <a:avLst/>
              <a:pathLst>
                <a:path w="5341" h="54573">
                  <a:moveTo>
                    <a:pt x="0" y="54573"/>
                  </a:moveTo>
                  <a:lnTo>
                    <a:pt x="159" y="40580"/>
                  </a:lnTo>
                  <a:lnTo>
                    <a:pt x="1014" y="1022"/>
                  </a:lnTo>
                  <a:lnTo>
                    <a:pt x="1870" y="28675"/>
                  </a:lnTo>
                  <a:lnTo>
                    <a:pt x="2725" y="33003"/>
                  </a:lnTo>
                  <a:lnTo>
                    <a:pt x="3581" y="20357"/>
                  </a:lnTo>
                  <a:lnTo>
                    <a:pt x="4436" y="0"/>
                  </a:lnTo>
                  <a:lnTo>
                    <a:pt x="5292" y="52889"/>
                  </a:lnTo>
                  <a:lnTo>
                    <a:pt x="5341" y="5457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3013242" y="3179910"/>
              <a:ext cx="6829" cy="82566"/>
            </a:xfrm>
            <a:custGeom>
              <a:avLst/>
              <a:pathLst>
                <a:path w="6829" h="82566">
                  <a:moveTo>
                    <a:pt x="0" y="82566"/>
                  </a:moveTo>
                  <a:lnTo>
                    <a:pt x="840" y="54147"/>
                  </a:lnTo>
                  <a:lnTo>
                    <a:pt x="1696" y="53357"/>
                  </a:lnTo>
                  <a:lnTo>
                    <a:pt x="2551" y="40031"/>
                  </a:lnTo>
                  <a:lnTo>
                    <a:pt x="3407" y="12292"/>
                  </a:lnTo>
                  <a:lnTo>
                    <a:pt x="4262" y="0"/>
                  </a:lnTo>
                  <a:lnTo>
                    <a:pt x="5118" y="7472"/>
                  </a:lnTo>
                  <a:lnTo>
                    <a:pt x="5973" y="62907"/>
                  </a:lnTo>
                  <a:lnTo>
                    <a:pt x="6829" y="8256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020071" y="3076241"/>
              <a:ext cx="9399" cy="186236"/>
            </a:xfrm>
            <a:custGeom>
              <a:avLst/>
              <a:pathLst>
                <a:path w="9399" h="186236">
                  <a:moveTo>
                    <a:pt x="0" y="186236"/>
                  </a:moveTo>
                  <a:lnTo>
                    <a:pt x="855" y="167692"/>
                  </a:lnTo>
                  <a:lnTo>
                    <a:pt x="1710" y="132237"/>
                  </a:lnTo>
                  <a:lnTo>
                    <a:pt x="2566" y="81087"/>
                  </a:lnTo>
                  <a:lnTo>
                    <a:pt x="3421" y="45393"/>
                  </a:lnTo>
                  <a:lnTo>
                    <a:pt x="4277" y="18874"/>
                  </a:lnTo>
                  <a:lnTo>
                    <a:pt x="5132" y="0"/>
                  </a:lnTo>
                  <a:lnTo>
                    <a:pt x="5988" y="18548"/>
                  </a:lnTo>
                  <a:lnTo>
                    <a:pt x="6843" y="54004"/>
                  </a:lnTo>
                  <a:lnTo>
                    <a:pt x="7699" y="115709"/>
                  </a:lnTo>
                  <a:lnTo>
                    <a:pt x="8554" y="179141"/>
                  </a:lnTo>
                  <a:lnTo>
                    <a:pt x="9399" y="18623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032056" y="3089267"/>
              <a:ext cx="12698" cy="173209"/>
            </a:xfrm>
            <a:custGeom>
              <a:avLst/>
              <a:pathLst>
                <a:path w="12698" h="173209">
                  <a:moveTo>
                    <a:pt x="0" y="173209"/>
                  </a:moveTo>
                  <a:lnTo>
                    <a:pt x="848" y="162746"/>
                  </a:lnTo>
                  <a:lnTo>
                    <a:pt x="1703" y="135008"/>
                  </a:lnTo>
                  <a:lnTo>
                    <a:pt x="2559" y="127823"/>
                  </a:lnTo>
                  <a:lnTo>
                    <a:pt x="3414" y="127823"/>
                  </a:lnTo>
                  <a:lnTo>
                    <a:pt x="4270" y="127823"/>
                  </a:lnTo>
                  <a:lnTo>
                    <a:pt x="5125" y="127823"/>
                  </a:lnTo>
                  <a:lnTo>
                    <a:pt x="5981" y="127823"/>
                  </a:lnTo>
                  <a:lnTo>
                    <a:pt x="6836" y="73131"/>
                  </a:lnTo>
                  <a:lnTo>
                    <a:pt x="7692" y="1668"/>
                  </a:lnTo>
                  <a:lnTo>
                    <a:pt x="8547" y="0"/>
                  </a:lnTo>
                  <a:lnTo>
                    <a:pt x="9403" y="27197"/>
                  </a:lnTo>
                  <a:lnTo>
                    <a:pt x="10258" y="45475"/>
                  </a:lnTo>
                  <a:lnTo>
                    <a:pt x="11114" y="45475"/>
                  </a:lnTo>
                  <a:lnTo>
                    <a:pt x="11970" y="100168"/>
                  </a:lnTo>
                  <a:lnTo>
                    <a:pt x="12698" y="17320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046342" y="3235672"/>
              <a:ext cx="2159" cy="26804"/>
            </a:xfrm>
            <a:custGeom>
              <a:avLst/>
              <a:pathLst>
                <a:path w="2159" h="26804">
                  <a:moveTo>
                    <a:pt x="0" y="26804"/>
                  </a:moveTo>
                  <a:lnTo>
                    <a:pt x="250" y="18280"/>
                  </a:lnTo>
                  <a:lnTo>
                    <a:pt x="1106" y="0"/>
                  </a:lnTo>
                  <a:lnTo>
                    <a:pt x="1961" y="18195"/>
                  </a:lnTo>
                  <a:lnTo>
                    <a:pt x="2159" y="2680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052970" y="3036094"/>
              <a:ext cx="9257" cy="226383"/>
            </a:xfrm>
            <a:custGeom>
              <a:avLst/>
              <a:pathLst>
                <a:path w="9257" h="226383">
                  <a:moveTo>
                    <a:pt x="0" y="226383"/>
                  </a:moveTo>
                  <a:lnTo>
                    <a:pt x="466" y="175899"/>
                  </a:lnTo>
                  <a:lnTo>
                    <a:pt x="1321" y="87737"/>
                  </a:lnTo>
                  <a:lnTo>
                    <a:pt x="2177" y="59999"/>
                  </a:lnTo>
                  <a:lnTo>
                    <a:pt x="3032" y="26460"/>
                  </a:lnTo>
                  <a:lnTo>
                    <a:pt x="3888" y="0"/>
                  </a:lnTo>
                  <a:lnTo>
                    <a:pt x="4743" y="2634"/>
                  </a:lnTo>
                  <a:lnTo>
                    <a:pt x="5599" y="77099"/>
                  </a:lnTo>
                  <a:lnTo>
                    <a:pt x="6454" y="127954"/>
                  </a:lnTo>
                  <a:lnTo>
                    <a:pt x="7310" y="127954"/>
                  </a:lnTo>
                  <a:lnTo>
                    <a:pt x="8165" y="154537"/>
                  </a:lnTo>
                  <a:lnTo>
                    <a:pt x="9021" y="214524"/>
                  </a:lnTo>
                  <a:lnTo>
                    <a:pt x="9257" y="22638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078421" y="3143775"/>
              <a:ext cx="21057" cy="118701"/>
            </a:xfrm>
            <a:custGeom>
              <a:avLst/>
              <a:pathLst>
                <a:path w="21057" h="118701">
                  <a:moveTo>
                    <a:pt x="0" y="118701"/>
                  </a:moveTo>
                  <a:lnTo>
                    <a:pt x="681" y="104653"/>
                  </a:lnTo>
                  <a:lnTo>
                    <a:pt x="1536" y="58525"/>
                  </a:lnTo>
                  <a:lnTo>
                    <a:pt x="2392" y="11738"/>
                  </a:lnTo>
                  <a:lnTo>
                    <a:pt x="3248" y="0"/>
                  </a:lnTo>
                  <a:lnTo>
                    <a:pt x="4103" y="0"/>
                  </a:lnTo>
                  <a:lnTo>
                    <a:pt x="4959" y="1"/>
                  </a:lnTo>
                  <a:lnTo>
                    <a:pt x="5814" y="17637"/>
                  </a:lnTo>
                  <a:lnTo>
                    <a:pt x="6670" y="54267"/>
                  </a:lnTo>
                  <a:lnTo>
                    <a:pt x="7525" y="73315"/>
                  </a:lnTo>
                  <a:lnTo>
                    <a:pt x="8381" y="73315"/>
                  </a:lnTo>
                  <a:lnTo>
                    <a:pt x="9236" y="73315"/>
                  </a:lnTo>
                  <a:lnTo>
                    <a:pt x="10092" y="73315"/>
                  </a:lnTo>
                  <a:lnTo>
                    <a:pt x="10947" y="73315"/>
                  </a:lnTo>
                  <a:lnTo>
                    <a:pt x="11803" y="73315"/>
                  </a:lnTo>
                  <a:lnTo>
                    <a:pt x="12658" y="73315"/>
                  </a:lnTo>
                  <a:lnTo>
                    <a:pt x="13514" y="73315"/>
                  </a:lnTo>
                  <a:lnTo>
                    <a:pt x="14369" y="73315"/>
                  </a:lnTo>
                  <a:lnTo>
                    <a:pt x="15225" y="73315"/>
                  </a:lnTo>
                  <a:lnTo>
                    <a:pt x="16080" y="73315"/>
                  </a:lnTo>
                  <a:lnTo>
                    <a:pt x="16936" y="73315"/>
                  </a:lnTo>
                  <a:lnTo>
                    <a:pt x="17792" y="73315"/>
                  </a:lnTo>
                  <a:lnTo>
                    <a:pt x="18647" y="73315"/>
                  </a:lnTo>
                  <a:lnTo>
                    <a:pt x="19503" y="83267"/>
                  </a:lnTo>
                  <a:lnTo>
                    <a:pt x="20358" y="111004"/>
                  </a:lnTo>
                  <a:lnTo>
                    <a:pt x="21057" y="11870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119323" y="3137414"/>
              <a:ext cx="14264" cy="125062"/>
            </a:xfrm>
            <a:custGeom>
              <a:avLst/>
              <a:pathLst>
                <a:path w="14264" h="125062">
                  <a:moveTo>
                    <a:pt x="0" y="125062"/>
                  </a:moveTo>
                  <a:lnTo>
                    <a:pt x="844" y="117968"/>
                  </a:lnTo>
                  <a:lnTo>
                    <a:pt x="1700" y="92131"/>
                  </a:lnTo>
                  <a:lnTo>
                    <a:pt x="2555" y="66456"/>
                  </a:lnTo>
                  <a:lnTo>
                    <a:pt x="3411" y="29892"/>
                  </a:lnTo>
                  <a:lnTo>
                    <a:pt x="4266" y="4608"/>
                  </a:lnTo>
                  <a:lnTo>
                    <a:pt x="5122" y="1901"/>
                  </a:lnTo>
                  <a:lnTo>
                    <a:pt x="5977" y="1901"/>
                  </a:lnTo>
                  <a:lnTo>
                    <a:pt x="6833" y="0"/>
                  </a:lnTo>
                  <a:lnTo>
                    <a:pt x="7688" y="15122"/>
                  </a:lnTo>
                  <a:lnTo>
                    <a:pt x="8544" y="51685"/>
                  </a:lnTo>
                  <a:lnTo>
                    <a:pt x="9399" y="76970"/>
                  </a:lnTo>
                  <a:lnTo>
                    <a:pt x="10255" y="79676"/>
                  </a:lnTo>
                  <a:lnTo>
                    <a:pt x="11111" y="79676"/>
                  </a:lnTo>
                  <a:lnTo>
                    <a:pt x="11966" y="79676"/>
                  </a:lnTo>
                  <a:lnTo>
                    <a:pt x="12822" y="79676"/>
                  </a:lnTo>
                  <a:lnTo>
                    <a:pt x="13677" y="97956"/>
                  </a:lnTo>
                  <a:lnTo>
                    <a:pt x="14264" y="12506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137003" y="3102214"/>
              <a:ext cx="12961" cy="160263"/>
            </a:xfrm>
            <a:custGeom>
              <a:avLst/>
              <a:pathLst>
                <a:path w="12961" h="160263">
                  <a:moveTo>
                    <a:pt x="0" y="160263"/>
                  </a:moveTo>
                  <a:lnTo>
                    <a:pt x="275" y="143110"/>
                  </a:lnTo>
                  <a:lnTo>
                    <a:pt x="1130" y="89369"/>
                  </a:lnTo>
                  <a:lnTo>
                    <a:pt x="1986" y="49855"/>
                  </a:lnTo>
                  <a:lnTo>
                    <a:pt x="2841" y="22571"/>
                  </a:lnTo>
                  <a:lnTo>
                    <a:pt x="3697" y="0"/>
                  </a:lnTo>
                  <a:lnTo>
                    <a:pt x="4553" y="26127"/>
                  </a:lnTo>
                  <a:lnTo>
                    <a:pt x="5408" y="79415"/>
                  </a:lnTo>
                  <a:lnTo>
                    <a:pt x="6264" y="114876"/>
                  </a:lnTo>
                  <a:lnTo>
                    <a:pt x="7119" y="114876"/>
                  </a:lnTo>
                  <a:lnTo>
                    <a:pt x="7975" y="114876"/>
                  </a:lnTo>
                  <a:lnTo>
                    <a:pt x="8830" y="114876"/>
                  </a:lnTo>
                  <a:lnTo>
                    <a:pt x="9686" y="89670"/>
                  </a:lnTo>
                  <a:lnTo>
                    <a:pt x="10541" y="62698"/>
                  </a:lnTo>
                  <a:lnTo>
                    <a:pt x="11397" y="86562"/>
                  </a:lnTo>
                  <a:lnTo>
                    <a:pt x="12252" y="108612"/>
                  </a:lnTo>
                  <a:lnTo>
                    <a:pt x="12961" y="16026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155203" y="3260379"/>
              <a:ext cx="1774" cy="2097"/>
            </a:xfrm>
            <a:custGeom>
              <a:avLst/>
              <a:pathLst>
                <a:path w="1774" h="2097">
                  <a:moveTo>
                    <a:pt x="0" y="2097"/>
                  </a:moveTo>
                  <a:lnTo>
                    <a:pt x="40" y="0"/>
                  </a:lnTo>
                  <a:lnTo>
                    <a:pt x="896" y="1898"/>
                  </a:lnTo>
                  <a:lnTo>
                    <a:pt x="1751" y="1897"/>
                  </a:lnTo>
                  <a:lnTo>
                    <a:pt x="1774" y="209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158164" y="3137133"/>
              <a:ext cx="9332" cy="125344"/>
            </a:xfrm>
            <a:custGeom>
              <a:avLst/>
              <a:pathLst>
                <a:path w="9332" h="125344">
                  <a:moveTo>
                    <a:pt x="0" y="125344"/>
                  </a:moveTo>
                  <a:lnTo>
                    <a:pt x="502" y="114840"/>
                  </a:lnTo>
                  <a:lnTo>
                    <a:pt x="1358" y="99818"/>
                  </a:lnTo>
                  <a:lnTo>
                    <a:pt x="2213" y="108508"/>
                  </a:lnTo>
                  <a:lnTo>
                    <a:pt x="3069" y="86264"/>
                  </a:lnTo>
                  <a:lnTo>
                    <a:pt x="3924" y="52641"/>
                  </a:lnTo>
                  <a:lnTo>
                    <a:pt x="4780" y="0"/>
                  </a:lnTo>
                  <a:lnTo>
                    <a:pt x="5635" y="17094"/>
                  </a:lnTo>
                  <a:lnTo>
                    <a:pt x="6491" y="70976"/>
                  </a:lnTo>
                  <a:lnTo>
                    <a:pt x="7346" y="104821"/>
                  </a:lnTo>
                  <a:lnTo>
                    <a:pt x="8202" y="89063"/>
                  </a:lnTo>
                  <a:lnTo>
                    <a:pt x="9057" y="116683"/>
                  </a:lnTo>
                  <a:lnTo>
                    <a:pt x="9332" y="12534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169217" y="3175498"/>
              <a:ext cx="4611" cy="86978"/>
            </a:xfrm>
            <a:custGeom>
              <a:avLst/>
              <a:pathLst>
                <a:path w="4611" h="86978">
                  <a:moveTo>
                    <a:pt x="0" y="86978"/>
                  </a:moveTo>
                  <a:lnTo>
                    <a:pt x="571" y="61041"/>
                  </a:lnTo>
                  <a:lnTo>
                    <a:pt x="1426" y="0"/>
                  </a:lnTo>
                  <a:lnTo>
                    <a:pt x="2282" y="11319"/>
                  </a:lnTo>
                  <a:lnTo>
                    <a:pt x="3137" y="40612"/>
                  </a:lnTo>
                  <a:lnTo>
                    <a:pt x="3993" y="82493"/>
                  </a:lnTo>
                  <a:lnTo>
                    <a:pt x="4611" y="8697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175455" y="3061220"/>
              <a:ext cx="9384" cy="201256"/>
            </a:xfrm>
            <a:custGeom>
              <a:avLst/>
              <a:pathLst>
                <a:path w="9384" h="201256">
                  <a:moveTo>
                    <a:pt x="0" y="201256"/>
                  </a:moveTo>
                  <a:lnTo>
                    <a:pt x="322" y="200213"/>
                  </a:lnTo>
                  <a:lnTo>
                    <a:pt x="1177" y="154385"/>
                  </a:lnTo>
                  <a:lnTo>
                    <a:pt x="2033" y="113359"/>
                  </a:lnTo>
                  <a:lnTo>
                    <a:pt x="2889" y="48797"/>
                  </a:lnTo>
                  <a:lnTo>
                    <a:pt x="3744" y="7900"/>
                  </a:lnTo>
                  <a:lnTo>
                    <a:pt x="4600" y="0"/>
                  </a:lnTo>
                  <a:lnTo>
                    <a:pt x="5455" y="2770"/>
                  </a:lnTo>
                  <a:lnTo>
                    <a:pt x="6311" y="48598"/>
                  </a:lnTo>
                  <a:lnTo>
                    <a:pt x="7166" y="66334"/>
                  </a:lnTo>
                  <a:lnTo>
                    <a:pt x="8022" y="107074"/>
                  </a:lnTo>
                  <a:lnTo>
                    <a:pt x="8877" y="147969"/>
                  </a:lnTo>
                  <a:lnTo>
                    <a:pt x="9384" y="20125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203362" y="3217090"/>
              <a:ext cx="6103" cy="45386"/>
            </a:xfrm>
            <a:custGeom>
              <a:avLst/>
              <a:pathLst>
                <a:path w="6103" h="45386">
                  <a:moveTo>
                    <a:pt x="0" y="45386"/>
                  </a:moveTo>
                  <a:lnTo>
                    <a:pt x="647" y="2092"/>
                  </a:lnTo>
                  <a:lnTo>
                    <a:pt x="1502" y="0"/>
                  </a:lnTo>
                  <a:lnTo>
                    <a:pt x="2358" y="0"/>
                  </a:lnTo>
                  <a:lnTo>
                    <a:pt x="3213" y="21735"/>
                  </a:lnTo>
                  <a:lnTo>
                    <a:pt x="4069" y="43323"/>
                  </a:lnTo>
                  <a:lnTo>
                    <a:pt x="4925" y="43322"/>
                  </a:lnTo>
                  <a:lnTo>
                    <a:pt x="5780" y="43323"/>
                  </a:lnTo>
                  <a:lnTo>
                    <a:pt x="6103" y="4538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214419" y="3028769"/>
              <a:ext cx="10508" cy="233707"/>
            </a:xfrm>
            <a:custGeom>
              <a:avLst/>
              <a:pathLst>
                <a:path w="10508" h="233707">
                  <a:moveTo>
                    <a:pt x="0" y="233707"/>
                  </a:moveTo>
                  <a:lnTo>
                    <a:pt x="711" y="151344"/>
                  </a:lnTo>
                  <a:lnTo>
                    <a:pt x="1567" y="47123"/>
                  </a:lnTo>
                  <a:lnTo>
                    <a:pt x="2422" y="4491"/>
                  </a:lnTo>
                  <a:lnTo>
                    <a:pt x="3278" y="0"/>
                  </a:lnTo>
                  <a:lnTo>
                    <a:pt x="4133" y="0"/>
                  </a:lnTo>
                  <a:lnTo>
                    <a:pt x="4989" y="24048"/>
                  </a:lnTo>
                  <a:lnTo>
                    <a:pt x="5845" y="79575"/>
                  </a:lnTo>
                  <a:lnTo>
                    <a:pt x="6700" y="115658"/>
                  </a:lnTo>
                  <a:lnTo>
                    <a:pt x="7556" y="115659"/>
                  </a:lnTo>
                  <a:lnTo>
                    <a:pt x="8411" y="146411"/>
                  </a:lnTo>
                  <a:lnTo>
                    <a:pt x="9267" y="164299"/>
                  </a:lnTo>
                  <a:lnTo>
                    <a:pt x="10122" y="206082"/>
                  </a:lnTo>
                  <a:lnTo>
                    <a:pt x="10508" y="23370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28763" y="3261590"/>
              <a:ext cx="130" cy="886"/>
            </a:xfrm>
            <a:custGeom>
              <a:avLst/>
              <a:pathLst>
                <a:path w="130" h="886">
                  <a:moveTo>
                    <a:pt x="0" y="886"/>
                  </a:moveTo>
                  <a:lnTo>
                    <a:pt x="56" y="0"/>
                  </a:lnTo>
                  <a:lnTo>
                    <a:pt x="130" y="88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29829" y="3159833"/>
              <a:ext cx="8192" cy="102643"/>
            </a:xfrm>
            <a:custGeom>
              <a:avLst/>
              <a:pathLst>
                <a:path w="8192" h="102643">
                  <a:moveTo>
                    <a:pt x="0" y="102643"/>
                  </a:moveTo>
                  <a:lnTo>
                    <a:pt x="701" y="60347"/>
                  </a:lnTo>
                  <a:lnTo>
                    <a:pt x="1556" y="31484"/>
                  </a:lnTo>
                  <a:lnTo>
                    <a:pt x="2412" y="31486"/>
                  </a:lnTo>
                  <a:lnTo>
                    <a:pt x="3267" y="31487"/>
                  </a:lnTo>
                  <a:lnTo>
                    <a:pt x="4123" y="27076"/>
                  </a:lnTo>
                  <a:lnTo>
                    <a:pt x="4978" y="0"/>
                  </a:lnTo>
                  <a:lnTo>
                    <a:pt x="5834" y="28395"/>
                  </a:lnTo>
                  <a:lnTo>
                    <a:pt x="6689" y="57257"/>
                  </a:lnTo>
                  <a:lnTo>
                    <a:pt x="7545" y="66950"/>
                  </a:lnTo>
                  <a:lnTo>
                    <a:pt x="8192" y="10264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38955" y="3167983"/>
              <a:ext cx="6181" cy="94494"/>
            </a:xfrm>
            <a:custGeom>
              <a:avLst/>
              <a:pathLst>
                <a:path w="6181" h="94494">
                  <a:moveTo>
                    <a:pt x="0" y="94494"/>
                  </a:moveTo>
                  <a:lnTo>
                    <a:pt x="130" y="92421"/>
                  </a:lnTo>
                  <a:lnTo>
                    <a:pt x="986" y="56875"/>
                  </a:lnTo>
                  <a:lnTo>
                    <a:pt x="1841" y="56875"/>
                  </a:lnTo>
                  <a:lnTo>
                    <a:pt x="2697" y="56876"/>
                  </a:lnTo>
                  <a:lnTo>
                    <a:pt x="3552" y="47182"/>
                  </a:lnTo>
                  <a:lnTo>
                    <a:pt x="4408" y="0"/>
                  </a:lnTo>
                  <a:lnTo>
                    <a:pt x="5263" y="40758"/>
                  </a:lnTo>
                  <a:lnTo>
                    <a:pt x="6119" y="90487"/>
                  </a:lnTo>
                  <a:lnTo>
                    <a:pt x="6181" y="9449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50605" y="3201007"/>
              <a:ext cx="3353" cy="61469"/>
            </a:xfrm>
            <a:custGeom>
              <a:avLst/>
              <a:pathLst>
                <a:path w="3353" h="61469">
                  <a:moveTo>
                    <a:pt x="0" y="61469"/>
                  </a:moveTo>
                  <a:lnTo>
                    <a:pt x="458" y="17867"/>
                  </a:lnTo>
                  <a:lnTo>
                    <a:pt x="1313" y="0"/>
                  </a:lnTo>
                  <a:lnTo>
                    <a:pt x="2169" y="10329"/>
                  </a:lnTo>
                  <a:lnTo>
                    <a:pt x="3024" y="40143"/>
                  </a:lnTo>
                  <a:lnTo>
                    <a:pt x="3353" y="6146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59042" y="2379788"/>
              <a:ext cx="140188" cy="882688"/>
            </a:xfrm>
            <a:custGeom>
              <a:avLst/>
              <a:pathLst>
                <a:path w="140188" h="882688">
                  <a:moveTo>
                    <a:pt x="0" y="882688"/>
                  </a:moveTo>
                  <a:lnTo>
                    <a:pt x="576" y="833829"/>
                  </a:lnTo>
                  <a:lnTo>
                    <a:pt x="1431" y="779314"/>
                  </a:lnTo>
                  <a:lnTo>
                    <a:pt x="2287" y="704446"/>
                  </a:lnTo>
                  <a:lnTo>
                    <a:pt x="3142" y="662176"/>
                  </a:lnTo>
                  <a:lnTo>
                    <a:pt x="3998" y="671623"/>
                  </a:lnTo>
                  <a:lnTo>
                    <a:pt x="4853" y="671624"/>
                  </a:lnTo>
                  <a:lnTo>
                    <a:pt x="5709" y="671624"/>
                  </a:lnTo>
                  <a:lnTo>
                    <a:pt x="6564" y="697806"/>
                  </a:lnTo>
                  <a:lnTo>
                    <a:pt x="7420" y="710487"/>
                  </a:lnTo>
                  <a:lnTo>
                    <a:pt x="8275" y="699261"/>
                  </a:lnTo>
                  <a:lnTo>
                    <a:pt x="9131" y="694006"/>
                  </a:lnTo>
                  <a:lnTo>
                    <a:pt x="9986" y="677277"/>
                  </a:lnTo>
                  <a:lnTo>
                    <a:pt x="10842" y="656463"/>
                  </a:lnTo>
                  <a:lnTo>
                    <a:pt x="11698" y="644809"/>
                  </a:lnTo>
                  <a:lnTo>
                    <a:pt x="12553" y="698333"/>
                  </a:lnTo>
                  <a:lnTo>
                    <a:pt x="13409" y="767709"/>
                  </a:lnTo>
                  <a:lnTo>
                    <a:pt x="14264" y="741143"/>
                  </a:lnTo>
                  <a:lnTo>
                    <a:pt x="15120" y="733036"/>
                  </a:lnTo>
                  <a:lnTo>
                    <a:pt x="15975" y="740396"/>
                  </a:lnTo>
                  <a:lnTo>
                    <a:pt x="16831" y="750870"/>
                  </a:lnTo>
                  <a:lnTo>
                    <a:pt x="17686" y="752948"/>
                  </a:lnTo>
                  <a:lnTo>
                    <a:pt x="18542" y="696133"/>
                  </a:lnTo>
                  <a:lnTo>
                    <a:pt x="19397" y="621021"/>
                  </a:lnTo>
                  <a:lnTo>
                    <a:pt x="20253" y="598396"/>
                  </a:lnTo>
                  <a:lnTo>
                    <a:pt x="21108" y="586928"/>
                  </a:lnTo>
                  <a:lnTo>
                    <a:pt x="21964" y="587428"/>
                  </a:lnTo>
                  <a:lnTo>
                    <a:pt x="22819" y="587449"/>
                  </a:lnTo>
                  <a:lnTo>
                    <a:pt x="23675" y="574597"/>
                  </a:lnTo>
                  <a:lnTo>
                    <a:pt x="24530" y="580440"/>
                  </a:lnTo>
                  <a:lnTo>
                    <a:pt x="25386" y="569611"/>
                  </a:lnTo>
                  <a:lnTo>
                    <a:pt x="26242" y="484761"/>
                  </a:lnTo>
                  <a:lnTo>
                    <a:pt x="27097" y="394794"/>
                  </a:lnTo>
                  <a:lnTo>
                    <a:pt x="27953" y="400192"/>
                  </a:lnTo>
                  <a:lnTo>
                    <a:pt x="28808" y="421284"/>
                  </a:lnTo>
                  <a:lnTo>
                    <a:pt x="29664" y="406340"/>
                  </a:lnTo>
                  <a:lnTo>
                    <a:pt x="30519" y="319301"/>
                  </a:lnTo>
                  <a:lnTo>
                    <a:pt x="31375" y="356828"/>
                  </a:lnTo>
                  <a:lnTo>
                    <a:pt x="32230" y="439796"/>
                  </a:lnTo>
                  <a:lnTo>
                    <a:pt x="33086" y="410673"/>
                  </a:lnTo>
                  <a:lnTo>
                    <a:pt x="33941" y="403499"/>
                  </a:lnTo>
                  <a:lnTo>
                    <a:pt x="34797" y="436638"/>
                  </a:lnTo>
                  <a:lnTo>
                    <a:pt x="35652" y="451778"/>
                  </a:lnTo>
                  <a:lnTo>
                    <a:pt x="36508" y="391471"/>
                  </a:lnTo>
                  <a:lnTo>
                    <a:pt x="37363" y="301895"/>
                  </a:lnTo>
                  <a:lnTo>
                    <a:pt x="38219" y="239617"/>
                  </a:lnTo>
                  <a:lnTo>
                    <a:pt x="39074" y="212233"/>
                  </a:lnTo>
                  <a:lnTo>
                    <a:pt x="39930" y="220943"/>
                  </a:lnTo>
                  <a:lnTo>
                    <a:pt x="40785" y="263625"/>
                  </a:lnTo>
                  <a:lnTo>
                    <a:pt x="41641" y="349155"/>
                  </a:lnTo>
                  <a:lnTo>
                    <a:pt x="42497" y="410960"/>
                  </a:lnTo>
                  <a:lnTo>
                    <a:pt x="43352" y="507328"/>
                  </a:lnTo>
                  <a:lnTo>
                    <a:pt x="44208" y="617506"/>
                  </a:lnTo>
                  <a:lnTo>
                    <a:pt x="45063" y="684441"/>
                  </a:lnTo>
                  <a:lnTo>
                    <a:pt x="45919" y="685004"/>
                  </a:lnTo>
                  <a:lnTo>
                    <a:pt x="46774" y="696037"/>
                  </a:lnTo>
                  <a:lnTo>
                    <a:pt x="47630" y="675208"/>
                  </a:lnTo>
                  <a:lnTo>
                    <a:pt x="48485" y="496866"/>
                  </a:lnTo>
                  <a:lnTo>
                    <a:pt x="49341" y="330807"/>
                  </a:lnTo>
                  <a:lnTo>
                    <a:pt x="50196" y="249834"/>
                  </a:lnTo>
                  <a:lnTo>
                    <a:pt x="51052" y="254326"/>
                  </a:lnTo>
                  <a:lnTo>
                    <a:pt x="51907" y="182884"/>
                  </a:lnTo>
                  <a:lnTo>
                    <a:pt x="52763" y="131589"/>
                  </a:lnTo>
                  <a:lnTo>
                    <a:pt x="53618" y="176835"/>
                  </a:lnTo>
                  <a:lnTo>
                    <a:pt x="54474" y="169167"/>
                  </a:lnTo>
                  <a:lnTo>
                    <a:pt x="55329" y="98334"/>
                  </a:lnTo>
                  <a:lnTo>
                    <a:pt x="56185" y="90610"/>
                  </a:lnTo>
                  <a:lnTo>
                    <a:pt x="57040" y="70587"/>
                  </a:lnTo>
                  <a:lnTo>
                    <a:pt x="57896" y="9142"/>
                  </a:lnTo>
                  <a:lnTo>
                    <a:pt x="58752" y="0"/>
                  </a:lnTo>
                  <a:lnTo>
                    <a:pt x="59607" y="135700"/>
                  </a:lnTo>
                  <a:lnTo>
                    <a:pt x="60463" y="255049"/>
                  </a:lnTo>
                  <a:lnTo>
                    <a:pt x="61318" y="272762"/>
                  </a:lnTo>
                  <a:lnTo>
                    <a:pt x="62174" y="367683"/>
                  </a:lnTo>
                  <a:lnTo>
                    <a:pt x="63029" y="518281"/>
                  </a:lnTo>
                  <a:lnTo>
                    <a:pt x="63885" y="624011"/>
                  </a:lnTo>
                  <a:lnTo>
                    <a:pt x="64740" y="586918"/>
                  </a:lnTo>
                  <a:lnTo>
                    <a:pt x="65596" y="575133"/>
                  </a:lnTo>
                  <a:lnTo>
                    <a:pt x="66451" y="612871"/>
                  </a:lnTo>
                  <a:lnTo>
                    <a:pt x="67307" y="633529"/>
                  </a:lnTo>
                  <a:lnTo>
                    <a:pt x="68162" y="656910"/>
                  </a:lnTo>
                  <a:lnTo>
                    <a:pt x="69018" y="622937"/>
                  </a:lnTo>
                  <a:lnTo>
                    <a:pt x="69873" y="619312"/>
                  </a:lnTo>
                  <a:lnTo>
                    <a:pt x="70729" y="616371"/>
                  </a:lnTo>
                  <a:lnTo>
                    <a:pt x="71584" y="516882"/>
                  </a:lnTo>
                  <a:lnTo>
                    <a:pt x="72440" y="363815"/>
                  </a:lnTo>
                  <a:lnTo>
                    <a:pt x="73296" y="199742"/>
                  </a:lnTo>
                  <a:lnTo>
                    <a:pt x="74151" y="173735"/>
                  </a:lnTo>
                  <a:lnTo>
                    <a:pt x="75007" y="192831"/>
                  </a:lnTo>
                  <a:lnTo>
                    <a:pt x="75862" y="164151"/>
                  </a:lnTo>
                  <a:lnTo>
                    <a:pt x="76718" y="184111"/>
                  </a:lnTo>
                  <a:lnTo>
                    <a:pt x="77573" y="292442"/>
                  </a:lnTo>
                  <a:lnTo>
                    <a:pt x="78429" y="450158"/>
                  </a:lnTo>
                  <a:lnTo>
                    <a:pt x="79284" y="525356"/>
                  </a:lnTo>
                  <a:lnTo>
                    <a:pt x="80140" y="395579"/>
                  </a:lnTo>
                  <a:lnTo>
                    <a:pt x="80995" y="257999"/>
                  </a:lnTo>
                  <a:lnTo>
                    <a:pt x="81851" y="215137"/>
                  </a:lnTo>
                  <a:lnTo>
                    <a:pt x="82706" y="194715"/>
                  </a:lnTo>
                  <a:lnTo>
                    <a:pt x="83562" y="152981"/>
                  </a:lnTo>
                  <a:lnTo>
                    <a:pt x="84417" y="116545"/>
                  </a:lnTo>
                  <a:lnTo>
                    <a:pt x="85273" y="177446"/>
                  </a:lnTo>
                  <a:lnTo>
                    <a:pt x="86128" y="347024"/>
                  </a:lnTo>
                  <a:lnTo>
                    <a:pt x="86984" y="446359"/>
                  </a:lnTo>
                  <a:lnTo>
                    <a:pt x="87839" y="419283"/>
                  </a:lnTo>
                  <a:lnTo>
                    <a:pt x="88695" y="440617"/>
                  </a:lnTo>
                  <a:lnTo>
                    <a:pt x="89551" y="491165"/>
                  </a:lnTo>
                  <a:lnTo>
                    <a:pt x="90406" y="552813"/>
                  </a:lnTo>
                  <a:lnTo>
                    <a:pt x="91262" y="482466"/>
                  </a:lnTo>
                  <a:lnTo>
                    <a:pt x="92117" y="361705"/>
                  </a:lnTo>
                  <a:lnTo>
                    <a:pt x="92973" y="265049"/>
                  </a:lnTo>
                  <a:lnTo>
                    <a:pt x="93828" y="153603"/>
                  </a:lnTo>
                  <a:lnTo>
                    <a:pt x="94684" y="96491"/>
                  </a:lnTo>
                  <a:lnTo>
                    <a:pt x="95539" y="74476"/>
                  </a:lnTo>
                  <a:lnTo>
                    <a:pt x="96395" y="192319"/>
                  </a:lnTo>
                  <a:lnTo>
                    <a:pt x="97250" y="357239"/>
                  </a:lnTo>
                  <a:lnTo>
                    <a:pt x="98106" y="493457"/>
                  </a:lnTo>
                  <a:lnTo>
                    <a:pt x="98961" y="583666"/>
                  </a:lnTo>
                  <a:lnTo>
                    <a:pt x="99817" y="639041"/>
                  </a:lnTo>
                  <a:lnTo>
                    <a:pt x="100672" y="681792"/>
                  </a:lnTo>
                  <a:lnTo>
                    <a:pt x="101528" y="697248"/>
                  </a:lnTo>
                  <a:lnTo>
                    <a:pt x="102383" y="723422"/>
                  </a:lnTo>
                  <a:lnTo>
                    <a:pt x="103239" y="765036"/>
                  </a:lnTo>
                  <a:lnTo>
                    <a:pt x="104094" y="672367"/>
                  </a:lnTo>
                  <a:lnTo>
                    <a:pt x="104950" y="517186"/>
                  </a:lnTo>
                  <a:lnTo>
                    <a:pt x="105806" y="467908"/>
                  </a:lnTo>
                  <a:lnTo>
                    <a:pt x="106661" y="448380"/>
                  </a:lnTo>
                  <a:lnTo>
                    <a:pt x="107517" y="423444"/>
                  </a:lnTo>
                  <a:lnTo>
                    <a:pt x="108372" y="406406"/>
                  </a:lnTo>
                  <a:lnTo>
                    <a:pt x="109228" y="482243"/>
                  </a:lnTo>
                  <a:lnTo>
                    <a:pt x="110083" y="502725"/>
                  </a:lnTo>
                  <a:lnTo>
                    <a:pt x="110939" y="445559"/>
                  </a:lnTo>
                  <a:lnTo>
                    <a:pt x="111794" y="381941"/>
                  </a:lnTo>
                  <a:lnTo>
                    <a:pt x="112650" y="344617"/>
                  </a:lnTo>
                  <a:lnTo>
                    <a:pt x="113505" y="349876"/>
                  </a:lnTo>
                  <a:lnTo>
                    <a:pt x="114361" y="344697"/>
                  </a:lnTo>
                  <a:lnTo>
                    <a:pt x="115216" y="476011"/>
                  </a:lnTo>
                  <a:lnTo>
                    <a:pt x="116072" y="597940"/>
                  </a:lnTo>
                  <a:lnTo>
                    <a:pt x="116927" y="615690"/>
                  </a:lnTo>
                  <a:lnTo>
                    <a:pt x="117783" y="641361"/>
                  </a:lnTo>
                  <a:lnTo>
                    <a:pt x="118638" y="713502"/>
                  </a:lnTo>
                  <a:lnTo>
                    <a:pt x="119494" y="777041"/>
                  </a:lnTo>
                  <a:lnTo>
                    <a:pt x="120349" y="711063"/>
                  </a:lnTo>
                  <a:lnTo>
                    <a:pt x="121205" y="659596"/>
                  </a:lnTo>
                  <a:lnTo>
                    <a:pt x="122061" y="730435"/>
                  </a:lnTo>
                  <a:lnTo>
                    <a:pt x="122916" y="764528"/>
                  </a:lnTo>
                  <a:lnTo>
                    <a:pt x="123772" y="709465"/>
                  </a:lnTo>
                  <a:lnTo>
                    <a:pt x="124627" y="684806"/>
                  </a:lnTo>
                  <a:lnTo>
                    <a:pt x="125483" y="708328"/>
                  </a:lnTo>
                  <a:lnTo>
                    <a:pt x="126338" y="758781"/>
                  </a:lnTo>
                  <a:lnTo>
                    <a:pt x="127194" y="702538"/>
                  </a:lnTo>
                  <a:lnTo>
                    <a:pt x="128049" y="612306"/>
                  </a:lnTo>
                  <a:lnTo>
                    <a:pt x="128905" y="577014"/>
                  </a:lnTo>
                  <a:lnTo>
                    <a:pt x="129760" y="636657"/>
                  </a:lnTo>
                  <a:lnTo>
                    <a:pt x="130616" y="671877"/>
                  </a:lnTo>
                  <a:lnTo>
                    <a:pt x="131471" y="636774"/>
                  </a:lnTo>
                  <a:lnTo>
                    <a:pt x="132327" y="629930"/>
                  </a:lnTo>
                  <a:lnTo>
                    <a:pt x="133182" y="638022"/>
                  </a:lnTo>
                  <a:lnTo>
                    <a:pt x="134038" y="636532"/>
                  </a:lnTo>
                  <a:lnTo>
                    <a:pt x="134893" y="545017"/>
                  </a:lnTo>
                  <a:lnTo>
                    <a:pt x="135749" y="489362"/>
                  </a:lnTo>
                  <a:lnTo>
                    <a:pt x="136605" y="503528"/>
                  </a:lnTo>
                  <a:lnTo>
                    <a:pt x="137460" y="583303"/>
                  </a:lnTo>
                  <a:lnTo>
                    <a:pt x="138316" y="748180"/>
                  </a:lnTo>
                  <a:lnTo>
                    <a:pt x="139171" y="850339"/>
                  </a:lnTo>
                  <a:lnTo>
                    <a:pt x="140027" y="870857"/>
                  </a:lnTo>
                  <a:lnTo>
                    <a:pt x="140188" y="88268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406106" y="3020812"/>
              <a:ext cx="7241" cy="241664"/>
            </a:xfrm>
            <a:custGeom>
              <a:avLst/>
              <a:pathLst>
                <a:path w="7241" h="241664">
                  <a:moveTo>
                    <a:pt x="0" y="241664"/>
                  </a:moveTo>
                  <a:lnTo>
                    <a:pt x="663" y="155245"/>
                  </a:lnTo>
                  <a:lnTo>
                    <a:pt x="1519" y="48818"/>
                  </a:lnTo>
                  <a:lnTo>
                    <a:pt x="2374" y="0"/>
                  </a:lnTo>
                  <a:lnTo>
                    <a:pt x="3230" y="17038"/>
                  </a:lnTo>
                  <a:lnTo>
                    <a:pt x="4085" y="24882"/>
                  </a:lnTo>
                  <a:lnTo>
                    <a:pt x="4941" y="65851"/>
                  </a:lnTo>
                  <a:lnTo>
                    <a:pt x="5796" y="167939"/>
                  </a:lnTo>
                  <a:lnTo>
                    <a:pt x="6652" y="227151"/>
                  </a:lnTo>
                  <a:lnTo>
                    <a:pt x="7241" y="24166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416398" y="3020117"/>
              <a:ext cx="9352" cy="242359"/>
            </a:xfrm>
            <a:custGeom>
              <a:avLst/>
              <a:pathLst>
                <a:path w="9352" h="242359">
                  <a:moveTo>
                    <a:pt x="0" y="242359"/>
                  </a:moveTo>
                  <a:lnTo>
                    <a:pt x="637" y="215905"/>
                  </a:lnTo>
                  <a:lnTo>
                    <a:pt x="1493" y="211060"/>
                  </a:lnTo>
                  <a:lnTo>
                    <a:pt x="2348" y="211061"/>
                  </a:lnTo>
                  <a:lnTo>
                    <a:pt x="3204" y="162886"/>
                  </a:lnTo>
                  <a:lnTo>
                    <a:pt x="4059" y="48481"/>
                  </a:lnTo>
                  <a:lnTo>
                    <a:pt x="4915" y="0"/>
                  </a:lnTo>
                  <a:lnTo>
                    <a:pt x="5770" y="56928"/>
                  </a:lnTo>
                  <a:lnTo>
                    <a:pt x="6626" y="102061"/>
                  </a:lnTo>
                  <a:lnTo>
                    <a:pt x="7482" y="100973"/>
                  </a:lnTo>
                  <a:lnTo>
                    <a:pt x="8337" y="125682"/>
                  </a:lnTo>
                  <a:lnTo>
                    <a:pt x="9193" y="231053"/>
                  </a:lnTo>
                  <a:lnTo>
                    <a:pt x="9352" y="24235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429230" y="3180998"/>
              <a:ext cx="5321" cy="81478"/>
            </a:xfrm>
            <a:custGeom>
              <a:avLst/>
              <a:pathLst>
                <a:path w="5321" h="81478">
                  <a:moveTo>
                    <a:pt x="0" y="81478"/>
                  </a:moveTo>
                  <a:lnTo>
                    <a:pt x="638" y="54112"/>
                  </a:lnTo>
                  <a:lnTo>
                    <a:pt x="1493" y="14708"/>
                  </a:lnTo>
                  <a:lnTo>
                    <a:pt x="2349" y="21010"/>
                  </a:lnTo>
                  <a:lnTo>
                    <a:pt x="3204" y="46344"/>
                  </a:lnTo>
                  <a:lnTo>
                    <a:pt x="4060" y="0"/>
                  </a:lnTo>
                  <a:lnTo>
                    <a:pt x="4915" y="15515"/>
                  </a:lnTo>
                  <a:lnTo>
                    <a:pt x="5321" y="8147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36994" y="2758122"/>
              <a:ext cx="24822" cy="504354"/>
            </a:xfrm>
            <a:custGeom>
              <a:avLst/>
              <a:pathLst>
                <a:path w="24822" h="504354">
                  <a:moveTo>
                    <a:pt x="0" y="504354"/>
                  </a:moveTo>
                  <a:lnTo>
                    <a:pt x="574" y="439285"/>
                  </a:lnTo>
                  <a:lnTo>
                    <a:pt x="1429" y="383995"/>
                  </a:lnTo>
                  <a:lnTo>
                    <a:pt x="2285" y="296201"/>
                  </a:lnTo>
                  <a:lnTo>
                    <a:pt x="3140" y="153103"/>
                  </a:lnTo>
                  <a:lnTo>
                    <a:pt x="3996" y="130906"/>
                  </a:lnTo>
                  <a:lnTo>
                    <a:pt x="4851" y="173963"/>
                  </a:lnTo>
                  <a:lnTo>
                    <a:pt x="5707" y="224204"/>
                  </a:lnTo>
                  <a:lnTo>
                    <a:pt x="6562" y="322830"/>
                  </a:lnTo>
                  <a:lnTo>
                    <a:pt x="7418" y="405220"/>
                  </a:lnTo>
                  <a:lnTo>
                    <a:pt x="8273" y="445309"/>
                  </a:lnTo>
                  <a:lnTo>
                    <a:pt x="9129" y="422660"/>
                  </a:lnTo>
                  <a:lnTo>
                    <a:pt x="9985" y="359543"/>
                  </a:lnTo>
                  <a:lnTo>
                    <a:pt x="10840" y="287598"/>
                  </a:lnTo>
                  <a:lnTo>
                    <a:pt x="11696" y="109049"/>
                  </a:lnTo>
                  <a:lnTo>
                    <a:pt x="12551" y="0"/>
                  </a:lnTo>
                  <a:lnTo>
                    <a:pt x="13407" y="13808"/>
                  </a:lnTo>
                  <a:lnTo>
                    <a:pt x="14262" y="118468"/>
                  </a:lnTo>
                  <a:lnTo>
                    <a:pt x="15118" y="209212"/>
                  </a:lnTo>
                  <a:lnTo>
                    <a:pt x="15973" y="278632"/>
                  </a:lnTo>
                  <a:lnTo>
                    <a:pt x="16829" y="411551"/>
                  </a:lnTo>
                  <a:lnTo>
                    <a:pt x="17684" y="463416"/>
                  </a:lnTo>
                  <a:lnTo>
                    <a:pt x="18540" y="448870"/>
                  </a:lnTo>
                  <a:lnTo>
                    <a:pt x="19395" y="365007"/>
                  </a:lnTo>
                  <a:lnTo>
                    <a:pt x="20251" y="281704"/>
                  </a:lnTo>
                  <a:lnTo>
                    <a:pt x="21106" y="295935"/>
                  </a:lnTo>
                  <a:lnTo>
                    <a:pt x="21962" y="338458"/>
                  </a:lnTo>
                  <a:lnTo>
                    <a:pt x="22817" y="423541"/>
                  </a:lnTo>
                  <a:lnTo>
                    <a:pt x="23673" y="465690"/>
                  </a:lnTo>
                  <a:lnTo>
                    <a:pt x="24529" y="483224"/>
                  </a:lnTo>
                  <a:lnTo>
                    <a:pt x="24822" y="50435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463453" y="3008196"/>
              <a:ext cx="15885" cy="254280"/>
            </a:xfrm>
            <a:custGeom>
              <a:avLst/>
              <a:pathLst>
                <a:path w="15885" h="254280">
                  <a:moveTo>
                    <a:pt x="0" y="254280"/>
                  </a:moveTo>
                  <a:lnTo>
                    <a:pt x="637" y="204391"/>
                  </a:lnTo>
                  <a:lnTo>
                    <a:pt x="1492" y="100500"/>
                  </a:lnTo>
                  <a:lnTo>
                    <a:pt x="2348" y="17386"/>
                  </a:lnTo>
                  <a:lnTo>
                    <a:pt x="3203" y="0"/>
                  </a:lnTo>
                  <a:lnTo>
                    <a:pt x="4059" y="9412"/>
                  </a:lnTo>
                  <a:lnTo>
                    <a:pt x="4914" y="40187"/>
                  </a:lnTo>
                  <a:lnTo>
                    <a:pt x="5770" y="78447"/>
                  </a:lnTo>
                  <a:lnTo>
                    <a:pt x="6625" y="137296"/>
                  </a:lnTo>
                  <a:lnTo>
                    <a:pt x="7481" y="191508"/>
                  </a:lnTo>
                  <a:lnTo>
                    <a:pt x="8336" y="208894"/>
                  </a:lnTo>
                  <a:lnTo>
                    <a:pt x="9192" y="208894"/>
                  </a:lnTo>
                  <a:lnTo>
                    <a:pt x="10047" y="174045"/>
                  </a:lnTo>
                  <a:lnTo>
                    <a:pt x="10903" y="123492"/>
                  </a:lnTo>
                  <a:lnTo>
                    <a:pt x="11758" y="125528"/>
                  </a:lnTo>
                  <a:lnTo>
                    <a:pt x="12614" y="125528"/>
                  </a:lnTo>
                  <a:lnTo>
                    <a:pt x="13469" y="125528"/>
                  </a:lnTo>
                  <a:lnTo>
                    <a:pt x="14325" y="138261"/>
                  </a:lnTo>
                  <a:lnTo>
                    <a:pt x="15180" y="200847"/>
                  </a:lnTo>
                  <a:lnTo>
                    <a:pt x="15885" y="25428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483427" y="3143456"/>
              <a:ext cx="3918" cy="119020"/>
            </a:xfrm>
            <a:custGeom>
              <a:avLst/>
              <a:pathLst>
                <a:path w="3918" h="119020">
                  <a:moveTo>
                    <a:pt x="0" y="119020"/>
                  </a:moveTo>
                  <a:lnTo>
                    <a:pt x="339" y="108006"/>
                  </a:lnTo>
                  <a:lnTo>
                    <a:pt x="1195" y="90806"/>
                  </a:lnTo>
                  <a:lnTo>
                    <a:pt x="2050" y="1538"/>
                  </a:lnTo>
                  <a:lnTo>
                    <a:pt x="2906" y="0"/>
                  </a:lnTo>
                  <a:lnTo>
                    <a:pt x="3761" y="114695"/>
                  </a:lnTo>
                  <a:lnTo>
                    <a:pt x="3918" y="11902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492088" y="3253924"/>
              <a:ext cx="490" cy="8552"/>
            </a:xfrm>
            <a:custGeom>
              <a:avLst/>
              <a:pathLst>
                <a:path w="490" h="8552">
                  <a:moveTo>
                    <a:pt x="0" y="8552"/>
                  </a:moveTo>
                  <a:lnTo>
                    <a:pt x="234" y="0"/>
                  </a:lnTo>
                  <a:lnTo>
                    <a:pt x="490" y="855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494746" y="3161943"/>
              <a:ext cx="6463" cy="100533"/>
            </a:xfrm>
            <a:custGeom>
              <a:avLst/>
              <a:pathLst>
                <a:path w="6463" h="100533">
                  <a:moveTo>
                    <a:pt x="0" y="100533"/>
                  </a:moveTo>
                  <a:lnTo>
                    <a:pt x="142" y="96551"/>
                  </a:lnTo>
                  <a:lnTo>
                    <a:pt x="997" y="88803"/>
                  </a:lnTo>
                  <a:lnTo>
                    <a:pt x="1853" y="70076"/>
                  </a:lnTo>
                  <a:lnTo>
                    <a:pt x="2709" y="33064"/>
                  </a:lnTo>
                  <a:lnTo>
                    <a:pt x="3564" y="0"/>
                  </a:lnTo>
                  <a:lnTo>
                    <a:pt x="4420" y="2840"/>
                  </a:lnTo>
                  <a:lnTo>
                    <a:pt x="5275" y="45195"/>
                  </a:lnTo>
                  <a:lnTo>
                    <a:pt x="6131" y="87582"/>
                  </a:lnTo>
                  <a:lnTo>
                    <a:pt x="6463" y="10053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511597" y="3200928"/>
              <a:ext cx="4963" cy="61548"/>
            </a:xfrm>
            <a:custGeom>
              <a:avLst/>
              <a:pathLst>
                <a:path w="4963" h="61548">
                  <a:moveTo>
                    <a:pt x="0" y="61548"/>
                  </a:moveTo>
                  <a:lnTo>
                    <a:pt x="402" y="23868"/>
                  </a:lnTo>
                  <a:lnTo>
                    <a:pt x="1257" y="9329"/>
                  </a:lnTo>
                  <a:lnTo>
                    <a:pt x="2113" y="2520"/>
                  </a:lnTo>
                  <a:lnTo>
                    <a:pt x="2968" y="1290"/>
                  </a:lnTo>
                  <a:lnTo>
                    <a:pt x="3824" y="0"/>
                  </a:lnTo>
                  <a:lnTo>
                    <a:pt x="4679" y="42182"/>
                  </a:lnTo>
                  <a:lnTo>
                    <a:pt x="4963" y="6154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519449" y="410572"/>
              <a:ext cx="737855" cy="2851904"/>
            </a:xfrm>
            <a:custGeom>
              <a:avLst/>
              <a:pathLst>
                <a:path w="737855" h="2851904">
                  <a:moveTo>
                    <a:pt x="0" y="2851904"/>
                  </a:moveTo>
                  <a:lnTo>
                    <a:pt x="249" y="2845525"/>
                  </a:lnTo>
                  <a:lnTo>
                    <a:pt x="1105" y="2780973"/>
                  </a:lnTo>
                  <a:lnTo>
                    <a:pt x="1960" y="2725546"/>
                  </a:lnTo>
                  <a:lnTo>
                    <a:pt x="2816" y="2704380"/>
                  </a:lnTo>
                  <a:lnTo>
                    <a:pt x="3671" y="2688198"/>
                  </a:lnTo>
                  <a:lnTo>
                    <a:pt x="4527" y="2666609"/>
                  </a:lnTo>
                  <a:lnTo>
                    <a:pt x="5382" y="2694391"/>
                  </a:lnTo>
                  <a:lnTo>
                    <a:pt x="6238" y="2760104"/>
                  </a:lnTo>
                  <a:lnTo>
                    <a:pt x="7093" y="2763993"/>
                  </a:lnTo>
                  <a:lnTo>
                    <a:pt x="7949" y="2735424"/>
                  </a:lnTo>
                  <a:lnTo>
                    <a:pt x="8804" y="2766033"/>
                  </a:lnTo>
                  <a:lnTo>
                    <a:pt x="9660" y="2738505"/>
                  </a:lnTo>
                  <a:lnTo>
                    <a:pt x="10515" y="2671084"/>
                  </a:lnTo>
                  <a:lnTo>
                    <a:pt x="11371" y="2599047"/>
                  </a:lnTo>
                  <a:lnTo>
                    <a:pt x="12226" y="2538086"/>
                  </a:lnTo>
                  <a:lnTo>
                    <a:pt x="13082" y="2458434"/>
                  </a:lnTo>
                  <a:lnTo>
                    <a:pt x="13937" y="2403836"/>
                  </a:lnTo>
                  <a:lnTo>
                    <a:pt x="14793" y="2417113"/>
                  </a:lnTo>
                  <a:lnTo>
                    <a:pt x="15648" y="2353060"/>
                  </a:lnTo>
                  <a:lnTo>
                    <a:pt x="16504" y="2325798"/>
                  </a:lnTo>
                  <a:lnTo>
                    <a:pt x="17360" y="2385639"/>
                  </a:lnTo>
                  <a:lnTo>
                    <a:pt x="18215" y="2389323"/>
                  </a:lnTo>
                  <a:lnTo>
                    <a:pt x="19071" y="2350261"/>
                  </a:lnTo>
                  <a:lnTo>
                    <a:pt x="19926" y="2334947"/>
                  </a:lnTo>
                  <a:lnTo>
                    <a:pt x="20782" y="2378368"/>
                  </a:lnTo>
                  <a:lnTo>
                    <a:pt x="21637" y="2295683"/>
                  </a:lnTo>
                  <a:lnTo>
                    <a:pt x="22493" y="2152193"/>
                  </a:lnTo>
                  <a:lnTo>
                    <a:pt x="23348" y="2105560"/>
                  </a:lnTo>
                  <a:lnTo>
                    <a:pt x="24204" y="2092442"/>
                  </a:lnTo>
                  <a:lnTo>
                    <a:pt x="25059" y="2098865"/>
                  </a:lnTo>
                  <a:lnTo>
                    <a:pt x="25915" y="2025131"/>
                  </a:lnTo>
                  <a:lnTo>
                    <a:pt x="26770" y="1910132"/>
                  </a:lnTo>
                  <a:lnTo>
                    <a:pt x="27626" y="1884781"/>
                  </a:lnTo>
                  <a:lnTo>
                    <a:pt x="28481" y="1871033"/>
                  </a:lnTo>
                  <a:lnTo>
                    <a:pt x="29337" y="1818876"/>
                  </a:lnTo>
                  <a:lnTo>
                    <a:pt x="30192" y="1743510"/>
                  </a:lnTo>
                  <a:lnTo>
                    <a:pt x="31048" y="1744422"/>
                  </a:lnTo>
                  <a:lnTo>
                    <a:pt x="31904" y="1846615"/>
                  </a:lnTo>
                  <a:lnTo>
                    <a:pt x="32759" y="1901812"/>
                  </a:lnTo>
                  <a:lnTo>
                    <a:pt x="33615" y="1908624"/>
                  </a:lnTo>
                  <a:lnTo>
                    <a:pt x="34470" y="1925825"/>
                  </a:lnTo>
                  <a:lnTo>
                    <a:pt x="35326" y="1858083"/>
                  </a:lnTo>
                  <a:lnTo>
                    <a:pt x="36181" y="1760160"/>
                  </a:lnTo>
                  <a:lnTo>
                    <a:pt x="37037" y="1695042"/>
                  </a:lnTo>
                  <a:lnTo>
                    <a:pt x="37892" y="1626388"/>
                  </a:lnTo>
                  <a:lnTo>
                    <a:pt x="38748" y="1598774"/>
                  </a:lnTo>
                  <a:lnTo>
                    <a:pt x="39603" y="1562215"/>
                  </a:lnTo>
                  <a:lnTo>
                    <a:pt x="40459" y="1572436"/>
                  </a:lnTo>
                  <a:lnTo>
                    <a:pt x="41314" y="1633565"/>
                  </a:lnTo>
                  <a:lnTo>
                    <a:pt x="42170" y="1707614"/>
                  </a:lnTo>
                  <a:lnTo>
                    <a:pt x="43025" y="1776019"/>
                  </a:lnTo>
                  <a:lnTo>
                    <a:pt x="43881" y="1833373"/>
                  </a:lnTo>
                  <a:lnTo>
                    <a:pt x="44736" y="1880161"/>
                  </a:lnTo>
                  <a:lnTo>
                    <a:pt x="45592" y="1923997"/>
                  </a:lnTo>
                  <a:lnTo>
                    <a:pt x="46447" y="1943326"/>
                  </a:lnTo>
                  <a:lnTo>
                    <a:pt x="47303" y="1983631"/>
                  </a:lnTo>
                  <a:lnTo>
                    <a:pt x="48159" y="2022251"/>
                  </a:lnTo>
                  <a:lnTo>
                    <a:pt x="49014" y="1978641"/>
                  </a:lnTo>
                  <a:lnTo>
                    <a:pt x="49870" y="1855207"/>
                  </a:lnTo>
                  <a:lnTo>
                    <a:pt x="50725" y="1721119"/>
                  </a:lnTo>
                  <a:lnTo>
                    <a:pt x="51581" y="1693425"/>
                  </a:lnTo>
                  <a:lnTo>
                    <a:pt x="52436" y="1629752"/>
                  </a:lnTo>
                  <a:lnTo>
                    <a:pt x="53292" y="1527932"/>
                  </a:lnTo>
                  <a:lnTo>
                    <a:pt x="54147" y="1469485"/>
                  </a:lnTo>
                  <a:lnTo>
                    <a:pt x="55003" y="1483235"/>
                  </a:lnTo>
                  <a:lnTo>
                    <a:pt x="55858" y="1531063"/>
                  </a:lnTo>
                  <a:lnTo>
                    <a:pt x="56714" y="1574327"/>
                  </a:lnTo>
                  <a:lnTo>
                    <a:pt x="57569" y="1622068"/>
                  </a:lnTo>
                  <a:lnTo>
                    <a:pt x="58425" y="1698824"/>
                  </a:lnTo>
                  <a:lnTo>
                    <a:pt x="59280" y="1756406"/>
                  </a:lnTo>
                  <a:lnTo>
                    <a:pt x="60136" y="1809953"/>
                  </a:lnTo>
                  <a:lnTo>
                    <a:pt x="60991" y="1875879"/>
                  </a:lnTo>
                  <a:lnTo>
                    <a:pt x="61847" y="1867152"/>
                  </a:lnTo>
                  <a:lnTo>
                    <a:pt x="62702" y="1884139"/>
                  </a:lnTo>
                  <a:lnTo>
                    <a:pt x="63558" y="1856391"/>
                  </a:lnTo>
                  <a:lnTo>
                    <a:pt x="64414" y="1815097"/>
                  </a:lnTo>
                  <a:lnTo>
                    <a:pt x="65269" y="1741350"/>
                  </a:lnTo>
                  <a:lnTo>
                    <a:pt x="66125" y="1696446"/>
                  </a:lnTo>
                  <a:lnTo>
                    <a:pt x="66980" y="1671614"/>
                  </a:lnTo>
                  <a:lnTo>
                    <a:pt x="67836" y="1563749"/>
                  </a:lnTo>
                  <a:lnTo>
                    <a:pt x="68691" y="1471063"/>
                  </a:lnTo>
                  <a:lnTo>
                    <a:pt x="69547" y="1447911"/>
                  </a:lnTo>
                  <a:lnTo>
                    <a:pt x="70402" y="1481177"/>
                  </a:lnTo>
                  <a:lnTo>
                    <a:pt x="71258" y="1473695"/>
                  </a:lnTo>
                  <a:lnTo>
                    <a:pt x="72113" y="1441317"/>
                  </a:lnTo>
                  <a:lnTo>
                    <a:pt x="72969" y="1453271"/>
                  </a:lnTo>
                  <a:lnTo>
                    <a:pt x="73824" y="1502815"/>
                  </a:lnTo>
                  <a:lnTo>
                    <a:pt x="74680" y="1546255"/>
                  </a:lnTo>
                  <a:lnTo>
                    <a:pt x="75535" y="1593825"/>
                  </a:lnTo>
                  <a:lnTo>
                    <a:pt x="76391" y="1568119"/>
                  </a:lnTo>
                  <a:lnTo>
                    <a:pt x="77246" y="1591601"/>
                  </a:lnTo>
                  <a:lnTo>
                    <a:pt x="78102" y="1645925"/>
                  </a:lnTo>
                  <a:lnTo>
                    <a:pt x="78958" y="1668007"/>
                  </a:lnTo>
                  <a:lnTo>
                    <a:pt x="79813" y="1669969"/>
                  </a:lnTo>
                  <a:lnTo>
                    <a:pt x="80669" y="1612803"/>
                  </a:lnTo>
                  <a:lnTo>
                    <a:pt x="81524" y="1682474"/>
                  </a:lnTo>
                  <a:lnTo>
                    <a:pt x="82380" y="1707455"/>
                  </a:lnTo>
                  <a:lnTo>
                    <a:pt x="83235" y="1666127"/>
                  </a:lnTo>
                  <a:lnTo>
                    <a:pt x="84091" y="1715649"/>
                  </a:lnTo>
                  <a:lnTo>
                    <a:pt x="84946" y="1866801"/>
                  </a:lnTo>
                  <a:lnTo>
                    <a:pt x="85802" y="1975485"/>
                  </a:lnTo>
                  <a:lnTo>
                    <a:pt x="86657" y="1977183"/>
                  </a:lnTo>
                  <a:lnTo>
                    <a:pt x="87513" y="1984060"/>
                  </a:lnTo>
                  <a:lnTo>
                    <a:pt x="88368" y="2078815"/>
                  </a:lnTo>
                  <a:lnTo>
                    <a:pt x="89224" y="2120397"/>
                  </a:lnTo>
                  <a:lnTo>
                    <a:pt x="90079" y="2076517"/>
                  </a:lnTo>
                  <a:lnTo>
                    <a:pt x="90935" y="2056140"/>
                  </a:lnTo>
                  <a:lnTo>
                    <a:pt x="91790" y="2049725"/>
                  </a:lnTo>
                  <a:lnTo>
                    <a:pt x="92646" y="2035684"/>
                  </a:lnTo>
                  <a:lnTo>
                    <a:pt x="93501" y="1970034"/>
                  </a:lnTo>
                  <a:lnTo>
                    <a:pt x="94357" y="1914711"/>
                  </a:lnTo>
                  <a:lnTo>
                    <a:pt x="95213" y="1876286"/>
                  </a:lnTo>
                  <a:lnTo>
                    <a:pt x="96068" y="1845704"/>
                  </a:lnTo>
                  <a:lnTo>
                    <a:pt x="96924" y="1807153"/>
                  </a:lnTo>
                  <a:lnTo>
                    <a:pt x="97779" y="1754252"/>
                  </a:lnTo>
                  <a:lnTo>
                    <a:pt x="98635" y="1691780"/>
                  </a:lnTo>
                  <a:lnTo>
                    <a:pt x="99490" y="1671257"/>
                  </a:lnTo>
                  <a:lnTo>
                    <a:pt x="100346" y="1664844"/>
                  </a:lnTo>
                  <a:lnTo>
                    <a:pt x="101201" y="1625953"/>
                  </a:lnTo>
                  <a:lnTo>
                    <a:pt x="102057" y="1659878"/>
                  </a:lnTo>
                  <a:lnTo>
                    <a:pt x="102912" y="1656609"/>
                  </a:lnTo>
                  <a:lnTo>
                    <a:pt x="103768" y="1578253"/>
                  </a:lnTo>
                  <a:lnTo>
                    <a:pt x="104623" y="1454368"/>
                  </a:lnTo>
                  <a:lnTo>
                    <a:pt x="105479" y="1312088"/>
                  </a:lnTo>
                  <a:lnTo>
                    <a:pt x="106334" y="1236424"/>
                  </a:lnTo>
                  <a:lnTo>
                    <a:pt x="107190" y="1150753"/>
                  </a:lnTo>
                  <a:lnTo>
                    <a:pt x="108045" y="1145628"/>
                  </a:lnTo>
                  <a:lnTo>
                    <a:pt x="108901" y="1255230"/>
                  </a:lnTo>
                  <a:lnTo>
                    <a:pt x="109756" y="1342647"/>
                  </a:lnTo>
                  <a:lnTo>
                    <a:pt x="110612" y="1417742"/>
                  </a:lnTo>
                  <a:lnTo>
                    <a:pt x="111468" y="1518337"/>
                  </a:lnTo>
                  <a:lnTo>
                    <a:pt x="112323" y="1607164"/>
                  </a:lnTo>
                  <a:lnTo>
                    <a:pt x="113179" y="1584347"/>
                  </a:lnTo>
                  <a:lnTo>
                    <a:pt x="114034" y="1517370"/>
                  </a:lnTo>
                  <a:lnTo>
                    <a:pt x="114890" y="1459731"/>
                  </a:lnTo>
                  <a:lnTo>
                    <a:pt x="115745" y="1404146"/>
                  </a:lnTo>
                  <a:lnTo>
                    <a:pt x="116601" y="1326980"/>
                  </a:lnTo>
                  <a:lnTo>
                    <a:pt x="117456" y="1237148"/>
                  </a:lnTo>
                  <a:lnTo>
                    <a:pt x="118312" y="1198710"/>
                  </a:lnTo>
                  <a:lnTo>
                    <a:pt x="119167" y="1171844"/>
                  </a:lnTo>
                  <a:lnTo>
                    <a:pt x="120023" y="1172143"/>
                  </a:lnTo>
                  <a:lnTo>
                    <a:pt x="120878" y="1143762"/>
                  </a:lnTo>
                  <a:lnTo>
                    <a:pt x="121734" y="1100622"/>
                  </a:lnTo>
                  <a:lnTo>
                    <a:pt x="122589" y="1036276"/>
                  </a:lnTo>
                  <a:lnTo>
                    <a:pt x="123445" y="1049332"/>
                  </a:lnTo>
                  <a:lnTo>
                    <a:pt x="124300" y="1131348"/>
                  </a:lnTo>
                  <a:lnTo>
                    <a:pt x="125156" y="1170248"/>
                  </a:lnTo>
                  <a:lnTo>
                    <a:pt x="126011" y="1295172"/>
                  </a:lnTo>
                  <a:lnTo>
                    <a:pt x="126867" y="1486975"/>
                  </a:lnTo>
                  <a:lnTo>
                    <a:pt x="127723" y="1573225"/>
                  </a:lnTo>
                  <a:lnTo>
                    <a:pt x="128578" y="1483339"/>
                  </a:lnTo>
                  <a:lnTo>
                    <a:pt x="129434" y="1308038"/>
                  </a:lnTo>
                  <a:lnTo>
                    <a:pt x="130289" y="1196881"/>
                  </a:lnTo>
                  <a:lnTo>
                    <a:pt x="131145" y="1062404"/>
                  </a:lnTo>
                  <a:lnTo>
                    <a:pt x="132000" y="914004"/>
                  </a:lnTo>
                  <a:lnTo>
                    <a:pt x="132856" y="880061"/>
                  </a:lnTo>
                  <a:lnTo>
                    <a:pt x="133711" y="936287"/>
                  </a:lnTo>
                  <a:lnTo>
                    <a:pt x="134567" y="1079065"/>
                  </a:lnTo>
                  <a:lnTo>
                    <a:pt x="135422" y="1168912"/>
                  </a:lnTo>
                  <a:lnTo>
                    <a:pt x="136278" y="1197002"/>
                  </a:lnTo>
                  <a:lnTo>
                    <a:pt x="137133" y="1242249"/>
                  </a:lnTo>
                  <a:lnTo>
                    <a:pt x="137989" y="1253258"/>
                  </a:lnTo>
                  <a:lnTo>
                    <a:pt x="138844" y="1267338"/>
                  </a:lnTo>
                  <a:lnTo>
                    <a:pt x="139700" y="1286660"/>
                  </a:lnTo>
                  <a:lnTo>
                    <a:pt x="140555" y="1354343"/>
                  </a:lnTo>
                  <a:lnTo>
                    <a:pt x="141411" y="1456314"/>
                  </a:lnTo>
                  <a:lnTo>
                    <a:pt x="142267" y="1419693"/>
                  </a:lnTo>
                  <a:lnTo>
                    <a:pt x="143122" y="1409540"/>
                  </a:lnTo>
                  <a:lnTo>
                    <a:pt x="143978" y="1470745"/>
                  </a:lnTo>
                  <a:lnTo>
                    <a:pt x="144833" y="1429951"/>
                  </a:lnTo>
                  <a:lnTo>
                    <a:pt x="145689" y="1308422"/>
                  </a:lnTo>
                  <a:lnTo>
                    <a:pt x="146544" y="1174908"/>
                  </a:lnTo>
                  <a:lnTo>
                    <a:pt x="147400" y="1230903"/>
                  </a:lnTo>
                  <a:lnTo>
                    <a:pt x="148255" y="1221976"/>
                  </a:lnTo>
                  <a:lnTo>
                    <a:pt x="149111" y="1079578"/>
                  </a:lnTo>
                  <a:lnTo>
                    <a:pt x="149966" y="959678"/>
                  </a:lnTo>
                  <a:lnTo>
                    <a:pt x="150822" y="943710"/>
                  </a:lnTo>
                  <a:lnTo>
                    <a:pt x="151677" y="926133"/>
                  </a:lnTo>
                  <a:lnTo>
                    <a:pt x="152533" y="781512"/>
                  </a:lnTo>
                  <a:lnTo>
                    <a:pt x="153388" y="712894"/>
                  </a:lnTo>
                  <a:lnTo>
                    <a:pt x="154244" y="720678"/>
                  </a:lnTo>
                  <a:lnTo>
                    <a:pt x="155099" y="749915"/>
                  </a:lnTo>
                  <a:lnTo>
                    <a:pt x="155955" y="726584"/>
                  </a:lnTo>
                  <a:lnTo>
                    <a:pt x="156810" y="756293"/>
                  </a:lnTo>
                  <a:lnTo>
                    <a:pt x="157666" y="769641"/>
                  </a:lnTo>
                  <a:lnTo>
                    <a:pt x="158522" y="740670"/>
                  </a:lnTo>
                  <a:lnTo>
                    <a:pt x="159377" y="727022"/>
                  </a:lnTo>
                  <a:lnTo>
                    <a:pt x="160233" y="703269"/>
                  </a:lnTo>
                  <a:lnTo>
                    <a:pt x="161088" y="733288"/>
                  </a:lnTo>
                  <a:lnTo>
                    <a:pt x="161944" y="846010"/>
                  </a:lnTo>
                  <a:lnTo>
                    <a:pt x="162799" y="913034"/>
                  </a:lnTo>
                  <a:lnTo>
                    <a:pt x="163655" y="936969"/>
                  </a:lnTo>
                  <a:lnTo>
                    <a:pt x="164510" y="968057"/>
                  </a:lnTo>
                  <a:lnTo>
                    <a:pt x="165366" y="1021875"/>
                  </a:lnTo>
                  <a:lnTo>
                    <a:pt x="166221" y="975119"/>
                  </a:lnTo>
                  <a:lnTo>
                    <a:pt x="167077" y="787758"/>
                  </a:lnTo>
                  <a:lnTo>
                    <a:pt x="167932" y="715118"/>
                  </a:lnTo>
                  <a:lnTo>
                    <a:pt x="168788" y="714494"/>
                  </a:lnTo>
                  <a:lnTo>
                    <a:pt x="169643" y="664799"/>
                  </a:lnTo>
                  <a:lnTo>
                    <a:pt x="170499" y="633994"/>
                  </a:lnTo>
                  <a:lnTo>
                    <a:pt x="171354" y="726202"/>
                  </a:lnTo>
                  <a:lnTo>
                    <a:pt x="172210" y="887898"/>
                  </a:lnTo>
                  <a:lnTo>
                    <a:pt x="173065" y="972089"/>
                  </a:lnTo>
                  <a:lnTo>
                    <a:pt x="173921" y="1007367"/>
                  </a:lnTo>
                  <a:lnTo>
                    <a:pt x="174777" y="1138838"/>
                  </a:lnTo>
                  <a:lnTo>
                    <a:pt x="175632" y="1256741"/>
                  </a:lnTo>
                  <a:lnTo>
                    <a:pt x="176488" y="1302305"/>
                  </a:lnTo>
                  <a:lnTo>
                    <a:pt x="177343" y="1327948"/>
                  </a:lnTo>
                  <a:lnTo>
                    <a:pt x="178199" y="1429807"/>
                  </a:lnTo>
                  <a:lnTo>
                    <a:pt x="179054" y="1535482"/>
                  </a:lnTo>
                  <a:lnTo>
                    <a:pt x="179910" y="1512933"/>
                  </a:lnTo>
                  <a:lnTo>
                    <a:pt x="180765" y="1420006"/>
                  </a:lnTo>
                  <a:lnTo>
                    <a:pt x="181621" y="1387883"/>
                  </a:lnTo>
                  <a:lnTo>
                    <a:pt x="182476" y="1302129"/>
                  </a:lnTo>
                  <a:lnTo>
                    <a:pt x="183332" y="1140035"/>
                  </a:lnTo>
                  <a:lnTo>
                    <a:pt x="184187" y="1011305"/>
                  </a:lnTo>
                  <a:lnTo>
                    <a:pt x="185043" y="955549"/>
                  </a:lnTo>
                  <a:lnTo>
                    <a:pt x="185898" y="993914"/>
                  </a:lnTo>
                  <a:lnTo>
                    <a:pt x="186754" y="1052195"/>
                  </a:lnTo>
                  <a:lnTo>
                    <a:pt x="187609" y="1262045"/>
                  </a:lnTo>
                  <a:lnTo>
                    <a:pt x="188465" y="1357807"/>
                  </a:lnTo>
                  <a:lnTo>
                    <a:pt x="189321" y="1335408"/>
                  </a:lnTo>
                  <a:lnTo>
                    <a:pt x="190176" y="1266798"/>
                  </a:lnTo>
                  <a:lnTo>
                    <a:pt x="191032" y="1130492"/>
                  </a:lnTo>
                  <a:lnTo>
                    <a:pt x="191887" y="910071"/>
                  </a:lnTo>
                  <a:lnTo>
                    <a:pt x="192743" y="573517"/>
                  </a:lnTo>
                  <a:lnTo>
                    <a:pt x="193598" y="436576"/>
                  </a:lnTo>
                  <a:lnTo>
                    <a:pt x="194454" y="437032"/>
                  </a:lnTo>
                  <a:lnTo>
                    <a:pt x="195309" y="498628"/>
                  </a:lnTo>
                  <a:lnTo>
                    <a:pt x="196165" y="627944"/>
                  </a:lnTo>
                  <a:lnTo>
                    <a:pt x="197020" y="705181"/>
                  </a:lnTo>
                  <a:lnTo>
                    <a:pt x="197876" y="709732"/>
                  </a:lnTo>
                  <a:lnTo>
                    <a:pt x="198731" y="709634"/>
                  </a:lnTo>
                  <a:lnTo>
                    <a:pt x="199587" y="763276"/>
                  </a:lnTo>
                  <a:lnTo>
                    <a:pt x="200442" y="867802"/>
                  </a:lnTo>
                  <a:lnTo>
                    <a:pt x="201298" y="879338"/>
                  </a:lnTo>
                  <a:lnTo>
                    <a:pt x="202153" y="829125"/>
                  </a:lnTo>
                  <a:lnTo>
                    <a:pt x="203009" y="816445"/>
                  </a:lnTo>
                  <a:lnTo>
                    <a:pt x="203864" y="777886"/>
                  </a:lnTo>
                  <a:lnTo>
                    <a:pt x="204720" y="650857"/>
                  </a:lnTo>
                  <a:lnTo>
                    <a:pt x="205576" y="473690"/>
                  </a:lnTo>
                  <a:lnTo>
                    <a:pt x="206431" y="390552"/>
                  </a:lnTo>
                  <a:lnTo>
                    <a:pt x="207287" y="403127"/>
                  </a:lnTo>
                  <a:lnTo>
                    <a:pt x="208142" y="417234"/>
                  </a:lnTo>
                  <a:lnTo>
                    <a:pt x="208998" y="434019"/>
                  </a:lnTo>
                  <a:lnTo>
                    <a:pt x="209853" y="500963"/>
                  </a:lnTo>
                  <a:lnTo>
                    <a:pt x="210709" y="605831"/>
                  </a:lnTo>
                  <a:lnTo>
                    <a:pt x="211564" y="630678"/>
                  </a:lnTo>
                  <a:lnTo>
                    <a:pt x="212420" y="610412"/>
                  </a:lnTo>
                  <a:lnTo>
                    <a:pt x="213275" y="686167"/>
                  </a:lnTo>
                  <a:lnTo>
                    <a:pt x="214131" y="827670"/>
                  </a:lnTo>
                  <a:lnTo>
                    <a:pt x="214986" y="991415"/>
                  </a:lnTo>
                  <a:lnTo>
                    <a:pt x="215842" y="1039643"/>
                  </a:lnTo>
                  <a:lnTo>
                    <a:pt x="216697" y="1064699"/>
                  </a:lnTo>
                  <a:lnTo>
                    <a:pt x="217553" y="1209933"/>
                  </a:lnTo>
                  <a:lnTo>
                    <a:pt x="218408" y="1304492"/>
                  </a:lnTo>
                  <a:lnTo>
                    <a:pt x="219264" y="1303664"/>
                  </a:lnTo>
                  <a:lnTo>
                    <a:pt x="220119" y="1206995"/>
                  </a:lnTo>
                  <a:lnTo>
                    <a:pt x="220975" y="1173153"/>
                  </a:lnTo>
                  <a:lnTo>
                    <a:pt x="221831" y="1126860"/>
                  </a:lnTo>
                  <a:lnTo>
                    <a:pt x="222686" y="991891"/>
                  </a:lnTo>
                  <a:lnTo>
                    <a:pt x="223542" y="832150"/>
                  </a:lnTo>
                  <a:lnTo>
                    <a:pt x="224397" y="692834"/>
                  </a:lnTo>
                  <a:lnTo>
                    <a:pt x="225253" y="583481"/>
                  </a:lnTo>
                  <a:lnTo>
                    <a:pt x="226108" y="600672"/>
                  </a:lnTo>
                  <a:lnTo>
                    <a:pt x="226964" y="643747"/>
                  </a:lnTo>
                  <a:lnTo>
                    <a:pt x="227819" y="620291"/>
                  </a:lnTo>
                  <a:lnTo>
                    <a:pt x="228675" y="590493"/>
                  </a:lnTo>
                  <a:lnTo>
                    <a:pt x="229530" y="504630"/>
                  </a:lnTo>
                  <a:lnTo>
                    <a:pt x="230386" y="447903"/>
                  </a:lnTo>
                  <a:lnTo>
                    <a:pt x="231241" y="313573"/>
                  </a:lnTo>
                  <a:lnTo>
                    <a:pt x="232097" y="220134"/>
                  </a:lnTo>
                  <a:lnTo>
                    <a:pt x="232952" y="226709"/>
                  </a:lnTo>
                  <a:lnTo>
                    <a:pt x="233808" y="288153"/>
                  </a:lnTo>
                  <a:lnTo>
                    <a:pt x="234663" y="433606"/>
                  </a:lnTo>
                  <a:lnTo>
                    <a:pt x="235519" y="597949"/>
                  </a:lnTo>
                  <a:lnTo>
                    <a:pt x="236375" y="709424"/>
                  </a:lnTo>
                  <a:lnTo>
                    <a:pt x="237230" y="769466"/>
                  </a:lnTo>
                  <a:lnTo>
                    <a:pt x="238086" y="836866"/>
                  </a:lnTo>
                  <a:lnTo>
                    <a:pt x="238941" y="857646"/>
                  </a:lnTo>
                  <a:lnTo>
                    <a:pt x="239797" y="858358"/>
                  </a:lnTo>
                  <a:lnTo>
                    <a:pt x="240652" y="858327"/>
                  </a:lnTo>
                  <a:lnTo>
                    <a:pt x="241508" y="845092"/>
                  </a:lnTo>
                  <a:lnTo>
                    <a:pt x="242363" y="853289"/>
                  </a:lnTo>
                  <a:lnTo>
                    <a:pt x="243219" y="855997"/>
                  </a:lnTo>
                  <a:lnTo>
                    <a:pt x="244074" y="884051"/>
                  </a:lnTo>
                  <a:lnTo>
                    <a:pt x="244930" y="888132"/>
                  </a:lnTo>
                  <a:lnTo>
                    <a:pt x="245785" y="848771"/>
                  </a:lnTo>
                  <a:lnTo>
                    <a:pt x="246641" y="771855"/>
                  </a:lnTo>
                  <a:lnTo>
                    <a:pt x="247496" y="761930"/>
                  </a:lnTo>
                  <a:lnTo>
                    <a:pt x="248352" y="761348"/>
                  </a:lnTo>
                  <a:lnTo>
                    <a:pt x="249207" y="717362"/>
                  </a:lnTo>
                  <a:lnTo>
                    <a:pt x="250063" y="649039"/>
                  </a:lnTo>
                  <a:lnTo>
                    <a:pt x="250918" y="664178"/>
                  </a:lnTo>
                  <a:lnTo>
                    <a:pt x="251774" y="804782"/>
                  </a:lnTo>
                  <a:lnTo>
                    <a:pt x="252630" y="926557"/>
                  </a:lnTo>
                  <a:lnTo>
                    <a:pt x="253485" y="989943"/>
                  </a:lnTo>
                  <a:lnTo>
                    <a:pt x="254341" y="1087454"/>
                  </a:lnTo>
                  <a:lnTo>
                    <a:pt x="255196" y="1232828"/>
                  </a:lnTo>
                  <a:lnTo>
                    <a:pt x="256052" y="1337470"/>
                  </a:lnTo>
                  <a:lnTo>
                    <a:pt x="256907" y="1417360"/>
                  </a:lnTo>
                  <a:lnTo>
                    <a:pt x="257763" y="1538733"/>
                  </a:lnTo>
                  <a:lnTo>
                    <a:pt x="258618" y="1645831"/>
                  </a:lnTo>
                  <a:lnTo>
                    <a:pt x="259474" y="1677755"/>
                  </a:lnTo>
                  <a:lnTo>
                    <a:pt x="260329" y="1734808"/>
                  </a:lnTo>
                  <a:lnTo>
                    <a:pt x="261185" y="1833339"/>
                  </a:lnTo>
                  <a:lnTo>
                    <a:pt x="262040" y="1761237"/>
                  </a:lnTo>
                  <a:lnTo>
                    <a:pt x="262896" y="1552766"/>
                  </a:lnTo>
                  <a:lnTo>
                    <a:pt x="263751" y="1438210"/>
                  </a:lnTo>
                  <a:lnTo>
                    <a:pt x="264607" y="1412709"/>
                  </a:lnTo>
                  <a:lnTo>
                    <a:pt x="265462" y="1428838"/>
                  </a:lnTo>
                  <a:lnTo>
                    <a:pt x="266318" y="1392534"/>
                  </a:lnTo>
                  <a:lnTo>
                    <a:pt x="267173" y="1466852"/>
                  </a:lnTo>
                  <a:lnTo>
                    <a:pt x="268029" y="1602146"/>
                  </a:lnTo>
                  <a:lnTo>
                    <a:pt x="268885" y="1691197"/>
                  </a:lnTo>
                  <a:lnTo>
                    <a:pt x="269740" y="1759502"/>
                  </a:lnTo>
                  <a:lnTo>
                    <a:pt x="270596" y="1735471"/>
                  </a:lnTo>
                  <a:lnTo>
                    <a:pt x="271451" y="1616324"/>
                  </a:lnTo>
                  <a:lnTo>
                    <a:pt x="272307" y="1523303"/>
                  </a:lnTo>
                  <a:lnTo>
                    <a:pt x="273162" y="1454497"/>
                  </a:lnTo>
                  <a:lnTo>
                    <a:pt x="274018" y="1424169"/>
                  </a:lnTo>
                  <a:lnTo>
                    <a:pt x="274873" y="1445581"/>
                  </a:lnTo>
                  <a:lnTo>
                    <a:pt x="275729" y="1386052"/>
                  </a:lnTo>
                  <a:lnTo>
                    <a:pt x="276584" y="1360233"/>
                  </a:lnTo>
                  <a:lnTo>
                    <a:pt x="277440" y="1344124"/>
                  </a:lnTo>
                  <a:lnTo>
                    <a:pt x="278295" y="1353573"/>
                  </a:lnTo>
                  <a:lnTo>
                    <a:pt x="279151" y="1288389"/>
                  </a:lnTo>
                  <a:lnTo>
                    <a:pt x="280006" y="1103145"/>
                  </a:lnTo>
                  <a:lnTo>
                    <a:pt x="280862" y="1083381"/>
                  </a:lnTo>
                  <a:lnTo>
                    <a:pt x="281717" y="1166303"/>
                  </a:lnTo>
                  <a:lnTo>
                    <a:pt x="282573" y="1205127"/>
                  </a:lnTo>
                  <a:lnTo>
                    <a:pt x="283429" y="1202978"/>
                  </a:lnTo>
                  <a:lnTo>
                    <a:pt x="284284" y="1295555"/>
                  </a:lnTo>
                  <a:lnTo>
                    <a:pt x="285140" y="1544272"/>
                  </a:lnTo>
                  <a:lnTo>
                    <a:pt x="285995" y="1786483"/>
                  </a:lnTo>
                  <a:lnTo>
                    <a:pt x="286851" y="1856177"/>
                  </a:lnTo>
                  <a:lnTo>
                    <a:pt x="287706" y="1898265"/>
                  </a:lnTo>
                  <a:lnTo>
                    <a:pt x="288562" y="1908954"/>
                  </a:lnTo>
                  <a:lnTo>
                    <a:pt x="289417" y="1837003"/>
                  </a:lnTo>
                  <a:lnTo>
                    <a:pt x="290273" y="1677092"/>
                  </a:lnTo>
                  <a:lnTo>
                    <a:pt x="291128" y="1481549"/>
                  </a:lnTo>
                  <a:lnTo>
                    <a:pt x="291984" y="1401542"/>
                  </a:lnTo>
                  <a:lnTo>
                    <a:pt x="292839" y="1380520"/>
                  </a:lnTo>
                  <a:lnTo>
                    <a:pt x="293695" y="1372007"/>
                  </a:lnTo>
                  <a:lnTo>
                    <a:pt x="294550" y="1385722"/>
                  </a:lnTo>
                  <a:lnTo>
                    <a:pt x="295406" y="1380639"/>
                  </a:lnTo>
                  <a:lnTo>
                    <a:pt x="296261" y="1374434"/>
                  </a:lnTo>
                  <a:lnTo>
                    <a:pt x="297117" y="1385877"/>
                  </a:lnTo>
                  <a:lnTo>
                    <a:pt x="297972" y="1461901"/>
                  </a:lnTo>
                  <a:lnTo>
                    <a:pt x="298828" y="1630703"/>
                  </a:lnTo>
                  <a:lnTo>
                    <a:pt x="299684" y="1770263"/>
                  </a:lnTo>
                  <a:lnTo>
                    <a:pt x="300539" y="1898564"/>
                  </a:lnTo>
                  <a:lnTo>
                    <a:pt x="301395" y="2034426"/>
                  </a:lnTo>
                  <a:lnTo>
                    <a:pt x="302250" y="2170885"/>
                  </a:lnTo>
                  <a:lnTo>
                    <a:pt x="303106" y="2208712"/>
                  </a:lnTo>
                  <a:lnTo>
                    <a:pt x="303961" y="2104701"/>
                  </a:lnTo>
                  <a:lnTo>
                    <a:pt x="304817" y="1972440"/>
                  </a:lnTo>
                  <a:lnTo>
                    <a:pt x="305672" y="1876049"/>
                  </a:lnTo>
                  <a:lnTo>
                    <a:pt x="306528" y="1783022"/>
                  </a:lnTo>
                  <a:lnTo>
                    <a:pt x="307383" y="1652850"/>
                  </a:lnTo>
                  <a:lnTo>
                    <a:pt x="308239" y="1542603"/>
                  </a:lnTo>
                  <a:lnTo>
                    <a:pt x="309094" y="1540610"/>
                  </a:lnTo>
                  <a:lnTo>
                    <a:pt x="309950" y="1654714"/>
                  </a:lnTo>
                  <a:lnTo>
                    <a:pt x="310805" y="1747711"/>
                  </a:lnTo>
                  <a:lnTo>
                    <a:pt x="311661" y="1778252"/>
                  </a:lnTo>
                  <a:lnTo>
                    <a:pt x="312516" y="1884639"/>
                  </a:lnTo>
                  <a:lnTo>
                    <a:pt x="313372" y="1994201"/>
                  </a:lnTo>
                  <a:lnTo>
                    <a:pt x="314227" y="2078176"/>
                  </a:lnTo>
                  <a:lnTo>
                    <a:pt x="315083" y="2091641"/>
                  </a:lnTo>
                  <a:lnTo>
                    <a:pt x="315939" y="2091969"/>
                  </a:lnTo>
                  <a:lnTo>
                    <a:pt x="316794" y="2186140"/>
                  </a:lnTo>
                  <a:lnTo>
                    <a:pt x="317650" y="2187428"/>
                  </a:lnTo>
                  <a:lnTo>
                    <a:pt x="318505" y="2148393"/>
                  </a:lnTo>
                  <a:lnTo>
                    <a:pt x="319361" y="2084904"/>
                  </a:lnTo>
                  <a:lnTo>
                    <a:pt x="320216" y="2028294"/>
                  </a:lnTo>
                  <a:lnTo>
                    <a:pt x="321072" y="2030224"/>
                  </a:lnTo>
                  <a:lnTo>
                    <a:pt x="321927" y="1941854"/>
                  </a:lnTo>
                  <a:lnTo>
                    <a:pt x="322783" y="1865804"/>
                  </a:lnTo>
                  <a:lnTo>
                    <a:pt x="323638" y="1864954"/>
                  </a:lnTo>
                  <a:lnTo>
                    <a:pt x="324494" y="1905753"/>
                  </a:lnTo>
                  <a:lnTo>
                    <a:pt x="325349" y="1951551"/>
                  </a:lnTo>
                  <a:lnTo>
                    <a:pt x="326205" y="1937193"/>
                  </a:lnTo>
                  <a:lnTo>
                    <a:pt x="327060" y="1892877"/>
                  </a:lnTo>
                  <a:lnTo>
                    <a:pt x="327916" y="1835803"/>
                  </a:lnTo>
                  <a:lnTo>
                    <a:pt x="328771" y="1755526"/>
                  </a:lnTo>
                  <a:lnTo>
                    <a:pt x="329627" y="1735206"/>
                  </a:lnTo>
                  <a:lnTo>
                    <a:pt x="330483" y="1764553"/>
                  </a:lnTo>
                  <a:lnTo>
                    <a:pt x="331338" y="1744622"/>
                  </a:lnTo>
                  <a:lnTo>
                    <a:pt x="332194" y="1754533"/>
                  </a:lnTo>
                  <a:lnTo>
                    <a:pt x="333049" y="1860524"/>
                  </a:lnTo>
                  <a:lnTo>
                    <a:pt x="333905" y="1928673"/>
                  </a:lnTo>
                  <a:lnTo>
                    <a:pt x="334760" y="1850342"/>
                  </a:lnTo>
                  <a:lnTo>
                    <a:pt x="335616" y="1729830"/>
                  </a:lnTo>
                  <a:lnTo>
                    <a:pt x="336471" y="1675881"/>
                  </a:lnTo>
                  <a:lnTo>
                    <a:pt x="337327" y="1640351"/>
                  </a:lnTo>
                  <a:lnTo>
                    <a:pt x="338182" y="1579464"/>
                  </a:lnTo>
                  <a:lnTo>
                    <a:pt x="339038" y="1582471"/>
                  </a:lnTo>
                  <a:lnTo>
                    <a:pt x="339893" y="1660614"/>
                  </a:lnTo>
                  <a:lnTo>
                    <a:pt x="340749" y="1767857"/>
                  </a:lnTo>
                  <a:lnTo>
                    <a:pt x="341604" y="1795492"/>
                  </a:lnTo>
                  <a:lnTo>
                    <a:pt x="342460" y="1821330"/>
                  </a:lnTo>
                  <a:lnTo>
                    <a:pt x="343315" y="1887779"/>
                  </a:lnTo>
                  <a:lnTo>
                    <a:pt x="344171" y="1933704"/>
                  </a:lnTo>
                  <a:lnTo>
                    <a:pt x="345026" y="1977985"/>
                  </a:lnTo>
                  <a:lnTo>
                    <a:pt x="345882" y="1986082"/>
                  </a:lnTo>
                  <a:lnTo>
                    <a:pt x="346738" y="1979406"/>
                  </a:lnTo>
                  <a:lnTo>
                    <a:pt x="347593" y="2001906"/>
                  </a:lnTo>
                  <a:lnTo>
                    <a:pt x="348449" y="1973052"/>
                  </a:lnTo>
                  <a:lnTo>
                    <a:pt x="349304" y="1935174"/>
                  </a:lnTo>
                  <a:lnTo>
                    <a:pt x="350160" y="1857198"/>
                  </a:lnTo>
                  <a:lnTo>
                    <a:pt x="351015" y="1748805"/>
                  </a:lnTo>
                  <a:lnTo>
                    <a:pt x="351871" y="1816821"/>
                  </a:lnTo>
                  <a:lnTo>
                    <a:pt x="352726" y="1924472"/>
                  </a:lnTo>
                  <a:lnTo>
                    <a:pt x="353582" y="1983747"/>
                  </a:lnTo>
                  <a:lnTo>
                    <a:pt x="354437" y="2069405"/>
                  </a:lnTo>
                  <a:lnTo>
                    <a:pt x="355293" y="2110801"/>
                  </a:lnTo>
                  <a:lnTo>
                    <a:pt x="356148" y="2182980"/>
                  </a:lnTo>
                  <a:lnTo>
                    <a:pt x="357004" y="2152173"/>
                  </a:lnTo>
                  <a:lnTo>
                    <a:pt x="357859" y="2053730"/>
                  </a:lnTo>
                  <a:lnTo>
                    <a:pt x="358715" y="1973764"/>
                  </a:lnTo>
                  <a:lnTo>
                    <a:pt x="359570" y="1864224"/>
                  </a:lnTo>
                  <a:lnTo>
                    <a:pt x="360426" y="1855939"/>
                  </a:lnTo>
                  <a:lnTo>
                    <a:pt x="361281" y="1865751"/>
                  </a:lnTo>
                  <a:lnTo>
                    <a:pt x="362137" y="1878729"/>
                  </a:lnTo>
                  <a:lnTo>
                    <a:pt x="362993" y="1910344"/>
                  </a:lnTo>
                  <a:lnTo>
                    <a:pt x="363848" y="1931355"/>
                  </a:lnTo>
                  <a:lnTo>
                    <a:pt x="364704" y="1924902"/>
                  </a:lnTo>
                  <a:lnTo>
                    <a:pt x="365559" y="1889635"/>
                  </a:lnTo>
                  <a:lnTo>
                    <a:pt x="366415" y="1845143"/>
                  </a:lnTo>
                  <a:lnTo>
                    <a:pt x="367270" y="1893528"/>
                  </a:lnTo>
                  <a:lnTo>
                    <a:pt x="368126" y="1927241"/>
                  </a:lnTo>
                  <a:lnTo>
                    <a:pt x="368981" y="2044080"/>
                  </a:lnTo>
                  <a:lnTo>
                    <a:pt x="369837" y="2229748"/>
                  </a:lnTo>
                  <a:lnTo>
                    <a:pt x="370692" y="2257457"/>
                  </a:lnTo>
                  <a:lnTo>
                    <a:pt x="371548" y="2269094"/>
                  </a:lnTo>
                  <a:lnTo>
                    <a:pt x="372403" y="2213106"/>
                  </a:lnTo>
                  <a:lnTo>
                    <a:pt x="373259" y="2170601"/>
                  </a:lnTo>
                  <a:lnTo>
                    <a:pt x="374114" y="2056990"/>
                  </a:lnTo>
                  <a:lnTo>
                    <a:pt x="374970" y="1889714"/>
                  </a:lnTo>
                  <a:lnTo>
                    <a:pt x="375825" y="1943180"/>
                  </a:lnTo>
                  <a:lnTo>
                    <a:pt x="376681" y="2083479"/>
                  </a:lnTo>
                  <a:lnTo>
                    <a:pt x="377536" y="2150808"/>
                  </a:lnTo>
                  <a:lnTo>
                    <a:pt x="378392" y="2101027"/>
                  </a:lnTo>
                  <a:lnTo>
                    <a:pt x="379248" y="2029644"/>
                  </a:lnTo>
                  <a:lnTo>
                    <a:pt x="380103" y="1902066"/>
                  </a:lnTo>
                  <a:lnTo>
                    <a:pt x="380959" y="1694854"/>
                  </a:lnTo>
                  <a:lnTo>
                    <a:pt x="381814" y="1448048"/>
                  </a:lnTo>
                  <a:lnTo>
                    <a:pt x="382670" y="1321017"/>
                  </a:lnTo>
                  <a:lnTo>
                    <a:pt x="383525" y="1359676"/>
                  </a:lnTo>
                  <a:lnTo>
                    <a:pt x="384381" y="1348999"/>
                  </a:lnTo>
                  <a:lnTo>
                    <a:pt x="385236" y="1406685"/>
                  </a:lnTo>
                  <a:lnTo>
                    <a:pt x="386092" y="1461217"/>
                  </a:lnTo>
                  <a:lnTo>
                    <a:pt x="386947" y="1497439"/>
                  </a:lnTo>
                  <a:lnTo>
                    <a:pt x="387803" y="1466457"/>
                  </a:lnTo>
                  <a:lnTo>
                    <a:pt x="388658" y="1413765"/>
                  </a:lnTo>
                  <a:lnTo>
                    <a:pt x="389514" y="1429057"/>
                  </a:lnTo>
                  <a:lnTo>
                    <a:pt x="390369" y="1400019"/>
                  </a:lnTo>
                  <a:lnTo>
                    <a:pt x="391225" y="1376748"/>
                  </a:lnTo>
                  <a:lnTo>
                    <a:pt x="392080" y="1392058"/>
                  </a:lnTo>
                  <a:lnTo>
                    <a:pt x="392936" y="1406157"/>
                  </a:lnTo>
                  <a:lnTo>
                    <a:pt x="393792" y="1332269"/>
                  </a:lnTo>
                  <a:lnTo>
                    <a:pt x="394647" y="1262242"/>
                  </a:lnTo>
                  <a:lnTo>
                    <a:pt x="395503" y="1268146"/>
                  </a:lnTo>
                  <a:lnTo>
                    <a:pt x="396358" y="1290865"/>
                  </a:lnTo>
                  <a:lnTo>
                    <a:pt x="397214" y="1224929"/>
                  </a:lnTo>
                  <a:lnTo>
                    <a:pt x="398069" y="1144115"/>
                  </a:lnTo>
                  <a:lnTo>
                    <a:pt x="398925" y="1134338"/>
                  </a:lnTo>
                  <a:lnTo>
                    <a:pt x="399780" y="1144843"/>
                  </a:lnTo>
                  <a:lnTo>
                    <a:pt x="400636" y="1189116"/>
                  </a:lnTo>
                  <a:lnTo>
                    <a:pt x="401491" y="1236040"/>
                  </a:lnTo>
                  <a:lnTo>
                    <a:pt x="402347" y="1297610"/>
                  </a:lnTo>
                  <a:lnTo>
                    <a:pt x="403202" y="1340465"/>
                  </a:lnTo>
                  <a:lnTo>
                    <a:pt x="404058" y="1390193"/>
                  </a:lnTo>
                  <a:lnTo>
                    <a:pt x="404913" y="1571211"/>
                  </a:lnTo>
                  <a:lnTo>
                    <a:pt x="405769" y="1731855"/>
                  </a:lnTo>
                  <a:lnTo>
                    <a:pt x="406624" y="1850081"/>
                  </a:lnTo>
                  <a:lnTo>
                    <a:pt x="407480" y="2003036"/>
                  </a:lnTo>
                  <a:lnTo>
                    <a:pt x="408335" y="2212769"/>
                  </a:lnTo>
                  <a:lnTo>
                    <a:pt x="409191" y="2360000"/>
                  </a:lnTo>
                  <a:lnTo>
                    <a:pt x="410047" y="2354890"/>
                  </a:lnTo>
                  <a:lnTo>
                    <a:pt x="410902" y="2254728"/>
                  </a:lnTo>
                  <a:lnTo>
                    <a:pt x="411758" y="2236385"/>
                  </a:lnTo>
                  <a:lnTo>
                    <a:pt x="412613" y="2146730"/>
                  </a:lnTo>
                  <a:lnTo>
                    <a:pt x="413469" y="2015485"/>
                  </a:lnTo>
                  <a:lnTo>
                    <a:pt x="414324" y="1956440"/>
                  </a:lnTo>
                  <a:lnTo>
                    <a:pt x="415180" y="1921502"/>
                  </a:lnTo>
                  <a:lnTo>
                    <a:pt x="416035" y="1867007"/>
                  </a:lnTo>
                  <a:lnTo>
                    <a:pt x="416891" y="1718616"/>
                  </a:lnTo>
                  <a:lnTo>
                    <a:pt x="417746" y="1641108"/>
                  </a:lnTo>
                  <a:lnTo>
                    <a:pt x="418602" y="1609606"/>
                  </a:lnTo>
                  <a:lnTo>
                    <a:pt x="419457" y="1473881"/>
                  </a:lnTo>
                  <a:lnTo>
                    <a:pt x="420313" y="1323079"/>
                  </a:lnTo>
                  <a:lnTo>
                    <a:pt x="421168" y="1214451"/>
                  </a:lnTo>
                  <a:lnTo>
                    <a:pt x="422024" y="1158183"/>
                  </a:lnTo>
                  <a:lnTo>
                    <a:pt x="422879" y="1125404"/>
                  </a:lnTo>
                  <a:lnTo>
                    <a:pt x="423735" y="1035652"/>
                  </a:lnTo>
                  <a:lnTo>
                    <a:pt x="424590" y="1029953"/>
                  </a:lnTo>
                  <a:lnTo>
                    <a:pt x="425446" y="1002783"/>
                  </a:lnTo>
                  <a:lnTo>
                    <a:pt x="426302" y="1007874"/>
                  </a:lnTo>
                  <a:lnTo>
                    <a:pt x="427157" y="997644"/>
                  </a:lnTo>
                  <a:lnTo>
                    <a:pt x="428013" y="959620"/>
                  </a:lnTo>
                  <a:lnTo>
                    <a:pt x="428868" y="994066"/>
                  </a:lnTo>
                  <a:lnTo>
                    <a:pt x="429724" y="1057644"/>
                  </a:lnTo>
                  <a:lnTo>
                    <a:pt x="430579" y="1113778"/>
                  </a:lnTo>
                  <a:lnTo>
                    <a:pt x="431435" y="1146293"/>
                  </a:lnTo>
                  <a:lnTo>
                    <a:pt x="432290" y="1158899"/>
                  </a:lnTo>
                  <a:lnTo>
                    <a:pt x="433146" y="1166350"/>
                  </a:lnTo>
                  <a:lnTo>
                    <a:pt x="434001" y="1122149"/>
                  </a:lnTo>
                  <a:lnTo>
                    <a:pt x="434857" y="1045230"/>
                  </a:lnTo>
                  <a:lnTo>
                    <a:pt x="435712" y="1011554"/>
                  </a:lnTo>
                  <a:lnTo>
                    <a:pt x="436568" y="1036558"/>
                  </a:lnTo>
                  <a:lnTo>
                    <a:pt x="437423" y="1138935"/>
                  </a:lnTo>
                  <a:lnTo>
                    <a:pt x="438279" y="1158237"/>
                  </a:lnTo>
                  <a:lnTo>
                    <a:pt x="439134" y="1117485"/>
                  </a:lnTo>
                  <a:lnTo>
                    <a:pt x="439990" y="1084788"/>
                  </a:lnTo>
                  <a:lnTo>
                    <a:pt x="440846" y="1163391"/>
                  </a:lnTo>
                  <a:lnTo>
                    <a:pt x="441701" y="1289011"/>
                  </a:lnTo>
                  <a:lnTo>
                    <a:pt x="442557" y="1259100"/>
                  </a:lnTo>
                  <a:lnTo>
                    <a:pt x="443412" y="1254656"/>
                  </a:lnTo>
                  <a:lnTo>
                    <a:pt x="444268" y="1395314"/>
                  </a:lnTo>
                  <a:lnTo>
                    <a:pt x="445123" y="1503586"/>
                  </a:lnTo>
                  <a:lnTo>
                    <a:pt x="445979" y="1455901"/>
                  </a:lnTo>
                  <a:lnTo>
                    <a:pt x="446834" y="1333872"/>
                  </a:lnTo>
                  <a:lnTo>
                    <a:pt x="447690" y="1365882"/>
                  </a:lnTo>
                  <a:lnTo>
                    <a:pt x="448545" y="1499862"/>
                  </a:lnTo>
                  <a:lnTo>
                    <a:pt x="449401" y="1549894"/>
                  </a:lnTo>
                  <a:lnTo>
                    <a:pt x="450256" y="1588163"/>
                  </a:lnTo>
                  <a:lnTo>
                    <a:pt x="451112" y="1655100"/>
                  </a:lnTo>
                  <a:lnTo>
                    <a:pt x="451967" y="1691595"/>
                  </a:lnTo>
                  <a:lnTo>
                    <a:pt x="452823" y="1694481"/>
                  </a:lnTo>
                  <a:lnTo>
                    <a:pt x="453678" y="1702764"/>
                  </a:lnTo>
                  <a:lnTo>
                    <a:pt x="454534" y="1753572"/>
                  </a:lnTo>
                  <a:lnTo>
                    <a:pt x="455389" y="1831575"/>
                  </a:lnTo>
                  <a:lnTo>
                    <a:pt x="456245" y="1791519"/>
                  </a:lnTo>
                  <a:lnTo>
                    <a:pt x="457101" y="1725522"/>
                  </a:lnTo>
                  <a:lnTo>
                    <a:pt x="457956" y="1619721"/>
                  </a:lnTo>
                  <a:lnTo>
                    <a:pt x="458812" y="1401521"/>
                  </a:lnTo>
                  <a:lnTo>
                    <a:pt x="459667" y="1194823"/>
                  </a:lnTo>
                  <a:lnTo>
                    <a:pt x="460523" y="980998"/>
                  </a:lnTo>
                  <a:lnTo>
                    <a:pt x="461378" y="871235"/>
                  </a:lnTo>
                  <a:lnTo>
                    <a:pt x="462234" y="806674"/>
                  </a:lnTo>
                  <a:lnTo>
                    <a:pt x="463089" y="754013"/>
                  </a:lnTo>
                  <a:lnTo>
                    <a:pt x="463945" y="752363"/>
                  </a:lnTo>
                  <a:lnTo>
                    <a:pt x="464800" y="731103"/>
                  </a:lnTo>
                  <a:lnTo>
                    <a:pt x="465656" y="706837"/>
                  </a:lnTo>
                  <a:lnTo>
                    <a:pt x="466511" y="658552"/>
                  </a:lnTo>
                  <a:lnTo>
                    <a:pt x="467367" y="642497"/>
                  </a:lnTo>
                  <a:lnTo>
                    <a:pt x="468222" y="722262"/>
                  </a:lnTo>
                  <a:lnTo>
                    <a:pt x="469078" y="772332"/>
                  </a:lnTo>
                  <a:lnTo>
                    <a:pt x="469933" y="785702"/>
                  </a:lnTo>
                  <a:lnTo>
                    <a:pt x="470789" y="849371"/>
                  </a:lnTo>
                  <a:lnTo>
                    <a:pt x="471644" y="918421"/>
                  </a:lnTo>
                  <a:lnTo>
                    <a:pt x="472500" y="877545"/>
                  </a:lnTo>
                  <a:lnTo>
                    <a:pt x="473356" y="758755"/>
                  </a:lnTo>
                  <a:lnTo>
                    <a:pt x="474211" y="643384"/>
                  </a:lnTo>
                  <a:lnTo>
                    <a:pt x="475067" y="533350"/>
                  </a:lnTo>
                  <a:lnTo>
                    <a:pt x="475922" y="419035"/>
                  </a:lnTo>
                  <a:lnTo>
                    <a:pt x="476778" y="384897"/>
                  </a:lnTo>
                  <a:lnTo>
                    <a:pt x="477633" y="392966"/>
                  </a:lnTo>
                  <a:lnTo>
                    <a:pt x="478489" y="355203"/>
                  </a:lnTo>
                  <a:lnTo>
                    <a:pt x="479344" y="348113"/>
                  </a:lnTo>
                  <a:lnTo>
                    <a:pt x="480200" y="359929"/>
                  </a:lnTo>
                  <a:lnTo>
                    <a:pt x="481055" y="350782"/>
                  </a:lnTo>
                  <a:lnTo>
                    <a:pt x="481911" y="306445"/>
                  </a:lnTo>
                  <a:lnTo>
                    <a:pt x="482766" y="270585"/>
                  </a:lnTo>
                  <a:lnTo>
                    <a:pt x="483622" y="225556"/>
                  </a:lnTo>
                  <a:lnTo>
                    <a:pt x="484477" y="189832"/>
                  </a:lnTo>
                  <a:lnTo>
                    <a:pt x="485333" y="186837"/>
                  </a:lnTo>
                  <a:lnTo>
                    <a:pt x="486188" y="172345"/>
                  </a:lnTo>
                  <a:lnTo>
                    <a:pt x="487044" y="94671"/>
                  </a:lnTo>
                  <a:lnTo>
                    <a:pt x="487900" y="46488"/>
                  </a:lnTo>
                  <a:lnTo>
                    <a:pt x="488755" y="104943"/>
                  </a:lnTo>
                  <a:lnTo>
                    <a:pt x="489611" y="130920"/>
                  </a:lnTo>
                  <a:lnTo>
                    <a:pt x="490466" y="61934"/>
                  </a:lnTo>
                  <a:lnTo>
                    <a:pt x="491322" y="0"/>
                  </a:lnTo>
                  <a:lnTo>
                    <a:pt x="492177" y="14032"/>
                  </a:lnTo>
                  <a:lnTo>
                    <a:pt x="493033" y="74348"/>
                  </a:lnTo>
                  <a:lnTo>
                    <a:pt x="493888" y="101540"/>
                  </a:lnTo>
                  <a:lnTo>
                    <a:pt x="494744" y="212397"/>
                  </a:lnTo>
                  <a:lnTo>
                    <a:pt x="495599" y="354384"/>
                  </a:lnTo>
                  <a:lnTo>
                    <a:pt x="496455" y="476524"/>
                  </a:lnTo>
                  <a:lnTo>
                    <a:pt x="497310" y="589162"/>
                  </a:lnTo>
                  <a:lnTo>
                    <a:pt x="498166" y="650918"/>
                  </a:lnTo>
                  <a:lnTo>
                    <a:pt x="499021" y="720754"/>
                  </a:lnTo>
                  <a:lnTo>
                    <a:pt x="499877" y="706359"/>
                  </a:lnTo>
                  <a:lnTo>
                    <a:pt x="500732" y="735514"/>
                  </a:lnTo>
                  <a:lnTo>
                    <a:pt x="501588" y="804798"/>
                  </a:lnTo>
                  <a:lnTo>
                    <a:pt x="502443" y="835940"/>
                  </a:lnTo>
                  <a:lnTo>
                    <a:pt x="503299" y="780308"/>
                  </a:lnTo>
                  <a:lnTo>
                    <a:pt x="504155" y="690947"/>
                  </a:lnTo>
                  <a:lnTo>
                    <a:pt x="505010" y="664982"/>
                  </a:lnTo>
                  <a:lnTo>
                    <a:pt x="505866" y="614091"/>
                  </a:lnTo>
                  <a:lnTo>
                    <a:pt x="506721" y="629963"/>
                  </a:lnTo>
                  <a:lnTo>
                    <a:pt x="507577" y="695959"/>
                  </a:lnTo>
                  <a:lnTo>
                    <a:pt x="508432" y="697527"/>
                  </a:lnTo>
                  <a:lnTo>
                    <a:pt x="509288" y="736497"/>
                  </a:lnTo>
                  <a:lnTo>
                    <a:pt x="510143" y="854602"/>
                  </a:lnTo>
                  <a:lnTo>
                    <a:pt x="510999" y="975479"/>
                  </a:lnTo>
                  <a:lnTo>
                    <a:pt x="511854" y="919323"/>
                  </a:lnTo>
                  <a:lnTo>
                    <a:pt x="512710" y="761833"/>
                  </a:lnTo>
                  <a:lnTo>
                    <a:pt x="513565" y="736725"/>
                  </a:lnTo>
                  <a:lnTo>
                    <a:pt x="514421" y="684052"/>
                  </a:lnTo>
                  <a:lnTo>
                    <a:pt x="515276" y="536896"/>
                  </a:lnTo>
                  <a:lnTo>
                    <a:pt x="516132" y="424605"/>
                  </a:lnTo>
                  <a:lnTo>
                    <a:pt x="516987" y="343586"/>
                  </a:lnTo>
                  <a:lnTo>
                    <a:pt x="517843" y="340476"/>
                  </a:lnTo>
                  <a:lnTo>
                    <a:pt x="518698" y="404968"/>
                  </a:lnTo>
                  <a:lnTo>
                    <a:pt x="519554" y="494810"/>
                  </a:lnTo>
                  <a:lnTo>
                    <a:pt x="520410" y="529448"/>
                  </a:lnTo>
                  <a:lnTo>
                    <a:pt x="521265" y="476062"/>
                  </a:lnTo>
                  <a:lnTo>
                    <a:pt x="522121" y="484444"/>
                  </a:lnTo>
                  <a:lnTo>
                    <a:pt x="522976" y="561994"/>
                  </a:lnTo>
                  <a:lnTo>
                    <a:pt x="523832" y="638410"/>
                  </a:lnTo>
                  <a:lnTo>
                    <a:pt x="524687" y="613598"/>
                  </a:lnTo>
                  <a:lnTo>
                    <a:pt x="525543" y="618934"/>
                  </a:lnTo>
                  <a:lnTo>
                    <a:pt x="526398" y="772491"/>
                  </a:lnTo>
                  <a:lnTo>
                    <a:pt x="527254" y="943308"/>
                  </a:lnTo>
                  <a:lnTo>
                    <a:pt x="528109" y="1027468"/>
                  </a:lnTo>
                  <a:lnTo>
                    <a:pt x="528965" y="993492"/>
                  </a:lnTo>
                  <a:lnTo>
                    <a:pt x="529820" y="1018109"/>
                  </a:lnTo>
                  <a:lnTo>
                    <a:pt x="530676" y="1043752"/>
                  </a:lnTo>
                  <a:lnTo>
                    <a:pt x="531531" y="1026507"/>
                  </a:lnTo>
                  <a:lnTo>
                    <a:pt x="532387" y="919124"/>
                  </a:lnTo>
                  <a:lnTo>
                    <a:pt x="533242" y="790432"/>
                  </a:lnTo>
                  <a:lnTo>
                    <a:pt x="534098" y="748926"/>
                  </a:lnTo>
                  <a:lnTo>
                    <a:pt x="534954" y="742459"/>
                  </a:lnTo>
                  <a:lnTo>
                    <a:pt x="535809" y="756963"/>
                  </a:lnTo>
                  <a:lnTo>
                    <a:pt x="536665" y="790361"/>
                  </a:lnTo>
                  <a:lnTo>
                    <a:pt x="537520" y="889323"/>
                  </a:lnTo>
                  <a:lnTo>
                    <a:pt x="538376" y="1005348"/>
                  </a:lnTo>
                  <a:lnTo>
                    <a:pt x="539231" y="1048335"/>
                  </a:lnTo>
                  <a:lnTo>
                    <a:pt x="540087" y="1113733"/>
                  </a:lnTo>
                  <a:lnTo>
                    <a:pt x="540942" y="1143356"/>
                  </a:lnTo>
                  <a:lnTo>
                    <a:pt x="541798" y="1140581"/>
                  </a:lnTo>
                  <a:lnTo>
                    <a:pt x="542653" y="1177453"/>
                  </a:lnTo>
                  <a:lnTo>
                    <a:pt x="543509" y="1216469"/>
                  </a:lnTo>
                  <a:lnTo>
                    <a:pt x="544364" y="1222983"/>
                  </a:lnTo>
                  <a:lnTo>
                    <a:pt x="545220" y="1186056"/>
                  </a:lnTo>
                  <a:lnTo>
                    <a:pt x="546075" y="1276997"/>
                  </a:lnTo>
                  <a:lnTo>
                    <a:pt x="546931" y="1306918"/>
                  </a:lnTo>
                  <a:lnTo>
                    <a:pt x="547786" y="1208742"/>
                  </a:lnTo>
                  <a:lnTo>
                    <a:pt x="548642" y="1082885"/>
                  </a:lnTo>
                  <a:lnTo>
                    <a:pt x="549497" y="1058716"/>
                  </a:lnTo>
                  <a:lnTo>
                    <a:pt x="550353" y="1104226"/>
                  </a:lnTo>
                  <a:lnTo>
                    <a:pt x="551209" y="1093954"/>
                  </a:lnTo>
                  <a:lnTo>
                    <a:pt x="552064" y="1080261"/>
                  </a:lnTo>
                  <a:lnTo>
                    <a:pt x="552920" y="1142392"/>
                  </a:lnTo>
                  <a:lnTo>
                    <a:pt x="553775" y="1236103"/>
                  </a:lnTo>
                  <a:lnTo>
                    <a:pt x="554631" y="1275395"/>
                  </a:lnTo>
                  <a:lnTo>
                    <a:pt x="555486" y="1227171"/>
                  </a:lnTo>
                  <a:lnTo>
                    <a:pt x="556342" y="1145015"/>
                  </a:lnTo>
                  <a:lnTo>
                    <a:pt x="557197" y="1143382"/>
                  </a:lnTo>
                  <a:lnTo>
                    <a:pt x="558053" y="1126860"/>
                  </a:lnTo>
                  <a:lnTo>
                    <a:pt x="558908" y="1098794"/>
                  </a:lnTo>
                  <a:lnTo>
                    <a:pt x="559764" y="1114233"/>
                  </a:lnTo>
                  <a:lnTo>
                    <a:pt x="560619" y="1186623"/>
                  </a:lnTo>
                  <a:lnTo>
                    <a:pt x="561475" y="1283730"/>
                  </a:lnTo>
                  <a:lnTo>
                    <a:pt x="562330" y="1324666"/>
                  </a:lnTo>
                  <a:lnTo>
                    <a:pt x="563186" y="1402588"/>
                  </a:lnTo>
                  <a:lnTo>
                    <a:pt x="564041" y="1458253"/>
                  </a:lnTo>
                  <a:lnTo>
                    <a:pt x="564897" y="1495229"/>
                  </a:lnTo>
                  <a:lnTo>
                    <a:pt x="565752" y="1508343"/>
                  </a:lnTo>
                  <a:lnTo>
                    <a:pt x="566608" y="1528241"/>
                  </a:lnTo>
                  <a:lnTo>
                    <a:pt x="567464" y="1598610"/>
                  </a:lnTo>
                  <a:lnTo>
                    <a:pt x="568319" y="1657848"/>
                  </a:lnTo>
                  <a:lnTo>
                    <a:pt x="569175" y="1808340"/>
                  </a:lnTo>
                  <a:lnTo>
                    <a:pt x="570030" y="1930402"/>
                  </a:lnTo>
                  <a:lnTo>
                    <a:pt x="570886" y="2008918"/>
                  </a:lnTo>
                  <a:lnTo>
                    <a:pt x="571741" y="1986205"/>
                  </a:lnTo>
                  <a:lnTo>
                    <a:pt x="572597" y="1925938"/>
                  </a:lnTo>
                  <a:lnTo>
                    <a:pt x="573452" y="1993441"/>
                  </a:lnTo>
                  <a:lnTo>
                    <a:pt x="574308" y="2080953"/>
                  </a:lnTo>
                  <a:lnTo>
                    <a:pt x="575163" y="2158292"/>
                  </a:lnTo>
                  <a:lnTo>
                    <a:pt x="576019" y="2110532"/>
                  </a:lnTo>
                  <a:lnTo>
                    <a:pt x="576874" y="2083760"/>
                  </a:lnTo>
                  <a:lnTo>
                    <a:pt x="577730" y="2142344"/>
                  </a:lnTo>
                  <a:lnTo>
                    <a:pt x="578585" y="2114712"/>
                  </a:lnTo>
                  <a:lnTo>
                    <a:pt x="579441" y="2037180"/>
                  </a:lnTo>
                  <a:lnTo>
                    <a:pt x="580296" y="1992543"/>
                  </a:lnTo>
                  <a:lnTo>
                    <a:pt x="581152" y="2079229"/>
                  </a:lnTo>
                  <a:lnTo>
                    <a:pt x="582007" y="2179011"/>
                  </a:lnTo>
                  <a:lnTo>
                    <a:pt x="582863" y="2182032"/>
                  </a:lnTo>
                  <a:lnTo>
                    <a:pt x="583719" y="2129733"/>
                  </a:lnTo>
                  <a:lnTo>
                    <a:pt x="584574" y="1996689"/>
                  </a:lnTo>
                  <a:lnTo>
                    <a:pt x="585430" y="1879284"/>
                  </a:lnTo>
                  <a:lnTo>
                    <a:pt x="586285" y="1800345"/>
                  </a:lnTo>
                  <a:lnTo>
                    <a:pt x="587141" y="1698745"/>
                  </a:lnTo>
                  <a:lnTo>
                    <a:pt x="587996" y="1560464"/>
                  </a:lnTo>
                  <a:lnTo>
                    <a:pt x="588852" y="1448349"/>
                  </a:lnTo>
                  <a:lnTo>
                    <a:pt x="589707" y="1414430"/>
                  </a:lnTo>
                  <a:lnTo>
                    <a:pt x="590563" y="1435386"/>
                  </a:lnTo>
                  <a:lnTo>
                    <a:pt x="591418" y="1471437"/>
                  </a:lnTo>
                  <a:lnTo>
                    <a:pt x="592274" y="1497907"/>
                  </a:lnTo>
                  <a:lnTo>
                    <a:pt x="593129" y="1611094"/>
                  </a:lnTo>
                  <a:lnTo>
                    <a:pt x="593985" y="1703775"/>
                  </a:lnTo>
                  <a:lnTo>
                    <a:pt x="594840" y="1761318"/>
                  </a:lnTo>
                  <a:lnTo>
                    <a:pt x="595696" y="1737014"/>
                  </a:lnTo>
                  <a:lnTo>
                    <a:pt x="596551" y="1668282"/>
                  </a:lnTo>
                  <a:lnTo>
                    <a:pt x="597407" y="1712310"/>
                  </a:lnTo>
                  <a:lnTo>
                    <a:pt x="598263" y="1738783"/>
                  </a:lnTo>
                  <a:lnTo>
                    <a:pt x="599118" y="1698319"/>
                  </a:lnTo>
                  <a:lnTo>
                    <a:pt x="599974" y="1628566"/>
                  </a:lnTo>
                  <a:lnTo>
                    <a:pt x="600829" y="1612573"/>
                  </a:lnTo>
                  <a:lnTo>
                    <a:pt x="601685" y="1646254"/>
                  </a:lnTo>
                  <a:lnTo>
                    <a:pt x="602540" y="1623003"/>
                  </a:lnTo>
                  <a:lnTo>
                    <a:pt x="603396" y="1537877"/>
                  </a:lnTo>
                  <a:lnTo>
                    <a:pt x="604251" y="1504786"/>
                  </a:lnTo>
                  <a:lnTo>
                    <a:pt x="605107" y="1495251"/>
                  </a:lnTo>
                  <a:lnTo>
                    <a:pt x="605962" y="1456635"/>
                  </a:lnTo>
                  <a:lnTo>
                    <a:pt x="606818" y="1378790"/>
                  </a:lnTo>
                  <a:lnTo>
                    <a:pt x="607673" y="1288276"/>
                  </a:lnTo>
                  <a:lnTo>
                    <a:pt x="608529" y="1191963"/>
                  </a:lnTo>
                  <a:lnTo>
                    <a:pt x="609384" y="1121762"/>
                  </a:lnTo>
                  <a:lnTo>
                    <a:pt x="610240" y="1087549"/>
                  </a:lnTo>
                  <a:lnTo>
                    <a:pt x="611095" y="1082458"/>
                  </a:lnTo>
                  <a:lnTo>
                    <a:pt x="611951" y="1087313"/>
                  </a:lnTo>
                  <a:lnTo>
                    <a:pt x="612806" y="1053983"/>
                  </a:lnTo>
                  <a:lnTo>
                    <a:pt x="613662" y="1056637"/>
                  </a:lnTo>
                  <a:lnTo>
                    <a:pt x="614518" y="1067007"/>
                  </a:lnTo>
                  <a:lnTo>
                    <a:pt x="615373" y="1061777"/>
                  </a:lnTo>
                  <a:lnTo>
                    <a:pt x="616229" y="1052113"/>
                  </a:lnTo>
                  <a:lnTo>
                    <a:pt x="617084" y="1049353"/>
                  </a:lnTo>
                  <a:lnTo>
                    <a:pt x="617940" y="1086346"/>
                  </a:lnTo>
                  <a:lnTo>
                    <a:pt x="618795" y="1171601"/>
                  </a:lnTo>
                  <a:lnTo>
                    <a:pt x="619651" y="1216444"/>
                  </a:lnTo>
                  <a:lnTo>
                    <a:pt x="620506" y="1286110"/>
                  </a:lnTo>
                  <a:lnTo>
                    <a:pt x="621362" y="1377370"/>
                  </a:lnTo>
                  <a:lnTo>
                    <a:pt x="622217" y="1513622"/>
                  </a:lnTo>
                  <a:lnTo>
                    <a:pt x="623073" y="1659313"/>
                  </a:lnTo>
                  <a:lnTo>
                    <a:pt x="623928" y="1789046"/>
                  </a:lnTo>
                  <a:lnTo>
                    <a:pt x="624784" y="1954442"/>
                  </a:lnTo>
                  <a:lnTo>
                    <a:pt x="625639" y="2048806"/>
                  </a:lnTo>
                  <a:lnTo>
                    <a:pt x="626495" y="2070057"/>
                  </a:lnTo>
                  <a:lnTo>
                    <a:pt x="627350" y="2010600"/>
                  </a:lnTo>
                  <a:lnTo>
                    <a:pt x="628206" y="1928533"/>
                  </a:lnTo>
                  <a:lnTo>
                    <a:pt x="629061" y="1807117"/>
                  </a:lnTo>
                  <a:lnTo>
                    <a:pt x="629917" y="1694586"/>
                  </a:lnTo>
                  <a:lnTo>
                    <a:pt x="630773" y="1625729"/>
                  </a:lnTo>
                  <a:lnTo>
                    <a:pt x="631628" y="1560992"/>
                  </a:lnTo>
                  <a:lnTo>
                    <a:pt x="632484" y="1535218"/>
                  </a:lnTo>
                  <a:lnTo>
                    <a:pt x="633339" y="1564179"/>
                  </a:lnTo>
                  <a:lnTo>
                    <a:pt x="634195" y="1595260"/>
                  </a:lnTo>
                  <a:lnTo>
                    <a:pt x="635050" y="1671219"/>
                  </a:lnTo>
                  <a:lnTo>
                    <a:pt x="635906" y="1777841"/>
                  </a:lnTo>
                  <a:lnTo>
                    <a:pt x="636761" y="1922401"/>
                  </a:lnTo>
                  <a:lnTo>
                    <a:pt x="637617" y="1943896"/>
                  </a:lnTo>
                  <a:lnTo>
                    <a:pt x="638472" y="1853511"/>
                  </a:lnTo>
                  <a:lnTo>
                    <a:pt x="639328" y="1817439"/>
                  </a:lnTo>
                  <a:lnTo>
                    <a:pt x="640183" y="1714201"/>
                  </a:lnTo>
                  <a:lnTo>
                    <a:pt x="641039" y="1635276"/>
                  </a:lnTo>
                  <a:lnTo>
                    <a:pt x="641894" y="1567032"/>
                  </a:lnTo>
                  <a:lnTo>
                    <a:pt x="642750" y="1590319"/>
                  </a:lnTo>
                  <a:lnTo>
                    <a:pt x="643605" y="1705714"/>
                  </a:lnTo>
                  <a:lnTo>
                    <a:pt x="644461" y="1720986"/>
                  </a:lnTo>
                  <a:lnTo>
                    <a:pt x="645317" y="1763807"/>
                  </a:lnTo>
                  <a:lnTo>
                    <a:pt x="646172" y="1794719"/>
                  </a:lnTo>
                  <a:lnTo>
                    <a:pt x="647028" y="1752144"/>
                  </a:lnTo>
                  <a:lnTo>
                    <a:pt x="647883" y="1682024"/>
                  </a:lnTo>
                  <a:lnTo>
                    <a:pt x="648739" y="1583302"/>
                  </a:lnTo>
                  <a:lnTo>
                    <a:pt x="649594" y="1515505"/>
                  </a:lnTo>
                  <a:lnTo>
                    <a:pt x="650450" y="1393281"/>
                  </a:lnTo>
                  <a:lnTo>
                    <a:pt x="651305" y="1330392"/>
                  </a:lnTo>
                  <a:lnTo>
                    <a:pt x="652161" y="1434589"/>
                  </a:lnTo>
                  <a:lnTo>
                    <a:pt x="653016" y="1544616"/>
                  </a:lnTo>
                  <a:lnTo>
                    <a:pt x="653872" y="1583634"/>
                  </a:lnTo>
                  <a:lnTo>
                    <a:pt x="654727" y="1623694"/>
                  </a:lnTo>
                  <a:lnTo>
                    <a:pt x="655583" y="1758724"/>
                  </a:lnTo>
                  <a:lnTo>
                    <a:pt x="656438" y="1871438"/>
                  </a:lnTo>
                  <a:lnTo>
                    <a:pt x="657294" y="1906749"/>
                  </a:lnTo>
                  <a:lnTo>
                    <a:pt x="658149" y="1967843"/>
                  </a:lnTo>
                  <a:lnTo>
                    <a:pt x="659005" y="2104255"/>
                  </a:lnTo>
                  <a:lnTo>
                    <a:pt x="659860" y="2246356"/>
                  </a:lnTo>
                  <a:lnTo>
                    <a:pt x="660716" y="2337763"/>
                  </a:lnTo>
                  <a:lnTo>
                    <a:pt x="661572" y="2428513"/>
                  </a:lnTo>
                  <a:lnTo>
                    <a:pt x="662427" y="2400122"/>
                  </a:lnTo>
                  <a:lnTo>
                    <a:pt x="663283" y="2305044"/>
                  </a:lnTo>
                  <a:lnTo>
                    <a:pt x="664138" y="2305437"/>
                  </a:lnTo>
                  <a:lnTo>
                    <a:pt x="664994" y="2371125"/>
                  </a:lnTo>
                  <a:lnTo>
                    <a:pt x="665849" y="2437728"/>
                  </a:lnTo>
                  <a:lnTo>
                    <a:pt x="666705" y="2375583"/>
                  </a:lnTo>
                  <a:lnTo>
                    <a:pt x="667560" y="2348364"/>
                  </a:lnTo>
                  <a:lnTo>
                    <a:pt x="668416" y="2362488"/>
                  </a:lnTo>
                  <a:lnTo>
                    <a:pt x="669271" y="2358160"/>
                  </a:lnTo>
                  <a:lnTo>
                    <a:pt x="670127" y="2404451"/>
                  </a:lnTo>
                  <a:lnTo>
                    <a:pt x="670982" y="2364821"/>
                  </a:lnTo>
                  <a:lnTo>
                    <a:pt x="671838" y="2305065"/>
                  </a:lnTo>
                  <a:lnTo>
                    <a:pt x="672693" y="2272468"/>
                  </a:lnTo>
                  <a:lnTo>
                    <a:pt x="673549" y="2320654"/>
                  </a:lnTo>
                  <a:lnTo>
                    <a:pt x="674404" y="2277236"/>
                  </a:lnTo>
                  <a:lnTo>
                    <a:pt x="675260" y="2076360"/>
                  </a:lnTo>
                  <a:lnTo>
                    <a:pt x="676115" y="2002393"/>
                  </a:lnTo>
                  <a:lnTo>
                    <a:pt x="676971" y="2139614"/>
                  </a:lnTo>
                  <a:lnTo>
                    <a:pt x="677827" y="2278595"/>
                  </a:lnTo>
                  <a:lnTo>
                    <a:pt x="678682" y="2310132"/>
                  </a:lnTo>
                  <a:lnTo>
                    <a:pt x="679538" y="2377832"/>
                  </a:lnTo>
                  <a:lnTo>
                    <a:pt x="680393" y="2449185"/>
                  </a:lnTo>
                  <a:lnTo>
                    <a:pt x="681249" y="2487945"/>
                  </a:lnTo>
                  <a:lnTo>
                    <a:pt x="682104" y="2469050"/>
                  </a:lnTo>
                  <a:lnTo>
                    <a:pt x="682960" y="2450615"/>
                  </a:lnTo>
                  <a:lnTo>
                    <a:pt x="683815" y="2399498"/>
                  </a:lnTo>
                  <a:lnTo>
                    <a:pt x="684671" y="2383204"/>
                  </a:lnTo>
                  <a:lnTo>
                    <a:pt x="685526" y="2477733"/>
                  </a:lnTo>
                  <a:lnTo>
                    <a:pt x="686382" y="2474952"/>
                  </a:lnTo>
                  <a:lnTo>
                    <a:pt x="687237" y="2314310"/>
                  </a:lnTo>
                  <a:lnTo>
                    <a:pt x="688093" y="2153543"/>
                  </a:lnTo>
                  <a:lnTo>
                    <a:pt x="688948" y="2130331"/>
                  </a:lnTo>
                  <a:lnTo>
                    <a:pt x="689804" y="2092823"/>
                  </a:lnTo>
                  <a:lnTo>
                    <a:pt x="690659" y="1969673"/>
                  </a:lnTo>
                  <a:lnTo>
                    <a:pt x="691515" y="1918985"/>
                  </a:lnTo>
                  <a:lnTo>
                    <a:pt x="692371" y="2073439"/>
                  </a:lnTo>
                  <a:lnTo>
                    <a:pt x="693226" y="2188693"/>
                  </a:lnTo>
                  <a:lnTo>
                    <a:pt x="694082" y="2257024"/>
                  </a:lnTo>
                  <a:lnTo>
                    <a:pt x="694937" y="2358662"/>
                  </a:lnTo>
                  <a:lnTo>
                    <a:pt x="695793" y="2448723"/>
                  </a:lnTo>
                  <a:lnTo>
                    <a:pt x="696648" y="2535180"/>
                  </a:lnTo>
                  <a:lnTo>
                    <a:pt x="697504" y="2530453"/>
                  </a:lnTo>
                  <a:lnTo>
                    <a:pt x="698359" y="2631527"/>
                  </a:lnTo>
                  <a:lnTo>
                    <a:pt x="699215" y="2671377"/>
                  </a:lnTo>
                  <a:lnTo>
                    <a:pt x="700070" y="2611179"/>
                  </a:lnTo>
                  <a:lnTo>
                    <a:pt x="700926" y="2626073"/>
                  </a:lnTo>
                  <a:lnTo>
                    <a:pt x="701781" y="2661111"/>
                  </a:lnTo>
                  <a:lnTo>
                    <a:pt x="702637" y="2637818"/>
                  </a:lnTo>
                  <a:lnTo>
                    <a:pt x="703492" y="2562974"/>
                  </a:lnTo>
                  <a:lnTo>
                    <a:pt x="704348" y="2531091"/>
                  </a:lnTo>
                  <a:lnTo>
                    <a:pt x="705203" y="2530830"/>
                  </a:lnTo>
                  <a:lnTo>
                    <a:pt x="706059" y="2524618"/>
                  </a:lnTo>
                  <a:lnTo>
                    <a:pt x="706914" y="2566531"/>
                  </a:lnTo>
                  <a:lnTo>
                    <a:pt x="707770" y="2629320"/>
                  </a:lnTo>
                  <a:lnTo>
                    <a:pt x="708626" y="2640696"/>
                  </a:lnTo>
                  <a:lnTo>
                    <a:pt x="709481" y="2635674"/>
                  </a:lnTo>
                  <a:lnTo>
                    <a:pt x="710337" y="2615226"/>
                  </a:lnTo>
                  <a:lnTo>
                    <a:pt x="711192" y="2551925"/>
                  </a:lnTo>
                  <a:lnTo>
                    <a:pt x="712048" y="2489952"/>
                  </a:lnTo>
                  <a:lnTo>
                    <a:pt x="712903" y="2467106"/>
                  </a:lnTo>
                  <a:lnTo>
                    <a:pt x="713759" y="2500904"/>
                  </a:lnTo>
                  <a:lnTo>
                    <a:pt x="714614" y="2590033"/>
                  </a:lnTo>
                  <a:lnTo>
                    <a:pt x="715470" y="2674714"/>
                  </a:lnTo>
                  <a:lnTo>
                    <a:pt x="716325" y="2750896"/>
                  </a:lnTo>
                  <a:lnTo>
                    <a:pt x="717181" y="2727028"/>
                  </a:lnTo>
                  <a:lnTo>
                    <a:pt x="718036" y="2642640"/>
                  </a:lnTo>
                  <a:lnTo>
                    <a:pt x="718892" y="2518641"/>
                  </a:lnTo>
                  <a:lnTo>
                    <a:pt x="719747" y="2493812"/>
                  </a:lnTo>
                  <a:lnTo>
                    <a:pt x="720603" y="2494945"/>
                  </a:lnTo>
                  <a:lnTo>
                    <a:pt x="721458" y="2488437"/>
                  </a:lnTo>
                  <a:lnTo>
                    <a:pt x="722314" y="2471830"/>
                  </a:lnTo>
                  <a:lnTo>
                    <a:pt x="723169" y="2556803"/>
                  </a:lnTo>
                  <a:lnTo>
                    <a:pt x="724025" y="2681314"/>
                  </a:lnTo>
                  <a:lnTo>
                    <a:pt x="724881" y="2641929"/>
                  </a:lnTo>
                  <a:lnTo>
                    <a:pt x="725736" y="2618157"/>
                  </a:lnTo>
                  <a:lnTo>
                    <a:pt x="726592" y="2655760"/>
                  </a:lnTo>
                  <a:lnTo>
                    <a:pt x="727447" y="2738899"/>
                  </a:lnTo>
                  <a:lnTo>
                    <a:pt x="728303" y="2746402"/>
                  </a:lnTo>
                  <a:lnTo>
                    <a:pt x="729158" y="2745747"/>
                  </a:lnTo>
                  <a:lnTo>
                    <a:pt x="730014" y="2798335"/>
                  </a:lnTo>
                  <a:lnTo>
                    <a:pt x="730869" y="2796717"/>
                  </a:lnTo>
                  <a:lnTo>
                    <a:pt x="731725" y="2770921"/>
                  </a:lnTo>
                  <a:lnTo>
                    <a:pt x="732580" y="2764753"/>
                  </a:lnTo>
                  <a:lnTo>
                    <a:pt x="733436" y="2762103"/>
                  </a:lnTo>
                  <a:lnTo>
                    <a:pt x="734291" y="2764182"/>
                  </a:lnTo>
                  <a:lnTo>
                    <a:pt x="735147" y="2757099"/>
                  </a:lnTo>
                  <a:lnTo>
                    <a:pt x="736002" y="2782314"/>
                  </a:lnTo>
                  <a:lnTo>
                    <a:pt x="736858" y="2822024"/>
                  </a:lnTo>
                  <a:lnTo>
                    <a:pt x="737713" y="2849675"/>
                  </a:lnTo>
                  <a:lnTo>
                    <a:pt x="737855" y="285190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263981" y="2978386"/>
              <a:ext cx="38111" cy="284090"/>
            </a:xfrm>
            <a:custGeom>
              <a:avLst/>
              <a:pathLst>
                <a:path w="38111" h="284090">
                  <a:moveTo>
                    <a:pt x="0" y="284090"/>
                  </a:moveTo>
                  <a:lnTo>
                    <a:pt x="26" y="283735"/>
                  </a:lnTo>
                  <a:lnTo>
                    <a:pt x="881" y="271090"/>
                  </a:lnTo>
                  <a:lnTo>
                    <a:pt x="1737" y="260551"/>
                  </a:lnTo>
                  <a:lnTo>
                    <a:pt x="2592" y="243638"/>
                  </a:lnTo>
                  <a:lnTo>
                    <a:pt x="3448" y="240403"/>
                  </a:lnTo>
                  <a:lnTo>
                    <a:pt x="4303" y="256763"/>
                  </a:lnTo>
                  <a:lnTo>
                    <a:pt x="5159" y="258504"/>
                  </a:lnTo>
                  <a:lnTo>
                    <a:pt x="6014" y="224239"/>
                  </a:lnTo>
                  <a:lnTo>
                    <a:pt x="6870" y="154568"/>
                  </a:lnTo>
                  <a:lnTo>
                    <a:pt x="7725" y="132877"/>
                  </a:lnTo>
                  <a:lnTo>
                    <a:pt x="8581" y="146829"/>
                  </a:lnTo>
                  <a:lnTo>
                    <a:pt x="9436" y="133839"/>
                  </a:lnTo>
                  <a:lnTo>
                    <a:pt x="10292" y="57601"/>
                  </a:lnTo>
                  <a:lnTo>
                    <a:pt x="11148" y="27377"/>
                  </a:lnTo>
                  <a:lnTo>
                    <a:pt x="12003" y="94730"/>
                  </a:lnTo>
                  <a:lnTo>
                    <a:pt x="12859" y="144340"/>
                  </a:lnTo>
                  <a:lnTo>
                    <a:pt x="13714" y="172206"/>
                  </a:lnTo>
                  <a:lnTo>
                    <a:pt x="14570" y="175035"/>
                  </a:lnTo>
                  <a:lnTo>
                    <a:pt x="15425" y="200836"/>
                  </a:lnTo>
                  <a:lnTo>
                    <a:pt x="16281" y="263829"/>
                  </a:lnTo>
                  <a:lnTo>
                    <a:pt x="17136" y="261483"/>
                  </a:lnTo>
                  <a:lnTo>
                    <a:pt x="17992" y="177792"/>
                  </a:lnTo>
                  <a:lnTo>
                    <a:pt x="18847" y="105900"/>
                  </a:lnTo>
                  <a:lnTo>
                    <a:pt x="19703" y="128561"/>
                  </a:lnTo>
                  <a:lnTo>
                    <a:pt x="20558" y="166986"/>
                  </a:lnTo>
                  <a:lnTo>
                    <a:pt x="21414" y="141740"/>
                  </a:lnTo>
                  <a:lnTo>
                    <a:pt x="22269" y="144086"/>
                  </a:lnTo>
                  <a:lnTo>
                    <a:pt x="23125" y="218658"/>
                  </a:lnTo>
                  <a:lnTo>
                    <a:pt x="23980" y="262684"/>
                  </a:lnTo>
                  <a:lnTo>
                    <a:pt x="24836" y="248493"/>
                  </a:lnTo>
                  <a:lnTo>
                    <a:pt x="25691" y="238704"/>
                  </a:lnTo>
                  <a:lnTo>
                    <a:pt x="26547" y="231110"/>
                  </a:lnTo>
                  <a:lnTo>
                    <a:pt x="27403" y="184450"/>
                  </a:lnTo>
                  <a:lnTo>
                    <a:pt x="28258" y="186500"/>
                  </a:lnTo>
                  <a:lnTo>
                    <a:pt x="29114" y="233905"/>
                  </a:lnTo>
                  <a:lnTo>
                    <a:pt x="29969" y="253155"/>
                  </a:lnTo>
                  <a:lnTo>
                    <a:pt x="30825" y="218256"/>
                  </a:lnTo>
                  <a:lnTo>
                    <a:pt x="31680" y="216682"/>
                  </a:lnTo>
                  <a:lnTo>
                    <a:pt x="32536" y="164107"/>
                  </a:lnTo>
                  <a:lnTo>
                    <a:pt x="33391" y="47120"/>
                  </a:lnTo>
                  <a:lnTo>
                    <a:pt x="34247" y="3303"/>
                  </a:lnTo>
                  <a:lnTo>
                    <a:pt x="35102" y="0"/>
                  </a:lnTo>
                  <a:lnTo>
                    <a:pt x="35958" y="47000"/>
                  </a:lnTo>
                  <a:lnTo>
                    <a:pt x="36813" y="71303"/>
                  </a:lnTo>
                  <a:lnTo>
                    <a:pt x="37669" y="191556"/>
                  </a:lnTo>
                  <a:lnTo>
                    <a:pt x="38111" y="28409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312644" y="3081227"/>
              <a:ext cx="13607" cy="181249"/>
            </a:xfrm>
            <a:custGeom>
              <a:avLst/>
              <a:pathLst>
                <a:path w="13607" h="181249">
                  <a:moveTo>
                    <a:pt x="0" y="181249"/>
                  </a:moveTo>
                  <a:lnTo>
                    <a:pt x="128" y="178214"/>
                  </a:lnTo>
                  <a:lnTo>
                    <a:pt x="983" y="70054"/>
                  </a:lnTo>
                  <a:lnTo>
                    <a:pt x="1839" y="9205"/>
                  </a:lnTo>
                  <a:lnTo>
                    <a:pt x="2694" y="40557"/>
                  </a:lnTo>
                  <a:lnTo>
                    <a:pt x="3550" y="90168"/>
                  </a:lnTo>
                  <a:lnTo>
                    <a:pt x="4406" y="138094"/>
                  </a:lnTo>
                  <a:lnTo>
                    <a:pt x="5261" y="168048"/>
                  </a:lnTo>
                  <a:lnTo>
                    <a:pt x="6117" y="143202"/>
                  </a:lnTo>
                  <a:lnTo>
                    <a:pt x="6972" y="166522"/>
                  </a:lnTo>
                  <a:lnTo>
                    <a:pt x="7828" y="167179"/>
                  </a:lnTo>
                  <a:lnTo>
                    <a:pt x="8683" y="109334"/>
                  </a:lnTo>
                  <a:lnTo>
                    <a:pt x="9539" y="43345"/>
                  </a:lnTo>
                  <a:lnTo>
                    <a:pt x="10394" y="0"/>
                  </a:lnTo>
                  <a:lnTo>
                    <a:pt x="11250" y="63308"/>
                  </a:lnTo>
                  <a:lnTo>
                    <a:pt x="12105" y="121445"/>
                  </a:lnTo>
                  <a:lnTo>
                    <a:pt x="12961" y="142015"/>
                  </a:lnTo>
                  <a:lnTo>
                    <a:pt x="13607" y="18124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4327106" y="3160022"/>
              <a:ext cx="16406" cy="102455"/>
            </a:xfrm>
            <a:custGeom>
              <a:avLst/>
              <a:pathLst>
                <a:path w="16406" h="102455">
                  <a:moveTo>
                    <a:pt x="0" y="102455"/>
                  </a:moveTo>
                  <a:lnTo>
                    <a:pt x="210" y="98306"/>
                  </a:lnTo>
                  <a:lnTo>
                    <a:pt x="1066" y="45632"/>
                  </a:lnTo>
                  <a:lnTo>
                    <a:pt x="1921" y="38733"/>
                  </a:lnTo>
                  <a:lnTo>
                    <a:pt x="2777" y="30867"/>
                  </a:lnTo>
                  <a:lnTo>
                    <a:pt x="3632" y="9647"/>
                  </a:lnTo>
                  <a:lnTo>
                    <a:pt x="4488" y="16018"/>
                  </a:lnTo>
                  <a:lnTo>
                    <a:pt x="5343" y="77191"/>
                  </a:lnTo>
                  <a:lnTo>
                    <a:pt x="6199" y="99899"/>
                  </a:lnTo>
                  <a:lnTo>
                    <a:pt x="7054" y="56463"/>
                  </a:lnTo>
                  <a:lnTo>
                    <a:pt x="7910" y="58805"/>
                  </a:lnTo>
                  <a:lnTo>
                    <a:pt x="8766" y="60933"/>
                  </a:lnTo>
                  <a:lnTo>
                    <a:pt x="9621" y="29246"/>
                  </a:lnTo>
                  <a:lnTo>
                    <a:pt x="10477" y="816"/>
                  </a:lnTo>
                  <a:lnTo>
                    <a:pt x="11332" y="0"/>
                  </a:lnTo>
                  <a:lnTo>
                    <a:pt x="12188" y="32801"/>
                  </a:lnTo>
                  <a:lnTo>
                    <a:pt x="13043" y="22605"/>
                  </a:lnTo>
                  <a:lnTo>
                    <a:pt x="13899" y="9325"/>
                  </a:lnTo>
                  <a:lnTo>
                    <a:pt x="14754" y="29639"/>
                  </a:lnTo>
                  <a:lnTo>
                    <a:pt x="15610" y="49055"/>
                  </a:lnTo>
                  <a:lnTo>
                    <a:pt x="16406" y="10245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349185" y="2990154"/>
              <a:ext cx="10212" cy="272322"/>
            </a:xfrm>
            <a:custGeom>
              <a:avLst/>
              <a:pathLst>
                <a:path w="10212" h="272322">
                  <a:moveTo>
                    <a:pt x="0" y="272322"/>
                  </a:moveTo>
                  <a:lnTo>
                    <a:pt x="375" y="243886"/>
                  </a:lnTo>
                  <a:lnTo>
                    <a:pt x="1231" y="157916"/>
                  </a:lnTo>
                  <a:lnTo>
                    <a:pt x="2086" y="106448"/>
                  </a:lnTo>
                  <a:lnTo>
                    <a:pt x="2942" y="72914"/>
                  </a:lnTo>
                  <a:lnTo>
                    <a:pt x="3797" y="9451"/>
                  </a:lnTo>
                  <a:lnTo>
                    <a:pt x="4653" y="5575"/>
                  </a:lnTo>
                  <a:lnTo>
                    <a:pt x="5508" y="0"/>
                  </a:lnTo>
                  <a:lnTo>
                    <a:pt x="6364" y="2166"/>
                  </a:lnTo>
                  <a:lnTo>
                    <a:pt x="7219" y="29863"/>
                  </a:lnTo>
                  <a:lnTo>
                    <a:pt x="8075" y="58540"/>
                  </a:lnTo>
                  <a:lnTo>
                    <a:pt x="8930" y="135648"/>
                  </a:lnTo>
                  <a:lnTo>
                    <a:pt x="9786" y="245041"/>
                  </a:lnTo>
                  <a:lnTo>
                    <a:pt x="10212" y="27232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362076" y="2942229"/>
              <a:ext cx="7887" cy="320247"/>
            </a:xfrm>
            <a:custGeom>
              <a:avLst/>
              <a:pathLst>
                <a:path w="7887" h="320247">
                  <a:moveTo>
                    <a:pt x="0" y="320247"/>
                  </a:moveTo>
                  <a:lnTo>
                    <a:pt x="317" y="288065"/>
                  </a:lnTo>
                  <a:lnTo>
                    <a:pt x="1172" y="170593"/>
                  </a:lnTo>
                  <a:lnTo>
                    <a:pt x="2028" y="42703"/>
                  </a:lnTo>
                  <a:lnTo>
                    <a:pt x="2883" y="0"/>
                  </a:lnTo>
                  <a:lnTo>
                    <a:pt x="3739" y="40774"/>
                  </a:lnTo>
                  <a:lnTo>
                    <a:pt x="4594" y="55196"/>
                  </a:lnTo>
                  <a:lnTo>
                    <a:pt x="5450" y="108267"/>
                  </a:lnTo>
                  <a:lnTo>
                    <a:pt x="6306" y="208793"/>
                  </a:lnTo>
                  <a:lnTo>
                    <a:pt x="7161" y="290726"/>
                  </a:lnTo>
                  <a:lnTo>
                    <a:pt x="7887" y="32024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4370156" y="2923146"/>
              <a:ext cx="25562" cy="339330"/>
            </a:xfrm>
            <a:custGeom>
              <a:avLst/>
              <a:pathLst>
                <a:path w="25562" h="339330">
                  <a:moveTo>
                    <a:pt x="0" y="339330"/>
                  </a:moveTo>
                  <a:lnTo>
                    <a:pt x="792" y="273037"/>
                  </a:lnTo>
                  <a:lnTo>
                    <a:pt x="1647" y="241863"/>
                  </a:lnTo>
                  <a:lnTo>
                    <a:pt x="2503" y="219356"/>
                  </a:lnTo>
                  <a:lnTo>
                    <a:pt x="3358" y="188312"/>
                  </a:lnTo>
                  <a:lnTo>
                    <a:pt x="4214" y="144595"/>
                  </a:lnTo>
                  <a:lnTo>
                    <a:pt x="5069" y="122303"/>
                  </a:lnTo>
                  <a:lnTo>
                    <a:pt x="5925" y="151211"/>
                  </a:lnTo>
                  <a:lnTo>
                    <a:pt x="6781" y="196015"/>
                  </a:lnTo>
                  <a:lnTo>
                    <a:pt x="7636" y="224747"/>
                  </a:lnTo>
                  <a:lnTo>
                    <a:pt x="8492" y="175174"/>
                  </a:lnTo>
                  <a:lnTo>
                    <a:pt x="9347" y="143665"/>
                  </a:lnTo>
                  <a:lnTo>
                    <a:pt x="10203" y="104760"/>
                  </a:lnTo>
                  <a:lnTo>
                    <a:pt x="11058" y="44120"/>
                  </a:lnTo>
                  <a:lnTo>
                    <a:pt x="11914" y="0"/>
                  </a:lnTo>
                  <a:lnTo>
                    <a:pt x="12769" y="4328"/>
                  </a:lnTo>
                  <a:lnTo>
                    <a:pt x="13625" y="79705"/>
                  </a:lnTo>
                  <a:lnTo>
                    <a:pt x="14480" y="106625"/>
                  </a:lnTo>
                  <a:lnTo>
                    <a:pt x="15336" y="139893"/>
                  </a:lnTo>
                  <a:lnTo>
                    <a:pt x="16191" y="189359"/>
                  </a:lnTo>
                  <a:lnTo>
                    <a:pt x="17047" y="200837"/>
                  </a:lnTo>
                  <a:lnTo>
                    <a:pt x="17902" y="176542"/>
                  </a:lnTo>
                  <a:lnTo>
                    <a:pt x="18758" y="175081"/>
                  </a:lnTo>
                  <a:lnTo>
                    <a:pt x="19613" y="162739"/>
                  </a:lnTo>
                  <a:lnTo>
                    <a:pt x="20469" y="122442"/>
                  </a:lnTo>
                  <a:lnTo>
                    <a:pt x="21325" y="140388"/>
                  </a:lnTo>
                  <a:lnTo>
                    <a:pt x="22180" y="200768"/>
                  </a:lnTo>
                  <a:lnTo>
                    <a:pt x="23036" y="255210"/>
                  </a:lnTo>
                  <a:lnTo>
                    <a:pt x="23891" y="254439"/>
                  </a:lnTo>
                  <a:lnTo>
                    <a:pt x="24747" y="284885"/>
                  </a:lnTo>
                  <a:lnTo>
                    <a:pt x="25562" y="33933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4412139" y="3225955"/>
              <a:ext cx="6507" cy="36522"/>
            </a:xfrm>
            <a:custGeom>
              <a:avLst/>
              <a:pathLst>
                <a:path w="6507" h="36522">
                  <a:moveTo>
                    <a:pt x="0" y="36522"/>
                  </a:moveTo>
                  <a:lnTo>
                    <a:pt x="730" y="13723"/>
                  </a:lnTo>
                  <a:lnTo>
                    <a:pt x="1586" y="2709"/>
                  </a:lnTo>
                  <a:lnTo>
                    <a:pt x="2441" y="0"/>
                  </a:lnTo>
                  <a:lnTo>
                    <a:pt x="3297" y="0"/>
                  </a:lnTo>
                  <a:lnTo>
                    <a:pt x="4152" y="0"/>
                  </a:lnTo>
                  <a:lnTo>
                    <a:pt x="5008" y="1"/>
                  </a:lnTo>
                  <a:lnTo>
                    <a:pt x="5863" y="23456"/>
                  </a:lnTo>
                  <a:lnTo>
                    <a:pt x="6507" y="3652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419650" y="3007355"/>
              <a:ext cx="30999" cy="255121"/>
            </a:xfrm>
            <a:custGeom>
              <a:avLst/>
              <a:pathLst>
                <a:path w="30999" h="255121">
                  <a:moveTo>
                    <a:pt x="0" y="255121"/>
                  </a:moveTo>
                  <a:lnTo>
                    <a:pt x="63" y="254774"/>
                  </a:lnTo>
                  <a:lnTo>
                    <a:pt x="919" y="254775"/>
                  </a:lnTo>
                  <a:lnTo>
                    <a:pt x="1774" y="254642"/>
                  </a:lnTo>
                  <a:lnTo>
                    <a:pt x="2630" y="199611"/>
                  </a:lnTo>
                  <a:lnTo>
                    <a:pt x="3486" y="109334"/>
                  </a:lnTo>
                  <a:lnTo>
                    <a:pt x="4341" y="37385"/>
                  </a:lnTo>
                  <a:lnTo>
                    <a:pt x="5197" y="0"/>
                  </a:lnTo>
                  <a:lnTo>
                    <a:pt x="6052" y="0"/>
                  </a:lnTo>
                  <a:lnTo>
                    <a:pt x="6908" y="136"/>
                  </a:lnTo>
                  <a:lnTo>
                    <a:pt x="7763" y="55167"/>
                  </a:lnTo>
                  <a:lnTo>
                    <a:pt x="8619" y="127083"/>
                  </a:lnTo>
                  <a:lnTo>
                    <a:pt x="9474" y="172349"/>
                  </a:lnTo>
                  <a:lnTo>
                    <a:pt x="10330" y="205145"/>
                  </a:lnTo>
                  <a:lnTo>
                    <a:pt x="11185" y="182593"/>
                  </a:lnTo>
                  <a:lnTo>
                    <a:pt x="12041" y="171930"/>
                  </a:lnTo>
                  <a:lnTo>
                    <a:pt x="12896" y="172589"/>
                  </a:lnTo>
                  <a:lnTo>
                    <a:pt x="13752" y="175979"/>
                  </a:lnTo>
                  <a:lnTo>
                    <a:pt x="14607" y="194205"/>
                  </a:lnTo>
                  <a:lnTo>
                    <a:pt x="15463" y="204252"/>
                  </a:lnTo>
                  <a:lnTo>
                    <a:pt x="16318" y="226804"/>
                  </a:lnTo>
                  <a:lnTo>
                    <a:pt x="17174" y="237467"/>
                  </a:lnTo>
                  <a:lnTo>
                    <a:pt x="18029" y="236808"/>
                  </a:lnTo>
                  <a:lnTo>
                    <a:pt x="18885" y="233419"/>
                  </a:lnTo>
                  <a:lnTo>
                    <a:pt x="19741" y="215192"/>
                  </a:lnTo>
                  <a:lnTo>
                    <a:pt x="20596" y="174375"/>
                  </a:lnTo>
                  <a:lnTo>
                    <a:pt x="21452" y="139252"/>
                  </a:lnTo>
                  <a:lnTo>
                    <a:pt x="22307" y="166080"/>
                  </a:lnTo>
                  <a:lnTo>
                    <a:pt x="23163" y="168015"/>
                  </a:lnTo>
                  <a:lnTo>
                    <a:pt x="24018" y="124792"/>
                  </a:lnTo>
                  <a:lnTo>
                    <a:pt x="24874" y="83216"/>
                  </a:lnTo>
                  <a:lnTo>
                    <a:pt x="25729" y="80805"/>
                  </a:lnTo>
                  <a:lnTo>
                    <a:pt x="26585" y="84841"/>
                  </a:lnTo>
                  <a:lnTo>
                    <a:pt x="27440" y="36059"/>
                  </a:lnTo>
                  <a:lnTo>
                    <a:pt x="28296" y="28331"/>
                  </a:lnTo>
                  <a:lnTo>
                    <a:pt x="29151" y="71554"/>
                  </a:lnTo>
                  <a:lnTo>
                    <a:pt x="30007" y="131365"/>
                  </a:lnTo>
                  <a:lnTo>
                    <a:pt x="30862" y="242956"/>
                  </a:lnTo>
                  <a:lnTo>
                    <a:pt x="30999" y="25512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4460418" y="3066454"/>
              <a:ext cx="32892" cy="196023"/>
            </a:xfrm>
            <a:custGeom>
              <a:avLst/>
              <a:pathLst>
                <a:path w="32892" h="196023">
                  <a:moveTo>
                    <a:pt x="0" y="196023"/>
                  </a:moveTo>
                  <a:lnTo>
                    <a:pt x="360" y="172499"/>
                  </a:lnTo>
                  <a:lnTo>
                    <a:pt x="1216" y="110708"/>
                  </a:lnTo>
                  <a:lnTo>
                    <a:pt x="2071" y="72024"/>
                  </a:lnTo>
                  <a:lnTo>
                    <a:pt x="2927" y="74320"/>
                  </a:lnTo>
                  <a:lnTo>
                    <a:pt x="3782" y="116489"/>
                  </a:lnTo>
                  <a:lnTo>
                    <a:pt x="4638" y="94972"/>
                  </a:lnTo>
                  <a:lnTo>
                    <a:pt x="5493" y="81101"/>
                  </a:lnTo>
                  <a:lnTo>
                    <a:pt x="6349" y="94160"/>
                  </a:lnTo>
                  <a:lnTo>
                    <a:pt x="7204" y="124469"/>
                  </a:lnTo>
                  <a:lnTo>
                    <a:pt x="8060" y="171388"/>
                  </a:lnTo>
                  <a:lnTo>
                    <a:pt x="8915" y="147832"/>
                  </a:lnTo>
                  <a:lnTo>
                    <a:pt x="9771" y="103338"/>
                  </a:lnTo>
                  <a:lnTo>
                    <a:pt x="10626" y="138130"/>
                  </a:lnTo>
                  <a:lnTo>
                    <a:pt x="11482" y="195182"/>
                  </a:lnTo>
                  <a:lnTo>
                    <a:pt x="12337" y="186149"/>
                  </a:lnTo>
                  <a:lnTo>
                    <a:pt x="13193" y="151833"/>
                  </a:lnTo>
                  <a:lnTo>
                    <a:pt x="14049" y="145436"/>
                  </a:lnTo>
                  <a:lnTo>
                    <a:pt x="14904" y="177700"/>
                  </a:lnTo>
                  <a:lnTo>
                    <a:pt x="15760" y="165050"/>
                  </a:lnTo>
                  <a:lnTo>
                    <a:pt x="16615" y="113405"/>
                  </a:lnTo>
                  <a:lnTo>
                    <a:pt x="17471" y="86882"/>
                  </a:lnTo>
                  <a:lnTo>
                    <a:pt x="18326" y="26242"/>
                  </a:lnTo>
                  <a:lnTo>
                    <a:pt x="19182" y="2426"/>
                  </a:lnTo>
                  <a:lnTo>
                    <a:pt x="20037" y="17174"/>
                  </a:lnTo>
                  <a:lnTo>
                    <a:pt x="20893" y="34237"/>
                  </a:lnTo>
                  <a:lnTo>
                    <a:pt x="21748" y="67975"/>
                  </a:lnTo>
                  <a:lnTo>
                    <a:pt x="22604" y="87605"/>
                  </a:lnTo>
                  <a:lnTo>
                    <a:pt x="23459" y="101855"/>
                  </a:lnTo>
                  <a:lnTo>
                    <a:pt x="24315" y="58503"/>
                  </a:lnTo>
                  <a:lnTo>
                    <a:pt x="25170" y="26178"/>
                  </a:lnTo>
                  <a:lnTo>
                    <a:pt x="26026" y="6353"/>
                  </a:lnTo>
                  <a:lnTo>
                    <a:pt x="26881" y="2981"/>
                  </a:lnTo>
                  <a:lnTo>
                    <a:pt x="27737" y="0"/>
                  </a:lnTo>
                  <a:lnTo>
                    <a:pt x="28593" y="33787"/>
                  </a:lnTo>
                  <a:lnTo>
                    <a:pt x="29448" y="130909"/>
                  </a:lnTo>
                  <a:lnTo>
                    <a:pt x="30304" y="160714"/>
                  </a:lnTo>
                  <a:lnTo>
                    <a:pt x="31159" y="152809"/>
                  </a:lnTo>
                  <a:lnTo>
                    <a:pt x="32015" y="152809"/>
                  </a:lnTo>
                  <a:lnTo>
                    <a:pt x="32870" y="193819"/>
                  </a:lnTo>
                  <a:lnTo>
                    <a:pt x="32892" y="19602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498555" y="3115887"/>
              <a:ext cx="3063" cy="146590"/>
            </a:xfrm>
            <a:custGeom>
              <a:avLst/>
              <a:pathLst>
                <a:path w="3063" h="146590">
                  <a:moveTo>
                    <a:pt x="0" y="146590"/>
                  </a:moveTo>
                  <a:lnTo>
                    <a:pt x="722" y="39673"/>
                  </a:lnTo>
                  <a:lnTo>
                    <a:pt x="1578" y="0"/>
                  </a:lnTo>
                  <a:lnTo>
                    <a:pt x="2433" y="97074"/>
                  </a:lnTo>
                  <a:lnTo>
                    <a:pt x="3063" y="14659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4502668" y="3261796"/>
              <a:ext cx="43" cy="680"/>
            </a:xfrm>
            <a:custGeom>
              <a:avLst/>
              <a:pathLst>
                <a:path w="43" h="680">
                  <a:moveTo>
                    <a:pt x="0" y="680"/>
                  </a:moveTo>
                  <a:lnTo>
                    <a:pt x="31" y="0"/>
                  </a:lnTo>
                  <a:lnTo>
                    <a:pt x="43" y="68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4505787" y="2978072"/>
              <a:ext cx="16089" cy="284404"/>
            </a:xfrm>
            <a:custGeom>
              <a:avLst/>
              <a:pathLst>
                <a:path w="16089" h="284404">
                  <a:moveTo>
                    <a:pt x="0" y="284404"/>
                  </a:moveTo>
                  <a:lnTo>
                    <a:pt x="334" y="251711"/>
                  </a:lnTo>
                  <a:lnTo>
                    <a:pt x="1190" y="173754"/>
                  </a:lnTo>
                  <a:lnTo>
                    <a:pt x="2045" y="148136"/>
                  </a:lnTo>
                  <a:lnTo>
                    <a:pt x="2901" y="148138"/>
                  </a:lnTo>
                  <a:lnTo>
                    <a:pt x="3756" y="148139"/>
                  </a:lnTo>
                  <a:lnTo>
                    <a:pt x="4612" y="159859"/>
                  </a:lnTo>
                  <a:lnTo>
                    <a:pt x="5467" y="186257"/>
                  </a:lnTo>
                  <a:lnTo>
                    <a:pt x="6323" y="181805"/>
                  </a:lnTo>
                  <a:lnTo>
                    <a:pt x="7178" y="168562"/>
                  </a:lnTo>
                  <a:lnTo>
                    <a:pt x="8034" y="168562"/>
                  </a:lnTo>
                  <a:lnTo>
                    <a:pt x="8889" y="148152"/>
                  </a:lnTo>
                  <a:lnTo>
                    <a:pt x="9745" y="90930"/>
                  </a:lnTo>
                  <a:lnTo>
                    <a:pt x="10601" y="41917"/>
                  </a:lnTo>
                  <a:lnTo>
                    <a:pt x="11456" y="7586"/>
                  </a:lnTo>
                  <a:lnTo>
                    <a:pt x="12312" y="0"/>
                  </a:lnTo>
                  <a:lnTo>
                    <a:pt x="13167" y="6648"/>
                  </a:lnTo>
                  <a:lnTo>
                    <a:pt x="14023" y="51505"/>
                  </a:lnTo>
                  <a:lnTo>
                    <a:pt x="14878" y="113545"/>
                  </a:lnTo>
                  <a:lnTo>
                    <a:pt x="15734" y="228693"/>
                  </a:lnTo>
                  <a:lnTo>
                    <a:pt x="16089" y="28440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4532764" y="3184373"/>
              <a:ext cx="7069" cy="78104"/>
            </a:xfrm>
            <a:custGeom>
              <a:avLst/>
              <a:pathLst>
                <a:path w="7069" h="78104">
                  <a:moveTo>
                    <a:pt x="0" y="78104"/>
                  </a:moveTo>
                  <a:lnTo>
                    <a:pt x="734" y="43444"/>
                  </a:lnTo>
                  <a:lnTo>
                    <a:pt x="1589" y="13734"/>
                  </a:lnTo>
                  <a:lnTo>
                    <a:pt x="2445" y="3181"/>
                  </a:lnTo>
                  <a:lnTo>
                    <a:pt x="3300" y="0"/>
                  </a:lnTo>
                  <a:lnTo>
                    <a:pt x="4156" y="8154"/>
                  </a:lnTo>
                  <a:lnTo>
                    <a:pt x="5011" y="25666"/>
                  </a:lnTo>
                  <a:lnTo>
                    <a:pt x="5867" y="32717"/>
                  </a:lnTo>
                  <a:lnTo>
                    <a:pt x="6722" y="66468"/>
                  </a:lnTo>
                  <a:lnTo>
                    <a:pt x="7069" y="7810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4543776" y="2933312"/>
              <a:ext cx="14801" cy="329164"/>
            </a:xfrm>
            <a:custGeom>
              <a:avLst/>
              <a:pathLst>
                <a:path w="14801" h="329164">
                  <a:moveTo>
                    <a:pt x="0" y="329164"/>
                  </a:moveTo>
                  <a:lnTo>
                    <a:pt x="844" y="247183"/>
                  </a:lnTo>
                  <a:lnTo>
                    <a:pt x="1700" y="150799"/>
                  </a:lnTo>
                  <a:lnTo>
                    <a:pt x="2555" y="56036"/>
                  </a:lnTo>
                  <a:lnTo>
                    <a:pt x="3411" y="0"/>
                  </a:lnTo>
                  <a:lnTo>
                    <a:pt x="4266" y="11364"/>
                  </a:lnTo>
                  <a:lnTo>
                    <a:pt x="5122" y="68545"/>
                  </a:lnTo>
                  <a:lnTo>
                    <a:pt x="5977" y="86235"/>
                  </a:lnTo>
                  <a:lnTo>
                    <a:pt x="6833" y="123101"/>
                  </a:lnTo>
                  <a:lnTo>
                    <a:pt x="7688" y="192286"/>
                  </a:lnTo>
                  <a:lnTo>
                    <a:pt x="8544" y="203312"/>
                  </a:lnTo>
                  <a:lnTo>
                    <a:pt x="9400" y="148471"/>
                  </a:lnTo>
                  <a:lnTo>
                    <a:pt x="10255" y="49227"/>
                  </a:lnTo>
                  <a:lnTo>
                    <a:pt x="11111" y="41810"/>
                  </a:lnTo>
                  <a:lnTo>
                    <a:pt x="11966" y="97797"/>
                  </a:lnTo>
                  <a:lnTo>
                    <a:pt x="12822" y="97813"/>
                  </a:lnTo>
                  <a:lnTo>
                    <a:pt x="13677" y="173161"/>
                  </a:lnTo>
                  <a:lnTo>
                    <a:pt x="14533" y="299097"/>
                  </a:lnTo>
                  <a:lnTo>
                    <a:pt x="14801" y="32916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4561524" y="3140297"/>
              <a:ext cx="3442" cy="122179"/>
            </a:xfrm>
            <a:custGeom>
              <a:avLst/>
              <a:pathLst>
                <a:path w="3442" h="122179">
                  <a:moveTo>
                    <a:pt x="0" y="122179"/>
                  </a:moveTo>
                  <a:lnTo>
                    <a:pt x="207" y="109355"/>
                  </a:lnTo>
                  <a:lnTo>
                    <a:pt x="1062" y="24111"/>
                  </a:lnTo>
                  <a:lnTo>
                    <a:pt x="1918" y="0"/>
                  </a:lnTo>
                  <a:lnTo>
                    <a:pt x="2773" y="92785"/>
                  </a:lnTo>
                  <a:lnTo>
                    <a:pt x="3442" y="12217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4568774" y="3089709"/>
              <a:ext cx="7630" cy="172767"/>
            </a:xfrm>
            <a:custGeom>
              <a:avLst/>
              <a:pathLst>
                <a:path w="7630" h="172767">
                  <a:moveTo>
                    <a:pt x="0" y="172767"/>
                  </a:moveTo>
                  <a:lnTo>
                    <a:pt x="656" y="66349"/>
                  </a:lnTo>
                  <a:lnTo>
                    <a:pt x="1512" y="36751"/>
                  </a:lnTo>
                  <a:lnTo>
                    <a:pt x="2367" y="40716"/>
                  </a:lnTo>
                  <a:lnTo>
                    <a:pt x="3223" y="1801"/>
                  </a:lnTo>
                  <a:lnTo>
                    <a:pt x="4078" y="0"/>
                  </a:lnTo>
                  <a:lnTo>
                    <a:pt x="4934" y="44486"/>
                  </a:lnTo>
                  <a:lnTo>
                    <a:pt x="5789" y="38228"/>
                  </a:lnTo>
                  <a:lnTo>
                    <a:pt x="6645" y="71096"/>
                  </a:lnTo>
                  <a:lnTo>
                    <a:pt x="7500" y="161594"/>
                  </a:lnTo>
                  <a:lnTo>
                    <a:pt x="7630" y="17276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4588989" y="2906763"/>
              <a:ext cx="38412" cy="355713"/>
            </a:xfrm>
            <a:custGeom>
              <a:avLst/>
              <a:pathLst>
                <a:path w="38412" h="355713">
                  <a:moveTo>
                    <a:pt x="0" y="355713"/>
                  </a:moveTo>
                  <a:lnTo>
                    <a:pt x="119" y="344775"/>
                  </a:lnTo>
                  <a:lnTo>
                    <a:pt x="974" y="290018"/>
                  </a:lnTo>
                  <a:lnTo>
                    <a:pt x="1830" y="316779"/>
                  </a:lnTo>
                  <a:lnTo>
                    <a:pt x="2685" y="267905"/>
                  </a:lnTo>
                  <a:lnTo>
                    <a:pt x="3541" y="254034"/>
                  </a:lnTo>
                  <a:lnTo>
                    <a:pt x="4396" y="185936"/>
                  </a:lnTo>
                  <a:lnTo>
                    <a:pt x="5252" y="191007"/>
                  </a:lnTo>
                  <a:lnTo>
                    <a:pt x="6108" y="250792"/>
                  </a:lnTo>
                  <a:lnTo>
                    <a:pt x="6963" y="255260"/>
                  </a:lnTo>
                  <a:lnTo>
                    <a:pt x="7819" y="211296"/>
                  </a:lnTo>
                  <a:lnTo>
                    <a:pt x="8674" y="187584"/>
                  </a:lnTo>
                  <a:lnTo>
                    <a:pt x="9530" y="282765"/>
                  </a:lnTo>
                  <a:lnTo>
                    <a:pt x="10385" y="283825"/>
                  </a:lnTo>
                  <a:lnTo>
                    <a:pt x="11241" y="223464"/>
                  </a:lnTo>
                  <a:lnTo>
                    <a:pt x="12096" y="217561"/>
                  </a:lnTo>
                  <a:lnTo>
                    <a:pt x="12952" y="244026"/>
                  </a:lnTo>
                  <a:lnTo>
                    <a:pt x="13807" y="159279"/>
                  </a:lnTo>
                  <a:lnTo>
                    <a:pt x="14663" y="73914"/>
                  </a:lnTo>
                  <a:lnTo>
                    <a:pt x="15518" y="80715"/>
                  </a:lnTo>
                  <a:lnTo>
                    <a:pt x="16374" y="77651"/>
                  </a:lnTo>
                  <a:lnTo>
                    <a:pt x="17229" y="0"/>
                  </a:lnTo>
                  <a:lnTo>
                    <a:pt x="18085" y="16783"/>
                  </a:lnTo>
                  <a:lnTo>
                    <a:pt x="18940" y="148623"/>
                  </a:lnTo>
                  <a:lnTo>
                    <a:pt x="19796" y="218047"/>
                  </a:lnTo>
                  <a:lnTo>
                    <a:pt x="20651" y="217969"/>
                  </a:lnTo>
                  <a:lnTo>
                    <a:pt x="21507" y="185164"/>
                  </a:lnTo>
                  <a:lnTo>
                    <a:pt x="22363" y="188492"/>
                  </a:lnTo>
                  <a:lnTo>
                    <a:pt x="23218" y="156939"/>
                  </a:lnTo>
                  <a:lnTo>
                    <a:pt x="24074" y="156671"/>
                  </a:lnTo>
                  <a:lnTo>
                    <a:pt x="24929" y="156672"/>
                  </a:lnTo>
                  <a:lnTo>
                    <a:pt x="25785" y="139760"/>
                  </a:lnTo>
                  <a:lnTo>
                    <a:pt x="26640" y="108356"/>
                  </a:lnTo>
                  <a:lnTo>
                    <a:pt x="27496" y="128833"/>
                  </a:lnTo>
                  <a:lnTo>
                    <a:pt x="28351" y="203166"/>
                  </a:lnTo>
                  <a:lnTo>
                    <a:pt x="29207" y="148499"/>
                  </a:lnTo>
                  <a:lnTo>
                    <a:pt x="30062" y="98684"/>
                  </a:lnTo>
                  <a:lnTo>
                    <a:pt x="30918" y="108126"/>
                  </a:lnTo>
                  <a:lnTo>
                    <a:pt x="31773" y="146378"/>
                  </a:lnTo>
                  <a:lnTo>
                    <a:pt x="32629" y="169351"/>
                  </a:lnTo>
                  <a:lnTo>
                    <a:pt x="33484" y="126580"/>
                  </a:lnTo>
                  <a:lnTo>
                    <a:pt x="34340" y="208344"/>
                  </a:lnTo>
                  <a:lnTo>
                    <a:pt x="35195" y="276663"/>
                  </a:lnTo>
                  <a:lnTo>
                    <a:pt x="36051" y="244983"/>
                  </a:lnTo>
                  <a:lnTo>
                    <a:pt x="36907" y="251119"/>
                  </a:lnTo>
                  <a:lnTo>
                    <a:pt x="37762" y="320760"/>
                  </a:lnTo>
                  <a:lnTo>
                    <a:pt x="38412" y="35571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4627960" y="3246722"/>
              <a:ext cx="1194" cy="15754"/>
            </a:xfrm>
            <a:custGeom>
              <a:avLst/>
              <a:pathLst>
                <a:path w="1194" h="15754">
                  <a:moveTo>
                    <a:pt x="0" y="15754"/>
                  </a:moveTo>
                  <a:lnTo>
                    <a:pt x="502" y="0"/>
                  </a:lnTo>
                  <a:lnTo>
                    <a:pt x="1194" y="1575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4631690" y="3062507"/>
              <a:ext cx="9336" cy="199969"/>
            </a:xfrm>
            <a:custGeom>
              <a:avLst/>
              <a:pathLst>
                <a:path w="9336" h="199969">
                  <a:moveTo>
                    <a:pt x="0" y="199969"/>
                  </a:moveTo>
                  <a:lnTo>
                    <a:pt x="193" y="181938"/>
                  </a:lnTo>
                  <a:lnTo>
                    <a:pt x="1049" y="159712"/>
                  </a:lnTo>
                  <a:lnTo>
                    <a:pt x="1905" y="159311"/>
                  </a:lnTo>
                  <a:lnTo>
                    <a:pt x="2760" y="100735"/>
                  </a:lnTo>
                  <a:lnTo>
                    <a:pt x="3616" y="37188"/>
                  </a:lnTo>
                  <a:lnTo>
                    <a:pt x="4471" y="40295"/>
                  </a:lnTo>
                  <a:lnTo>
                    <a:pt x="5327" y="54220"/>
                  </a:lnTo>
                  <a:lnTo>
                    <a:pt x="6182" y="27777"/>
                  </a:lnTo>
                  <a:lnTo>
                    <a:pt x="7038" y="0"/>
                  </a:lnTo>
                  <a:lnTo>
                    <a:pt x="7893" y="32063"/>
                  </a:lnTo>
                  <a:lnTo>
                    <a:pt x="8749" y="146279"/>
                  </a:lnTo>
                  <a:lnTo>
                    <a:pt x="9336" y="19996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4642045" y="3259024"/>
              <a:ext cx="399" cy="3452"/>
            </a:xfrm>
            <a:custGeom>
              <a:avLst/>
              <a:pathLst>
                <a:path w="399" h="3452">
                  <a:moveTo>
                    <a:pt x="0" y="3452"/>
                  </a:moveTo>
                  <a:lnTo>
                    <a:pt x="105" y="0"/>
                  </a:lnTo>
                  <a:lnTo>
                    <a:pt x="399" y="345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4644961" y="3198618"/>
              <a:ext cx="2043" cy="63858"/>
            </a:xfrm>
            <a:custGeom>
              <a:avLst/>
              <a:pathLst>
                <a:path w="2043" h="63858">
                  <a:moveTo>
                    <a:pt x="0" y="63858"/>
                  </a:moveTo>
                  <a:lnTo>
                    <a:pt x="612" y="5244"/>
                  </a:lnTo>
                  <a:lnTo>
                    <a:pt x="1467" y="0"/>
                  </a:lnTo>
                  <a:lnTo>
                    <a:pt x="2043" y="6385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4649048" y="3003417"/>
              <a:ext cx="13802" cy="259059"/>
            </a:xfrm>
            <a:custGeom>
              <a:avLst/>
              <a:pathLst>
                <a:path w="13802" h="259059">
                  <a:moveTo>
                    <a:pt x="0" y="259059"/>
                  </a:moveTo>
                  <a:lnTo>
                    <a:pt x="802" y="176780"/>
                  </a:lnTo>
                  <a:lnTo>
                    <a:pt x="1658" y="99680"/>
                  </a:lnTo>
                  <a:lnTo>
                    <a:pt x="2513" y="29044"/>
                  </a:lnTo>
                  <a:lnTo>
                    <a:pt x="3369" y="7267"/>
                  </a:lnTo>
                  <a:lnTo>
                    <a:pt x="4224" y="18567"/>
                  </a:lnTo>
                  <a:lnTo>
                    <a:pt x="5080" y="65269"/>
                  </a:lnTo>
                  <a:lnTo>
                    <a:pt x="5935" y="152979"/>
                  </a:lnTo>
                  <a:lnTo>
                    <a:pt x="6791" y="223350"/>
                  </a:lnTo>
                  <a:lnTo>
                    <a:pt x="7646" y="256138"/>
                  </a:lnTo>
                  <a:lnTo>
                    <a:pt x="8502" y="197565"/>
                  </a:lnTo>
                  <a:lnTo>
                    <a:pt x="9357" y="115255"/>
                  </a:lnTo>
                  <a:lnTo>
                    <a:pt x="10213" y="35979"/>
                  </a:lnTo>
                  <a:lnTo>
                    <a:pt x="11068" y="0"/>
                  </a:lnTo>
                  <a:lnTo>
                    <a:pt x="11924" y="15640"/>
                  </a:lnTo>
                  <a:lnTo>
                    <a:pt x="12779" y="109370"/>
                  </a:lnTo>
                  <a:lnTo>
                    <a:pt x="13635" y="233041"/>
                  </a:lnTo>
                  <a:lnTo>
                    <a:pt x="13802" y="25905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4671047" y="3089972"/>
              <a:ext cx="20419" cy="172504"/>
            </a:xfrm>
            <a:custGeom>
              <a:avLst/>
              <a:pathLst>
                <a:path w="20419" h="172504">
                  <a:moveTo>
                    <a:pt x="0" y="172504"/>
                  </a:moveTo>
                  <a:lnTo>
                    <a:pt x="191" y="162181"/>
                  </a:lnTo>
                  <a:lnTo>
                    <a:pt x="1047" y="134443"/>
                  </a:lnTo>
                  <a:lnTo>
                    <a:pt x="1902" y="121537"/>
                  </a:lnTo>
                  <a:lnTo>
                    <a:pt x="2758" y="122594"/>
                  </a:lnTo>
                  <a:lnTo>
                    <a:pt x="3613" y="87408"/>
                  </a:lnTo>
                  <a:lnTo>
                    <a:pt x="4469" y="64676"/>
                  </a:lnTo>
                  <a:lnTo>
                    <a:pt x="5324" y="64677"/>
                  </a:lnTo>
                  <a:lnTo>
                    <a:pt x="6180" y="64677"/>
                  </a:lnTo>
                  <a:lnTo>
                    <a:pt x="7035" y="70258"/>
                  </a:lnTo>
                  <a:lnTo>
                    <a:pt x="7891" y="69201"/>
                  </a:lnTo>
                  <a:lnTo>
                    <a:pt x="8747" y="104386"/>
                  </a:lnTo>
                  <a:lnTo>
                    <a:pt x="9602" y="127118"/>
                  </a:lnTo>
                  <a:lnTo>
                    <a:pt x="10458" y="116981"/>
                  </a:lnTo>
                  <a:lnTo>
                    <a:pt x="11313" y="87807"/>
                  </a:lnTo>
                  <a:lnTo>
                    <a:pt x="12169" y="87482"/>
                  </a:lnTo>
                  <a:lnTo>
                    <a:pt x="13024" y="90021"/>
                  </a:lnTo>
                  <a:lnTo>
                    <a:pt x="13880" y="54496"/>
                  </a:lnTo>
                  <a:lnTo>
                    <a:pt x="14735" y="0"/>
                  </a:lnTo>
                  <a:lnTo>
                    <a:pt x="15591" y="5967"/>
                  </a:lnTo>
                  <a:lnTo>
                    <a:pt x="16446" y="35142"/>
                  </a:lnTo>
                  <a:lnTo>
                    <a:pt x="17302" y="35467"/>
                  </a:lnTo>
                  <a:lnTo>
                    <a:pt x="18157" y="14252"/>
                  </a:lnTo>
                  <a:lnTo>
                    <a:pt x="19013" y="40283"/>
                  </a:lnTo>
                  <a:lnTo>
                    <a:pt x="19868" y="143343"/>
                  </a:lnTo>
                  <a:lnTo>
                    <a:pt x="20419" y="17250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4698834" y="3020529"/>
              <a:ext cx="20011" cy="241947"/>
            </a:xfrm>
            <a:custGeom>
              <a:avLst/>
              <a:pathLst>
                <a:path w="20011" h="241947">
                  <a:moveTo>
                    <a:pt x="0" y="241947"/>
                  </a:moveTo>
                  <a:lnTo>
                    <a:pt x="637" y="189858"/>
                  </a:lnTo>
                  <a:lnTo>
                    <a:pt x="1492" y="140256"/>
                  </a:lnTo>
                  <a:lnTo>
                    <a:pt x="2348" y="141723"/>
                  </a:lnTo>
                  <a:lnTo>
                    <a:pt x="3203" y="123779"/>
                  </a:lnTo>
                  <a:lnTo>
                    <a:pt x="4059" y="68621"/>
                  </a:lnTo>
                  <a:lnTo>
                    <a:pt x="4914" y="75895"/>
                  </a:lnTo>
                  <a:lnTo>
                    <a:pt x="5770" y="101613"/>
                  </a:lnTo>
                  <a:lnTo>
                    <a:pt x="6626" y="63271"/>
                  </a:lnTo>
                  <a:lnTo>
                    <a:pt x="7481" y="0"/>
                  </a:lnTo>
                  <a:lnTo>
                    <a:pt x="8337" y="22338"/>
                  </a:lnTo>
                  <a:lnTo>
                    <a:pt x="9192" y="115664"/>
                  </a:lnTo>
                  <a:lnTo>
                    <a:pt x="10048" y="102117"/>
                  </a:lnTo>
                  <a:lnTo>
                    <a:pt x="10903" y="71123"/>
                  </a:lnTo>
                  <a:lnTo>
                    <a:pt x="11759" y="123258"/>
                  </a:lnTo>
                  <a:lnTo>
                    <a:pt x="12614" y="160443"/>
                  </a:lnTo>
                  <a:lnTo>
                    <a:pt x="13470" y="150077"/>
                  </a:lnTo>
                  <a:lnTo>
                    <a:pt x="14325" y="112684"/>
                  </a:lnTo>
                  <a:lnTo>
                    <a:pt x="15181" y="130410"/>
                  </a:lnTo>
                  <a:lnTo>
                    <a:pt x="16036" y="152653"/>
                  </a:lnTo>
                  <a:lnTo>
                    <a:pt x="16892" y="151050"/>
                  </a:lnTo>
                  <a:lnTo>
                    <a:pt x="17747" y="171961"/>
                  </a:lnTo>
                  <a:lnTo>
                    <a:pt x="18603" y="193691"/>
                  </a:lnTo>
                  <a:lnTo>
                    <a:pt x="19458" y="232257"/>
                  </a:lnTo>
                  <a:lnTo>
                    <a:pt x="20011" y="24194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4720206" y="3107269"/>
              <a:ext cx="15184" cy="155207"/>
            </a:xfrm>
            <a:custGeom>
              <a:avLst/>
              <a:pathLst>
                <a:path w="15184" h="155207">
                  <a:moveTo>
                    <a:pt x="0" y="155207"/>
                  </a:moveTo>
                  <a:lnTo>
                    <a:pt x="653" y="138058"/>
                  </a:lnTo>
                  <a:lnTo>
                    <a:pt x="1508" y="112140"/>
                  </a:lnTo>
                  <a:lnTo>
                    <a:pt x="2364" y="95161"/>
                  </a:lnTo>
                  <a:lnTo>
                    <a:pt x="3219" y="41856"/>
                  </a:lnTo>
                  <a:lnTo>
                    <a:pt x="4075" y="49128"/>
                  </a:lnTo>
                  <a:lnTo>
                    <a:pt x="4930" y="56452"/>
                  </a:lnTo>
                  <a:lnTo>
                    <a:pt x="5786" y="56319"/>
                  </a:lnTo>
                  <a:lnTo>
                    <a:pt x="6641" y="11825"/>
                  </a:lnTo>
                  <a:lnTo>
                    <a:pt x="7497" y="758"/>
                  </a:lnTo>
                  <a:lnTo>
                    <a:pt x="8352" y="54062"/>
                  </a:lnTo>
                  <a:lnTo>
                    <a:pt x="9208" y="46788"/>
                  </a:lnTo>
                  <a:lnTo>
                    <a:pt x="10063" y="39196"/>
                  </a:lnTo>
                  <a:lnTo>
                    <a:pt x="10919" y="0"/>
                  </a:lnTo>
                  <a:lnTo>
                    <a:pt x="11775" y="20453"/>
                  </a:lnTo>
                  <a:lnTo>
                    <a:pt x="12630" y="73920"/>
                  </a:lnTo>
                  <a:lnTo>
                    <a:pt x="13486" y="83877"/>
                  </a:lnTo>
                  <a:lnTo>
                    <a:pt x="14341" y="114188"/>
                  </a:lnTo>
                  <a:lnTo>
                    <a:pt x="15184" y="15520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4740110" y="3199992"/>
              <a:ext cx="6577" cy="62484"/>
            </a:xfrm>
            <a:custGeom>
              <a:avLst/>
              <a:pathLst>
                <a:path w="6577" h="62484">
                  <a:moveTo>
                    <a:pt x="0" y="62484"/>
                  </a:moveTo>
                  <a:lnTo>
                    <a:pt x="426" y="41858"/>
                  </a:lnTo>
                  <a:lnTo>
                    <a:pt x="1282" y="0"/>
                  </a:lnTo>
                  <a:lnTo>
                    <a:pt x="2137" y="38241"/>
                  </a:lnTo>
                  <a:lnTo>
                    <a:pt x="2993" y="54789"/>
                  </a:lnTo>
                  <a:lnTo>
                    <a:pt x="3848" y="34771"/>
                  </a:lnTo>
                  <a:lnTo>
                    <a:pt x="4704" y="52555"/>
                  </a:lnTo>
                  <a:lnTo>
                    <a:pt x="5559" y="60421"/>
                  </a:lnTo>
                  <a:lnTo>
                    <a:pt x="6415" y="60421"/>
                  </a:lnTo>
                  <a:lnTo>
                    <a:pt x="6577" y="6248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4751782" y="3012288"/>
              <a:ext cx="8000" cy="250188"/>
            </a:xfrm>
            <a:custGeom>
              <a:avLst/>
              <a:pathLst>
                <a:path w="8000" h="250188">
                  <a:moveTo>
                    <a:pt x="0" y="250188"/>
                  </a:moveTo>
                  <a:lnTo>
                    <a:pt x="731" y="183442"/>
                  </a:lnTo>
                  <a:lnTo>
                    <a:pt x="1587" y="113203"/>
                  </a:lnTo>
                  <a:lnTo>
                    <a:pt x="2442" y="47875"/>
                  </a:lnTo>
                  <a:lnTo>
                    <a:pt x="3298" y="4696"/>
                  </a:lnTo>
                  <a:lnTo>
                    <a:pt x="4153" y="0"/>
                  </a:lnTo>
                  <a:lnTo>
                    <a:pt x="5009" y="14909"/>
                  </a:lnTo>
                  <a:lnTo>
                    <a:pt x="5864" y="82053"/>
                  </a:lnTo>
                  <a:lnTo>
                    <a:pt x="6720" y="151504"/>
                  </a:lnTo>
                  <a:lnTo>
                    <a:pt x="7575" y="218874"/>
                  </a:lnTo>
                  <a:lnTo>
                    <a:pt x="8000" y="25018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4761258" y="3153489"/>
              <a:ext cx="5291" cy="108987"/>
            </a:xfrm>
            <a:custGeom>
              <a:avLst/>
              <a:pathLst>
                <a:path w="5291" h="108987">
                  <a:moveTo>
                    <a:pt x="0" y="108987"/>
                  </a:moveTo>
                  <a:lnTo>
                    <a:pt x="666" y="82190"/>
                  </a:lnTo>
                  <a:lnTo>
                    <a:pt x="1522" y="82191"/>
                  </a:lnTo>
                  <a:lnTo>
                    <a:pt x="2377" y="66691"/>
                  </a:lnTo>
                  <a:lnTo>
                    <a:pt x="3233" y="31388"/>
                  </a:lnTo>
                  <a:lnTo>
                    <a:pt x="4088" y="0"/>
                  </a:lnTo>
                  <a:lnTo>
                    <a:pt x="4944" y="70147"/>
                  </a:lnTo>
                  <a:lnTo>
                    <a:pt x="5291" y="10898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4771775" y="2989333"/>
              <a:ext cx="13988" cy="273143"/>
            </a:xfrm>
            <a:custGeom>
              <a:avLst/>
              <a:pathLst>
                <a:path w="13988" h="273143">
                  <a:moveTo>
                    <a:pt x="0" y="273143"/>
                  </a:moveTo>
                  <a:lnTo>
                    <a:pt x="416" y="226752"/>
                  </a:lnTo>
                  <a:lnTo>
                    <a:pt x="1271" y="199720"/>
                  </a:lnTo>
                  <a:lnTo>
                    <a:pt x="2127" y="176062"/>
                  </a:lnTo>
                  <a:lnTo>
                    <a:pt x="2982" y="95905"/>
                  </a:lnTo>
                  <a:lnTo>
                    <a:pt x="3838" y="42184"/>
                  </a:lnTo>
                  <a:lnTo>
                    <a:pt x="4693" y="57521"/>
                  </a:lnTo>
                  <a:lnTo>
                    <a:pt x="5549" y="120046"/>
                  </a:lnTo>
                  <a:lnTo>
                    <a:pt x="6404" y="189167"/>
                  </a:lnTo>
                  <a:lnTo>
                    <a:pt x="7260" y="202025"/>
                  </a:lnTo>
                  <a:lnTo>
                    <a:pt x="8115" y="226653"/>
                  </a:lnTo>
                  <a:lnTo>
                    <a:pt x="8971" y="242272"/>
                  </a:lnTo>
                  <a:lnTo>
                    <a:pt x="9826" y="190456"/>
                  </a:lnTo>
                  <a:lnTo>
                    <a:pt x="10682" y="84192"/>
                  </a:lnTo>
                  <a:lnTo>
                    <a:pt x="11537" y="0"/>
                  </a:lnTo>
                  <a:lnTo>
                    <a:pt x="12393" y="36991"/>
                  </a:lnTo>
                  <a:lnTo>
                    <a:pt x="13248" y="171512"/>
                  </a:lnTo>
                  <a:lnTo>
                    <a:pt x="13988" y="27314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4790544" y="3243937"/>
              <a:ext cx="1234" cy="18540"/>
            </a:xfrm>
            <a:custGeom>
              <a:avLst/>
              <a:pathLst>
                <a:path w="1234" h="18540">
                  <a:moveTo>
                    <a:pt x="0" y="18540"/>
                  </a:moveTo>
                  <a:lnTo>
                    <a:pt x="468" y="0"/>
                  </a:lnTo>
                  <a:lnTo>
                    <a:pt x="1234" y="1854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4792149" y="3258074"/>
              <a:ext cx="694" cy="4402"/>
            </a:xfrm>
            <a:custGeom>
              <a:avLst/>
              <a:pathLst>
                <a:path w="694" h="4402">
                  <a:moveTo>
                    <a:pt x="0" y="4402"/>
                  </a:moveTo>
                  <a:lnTo>
                    <a:pt x="573" y="0"/>
                  </a:lnTo>
                  <a:lnTo>
                    <a:pt x="694" y="440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4795542" y="2845267"/>
              <a:ext cx="23560" cy="417209"/>
            </a:xfrm>
            <a:custGeom>
              <a:avLst/>
              <a:pathLst>
                <a:path w="23560" h="417209">
                  <a:moveTo>
                    <a:pt x="0" y="417209"/>
                  </a:moveTo>
                  <a:lnTo>
                    <a:pt x="603" y="369172"/>
                  </a:lnTo>
                  <a:lnTo>
                    <a:pt x="1458" y="311408"/>
                  </a:lnTo>
                  <a:lnTo>
                    <a:pt x="2314" y="298596"/>
                  </a:lnTo>
                  <a:lnTo>
                    <a:pt x="3169" y="298596"/>
                  </a:lnTo>
                  <a:lnTo>
                    <a:pt x="4025" y="286328"/>
                  </a:lnTo>
                  <a:lnTo>
                    <a:pt x="4881" y="252294"/>
                  </a:lnTo>
                  <a:lnTo>
                    <a:pt x="5736" y="209177"/>
                  </a:lnTo>
                  <a:lnTo>
                    <a:pt x="6592" y="163654"/>
                  </a:lnTo>
                  <a:lnTo>
                    <a:pt x="7447" y="64791"/>
                  </a:lnTo>
                  <a:lnTo>
                    <a:pt x="8303" y="0"/>
                  </a:lnTo>
                  <a:lnTo>
                    <a:pt x="9158" y="5118"/>
                  </a:lnTo>
                  <a:lnTo>
                    <a:pt x="10014" y="42673"/>
                  </a:lnTo>
                  <a:lnTo>
                    <a:pt x="10869" y="67475"/>
                  </a:lnTo>
                  <a:lnTo>
                    <a:pt x="11725" y="110369"/>
                  </a:lnTo>
                  <a:lnTo>
                    <a:pt x="12580" y="204139"/>
                  </a:lnTo>
                  <a:lnTo>
                    <a:pt x="13436" y="246464"/>
                  </a:lnTo>
                  <a:lnTo>
                    <a:pt x="14291" y="206724"/>
                  </a:lnTo>
                  <a:lnTo>
                    <a:pt x="15147" y="207982"/>
                  </a:lnTo>
                  <a:lnTo>
                    <a:pt x="16002" y="328755"/>
                  </a:lnTo>
                  <a:lnTo>
                    <a:pt x="16858" y="355748"/>
                  </a:lnTo>
                  <a:lnTo>
                    <a:pt x="17713" y="305609"/>
                  </a:lnTo>
                  <a:lnTo>
                    <a:pt x="18569" y="306940"/>
                  </a:lnTo>
                  <a:lnTo>
                    <a:pt x="19424" y="353830"/>
                  </a:lnTo>
                  <a:lnTo>
                    <a:pt x="20280" y="380165"/>
                  </a:lnTo>
                  <a:lnTo>
                    <a:pt x="21136" y="343080"/>
                  </a:lnTo>
                  <a:lnTo>
                    <a:pt x="21991" y="344349"/>
                  </a:lnTo>
                  <a:lnTo>
                    <a:pt x="22847" y="399580"/>
                  </a:lnTo>
                  <a:lnTo>
                    <a:pt x="23560" y="41720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4819327" y="2932855"/>
              <a:ext cx="9305" cy="329621"/>
            </a:xfrm>
            <a:custGeom>
              <a:avLst/>
              <a:pathLst>
                <a:path w="9305" h="329621">
                  <a:moveTo>
                    <a:pt x="0" y="329621"/>
                  </a:moveTo>
                  <a:lnTo>
                    <a:pt x="773" y="296728"/>
                  </a:lnTo>
                  <a:lnTo>
                    <a:pt x="1628" y="184573"/>
                  </a:lnTo>
                  <a:lnTo>
                    <a:pt x="2484" y="73547"/>
                  </a:lnTo>
                  <a:lnTo>
                    <a:pt x="3339" y="30149"/>
                  </a:lnTo>
                  <a:lnTo>
                    <a:pt x="4195" y="5046"/>
                  </a:lnTo>
                  <a:lnTo>
                    <a:pt x="5050" y="0"/>
                  </a:lnTo>
                  <a:lnTo>
                    <a:pt x="5906" y="36540"/>
                  </a:lnTo>
                  <a:lnTo>
                    <a:pt x="6761" y="150984"/>
                  </a:lnTo>
                  <a:lnTo>
                    <a:pt x="7617" y="251044"/>
                  </a:lnTo>
                  <a:lnTo>
                    <a:pt x="8472" y="300901"/>
                  </a:lnTo>
                  <a:lnTo>
                    <a:pt x="9305" y="32962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4828678" y="2981413"/>
              <a:ext cx="22920" cy="281064"/>
            </a:xfrm>
            <a:custGeom>
              <a:avLst/>
              <a:pathLst>
                <a:path w="22920" h="281064">
                  <a:moveTo>
                    <a:pt x="0" y="281064"/>
                  </a:moveTo>
                  <a:lnTo>
                    <a:pt x="833" y="251575"/>
                  </a:lnTo>
                  <a:lnTo>
                    <a:pt x="1688" y="178551"/>
                  </a:lnTo>
                  <a:lnTo>
                    <a:pt x="2544" y="100328"/>
                  </a:lnTo>
                  <a:lnTo>
                    <a:pt x="3399" y="53589"/>
                  </a:lnTo>
                  <a:lnTo>
                    <a:pt x="4255" y="33633"/>
                  </a:lnTo>
                  <a:lnTo>
                    <a:pt x="5111" y="0"/>
                  </a:lnTo>
                  <a:lnTo>
                    <a:pt x="5966" y="3364"/>
                  </a:lnTo>
                  <a:lnTo>
                    <a:pt x="6822" y="54400"/>
                  </a:lnTo>
                  <a:lnTo>
                    <a:pt x="7677" y="45373"/>
                  </a:lnTo>
                  <a:lnTo>
                    <a:pt x="8533" y="25109"/>
                  </a:lnTo>
                  <a:lnTo>
                    <a:pt x="9388" y="16861"/>
                  </a:lnTo>
                  <a:lnTo>
                    <a:pt x="10244" y="51903"/>
                  </a:lnTo>
                  <a:lnTo>
                    <a:pt x="11099" y="121946"/>
                  </a:lnTo>
                  <a:lnTo>
                    <a:pt x="11955" y="142364"/>
                  </a:lnTo>
                  <a:lnTo>
                    <a:pt x="12810" y="176334"/>
                  </a:lnTo>
                  <a:lnTo>
                    <a:pt x="13666" y="226536"/>
                  </a:lnTo>
                  <a:lnTo>
                    <a:pt x="14521" y="234816"/>
                  </a:lnTo>
                  <a:lnTo>
                    <a:pt x="15377" y="210554"/>
                  </a:lnTo>
                  <a:lnTo>
                    <a:pt x="16232" y="168243"/>
                  </a:lnTo>
                  <a:lnTo>
                    <a:pt x="17088" y="189511"/>
                  </a:lnTo>
                  <a:lnTo>
                    <a:pt x="17943" y="239824"/>
                  </a:lnTo>
                  <a:lnTo>
                    <a:pt x="18799" y="218613"/>
                  </a:lnTo>
                  <a:lnTo>
                    <a:pt x="19654" y="188282"/>
                  </a:lnTo>
                  <a:lnTo>
                    <a:pt x="20510" y="211762"/>
                  </a:lnTo>
                  <a:lnTo>
                    <a:pt x="21366" y="215987"/>
                  </a:lnTo>
                  <a:lnTo>
                    <a:pt x="22221" y="246241"/>
                  </a:lnTo>
                  <a:lnTo>
                    <a:pt x="22920" y="28106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4865626" y="3159892"/>
              <a:ext cx="10791" cy="102584"/>
            </a:xfrm>
            <a:custGeom>
              <a:avLst/>
              <a:pathLst>
                <a:path w="10791" h="102584">
                  <a:moveTo>
                    <a:pt x="0" y="102584"/>
                  </a:moveTo>
                  <a:lnTo>
                    <a:pt x="672" y="56891"/>
                  </a:lnTo>
                  <a:lnTo>
                    <a:pt x="1527" y="23148"/>
                  </a:lnTo>
                  <a:lnTo>
                    <a:pt x="2383" y="12539"/>
                  </a:lnTo>
                  <a:lnTo>
                    <a:pt x="3238" y="2689"/>
                  </a:lnTo>
                  <a:lnTo>
                    <a:pt x="4094" y="0"/>
                  </a:lnTo>
                  <a:lnTo>
                    <a:pt x="4949" y="3669"/>
                  </a:lnTo>
                  <a:lnTo>
                    <a:pt x="5805" y="58915"/>
                  </a:lnTo>
                  <a:lnTo>
                    <a:pt x="6661" y="80465"/>
                  </a:lnTo>
                  <a:lnTo>
                    <a:pt x="7516" y="53863"/>
                  </a:lnTo>
                  <a:lnTo>
                    <a:pt x="8372" y="30351"/>
                  </a:lnTo>
                  <a:lnTo>
                    <a:pt x="9227" y="28547"/>
                  </a:lnTo>
                  <a:lnTo>
                    <a:pt x="10083" y="78849"/>
                  </a:lnTo>
                  <a:lnTo>
                    <a:pt x="10791" y="10258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4886476" y="3148446"/>
              <a:ext cx="7307" cy="114030"/>
            </a:xfrm>
            <a:custGeom>
              <a:avLst/>
              <a:pathLst>
                <a:path w="7307" h="114030">
                  <a:moveTo>
                    <a:pt x="0" y="114030"/>
                  </a:moveTo>
                  <a:lnTo>
                    <a:pt x="355" y="80396"/>
                  </a:lnTo>
                  <a:lnTo>
                    <a:pt x="1211" y="7853"/>
                  </a:lnTo>
                  <a:lnTo>
                    <a:pt x="2066" y="3443"/>
                  </a:lnTo>
                  <a:lnTo>
                    <a:pt x="2922" y="0"/>
                  </a:lnTo>
                  <a:lnTo>
                    <a:pt x="3777" y="55717"/>
                  </a:lnTo>
                  <a:lnTo>
                    <a:pt x="4633" y="45671"/>
                  </a:lnTo>
                  <a:lnTo>
                    <a:pt x="5488" y="63344"/>
                  </a:lnTo>
                  <a:lnTo>
                    <a:pt x="6344" y="93065"/>
                  </a:lnTo>
                  <a:lnTo>
                    <a:pt x="7199" y="102709"/>
                  </a:lnTo>
                  <a:lnTo>
                    <a:pt x="7307" y="11403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4899827" y="3156091"/>
              <a:ext cx="15738" cy="106385"/>
            </a:xfrm>
            <a:custGeom>
              <a:avLst/>
              <a:pathLst>
                <a:path w="15738" h="106385">
                  <a:moveTo>
                    <a:pt x="0" y="106385"/>
                  </a:moveTo>
                  <a:lnTo>
                    <a:pt x="692" y="36621"/>
                  </a:lnTo>
                  <a:lnTo>
                    <a:pt x="1547" y="34121"/>
                  </a:lnTo>
                  <a:lnTo>
                    <a:pt x="2403" y="24948"/>
                  </a:lnTo>
                  <a:lnTo>
                    <a:pt x="3259" y="27778"/>
                  </a:lnTo>
                  <a:lnTo>
                    <a:pt x="4114" y="0"/>
                  </a:lnTo>
                  <a:lnTo>
                    <a:pt x="4970" y="34053"/>
                  </a:lnTo>
                  <a:lnTo>
                    <a:pt x="5825" y="49847"/>
                  </a:lnTo>
                  <a:lnTo>
                    <a:pt x="6681" y="52348"/>
                  </a:lnTo>
                  <a:lnTo>
                    <a:pt x="7536" y="61521"/>
                  </a:lnTo>
                  <a:lnTo>
                    <a:pt x="8392" y="48195"/>
                  </a:lnTo>
                  <a:lnTo>
                    <a:pt x="9247" y="91874"/>
                  </a:lnTo>
                  <a:lnTo>
                    <a:pt x="10103" y="99546"/>
                  </a:lnTo>
                  <a:lnTo>
                    <a:pt x="10958" y="63189"/>
                  </a:lnTo>
                  <a:lnTo>
                    <a:pt x="11814" y="63189"/>
                  </a:lnTo>
                  <a:lnTo>
                    <a:pt x="12669" y="57597"/>
                  </a:lnTo>
                  <a:lnTo>
                    <a:pt x="13525" y="38067"/>
                  </a:lnTo>
                  <a:lnTo>
                    <a:pt x="14380" y="28635"/>
                  </a:lnTo>
                  <a:lnTo>
                    <a:pt x="15236" y="50368"/>
                  </a:lnTo>
                  <a:lnTo>
                    <a:pt x="15738" y="10638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4920870" y="3069918"/>
              <a:ext cx="28248" cy="192558"/>
            </a:xfrm>
            <a:custGeom>
              <a:avLst/>
              <a:pathLst>
                <a:path w="28248" h="192558">
                  <a:moveTo>
                    <a:pt x="0" y="192558"/>
                  </a:moveTo>
                  <a:lnTo>
                    <a:pt x="182" y="168667"/>
                  </a:lnTo>
                  <a:lnTo>
                    <a:pt x="1037" y="114171"/>
                  </a:lnTo>
                  <a:lnTo>
                    <a:pt x="1893" y="76577"/>
                  </a:lnTo>
                  <a:lnTo>
                    <a:pt x="2748" y="3076"/>
                  </a:lnTo>
                  <a:lnTo>
                    <a:pt x="3604" y="0"/>
                  </a:lnTo>
                  <a:lnTo>
                    <a:pt x="4460" y="18338"/>
                  </a:lnTo>
                  <a:lnTo>
                    <a:pt x="5315" y="79325"/>
                  </a:lnTo>
                  <a:lnTo>
                    <a:pt x="6171" y="98440"/>
                  </a:lnTo>
                  <a:lnTo>
                    <a:pt x="7026" y="90337"/>
                  </a:lnTo>
                  <a:lnTo>
                    <a:pt x="7882" y="103763"/>
                  </a:lnTo>
                  <a:lnTo>
                    <a:pt x="8737" y="100596"/>
                  </a:lnTo>
                  <a:lnTo>
                    <a:pt x="9593" y="87983"/>
                  </a:lnTo>
                  <a:lnTo>
                    <a:pt x="10448" y="59410"/>
                  </a:lnTo>
                  <a:lnTo>
                    <a:pt x="11304" y="103271"/>
                  </a:lnTo>
                  <a:lnTo>
                    <a:pt x="12159" y="128256"/>
                  </a:lnTo>
                  <a:lnTo>
                    <a:pt x="13015" y="140878"/>
                  </a:lnTo>
                  <a:lnTo>
                    <a:pt x="13870" y="168774"/>
                  </a:lnTo>
                  <a:lnTo>
                    <a:pt x="14726" y="165764"/>
                  </a:lnTo>
                  <a:lnTo>
                    <a:pt x="15581" y="150903"/>
                  </a:lnTo>
                  <a:lnTo>
                    <a:pt x="16437" y="62549"/>
                  </a:lnTo>
                  <a:lnTo>
                    <a:pt x="17292" y="31711"/>
                  </a:lnTo>
                  <a:lnTo>
                    <a:pt x="18148" y="77577"/>
                  </a:lnTo>
                  <a:lnTo>
                    <a:pt x="19003" y="92186"/>
                  </a:lnTo>
                  <a:lnTo>
                    <a:pt x="19859" y="127972"/>
                  </a:lnTo>
                  <a:lnTo>
                    <a:pt x="20715" y="121733"/>
                  </a:lnTo>
                  <a:lnTo>
                    <a:pt x="21570" y="148374"/>
                  </a:lnTo>
                  <a:lnTo>
                    <a:pt x="22426" y="189492"/>
                  </a:lnTo>
                  <a:lnTo>
                    <a:pt x="23281" y="132645"/>
                  </a:lnTo>
                  <a:lnTo>
                    <a:pt x="24137" y="64129"/>
                  </a:lnTo>
                  <a:lnTo>
                    <a:pt x="24992" y="58997"/>
                  </a:lnTo>
                  <a:lnTo>
                    <a:pt x="25848" y="114097"/>
                  </a:lnTo>
                  <a:lnTo>
                    <a:pt x="26703" y="179133"/>
                  </a:lnTo>
                  <a:lnTo>
                    <a:pt x="27559" y="169849"/>
                  </a:lnTo>
                  <a:lnTo>
                    <a:pt x="28248" y="19255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4953753" y="2769663"/>
              <a:ext cx="27115" cy="492813"/>
            </a:xfrm>
            <a:custGeom>
              <a:avLst/>
              <a:pathLst>
                <a:path w="27115" h="492813">
                  <a:moveTo>
                    <a:pt x="0" y="492813"/>
                  </a:moveTo>
                  <a:lnTo>
                    <a:pt x="665" y="432382"/>
                  </a:lnTo>
                  <a:lnTo>
                    <a:pt x="1520" y="334492"/>
                  </a:lnTo>
                  <a:lnTo>
                    <a:pt x="2376" y="307822"/>
                  </a:lnTo>
                  <a:lnTo>
                    <a:pt x="3231" y="300063"/>
                  </a:lnTo>
                  <a:lnTo>
                    <a:pt x="4087" y="234480"/>
                  </a:lnTo>
                  <a:lnTo>
                    <a:pt x="4942" y="172379"/>
                  </a:lnTo>
                  <a:lnTo>
                    <a:pt x="5798" y="188089"/>
                  </a:lnTo>
                  <a:lnTo>
                    <a:pt x="6653" y="131585"/>
                  </a:lnTo>
                  <a:lnTo>
                    <a:pt x="7509" y="54210"/>
                  </a:lnTo>
                  <a:lnTo>
                    <a:pt x="8364" y="0"/>
                  </a:lnTo>
                  <a:lnTo>
                    <a:pt x="9220" y="48914"/>
                  </a:lnTo>
                  <a:lnTo>
                    <a:pt x="10075" y="115526"/>
                  </a:lnTo>
                  <a:lnTo>
                    <a:pt x="10931" y="202212"/>
                  </a:lnTo>
                  <a:lnTo>
                    <a:pt x="11786" y="347604"/>
                  </a:lnTo>
                  <a:lnTo>
                    <a:pt x="12642" y="440743"/>
                  </a:lnTo>
                  <a:lnTo>
                    <a:pt x="13497" y="475636"/>
                  </a:lnTo>
                  <a:lnTo>
                    <a:pt x="14353" y="479435"/>
                  </a:lnTo>
                  <a:lnTo>
                    <a:pt x="15209" y="477426"/>
                  </a:lnTo>
                  <a:lnTo>
                    <a:pt x="16064" y="435053"/>
                  </a:lnTo>
                  <a:lnTo>
                    <a:pt x="16920" y="432257"/>
                  </a:lnTo>
                  <a:lnTo>
                    <a:pt x="17775" y="431742"/>
                  </a:lnTo>
                  <a:lnTo>
                    <a:pt x="18631" y="386029"/>
                  </a:lnTo>
                  <a:lnTo>
                    <a:pt x="19486" y="367748"/>
                  </a:lnTo>
                  <a:lnTo>
                    <a:pt x="20342" y="374478"/>
                  </a:lnTo>
                  <a:lnTo>
                    <a:pt x="21197" y="363470"/>
                  </a:lnTo>
                  <a:lnTo>
                    <a:pt x="22053" y="316811"/>
                  </a:lnTo>
                  <a:lnTo>
                    <a:pt x="22908" y="319159"/>
                  </a:lnTo>
                  <a:lnTo>
                    <a:pt x="23764" y="364871"/>
                  </a:lnTo>
                  <a:lnTo>
                    <a:pt x="24619" y="383152"/>
                  </a:lnTo>
                  <a:lnTo>
                    <a:pt x="25475" y="376422"/>
                  </a:lnTo>
                  <a:lnTo>
                    <a:pt x="26330" y="396828"/>
                  </a:lnTo>
                  <a:lnTo>
                    <a:pt x="27115" y="49281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4981428" y="3030467"/>
              <a:ext cx="6952" cy="232009"/>
            </a:xfrm>
            <a:custGeom>
              <a:avLst/>
              <a:pathLst>
                <a:path w="6952" h="232009">
                  <a:moveTo>
                    <a:pt x="0" y="232009"/>
                  </a:moveTo>
                  <a:lnTo>
                    <a:pt x="367" y="225486"/>
                  </a:lnTo>
                  <a:lnTo>
                    <a:pt x="1222" y="159338"/>
                  </a:lnTo>
                  <a:lnTo>
                    <a:pt x="2078" y="86222"/>
                  </a:lnTo>
                  <a:lnTo>
                    <a:pt x="2933" y="11533"/>
                  </a:lnTo>
                  <a:lnTo>
                    <a:pt x="3789" y="0"/>
                  </a:lnTo>
                  <a:lnTo>
                    <a:pt x="4645" y="5775"/>
                  </a:lnTo>
                  <a:lnTo>
                    <a:pt x="5500" y="51488"/>
                  </a:lnTo>
                  <a:lnTo>
                    <a:pt x="6356" y="167045"/>
                  </a:lnTo>
                  <a:lnTo>
                    <a:pt x="6952" y="23200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992460" y="2936738"/>
              <a:ext cx="13865" cy="325739"/>
            </a:xfrm>
            <a:custGeom>
              <a:avLst/>
              <a:pathLst>
                <a:path w="13865" h="325739">
                  <a:moveTo>
                    <a:pt x="0" y="325739"/>
                  </a:moveTo>
                  <a:lnTo>
                    <a:pt x="456" y="298437"/>
                  </a:lnTo>
                  <a:lnTo>
                    <a:pt x="1312" y="256223"/>
                  </a:lnTo>
                  <a:lnTo>
                    <a:pt x="2167" y="232720"/>
                  </a:lnTo>
                  <a:lnTo>
                    <a:pt x="3023" y="229174"/>
                  </a:lnTo>
                  <a:lnTo>
                    <a:pt x="3878" y="229174"/>
                  </a:lnTo>
                  <a:lnTo>
                    <a:pt x="4734" y="229396"/>
                  </a:lnTo>
                  <a:lnTo>
                    <a:pt x="5589" y="227836"/>
                  </a:lnTo>
                  <a:lnTo>
                    <a:pt x="6445" y="152858"/>
                  </a:lnTo>
                  <a:lnTo>
                    <a:pt x="7300" y="111518"/>
                  </a:lnTo>
                  <a:lnTo>
                    <a:pt x="8156" y="39819"/>
                  </a:lnTo>
                  <a:lnTo>
                    <a:pt x="9011" y="0"/>
                  </a:lnTo>
                  <a:lnTo>
                    <a:pt x="9867" y="56376"/>
                  </a:lnTo>
                  <a:lnTo>
                    <a:pt x="10723" y="102361"/>
                  </a:lnTo>
                  <a:lnTo>
                    <a:pt x="11578" y="218549"/>
                  </a:lnTo>
                  <a:lnTo>
                    <a:pt x="12434" y="258347"/>
                  </a:lnTo>
                  <a:lnTo>
                    <a:pt x="13289" y="303579"/>
                  </a:lnTo>
                  <a:lnTo>
                    <a:pt x="13865" y="32573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006768" y="3132290"/>
              <a:ext cx="10983" cy="130186"/>
            </a:xfrm>
            <a:custGeom>
              <a:avLst/>
              <a:pathLst>
                <a:path w="10983" h="130186">
                  <a:moveTo>
                    <a:pt x="0" y="130186"/>
                  </a:moveTo>
                  <a:lnTo>
                    <a:pt x="692" y="84562"/>
                  </a:lnTo>
                  <a:lnTo>
                    <a:pt x="1547" y="41868"/>
                  </a:lnTo>
                  <a:lnTo>
                    <a:pt x="2403" y="58749"/>
                  </a:lnTo>
                  <a:lnTo>
                    <a:pt x="3258" y="99019"/>
                  </a:lnTo>
                  <a:lnTo>
                    <a:pt x="4114" y="58560"/>
                  </a:lnTo>
                  <a:lnTo>
                    <a:pt x="4970" y="35914"/>
                  </a:lnTo>
                  <a:lnTo>
                    <a:pt x="5825" y="35914"/>
                  </a:lnTo>
                  <a:lnTo>
                    <a:pt x="6681" y="35914"/>
                  </a:lnTo>
                  <a:lnTo>
                    <a:pt x="7536" y="0"/>
                  </a:lnTo>
                  <a:lnTo>
                    <a:pt x="8392" y="2526"/>
                  </a:lnTo>
                  <a:lnTo>
                    <a:pt x="9247" y="77261"/>
                  </a:lnTo>
                  <a:lnTo>
                    <a:pt x="10103" y="101877"/>
                  </a:lnTo>
                  <a:lnTo>
                    <a:pt x="10958" y="129615"/>
                  </a:lnTo>
                  <a:lnTo>
                    <a:pt x="10983" y="13018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022635" y="3122452"/>
              <a:ext cx="4920" cy="140024"/>
            </a:xfrm>
            <a:custGeom>
              <a:avLst/>
              <a:pathLst>
                <a:path w="4920" h="140024">
                  <a:moveTo>
                    <a:pt x="0" y="140024"/>
                  </a:moveTo>
                  <a:lnTo>
                    <a:pt x="224" y="128643"/>
                  </a:lnTo>
                  <a:lnTo>
                    <a:pt x="1080" y="53126"/>
                  </a:lnTo>
                  <a:lnTo>
                    <a:pt x="1935" y="0"/>
                  </a:lnTo>
                  <a:lnTo>
                    <a:pt x="2791" y="13246"/>
                  </a:lnTo>
                  <a:lnTo>
                    <a:pt x="3646" y="51987"/>
                  </a:lnTo>
                  <a:lnTo>
                    <a:pt x="4502" y="118312"/>
                  </a:lnTo>
                  <a:lnTo>
                    <a:pt x="4920" y="14002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032255" y="3261543"/>
              <a:ext cx="332" cy="933"/>
            </a:xfrm>
            <a:custGeom>
              <a:avLst/>
              <a:pathLst>
                <a:path w="332" h="933">
                  <a:moveTo>
                    <a:pt x="0" y="933"/>
                  </a:moveTo>
                  <a:lnTo>
                    <a:pt x="15" y="0"/>
                  </a:lnTo>
                  <a:lnTo>
                    <a:pt x="332" y="93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5038163" y="3081726"/>
              <a:ext cx="10287" cy="180751"/>
            </a:xfrm>
            <a:custGeom>
              <a:avLst/>
              <a:pathLst>
                <a:path w="10287" h="180751">
                  <a:moveTo>
                    <a:pt x="0" y="180751"/>
                  </a:moveTo>
                  <a:lnTo>
                    <a:pt x="96" y="175543"/>
                  </a:lnTo>
                  <a:lnTo>
                    <a:pt x="951" y="55064"/>
                  </a:lnTo>
                  <a:lnTo>
                    <a:pt x="1807" y="929"/>
                  </a:lnTo>
                  <a:lnTo>
                    <a:pt x="2662" y="55675"/>
                  </a:lnTo>
                  <a:lnTo>
                    <a:pt x="3518" y="87309"/>
                  </a:lnTo>
                  <a:lnTo>
                    <a:pt x="4374" y="48136"/>
                  </a:lnTo>
                  <a:lnTo>
                    <a:pt x="5229" y="0"/>
                  </a:lnTo>
                  <a:lnTo>
                    <a:pt x="6085" y="109148"/>
                  </a:lnTo>
                  <a:lnTo>
                    <a:pt x="6940" y="147254"/>
                  </a:lnTo>
                  <a:lnTo>
                    <a:pt x="7796" y="131741"/>
                  </a:lnTo>
                  <a:lnTo>
                    <a:pt x="8651" y="115019"/>
                  </a:lnTo>
                  <a:lnTo>
                    <a:pt x="9507" y="118800"/>
                  </a:lnTo>
                  <a:lnTo>
                    <a:pt x="10287" y="18075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5055518" y="2942928"/>
              <a:ext cx="8648" cy="319548"/>
            </a:xfrm>
            <a:custGeom>
              <a:avLst/>
              <a:pathLst>
                <a:path w="8648" h="319548">
                  <a:moveTo>
                    <a:pt x="0" y="319548"/>
                  </a:moveTo>
                  <a:lnTo>
                    <a:pt x="707" y="220330"/>
                  </a:lnTo>
                  <a:lnTo>
                    <a:pt x="1563" y="137922"/>
                  </a:lnTo>
                  <a:lnTo>
                    <a:pt x="2418" y="91015"/>
                  </a:lnTo>
                  <a:lnTo>
                    <a:pt x="3274" y="38033"/>
                  </a:lnTo>
                  <a:lnTo>
                    <a:pt x="4129" y="0"/>
                  </a:lnTo>
                  <a:lnTo>
                    <a:pt x="4985" y="79873"/>
                  </a:lnTo>
                  <a:lnTo>
                    <a:pt x="5840" y="209597"/>
                  </a:lnTo>
                  <a:lnTo>
                    <a:pt x="6696" y="253705"/>
                  </a:lnTo>
                  <a:lnTo>
                    <a:pt x="7551" y="245335"/>
                  </a:lnTo>
                  <a:lnTo>
                    <a:pt x="8407" y="302169"/>
                  </a:lnTo>
                  <a:lnTo>
                    <a:pt x="8648" y="31954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065845" y="3156090"/>
              <a:ext cx="5503" cy="106386"/>
            </a:xfrm>
            <a:custGeom>
              <a:avLst/>
              <a:pathLst>
                <a:path w="5503" h="106386">
                  <a:moveTo>
                    <a:pt x="0" y="106386"/>
                  </a:moveTo>
                  <a:lnTo>
                    <a:pt x="646" y="45770"/>
                  </a:lnTo>
                  <a:lnTo>
                    <a:pt x="1502" y="0"/>
                  </a:lnTo>
                  <a:lnTo>
                    <a:pt x="2357" y="18816"/>
                  </a:lnTo>
                  <a:lnTo>
                    <a:pt x="3213" y="33228"/>
                  </a:lnTo>
                  <a:lnTo>
                    <a:pt x="4068" y="40243"/>
                  </a:lnTo>
                  <a:lnTo>
                    <a:pt x="4924" y="79979"/>
                  </a:lnTo>
                  <a:lnTo>
                    <a:pt x="5503" y="10638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5077305" y="3255078"/>
              <a:ext cx="915" cy="7398"/>
            </a:xfrm>
            <a:custGeom>
              <a:avLst/>
              <a:pathLst>
                <a:path w="915" h="7398">
                  <a:moveTo>
                    <a:pt x="0" y="7398"/>
                  </a:moveTo>
                  <a:lnTo>
                    <a:pt x="308" y="0"/>
                  </a:lnTo>
                  <a:lnTo>
                    <a:pt x="915" y="739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5078521" y="3055304"/>
              <a:ext cx="12904" cy="207172"/>
            </a:xfrm>
            <a:custGeom>
              <a:avLst/>
              <a:pathLst>
                <a:path w="12904" h="207172">
                  <a:moveTo>
                    <a:pt x="0" y="207172"/>
                  </a:moveTo>
                  <a:lnTo>
                    <a:pt x="804" y="159404"/>
                  </a:lnTo>
                  <a:lnTo>
                    <a:pt x="1660" y="73624"/>
                  </a:lnTo>
                  <a:lnTo>
                    <a:pt x="2515" y="27839"/>
                  </a:lnTo>
                  <a:lnTo>
                    <a:pt x="3371" y="23313"/>
                  </a:lnTo>
                  <a:lnTo>
                    <a:pt x="4226" y="0"/>
                  </a:lnTo>
                  <a:lnTo>
                    <a:pt x="5082" y="13640"/>
                  </a:lnTo>
                  <a:lnTo>
                    <a:pt x="5937" y="104716"/>
                  </a:lnTo>
                  <a:lnTo>
                    <a:pt x="6793" y="124225"/>
                  </a:lnTo>
                  <a:lnTo>
                    <a:pt x="7648" y="94822"/>
                  </a:lnTo>
                  <a:lnTo>
                    <a:pt x="8504" y="109993"/>
                  </a:lnTo>
                  <a:lnTo>
                    <a:pt x="9359" y="162152"/>
                  </a:lnTo>
                  <a:lnTo>
                    <a:pt x="10215" y="180409"/>
                  </a:lnTo>
                  <a:lnTo>
                    <a:pt x="11070" y="135822"/>
                  </a:lnTo>
                  <a:lnTo>
                    <a:pt x="11926" y="158248"/>
                  </a:lnTo>
                  <a:lnTo>
                    <a:pt x="12781" y="202740"/>
                  </a:lnTo>
                  <a:lnTo>
                    <a:pt x="12904" y="2071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5092899" y="3089145"/>
              <a:ext cx="8541" cy="173331"/>
            </a:xfrm>
            <a:custGeom>
              <a:avLst/>
              <a:pathLst>
                <a:path w="8541" h="173331">
                  <a:moveTo>
                    <a:pt x="0" y="173331"/>
                  </a:moveTo>
                  <a:lnTo>
                    <a:pt x="114" y="169248"/>
                  </a:lnTo>
                  <a:lnTo>
                    <a:pt x="969" y="146874"/>
                  </a:lnTo>
                  <a:lnTo>
                    <a:pt x="1825" y="166651"/>
                  </a:lnTo>
                  <a:lnTo>
                    <a:pt x="2680" y="142713"/>
                  </a:lnTo>
                  <a:lnTo>
                    <a:pt x="3536" y="100967"/>
                  </a:lnTo>
                  <a:lnTo>
                    <a:pt x="4391" y="40384"/>
                  </a:lnTo>
                  <a:lnTo>
                    <a:pt x="5247" y="714"/>
                  </a:lnTo>
                  <a:lnTo>
                    <a:pt x="6102" y="0"/>
                  </a:lnTo>
                  <a:lnTo>
                    <a:pt x="6958" y="32353"/>
                  </a:lnTo>
                  <a:lnTo>
                    <a:pt x="7814" y="101644"/>
                  </a:lnTo>
                  <a:lnTo>
                    <a:pt x="8541" y="17333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106562" y="3244103"/>
              <a:ext cx="2731" cy="18374"/>
            </a:xfrm>
            <a:custGeom>
              <a:avLst/>
              <a:pathLst>
                <a:path w="2731" h="18374">
                  <a:moveTo>
                    <a:pt x="0" y="18374"/>
                  </a:moveTo>
                  <a:lnTo>
                    <a:pt x="139" y="12251"/>
                  </a:lnTo>
                  <a:lnTo>
                    <a:pt x="995" y="10361"/>
                  </a:lnTo>
                  <a:lnTo>
                    <a:pt x="1850" y="0"/>
                  </a:lnTo>
                  <a:lnTo>
                    <a:pt x="2706" y="17151"/>
                  </a:lnTo>
                  <a:lnTo>
                    <a:pt x="2731" y="1837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5111270" y="3099128"/>
              <a:ext cx="5387" cy="163348"/>
            </a:xfrm>
            <a:custGeom>
              <a:avLst/>
              <a:pathLst>
                <a:path w="5387" h="163348">
                  <a:moveTo>
                    <a:pt x="0" y="163348"/>
                  </a:moveTo>
                  <a:lnTo>
                    <a:pt x="564" y="127159"/>
                  </a:lnTo>
                  <a:lnTo>
                    <a:pt x="1420" y="49791"/>
                  </a:lnTo>
                  <a:lnTo>
                    <a:pt x="2275" y="0"/>
                  </a:lnTo>
                  <a:lnTo>
                    <a:pt x="3131" y="70902"/>
                  </a:lnTo>
                  <a:lnTo>
                    <a:pt x="3986" y="109637"/>
                  </a:lnTo>
                  <a:lnTo>
                    <a:pt x="4842" y="134056"/>
                  </a:lnTo>
                  <a:lnTo>
                    <a:pt x="5387" y="16334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5119637" y="3153099"/>
              <a:ext cx="4700" cy="109377"/>
            </a:xfrm>
            <a:custGeom>
              <a:avLst/>
              <a:pathLst>
                <a:path w="4700" h="109377">
                  <a:moveTo>
                    <a:pt x="0" y="109377"/>
                  </a:moveTo>
                  <a:lnTo>
                    <a:pt x="753" y="51054"/>
                  </a:lnTo>
                  <a:lnTo>
                    <a:pt x="1609" y="43281"/>
                  </a:lnTo>
                  <a:lnTo>
                    <a:pt x="2464" y="0"/>
                  </a:lnTo>
                  <a:lnTo>
                    <a:pt x="3320" y="20006"/>
                  </a:lnTo>
                  <a:lnTo>
                    <a:pt x="4175" y="95391"/>
                  </a:lnTo>
                  <a:lnTo>
                    <a:pt x="4700" y="10937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5126111" y="2885267"/>
              <a:ext cx="52685" cy="377210"/>
            </a:xfrm>
            <a:custGeom>
              <a:avLst/>
              <a:pathLst>
                <a:path w="52685" h="377210">
                  <a:moveTo>
                    <a:pt x="0" y="377210"/>
                  </a:moveTo>
                  <a:lnTo>
                    <a:pt x="267" y="369835"/>
                  </a:lnTo>
                  <a:lnTo>
                    <a:pt x="1123" y="364251"/>
                  </a:lnTo>
                  <a:lnTo>
                    <a:pt x="1978" y="301617"/>
                  </a:lnTo>
                  <a:lnTo>
                    <a:pt x="2834" y="218702"/>
                  </a:lnTo>
                  <a:lnTo>
                    <a:pt x="3689" y="204783"/>
                  </a:lnTo>
                  <a:lnTo>
                    <a:pt x="4545" y="208033"/>
                  </a:lnTo>
                  <a:lnTo>
                    <a:pt x="5400" y="164129"/>
                  </a:lnTo>
                  <a:lnTo>
                    <a:pt x="6256" y="97548"/>
                  </a:lnTo>
                  <a:lnTo>
                    <a:pt x="7111" y="89260"/>
                  </a:lnTo>
                  <a:lnTo>
                    <a:pt x="7967" y="122852"/>
                  </a:lnTo>
                  <a:lnTo>
                    <a:pt x="8822" y="105680"/>
                  </a:lnTo>
                  <a:lnTo>
                    <a:pt x="9678" y="78703"/>
                  </a:lnTo>
                  <a:lnTo>
                    <a:pt x="10533" y="81061"/>
                  </a:lnTo>
                  <a:lnTo>
                    <a:pt x="11389" y="196970"/>
                  </a:lnTo>
                  <a:lnTo>
                    <a:pt x="12244" y="208981"/>
                  </a:lnTo>
                  <a:lnTo>
                    <a:pt x="13100" y="116088"/>
                  </a:lnTo>
                  <a:lnTo>
                    <a:pt x="13956" y="100446"/>
                  </a:lnTo>
                  <a:lnTo>
                    <a:pt x="14811" y="148824"/>
                  </a:lnTo>
                  <a:lnTo>
                    <a:pt x="15667" y="248826"/>
                  </a:lnTo>
                  <a:lnTo>
                    <a:pt x="16522" y="240201"/>
                  </a:lnTo>
                  <a:lnTo>
                    <a:pt x="17378" y="251631"/>
                  </a:lnTo>
                  <a:lnTo>
                    <a:pt x="18233" y="293292"/>
                  </a:lnTo>
                  <a:lnTo>
                    <a:pt x="19089" y="299137"/>
                  </a:lnTo>
                  <a:lnTo>
                    <a:pt x="19944" y="254565"/>
                  </a:lnTo>
                  <a:lnTo>
                    <a:pt x="20800" y="223792"/>
                  </a:lnTo>
                  <a:lnTo>
                    <a:pt x="21655" y="239374"/>
                  </a:lnTo>
                  <a:lnTo>
                    <a:pt x="22511" y="262069"/>
                  </a:lnTo>
                  <a:lnTo>
                    <a:pt x="23366" y="295244"/>
                  </a:lnTo>
                  <a:lnTo>
                    <a:pt x="24222" y="270340"/>
                  </a:lnTo>
                  <a:lnTo>
                    <a:pt x="25077" y="226217"/>
                  </a:lnTo>
                  <a:lnTo>
                    <a:pt x="25933" y="126552"/>
                  </a:lnTo>
                  <a:lnTo>
                    <a:pt x="26788" y="78493"/>
                  </a:lnTo>
                  <a:lnTo>
                    <a:pt x="27644" y="29447"/>
                  </a:lnTo>
                  <a:lnTo>
                    <a:pt x="28499" y="16483"/>
                  </a:lnTo>
                  <a:lnTo>
                    <a:pt x="29355" y="0"/>
                  </a:lnTo>
                  <a:lnTo>
                    <a:pt x="30211" y="28950"/>
                  </a:lnTo>
                  <a:lnTo>
                    <a:pt x="31066" y="41749"/>
                  </a:lnTo>
                  <a:lnTo>
                    <a:pt x="31922" y="2534"/>
                  </a:lnTo>
                  <a:lnTo>
                    <a:pt x="32777" y="29814"/>
                  </a:lnTo>
                  <a:lnTo>
                    <a:pt x="33633" y="62807"/>
                  </a:lnTo>
                  <a:lnTo>
                    <a:pt x="34488" y="141598"/>
                  </a:lnTo>
                  <a:lnTo>
                    <a:pt x="35344" y="125800"/>
                  </a:lnTo>
                  <a:lnTo>
                    <a:pt x="36199" y="142894"/>
                  </a:lnTo>
                  <a:lnTo>
                    <a:pt x="37055" y="221261"/>
                  </a:lnTo>
                  <a:lnTo>
                    <a:pt x="37910" y="278210"/>
                  </a:lnTo>
                  <a:lnTo>
                    <a:pt x="38766" y="305059"/>
                  </a:lnTo>
                  <a:lnTo>
                    <a:pt x="39621" y="234033"/>
                  </a:lnTo>
                  <a:lnTo>
                    <a:pt x="40477" y="197985"/>
                  </a:lnTo>
                  <a:lnTo>
                    <a:pt x="41332" y="231804"/>
                  </a:lnTo>
                  <a:lnTo>
                    <a:pt x="42188" y="251271"/>
                  </a:lnTo>
                  <a:lnTo>
                    <a:pt x="43043" y="203509"/>
                  </a:lnTo>
                  <a:lnTo>
                    <a:pt x="43899" y="139935"/>
                  </a:lnTo>
                  <a:lnTo>
                    <a:pt x="44754" y="199304"/>
                  </a:lnTo>
                  <a:lnTo>
                    <a:pt x="45610" y="291402"/>
                  </a:lnTo>
                  <a:lnTo>
                    <a:pt x="46466" y="328780"/>
                  </a:lnTo>
                  <a:lnTo>
                    <a:pt x="47321" y="312349"/>
                  </a:lnTo>
                  <a:lnTo>
                    <a:pt x="48177" y="319426"/>
                  </a:lnTo>
                  <a:lnTo>
                    <a:pt x="49032" y="322102"/>
                  </a:lnTo>
                  <a:lnTo>
                    <a:pt x="49888" y="303986"/>
                  </a:lnTo>
                  <a:lnTo>
                    <a:pt x="50743" y="310493"/>
                  </a:lnTo>
                  <a:lnTo>
                    <a:pt x="51599" y="345532"/>
                  </a:lnTo>
                  <a:lnTo>
                    <a:pt x="52454" y="366210"/>
                  </a:lnTo>
                  <a:lnTo>
                    <a:pt x="52685" y="37721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5185551" y="3219545"/>
              <a:ext cx="2129" cy="42931"/>
            </a:xfrm>
            <a:custGeom>
              <a:avLst/>
              <a:pathLst>
                <a:path w="2129" h="42931">
                  <a:moveTo>
                    <a:pt x="0" y="42931"/>
                  </a:moveTo>
                  <a:lnTo>
                    <a:pt x="715" y="0"/>
                  </a:lnTo>
                  <a:lnTo>
                    <a:pt x="1570" y="3831"/>
                  </a:lnTo>
                  <a:lnTo>
                    <a:pt x="2129" y="4293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5188877" y="3225803"/>
              <a:ext cx="2163" cy="36673"/>
            </a:xfrm>
            <a:custGeom>
              <a:avLst/>
              <a:pathLst>
                <a:path w="2163" h="36673">
                  <a:moveTo>
                    <a:pt x="0" y="36673"/>
                  </a:moveTo>
                  <a:lnTo>
                    <a:pt x="810" y="0"/>
                  </a:lnTo>
                  <a:lnTo>
                    <a:pt x="1666" y="27651"/>
                  </a:lnTo>
                  <a:lnTo>
                    <a:pt x="2163" y="3667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5191615" y="3228440"/>
              <a:ext cx="2544" cy="34036"/>
            </a:xfrm>
            <a:custGeom>
              <a:avLst/>
              <a:pathLst>
                <a:path w="2544" h="34036">
                  <a:moveTo>
                    <a:pt x="0" y="34036"/>
                  </a:moveTo>
                  <a:lnTo>
                    <a:pt x="639" y="14858"/>
                  </a:lnTo>
                  <a:lnTo>
                    <a:pt x="1494" y="0"/>
                  </a:lnTo>
                  <a:lnTo>
                    <a:pt x="2350" y="24712"/>
                  </a:lnTo>
                  <a:lnTo>
                    <a:pt x="2544" y="3403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5202362" y="3165176"/>
              <a:ext cx="5624" cy="97301"/>
            </a:xfrm>
            <a:custGeom>
              <a:avLst/>
              <a:pathLst>
                <a:path w="5624" h="97301">
                  <a:moveTo>
                    <a:pt x="0" y="97301"/>
                  </a:moveTo>
                  <a:lnTo>
                    <a:pt x="159" y="81672"/>
                  </a:lnTo>
                  <a:lnTo>
                    <a:pt x="1014" y="0"/>
                  </a:lnTo>
                  <a:lnTo>
                    <a:pt x="1870" y="1091"/>
                  </a:lnTo>
                  <a:lnTo>
                    <a:pt x="2725" y="22826"/>
                  </a:lnTo>
                  <a:lnTo>
                    <a:pt x="3581" y="22825"/>
                  </a:lnTo>
                  <a:lnTo>
                    <a:pt x="4436" y="39717"/>
                  </a:lnTo>
                  <a:lnTo>
                    <a:pt x="5292" y="76382"/>
                  </a:lnTo>
                  <a:lnTo>
                    <a:pt x="5624" y="9730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5209561" y="3086253"/>
              <a:ext cx="6511" cy="176223"/>
            </a:xfrm>
            <a:custGeom>
              <a:avLst/>
              <a:pathLst>
                <a:path w="6511" h="176223">
                  <a:moveTo>
                    <a:pt x="0" y="176223"/>
                  </a:moveTo>
                  <a:lnTo>
                    <a:pt x="659" y="106219"/>
                  </a:lnTo>
                  <a:lnTo>
                    <a:pt x="1514" y="35725"/>
                  </a:lnTo>
                  <a:lnTo>
                    <a:pt x="2370" y="2142"/>
                  </a:lnTo>
                  <a:lnTo>
                    <a:pt x="3225" y="0"/>
                  </a:lnTo>
                  <a:lnTo>
                    <a:pt x="4081" y="11421"/>
                  </a:lnTo>
                  <a:lnTo>
                    <a:pt x="4937" y="19864"/>
                  </a:lnTo>
                  <a:lnTo>
                    <a:pt x="5792" y="99666"/>
                  </a:lnTo>
                  <a:lnTo>
                    <a:pt x="6511" y="17622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5216738" y="2944771"/>
              <a:ext cx="49534" cy="317705"/>
            </a:xfrm>
            <a:custGeom>
              <a:avLst/>
              <a:pathLst>
                <a:path w="49534" h="317705">
                  <a:moveTo>
                    <a:pt x="0" y="317705"/>
                  </a:moveTo>
                  <a:lnTo>
                    <a:pt x="327" y="308707"/>
                  </a:lnTo>
                  <a:lnTo>
                    <a:pt x="1182" y="278111"/>
                  </a:lnTo>
                  <a:lnTo>
                    <a:pt x="2038" y="245110"/>
                  </a:lnTo>
                  <a:lnTo>
                    <a:pt x="2893" y="209593"/>
                  </a:lnTo>
                  <a:lnTo>
                    <a:pt x="3749" y="179982"/>
                  </a:lnTo>
                  <a:lnTo>
                    <a:pt x="4604" y="154188"/>
                  </a:lnTo>
                  <a:lnTo>
                    <a:pt x="5460" y="199599"/>
                  </a:lnTo>
                  <a:lnTo>
                    <a:pt x="6315" y="228186"/>
                  </a:lnTo>
                  <a:lnTo>
                    <a:pt x="7171" y="230310"/>
                  </a:lnTo>
                  <a:lnTo>
                    <a:pt x="8026" y="251741"/>
                  </a:lnTo>
                  <a:lnTo>
                    <a:pt x="8882" y="270641"/>
                  </a:lnTo>
                  <a:lnTo>
                    <a:pt x="9738" y="275842"/>
                  </a:lnTo>
                  <a:lnTo>
                    <a:pt x="10593" y="251632"/>
                  </a:lnTo>
                  <a:lnTo>
                    <a:pt x="11449" y="206457"/>
                  </a:lnTo>
                  <a:lnTo>
                    <a:pt x="12304" y="194630"/>
                  </a:lnTo>
                  <a:lnTo>
                    <a:pt x="13160" y="195836"/>
                  </a:lnTo>
                  <a:lnTo>
                    <a:pt x="14015" y="203896"/>
                  </a:lnTo>
                  <a:lnTo>
                    <a:pt x="14871" y="174292"/>
                  </a:lnTo>
                  <a:lnTo>
                    <a:pt x="15726" y="135964"/>
                  </a:lnTo>
                  <a:lnTo>
                    <a:pt x="16582" y="167319"/>
                  </a:lnTo>
                  <a:lnTo>
                    <a:pt x="17437" y="202362"/>
                  </a:lnTo>
                  <a:lnTo>
                    <a:pt x="18293" y="201157"/>
                  </a:lnTo>
                  <a:lnTo>
                    <a:pt x="19148" y="200364"/>
                  </a:lnTo>
                  <a:lnTo>
                    <a:pt x="20004" y="214919"/>
                  </a:lnTo>
                  <a:lnTo>
                    <a:pt x="20859" y="283492"/>
                  </a:lnTo>
                  <a:lnTo>
                    <a:pt x="21715" y="270025"/>
                  </a:lnTo>
                  <a:lnTo>
                    <a:pt x="22570" y="209559"/>
                  </a:lnTo>
                  <a:lnTo>
                    <a:pt x="23426" y="209559"/>
                  </a:lnTo>
                  <a:lnTo>
                    <a:pt x="24281" y="215021"/>
                  </a:lnTo>
                  <a:lnTo>
                    <a:pt x="25137" y="257807"/>
                  </a:lnTo>
                  <a:lnTo>
                    <a:pt x="25993" y="212851"/>
                  </a:lnTo>
                  <a:lnTo>
                    <a:pt x="26848" y="124109"/>
                  </a:lnTo>
                  <a:lnTo>
                    <a:pt x="27704" y="116314"/>
                  </a:lnTo>
                  <a:lnTo>
                    <a:pt x="28559" y="73981"/>
                  </a:lnTo>
                  <a:lnTo>
                    <a:pt x="29415" y="45259"/>
                  </a:lnTo>
                  <a:lnTo>
                    <a:pt x="30270" y="2081"/>
                  </a:lnTo>
                  <a:lnTo>
                    <a:pt x="31126" y="0"/>
                  </a:lnTo>
                  <a:lnTo>
                    <a:pt x="31981" y="117503"/>
                  </a:lnTo>
                  <a:lnTo>
                    <a:pt x="32837" y="210583"/>
                  </a:lnTo>
                  <a:lnTo>
                    <a:pt x="33692" y="261523"/>
                  </a:lnTo>
                  <a:lnTo>
                    <a:pt x="34548" y="218484"/>
                  </a:lnTo>
                  <a:lnTo>
                    <a:pt x="35403" y="241646"/>
                  </a:lnTo>
                  <a:lnTo>
                    <a:pt x="36259" y="281215"/>
                  </a:lnTo>
                  <a:lnTo>
                    <a:pt x="37114" y="279740"/>
                  </a:lnTo>
                  <a:lnTo>
                    <a:pt x="37970" y="199075"/>
                  </a:lnTo>
                  <a:lnTo>
                    <a:pt x="38825" y="152477"/>
                  </a:lnTo>
                  <a:lnTo>
                    <a:pt x="39681" y="208610"/>
                  </a:lnTo>
                  <a:lnTo>
                    <a:pt x="40536" y="168493"/>
                  </a:lnTo>
                  <a:lnTo>
                    <a:pt x="41392" y="156230"/>
                  </a:lnTo>
                  <a:lnTo>
                    <a:pt x="42248" y="179236"/>
                  </a:lnTo>
                  <a:lnTo>
                    <a:pt x="43103" y="202304"/>
                  </a:lnTo>
                  <a:lnTo>
                    <a:pt x="43959" y="170152"/>
                  </a:lnTo>
                  <a:lnTo>
                    <a:pt x="44814" y="138424"/>
                  </a:lnTo>
                  <a:lnTo>
                    <a:pt x="45670" y="163360"/>
                  </a:lnTo>
                  <a:lnTo>
                    <a:pt x="46525" y="151215"/>
                  </a:lnTo>
                  <a:lnTo>
                    <a:pt x="47381" y="126141"/>
                  </a:lnTo>
                  <a:lnTo>
                    <a:pt x="48236" y="177355"/>
                  </a:lnTo>
                  <a:lnTo>
                    <a:pt x="49092" y="286136"/>
                  </a:lnTo>
                  <a:lnTo>
                    <a:pt x="49534" y="31770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5270902" y="2987147"/>
              <a:ext cx="28979" cy="275330"/>
            </a:xfrm>
            <a:custGeom>
              <a:avLst/>
              <a:pathLst>
                <a:path w="28979" h="275330">
                  <a:moveTo>
                    <a:pt x="0" y="275330"/>
                  </a:moveTo>
                  <a:lnTo>
                    <a:pt x="60" y="270963"/>
                  </a:lnTo>
                  <a:lnTo>
                    <a:pt x="916" y="209695"/>
                  </a:lnTo>
                  <a:lnTo>
                    <a:pt x="1771" y="139294"/>
                  </a:lnTo>
                  <a:lnTo>
                    <a:pt x="2627" y="53936"/>
                  </a:lnTo>
                  <a:lnTo>
                    <a:pt x="3482" y="5352"/>
                  </a:lnTo>
                  <a:lnTo>
                    <a:pt x="4338" y="41004"/>
                  </a:lnTo>
                  <a:lnTo>
                    <a:pt x="5193" y="0"/>
                  </a:lnTo>
                  <a:lnTo>
                    <a:pt x="6049" y="22128"/>
                  </a:lnTo>
                  <a:lnTo>
                    <a:pt x="6905" y="86934"/>
                  </a:lnTo>
                  <a:lnTo>
                    <a:pt x="7760" y="79227"/>
                  </a:lnTo>
                  <a:lnTo>
                    <a:pt x="8616" y="43535"/>
                  </a:lnTo>
                  <a:lnTo>
                    <a:pt x="9471" y="65120"/>
                  </a:lnTo>
                  <a:lnTo>
                    <a:pt x="10327" y="128912"/>
                  </a:lnTo>
                  <a:lnTo>
                    <a:pt x="11182" y="141673"/>
                  </a:lnTo>
                  <a:lnTo>
                    <a:pt x="12038" y="133479"/>
                  </a:lnTo>
                  <a:lnTo>
                    <a:pt x="12893" y="173815"/>
                  </a:lnTo>
                  <a:lnTo>
                    <a:pt x="13749" y="199546"/>
                  </a:lnTo>
                  <a:lnTo>
                    <a:pt x="14604" y="189368"/>
                  </a:lnTo>
                  <a:lnTo>
                    <a:pt x="15460" y="206302"/>
                  </a:lnTo>
                  <a:lnTo>
                    <a:pt x="16315" y="216141"/>
                  </a:lnTo>
                  <a:lnTo>
                    <a:pt x="17171" y="251304"/>
                  </a:lnTo>
                  <a:lnTo>
                    <a:pt x="18026" y="218335"/>
                  </a:lnTo>
                  <a:lnTo>
                    <a:pt x="18882" y="251159"/>
                  </a:lnTo>
                  <a:lnTo>
                    <a:pt x="19737" y="264006"/>
                  </a:lnTo>
                  <a:lnTo>
                    <a:pt x="20593" y="255100"/>
                  </a:lnTo>
                  <a:lnTo>
                    <a:pt x="21449" y="242187"/>
                  </a:lnTo>
                  <a:lnTo>
                    <a:pt x="22304" y="204524"/>
                  </a:lnTo>
                  <a:lnTo>
                    <a:pt x="23160" y="195822"/>
                  </a:lnTo>
                  <a:lnTo>
                    <a:pt x="24015" y="163945"/>
                  </a:lnTo>
                  <a:lnTo>
                    <a:pt x="24871" y="135208"/>
                  </a:lnTo>
                  <a:lnTo>
                    <a:pt x="25726" y="86337"/>
                  </a:lnTo>
                  <a:lnTo>
                    <a:pt x="26582" y="91256"/>
                  </a:lnTo>
                  <a:lnTo>
                    <a:pt x="27437" y="121495"/>
                  </a:lnTo>
                  <a:lnTo>
                    <a:pt x="28293" y="201583"/>
                  </a:lnTo>
                  <a:lnTo>
                    <a:pt x="28979" y="27533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5302813" y="3013135"/>
              <a:ext cx="5839" cy="249341"/>
            </a:xfrm>
            <a:custGeom>
              <a:avLst/>
              <a:pathLst>
                <a:path w="5839" h="249341">
                  <a:moveTo>
                    <a:pt x="0" y="249341"/>
                  </a:moveTo>
                  <a:lnTo>
                    <a:pt x="659" y="186836"/>
                  </a:lnTo>
                  <a:lnTo>
                    <a:pt x="1515" y="108278"/>
                  </a:lnTo>
                  <a:lnTo>
                    <a:pt x="2370" y="18272"/>
                  </a:lnTo>
                  <a:lnTo>
                    <a:pt x="3226" y="0"/>
                  </a:lnTo>
                  <a:lnTo>
                    <a:pt x="4082" y="59355"/>
                  </a:lnTo>
                  <a:lnTo>
                    <a:pt x="4937" y="127996"/>
                  </a:lnTo>
                  <a:lnTo>
                    <a:pt x="5793" y="244453"/>
                  </a:lnTo>
                  <a:lnTo>
                    <a:pt x="5839" y="24934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5313905" y="572608"/>
              <a:ext cx="640561" cy="2689868"/>
            </a:xfrm>
            <a:custGeom>
              <a:avLst/>
              <a:pathLst>
                <a:path w="640561" h="2689868">
                  <a:moveTo>
                    <a:pt x="0" y="2689868"/>
                  </a:moveTo>
                  <a:lnTo>
                    <a:pt x="689" y="2627182"/>
                  </a:lnTo>
                  <a:lnTo>
                    <a:pt x="1545" y="2585997"/>
                  </a:lnTo>
                  <a:lnTo>
                    <a:pt x="2400" y="2527055"/>
                  </a:lnTo>
                  <a:lnTo>
                    <a:pt x="3256" y="2526677"/>
                  </a:lnTo>
                  <a:lnTo>
                    <a:pt x="4112" y="2577092"/>
                  </a:lnTo>
                  <a:lnTo>
                    <a:pt x="4967" y="2567839"/>
                  </a:lnTo>
                  <a:lnTo>
                    <a:pt x="5823" y="2588398"/>
                  </a:lnTo>
                  <a:lnTo>
                    <a:pt x="6678" y="2580549"/>
                  </a:lnTo>
                  <a:lnTo>
                    <a:pt x="7534" y="2588602"/>
                  </a:lnTo>
                  <a:lnTo>
                    <a:pt x="8389" y="2532416"/>
                  </a:lnTo>
                  <a:lnTo>
                    <a:pt x="9245" y="2371159"/>
                  </a:lnTo>
                  <a:lnTo>
                    <a:pt x="10100" y="2256864"/>
                  </a:lnTo>
                  <a:lnTo>
                    <a:pt x="10956" y="2216253"/>
                  </a:lnTo>
                  <a:lnTo>
                    <a:pt x="11811" y="2194710"/>
                  </a:lnTo>
                  <a:lnTo>
                    <a:pt x="12667" y="2210653"/>
                  </a:lnTo>
                  <a:lnTo>
                    <a:pt x="13522" y="2280321"/>
                  </a:lnTo>
                  <a:lnTo>
                    <a:pt x="14378" y="2310253"/>
                  </a:lnTo>
                  <a:lnTo>
                    <a:pt x="15233" y="2351466"/>
                  </a:lnTo>
                  <a:lnTo>
                    <a:pt x="16089" y="2348867"/>
                  </a:lnTo>
                  <a:lnTo>
                    <a:pt x="16944" y="2348555"/>
                  </a:lnTo>
                  <a:lnTo>
                    <a:pt x="17800" y="2373848"/>
                  </a:lnTo>
                  <a:lnTo>
                    <a:pt x="18655" y="2370300"/>
                  </a:lnTo>
                  <a:lnTo>
                    <a:pt x="19511" y="2451375"/>
                  </a:lnTo>
                  <a:lnTo>
                    <a:pt x="20367" y="2524062"/>
                  </a:lnTo>
                  <a:lnTo>
                    <a:pt x="21222" y="2529149"/>
                  </a:lnTo>
                  <a:lnTo>
                    <a:pt x="22078" y="2521258"/>
                  </a:lnTo>
                  <a:lnTo>
                    <a:pt x="22933" y="2481166"/>
                  </a:lnTo>
                  <a:lnTo>
                    <a:pt x="23789" y="2410108"/>
                  </a:lnTo>
                  <a:lnTo>
                    <a:pt x="24644" y="2345436"/>
                  </a:lnTo>
                  <a:lnTo>
                    <a:pt x="25500" y="2325500"/>
                  </a:lnTo>
                  <a:lnTo>
                    <a:pt x="26355" y="2308312"/>
                  </a:lnTo>
                  <a:lnTo>
                    <a:pt x="27211" y="2195302"/>
                  </a:lnTo>
                  <a:lnTo>
                    <a:pt x="28066" y="2081577"/>
                  </a:lnTo>
                  <a:lnTo>
                    <a:pt x="28922" y="2003378"/>
                  </a:lnTo>
                  <a:lnTo>
                    <a:pt x="29777" y="2037155"/>
                  </a:lnTo>
                  <a:lnTo>
                    <a:pt x="30633" y="1999129"/>
                  </a:lnTo>
                  <a:lnTo>
                    <a:pt x="31488" y="1939178"/>
                  </a:lnTo>
                  <a:lnTo>
                    <a:pt x="32344" y="2121669"/>
                  </a:lnTo>
                  <a:lnTo>
                    <a:pt x="33199" y="2289628"/>
                  </a:lnTo>
                  <a:lnTo>
                    <a:pt x="34055" y="2406746"/>
                  </a:lnTo>
                  <a:lnTo>
                    <a:pt x="34911" y="2362246"/>
                  </a:lnTo>
                  <a:lnTo>
                    <a:pt x="35766" y="2312027"/>
                  </a:lnTo>
                  <a:lnTo>
                    <a:pt x="36622" y="2296383"/>
                  </a:lnTo>
                  <a:lnTo>
                    <a:pt x="37477" y="2150014"/>
                  </a:lnTo>
                  <a:lnTo>
                    <a:pt x="38333" y="2070025"/>
                  </a:lnTo>
                  <a:lnTo>
                    <a:pt x="39188" y="2053979"/>
                  </a:lnTo>
                  <a:lnTo>
                    <a:pt x="40044" y="2049527"/>
                  </a:lnTo>
                  <a:lnTo>
                    <a:pt x="40899" y="2103436"/>
                  </a:lnTo>
                  <a:lnTo>
                    <a:pt x="41755" y="2194321"/>
                  </a:lnTo>
                  <a:lnTo>
                    <a:pt x="42610" y="2321138"/>
                  </a:lnTo>
                  <a:lnTo>
                    <a:pt x="43466" y="2354541"/>
                  </a:lnTo>
                  <a:lnTo>
                    <a:pt x="44321" y="2292140"/>
                  </a:lnTo>
                  <a:lnTo>
                    <a:pt x="45177" y="2356736"/>
                  </a:lnTo>
                  <a:lnTo>
                    <a:pt x="46032" y="2422467"/>
                  </a:lnTo>
                  <a:lnTo>
                    <a:pt x="46888" y="2448153"/>
                  </a:lnTo>
                  <a:lnTo>
                    <a:pt x="47743" y="2406140"/>
                  </a:lnTo>
                  <a:lnTo>
                    <a:pt x="48599" y="2319960"/>
                  </a:lnTo>
                  <a:lnTo>
                    <a:pt x="49454" y="2331505"/>
                  </a:lnTo>
                  <a:lnTo>
                    <a:pt x="50310" y="2318020"/>
                  </a:lnTo>
                  <a:lnTo>
                    <a:pt x="51166" y="2332311"/>
                  </a:lnTo>
                  <a:lnTo>
                    <a:pt x="52021" y="2375335"/>
                  </a:lnTo>
                  <a:lnTo>
                    <a:pt x="52877" y="2423452"/>
                  </a:lnTo>
                  <a:lnTo>
                    <a:pt x="53732" y="2547130"/>
                  </a:lnTo>
                  <a:lnTo>
                    <a:pt x="54588" y="2589094"/>
                  </a:lnTo>
                  <a:lnTo>
                    <a:pt x="55443" y="2581076"/>
                  </a:lnTo>
                  <a:lnTo>
                    <a:pt x="56299" y="2579456"/>
                  </a:lnTo>
                  <a:lnTo>
                    <a:pt x="57154" y="2558350"/>
                  </a:lnTo>
                  <a:lnTo>
                    <a:pt x="58010" y="2572769"/>
                  </a:lnTo>
                  <a:lnTo>
                    <a:pt x="58865" y="2500943"/>
                  </a:lnTo>
                  <a:lnTo>
                    <a:pt x="59721" y="2495318"/>
                  </a:lnTo>
                  <a:lnTo>
                    <a:pt x="60576" y="2514387"/>
                  </a:lnTo>
                  <a:lnTo>
                    <a:pt x="61432" y="2520422"/>
                  </a:lnTo>
                  <a:lnTo>
                    <a:pt x="62287" y="2516976"/>
                  </a:lnTo>
                  <a:lnTo>
                    <a:pt x="63143" y="2431778"/>
                  </a:lnTo>
                  <a:lnTo>
                    <a:pt x="63998" y="2381201"/>
                  </a:lnTo>
                  <a:lnTo>
                    <a:pt x="64854" y="2310701"/>
                  </a:lnTo>
                  <a:lnTo>
                    <a:pt x="65709" y="2257243"/>
                  </a:lnTo>
                  <a:lnTo>
                    <a:pt x="66565" y="2158517"/>
                  </a:lnTo>
                  <a:lnTo>
                    <a:pt x="67421" y="2098193"/>
                  </a:lnTo>
                  <a:lnTo>
                    <a:pt x="68276" y="2037390"/>
                  </a:lnTo>
                  <a:lnTo>
                    <a:pt x="69132" y="1976941"/>
                  </a:lnTo>
                  <a:lnTo>
                    <a:pt x="69987" y="1980469"/>
                  </a:lnTo>
                  <a:lnTo>
                    <a:pt x="70843" y="1929634"/>
                  </a:lnTo>
                  <a:lnTo>
                    <a:pt x="71698" y="1850457"/>
                  </a:lnTo>
                  <a:lnTo>
                    <a:pt x="72554" y="1776082"/>
                  </a:lnTo>
                  <a:lnTo>
                    <a:pt x="73409" y="1833014"/>
                  </a:lnTo>
                  <a:lnTo>
                    <a:pt x="74265" y="1911871"/>
                  </a:lnTo>
                  <a:lnTo>
                    <a:pt x="75120" y="1968165"/>
                  </a:lnTo>
                  <a:lnTo>
                    <a:pt x="75976" y="1959739"/>
                  </a:lnTo>
                  <a:lnTo>
                    <a:pt x="76831" y="1936889"/>
                  </a:lnTo>
                  <a:lnTo>
                    <a:pt x="77687" y="1951540"/>
                  </a:lnTo>
                  <a:lnTo>
                    <a:pt x="78542" y="1982436"/>
                  </a:lnTo>
                  <a:lnTo>
                    <a:pt x="79398" y="2002168"/>
                  </a:lnTo>
                  <a:lnTo>
                    <a:pt x="80253" y="1963602"/>
                  </a:lnTo>
                  <a:lnTo>
                    <a:pt x="81109" y="1961394"/>
                  </a:lnTo>
                  <a:lnTo>
                    <a:pt x="81965" y="2029524"/>
                  </a:lnTo>
                  <a:lnTo>
                    <a:pt x="82820" y="2124022"/>
                  </a:lnTo>
                  <a:lnTo>
                    <a:pt x="83676" y="2135013"/>
                  </a:lnTo>
                  <a:lnTo>
                    <a:pt x="84531" y="2174261"/>
                  </a:lnTo>
                  <a:lnTo>
                    <a:pt x="85387" y="2215338"/>
                  </a:lnTo>
                  <a:lnTo>
                    <a:pt x="86242" y="2207529"/>
                  </a:lnTo>
                  <a:lnTo>
                    <a:pt x="87098" y="2097006"/>
                  </a:lnTo>
                  <a:lnTo>
                    <a:pt x="87953" y="1922543"/>
                  </a:lnTo>
                  <a:lnTo>
                    <a:pt x="88809" y="1839208"/>
                  </a:lnTo>
                  <a:lnTo>
                    <a:pt x="89664" y="1857366"/>
                  </a:lnTo>
                  <a:lnTo>
                    <a:pt x="90520" y="1885429"/>
                  </a:lnTo>
                  <a:lnTo>
                    <a:pt x="91375" y="1981907"/>
                  </a:lnTo>
                  <a:lnTo>
                    <a:pt x="92231" y="2066531"/>
                  </a:lnTo>
                  <a:lnTo>
                    <a:pt x="93086" y="2106353"/>
                  </a:lnTo>
                  <a:lnTo>
                    <a:pt x="93942" y="2096588"/>
                  </a:lnTo>
                  <a:lnTo>
                    <a:pt x="94797" y="2032016"/>
                  </a:lnTo>
                  <a:lnTo>
                    <a:pt x="95653" y="2026646"/>
                  </a:lnTo>
                  <a:lnTo>
                    <a:pt x="96508" y="1926800"/>
                  </a:lnTo>
                  <a:lnTo>
                    <a:pt x="97364" y="1876458"/>
                  </a:lnTo>
                  <a:lnTo>
                    <a:pt x="98220" y="1977643"/>
                  </a:lnTo>
                  <a:lnTo>
                    <a:pt x="99075" y="2068655"/>
                  </a:lnTo>
                  <a:lnTo>
                    <a:pt x="99931" y="2114058"/>
                  </a:lnTo>
                  <a:lnTo>
                    <a:pt x="100786" y="2126233"/>
                  </a:lnTo>
                  <a:lnTo>
                    <a:pt x="101642" y="2218457"/>
                  </a:lnTo>
                  <a:lnTo>
                    <a:pt x="102497" y="2372983"/>
                  </a:lnTo>
                  <a:lnTo>
                    <a:pt x="103353" y="2294388"/>
                  </a:lnTo>
                  <a:lnTo>
                    <a:pt x="104208" y="2140710"/>
                  </a:lnTo>
                  <a:lnTo>
                    <a:pt x="105064" y="2022002"/>
                  </a:lnTo>
                  <a:lnTo>
                    <a:pt x="105919" y="1890278"/>
                  </a:lnTo>
                  <a:lnTo>
                    <a:pt x="106775" y="1787762"/>
                  </a:lnTo>
                  <a:lnTo>
                    <a:pt x="107630" y="1676370"/>
                  </a:lnTo>
                  <a:lnTo>
                    <a:pt x="108486" y="1682121"/>
                  </a:lnTo>
                  <a:lnTo>
                    <a:pt x="109341" y="1741948"/>
                  </a:lnTo>
                  <a:lnTo>
                    <a:pt x="110197" y="1747199"/>
                  </a:lnTo>
                  <a:lnTo>
                    <a:pt x="111052" y="1755655"/>
                  </a:lnTo>
                  <a:lnTo>
                    <a:pt x="111908" y="1745606"/>
                  </a:lnTo>
                  <a:lnTo>
                    <a:pt x="112763" y="1747998"/>
                  </a:lnTo>
                  <a:lnTo>
                    <a:pt x="113619" y="1767658"/>
                  </a:lnTo>
                  <a:lnTo>
                    <a:pt x="114475" y="1764559"/>
                  </a:lnTo>
                  <a:lnTo>
                    <a:pt x="115330" y="1743183"/>
                  </a:lnTo>
                  <a:lnTo>
                    <a:pt x="116186" y="1720929"/>
                  </a:lnTo>
                  <a:lnTo>
                    <a:pt x="117041" y="1724196"/>
                  </a:lnTo>
                  <a:lnTo>
                    <a:pt x="117897" y="1750893"/>
                  </a:lnTo>
                  <a:lnTo>
                    <a:pt x="118752" y="1765587"/>
                  </a:lnTo>
                  <a:lnTo>
                    <a:pt x="119608" y="1785569"/>
                  </a:lnTo>
                  <a:lnTo>
                    <a:pt x="120463" y="1786285"/>
                  </a:lnTo>
                  <a:lnTo>
                    <a:pt x="121319" y="1828900"/>
                  </a:lnTo>
                  <a:lnTo>
                    <a:pt x="122174" y="1897617"/>
                  </a:lnTo>
                  <a:lnTo>
                    <a:pt x="123030" y="1932457"/>
                  </a:lnTo>
                  <a:lnTo>
                    <a:pt x="123885" y="1836659"/>
                  </a:lnTo>
                  <a:lnTo>
                    <a:pt x="124741" y="1756118"/>
                  </a:lnTo>
                  <a:lnTo>
                    <a:pt x="125596" y="1801385"/>
                  </a:lnTo>
                  <a:lnTo>
                    <a:pt x="126452" y="1871650"/>
                  </a:lnTo>
                  <a:lnTo>
                    <a:pt x="127307" y="1920093"/>
                  </a:lnTo>
                  <a:lnTo>
                    <a:pt x="128163" y="1928276"/>
                  </a:lnTo>
                  <a:lnTo>
                    <a:pt x="129018" y="2034272"/>
                  </a:lnTo>
                  <a:lnTo>
                    <a:pt x="129874" y="2209345"/>
                  </a:lnTo>
                  <a:lnTo>
                    <a:pt x="130730" y="2288403"/>
                  </a:lnTo>
                  <a:lnTo>
                    <a:pt x="131585" y="2302487"/>
                  </a:lnTo>
                  <a:lnTo>
                    <a:pt x="132441" y="2299504"/>
                  </a:lnTo>
                  <a:lnTo>
                    <a:pt x="133296" y="2266951"/>
                  </a:lnTo>
                  <a:lnTo>
                    <a:pt x="134152" y="2254363"/>
                  </a:lnTo>
                  <a:lnTo>
                    <a:pt x="135007" y="2224207"/>
                  </a:lnTo>
                  <a:lnTo>
                    <a:pt x="135863" y="2243373"/>
                  </a:lnTo>
                  <a:lnTo>
                    <a:pt x="136718" y="2232653"/>
                  </a:lnTo>
                  <a:lnTo>
                    <a:pt x="137574" y="2160669"/>
                  </a:lnTo>
                  <a:lnTo>
                    <a:pt x="138429" y="2167797"/>
                  </a:lnTo>
                  <a:lnTo>
                    <a:pt x="139285" y="2186289"/>
                  </a:lnTo>
                  <a:lnTo>
                    <a:pt x="140140" y="2117422"/>
                  </a:lnTo>
                  <a:lnTo>
                    <a:pt x="140996" y="1986336"/>
                  </a:lnTo>
                  <a:lnTo>
                    <a:pt x="141851" y="1829005"/>
                  </a:lnTo>
                  <a:lnTo>
                    <a:pt x="142707" y="1755549"/>
                  </a:lnTo>
                  <a:lnTo>
                    <a:pt x="143562" y="1722303"/>
                  </a:lnTo>
                  <a:lnTo>
                    <a:pt x="144418" y="1693697"/>
                  </a:lnTo>
                  <a:lnTo>
                    <a:pt x="145274" y="1712006"/>
                  </a:lnTo>
                  <a:lnTo>
                    <a:pt x="146129" y="1781356"/>
                  </a:lnTo>
                  <a:lnTo>
                    <a:pt x="146985" y="1830567"/>
                  </a:lnTo>
                  <a:lnTo>
                    <a:pt x="147840" y="1808750"/>
                  </a:lnTo>
                  <a:lnTo>
                    <a:pt x="148696" y="1757638"/>
                  </a:lnTo>
                  <a:lnTo>
                    <a:pt x="149551" y="1670604"/>
                  </a:lnTo>
                  <a:lnTo>
                    <a:pt x="150407" y="1599129"/>
                  </a:lnTo>
                  <a:lnTo>
                    <a:pt x="151262" y="1467091"/>
                  </a:lnTo>
                  <a:lnTo>
                    <a:pt x="152118" y="1392980"/>
                  </a:lnTo>
                  <a:lnTo>
                    <a:pt x="152973" y="1398414"/>
                  </a:lnTo>
                  <a:lnTo>
                    <a:pt x="153829" y="1387978"/>
                  </a:lnTo>
                  <a:lnTo>
                    <a:pt x="154684" y="1376532"/>
                  </a:lnTo>
                  <a:lnTo>
                    <a:pt x="155540" y="1315612"/>
                  </a:lnTo>
                  <a:lnTo>
                    <a:pt x="156395" y="1289913"/>
                  </a:lnTo>
                  <a:lnTo>
                    <a:pt x="157251" y="1255611"/>
                  </a:lnTo>
                  <a:lnTo>
                    <a:pt x="158106" y="1194818"/>
                  </a:lnTo>
                  <a:lnTo>
                    <a:pt x="158962" y="1167991"/>
                  </a:lnTo>
                  <a:lnTo>
                    <a:pt x="159817" y="1211454"/>
                  </a:lnTo>
                  <a:lnTo>
                    <a:pt x="160673" y="1298079"/>
                  </a:lnTo>
                  <a:lnTo>
                    <a:pt x="161529" y="1338996"/>
                  </a:lnTo>
                  <a:lnTo>
                    <a:pt x="162384" y="1432632"/>
                  </a:lnTo>
                  <a:lnTo>
                    <a:pt x="163240" y="1558908"/>
                  </a:lnTo>
                  <a:lnTo>
                    <a:pt x="164095" y="1611868"/>
                  </a:lnTo>
                  <a:lnTo>
                    <a:pt x="164951" y="1488645"/>
                  </a:lnTo>
                  <a:lnTo>
                    <a:pt x="165806" y="1330853"/>
                  </a:lnTo>
                  <a:lnTo>
                    <a:pt x="166662" y="1265060"/>
                  </a:lnTo>
                  <a:lnTo>
                    <a:pt x="167517" y="1206882"/>
                  </a:lnTo>
                  <a:lnTo>
                    <a:pt x="168373" y="1093347"/>
                  </a:lnTo>
                  <a:lnTo>
                    <a:pt x="169228" y="1009949"/>
                  </a:lnTo>
                  <a:lnTo>
                    <a:pt x="170084" y="1065911"/>
                  </a:lnTo>
                  <a:lnTo>
                    <a:pt x="170939" y="1204127"/>
                  </a:lnTo>
                  <a:lnTo>
                    <a:pt x="171795" y="1268852"/>
                  </a:lnTo>
                  <a:lnTo>
                    <a:pt x="172650" y="1253046"/>
                  </a:lnTo>
                  <a:lnTo>
                    <a:pt x="173506" y="1224977"/>
                  </a:lnTo>
                  <a:lnTo>
                    <a:pt x="174361" y="1136518"/>
                  </a:lnTo>
                  <a:lnTo>
                    <a:pt x="175217" y="1056575"/>
                  </a:lnTo>
                  <a:lnTo>
                    <a:pt x="176072" y="953378"/>
                  </a:lnTo>
                  <a:lnTo>
                    <a:pt x="176928" y="861314"/>
                  </a:lnTo>
                  <a:lnTo>
                    <a:pt x="177784" y="817087"/>
                  </a:lnTo>
                  <a:lnTo>
                    <a:pt x="178639" y="763971"/>
                  </a:lnTo>
                  <a:lnTo>
                    <a:pt x="179495" y="819245"/>
                  </a:lnTo>
                  <a:lnTo>
                    <a:pt x="180350" y="846005"/>
                  </a:lnTo>
                  <a:lnTo>
                    <a:pt x="181206" y="749652"/>
                  </a:lnTo>
                  <a:lnTo>
                    <a:pt x="182061" y="669499"/>
                  </a:lnTo>
                  <a:lnTo>
                    <a:pt x="182917" y="553324"/>
                  </a:lnTo>
                  <a:lnTo>
                    <a:pt x="183772" y="456225"/>
                  </a:lnTo>
                  <a:lnTo>
                    <a:pt x="184628" y="326567"/>
                  </a:lnTo>
                  <a:lnTo>
                    <a:pt x="185483" y="278795"/>
                  </a:lnTo>
                  <a:lnTo>
                    <a:pt x="186339" y="399516"/>
                  </a:lnTo>
                  <a:lnTo>
                    <a:pt x="187194" y="521960"/>
                  </a:lnTo>
                  <a:lnTo>
                    <a:pt x="188050" y="711500"/>
                  </a:lnTo>
                  <a:lnTo>
                    <a:pt x="188905" y="914632"/>
                  </a:lnTo>
                  <a:lnTo>
                    <a:pt x="189761" y="1030805"/>
                  </a:lnTo>
                  <a:lnTo>
                    <a:pt x="190616" y="1030752"/>
                  </a:lnTo>
                  <a:lnTo>
                    <a:pt x="191472" y="914694"/>
                  </a:lnTo>
                  <a:lnTo>
                    <a:pt x="192328" y="793308"/>
                  </a:lnTo>
                  <a:lnTo>
                    <a:pt x="193183" y="652377"/>
                  </a:lnTo>
                  <a:lnTo>
                    <a:pt x="194039" y="503527"/>
                  </a:lnTo>
                  <a:lnTo>
                    <a:pt x="194894" y="468961"/>
                  </a:lnTo>
                  <a:lnTo>
                    <a:pt x="195750" y="462035"/>
                  </a:lnTo>
                  <a:lnTo>
                    <a:pt x="196605" y="494709"/>
                  </a:lnTo>
                  <a:lnTo>
                    <a:pt x="197461" y="577164"/>
                  </a:lnTo>
                  <a:lnTo>
                    <a:pt x="198316" y="596581"/>
                  </a:lnTo>
                  <a:lnTo>
                    <a:pt x="199172" y="607059"/>
                  </a:lnTo>
                  <a:lnTo>
                    <a:pt x="200027" y="604052"/>
                  </a:lnTo>
                  <a:lnTo>
                    <a:pt x="200883" y="596723"/>
                  </a:lnTo>
                  <a:lnTo>
                    <a:pt x="201738" y="609215"/>
                  </a:lnTo>
                  <a:lnTo>
                    <a:pt x="202594" y="681264"/>
                  </a:lnTo>
                  <a:lnTo>
                    <a:pt x="203449" y="754410"/>
                  </a:lnTo>
                  <a:lnTo>
                    <a:pt x="204305" y="796874"/>
                  </a:lnTo>
                  <a:lnTo>
                    <a:pt x="205160" y="793671"/>
                  </a:lnTo>
                  <a:lnTo>
                    <a:pt x="206016" y="815278"/>
                  </a:lnTo>
                  <a:lnTo>
                    <a:pt x="206871" y="826505"/>
                  </a:lnTo>
                  <a:lnTo>
                    <a:pt x="207727" y="733900"/>
                  </a:lnTo>
                  <a:lnTo>
                    <a:pt x="208583" y="743041"/>
                  </a:lnTo>
                  <a:lnTo>
                    <a:pt x="209438" y="874560"/>
                  </a:lnTo>
                  <a:lnTo>
                    <a:pt x="210294" y="943768"/>
                  </a:lnTo>
                  <a:lnTo>
                    <a:pt x="211149" y="932807"/>
                  </a:lnTo>
                  <a:lnTo>
                    <a:pt x="212005" y="869949"/>
                  </a:lnTo>
                  <a:lnTo>
                    <a:pt x="212860" y="829582"/>
                  </a:lnTo>
                  <a:lnTo>
                    <a:pt x="213716" y="800199"/>
                  </a:lnTo>
                  <a:lnTo>
                    <a:pt x="214571" y="750722"/>
                  </a:lnTo>
                  <a:lnTo>
                    <a:pt x="215427" y="792394"/>
                  </a:lnTo>
                  <a:lnTo>
                    <a:pt x="216282" y="889786"/>
                  </a:lnTo>
                  <a:lnTo>
                    <a:pt x="217138" y="1010378"/>
                  </a:lnTo>
                  <a:lnTo>
                    <a:pt x="217993" y="1139616"/>
                  </a:lnTo>
                  <a:lnTo>
                    <a:pt x="218849" y="1228019"/>
                  </a:lnTo>
                  <a:lnTo>
                    <a:pt x="219704" y="1267387"/>
                  </a:lnTo>
                  <a:lnTo>
                    <a:pt x="220560" y="1204767"/>
                  </a:lnTo>
                  <a:lnTo>
                    <a:pt x="221415" y="1194051"/>
                  </a:lnTo>
                  <a:lnTo>
                    <a:pt x="222271" y="1303139"/>
                  </a:lnTo>
                  <a:lnTo>
                    <a:pt x="223126" y="1416887"/>
                  </a:lnTo>
                  <a:lnTo>
                    <a:pt x="223982" y="1415246"/>
                  </a:lnTo>
                  <a:lnTo>
                    <a:pt x="224838" y="1446748"/>
                  </a:lnTo>
                  <a:lnTo>
                    <a:pt x="225693" y="1600760"/>
                  </a:lnTo>
                  <a:lnTo>
                    <a:pt x="226549" y="1783821"/>
                  </a:lnTo>
                  <a:lnTo>
                    <a:pt x="227404" y="1858009"/>
                  </a:lnTo>
                  <a:lnTo>
                    <a:pt x="228260" y="1887023"/>
                  </a:lnTo>
                  <a:lnTo>
                    <a:pt x="229115" y="2031345"/>
                  </a:lnTo>
                  <a:lnTo>
                    <a:pt x="229971" y="2058523"/>
                  </a:lnTo>
                  <a:lnTo>
                    <a:pt x="230826" y="2000062"/>
                  </a:lnTo>
                  <a:lnTo>
                    <a:pt x="231682" y="1917186"/>
                  </a:lnTo>
                  <a:lnTo>
                    <a:pt x="232537" y="1873112"/>
                  </a:lnTo>
                  <a:lnTo>
                    <a:pt x="233393" y="1785392"/>
                  </a:lnTo>
                  <a:lnTo>
                    <a:pt x="234248" y="1707702"/>
                  </a:lnTo>
                  <a:lnTo>
                    <a:pt x="235104" y="1753544"/>
                  </a:lnTo>
                  <a:lnTo>
                    <a:pt x="235959" y="1901253"/>
                  </a:lnTo>
                  <a:lnTo>
                    <a:pt x="236815" y="2054979"/>
                  </a:lnTo>
                  <a:lnTo>
                    <a:pt x="237670" y="2124205"/>
                  </a:lnTo>
                  <a:lnTo>
                    <a:pt x="238526" y="2223700"/>
                  </a:lnTo>
                  <a:lnTo>
                    <a:pt x="239382" y="2309677"/>
                  </a:lnTo>
                  <a:lnTo>
                    <a:pt x="240237" y="2338231"/>
                  </a:lnTo>
                  <a:lnTo>
                    <a:pt x="241093" y="2247417"/>
                  </a:lnTo>
                  <a:lnTo>
                    <a:pt x="241948" y="2109219"/>
                  </a:lnTo>
                  <a:lnTo>
                    <a:pt x="242804" y="2107104"/>
                  </a:lnTo>
                  <a:lnTo>
                    <a:pt x="243659" y="2209686"/>
                  </a:lnTo>
                  <a:lnTo>
                    <a:pt x="244515" y="2228200"/>
                  </a:lnTo>
                  <a:lnTo>
                    <a:pt x="245370" y="2187598"/>
                  </a:lnTo>
                  <a:lnTo>
                    <a:pt x="246226" y="2168601"/>
                  </a:lnTo>
                  <a:lnTo>
                    <a:pt x="247081" y="2158391"/>
                  </a:lnTo>
                  <a:lnTo>
                    <a:pt x="247937" y="2077633"/>
                  </a:lnTo>
                  <a:lnTo>
                    <a:pt x="248792" y="1980912"/>
                  </a:lnTo>
                  <a:lnTo>
                    <a:pt x="249648" y="1997294"/>
                  </a:lnTo>
                  <a:lnTo>
                    <a:pt x="250503" y="2089691"/>
                  </a:lnTo>
                  <a:lnTo>
                    <a:pt x="251359" y="2194979"/>
                  </a:lnTo>
                  <a:lnTo>
                    <a:pt x="252214" y="2230061"/>
                  </a:lnTo>
                  <a:lnTo>
                    <a:pt x="253070" y="2222227"/>
                  </a:lnTo>
                  <a:lnTo>
                    <a:pt x="253925" y="2166823"/>
                  </a:lnTo>
                  <a:lnTo>
                    <a:pt x="254781" y="2065247"/>
                  </a:lnTo>
                  <a:lnTo>
                    <a:pt x="255637" y="1985527"/>
                  </a:lnTo>
                  <a:lnTo>
                    <a:pt x="256492" y="1890526"/>
                  </a:lnTo>
                  <a:lnTo>
                    <a:pt x="257348" y="1816110"/>
                  </a:lnTo>
                  <a:lnTo>
                    <a:pt x="258203" y="1791428"/>
                  </a:lnTo>
                  <a:lnTo>
                    <a:pt x="259059" y="1739461"/>
                  </a:lnTo>
                  <a:lnTo>
                    <a:pt x="259914" y="1619018"/>
                  </a:lnTo>
                  <a:lnTo>
                    <a:pt x="260770" y="1445145"/>
                  </a:lnTo>
                  <a:lnTo>
                    <a:pt x="261625" y="1380397"/>
                  </a:lnTo>
                  <a:lnTo>
                    <a:pt x="262481" y="1360889"/>
                  </a:lnTo>
                  <a:lnTo>
                    <a:pt x="263336" y="1351127"/>
                  </a:lnTo>
                  <a:lnTo>
                    <a:pt x="264192" y="1376297"/>
                  </a:lnTo>
                  <a:lnTo>
                    <a:pt x="265047" y="1540877"/>
                  </a:lnTo>
                  <a:lnTo>
                    <a:pt x="265903" y="1781528"/>
                  </a:lnTo>
                  <a:lnTo>
                    <a:pt x="266758" y="1837871"/>
                  </a:lnTo>
                  <a:lnTo>
                    <a:pt x="267614" y="1856814"/>
                  </a:lnTo>
                  <a:lnTo>
                    <a:pt x="268469" y="1926313"/>
                  </a:lnTo>
                  <a:lnTo>
                    <a:pt x="269325" y="1980762"/>
                  </a:lnTo>
                  <a:lnTo>
                    <a:pt x="270180" y="1898721"/>
                  </a:lnTo>
                  <a:lnTo>
                    <a:pt x="271036" y="1810229"/>
                  </a:lnTo>
                  <a:lnTo>
                    <a:pt x="271892" y="1779211"/>
                  </a:lnTo>
                  <a:lnTo>
                    <a:pt x="272747" y="1761814"/>
                  </a:lnTo>
                  <a:lnTo>
                    <a:pt x="273603" y="1722518"/>
                  </a:lnTo>
                  <a:lnTo>
                    <a:pt x="274458" y="1767960"/>
                  </a:lnTo>
                  <a:lnTo>
                    <a:pt x="275314" y="1908033"/>
                  </a:lnTo>
                  <a:lnTo>
                    <a:pt x="276169" y="1984007"/>
                  </a:lnTo>
                  <a:lnTo>
                    <a:pt x="277025" y="2045729"/>
                  </a:lnTo>
                  <a:lnTo>
                    <a:pt x="277880" y="2098665"/>
                  </a:lnTo>
                  <a:lnTo>
                    <a:pt x="278736" y="2133120"/>
                  </a:lnTo>
                  <a:lnTo>
                    <a:pt x="279591" y="2079645"/>
                  </a:lnTo>
                  <a:lnTo>
                    <a:pt x="280447" y="1902082"/>
                  </a:lnTo>
                  <a:lnTo>
                    <a:pt x="281302" y="1775555"/>
                  </a:lnTo>
                  <a:lnTo>
                    <a:pt x="282158" y="1755210"/>
                  </a:lnTo>
                  <a:lnTo>
                    <a:pt x="283013" y="1765738"/>
                  </a:lnTo>
                  <a:lnTo>
                    <a:pt x="283869" y="1742923"/>
                  </a:lnTo>
                  <a:lnTo>
                    <a:pt x="284724" y="1730019"/>
                  </a:lnTo>
                  <a:lnTo>
                    <a:pt x="285580" y="1820391"/>
                  </a:lnTo>
                  <a:lnTo>
                    <a:pt x="286436" y="1841364"/>
                  </a:lnTo>
                  <a:lnTo>
                    <a:pt x="287291" y="1850080"/>
                  </a:lnTo>
                  <a:lnTo>
                    <a:pt x="288147" y="1904282"/>
                  </a:lnTo>
                  <a:lnTo>
                    <a:pt x="289002" y="1946502"/>
                  </a:lnTo>
                  <a:lnTo>
                    <a:pt x="289858" y="2019670"/>
                  </a:lnTo>
                  <a:lnTo>
                    <a:pt x="290713" y="2068116"/>
                  </a:lnTo>
                  <a:lnTo>
                    <a:pt x="291569" y="2159344"/>
                  </a:lnTo>
                  <a:lnTo>
                    <a:pt x="292424" y="2217709"/>
                  </a:lnTo>
                  <a:lnTo>
                    <a:pt x="293280" y="2218120"/>
                  </a:lnTo>
                  <a:lnTo>
                    <a:pt x="294135" y="2214420"/>
                  </a:lnTo>
                  <a:lnTo>
                    <a:pt x="294991" y="2186753"/>
                  </a:lnTo>
                  <a:lnTo>
                    <a:pt x="295846" y="2213133"/>
                  </a:lnTo>
                  <a:lnTo>
                    <a:pt x="296702" y="2249556"/>
                  </a:lnTo>
                  <a:lnTo>
                    <a:pt x="297557" y="2334061"/>
                  </a:lnTo>
                  <a:lnTo>
                    <a:pt x="298413" y="2352830"/>
                  </a:lnTo>
                  <a:lnTo>
                    <a:pt x="299268" y="2391218"/>
                  </a:lnTo>
                  <a:lnTo>
                    <a:pt x="300124" y="2475844"/>
                  </a:lnTo>
                  <a:lnTo>
                    <a:pt x="300979" y="2505420"/>
                  </a:lnTo>
                  <a:lnTo>
                    <a:pt x="301835" y="2529963"/>
                  </a:lnTo>
                  <a:lnTo>
                    <a:pt x="302691" y="2522459"/>
                  </a:lnTo>
                  <a:lnTo>
                    <a:pt x="303546" y="2544857"/>
                  </a:lnTo>
                  <a:lnTo>
                    <a:pt x="304402" y="2532139"/>
                  </a:lnTo>
                  <a:lnTo>
                    <a:pt x="305257" y="2465772"/>
                  </a:lnTo>
                  <a:lnTo>
                    <a:pt x="306113" y="2409302"/>
                  </a:lnTo>
                  <a:lnTo>
                    <a:pt x="306968" y="2367457"/>
                  </a:lnTo>
                  <a:lnTo>
                    <a:pt x="307824" y="2288565"/>
                  </a:lnTo>
                  <a:lnTo>
                    <a:pt x="308679" y="2217541"/>
                  </a:lnTo>
                  <a:lnTo>
                    <a:pt x="309535" y="2189487"/>
                  </a:lnTo>
                  <a:lnTo>
                    <a:pt x="310390" y="2145888"/>
                  </a:lnTo>
                  <a:lnTo>
                    <a:pt x="311246" y="2081043"/>
                  </a:lnTo>
                  <a:lnTo>
                    <a:pt x="312101" y="2031002"/>
                  </a:lnTo>
                  <a:lnTo>
                    <a:pt x="312957" y="2059137"/>
                  </a:lnTo>
                  <a:lnTo>
                    <a:pt x="313812" y="2124638"/>
                  </a:lnTo>
                  <a:lnTo>
                    <a:pt x="314668" y="2132712"/>
                  </a:lnTo>
                  <a:lnTo>
                    <a:pt x="315523" y="2131310"/>
                  </a:lnTo>
                  <a:lnTo>
                    <a:pt x="316379" y="2154251"/>
                  </a:lnTo>
                  <a:lnTo>
                    <a:pt x="317234" y="2140129"/>
                  </a:lnTo>
                  <a:lnTo>
                    <a:pt x="318090" y="2115356"/>
                  </a:lnTo>
                  <a:lnTo>
                    <a:pt x="318946" y="2091181"/>
                  </a:lnTo>
                  <a:lnTo>
                    <a:pt x="319801" y="2108051"/>
                  </a:lnTo>
                  <a:lnTo>
                    <a:pt x="320657" y="2048389"/>
                  </a:lnTo>
                  <a:lnTo>
                    <a:pt x="321512" y="1979526"/>
                  </a:lnTo>
                  <a:lnTo>
                    <a:pt x="322368" y="1901400"/>
                  </a:lnTo>
                  <a:lnTo>
                    <a:pt x="323223" y="1806475"/>
                  </a:lnTo>
                  <a:lnTo>
                    <a:pt x="324079" y="1697838"/>
                  </a:lnTo>
                  <a:lnTo>
                    <a:pt x="324934" y="1623700"/>
                  </a:lnTo>
                  <a:lnTo>
                    <a:pt x="325790" y="1639656"/>
                  </a:lnTo>
                  <a:lnTo>
                    <a:pt x="326645" y="1605197"/>
                  </a:lnTo>
                  <a:lnTo>
                    <a:pt x="327501" y="1522882"/>
                  </a:lnTo>
                  <a:lnTo>
                    <a:pt x="328356" y="1468382"/>
                  </a:lnTo>
                  <a:lnTo>
                    <a:pt x="329212" y="1558933"/>
                  </a:lnTo>
                  <a:lnTo>
                    <a:pt x="330067" y="1663332"/>
                  </a:lnTo>
                  <a:lnTo>
                    <a:pt x="330923" y="1757172"/>
                  </a:lnTo>
                  <a:lnTo>
                    <a:pt x="331778" y="1824066"/>
                  </a:lnTo>
                  <a:lnTo>
                    <a:pt x="332634" y="1906068"/>
                  </a:lnTo>
                  <a:lnTo>
                    <a:pt x="333490" y="1959980"/>
                  </a:lnTo>
                  <a:lnTo>
                    <a:pt x="334345" y="1912878"/>
                  </a:lnTo>
                  <a:lnTo>
                    <a:pt x="335201" y="1797069"/>
                  </a:lnTo>
                  <a:lnTo>
                    <a:pt x="336056" y="1741440"/>
                  </a:lnTo>
                  <a:lnTo>
                    <a:pt x="336912" y="1751907"/>
                  </a:lnTo>
                  <a:lnTo>
                    <a:pt x="337767" y="1799466"/>
                  </a:lnTo>
                  <a:lnTo>
                    <a:pt x="338623" y="1839042"/>
                  </a:lnTo>
                  <a:lnTo>
                    <a:pt x="339478" y="1823379"/>
                  </a:lnTo>
                  <a:lnTo>
                    <a:pt x="340334" y="1806448"/>
                  </a:lnTo>
                  <a:lnTo>
                    <a:pt x="341189" y="1777455"/>
                  </a:lnTo>
                  <a:lnTo>
                    <a:pt x="342045" y="1750868"/>
                  </a:lnTo>
                  <a:lnTo>
                    <a:pt x="342900" y="1701489"/>
                  </a:lnTo>
                  <a:lnTo>
                    <a:pt x="343756" y="1720635"/>
                  </a:lnTo>
                  <a:lnTo>
                    <a:pt x="344611" y="1767943"/>
                  </a:lnTo>
                  <a:lnTo>
                    <a:pt x="345467" y="1784788"/>
                  </a:lnTo>
                  <a:lnTo>
                    <a:pt x="346322" y="1713103"/>
                  </a:lnTo>
                  <a:lnTo>
                    <a:pt x="347178" y="1664774"/>
                  </a:lnTo>
                  <a:lnTo>
                    <a:pt x="348033" y="1690212"/>
                  </a:lnTo>
                  <a:lnTo>
                    <a:pt x="348889" y="1608071"/>
                  </a:lnTo>
                  <a:lnTo>
                    <a:pt x="349745" y="1541370"/>
                  </a:lnTo>
                  <a:lnTo>
                    <a:pt x="350600" y="1603129"/>
                  </a:lnTo>
                  <a:lnTo>
                    <a:pt x="351456" y="1788206"/>
                  </a:lnTo>
                  <a:lnTo>
                    <a:pt x="352311" y="1969479"/>
                  </a:lnTo>
                  <a:lnTo>
                    <a:pt x="353167" y="2046428"/>
                  </a:lnTo>
                  <a:lnTo>
                    <a:pt x="354022" y="2188081"/>
                  </a:lnTo>
                  <a:lnTo>
                    <a:pt x="354878" y="2333018"/>
                  </a:lnTo>
                  <a:lnTo>
                    <a:pt x="355733" y="2308995"/>
                  </a:lnTo>
                  <a:lnTo>
                    <a:pt x="356589" y="2184800"/>
                  </a:lnTo>
                  <a:lnTo>
                    <a:pt x="357444" y="2026339"/>
                  </a:lnTo>
                  <a:lnTo>
                    <a:pt x="358300" y="1943664"/>
                  </a:lnTo>
                  <a:lnTo>
                    <a:pt x="359155" y="1876793"/>
                  </a:lnTo>
                  <a:lnTo>
                    <a:pt x="360011" y="1783956"/>
                  </a:lnTo>
                  <a:lnTo>
                    <a:pt x="360866" y="1784464"/>
                  </a:lnTo>
                  <a:lnTo>
                    <a:pt x="361722" y="1785547"/>
                  </a:lnTo>
                  <a:lnTo>
                    <a:pt x="362577" y="1756891"/>
                  </a:lnTo>
                  <a:lnTo>
                    <a:pt x="363433" y="1747044"/>
                  </a:lnTo>
                  <a:lnTo>
                    <a:pt x="364288" y="1784292"/>
                  </a:lnTo>
                  <a:lnTo>
                    <a:pt x="365144" y="1867266"/>
                  </a:lnTo>
                  <a:lnTo>
                    <a:pt x="366000" y="1915554"/>
                  </a:lnTo>
                  <a:lnTo>
                    <a:pt x="366855" y="1962495"/>
                  </a:lnTo>
                  <a:lnTo>
                    <a:pt x="367711" y="2058128"/>
                  </a:lnTo>
                  <a:lnTo>
                    <a:pt x="368566" y="2174810"/>
                  </a:lnTo>
                  <a:lnTo>
                    <a:pt x="369422" y="2149962"/>
                  </a:lnTo>
                  <a:lnTo>
                    <a:pt x="370277" y="2025051"/>
                  </a:lnTo>
                  <a:lnTo>
                    <a:pt x="371133" y="1981516"/>
                  </a:lnTo>
                  <a:lnTo>
                    <a:pt x="371988" y="2013282"/>
                  </a:lnTo>
                  <a:lnTo>
                    <a:pt x="372844" y="2065434"/>
                  </a:lnTo>
                  <a:lnTo>
                    <a:pt x="373699" y="2057338"/>
                  </a:lnTo>
                  <a:lnTo>
                    <a:pt x="374555" y="2047061"/>
                  </a:lnTo>
                  <a:lnTo>
                    <a:pt x="375410" y="2060414"/>
                  </a:lnTo>
                  <a:lnTo>
                    <a:pt x="376266" y="2102485"/>
                  </a:lnTo>
                  <a:lnTo>
                    <a:pt x="377121" y="2089688"/>
                  </a:lnTo>
                  <a:lnTo>
                    <a:pt x="377977" y="1985796"/>
                  </a:lnTo>
                  <a:lnTo>
                    <a:pt x="378832" y="1956816"/>
                  </a:lnTo>
                  <a:lnTo>
                    <a:pt x="379688" y="2049014"/>
                  </a:lnTo>
                  <a:lnTo>
                    <a:pt x="380543" y="2108041"/>
                  </a:lnTo>
                  <a:lnTo>
                    <a:pt x="381399" y="2068245"/>
                  </a:lnTo>
                  <a:lnTo>
                    <a:pt x="382255" y="2007392"/>
                  </a:lnTo>
                  <a:lnTo>
                    <a:pt x="383110" y="2130099"/>
                  </a:lnTo>
                  <a:lnTo>
                    <a:pt x="383966" y="2212924"/>
                  </a:lnTo>
                  <a:lnTo>
                    <a:pt x="384821" y="2220528"/>
                  </a:lnTo>
                  <a:lnTo>
                    <a:pt x="385677" y="2269899"/>
                  </a:lnTo>
                  <a:lnTo>
                    <a:pt x="386532" y="2290072"/>
                  </a:lnTo>
                  <a:lnTo>
                    <a:pt x="387388" y="2347766"/>
                  </a:lnTo>
                  <a:lnTo>
                    <a:pt x="388243" y="2279810"/>
                  </a:lnTo>
                  <a:lnTo>
                    <a:pt x="389099" y="2181435"/>
                  </a:lnTo>
                  <a:lnTo>
                    <a:pt x="389954" y="2010670"/>
                  </a:lnTo>
                  <a:lnTo>
                    <a:pt x="390810" y="1919566"/>
                  </a:lnTo>
                  <a:lnTo>
                    <a:pt x="391665" y="1989389"/>
                  </a:lnTo>
                  <a:lnTo>
                    <a:pt x="392521" y="2089780"/>
                  </a:lnTo>
                  <a:lnTo>
                    <a:pt x="393376" y="2171220"/>
                  </a:lnTo>
                  <a:lnTo>
                    <a:pt x="394232" y="2257514"/>
                  </a:lnTo>
                  <a:lnTo>
                    <a:pt x="395087" y="2384714"/>
                  </a:lnTo>
                  <a:lnTo>
                    <a:pt x="395943" y="2438451"/>
                  </a:lnTo>
                  <a:lnTo>
                    <a:pt x="396799" y="2362724"/>
                  </a:lnTo>
                  <a:lnTo>
                    <a:pt x="397654" y="2263683"/>
                  </a:lnTo>
                  <a:lnTo>
                    <a:pt x="398510" y="2216504"/>
                  </a:lnTo>
                  <a:lnTo>
                    <a:pt x="399365" y="2177984"/>
                  </a:lnTo>
                  <a:lnTo>
                    <a:pt x="400221" y="2175733"/>
                  </a:lnTo>
                  <a:lnTo>
                    <a:pt x="401076" y="2169185"/>
                  </a:lnTo>
                  <a:lnTo>
                    <a:pt x="401932" y="2220004"/>
                  </a:lnTo>
                  <a:lnTo>
                    <a:pt x="402787" y="2222901"/>
                  </a:lnTo>
                  <a:lnTo>
                    <a:pt x="403643" y="2187679"/>
                  </a:lnTo>
                  <a:lnTo>
                    <a:pt x="404498" y="2147446"/>
                  </a:lnTo>
                  <a:lnTo>
                    <a:pt x="405354" y="2171224"/>
                  </a:lnTo>
                  <a:lnTo>
                    <a:pt x="406209" y="2220585"/>
                  </a:lnTo>
                  <a:lnTo>
                    <a:pt x="407065" y="2206895"/>
                  </a:lnTo>
                  <a:lnTo>
                    <a:pt x="407920" y="2211870"/>
                  </a:lnTo>
                  <a:lnTo>
                    <a:pt x="408776" y="2209508"/>
                  </a:lnTo>
                  <a:lnTo>
                    <a:pt x="409631" y="2217322"/>
                  </a:lnTo>
                  <a:lnTo>
                    <a:pt x="410487" y="2190822"/>
                  </a:lnTo>
                  <a:lnTo>
                    <a:pt x="411342" y="2174987"/>
                  </a:lnTo>
                  <a:lnTo>
                    <a:pt x="412198" y="2199389"/>
                  </a:lnTo>
                  <a:lnTo>
                    <a:pt x="413054" y="2309612"/>
                  </a:lnTo>
                  <a:lnTo>
                    <a:pt x="413909" y="2437485"/>
                  </a:lnTo>
                  <a:lnTo>
                    <a:pt x="414765" y="2524071"/>
                  </a:lnTo>
                  <a:lnTo>
                    <a:pt x="415620" y="2512632"/>
                  </a:lnTo>
                  <a:lnTo>
                    <a:pt x="416476" y="2425940"/>
                  </a:lnTo>
                  <a:lnTo>
                    <a:pt x="417331" y="2353725"/>
                  </a:lnTo>
                  <a:lnTo>
                    <a:pt x="418187" y="2318565"/>
                  </a:lnTo>
                  <a:lnTo>
                    <a:pt x="419042" y="2160490"/>
                  </a:lnTo>
                  <a:lnTo>
                    <a:pt x="419898" y="1941769"/>
                  </a:lnTo>
                  <a:lnTo>
                    <a:pt x="420753" y="1781197"/>
                  </a:lnTo>
                  <a:lnTo>
                    <a:pt x="421609" y="1700481"/>
                  </a:lnTo>
                  <a:lnTo>
                    <a:pt x="422464" y="1627756"/>
                  </a:lnTo>
                  <a:lnTo>
                    <a:pt x="423320" y="1387808"/>
                  </a:lnTo>
                  <a:lnTo>
                    <a:pt x="424175" y="1306626"/>
                  </a:lnTo>
                  <a:lnTo>
                    <a:pt x="425031" y="1301459"/>
                  </a:lnTo>
                  <a:lnTo>
                    <a:pt x="425886" y="1342215"/>
                  </a:lnTo>
                  <a:lnTo>
                    <a:pt x="426742" y="1346985"/>
                  </a:lnTo>
                  <a:lnTo>
                    <a:pt x="427597" y="1282070"/>
                  </a:lnTo>
                  <a:lnTo>
                    <a:pt x="428453" y="1289184"/>
                  </a:lnTo>
                  <a:lnTo>
                    <a:pt x="429309" y="1225019"/>
                  </a:lnTo>
                  <a:lnTo>
                    <a:pt x="430164" y="1187305"/>
                  </a:lnTo>
                  <a:lnTo>
                    <a:pt x="431020" y="1188342"/>
                  </a:lnTo>
                  <a:lnTo>
                    <a:pt x="431875" y="1277980"/>
                  </a:lnTo>
                  <a:lnTo>
                    <a:pt x="432731" y="1445575"/>
                  </a:lnTo>
                  <a:lnTo>
                    <a:pt x="433586" y="1534771"/>
                  </a:lnTo>
                  <a:lnTo>
                    <a:pt x="434442" y="1582364"/>
                  </a:lnTo>
                  <a:lnTo>
                    <a:pt x="435297" y="1566538"/>
                  </a:lnTo>
                  <a:lnTo>
                    <a:pt x="436153" y="1523942"/>
                  </a:lnTo>
                  <a:lnTo>
                    <a:pt x="437008" y="1515531"/>
                  </a:lnTo>
                  <a:lnTo>
                    <a:pt x="437864" y="1455751"/>
                  </a:lnTo>
                  <a:lnTo>
                    <a:pt x="438719" y="1532180"/>
                  </a:lnTo>
                  <a:lnTo>
                    <a:pt x="439575" y="1726717"/>
                  </a:lnTo>
                  <a:lnTo>
                    <a:pt x="440430" y="1893548"/>
                  </a:lnTo>
                  <a:lnTo>
                    <a:pt x="441286" y="1985574"/>
                  </a:lnTo>
                  <a:lnTo>
                    <a:pt x="442141" y="2009959"/>
                  </a:lnTo>
                  <a:lnTo>
                    <a:pt x="442997" y="2030538"/>
                  </a:lnTo>
                  <a:lnTo>
                    <a:pt x="443853" y="1958688"/>
                  </a:lnTo>
                  <a:lnTo>
                    <a:pt x="444708" y="1869245"/>
                  </a:lnTo>
                  <a:lnTo>
                    <a:pt x="445564" y="1844722"/>
                  </a:lnTo>
                  <a:lnTo>
                    <a:pt x="446419" y="1877820"/>
                  </a:lnTo>
                  <a:lnTo>
                    <a:pt x="447275" y="1915130"/>
                  </a:lnTo>
                  <a:lnTo>
                    <a:pt x="448130" y="1959500"/>
                  </a:lnTo>
                  <a:lnTo>
                    <a:pt x="448986" y="1960406"/>
                  </a:lnTo>
                  <a:lnTo>
                    <a:pt x="449841" y="1887093"/>
                  </a:lnTo>
                  <a:lnTo>
                    <a:pt x="450697" y="1787029"/>
                  </a:lnTo>
                  <a:lnTo>
                    <a:pt x="451552" y="1766073"/>
                  </a:lnTo>
                  <a:lnTo>
                    <a:pt x="452408" y="1772282"/>
                  </a:lnTo>
                  <a:lnTo>
                    <a:pt x="453263" y="1740955"/>
                  </a:lnTo>
                  <a:lnTo>
                    <a:pt x="454119" y="1698393"/>
                  </a:lnTo>
                  <a:lnTo>
                    <a:pt x="454974" y="1662770"/>
                  </a:lnTo>
                  <a:lnTo>
                    <a:pt x="455830" y="1673497"/>
                  </a:lnTo>
                  <a:lnTo>
                    <a:pt x="456685" y="1677075"/>
                  </a:lnTo>
                  <a:lnTo>
                    <a:pt x="457541" y="1597294"/>
                  </a:lnTo>
                  <a:lnTo>
                    <a:pt x="458396" y="1573185"/>
                  </a:lnTo>
                  <a:lnTo>
                    <a:pt x="459252" y="1713106"/>
                  </a:lnTo>
                  <a:lnTo>
                    <a:pt x="460108" y="1879853"/>
                  </a:lnTo>
                  <a:lnTo>
                    <a:pt x="460963" y="1977160"/>
                  </a:lnTo>
                  <a:lnTo>
                    <a:pt x="461819" y="1962480"/>
                  </a:lnTo>
                  <a:lnTo>
                    <a:pt x="462674" y="1995008"/>
                  </a:lnTo>
                  <a:lnTo>
                    <a:pt x="463530" y="2004239"/>
                  </a:lnTo>
                  <a:lnTo>
                    <a:pt x="464385" y="1881537"/>
                  </a:lnTo>
                  <a:lnTo>
                    <a:pt x="465241" y="1679922"/>
                  </a:lnTo>
                  <a:lnTo>
                    <a:pt x="466096" y="1440237"/>
                  </a:lnTo>
                  <a:lnTo>
                    <a:pt x="466952" y="1191424"/>
                  </a:lnTo>
                  <a:lnTo>
                    <a:pt x="467807" y="964015"/>
                  </a:lnTo>
                  <a:lnTo>
                    <a:pt x="468663" y="738489"/>
                  </a:lnTo>
                  <a:lnTo>
                    <a:pt x="469518" y="537992"/>
                  </a:lnTo>
                  <a:lnTo>
                    <a:pt x="470374" y="527419"/>
                  </a:lnTo>
                  <a:lnTo>
                    <a:pt x="471229" y="646855"/>
                  </a:lnTo>
                  <a:lnTo>
                    <a:pt x="472085" y="750532"/>
                  </a:lnTo>
                  <a:lnTo>
                    <a:pt x="472940" y="841777"/>
                  </a:lnTo>
                  <a:lnTo>
                    <a:pt x="473796" y="1003169"/>
                  </a:lnTo>
                  <a:lnTo>
                    <a:pt x="474651" y="1181341"/>
                  </a:lnTo>
                  <a:lnTo>
                    <a:pt x="475507" y="1271996"/>
                  </a:lnTo>
                  <a:lnTo>
                    <a:pt x="476363" y="1347984"/>
                  </a:lnTo>
                  <a:lnTo>
                    <a:pt x="477218" y="1464759"/>
                  </a:lnTo>
                  <a:lnTo>
                    <a:pt x="478074" y="1448704"/>
                  </a:lnTo>
                  <a:lnTo>
                    <a:pt x="478929" y="1373240"/>
                  </a:lnTo>
                  <a:lnTo>
                    <a:pt x="479785" y="1316207"/>
                  </a:lnTo>
                  <a:lnTo>
                    <a:pt x="480640" y="1327236"/>
                  </a:lnTo>
                  <a:lnTo>
                    <a:pt x="481496" y="1336829"/>
                  </a:lnTo>
                  <a:lnTo>
                    <a:pt x="482351" y="1285262"/>
                  </a:lnTo>
                  <a:lnTo>
                    <a:pt x="483207" y="1301764"/>
                  </a:lnTo>
                  <a:lnTo>
                    <a:pt x="484062" y="1345953"/>
                  </a:lnTo>
                  <a:lnTo>
                    <a:pt x="484918" y="1383456"/>
                  </a:lnTo>
                  <a:lnTo>
                    <a:pt x="485773" y="1347752"/>
                  </a:lnTo>
                  <a:lnTo>
                    <a:pt x="486629" y="1314402"/>
                  </a:lnTo>
                  <a:lnTo>
                    <a:pt x="487484" y="1276924"/>
                  </a:lnTo>
                  <a:lnTo>
                    <a:pt x="488340" y="1292123"/>
                  </a:lnTo>
                  <a:lnTo>
                    <a:pt x="489195" y="1319615"/>
                  </a:lnTo>
                  <a:lnTo>
                    <a:pt x="490051" y="1372449"/>
                  </a:lnTo>
                  <a:lnTo>
                    <a:pt x="490907" y="1491315"/>
                  </a:lnTo>
                  <a:lnTo>
                    <a:pt x="491762" y="1592815"/>
                  </a:lnTo>
                  <a:lnTo>
                    <a:pt x="492618" y="1736014"/>
                  </a:lnTo>
                  <a:lnTo>
                    <a:pt x="493473" y="1866767"/>
                  </a:lnTo>
                  <a:lnTo>
                    <a:pt x="494329" y="1993475"/>
                  </a:lnTo>
                  <a:lnTo>
                    <a:pt x="495184" y="2026693"/>
                  </a:lnTo>
                  <a:lnTo>
                    <a:pt x="496040" y="1930169"/>
                  </a:lnTo>
                  <a:lnTo>
                    <a:pt x="496895" y="1756309"/>
                  </a:lnTo>
                  <a:lnTo>
                    <a:pt x="497751" y="1652260"/>
                  </a:lnTo>
                  <a:lnTo>
                    <a:pt x="498606" y="1646118"/>
                  </a:lnTo>
                  <a:lnTo>
                    <a:pt x="499462" y="1645864"/>
                  </a:lnTo>
                  <a:lnTo>
                    <a:pt x="500317" y="1645536"/>
                  </a:lnTo>
                  <a:lnTo>
                    <a:pt x="501173" y="1697943"/>
                  </a:lnTo>
                  <a:lnTo>
                    <a:pt x="502028" y="1916463"/>
                  </a:lnTo>
                  <a:lnTo>
                    <a:pt x="502884" y="2053410"/>
                  </a:lnTo>
                  <a:lnTo>
                    <a:pt x="503739" y="2008706"/>
                  </a:lnTo>
                  <a:lnTo>
                    <a:pt x="504595" y="1926363"/>
                  </a:lnTo>
                  <a:lnTo>
                    <a:pt x="505450" y="1988925"/>
                  </a:lnTo>
                  <a:lnTo>
                    <a:pt x="506306" y="2113401"/>
                  </a:lnTo>
                  <a:lnTo>
                    <a:pt x="507162" y="2133367"/>
                  </a:lnTo>
                  <a:lnTo>
                    <a:pt x="508017" y="2204676"/>
                  </a:lnTo>
                  <a:lnTo>
                    <a:pt x="508873" y="2346190"/>
                  </a:lnTo>
                  <a:lnTo>
                    <a:pt x="509728" y="2439306"/>
                  </a:lnTo>
                  <a:lnTo>
                    <a:pt x="510584" y="2438287"/>
                  </a:lnTo>
                  <a:lnTo>
                    <a:pt x="511439" y="2412494"/>
                  </a:lnTo>
                  <a:lnTo>
                    <a:pt x="512295" y="2356071"/>
                  </a:lnTo>
                  <a:lnTo>
                    <a:pt x="513150" y="2224841"/>
                  </a:lnTo>
                  <a:lnTo>
                    <a:pt x="514006" y="2102146"/>
                  </a:lnTo>
                  <a:lnTo>
                    <a:pt x="514861" y="2048752"/>
                  </a:lnTo>
                  <a:lnTo>
                    <a:pt x="515717" y="1972583"/>
                  </a:lnTo>
                  <a:lnTo>
                    <a:pt x="516572" y="1888724"/>
                  </a:lnTo>
                  <a:lnTo>
                    <a:pt x="517428" y="1901480"/>
                  </a:lnTo>
                  <a:lnTo>
                    <a:pt x="518283" y="2014627"/>
                  </a:lnTo>
                  <a:lnTo>
                    <a:pt x="519139" y="2111270"/>
                  </a:lnTo>
                  <a:lnTo>
                    <a:pt x="519994" y="2133853"/>
                  </a:lnTo>
                  <a:lnTo>
                    <a:pt x="520850" y="2111615"/>
                  </a:lnTo>
                  <a:lnTo>
                    <a:pt x="521705" y="2063348"/>
                  </a:lnTo>
                  <a:lnTo>
                    <a:pt x="522561" y="1978125"/>
                  </a:lnTo>
                  <a:lnTo>
                    <a:pt x="523417" y="1857984"/>
                  </a:lnTo>
                  <a:lnTo>
                    <a:pt x="524272" y="1668897"/>
                  </a:lnTo>
                  <a:lnTo>
                    <a:pt x="525128" y="1526454"/>
                  </a:lnTo>
                  <a:lnTo>
                    <a:pt x="525983" y="1530488"/>
                  </a:lnTo>
                  <a:lnTo>
                    <a:pt x="526839" y="1553792"/>
                  </a:lnTo>
                  <a:lnTo>
                    <a:pt x="527694" y="1629339"/>
                  </a:lnTo>
                  <a:lnTo>
                    <a:pt x="528550" y="1780450"/>
                  </a:lnTo>
                  <a:lnTo>
                    <a:pt x="529405" y="1990357"/>
                  </a:lnTo>
                  <a:lnTo>
                    <a:pt x="530261" y="2171739"/>
                  </a:lnTo>
                  <a:lnTo>
                    <a:pt x="531116" y="2320962"/>
                  </a:lnTo>
                  <a:lnTo>
                    <a:pt x="531972" y="2445488"/>
                  </a:lnTo>
                  <a:lnTo>
                    <a:pt x="532827" y="2412028"/>
                  </a:lnTo>
                  <a:lnTo>
                    <a:pt x="533683" y="2242581"/>
                  </a:lnTo>
                  <a:lnTo>
                    <a:pt x="534538" y="2125132"/>
                  </a:lnTo>
                  <a:lnTo>
                    <a:pt x="535394" y="2116136"/>
                  </a:lnTo>
                  <a:lnTo>
                    <a:pt x="536249" y="2059269"/>
                  </a:lnTo>
                  <a:lnTo>
                    <a:pt x="537105" y="1965620"/>
                  </a:lnTo>
                  <a:lnTo>
                    <a:pt x="537961" y="1882917"/>
                  </a:lnTo>
                  <a:lnTo>
                    <a:pt x="538816" y="1907630"/>
                  </a:lnTo>
                  <a:lnTo>
                    <a:pt x="539672" y="1898325"/>
                  </a:lnTo>
                  <a:lnTo>
                    <a:pt x="540527" y="1692623"/>
                  </a:lnTo>
                  <a:lnTo>
                    <a:pt x="541383" y="1504704"/>
                  </a:lnTo>
                  <a:lnTo>
                    <a:pt x="542238" y="1481915"/>
                  </a:lnTo>
                  <a:lnTo>
                    <a:pt x="543094" y="1498022"/>
                  </a:lnTo>
                  <a:lnTo>
                    <a:pt x="543949" y="1402816"/>
                  </a:lnTo>
                  <a:lnTo>
                    <a:pt x="544805" y="1243332"/>
                  </a:lnTo>
                  <a:lnTo>
                    <a:pt x="545660" y="1126320"/>
                  </a:lnTo>
                  <a:lnTo>
                    <a:pt x="546516" y="999769"/>
                  </a:lnTo>
                  <a:lnTo>
                    <a:pt x="547371" y="848614"/>
                  </a:lnTo>
                  <a:lnTo>
                    <a:pt x="548227" y="859290"/>
                  </a:lnTo>
                  <a:lnTo>
                    <a:pt x="549082" y="866806"/>
                  </a:lnTo>
                  <a:lnTo>
                    <a:pt x="549938" y="859514"/>
                  </a:lnTo>
                  <a:lnTo>
                    <a:pt x="550793" y="910400"/>
                  </a:lnTo>
                  <a:lnTo>
                    <a:pt x="551649" y="930686"/>
                  </a:lnTo>
                  <a:lnTo>
                    <a:pt x="552504" y="964441"/>
                  </a:lnTo>
                  <a:lnTo>
                    <a:pt x="553360" y="876560"/>
                  </a:lnTo>
                  <a:lnTo>
                    <a:pt x="554216" y="759111"/>
                  </a:lnTo>
                  <a:lnTo>
                    <a:pt x="555071" y="747579"/>
                  </a:lnTo>
                  <a:lnTo>
                    <a:pt x="555927" y="713277"/>
                  </a:lnTo>
                  <a:lnTo>
                    <a:pt x="556782" y="662676"/>
                  </a:lnTo>
                  <a:lnTo>
                    <a:pt x="557638" y="516424"/>
                  </a:lnTo>
                  <a:lnTo>
                    <a:pt x="558493" y="383510"/>
                  </a:lnTo>
                  <a:lnTo>
                    <a:pt x="559349" y="308337"/>
                  </a:lnTo>
                  <a:lnTo>
                    <a:pt x="560204" y="241252"/>
                  </a:lnTo>
                  <a:lnTo>
                    <a:pt x="561060" y="237183"/>
                  </a:lnTo>
                  <a:lnTo>
                    <a:pt x="561915" y="195572"/>
                  </a:lnTo>
                  <a:lnTo>
                    <a:pt x="562771" y="128727"/>
                  </a:lnTo>
                  <a:lnTo>
                    <a:pt x="563626" y="81680"/>
                  </a:lnTo>
                  <a:lnTo>
                    <a:pt x="564482" y="53292"/>
                  </a:lnTo>
                  <a:lnTo>
                    <a:pt x="565337" y="0"/>
                  </a:lnTo>
                  <a:lnTo>
                    <a:pt x="566193" y="27469"/>
                  </a:lnTo>
                  <a:lnTo>
                    <a:pt x="567048" y="143291"/>
                  </a:lnTo>
                  <a:lnTo>
                    <a:pt x="567904" y="277482"/>
                  </a:lnTo>
                  <a:lnTo>
                    <a:pt x="568759" y="462807"/>
                  </a:lnTo>
                  <a:lnTo>
                    <a:pt x="569615" y="784346"/>
                  </a:lnTo>
                  <a:lnTo>
                    <a:pt x="570471" y="1133031"/>
                  </a:lnTo>
                  <a:lnTo>
                    <a:pt x="571326" y="1355842"/>
                  </a:lnTo>
                  <a:lnTo>
                    <a:pt x="572182" y="1579653"/>
                  </a:lnTo>
                  <a:lnTo>
                    <a:pt x="573037" y="1818940"/>
                  </a:lnTo>
                  <a:lnTo>
                    <a:pt x="573893" y="1893783"/>
                  </a:lnTo>
                  <a:lnTo>
                    <a:pt x="574748" y="1820930"/>
                  </a:lnTo>
                  <a:lnTo>
                    <a:pt x="575604" y="1756256"/>
                  </a:lnTo>
                  <a:lnTo>
                    <a:pt x="576459" y="1652118"/>
                  </a:lnTo>
                  <a:lnTo>
                    <a:pt x="577315" y="1610091"/>
                  </a:lnTo>
                  <a:lnTo>
                    <a:pt x="578170" y="1608845"/>
                  </a:lnTo>
                  <a:lnTo>
                    <a:pt x="579026" y="1686154"/>
                  </a:lnTo>
                  <a:lnTo>
                    <a:pt x="579881" y="1827106"/>
                  </a:lnTo>
                  <a:lnTo>
                    <a:pt x="580737" y="1902689"/>
                  </a:lnTo>
                  <a:lnTo>
                    <a:pt x="581592" y="1995475"/>
                  </a:lnTo>
                  <a:lnTo>
                    <a:pt x="582448" y="2002796"/>
                  </a:lnTo>
                  <a:lnTo>
                    <a:pt x="583303" y="1990275"/>
                  </a:lnTo>
                  <a:lnTo>
                    <a:pt x="584159" y="2073533"/>
                  </a:lnTo>
                  <a:lnTo>
                    <a:pt x="585014" y="2140496"/>
                  </a:lnTo>
                  <a:lnTo>
                    <a:pt x="585870" y="2209377"/>
                  </a:lnTo>
                  <a:lnTo>
                    <a:pt x="586726" y="2301570"/>
                  </a:lnTo>
                  <a:lnTo>
                    <a:pt x="587581" y="2308520"/>
                  </a:lnTo>
                  <a:lnTo>
                    <a:pt x="588437" y="2245663"/>
                  </a:lnTo>
                  <a:lnTo>
                    <a:pt x="589292" y="2084121"/>
                  </a:lnTo>
                  <a:lnTo>
                    <a:pt x="590148" y="1875292"/>
                  </a:lnTo>
                  <a:lnTo>
                    <a:pt x="591003" y="1690388"/>
                  </a:lnTo>
                  <a:lnTo>
                    <a:pt x="591859" y="1617793"/>
                  </a:lnTo>
                  <a:lnTo>
                    <a:pt x="592714" y="1667068"/>
                  </a:lnTo>
                  <a:lnTo>
                    <a:pt x="593570" y="1735942"/>
                  </a:lnTo>
                  <a:lnTo>
                    <a:pt x="594425" y="1794109"/>
                  </a:lnTo>
                  <a:lnTo>
                    <a:pt x="595281" y="1795908"/>
                  </a:lnTo>
                  <a:lnTo>
                    <a:pt x="596136" y="1775019"/>
                  </a:lnTo>
                  <a:lnTo>
                    <a:pt x="596992" y="1726390"/>
                  </a:lnTo>
                  <a:lnTo>
                    <a:pt x="597847" y="1728584"/>
                  </a:lnTo>
                  <a:lnTo>
                    <a:pt x="598703" y="1770996"/>
                  </a:lnTo>
                  <a:lnTo>
                    <a:pt x="599558" y="1797341"/>
                  </a:lnTo>
                  <a:lnTo>
                    <a:pt x="600414" y="1837011"/>
                  </a:lnTo>
                  <a:lnTo>
                    <a:pt x="601270" y="1837377"/>
                  </a:lnTo>
                  <a:lnTo>
                    <a:pt x="602125" y="1844302"/>
                  </a:lnTo>
                  <a:lnTo>
                    <a:pt x="602981" y="1825490"/>
                  </a:lnTo>
                  <a:lnTo>
                    <a:pt x="603836" y="1733390"/>
                  </a:lnTo>
                  <a:lnTo>
                    <a:pt x="604692" y="1728464"/>
                  </a:lnTo>
                  <a:lnTo>
                    <a:pt x="605547" y="1782844"/>
                  </a:lnTo>
                  <a:lnTo>
                    <a:pt x="606403" y="1873103"/>
                  </a:lnTo>
                  <a:lnTo>
                    <a:pt x="607258" y="1912027"/>
                  </a:lnTo>
                  <a:lnTo>
                    <a:pt x="608114" y="1953003"/>
                  </a:lnTo>
                  <a:lnTo>
                    <a:pt x="608969" y="2099235"/>
                  </a:lnTo>
                  <a:lnTo>
                    <a:pt x="609825" y="2155981"/>
                  </a:lnTo>
                  <a:lnTo>
                    <a:pt x="610680" y="2170365"/>
                  </a:lnTo>
                  <a:lnTo>
                    <a:pt x="611536" y="2216017"/>
                  </a:lnTo>
                  <a:lnTo>
                    <a:pt x="612391" y="2291436"/>
                  </a:lnTo>
                  <a:lnTo>
                    <a:pt x="613247" y="2375680"/>
                  </a:lnTo>
                  <a:lnTo>
                    <a:pt x="614102" y="2374143"/>
                  </a:lnTo>
                  <a:lnTo>
                    <a:pt x="614958" y="2341426"/>
                  </a:lnTo>
                  <a:lnTo>
                    <a:pt x="615813" y="2318691"/>
                  </a:lnTo>
                  <a:lnTo>
                    <a:pt x="616669" y="2297913"/>
                  </a:lnTo>
                  <a:lnTo>
                    <a:pt x="617525" y="2292475"/>
                  </a:lnTo>
                  <a:lnTo>
                    <a:pt x="618380" y="2244483"/>
                  </a:lnTo>
                  <a:lnTo>
                    <a:pt x="619236" y="2170370"/>
                  </a:lnTo>
                  <a:lnTo>
                    <a:pt x="620091" y="2137382"/>
                  </a:lnTo>
                  <a:lnTo>
                    <a:pt x="620947" y="2215970"/>
                  </a:lnTo>
                  <a:lnTo>
                    <a:pt x="621802" y="2316534"/>
                  </a:lnTo>
                  <a:lnTo>
                    <a:pt x="622658" y="2356659"/>
                  </a:lnTo>
                  <a:lnTo>
                    <a:pt x="623513" y="2389354"/>
                  </a:lnTo>
                  <a:lnTo>
                    <a:pt x="624369" y="2465000"/>
                  </a:lnTo>
                  <a:lnTo>
                    <a:pt x="625224" y="2539739"/>
                  </a:lnTo>
                  <a:lnTo>
                    <a:pt x="626080" y="2522450"/>
                  </a:lnTo>
                  <a:lnTo>
                    <a:pt x="626935" y="2450979"/>
                  </a:lnTo>
                  <a:lnTo>
                    <a:pt x="627791" y="2296818"/>
                  </a:lnTo>
                  <a:lnTo>
                    <a:pt x="628646" y="2235288"/>
                  </a:lnTo>
                  <a:lnTo>
                    <a:pt x="629502" y="2248288"/>
                  </a:lnTo>
                  <a:lnTo>
                    <a:pt x="630357" y="2293741"/>
                  </a:lnTo>
                  <a:lnTo>
                    <a:pt x="631213" y="2353774"/>
                  </a:lnTo>
                  <a:lnTo>
                    <a:pt x="632068" y="2425244"/>
                  </a:lnTo>
                  <a:lnTo>
                    <a:pt x="632924" y="2569637"/>
                  </a:lnTo>
                  <a:lnTo>
                    <a:pt x="633780" y="2536836"/>
                  </a:lnTo>
                  <a:lnTo>
                    <a:pt x="634635" y="2411468"/>
                  </a:lnTo>
                  <a:lnTo>
                    <a:pt x="635491" y="2336152"/>
                  </a:lnTo>
                  <a:lnTo>
                    <a:pt x="636346" y="2323559"/>
                  </a:lnTo>
                  <a:lnTo>
                    <a:pt x="637202" y="2348288"/>
                  </a:lnTo>
                  <a:lnTo>
                    <a:pt x="638057" y="2378469"/>
                  </a:lnTo>
                  <a:lnTo>
                    <a:pt x="638913" y="2491123"/>
                  </a:lnTo>
                  <a:lnTo>
                    <a:pt x="639768" y="2620038"/>
                  </a:lnTo>
                  <a:lnTo>
                    <a:pt x="640561" y="268986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5955606" y="2534064"/>
              <a:ext cx="48737" cy="728412"/>
            </a:xfrm>
            <a:custGeom>
              <a:avLst/>
              <a:pathLst>
                <a:path w="48737" h="728412">
                  <a:moveTo>
                    <a:pt x="0" y="728412"/>
                  </a:moveTo>
                  <a:lnTo>
                    <a:pt x="634" y="678032"/>
                  </a:lnTo>
                  <a:lnTo>
                    <a:pt x="1490" y="574208"/>
                  </a:lnTo>
                  <a:lnTo>
                    <a:pt x="2345" y="508291"/>
                  </a:lnTo>
                  <a:lnTo>
                    <a:pt x="3201" y="505230"/>
                  </a:lnTo>
                  <a:lnTo>
                    <a:pt x="4056" y="438359"/>
                  </a:lnTo>
                  <a:lnTo>
                    <a:pt x="4912" y="336945"/>
                  </a:lnTo>
                  <a:lnTo>
                    <a:pt x="5767" y="246789"/>
                  </a:lnTo>
                  <a:lnTo>
                    <a:pt x="6623" y="208386"/>
                  </a:lnTo>
                  <a:lnTo>
                    <a:pt x="7478" y="177943"/>
                  </a:lnTo>
                  <a:lnTo>
                    <a:pt x="8334" y="79399"/>
                  </a:lnTo>
                  <a:lnTo>
                    <a:pt x="9189" y="0"/>
                  </a:lnTo>
                  <a:lnTo>
                    <a:pt x="10045" y="4716"/>
                  </a:lnTo>
                  <a:lnTo>
                    <a:pt x="10900" y="84869"/>
                  </a:lnTo>
                  <a:lnTo>
                    <a:pt x="11756" y="106869"/>
                  </a:lnTo>
                  <a:lnTo>
                    <a:pt x="12611" y="101159"/>
                  </a:lnTo>
                  <a:lnTo>
                    <a:pt x="13467" y="196954"/>
                  </a:lnTo>
                  <a:lnTo>
                    <a:pt x="14322" y="343224"/>
                  </a:lnTo>
                  <a:lnTo>
                    <a:pt x="15178" y="421654"/>
                  </a:lnTo>
                  <a:lnTo>
                    <a:pt x="16033" y="433675"/>
                  </a:lnTo>
                  <a:lnTo>
                    <a:pt x="16889" y="487380"/>
                  </a:lnTo>
                  <a:lnTo>
                    <a:pt x="17745" y="516401"/>
                  </a:lnTo>
                  <a:lnTo>
                    <a:pt x="18600" y="481112"/>
                  </a:lnTo>
                  <a:lnTo>
                    <a:pt x="19456" y="420625"/>
                  </a:lnTo>
                  <a:lnTo>
                    <a:pt x="20311" y="412269"/>
                  </a:lnTo>
                  <a:lnTo>
                    <a:pt x="21167" y="439650"/>
                  </a:lnTo>
                  <a:lnTo>
                    <a:pt x="22022" y="372603"/>
                  </a:lnTo>
                  <a:lnTo>
                    <a:pt x="22878" y="302636"/>
                  </a:lnTo>
                  <a:lnTo>
                    <a:pt x="23733" y="267585"/>
                  </a:lnTo>
                  <a:lnTo>
                    <a:pt x="24589" y="220849"/>
                  </a:lnTo>
                  <a:lnTo>
                    <a:pt x="25444" y="122874"/>
                  </a:lnTo>
                  <a:lnTo>
                    <a:pt x="26300" y="19030"/>
                  </a:lnTo>
                  <a:lnTo>
                    <a:pt x="27155" y="21825"/>
                  </a:lnTo>
                  <a:lnTo>
                    <a:pt x="28011" y="102641"/>
                  </a:lnTo>
                  <a:lnTo>
                    <a:pt x="28866" y="174868"/>
                  </a:lnTo>
                  <a:lnTo>
                    <a:pt x="29722" y="268865"/>
                  </a:lnTo>
                  <a:lnTo>
                    <a:pt x="30577" y="357524"/>
                  </a:lnTo>
                  <a:lnTo>
                    <a:pt x="31433" y="438768"/>
                  </a:lnTo>
                  <a:lnTo>
                    <a:pt x="32289" y="549129"/>
                  </a:lnTo>
                  <a:lnTo>
                    <a:pt x="33144" y="593007"/>
                  </a:lnTo>
                  <a:lnTo>
                    <a:pt x="34000" y="596931"/>
                  </a:lnTo>
                  <a:lnTo>
                    <a:pt x="34855" y="610156"/>
                  </a:lnTo>
                  <a:lnTo>
                    <a:pt x="35711" y="646627"/>
                  </a:lnTo>
                  <a:lnTo>
                    <a:pt x="36566" y="683026"/>
                  </a:lnTo>
                  <a:lnTo>
                    <a:pt x="37422" y="683026"/>
                  </a:lnTo>
                  <a:lnTo>
                    <a:pt x="38277" y="683026"/>
                  </a:lnTo>
                  <a:lnTo>
                    <a:pt x="39133" y="683026"/>
                  </a:lnTo>
                  <a:lnTo>
                    <a:pt x="39988" y="683026"/>
                  </a:lnTo>
                  <a:lnTo>
                    <a:pt x="40844" y="683026"/>
                  </a:lnTo>
                  <a:lnTo>
                    <a:pt x="41699" y="683026"/>
                  </a:lnTo>
                  <a:lnTo>
                    <a:pt x="42555" y="683026"/>
                  </a:lnTo>
                  <a:lnTo>
                    <a:pt x="43410" y="683026"/>
                  </a:lnTo>
                  <a:lnTo>
                    <a:pt x="44266" y="683026"/>
                  </a:lnTo>
                  <a:lnTo>
                    <a:pt x="45121" y="683026"/>
                  </a:lnTo>
                  <a:lnTo>
                    <a:pt x="45977" y="683026"/>
                  </a:lnTo>
                  <a:lnTo>
                    <a:pt x="46832" y="688118"/>
                  </a:lnTo>
                  <a:lnTo>
                    <a:pt x="47688" y="715856"/>
                  </a:lnTo>
                  <a:lnTo>
                    <a:pt x="48544" y="726348"/>
                  </a:lnTo>
                  <a:lnTo>
                    <a:pt x="48737" y="72841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6005136" y="401313"/>
              <a:ext cx="749031" cy="2861163"/>
            </a:xfrm>
            <a:custGeom>
              <a:avLst/>
              <a:pathLst>
                <a:path w="749031" h="2861163">
                  <a:moveTo>
                    <a:pt x="0" y="2861163"/>
                  </a:moveTo>
                  <a:lnTo>
                    <a:pt x="724" y="2821971"/>
                  </a:lnTo>
                  <a:lnTo>
                    <a:pt x="1580" y="2734244"/>
                  </a:lnTo>
                  <a:lnTo>
                    <a:pt x="2435" y="2675427"/>
                  </a:lnTo>
                  <a:lnTo>
                    <a:pt x="3291" y="2582160"/>
                  </a:lnTo>
                  <a:lnTo>
                    <a:pt x="4146" y="2434362"/>
                  </a:lnTo>
                  <a:lnTo>
                    <a:pt x="5002" y="2326033"/>
                  </a:lnTo>
                  <a:lnTo>
                    <a:pt x="5858" y="2295038"/>
                  </a:lnTo>
                  <a:lnTo>
                    <a:pt x="6713" y="2345493"/>
                  </a:lnTo>
                  <a:lnTo>
                    <a:pt x="7569" y="2391443"/>
                  </a:lnTo>
                  <a:lnTo>
                    <a:pt x="8424" y="2368718"/>
                  </a:lnTo>
                  <a:lnTo>
                    <a:pt x="9280" y="2428618"/>
                  </a:lnTo>
                  <a:lnTo>
                    <a:pt x="10135" y="2443222"/>
                  </a:lnTo>
                  <a:lnTo>
                    <a:pt x="10991" y="2376631"/>
                  </a:lnTo>
                  <a:lnTo>
                    <a:pt x="11846" y="2268677"/>
                  </a:lnTo>
                  <a:lnTo>
                    <a:pt x="12702" y="2183826"/>
                  </a:lnTo>
                  <a:lnTo>
                    <a:pt x="13557" y="2169400"/>
                  </a:lnTo>
                  <a:lnTo>
                    <a:pt x="14413" y="2064840"/>
                  </a:lnTo>
                  <a:lnTo>
                    <a:pt x="15268" y="1996558"/>
                  </a:lnTo>
                  <a:lnTo>
                    <a:pt x="16124" y="2050944"/>
                  </a:lnTo>
                  <a:lnTo>
                    <a:pt x="16979" y="2118423"/>
                  </a:lnTo>
                  <a:lnTo>
                    <a:pt x="17835" y="2130111"/>
                  </a:lnTo>
                  <a:lnTo>
                    <a:pt x="18690" y="2164537"/>
                  </a:lnTo>
                  <a:lnTo>
                    <a:pt x="19546" y="2280963"/>
                  </a:lnTo>
                  <a:lnTo>
                    <a:pt x="20401" y="2402168"/>
                  </a:lnTo>
                  <a:lnTo>
                    <a:pt x="21257" y="2416503"/>
                  </a:lnTo>
                  <a:lnTo>
                    <a:pt x="22113" y="2389263"/>
                  </a:lnTo>
                  <a:lnTo>
                    <a:pt x="22968" y="2389308"/>
                  </a:lnTo>
                  <a:lnTo>
                    <a:pt x="23824" y="2430445"/>
                  </a:lnTo>
                  <a:lnTo>
                    <a:pt x="24679" y="2446618"/>
                  </a:lnTo>
                  <a:lnTo>
                    <a:pt x="25535" y="2297374"/>
                  </a:lnTo>
                  <a:lnTo>
                    <a:pt x="26390" y="2233075"/>
                  </a:lnTo>
                  <a:lnTo>
                    <a:pt x="27246" y="2257722"/>
                  </a:lnTo>
                  <a:lnTo>
                    <a:pt x="28101" y="2248173"/>
                  </a:lnTo>
                  <a:lnTo>
                    <a:pt x="28957" y="2142664"/>
                  </a:lnTo>
                  <a:lnTo>
                    <a:pt x="29812" y="2075846"/>
                  </a:lnTo>
                  <a:lnTo>
                    <a:pt x="30668" y="2126849"/>
                  </a:lnTo>
                  <a:lnTo>
                    <a:pt x="31523" y="2082134"/>
                  </a:lnTo>
                  <a:lnTo>
                    <a:pt x="32379" y="1982996"/>
                  </a:lnTo>
                  <a:lnTo>
                    <a:pt x="33234" y="1862149"/>
                  </a:lnTo>
                  <a:lnTo>
                    <a:pt x="34090" y="1779926"/>
                  </a:lnTo>
                  <a:lnTo>
                    <a:pt x="34945" y="1719279"/>
                  </a:lnTo>
                  <a:lnTo>
                    <a:pt x="35801" y="1784396"/>
                  </a:lnTo>
                  <a:lnTo>
                    <a:pt x="36657" y="1880512"/>
                  </a:lnTo>
                  <a:lnTo>
                    <a:pt x="37512" y="1984918"/>
                  </a:lnTo>
                  <a:lnTo>
                    <a:pt x="38368" y="2137359"/>
                  </a:lnTo>
                  <a:lnTo>
                    <a:pt x="39223" y="2259996"/>
                  </a:lnTo>
                  <a:lnTo>
                    <a:pt x="40079" y="2327108"/>
                  </a:lnTo>
                  <a:lnTo>
                    <a:pt x="40934" y="2299694"/>
                  </a:lnTo>
                  <a:lnTo>
                    <a:pt x="41790" y="2310973"/>
                  </a:lnTo>
                  <a:lnTo>
                    <a:pt x="42645" y="2330559"/>
                  </a:lnTo>
                  <a:lnTo>
                    <a:pt x="43501" y="2357790"/>
                  </a:lnTo>
                  <a:lnTo>
                    <a:pt x="44356" y="2338329"/>
                  </a:lnTo>
                  <a:lnTo>
                    <a:pt x="45212" y="2317106"/>
                  </a:lnTo>
                  <a:lnTo>
                    <a:pt x="46067" y="2375398"/>
                  </a:lnTo>
                  <a:lnTo>
                    <a:pt x="46923" y="2364092"/>
                  </a:lnTo>
                  <a:lnTo>
                    <a:pt x="47778" y="2367541"/>
                  </a:lnTo>
                  <a:lnTo>
                    <a:pt x="48634" y="2330077"/>
                  </a:lnTo>
                  <a:lnTo>
                    <a:pt x="49489" y="2280217"/>
                  </a:lnTo>
                  <a:lnTo>
                    <a:pt x="50345" y="2248637"/>
                  </a:lnTo>
                  <a:lnTo>
                    <a:pt x="51200" y="2150025"/>
                  </a:lnTo>
                  <a:lnTo>
                    <a:pt x="52056" y="2071790"/>
                  </a:lnTo>
                  <a:lnTo>
                    <a:pt x="52912" y="2033913"/>
                  </a:lnTo>
                  <a:lnTo>
                    <a:pt x="53767" y="2072580"/>
                  </a:lnTo>
                  <a:lnTo>
                    <a:pt x="54623" y="2138589"/>
                  </a:lnTo>
                  <a:lnTo>
                    <a:pt x="55478" y="2211359"/>
                  </a:lnTo>
                  <a:lnTo>
                    <a:pt x="56334" y="2249531"/>
                  </a:lnTo>
                  <a:lnTo>
                    <a:pt x="57189" y="2302271"/>
                  </a:lnTo>
                  <a:lnTo>
                    <a:pt x="58045" y="2297004"/>
                  </a:lnTo>
                  <a:lnTo>
                    <a:pt x="58900" y="2252999"/>
                  </a:lnTo>
                  <a:lnTo>
                    <a:pt x="59756" y="2364798"/>
                  </a:lnTo>
                  <a:lnTo>
                    <a:pt x="60611" y="2408779"/>
                  </a:lnTo>
                  <a:lnTo>
                    <a:pt x="61467" y="2316199"/>
                  </a:lnTo>
                  <a:lnTo>
                    <a:pt x="62322" y="2229432"/>
                  </a:lnTo>
                  <a:lnTo>
                    <a:pt x="63178" y="2140488"/>
                  </a:lnTo>
                  <a:lnTo>
                    <a:pt x="64033" y="2101868"/>
                  </a:lnTo>
                  <a:lnTo>
                    <a:pt x="64889" y="1939357"/>
                  </a:lnTo>
                  <a:lnTo>
                    <a:pt x="65744" y="1800786"/>
                  </a:lnTo>
                  <a:lnTo>
                    <a:pt x="66600" y="1766858"/>
                  </a:lnTo>
                  <a:lnTo>
                    <a:pt x="67455" y="1795116"/>
                  </a:lnTo>
                  <a:lnTo>
                    <a:pt x="68311" y="1875362"/>
                  </a:lnTo>
                  <a:lnTo>
                    <a:pt x="69167" y="1863110"/>
                  </a:lnTo>
                  <a:lnTo>
                    <a:pt x="70022" y="1852241"/>
                  </a:lnTo>
                  <a:lnTo>
                    <a:pt x="70878" y="1915238"/>
                  </a:lnTo>
                  <a:lnTo>
                    <a:pt x="71733" y="2039518"/>
                  </a:lnTo>
                  <a:lnTo>
                    <a:pt x="72589" y="2137529"/>
                  </a:lnTo>
                  <a:lnTo>
                    <a:pt x="73444" y="2163650"/>
                  </a:lnTo>
                  <a:lnTo>
                    <a:pt x="74300" y="2197918"/>
                  </a:lnTo>
                  <a:lnTo>
                    <a:pt x="75155" y="2206195"/>
                  </a:lnTo>
                  <a:lnTo>
                    <a:pt x="76011" y="2125811"/>
                  </a:lnTo>
                  <a:lnTo>
                    <a:pt x="76866" y="2008222"/>
                  </a:lnTo>
                  <a:lnTo>
                    <a:pt x="77722" y="1892673"/>
                  </a:lnTo>
                  <a:lnTo>
                    <a:pt x="78577" y="1765167"/>
                  </a:lnTo>
                  <a:lnTo>
                    <a:pt x="79433" y="1607966"/>
                  </a:lnTo>
                  <a:lnTo>
                    <a:pt x="80288" y="1573667"/>
                  </a:lnTo>
                  <a:lnTo>
                    <a:pt x="81144" y="1601987"/>
                  </a:lnTo>
                  <a:lnTo>
                    <a:pt x="81999" y="1638602"/>
                  </a:lnTo>
                  <a:lnTo>
                    <a:pt x="82855" y="1728506"/>
                  </a:lnTo>
                  <a:lnTo>
                    <a:pt x="83711" y="1869810"/>
                  </a:lnTo>
                  <a:lnTo>
                    <a:pt x="84566" y="1999359"/>
                  </a:lnTo>
                  <a:lnTo>
                    <a:pt x="85422" y="2058571"/>
                  </a:lnTo>
                  <a:lnTo>
                    <a:pt x="86277" y="2091552"/>
                  </a:lnTo>
                  <a:lnTo>
                    <a:pt x="87133" y="2096632"/>
                  </a:lnTo>
                  <a:lnTo>
                    <a:pt x="87988" y="2033877"/>
                  </a:lnTo>
                  <a:lnTo>
                    <a:pt x="88844" y="1877850"/>
                  </a:lnTo>
                  <a:lnTo>
                    <a:pt x="89699" y="1876418"/>
                  </a:lnTo>
                  <a:lnTo>
                    <a:pt x="90555" y="1900490"/>
                  </a:lnTo>
                  <a:lnTo>
                    <a:pt x="91410" y="1843397"/>
                  </a:lnTo>
                  <a:lnTo>
                    <a:pt x="92266" y="1806638"/>
                  </a:lnTo>
                  <a:lnTo>
                    <a:pt x="93121" y="1785420"/>
                  </a:lnTo>
                  <a:lnTo>
                    <a:pt x="93977" y="1808135"/>
                  </a:lnTo>
                  <a:lnTo>
                    <a:pt x="94832" y="1772610"/>
                  </a:lnTo>
                  <a:lnTo>
                    <a:pt x="95688" y="1671143"/>
                  </a:lnTo>
                  <a:lnTo>
                    <a:pt x="96543" y="1651895"/>
                  </a:lnTo>
                  <a:lnTo>
                    <a:pt x="97399" y="1651699"/>
                  </a:lnTo>
                  <a:lnTo>
                    <a:pt x="98254" y="1696072"/>
                  </a:lnTo>
                  <a:lnTo>
                    <a:pt x="99110" y="1676289"/>
                  </a:lnTo>
                  <a:lnTo>
                    <a:pt x="99966" y="1621746"/>
                  </a:lnTo>
                  <a:lnTo>
                    <a:pt x="100821" y="1688387"/>
                  </a:lnTo>
                  <a:lnTo>
                    <a:pt x="101677" y="1795631"/>
                  </a:lnTo>
                  <a:lnTo>
                    <a:pt x="102532" y="1834971"/>
                  </a:lnTo>
                  <a:lnTo>
                    <a:pt x="103388" y="1855164"/>
                  </a:lnTo>
                  <a:lnTo>
                    <a:pt x="104243" y="1943932"/>
                  </a:lnTo>
                  <a:lnTo>
                    <a:pt x="105099" y="1966330"/>
                  </a:lnTo>
                  <a:lnTo>
                    <a:pt x="105954" y="2055851"/>
                  </a:lnTo>
                  <a:lnTo>
                    <a:pt x="106810" y="2108806"/>
                  </a:lnTo>
                  <a:lnTo>
                    <a:pt x="107665" y="2081855"/>
                  </a:lnTo>
                  <a:lnTo>
                    <a:pt x="108521" y="1936660"/>
                  </a:lnTo>
                  <a:lnTo>
                    <a:pt x="109376" y="1759377"/>
                  </a:lnTo>
                  <a:lnTo>
                    <a:pt x="110232" y="1633883"/>
                  </a:lnTo>
                  <a:lnTo>
                    <a:pt x="111087" y="1406475"/>
                  </a:lnTo>
                  <a:lnTo>
                    <a:pt x="111943" y="1191315"/>
                  </a:lnTo>
                  <a:lnTo>
                    <a:pt x="112798" y="1105094"/>
                  </a:lnTo>
                  <a:lnTo>
                    <a:pt x="113654" y="1102450"/>
                  </a:lnTo>
                  <a:lnTo>
                    <a:pt x="114509" y="1140472"/>
                  </a:lnTo>
                  <a:lnTo>
                    <a:pt x="115365" y="1213223"/>
                  </a:lnTo>
                  <a:lnTo>
                    <a:pt x="116221" y="1342395"/>
                  </a:lnTo>
                  <a:lnTo>
                    <a:pt x="117076" y="1525969"/>
                  </a:lnTo>
                  <a:lnTo>
                    <a:pt x="117932" y="1686676"/>
                  </a:lnTo>
                  <a:lnTo>
                    <a:pt x="118787" y="1822433"/>
                  </a:lnTo>
                  <a:lnTo>
                    <a:pt x="119643" y="2006489"/>
                  </a:lnTo>
                  <a:lnTo>
                    <a:pt x="120498" y="2220375"/>
                  </a:lnTo>
                  <a:lnTo>
                    <a:pt x="121354" y="2323053"/>
                  </a:lnTo>
                  <a:lnTo>
                    <a:pt x="122209" y="2308069"/>
                  </a:lnTo>
                  <a:lnTo>
                    <a:pt x="123065" y="2285126"/>
                  </a:lnTo>
                  <a:lnTo>
                    <a:pt x="123920" y="2240446"/>
                  </a:lnTo>
                  <a:lnTo>
                    <a:pt x="124776" y="2127923"/>
                  </a:lnTo>
                  <a:lnTo>
                    <a:pt x="125631" y="1931875"/>
                  </a:lnTo>
                  <a:lnTo>
                    <a:pt x="126487" y="1764733"/>
                  </a:lnTo>
                  <a:lnTo>
                    <a:pt x="127342" y="1608531"/>
                  </a:lnTo>
                  <a:lnTo>
                    <a:pt x="128198" y="1443031"/>
                  </a:lnTo>
                  <a:lnTo>
                    <a:pt x="129053" y="1366379"/>
                  </a:lnTo>
                  <a:lnTo>
                    <a:pt x="129909" y="1432062"/>
                  </a:lnTo>
                  <a:lnTo>
                    <a:pt x="130765" y="1497825"/>
                  </a:lnTo>
                  <a:lnTo>
                    <a:pt x="131620" y="1576571"/>
                  </a:lnTo>
                  <a:lnTo>
                    <a:pt x="132476" y="1746739"/>
                  </a:lnTo>
                  <a:lnTo>
                    <a:pt x="133331" y="1927755"/>
                  </a:lnTo>
                  <a:lnTo>
                    <a:pt x="134187" y="2029617"/>
                  </a:lnTo>
                  <a:lnTo>
                    <a:pt x="135042" y="2075075"/>
                  </a:lnTo>
                  <a:lnTo>
                    <a:pt x="135898" y="2114453"/>
                  </a:lnTo>
                  <a:lnTo>
                    <a:pt x="136753" y="2089760"/>
                  </a:lnTo>
                  <a:lnTo>
                    <a:pt x="137609" y="2035674"/>
                  </a:lnTo>
                  <a:lnTo>
                    <a:pt x="138464" y="2036027"/>
                  </a:lnTo>
                  <a:lnTo>
                    <a:pt x="139320" y="2026581"/>
                  </a:lnTo>
                  <a:lnTo>
                    <a:pt x="140175" y="2001045"/>
                  </a:lnTo>
                  <a:lnTo>
                    <a:pt x="141031" y="2031432"/>
                  </a:lnTo>
                  <a:lnTo>
                    <a:pt x="141886" y="2120962"/>
                  </a:lnTo>
                  <a:lnTo>
                    <a:pt x="142742" y="2212074"/>
                  </a:lnTo>
                  <a:lnTo>
                    <a:pt x="143597" y="2266526"/>
                  </a:lnTo>
                  <a:lnTo>
                    <a:pt x="144453" y="2317111"/>
                  </a:lnTo>
                  <a:lnTo>
                    <a:pt x="145308" y="2268978"/>
                  </a:lnTo>
                  <a:lnTo>
                    <a:pt x="146164" y="2173841"/>
                  </a:lnTo>
                  <a:lnTo>
                    <a:pt x="147020" y="2054840"/>
                  </a:lnTo>
                  <a:lnTo>
                    <a:pt x="147875" y="2021777"/>
                  </a:lnTo>
                  <a:lnTo>
                    <a:pt x="148731" y="2080644"/>
                  </a:lnTo>
                  <a:lnTo>
                    <a:pt x="149586" y="2076785"/>
                  </a:lnTo>
                  <a:lnTo>
                    <a:pt x="150442" y="2103712"/>
                  </a:lnTo>
                  <a:lnTo>
                    <a:pt x="151297" y="2112845"/>
                  </a:lnTo>
                  <a:lnTo>
                    <a:pt x="152153" y="2094445"/>
                  </a:lnTo>
                  <a:lnTo>
                    <a:pt x="153008" y="2028608"/>
                  </a:lnTo>
                  <a:lnTo>
                    <a:pt x="153864" y="1907928"/>
                  </a:lnTo>
                  <a:lnTo>
                    <a:pt x="154719" y="1901824"/>
                  </a:lnTo>
                  <a:lnTo>
                    <a:pt x="155575" y="1936756"/>
                  </a:lnTo>
                  <a:lnTo>
                    <a:pt x="156430" y="1966626"/>
                  </a:lnTo>
                  <a:lnTo>
                    <a:pt x="157286" y="2062368"/>
                  </a:lnTo>
                  <a:lnTo>
                    <a:pt x="158141" y="2182062"/>
                  </a:lnTo>
                  <a:lnTo>
                    <a:pt x="158997" y="2219552"/>
                  </a:lnTo>
                  <a:lnTo>
                    <a:pt x="159852" y="2205365"/>
                  </a:lnTo>
                  <a:lnTo>
                    <a:pt x="160708" y="2182075"/>
                  </a:lnTo>
                  <a:lnTo>
                    <a:pt x="161563" y="2271112"/>
                  </a:lnTo>
                  <a:lnTo>
                    <a:pt x="162419" y="2278309"/>
                  </a:lnTo>
                  <a:lnTo>
                    <a:pt x="163275" y="2155260"/>
                  </a:lnTo>
                  <a:lnTo>
                    <a:pt x="164130" y="2140446"/>
                  </a:lnTo>
                  <a:lnTo>
                    <a:pt x="164986" y="2140906"/>
                  </a:lnTo>
                  <a:lnTo>
                    <a:pt x="165841" y="2163302"/>
                  </a:lnTo>
                  <a:lnTo>
                    <a:pt x="166697" y="2113022"/>
                  </a:lnTo>
                  <a:lnTo>
                    <a:pt x="167552" y="2040983"/>
                  </a:lnTo>
                  <a:lnTo>
                    <a:pt x="168408" y="2069589"/>
                  </a:lnTo>
                  <a:lnTo>
                    <a:pt x="169263" y="2033955"/>
                  </a:lnTo>
                  <a:lnTo>
                    <a:pt x="170119" y="1970280"/>
                  </a:lnTo>
                  <a:lnTo>
                    <a:pt x="170974" y="1888108"/>
                  </a:lnTo>
                  <a:lnTo>
                    <a:pt x="171830" y="1863821"/>
                  </a:lnTo>
                  <a:lnTo>
                    <a:pt x="172685" y="1879054"/>
                  </a:lnTo>
                  <a:lnTo>
                    <a:pt x="173541" y="1831385"/>
                  </a:lnTo>
                  <a:lnTo>
                    <a:pt x="174396" y="1823000"/>
                  </a:lnTo>
                  <a:lnTo>
                    <a:pt x="175252" y="1858315"/>
                  </a:lnTo>
                  <a:lnTo>
                    <a:pt x="176107" y="1914086"/>
                  </a:lnTo>
                  <a:lnTo>
                    <a:pt x="176963" y="1983325"/>
                  </a:lnTo>
                  <a:lnTo>
                    <a:pt x="177818" y="2060508"/>
                  </a:lnTo>
                  <a:lnTo>
                    <a:pt x="178674" y="2100105"/>
                  </a:lnTo>
                  <a:lnTo>
                    <a:pt x="179530" y="2117853"/>
                  </a:lnTo>
                  <a:lnTo>
                    <a:pt x="180385" y="2182329"/>
                  </a:lnTo>
                  <a:lnTo>
                    <a:pt x="181241" y="2241184"/>
                  </a:lnTo>
                  <a:lnTo>
                    <a:pt x="182096" y="2230180"/>
                  </a:lnTo>
                  <a:lnTo>
                    <a:pt x="182952" y="2284912"/>
                  </a:lnTo>
                  <a:lnTo>
                    <a:pt x="183807" y="2368389"/>
                  </a:lnTo>
                  <a:lnTo>
                    <a:pt x="184663" y="2432287"/>
                  </a:lnTo>
                  <a:lnTo>
                    <a:pt x="185518" y="2398041"/>
                  </a:lnTo>
                  <a:lnTo>
                    <a:pt x="186374" y="2434618"/>
                  </a:lnTo>
                  <a:lnTo>
                    <a:pt x="187229" y="2437281"/>
                  </a:lnTo>
                  <a:lnTo>
                    <a:pt x="188085" y="2293871"/>
                  </a:lnTo>
                  <a:lnTo>
                    <a:pt x="188940" y="2179039"/>
                  </a:lnTo>
                  <a:lnTo>
                    <a:pt x="189796" y="2181821"/>
                  </a:lnTo>
                  <a:lnTo>
                    <a:pt x="190651" y="2236735"/>
                  </a:lnTo>
                  <a:lnTo>
                    <a:pt x="191507" y="2193717"/>
                  </a:lnTo>
                  <a:lnTo>
                    <a:pt x="192362" y="2189150"/>
                  </a:lnTo>
                  <a:lnTo>
                    <a:pt x="193218" y="2234063"/>
                  </a:lnTo>
                  <a:lnTo>
                    <a:pt x="194074" y="2272391"/>
                  </a:lnTo>
                  <a:lnTo>
                    <a:pt x="194929" y="2202248"/>
                  </a:lnTo>
                  <a:lnTo>
                    <a:pt x="195785" y="2130494"/>
                  </a:lnTo>
                  <a:lnTo>
                    <a:pt x="196640" y="2008935"/>
                  </a:lnTo>
                  <a:lnTo>
                    <a:pt x="197496" y="1876170"/>
                  </a:lnTo>
                  <a:lnTo>
                    <a:pt x="198351" y="1842603"/>
                  </a:lnTo>
                  <a:lnTo>
                    <a:pt x="199207" y="1817445"/>
                  </a:lnTo>
                  <a:lnTo>
                    <a:pt x="200062" y="1866931"/>
                  </a:lnTo>
                  <a:lnTo>
                    <a:pt x="200918" y="1922235"/>
                  </a:lnTo>
                  <a:lnTo>
                    <a:pt x="201773" y="2025572"/>
                  </a:lnTo>
                  <a:lnTo>
                    <a:pt x="202629" y="2176253"/>
                  </a:lnTo>
                  <a:lnTo>
                    <a:pt x="203484" y="2265786"/>
                  </a:lnTo>
                  <a:lnTo>
                    <a:pt x="204340" y="2281330"/>
                  </a:lnTo>
                  <a:lnTo>
                    <a:pt x="205195" y="2185530"/>
                  </a:lnTo>
                  <a:lnTo>
                    <a:pt x="206051" y="2074994"/>
                  </a:lnTo>
                  <a:lnTo>
                    <a:pt x="206906" y="1987119"/>
                  </a:lnTo>
                  <a:lnTo>
                    <a:pt x="207762" y="1844795"/>
                  </a:lnTo>
                  <a:lnTo>
                    <a:pt x="208617" y="1687448"/>
                  </a:lnTo>
                  <a:lnTo>
                    <a:pt x="209473" y="1591406"/>
                  </a:lnTo>
                  <a:lnTo>
                    <a:pt x="210329" y="1590876"/>
                  </a:lnTo>
                  <a:lnTo>
                    <a:pt x="211184" y="1583497"/>
                  </a:lnTo>
                  <a:lnTo>
                    <a:pt x="212040" y="1621563"/>
                  </a:lnTo>
                  <a:lnTo>
                    <a:pt x="212895" y="1662700"/>
                  </a:lnTo>
                  <a:lnTo>
                    <a:pt x="213751" y="1618616"/>
                  </a:lnTo>
                  <a:lnTo>
                    <a:pt x="214606" y="1595017"/>
                  </a:lnTo>
                  <a:lnTo>
                    <a:pt x="215462" y="1542914"/>
                  </a:lnTo>
                  <a:lnTo>
                    <a:pt x="216317" y="1559345"/>
                  </a:lnTo>
                  <a:lnTo>
                    <a:pt x="217173" y="1572285"/>
                  </a:lnTo>
                  <a:lnTo>
                    <a:pt x="218028" y="1638967"/>
                  </a:lnTo>
                  <a:lnTo>
                    <a:pt x="218884" y="1819793"/>
                  </a:lnTo>
                  <a:lnTo>
                    <a:pt x="219739" y="1959138"/>
                  </a:lnTo>
                  <a:lnTo>
                    <a:pt x="220595" y="2067047"/>
                  </a:lnTo>
                  <a:lnTo>
                    <a:pt x="221450" y="2107444"/>
                  </a:lnTo>
                  <a:lnTo>
                    <a:pt x="222306" y="2046505"/>
                  </a:lnTo>
                  <a:lnTo>
                    <a:pt x="223161" y="1981436"/>
                  </a:lnTo>
                  <a:lnTo>
                    <a:pt x="224017" y="1947187"/>
                  </a:lnTo>
                  <a:lnTo>
                    <a:pt x="224872" y="1913427"/>
                  </a:lnTo>
                  <a:lnTo>
                    <a:pt x="225728" y="1895777"/>
                  </a:lnTo>
                  <a:lnTo>
                    <a:pt x="226584" y="1796370"/>
                  </a:lnTo>
                  <a:lnTo>
                    <a:pt x="227439" y="1701415"/>
                  </a:lnTo>
                  <a:lnTo>
                    <a:pt x="228295" y="1641609"/>
                  </a:lnTo>
                  <a:lnTo>
                    <a:pt x="229150" y="1634913"/>
                  </a:lnTo>
                  <a:lnTo>
                    <a:pt x="230006" y="1686769"/>
                  </a:lnTo>
                  <a:lnTo>
                    <a:pt x="230861" y="1723805"/>
                  </a:lnTo>
                  <a:lnTo>
                    <a:pt x="231717" y="1898931"/>
                  </a:lnTo>
                  <a:lnTo>
                    <a:pt x="232572" y="2055379"/>
                  </a:lnTo>
                  <a:lnTo>
                    <a:pt x="233428" y="2121246"/>
                  </a:lnTo>
                  <a:lnTo>
                    <a:pt x="234283" y="2123967"/>
                  </a:lnTo>
                  <a:lnTo>
                    <a:pt x="235139" y="2065397"/>
                  </a:lnTo>
                  <a:lnTo>
                    <a:pt x="235994" y="2077316"/>
                  </a:lnTo>
                  <a:lnTo>
                    <a:pt x="236850" y="2044967"/>
                  </a:lnTo>
                  <a:lnTo>
                    <a:pt x="237705" y="2013452"/>
                  </a:lnTo>
                  <a:lnTo>
                    <a:pt x="238561" y="2010299"/>
                  </a:lnTo>
                  <a:lnTo>
                    <a:pt x="239416" y="2015301"/>
                  </a:lnTo>
                  <a:lnTo>
                    <a:pt x="240272" y="2057174"/>
                  </a:lnTo>
                  <a:lnTo>
                    <a:pt x="241128" y="1998323"/>
                  </a:lnTo>
                  <a:lnTo>
                    <a:pt x="241983" y="1975575"/>
                  </a:lnTo>
                  <a:lnTo>
                    <a:pt x="242839" y="1992285"/>
                  </a:lnTo>
                  <a:lnTo>
                    <a:pt x="243694" y="2027229"/>
                  </a:lnTo>
                  <a:lnTo>
                    <a:pt x="244550" y="2063423"/>
                  </a:lnTo>
                  <a:lnTo>
                    <a:pt x="245405" y="2045790"/>
                  </a:lnTo>
                  <a:lnTo>
                    <a:pt x="246261" y="2085274"/>
                  </a:lnTo>
                  <a:lnTo>
                    <a:pt x="247116" y="2135722"/>
                  </a:lnTo>
                  <a:lnTo>
                    <a:pt x="247972" y="2198776"/>
                  </a:lnTo>
                  <a:lnTo>
                    <a:pt x="248827" y="2296310"/>
                  </a:lnTo>
                  <a:lnTo>
                    <a:pt x="249683" y="2363422"/>
                  </a:lnTo>
                  <a:lnTo>
                    <a:pt x="250538" y="2475933"/>
                  </a:lnTo>
                  <a:lnTo>
                    <a:pt x="251394" y="2545461"/>
                  </a:lnTo>
                  <a:lnTo>
                    <a:pt x="252249" y="2555962"/>
                  </a:lnTo>
                  <a:lnTo>
                    <a:pt x="253105" y="2524259"/>
                  </a:lnTo>
                  <a:lnTo>
                    <a:pt x="253960" y="2434525"/>
                  </a:lnTo>
                  <a:lnTo>
                    <a:pt x="254816" y="2386931"/>
                  </a:lnTo>
                  <a:lnTo>
                    <a:pt x="255671" y="2367228"/>
                  </a:lnTo>
                  <a:lnTo>
                    <a:pt x="256527" y="2404487"/>
                  </a:lnTo>
                  <a:lnTo>
                    <a:pt x="257383" y="2416255"/>
                  </a:lnTo>
                  <a:lnTo>
                    <a:pt x="258238" y="2331581"/>
                  </a:lnTo>
                  <a:lnTo>
                    <a:pt x="259094" y="2192777"/>
                  </a:lnTo>
                  <a:lnTo>
                    <a:pt x="259949" y="2088944"/>
                  </a:lnTo>
                  <a:lnTo>
                    <a:pt x="260805" y="2038108"/>
                  </a:lnTo>
                  <a:lnTo>
                    <a:pt x="261660" y="2033843"/>
                  </a:lnTo>
                  <a:lnTo>
                    <a:pt x="262516" y="2047790"/>
                  </a:lnTo>
                  <a:lnTo>
                    <a:pt x="263371" y="2216946"/>
                  </a:lnTo>
                  <a:lnTo>
                    <a:pt x="264227" y="2384786"/>
                  </a:lnTo>
                  <a:lnTo>
                    <a:pt x="265082" y="2455322"/>
                  </a:lnTo>
                  <a:lnTo>
                    <a:pt x="265938" y="2431854"/>
                  </a:lnTo>
                  <a:lnTo>
                    <a:pt x="266793" y="2316064"/>
                  </a:lnTo>
                  <a:lnTo>
                    <a:pt x="267649" y="2239232"/>
                  </a:lnTo>
                  <a:lnTo>
                    <a:pt x="268504" y="2085892"/>
                  </a:lnTo>
                  <a:lnTo>
                    <a:pt x="269360" y="2017988"/>
                  </a:lnTo>
                  <a:lnTo>
                    <a:pt x="270215" y="1958571"/>
                  </a:lnTo>
                  <a:lnTo>
                    <a:pt x="271071" y="1878478"/>
                  </a:lnTo>
                  <a:lnTo>
                    <a:pt x="271926" y="1807080"/>
                  </a:lnTo>
                  <a:lnTo>
                    <a:pt x="272782" y="1710997"/>
                  </a:lnTo>
                  <a:lnTo>
                    <a:pt x="273638" y="1688079"/>
                  </a:lnTo>
                  <a:lnTo>
                    <a:pt x="274493" y="1627559"/>
                  </a:lnTo>
                  <a:lnTo>
                    <a:pt x="275349" y="1578898"/>
                  </a:lnTo>
                  <a:lnTo>
                    <a:pt x="276204" y="1579597"/>
                  </a:lnTo>
                  <a:lnTo>
                    <a:pt x="277060" y="1580832"/>
                  </a:lnTo>
                  <a:lnTo>
                    <a:pt x="277915" y="1657786"/>
                  </a:lnTo>
                  <a:lnTo>
                    <a:pt x="278771" y="1852661"/>
                  </a:lnTo>
                  <a:lnTo>
                    <a:pt x="279626" y="1992343"/>
                  </a:lnTo>
                  <a:lnTo>
                    <a:pt x="280482" y="2037849"/>
                  </a:lnTo>
                  <a:lnTo>
                    <a:pt x="281337" y="2093429"/>
                  </a:lnTo>
                  <a:lnTo>
                    <a:pt x="282193" y="2089580"/>
                  </a:lnTo>
                  <a:lnTo>
                    <a:pt x="283048" y="1952149"/>
                  </a:lnTo>
                  <a:lnTo>
                    <a:pt x="283904" y="1707841"/>
                  </a:lnTo>
                  <a:lnTo>
                    <a:pt x="284759" y="1521031"/>
                  </a:lnTo>
                  <a:lnTo>
                    <a:pt x="285615" y="1523550"/>
                  </a:lnTo>
                  <a:lnTo>
                    <a:pt x="286470" y="1540853"/>
                  </a:lnTo>
                  <a:lnTo>
                    <a:pt x="287326" y="1503097"/>
                  </a:lnTo>
                  <a:lnTo>
                    <a:pt x="288182" y="1491023"/>
                  </a:lnTo>
                  <a:lnTo>
                    <a:pt x="289037" y="1441626"/>
                  </a:lnTo>
                  <a:lnTo>
                    <a:pt x="289893" y="1429108"/>
                  </a:lnTo>
                  <a:lnTo>
                    <a:pt x="290748" y="1278659"/>
                  </a:lnTo>
                  <a:lnTo>
                    <a:pt x="291604" y="1071929"/>
                  </a:lnTo>
                  <a:lnTo>
                    <a:pt x="292459" y="998659"/>
                  </a:lnTo>
                  <a:lnTo>
                    <a:pt x="293315" y="1003870"/>
                  </a:lnTo>
                  <a:lnTo>
                    <a:pt x="294170" y="1043492"/>
                  </a:lnTo>
                  <a:lnTo>
                    <a:pt x="295026" y="1094772"/>
                  </a:lnTo>
                  <a:lnTo>
                    <a:pt x="295881" y="1243231"/>
                  </a:lnTo>
                  <a:lnTo>
                    <a:pt x="296737" y="1385964"/>
                  </a:lnTo>
                  <a:lnTo>
                    <a:pt x="297592" y="1503300"/>
                  </a:lnTo>
                  <a:lnTo>
                    <a:pt x="298448" y="1558305"/>
                  </a:lnTo>
                  <a:lnTo>
                    <a:pt x="299303" y="1572840"/>
                  </a:lnTo>
                  <a:lnTo>
                    <a:pt x="300159" y="1485720"/>
                  </a:lnTo>
                  <a:lnTo>
                    <a:pt x="301014" y="1320691"/>
                  </a:lnTo>
                  <a:lnTo>
                    <a:pt x="301870" y="1192891"/>
                  </a:lnTo>
                  <a:lnTo>
                    <a:pt x="302725" y="1125531"/>
                  </a:lnTo>
                  <a:lnTo>
                    <a:pt x="303581" y="1087590"/>
                  </a:lnTo>
                  <a:lnTo>
                    <a:pt x="304437" y="1077910"/>
                  </a:lnTo>
                  <a:lnTo>
                    <a:pt x="305292" y="1205903"/>
                  </a:lnTo>
                  <a:lnTo>
                    <a:pt x="306148" y="1330888"/>
                  </a:lnTo>
                  <a:lnTo>
                    <a:pt x="307003" y="1346663"/>
                  </a:lnTo>
                  <a:lnTo>
                    <a:pt x="307859" y="1316559"/>
                  </a:lnTo>
                  <a:lnTo>
                    <a:pt x="308714" y="1366552"/>
                  </a:lnTo>
                  <a:lnTo>
                    <a:pt x="309570" y="1475555"/>
                  </a:lnTo>
                  <a:lnTo>
                    <a:pt x="310425" y="1572521"/>
                  </a:lnTo>
                  <a:lnTo>
                    <a:pt x="311281" y="1661613"/>
                  </a:lnTo>
                  <a:lnTo>
                    <a:pt x="312136" y="1844879"/>
                  </a:lnTo>
                  <a:lnTo>
                    <a:pt x="312992" y="2034166"/>
                  </a:lnTo>
                  <a:lnTo>
                    <a:pt x="313847" y="2114723"/>
                  </a:lnTo>
                  <a:lnTo>
                    <a:pt x="314703" y="2129568"/>
                  </a:lnTo>
                  <a:lnTo>
                    <a:pt x="315558" y="1946621"/>
                  </a:lnTo>
                  <a:lnTo>
                    <a:pt x="316414" y="1786312"/>
                  </a:lnTo>
                  <a:lnTo>
                    <a:pt x="317269" y="1695133"/>
                  </a:lnTo>
                  <a:lnTo>
                    <a:pt x="318125" y="1632564"/>
                  </a:lnTo>
                  <a:lnTo>
                    <a:pt x="318980" y="1655518"/>
                  </a:lnTo>
                  <a:lnTo>
                    <a:pt x="319836" y="1696379"/>
                  </a:lnTo>
                  <a:lnTo>
                    <a:pt x="320692" y="1629730"/>
                  </a:lnTo>
                  <a:lnTo>
                    <a:pt x="321547" y="1640759"/>
                  </a:lnTo>
                  <a:lnTo>
                    <a:pt x="322403" y="1693151"/>
                  </a:lnTo>
                  <a:lnTo>
                    <a:pt x="323258" y="1753258"/>
                  </a:lnTo>
                  <a:lnTo>
                    <a:pt x="324114" y="1722341"/>
                  </a:lnTo>
                  <a:lnTo>
                    <a:pt x="324969" y="1610988"/>
                  </a:lnTo>
                  <a:lnTo>
                    <a:pt x="325825" y="1688873"/>
                  </a:lnTo>
                  <a:lnTo>
                    <a:pt x="326680" y="1662252"/>
                  </a:lnTo>
                  <a:lnTo>
                    <a:pt x="327536" y="1535425"/>
                  </a:lnTo>
                  <a:lnTo>
                    <a:pt x="328391" y="1463088"/>
                  </a:lnTo>
                  <a:lnTo>
                    <a:pt x="329247" y="1452648"/>
                  </a:lnTo>
                  <a:lnTo>
                    <a:pt x="330102" y="1400829"/>
                  </a:lnTo>
                  <a:lnTo>
                    <a:pt x="330958" y="1374599"/>
                  </a:lnTo>
                  <a:lnTo>
                    <a:pt x="331813" y="1350013"/>
                  </a:lnTo>
                  <a:lnTo>
                    <a:pt x="332669" y="1268338"/>
                  </a:lnTo>
                  <a:lnTo>
                    <a:pt x="333524" y="1050959"/>
                  </a:lnTo>
                  <a:lnTo>
                    <a:pt x="334380" y="841466"/>
                  </a:lnTo>
                  <a:lnTo>
                    <a:pt x="335236" y="773419"/>
                  </a:lnTo>
                  <a:lnTo>
                    <a:pt x="336091" y="723588"/>
                  </a:lnTo>
                  <a:lnTo>
                    <a:pt x="336947" y="668697"/>
                  </a:lnTo>
                  <a:lnTo>
                    <a:pt x="337802" y="684719"/>
                  </a:lnTo>
                  <a:lnTo>
                    <a:pt x="338658" y="745019"/>
                  </a:lnTo>
                  <a:lnTo>
                    <a:pt x="339513" y="793069"/>
                  </a:lnTo>
                  <a:lnTo>
                    <a:pt x="340369" y="831517"/>
                  </a:lnTo>
                  <a:lnTo>
                    <a:pt x="341224" y="920479"/>
                  </a:lnTo>
                  <a:lnTo>
                    <a:pt x="342080" y="1076733"/>
                  </a:lnTo>
                  <a:lnTo>
                    <a:pt x="342935" y="1280618"/>
                  </a:lnTo>
                  <a:lnTo>
                    <a:pt x="343791" y="1508004"/>
                  </a:lnTo>
                  <a:lnTo>
                    <a:pt x="344646" y="1670488"/>
                  </a:lnTo>
                  <a:lnTo>
                    <a:pt x="345502" y="1733829"/>
                  </a:lnTo>
                  <a:lnTo>
                    <a:pt x="346357" y="1737084"/>
                  </a:lnTo>
                  <a:lnTo>
                    <a:pt x="347213" y="1666077"/>
                  </a:lnTo>
                  <a:lnTo>
                    <a:pt x="348068" y="1431988"/>
                  </a:lnTo>
                  <a:lnTo>
                    <a:pt x="348924" y="1196884"/>
                  </a:lnTo>
                  <a:lnTo>
                    <a:pt x="349779" y="974194"/>
                  </a:lnTo>
                  <a:lnTo>
                    <a:pt x="350635" y="741073"/>
                  </a:lnTo>
                  <a:lnTo>
                    <a:pt x="351491" y="489083"/>
                  </a:lnTo>
                  <a:lnTo>
                    <a:pt x="352346" y="292575"/>
                  </a:lnTo>
                  <a:lnTo>
                    <a:pt x="353202" y="198543"/>
                  </a:lnTo>
                  <a:lnTo>
                    <a:pt x="354057" y="82337"/>
                  </a:lnTo>
                  <a:lnTo>
                    <a:pt x="354913" y="15201"/>
                  </a:lnTo>
                  <a:lnTo>
                    <a:pt x="355768" y="0"/>
                  </a:lnTo>
                  <a:lnTo>
                    <a:pt x="356624" y="51991"/>
                  </a:lnTo>
                  <a:lnTo>
                    <a:pt x="357479" y="100875"/>
                  </a:lnTo>
                  <a:lnTo>
                    <a:pt x="358335" y="202496"/>
                  </a:lnTo>
                  <a:lnTo>
                    <a:pt x="359190" y="322394"/>
                  </a:lnTo>
                  <a:lnTo>
                    <a:pt x="360046" y="370813"/>
                  </a:lnTo>
                  <a:lnTo>
                    <a:pt x="360901" y="478179"/>
                  </a:lnTo>
                  <a:lnTo>
                    <a:pt x="361757" y="553440"/>
                  </a:lnTo>
                  <a:lnTo>
                    <a:pt x="362612" y="680177"/>
                  </a:lnTo>
                  <a:lnTo>
                    <a:pt x="363468" y="760322"/>
                  </a:lnTo>
                  <a:lnTo>
                    <a:pt x="364323" y="766419"/>
                  </a:lnTo>
                  <a:lnTo>
                    <a:pt x="365179" y="845540"/>
                  </a:lnTo>
                  <a:lnTo>
                    <a:pt x="366034" y="864941"/>
                  </a:lnTo>
                  <a:lnTo>
                    <a:pt x="366890" y="869158"/>
                  </a:lnTo>
                  <a:lnTo>
                    <a:pt x="367746" y="863039"/>
                  </a:lnTo>
                  <a:lnTo>
                    <a:pt x="368601" y="849956"/>
                  </a:lnTo>
                  <a:lnTo>
                    <a:pt x="369457" y="909505"/>
                  </a:lnTo>
                  <a:lnTo>
                    <a:pt x="370312" y="990843"/>
                  </a:lnTo>
                  <a:lnTo>
                    <a:pt x="371168" y="1050293"/>
                  </a:lnTo>
                  <a:lnTo>
                    <a:pt x="372023" y="1147875"/>
                  </a:lnTo>
                  <a:lnTo>
                    <a:pt x="372879" y="1185290"/>
                  </a:lnTo>
                  <a:lnTo>
                    <a:pt x="373734" y="1224608"/>
                  </a:lnTo>
                  <a:lnTo>
                    <a:pt x="374590" y="1230474"/>
                  </a:lnTo>
                  <a:lnTo>
                    <a:pt x="375445" y="1249709"/>
                  </a:lnTo>
                  <a:lnTo>
                    <a:pt x="376301" y="1405063"/>
                  </a:lnTo>
                  <a:lnTo>
                    <a:pt x="377156" y="1507419"/>
                  </a:lnTo>
                  <a:lnTo>
                    <a:pt x="378012" y="1594609"/>
                  </a:lnTo>
                  <a:lnTo>
                    <a:pt x="378867" y="1659002"/>
                  </a:lnTo>
                  <a:lnTo>
                    <a:pt x="379723" y="1718897"/>
                  </a:lnTo>
                  <a:lnTo>
                    <a:pt x="380578" y="1722928"/>
                  </a:lnTo>
                  <a:lnTo>
                    <a:pt x="381434" y="1571683"/>
                  </a:lnTo>
                  <a:lnTo>
                    <a:pt x="382290" y="1476118"/>
                  </a:lnTo>
                  <a:lnTo>
                    <a:pt x="383145" y="1441790"/>
                  </a:lnTo>
                  <a:lnTo>
                    <a:pt x="384001" y="1425340"/>
                  </a:lnTo>
                  <a:lnTo>
                    <a:pt x="384856" y="1434525"/>
                  </a:lnTo>
                  <a:lnTo>
                    <a:pt x="385712" y="1456023"/>
                  </a:lnTo>
                  <a:lnTo>
                    <a:pt x="386567" y="1533244"/>
                  </a:lnTo>
                  <a:lnTo>
                    <a:pt x="387423" y="1582133"/>
                  </a:lnTo>
                  <a:lnTo>
                    <a:pt x="388278" y="1579127"/>
                  </a:lnTo>
                  <a:lnTo>
                    <a:pt x="389134" y="1531364"/>
                  </a:lnTo>
                  <a:lnTo>
                    <a:pt x="389989" y="1491619"/>
                  </a:lnTo>
                  <a:lnTo>
                    <a:pt x="390845" y="1477498"/>
                  </a:lnTo>
                  <a:lnTo>
                    <a:pt x="391700" y="1451364"/>
                  </a:lnTo>
                  <a:lnTo>
                    <a:pt x="392556" y="1425974"/>
                  </a:lnTo>
                  <a:lnTo>
                    <a:pt x="393411" y="1424255"/>
                  </a:lnTo>
                  <a:lnTo>
                    <a:pt x="394267" y="1421359"/>
                  </a:lnTo>
                  <a:lnTo>
                    <a:pt x="395122" y="1424293"/>
                  </a:lnTo>
                  <a:lnTo>
                    <a:pt x="395978" y="1391950"/>
                  </a:lnTo>
                  <a:lnTo>
                    <a:pt x="396833" y="1371463"/>
                  </a:lnTo>
                  <a:lnTo>
                    <a:pt x="397689" y="1368939"/>
                  </a:lnTo>
                  <a:lnTo>
                    <a:pt x="398545" y="1360113"/>
                  </a:lnTo>
                  <a:lnTo>
                    <a:pt x="399400" y="1433734"/>
                  </a:lnTo>
                  <a:lnTo>
                    <a:pt x="400256" y="1476811"/>
                  </a:lnTo>
                  <a:lnTo>
                    <a:pt x="401111" y="1445657"/>
                  </a:lnTo>
                  <a:lnTo>
                    <a:pt x="401967" y="1417095"/>
                  </a:lnTo>
                  <a:lnTo>
                    <a:pt x="402822" y="1375453"/>
                  </a:lnTo>
                  <a:lnTo>
                    <a:pt x="403678" y="1368585"/>
                  </a:lnTo>
                  <a:lnTo>
                    <a:pt x="404533" y="1338879"/>
                  </a:lnTo>
                  <a:lnTo>
                    <a:pt x="405389" y="1329295"/>
                  </a:lnTo>
                  <a:lnTo>
                    <a:pt x="406244" y="1365762"/>
                  </a:lnTo>
                  <a:lnTo>
                    <a:pt x="407100" y="1391144"/>
                  </a:lnTo>
                  <a:lnTo>
                    <a:pt x="407955" y="1431529"/>
                  </a:lnTo>
                  <a:lnTo>
                    <a:pt x="408811" y="1450443"/>
                  </a:lnTo>
                  <a:lnTo>
                    <a:pt x="409666" y="1454240"/>
                  </a:lnTo>
                  <a:lnTo>
                    <a:pt x="410522" y="1382261"/>
                  </a:lnTo>
                  <a:lnTo>
                    <a:pt x="411377" y="1410928"/>
                  </a:lnTo>
                  <a:lnTo>
                    <a:pt x="412233" y="1457117"/>
                  </a:lnTo>
                  <a:lnTo>
                    <a:pt x="413088" y="1506283"/>
                  </a:lnTo>
                  <a:lnTo>
                    <a:pt x="413944" y="1458949"/>
                  </a:lnTo>
                  <a:lnTo>
                    <a:pt x="414800" y="1426400"/>
                  </a:lnTo>
                  <a:lnTo>
                    <a:pt x="415655" y="1546982"/>
                  </a:lnTo>
                  <a:lnTo>
                    <a:pt x="416511" y="1596282"/>
                  </a:lnTo>
                  <a:lnTo>
                    <a:pt x="417366" y="1602681"/>
                  </a:lnTo>
                  <a:lnTo>
                    <a:pt x="418222" y="1549157"/>
                  </a:lnTo>
                  <a:lnTo>
                    <a:pt x="419077" y="1630260"/>
                  </a:lnTo>
                  <a:lnTo>
                    <a:pt x="419933" y="1755425"/>
                  </a:lnTo>
                  <a:lnTo>
                    <a:pt x="420788" y="1792643"/>
                  </a:lnTo>
                  <a:lnTo>
                    <a:pt x="421644" y="1845884"/>
                  </a:lnTo>
                  <a:lnTo>
                    <a:pt x="422499" y="1993347"/>
                  </a:lnTo>
                  <a:lnTo>
                    <a:pt x="423355" y="2117827"/>
                  </a:lnTo>
                  <a:lnTo>
                    <a:pt x="424210" y="2186421"/>
                  </a:lnTo>
                  <a:lnTo>
                    <a:pt x="425066" y="2167681"/>
                  </a:lnTo>
                  <a:lnTo>
                    <a:pt x="425921" y="2155597"/>
                  </a:lnTo>
                  <a:lnTo>
                    <a:pt x="426777" y="2093268"/>
                  </a:lnTo>
                  <a:lnTo>
                    <a:pt x="427632" y="2020428"/>
                  </a:lnTo>
                  <a:lnTo>
                    <a:pt x="428488" y="2074789"/>
                  </a:lnTo>
                  <a:lnTo>
                    <a:pt x="429343" y="2145507"/>
                  </a:lnTo>
                  <a:lnTo>
                    <a:pt x="430199" y="2161937"/>
                  </a:lnTo>
                  <a:lnTo>
                    <a:pt x="431055" y="2090094"/>
                  </a:lnTo>
                  <a:lnTo>
                    <a:pt x="431910" y="2068496"/>
                  </a:lnTo>
                  <a:lnTo>
                    <a:pt x="432766" y="2059690"/>
                  </a:lnTo>
                  <a:lnTo>
                    <a:pt x="433621" y="1949169"/>
                  </a:lnTo>
                  <a:lnTo>
                    <a:pt x="434477" y="1782684"/>
                  </a:lnTo>
                  <a:lnTo>
                    <a:pt x="435332" y="1670746"/>
                  </a:lnTo>
                  <a:lnTo>
                    <a:pt x="436188" y="1651665"/>
                  </a:lnTo>
                  <a:lnTo>
                    <a:pt x="437043" y="1602609"/>
                  </a:lnTo>
                  <a:lnTo>
                    <a:pt x="437899" y="1499115"/>
                  </a:lnTo>
                  <a:lnTo>
                    <a:pt x="438754" y="1542502"/>
                  </a:lnTo>
                  <a:lnTo>
                    <a:pt x="439610" y="1661699"/>
                  </a:lnTo>
                  <a:lnTo>
                    <a:pt x="440465" y="1750089"/>
                  </a:lnTo>
                  <a:lnTo>
                    <a:pt x="441321" y="1776334"/>
                  </a:lnTo>
                  <a:lnTo>
                    <a:pt x="442176" y="1784464"/>
                  </a:lnTo>
                  <a:lnTo>
                    <a:pt x="443032" y="1779289"/>
                  </a:lnTo>
                  <a:lnTo>
                    <a:pt x="443887" y="1669227"/>
                  </a:lnTo>
                  <a:lnTo>
                    <a:pt x="444743" y="1570870"/>
                  </a:lnTo>
                  <a:lnTo>
                    <a:pt x="445599" y="1497409"/>
                  </a:lnTo>
                  <a:lnTo>
                    <a:pt x="446454" y="1517487"/>
                  </a:lnTo>
                  <a:lnTo>
                    <a:pt x="447310" y="1552769"/>
                  </a:lnTo>
                  <a:lnTo>
                    <a:pt x="448165" y="1579181"/>
                  </a:lnTo>
                  <a:lnTo>
                    <a:pt x="449021" y="1606045"/>
                  </a:lnTo>
                  <a:lnTo>
                    <a:pt x="449876" y="1669871"/>
                  </a:lnTo>
                  <a:lnTo>
                    <a:pt x="450732" y="1785587"/>
                  </a:lnTo>
                  <a:lnTo>
                    <a:pt x="451587" y="1857713"/>
                  </a:lnTo>
                  <a:lnTo>
                    <a:pt x="452443" y="1934054"/>
                  </a:lnTo>
                  <a:lnTo>
                    <a:pt x="453298" y="1996113"/>
                  </a:lnTo>
                  <a:lnTo>
                    <a:pt x="454154" y="2096692"/>
                  </a:lnTo>
                  <a:lnTo>
                    <a:pt x="455009" y="2207192"/>
                  </a:lnTo>
                  <a:lnTo>
                    <a:pt x="455865" y="2309602"/>
                  </a:lnTo>
                  <a:lnTo>
                    <a:pt x="456720" y="2324912"/>
                  </a:lnTo>
                  <a:lnTo>
                    <a:pt x="457576" y="2288336"/>
                  </a:lnTo>
                  <a:lnTo>
                    <a:pt x="458431" y="2304601"/>
                  </a:lnTo>
                  <a:lnTo>
                    <a:pt x="459287" y="2280593"/>
                  </a:lnTo>
                  <a:lnTo>
                    <a:pt x="460142" y="2151924"/>
                  </a:lnTo>
                  <a:lnTo>
                    <a:pt x="460998" y="2066341"/>
                  </a:lnTo>
                  <a:lnTo>
                    <a:pt x="461854" y="2176897"/>
                  </a:lnTo>
                  <a:lnTo>
                    <a:pt x="462709" y="2320700"/>
                  </a:lnTo>
                  <a:lnTo>
                    <a:pt x="463565" y="2376335"/>
                  </a:lnTo>
                  <a:lnTo>
                    <a:pt x="464420" y="2455007"/>
                  </a:lnTo>
                  <a:lnTo>
                    <a:pt x="465276" y="2551134"/>
                  </a:lnTo>
                  <a:lnTo>
                    <a:pt x="466131" y="2475470"/>
                  </a:lnTo>
                  <a:lnTo>
                    <a:pt x="466987" y="2248392"/>
                  </a:lnTo>
                  <a:lnTo>
                    <a:pt x="467842" y="2095279"/>
                  </a:lnTo>
                  <a:lnTo>
                    <a:pt x="468698" y="2074199"/>
                  </a:lnTo>
                  <a:lnTo>
                    <a:pt x="469553" y="1978542"/>
                  </a:lnTo>
                  <a:lnTo>
                    <a:pt x="470409" y="1909741"/>
                  </a:lnTo>
                  <a:lnTo>
                    <a:pt x="471264" y="1925597"/>
                  </a:lnTo>
                  <a:lnTo>
                    <a:pt x="472120" y="1985770"/>
                  </a:lnTo>
                  <a:lnTo>
                    <a:pt x="472975" y="2065553"/>
                  </a:lnTo>
                  <a:lnTo>
                    <a:pt x="473831" y="2072018"/>
                  </a:lnTo>
                  <a:lnTo>
                    <a:pt x="474686" y="2043409"/>
                  </a:lnTo>
                  <a:lnTo>
                    <a:pt x="475542" y="1986916"/>
                  </a:lnTo>
                  <a:lnTo>
                    <a:pt x="476397" y="2020852"/>
                  </a:lnTo>
                  <a:lnTo>
                    <a:pt x="477253" y="1971072"/>
                  </a:lnTo>
                  <a:lnTo>
                    <a:pt x="478109" y="1797469"/>
                  </a:lnTo>
                  <a:lnTo>
                    <a:pt x="478964" y="1682706"/>
                  </a:lnTo>
                  <a:lnTo>
                    <a:pt x="479820" y="1673428"/>
                  </a:lnTo>
                  <a:lnTo>
                    <a:pt x="480675" y="1668870"/>
                  </a:lnTo>
                  <a:lnTo>
                    <a:pt x="481531" y="1562674"/>
                  </a:lnTo>
                  <a:lnTo>
                    <a:pt x="482386" y="1606365"/>
                  </a:lnTo>
                  <a:lnTo>
                    <a:pt x="483242" y="1769162"/>
                  </a:lnTo>
                  <a:lnTo>
                    <a:pt x="484097" y="1852826"/>
                  </a:lnTo>
                  <a:lnTo>
                    <a:pt x="484953" y="1869968"/>
                  </a:lnTo>
                  <a:lnTo>
                    <a:pt x="485808" y="1884344"/>
                  </a:lnTo>
                  <a:lnTo>
                    <a:pt x="486664" y="1964154"/>
                  </a:lnTo>
                  <a:lnTo>
                    <a:pt x="487519" y="1964299"/>
                  </a:lnTo>
                  <a:lnTo>
                    <a:pt x="488375" y="1939467"/>
                  </a:lnTo>
                  <a:lnTo>
                    <a:pt x="489230" y="1900200"/>
                  </a:lnTo>
                  <a:lnTo>
                    <a:pt x="490086" y="1887540"/>
                  </a:lnTo>
                  <a:lnTo>
                    <a:pt x="490941" y="1903619"/>
                  </a:lnTo>
                  <a:lnTo>
                    <a:pt x="491797" y="1912251"/>
                  </a:lnTo>
                  <a:lnTo>
                    <a:pt x="492653" y="1887499"/>
                  </a:lnTo>
                  <a:lnTo>
                    <a:pt x="493508" y="1858373"/>
                  </a:lnTo>
                  <a:lnTo>
                    <a:pt x="494364" y="1912908"/>
                  </a:lnTo>
                  <a:lnTo>
                    <a:pt x="495219" y="1961546"/>
                  </a:lnTo>
                  <a:lnTo>
                    <a:pt x="496075" y="1986298"/>
                  </a:lnTo>
                  <a:lnTo>
                    <a:pt x="496930" y="2074282"/>
                  </a:lnTo>
                  <a:lnTo>
                    <a:pt x="497786" y="2218590"/>
                  </a:lnTo>
                  <a:lnTo>
                    <a:pt x="498641" y="2359345"/>
                  </a:lnTo>
                  <a:lnTo>
                    <a:pt x="499497" y="2493390"/>
                  </a:lnTo>
                  <a:lnTo>
                    <a:pt x="500352" y="2624815"/>
                  </a:lnTo>
                  <a:lnTo>
                    <a:pt x="501208" y="2749161"/>
                  </a:lnTo>
                  <a:lnTo>
                    <a:pt x="502063" y="2795271"/>
                  </a:lnTo>
                  <a:lnTo>
                    <a:pt x="502919" y="2832371"/>
                  </a:lnTo>
                  <a:lnTo>
                    <a:pt x="503774" y="2838498"/>
                  </a:lnTo>
                  <a:lnTo>
                    <a:pt x="504630" y="2792817"/>
                  </a:lnTo>
                  <a:lnTo>
                    <a:pt x="505485" y="2711811"/>
                  </a:lnTo>
                  <a:lnTo>
                    <a:pt x="506341" y="2613507"/>
                  </a:lnTo>
                  <a:lnTo>
                    <a:pt x="507196" y="2410852"/>
                  </a:lnTo>
                  <a:lnTo>
                    <a:pt x="508052" y="2233920"/>
                  </a:lnTo>
                  <a:lnTo>
                    <a:pt x="508908" y="2089250"/>
                  </a:lnTo>
                  <a:lnTo>
                    <a:pt x="509763" y="1928178"/>
                  </a:lnTo>
                  <a:lnTo>
                    <a:pt x="510619" y="1853010"/>
                  </a:lnTo>
                  <a:lnTo>
                    <a:pt x="511474" y="1842283"/>
                  </a:lnTo>
                  <a:lnTo>
                    <a:pt x="512330" y="1923048"/>
                  </a:lnTo>
                  <a:lnTo>
                    <a:pt x="513185" y="1928363"/>
                  </a:lnTo>
                  <a:lnTo>
                    <a:pt x="514041" y="1866524"/>
                  </a:lnTo>
                  <a:lnTo>
                    <a:pt x="514896" y="1883081"/>
                  </a:lnTo>
                  <a:lnTo>
                    <a:pt x="515752" y="1925036"/>
                  </a:lnTo>
                  <a:lnTo>
                    <a:pt x="516607" y="1976568"/>
                  </a:lnTo>
                  <a:lnTo>
                    <a:pt x="517463" y="2024517"/>
                  </a:lnTo>
                  <a:lnTo>
                    <a:pt x="518318" y="2177847"/>
                  </a:lnTo>
                  <a:lnTo>
                    <a:pt x="519174" y="2382447"/>
                  </a:lnTo>
                  <a:lnTo>
                    <a:pt x="520029" y="2498631"/>
                  </a:lnTo>
                  <a:lnTo>
                    <a:pt x="520885" y="2476105"/>
                  </a:lnTo>
                  <a:lnTo>
                    <a:pt x="521740" y="2344602"/>
                  </a:lnTo>
                  <a:lnTo>
                    <a:pt x="522596" y="2167929"/>
                  </a:lnTo>
                  <a:lnTo>
                    <a:pt x="523451" y="1916901"/>
                  </a:lnTo>
                  <a:lnTo>
                    <a:pt x="524307" y="1722631"/>
                  </a:lnTo>
                  <a:lnTo>
                    <a:pt x="525163" y="1626430"/>
                  </a:lnTo>
                  <a:lnTo>
                    <a:pt x="526018" y="1620890"/>
                  </a:lnTo>
                  <a:lnTo>
                    <a:pt x="526874" y="1578423"/>
                  </a:lnTo>
                  <a:lnTo>
                    <a:pt x="527729" y="1543088"/>
                  </a:lnTo>
                  <a:lnTo>
                    <a:pt x="528585" y="1588263"/>
                  </a:lnTo>
                  <a:lnTo>
                    <a:pt x="529440" y="1608200"/>
                  </a:lnTo>
                  <a:lnTo>
                    <a:pt x="530296" y="1579704"/>
                  </a:lnTo>
                  <a:lnTo>
                    <a:pt x="531151" y="1540147"/>
                  </a:lnTo>
                  <a:lnTo>
                    <a:pt x="532007" y="1587703"/>
                  </a:lnTo>
                  <a:lnTo>
                    <a:pt x="532862" y="1630935"/>
                  </a:lnTo>
                  <a:lnTo>
                    <a:pt x="533718" y="1558352"/>
                  </a:lnTo>
                  <a:lnTo>
                    <a:pt x="534573" y="1405700"/>
                  </a:lnTo>
                  <a:lnTo>
                    <a:pt x="535429" y="1316748"/>
                  </a:lnTo>
                  <a:lnTo>
                    <a:pt x="536284" y="1227172"/>
                  </a:lnTo>
                  <a:lnTo>
                    <a:pt x="537140" y="1185227"/>
                  </a:lnTo>
                  <a:lnTo>
                    <a:pt x="537995" y="1233309"/>
                  </a:lnTo>
                  <a:lnTo>
                    <a:pt x="538851" y="1364553"/>
                  </a:lnTo>
                  <a:lnTo>
                    <a:pt x="539707" y="1485762"/>
                  </a:lnTo>
                  <a:lnTo>
                    <a:pt x="540562" y="1566879"/>
                  </a:lnTo>
                  <a:lnTo>
                    <a:pt x="541418" y="1668889"/>
                  </a:lnTo>
                  <a:lnTo>
                    <a:pt x="542273" y="1686727"/>
                  </a:lnTo>
                  <a:lnTo>
                    <a:pt x="543129" y="1636716"/>
                  </a:lnTo>
                  <a:lnTo>
                    <a:pt x="543984" y="1596613"/>
                  </a:lnTo>
                  <a:lnTo>
                    <a:pt x="544840" y="1598729"/>
                  </a:lnTo>
                  <a:lnTo>
                    <a:pt x="545695" y="1515652"/>
                  </a:lnTo>
                  <a:lnTo>
                    <a:pt x="546551" y="1393207"/>
                  </a:lnTo>
                  <a:lnTo>
                    <a:pt x="547406" y="1308240"/>
                  </a:lnTo>
                  <a:lnTo>
                    <a:pt x="548262" y="1300193"/>
                  </a:lnTo>
                  <a:lnTo>
                    <a:pt x="549117" y="1316133"/>
                  </a:lnTo>
                  <a:lnTo>
                    <a:pt x="549973" y="1346606"/>
                  </a:lnTo>
                  <a:lnTo>
                    <a:pt x="550828" y="1346020"/>
                  </a:lnTo>
                  <a:lnTo>
                    <a:pt x="551684" y="1405318"/>
                  </a:lnTo>
                  <a:lnTo>
                    <a:pt x="552539" y="1524386"/>
                  </a:lnTo>
                  <a:lnTo>
                    <a:pt x="553395" y="1663536"/>
                  </a:lnTo>
                  <a:lnTo>
                    <a:pt x="554250" y="1755589"/>
                  </a:lnTo>
                  <a:lnTo>
                    <a:pt x="555106" y="1803133"/>
                  </a:lnTo>
                  <a:lnTo>
                    <a:pt x="555962" y="1889032"/>
                  </a:lnTo>
                  <a:lnTo>
                    <a:pt x="556817" y="1911452"/>
                  </a:lnTo>
                  <a:lnTo>
                    <a:pt x="557673" y="1919158"/>
                  </a:lnTo>
                  <a:lnTo>
                    <a:pt x="558528" y="1892757"/>
                  </a:lnTo>
                  <a:lnTo>
                    <a:pt x="559384" y="1816790"/>
                  </a:lnTo>
                  <a:lnTo>
                    <a:pt x="560239" y="1783564"/>
                  </a:lnTo>
                  <a:lnTo>
                    <a:pt x="561095" y="1797406"/>
                  </a:lnTo>
                  <a:lnTo>
                    <a:pt x="561950" y="1776251"/>
                  </a:lnTo>
                  <a:lnTo>
                    <a:pt x="562806" y="1727740"/>
                  </a:lnTo>
                  <a:lnTo>
                    <a:pt x="563661" y="1690271"/>
                  </a:lnTo>
                  <a:lnTo>
                    <a:pt x="564517" y="1675107"/>
                  </a:lnTo>
                  <a:lnTo>
                    <a:pt x="565372" y="1569580"/>
                  </a:lnTo>
                  <a:lnTo>
                    <a:pt x="566228" y="1447257"/>
                  </a:lnTo>
                  <a:lnTo>
                    <a:pt x="567083" y="1396814"/>
                  </a:lnTo>
                  <a:lnTo>
                    <a:pt x="567939" y="1315341"/>
                  </a:lnTo>
                  <a:lnTo>
                    <a:pt x="568794" y="1193713"/>
                  </a:lnTo>
                  <a:lnTo>
                    <a:pt x="569650" y="1112138"/>
                  </a:lnTo>
                  <a:lnTo>
                    <a:pt x="570505" y="1125860"/>
                  </a:lnTo>
                  <a:lnTo>
                    <a:pt x="571361" y="1142436"/>
                  </a:lnTo>
                  <a:lnTo>
                    <a:pt x="572217" y="1126396"/>
                  </a:lnTo>
                  <a:lnTo>
                    <a:pt x="573072" y="1122570"/>
                  </a:lnTo>
                  <a:lnTo>
                    <a:pt x="573928" y="1104797"/>
                  </a:lnTo>
                  <a:lnTo>
                    <a:pt x="574783" y="1115070"/>
                  </a:lnTo>
                  <a:lnTo>
                    <a:pt x="575639" y="1134615"/>
                  </a:lnTo>
                  <a:lnTo>
                    <a:pt x="576494" y="1173531"/>
                  </a:lnTo>
                  <a:lnTo>
                    <a:pt x="577350" y="1283695"/>
                  </a:lnTo>
                  <a:lnTo>
                    <a:pt x="578205" y="1419137"/>
                  </a:lnTo>
                  <a:lnTo>
                    <a:pt x="579061" y="1614229"/>
                  </a:lnTo>
                  <a:lnTo>
                    <a:pt x="579916" y="1785763"/>
                  </a:lnTo>
                  <a:lnTo>
                    <a:pt x="580772" y="1902792"/>
                  </a:lnTo>
                  <a:lnTo>
                    <a:pt x="581627" y="2021759"/>
                  </a:lnTo>
                  <a:lnTo>
                    <a:pt x="582483" y="2104260"/>
                  </a:lnTo>
                  <a:lnTo>
                    <a:pt x="583338" y="2137625"/>
                  </a:lnTo>
                  <a:lnTo>
                    <a:pt x="584194" y="2115453"/>
                  </a:lnTo>
                  <a:lnTo>
                    <a:pt x="585049" y="2046143"/>
                  </a:lnTo>
                  <a:lnTo>
                    <a:pt x="585905" y="1957255"/>
                  </a:lnTo>
                  <a:lnTo>
                    <a:pt x="586761" y="1912680"/>
                  </a:lnTo>
                  <a:lnTo>
                    <a:pt x="587616" y="1795827"/>
                  </a:lnTo>
                  <a:lnTo>
                    <a:pt x="588472" y="1711938"/>
                  </a:lnTo>
                  <a:lnTo>
                    <a:pt x="589327" y="1675776"/>
                  </a:lnTo>
                  <a:lnTo>
                    <a:pt x="590183" y="1665755"/>
                  </a:lnTo>
                  <a:lnTo>
                    <a:pt x="591038" y="1704317"/>
                  </a:lnTo>
                  <a:lnTo>
                    <a:pt x="591894" y="1767802"/>
                  </a:lnTo>
                  <a:lnTo>
                    <a:pt x="592749" y="1899692"/>
                  </a:lnTo>
                  <a:lnTo>
                    <a:pt x="593605" y="2021384"/>
                  </a:lnTo>
                  <a:lnTo>
                    <a:pt x="594460" y="2065058"/>
                  </a:lnTo>
                  <a:lnTo>
                    <a:pt x="595316" y="2108593"/>
                  </a:lnTo>
                  <a:lnTo>
                    <a:pt x="596171" y="2141373"/>
                  </a:lnTo>
                  <a:lnTo>
                    <a:pt x="597027" y="2117492"/>
                  </a:lnTo>
                  <a:lnTo>
                    <a:pt x="597882" y="2136222"/>
                  </a:lnTo>
                  <a:lnTo>
                    <a:pt x="598738" y="2103842"/>
                  </a:lnTo>
                  <a:lnTo>
                    <a:pt x="599593" y="2047318"/>
                  </a:lnTo>
                  <a:lnTo>
                    <a:pt x="600449" y="1949934"/>
                  </a:lnTo>
                  <a:lnTo>
                    <a:pt x="601304" y="1842992"/>
                  </a:lnTo>
                  <a:lnTo>
                    <a:pt x="602160" y="1734426"/>
                  </a:lnTo>
                  <a:lnTo>
                    <a:pt x="603016" y="1592537"/>
                  </a:lnTo>
                  <a:lnTo>
                    <a:pt x="603871" y="1536268"/>
                  </a:lnTo>
                  <a:lnTo>
                    <a:pt x="604727" y="1519861"/>
                  </a:lnTo>
                  <a:lnTo>
                    <a:pt x="605582" y="1490192"/>
                  </a:lnTo>
                  <a:lnTo>
                    <a:pt x="606438" y="1512137"/>
                  </a:lnTo>
                  <a:lnTo>
                    <a:pt x="607293" y="1580634"/>
                  </a:lnTo>
                  <a:lnTo>
                    <a:pt x="608149" y="1607706"/>
                  </a:lnTo>
                  <a:lnTo>
                    <a:pt x="609004" y="1604924"/>
                  </a:lnTo>
                  <a:lnTo>
                    <a:pt x="609860" y="1638507"/>
                  </a:lnTo>
                  <a:lnTo>
                    <a:pt x="610715" y="1760545"/>
                  </a:lnTo>
                  <a:lnTo>
                    <a:pt x="611571" y="1893954"/>
                  </a:lnTo>
                  <a:lnTo>
                    <a:pt x="612426" y="2047802"/>
                  </a:lnTo>
                  <a:lnTo>
                    <a:pt x="613282" y="2119260"/>
                  </a:lnTo>
                  <a:lnTo>
                    <a:pt x="614137" y="2119168"/>
                  </a:lnTo>
                  <a:lnTo>
                    <a:pt x="614993" y="2198000"/>
                  </a:lnTo>
                  <a:lnTo>
                    <a:pt x="615848" y="2185037"/>
                  </a:lnTo>
                  <a:lnTo>
                    <a:pt x="616704" y="2099828"/>
                  </a:lnTo>
                  <a:lnTo>
                    <a:pt x="617559" y="2000313"/>
                  </a:lnTo>
                  <a:lnTo>
                    <a:pt x="618415" y="2054165"/>
                  </a:lnTo>
                  <a:lnTo>
                    <a:pt x="619271" y="2164608"/>
                  </a:lnTo>
                  <a:lnTo>
                    <a:pt x="620126" y="2173515"/>
                  </a:lnTo>
                  <a:lnTo>
                    <a:pt x="620982" y="2171171"/>
                  </a:lnTo>
                  <a:lnTo>
                    <a:pt x="621837" y="2173825"/>
                  </a:lnTo>
                  <a:lnTo>
                    <a:pt x="622693" y="2112807"/>
                  </a:lnTo>
                  <a:lnTo>
                    <a:pt x="623548" y="2046753"/>
                  </a:lnTo>
                  <a:lnTo>
                    <a:pt x="624404" y="1972885"/>
                  </a:lnTo>
                  <a:lnTo>
                    <a:pt x="625259" y="1856383"/>
                  </a:lnTo>
                  <a:lnTo>
                    <a:pt x="626115" y="1813118"/>
                  </a:lnTo>
                  <a:lnTo>
                    <a:pt x="626970" y="1711584"/>
                  </a:lnTo>
                  <a:lnTo>
                    <a:pt x="627826" y="1591321"/>
                  </a:lnTo>
                  <a:lnTo>
                    <a:pt x="628681" y="1497166"/>
                  </a:lnTo>
                  <a:lnTo>
                    <a:pt x="629537" y="1531301"/>
                  </a:lnTo>
                  <a:lnTo>
                    <a:pt x="630392" y="1596449"/>
                  </a:lnTo>
                  <a:lnTo>
                    <a:pt x="631248" y="1556245"/>
                  </a:lnTo>
                  <a:lnTo>
                    <a:pt x="632103" y="1595530"/>
                  </a:lnTo>
                  <a:lnTo>
                    <a:pt x="632959" y="1706150"/>
                  </a:lnTo>
                  <a:lnTo>
                    <a:pt x="633814" y="1781686"/>
                  </a:lnTo>
                  <a:lnTo>
                    <a:pt x="634670" y="1722484"/>
                  </a:lnTo>
                  <a:lnTo>
                    <a:pt x="635526" y="1648372"/>
                  </a:lnTo>
                  <a:lnTo>
                    <a:pt x="636381" y="1683120"/>
                  </a:lnTo>
                  <a:lnTo>
                    <a:pt x="637237" y="1832674"/>
                  </a:lnTo>
                  <a:lnTo>
                    <a:pt x="638092" y="1959001"/>
                  </a:lnTo>
                  <a:lnTo>
                    <a:pt x="638948" y="1978107"/>
                  </a:lnTo>
                  <a:lnTo>
                    <a:pt x="639803" y="2079389"/>
                  </a:lnTo>
                  <a:lnTo>
                    <a:pt x="640659" y="2255178"/>
                  </a:lnTo>
                  <a:lnTo>
                    <a:pt x="641514" y="2319150"/>
                  </a:lnTo>
                  <a:lnTo>
                    <a:pt x="642370" y="2236607"/>
                  </a:lnTo>
                  <a:lnTo>
                    <a:pt x="643225" y="2100648"/>
                  </a:lnTo>
                  <a:lnTo>
                    <a:pt x="644081" y="2058292"/>
                  </a:lnTo>
                  <a:lnTo>
                    <a:pt x="644936" y="1950119"/>
                  </a:lnTo>
                  <a:lnTo>
                    <a:pt x="645792" y="1882789"/>
                  </a:lnTo>
                  <a:lnTo>
                    <a:pt x="646647" y="1892052"/>
                  </a:lnTo>
                  <a:lnTo>
                    <a:pt x="647503" y="1945613"/>
                  </a:lnTo>
                  <a:lnTo>
                    <a:pt x="648358" y="2029109"/>
                  </a:lnTo>
                  <a:lnTo>
                    <a:pt x="649214" y="1992757"/>
                  </a:lnTo>
                  <a:lnTo>
                    <a:pt x="650070" y="1932427"/>
                  </a:lnTo>
                  <a:lnTo>
                    <a:pt x="650925" y="1755506"/>
                  </a:lnTo>
                  <a:lnTo>
                    <a:pt x="651781" y="1591947"/>
                  </a:lnTo>
                  <a:lnTo>
                    <a:pt x="652636" y="1492014"/>
                  </a:lnTo>
                  <a:lnTo>
                    <a:pt x="653492" y="1378467"/>
                  </a:lnTo>
                  <a:lnTo>
                    <a:pt x="654347" y="1326925"/>
                  </a:lnTo>
                  <a:lnTo>
                    <a:pt x="655203" y="1327963"/>
                  </a:lnTo>
                  <a:lnTo>
                    <a:pt x="656058" y="1328914"/>
                  </a:lnTo>
                  <a:lnTo>
                    <a:pt x="656914" y="1348711"/>
                  </a:lnTo>
                  <a:lnTo>
                    <a:pt x="657769" y="1325875"/>
                  </a:lnTo>
                  <a:lnTo>
                    <a:pt x="658625" y="1264179"/>
                  </a:lnTo>
                  <a:lnTo>
                    <a:pt x="659480" y="1237369"/>
                  </a:lnTo>
                  <a:lnTo>
                    <a:pt x="660336" y="1175960"/>
                  </a:lnTo>
                  <a:lnTo>
                    <a:pt x="661191" y="1148056"/>
                  </a:lnTo>
                  <a:lnTo>
                    <a:pt x="662047" y="1180107"/>
                  </a:lnTo>
                  <a:lnTo>
                    <a:pt x="662902" y="1242551"/>
                  </a:lnTo>
                  <a:lnTo>
                    <a:pt x="663758" y="1325738"/>
                  </a:lnTo>
                  <a:lnTo>
                    <a:pt x="664613" y="1406235"/>
                  </a:lnTo>
                  <a:lnTo>
                    <a:pt x="665469" y="1469399"/>
                  </a:lnTo>
                  <a:lnTo>
                    <a:pt x="666325" y="1460171"/>
                  </a:lnTo>
                  <a:lnTo>
                    <a:pt x="667180" y="1375422"/>
                  </a:lnTo>
                  <a:lnTo>
                    <a:pt x="668036" y="1237118"/>
                  </a:lnTo>
                  <a:lnTo>
                    <a:pt x="668891" y="1143109"/>
                  </a:lnTo>
                  <a:lnTo>
                    <a:pt x="669747" y="1112084"/>
                  </a:lnTo>
                  <a:lnTo>
                    <a:pt x="670602" y="1133145"/>
                  </a:lnTo>
                  <a:lnTo>
                    <a:pt x="671458" y="1196823"/>
                  </a:lnTo>
                  <a:lnTo>
                    <a:pt x="672313" y="1262761"/>
                  </a:lnTo>
                  <a:lnTo>
                    <a:pt x="673169" y="1343484"/>
                  </a:lnTo>
                  <a:lnTo>
                    <a:pt x="674024" y="1423696"/>
                  </a:lnTo>
                  <a:lnTo>
                    <a:pt x="674880" y="1430348"/>
                  </a:lnTo>
                  <a:lnTo>
                    <a:pt x="675735" y="1370851"/>
                  </a:lnTo>
                  <a:lnTo>
                    <a:pt x="676591" y="1333456"/>
                  </a:lnTo>
                  <a:lnTo>
                    <a:pt x="677446" y="1295879"/>
                  </a:lnTo>
                  <a:lnTo>
                    <a:pt x="678302" y="1219520"/>
                  </a:lnTo>
                  <a:lnTo>
                    <a:pt x="679157" y="1158981"/>
                  </a:lnTo>
                  <a:lnTo>
                    <a:pt x="680013" y="1152054"/>
                  </a:lnTo>
                  <a:lnTo>
                    <a:pt x="680868" y="1218827"/>
                  </a:lnTo>
                  <a:lnTo>
                    <a:pt x="681724" y="1304023"/>
                  </a:lnTo>
                  <a:lnTo>
                    <a:pt x="682580" y="1405585"/>
                  </a:lnTo>
                  <a:lnTo>
                    <a:pt x="683435" y="1579140"/>
                  </a:lnTo>
                  <a:lnTo>
                    <a:pt x="684291" y="1703869"/>
                  </a:lnTo>
                  <a:lnTo>
                    <a:pt x="685146" y="1772051"/>
                  </a:lnTo>
                  <a:lnTo>
                    <a:pt x="686002" y="1833131"/>
                  </a:lnTo>
                  <a:lnTo>
                    <a:pt x="686857" y="1841170"/>
                  </a:lnTo>
                  <a:lnTo>
                    <a:pt x="687713" y="1852208"/>
                  </a:lnTo>
                  <a:lnTo>
                    <a:pt x="688568" y="1851506"/>
                  </a:lnTo>
                  <a:lnTo>
                    <a:pt x="689424" y="1866437"/>
                  </a:lnTo>
                  <a:lnTo>
                    <a:pt x="690279" y="1812335"/>
                  </a:lnTo>
                  <a:lnTo>
                    <a:pt x="691135" y="1728947"/>
                  </a:lnTo>
                  <a:lnTo>
                    <a:pt x="691990" y="1753518"/>
                  </a:lnTo>
                  <a:lnTo>
                    <a:pt x="692846" y="1790398"/>
                  </a:lnTo>
                  <a:lnTo>
                    <a:pt x="693701" y="1770842"/>
                  </a:lnTo>
                  <a:lnTo>
                    <a:pt x="694557" y="1723689"/>
                  </a:lnTo>
                  <a:lnTo>
                    <a:pt x="695412" y="1729119"/>
                  </a:lnTo>
                  <a:lnTo>
                    <a:pt x="696268" y="1821318"/>
                  </a:lnTo>
                  <a:lnTo>
                    <a:pt x="697124" y="1879652"/>
                  </a:lnTo>
                  <a:lnTo>
                    <a:pt x="697979" y="1873014"/>
                  </a:lnTo>
                  <a:lnTo>
                    <a:pt x="698835" y="1909892"/>
                  </a:lnTo>
                  <a:lnTo>
                    <a:pt x="699690" y="2037871"/>
                  </a:lnTo>
                  <a:lnTo>
                    <a:pt x="700546" y="2196313"/>
                  </a:lnTo>
                  <a:lnTo>
                    <a:pt x="701401" y="2200182"/>
                  </a:lnTo>
                  <a:lnTo>
                    <a:pt x="702257" y="2108885"/>
                  </a:lnTo>
                  <a:lnTo>
                    <a:pt x="703112" y="2007607"/>
                  </a:lnTo>
                  <a:lnTo>
                    <a:pt x="703968" y="1819414"/>
                  </a:lnTo>
                  <a:lnTo>
                    <a:pt x="704823" y="1595163"/>
                  </a:lnTo>
                  <a:lnTo>
                    <a:pt x="705679" y="1334702"/>
                  </a:lnTo>
                  <a:lnTo>
                    <a:pt x="706534" y="1138592"/>
                  </a:lnTo>
                  <a:lnTo>
                    <a:pt x="707390" y="1068193"/>
                  </a:lnTo>
                  <a:lnTo>
                    <a:pt x="708245" y="976045"/>
                  </a:lnTo>
                  <a:lnTo>
                    <a:pt x="709101" y="905283"/>
                  </a:lnTo>
                  <a:lnTo>
                    <a:pt x="709956" y="789922"/>
                  </a:lnTo>
                  <a:lnTo>
                    <a:pt x="710812" y="702270"/>
                  </a:lnTo>
                  <a:lnTo>
                    <a:pt x="711667" y="636199"/>
                  </a:lnTo>
                  <a:lnTo>
                    <a:pt x="712523" y="502046"/>
                  </a:lnTo>
                  <a:lnTo>
                    <a:pt x="713379" y="458012"/>
                  </a:lnTo>
                  <a:lnTo>
                    <a:pt x="714234" y="493672"/>
                  </a:lnTo>
                  <a:lnTo>
                    <a:pt x="715090" y="513318"/>
                  </a:lnTo>
                  <a:lnTo>
                    <a:pt x="715945" y="573035"/>
                  </a:lnTo>
                  <a:lnTo>
                    <a:pt x="716801" y="665521"/>
                  </a:lnTo>
                  <a:lnTo>
                    <a:pt x="717656" y="812829"/>
                  </a:lnTo>
                  <a:lnTo>
                    <a:pt x="718512" y="1008088"/>
                  </a:lnTo>
                  <a:lnTo>
                    <a:pt x="719367" y="1185971"/>
                  </a:lnTo>
                  <a:lnTo>
                    <a:pt x="720223" y="1358313"/>
                  </a:lnTo>
                  <a:lnTo>
                    <a:pt x="721078" y="1418180"/>
                  </a:lnTo>
                  <a:lnTo>
                    <a:pt x="721934" y="1331524"/>
                  </a:lnTo>
                  <a:lnTo>
                    <a:pt x="722789" y="1253094"/>
                  </a:lnTo>
                  <a:lnTo>
                    <a:pt x="723645" y="1155648"/>
                  </a:lnTo>
                  <a:lnTo>
                    <a:pt x="724500" y="980911"/>
                  </a:lnTo>
                  <a:lnTo>
                    <a:pt x="725356" y="834875"/>
                  </a:lnTo>
                  <a:lnTo>
                    <a:pt x="726211" y="782112"/>
                  </a:lnTo>
                  <a:lnTo>
                    <a:pt x="727067" y="866173"/>
                  </a:lnTo>
                  <a:lnTo>
                    <a:pt x="727922" y="877462"/>
                  </a:lnTo>
                  <a:lnTo>
                    <a:pt x="728778" y="896788"/>
                  </a:lnTo>
                  <a:lnTo>
                    <a:pt x="729634" y="1002723"/>
                  </a:lnTo>
                  <a:lnTo>
                    <a:pt x="730489" y="1106852"/>
                  </a:lnTo>
                  <a:lnTo>
                    <a:pt x="731345" y="1288526"/>
                  </a:lnTo>
                  <a:lnTo>
                    <a:pt x="732200" y="1457320"/>
                  </a:lnTo>
                  <a:lnTo>
                    <a:pt x="733056" y="1708581"/>
                  </a:lnTo>
                  <a:lnTo>
                    <a:pt x="733911" y="1935905"/>
                  </a:lnTo>
                  <a:lnTo>
                    <a:pt x="734767" y="2156624"/>
                  </a:lnTo>
                  <a:lnTo>
                    <a:pt x="735622" y="2407373"/>
                  </a:lnTo>
                  <a:lnTo>
                    <a:pt x="736478" y="2599468"/>
                  </a:lnTo>
                  <a:lnTo>
                    <a:pt x="737333" y="2718278"/>
                  </a:lnTo>
                  <a:lnTo>
                    <a:pt x="738189" y="2730145"/>
                  </a:lnTo>
                  <a:lnTo>
                    <a:pt x="739044" y="2700989"/>
                  </a:lnTo>
                  <a:lnTo>
                    <a:pt x="739900" y="2693716"/>
                  </a:lnTo>
                  <a:lnTo>
                    <a:pt x="740755" y="2684460"/>
                  </a:lnTo>
                  <a:lnTo>
                    <a:pt x="741611" y="2626628"/>
                  </a:lnTo>
                  <a:lnTo>
                    <a:pt x="742466" y="2591725"/>
                  </a:lnTo>
                  <a:lnTo>
                    <a:pt x="743322" y="2629633"/>
                  </a:lnTo>
                  <a:lnTo>
                    <a:pt x="744178" y="2655263"/>
                  </a:lnTo>
                  <a:lnTo>
                    <a:pt x="745033" y="2629799"/>
                  </a:lnTo>
                  <a:lnTo>
                    <a:pt x="745889" y="2665665"/>
                  </a:lnTo>
                  <a:lnTo>
                    <a:pt x="746744" y="2712998"/>
                  </a:lnTo>
                  <a:lnTo>
                    <a:pt x="747600" y="2743805"/>
                  </a:lnTo>
                  <a:lnTo>
                    <a:pt x="748455" y="2808120"/>
                  </a:lnTo>
                  <a:lnTo>
                    <a:pt x="749031" y="286116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6755250" y="3214941"/>
              <a:ext cx="1582" cy="47536"/>
            </a:xfrm>
            <a:custGeom>
              <a:avLst/>
              <a:pathLst>
                <a:path w="1582" h="47536">
                  <a:moveTo>
                    <a:pt x="0" y="47536"/>
                  </a:moveTo>
                  <a:lnTo>
                    <a:pt x="52" y="45842"/>
                  </a:lnTo>
                  <a:lnTo>
                    <a:pt x="908" y="0"/>
                  </a:lnTo>
                  <a:lnTo>
                    <a:pt x="1582" y="4753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6759176" y="3228192"/>
              <a:ext cx="641" cy="34284"/>
            </a:xfrm>
            <a:custGeom>
              <a:avLst/>
              <a:pathLst>
                <a:path w="641" h="34284">
                  <a:moveTo>
                    <a:pt x="0" y="34284"/>
                  </a:moveTo>
                  <a:lnTo>
                    <a:pt x="404" y="0"/>
                  </a:lnTo>
                  <a:lnTo>
                    <a:pt x="641" y="3428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6762029" y="3144484"/>
              <a:ext cx="5364" cy="117993"/>
            </a:xfrm>
            <a:custGeom>
              <a:avLst/>
              <a:pathLst>
                <a:path w="5364" h="117993">
                  <a:moveTo>
                    <a:pt x="0" y="117993"/>
                  </a:moveTo>
                  <a:lnTo>
                    <a:pt x="117" y="102688"/>
                  </a:lnTo>
                  <a:lnTo>
                    <a:pt x="973" y="26073"/>
                  </a:lnTo>
                  <a:lnTo>
                    <a:pt x="1828" y="0"/>
                  </a:lnTo>
                  <a:lnTo>
                    <a:pt x="2684" y="23732"/>
                  </a:lnTo>
                  <a:lnTo>
                    <a:pt x="3539" y="6182"/>
                  </a:lnTo>
                  <a:lnTo>
                    <a:pt x="4395" y="50965"/>
                  </a:lnTo>
                  <a:lnTo>
                    <a:pt x="5251" y="106408"/>
                  </a:lnTo>
                  <a:lnTo>
                    <a:pt x="5364" y="11799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6775015" y="3233503"/>
              <a:ext cx="2131" cy="28973"/>
            </a:xfrm>
            <a:custGeom>
              <a:avLst/>
              <a:pathLst>
                <a:path w="2131" h="28973">
                  <a:moveTo>
                    <a:pt x="0" y="28973"/>
                  </a:moveTo>
                  <a:lnTo>
                    <a:pt x="820" y="17951"/>
                  </a:lnTo>
                  <a:lnTo>
                    <a:pt x="1675" y="0"/>
                  </a:lnTo>
                  <a:lnTo>
                    <a:pt x="2131" y="2897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6780913" y="3239760"/>
              <a:ext cx="1620" cy="22716"/>
            </a:xfrm>
            <a:custGeom>
              <a:avLst/>
              <a:pathLst>
                <a:path w="1620" h="22716">
                  <a:moveTo>
                    <a:pt x="0" y="22716"/>
                  </a:moveTo>
                  <a:lnTo>
                    <a:pt x="55" y="18686"/>
                  </a:lnTo>
                  <a:lnTo>
                    <a:pt x="911" y="0"/>
                  </a:lnTo>
                  <a:lnTo>
                    <a:pt x="1620" y="2271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6782725" y="2312427"/>
              <a:ext cx="119154" cy="950049"/>
            </a:xfrm>
            <a:custGeom>
              <a:avLst/>
              <a:pathLst>
                <a:path w="119154" h="950049">
                  <a:moveTo>
                    <a:pt x="0" y="950049"/>
                  </a:moveTo>
                  <a:lnTo>
                    <a:pt x="810" y="866516"/>
                  </a:lnTo>
                  <a:lnTo>
                    <a:pt x="1665" y="748712"/>
                  </a:lnTo>
                  <a:lnTo>
                    <a:pt x="2521" y="785111"/>
                  </a:lnTo>
                  <a:lnTo>
                    <a:pt x="3376" y="831941"/>
                  </a:lnTo>
                  <a:lnTo>
                    <a:pt x="4232" y="855649"/>
                  </a:lnTo>
                  <a:lnTo>
                    <a:pt x="5087" y="752403"/>
                  </a:lnTo>
                  <a:lnTo>
                    <a:pt x="5943" y="698384"/>
                  </a:lnTo>
                  <a:lnTo>
                    <a:pt x="6798" y="748950"/>
                  </a:lnTo>
                  <a:lnTo>
                    <a:pt x="7654" y="693779"/>
                  </a:lnTo>
                  <a:lnTo>
                    <a:pt x="8509" y="663057"/>
                  </a:lnTo>
                  <a:lnTo>
                    <a:pt x="9365" y="614025"/>
                  </a:lnTo>
                  <a:lnTo>
                    <a:pt x="10220" y="646998"/>
                  </a:lnTo>
                  <a:lnTo>
                    <a:pt x="11076" y="683649"/>
                  </a:lnTo>
                  <a:lnTo>
                    <a:pt x="11931" y="658719"/>
                  </a:lnTo>
                  <a:lnTo>
                    <a:pt x="12787" y="680661"/>
                  </a:lnTo>
                  <a:lnTo>
                    <a:pt x="13642" y="693636"/>
                  </a:lnTo>
                  <a:lnTo>
                    <a:pt x="14498" y="672789"/>
                  </a:lnTo>
                  <a:lnTo>
                    <a:pt x="15353" y="592522"/>
                  </a:lnTo>
                  <a:lnTo>
                    <a:pt x="16209" y="563205"/>
                  </a:lnTo>
                  <a:lnTo>
                    <a:pt x="17065" y="547906"/>
                  </a:lnTo>
                  <a:lnTo>
                    <a:pt x="17920" y="547850"/>
                  </a:lnTo>
                  <a:lnTo>
                    <a:pt x="18776" y="533489"/>
                  </a:lnTo>
                  <a:lnTo>
                    <a:pt x="19631" y="445256"/>
                  </a:lnTo>
                  <a:lnTo>
                    <a:pt x="20487" y="383200"/>
                  </a:lnTo>
                  <a:lnTo>
                    <a:pt x="21342" y="318684"/>
                  </a:lnTo>
                  <a:lnTo>
                    <a:pt x="22198" y="244615"/>
                  </a:lnTo>
                  <a:lnTo>
                    <a:pt x="23053" y="178323"/>
                  </a:lnTo>
                  <a:lnTo>
                    <a:pt x="23909" y="144649"/>
                  </a:lnTo>
                  <a:lnTo>
                    <a:pt x="24764" y="227016"/>
                  </a:lnTo>
                  <a:lnTo>
                    <a:pt x="25620" y="342033"/>
                  </a:lnTo>
                  <a:lnTo>
                    <a:pt x="26475" y="464623"/>
                  </a:lnTo>
                  <a:lnTo>
                    <a:pt x="27331" y="550910"/>
                  </a:lnTo>
                  <a:lnTo>
                    <a:pt x="28186" y="567143"/>
                  </a:lnTo>
                  <a:lnTo>
                    <a:pt x="29042" y="554101"/>
                  </a:lnTo>
                  <a:lnTo>
                    <a:pt x="29897" y="554066"/>
                  </a:lnTo>
                  <a:lnTo>
                    <a:pt x="30753" y="505157"/>
                  </a:lnTo>
                  <a:lnTo>
                    <a:pt x="31608" y="453812"/>
                  </a:lnTo>
                  <a:lnTo>
                    <a:pt x="32464" y="478164"/>
                  </a:lnTo>
                  <a:lnTo>
                    <a:pt x="33320" y="544463"/>
                  </a:lnTo>
                  <a:lnTo>
                    <a:pt x="34175" y="615231"/>
                  </a:lnTo>
                  <a:lnTo>
                    <a:pt x="35031" y="634341"/>
                  </a:lnTo>
                  <a:lnTo>
                    <a:pt x="35886" y="629744"/>
                  </a:lnTo>
                  <a:lnTo>
                    <a:pt x="36742" y="571711"/>
                  </a:lnTo>
                  <a:lnTo>
                    <a:pt x="37597" y="521003"/>
                  </a:lnTo>
                  <a:lnTo>
                    <a:pt x="38453" y="536379"/>
                  </a:lnTo>
                  <a:lnTo>
                    <a:pt x="39308" y="581629"/>
                  </a:lnTo>
                  <a:lnTo>
                    <a:pt x="40164" y="632522"/>
                  </a:lnTo>
                  <a:lnTo>
                    <a:pt x="41019" y="707083"/>
                  </a:lnTo>
                  <a:lnTo>
                    <a:pt x="41875" y="807373"/>
                  </a:lnTo>
                  <a:lnTo>
                    <a:pt x="42730" y="805483"/>
                  </a:lnTo>
                  <a:lnTo>
                    <a:pt x="43586" y="739009"/>
                  </a:lnTo>
                  <a:lnTo>
                    <a:pt x="44441" y="699971"/>
                  </a:lnTo>
                  <a:lnTo>
                    <a:pt x="45297" y="699500"/>
                  </a:lnTo>
                  <a:lnTo>
                    <a:pt x="46152" y="712456"/>
                  </a:lnTo>
                  <a:lnTo>
                    <a:pt x="47008" y="738932"/>
                  </a:lnTo>
                  <a:lnTo>
                    <a:pt x="47864" y="827346"/>
                  </a:lnTo>
                  <a:lnTo>
                    <a:pt x="48719" y="891215"/>
                  </a:lnTo>
                  <a:lnTo>
                    <a:pt x="49575" y="878107"/>
                  </a:lnTo>
                  <a:lnTo>
                    <a:pt x="50430" y="787571"/>
                  </a:lnTo>
                  <a:lnTo>
                    <a:pt x="51286" y="668360"/>
                  </a:lnTo>
                  <a:lnTo>
                    <a:pt x="52141" y="588862"/>
                  </a:lnTo>
                  <a:lnTo>
                    <a:pt x="52997" y="560933"/>
                  </a:lnTo>
                  <a:lnTo>
                    <a:pt x="53852" y="489898"/>
                  </a:lnTo>
                  <a:lnTo>
                    <a:pt x="54708" y="452920"/>
                  </a:lnTo>
                  <a:lnTo>
                    <a:pt x="55563" y="457703"/>
                  </a:lnTo>
                  <a:lnTo>
                    <a:pt x="56419" y="465242"/>
                  </a:lnTo>
                  <a:lnTo>
                    <a:pt x="57274" y="427319"/>
                  </a:lnTo>
                  <a:lnTo>
                    <a:pt x="58130" y="337806"/>
                  </a:lnTo>
                  <a:lnTo>
                    <a:pt x="58985" y="240804"/>
                  </a:lnTo>
                  <a:lnTo>
                    <a:pt x="59841" y="166262"/>
                  </a:lnTo>
                  <a:lnTo>
                    <a:pt x="60696" y="136345"/>
                  </a:lnTo>
                  <a:lnTo>
                    <a:pt x="61552" y="128107"/>
                  </a:lnTo>
                  <a:lnTo>
                    <a:pt x="62407" y="78598"/>
                  </a:lnTo>
                  <a:lnTo>
                    <a:pt x="63263" y="76668"/>
                  </a:lnTo>
                  <a:lnTo>
                    <a:pt x="64119" y="143032"/>
                  </a:lnTo>
                  <a:lnTo>
                    <a:pt x="64974" y="143810"/>
                  </a:lnTo>
                  <a:lnTo>
                    <a:pt x="65830" y="182253"/>
                  </a:lnTo>
                  <a:lnTo>
                    <a:pt x="66685" y="210033"/>
                  </a:lnTo>
                  <a:lnTo>
                    <a:pt x="67541" y="248851"/>
                  </a:lnTo>
                  <a:lnTo>
                    <a:pt x="68396" y="254686"/>
                  </a:lnTo>
                  <a:lnTo>
                    <a:pt x="69252" y="326745"/>
                  </a:lnTo>
                  <a:lnTo>
                    <a:pt x="70107" y="417159"/>
                  </a:lnTo>
                  <a:lnTo>
                    <a:pt x="70963" y="403741"/>
                  </a:lnTo>
                  <a:lnTo>
                    <a:pt x="71818" y="404734"/>
                  </a:lnTo>
                  <a:lnTo>
                    <a:pt x="72674" y="415296"/>
                  </a:lnTo>
                  <a:lnTo>
                    <a:pt x="73529" y="371638"/>
                  </a:lnTo>
                  <a:lnTo>
                    <a:pt x="74385" y="224512"/>
                  </a:lnTo>
                  <a:lnTo>
                    <a:pt x="75240" y="114906"/>
                  </a:lnTo>
                  <a:lnTo>
                    <a:pt x="76096" y="40668"/>
                  </a:lnTo>
                  <a:lnTo>
                    <a:pt x="76951" y="0"/>
                  </a:lnTo>
                  <a:lnTo>
                    <a:pt x="77807" y="75139"/>
                  </a:lnTo>
                  <a:lnTo>
                    <a:pt x="78662" y="234065"/>
                  </a:lnTo>
                  <a:lnTo>
                    <a:pt x="79518" y="423214"/>
                  </a:lnTo>
                  <a:lnTo>
                    <a:pt x="80374" y="564212"/>
                  </a:lnTo>
                  <a:lnTo>
                    <a:pt x="81229" y="692584"/>
                  </a:lnTo>
                  <a:lnTo>
                    <a:pt x="82085" y="766155"/>
                  </a:lnTo>
                  <a:lnTo>
                    <a:pt x="82940" y="665884"/>
                  </a:lnTo>
                  <a:lnTo>
                    <a:pt x="83796" y="536462"/>
                  </a:lnTo>
                  <a:lnTo>
                    <a:pt x="84651" y="396423"/>
                  </a:lnTo>
                  <a:lnTo>
                    <a:pt x="85507" y="306278"/>
                  </a:lnTo>
                  <a:lnTo>
                    <a:pt x="86362" y="243205"/>
                  </a:lnTo>
                  <a:lnTo>
                    <a:pt x="87218" y="261452"/>
                  </a:lnTo>
                  <a:lnTo>
                    <a:pt x="88073" y="359895"/>
                  </a:lnTo>
                  <a:lnTo>
                    <a:pt x="88929" y="423706"/>
                  </a:lnTo>
                  <a:lnTo>
                    <a:pt x="89784" y="485831"/>
                  </a:lnTo>
                  <a:lnTo>
                    <a:pt x="90640" y="579110"/>
                  </a:lnTo>
                  <a:lnTo>
                    <a:pt x="91495" y="622954"/>
                  </a:lnTo>
                  <a:lnTo>
                    <a:pt x="92351" y="591600"/>
                  </a:lnTo>
                  <a:lnTo>
                    <a:pt x="93206" y="592798"/>
                  </a:lnTo>
                  <a:lnTo>
                    <a:pt x="94062" y="604291"/>
                  </a:lnTo>
                  <a:lnTo>
                    <a:pt x="94918" y="645426"/>
                  </a:lnTo>
                  <a:lnTo>
                    <a:pt x="95773" y="634765"/>
                  </a:lnTo>
                  <a:lnTo>
                    <a:pt x="96629" y="627933"/>
                  </a:lnTo>
                  <a:lnTo>
                    <a:pt x="97484" y="525661"/>
                  </a:lnTo>
                  <a:lnTo>
                    <a:pt x="98340" y="375522"/>
                  </a:lnTo>
                  <a:lnTo>
                    <a:pt x="99195" y="366041"/>
                  </a:lnTo>
                  <a:lnTo>
                    <a:pt x="100051" y="358146"/>
                  </a:lnTo>
                  <a:lnTo>
                    <a:pt x="100906" y="380136"/>
                  </a:lnTo>
                  <a:lnTo>
                    <a:pt x="101762" y="470451"/>
                  </a:lnTo>
                  <a:lnTo>
                    <a:pt x="102617" y="653635"/>
                  </a:lnTo>
                  <a:lnTo>
                    <a:pt x="103473" y="826319"/>
                  </a:lnTo>
                  <a:lnTo>
                    <a:pt x="104328" y="859145"/>
                  </a:lnTo>
                  <a:lnTo>
                    <a:pt x="105184" y="853922"/>
                  </a:lnTo>
                  <a:lnTo>
                    <a:pt x="106039" y="745577"/>
                  </a:lnTo>
                  <a:lnTo>
                    <a:pt x="106895" y="605685"/>
                  </a:lnTo>
                  <a:lnTo>
                    <a:pt x="107750" y="538896"/>
                  </a:lnTo>
                  <a:lnTo>
                    <a:pt x="108606" y="512734"/>
                  </a:lnTo>
                  <a:lnTo>
                    <a:pt x="109461" y="514779"/>
                  </a:lnTo>
                  <a:lnTo>
                    <a:pt x="110317" y="457953"/>
                  </a:lnTo>
                  <a:lnTo>
                    <a:pt x="111173" y="430703"/>
                  </a:lnTo>
                  <a:lnTo>
                    <a:pt x="112028" y="490837"/>
                  </a:lnTo>
                  <a:lnTo>
                    <a:pt x="112884" y="544359"/>
                  </a:lnTo>
                  <a:lnTo>
                    <a:pt x="113739" y="534297"/>
                  </a:lnTo>
                  <a:lnTo>
                    <a:pt x="114595" y="490092"/>
                  </a:lnTo>
                  <a:lnTo>
                    <a:pt x="115450" y="534874"/>
                  </a:lnTo>
                  <a:lnTo>
                    <a:pt x="116306" y="671496"/>
                  </a:lnTo>
                  <a:lnTo>
                    <a:pt x="117161" y="725608"/>
                  </a:lnTo>
                  <a:lnTo>
                    <a:pt x="118017" y="784528"/>
                  </a:lnTo>
                  <a:lnTo>
                    <a:pt x="118872" y="904000"/>
                  </a:lnTo>
                  <a:lnTo>
                    <a:pt x="119154" y="95004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6905897" y="145504"/>
              <a:ext cx="907295" cy="3116972"/>
            </a:xfrm>
            <a:custGeom>
              <a:avLst/>
              <a:pathLst>
                <a:path w="907295" h="3116972">
                  <a:moveTo>
                    <a:pt x="0" y="3116972"/>
                  </a:moveTo>
                  <a:lnTo>
                    <a:pt x="834" y="3006657"/>
                  </a:lnTo>
                  <a:lnTo>
                    <a:pt x="1689" y="2878933"/>
                  </a:lnTo>
                  <a:lnTo>
                    <a:pt x="2545" y="2845077"/>
                  </a:lnTo>
                  <a:lnTo>
                    <a:pt x="3400" y="2850670"/>
                  </a:lnTo>
                  <a:lnTo>
                    <a:pt x="4256" y="2860446"/>
                  </a:lnTo>
                  <a:lnTo>
                    <a:pt x="5112" y="2842422"/>
                  </a:lnTo>
                  <a:lnTo>
                    <a:pt x="5967" y="2870387"/>
                  </a:lnTo>
                  <a:lnTo>
                    <a:pt x="6823" y="2861735"/>
                  </a:lnTo>
                  <a:lnTo>
                    <a:pt x="7678" y="2789806"/>
                  </a:lnTo>
                  <a:lnTo>
                    <a:pt x="8534" y="2738275"/>
                  </a:lnTo>
                  <a:lnTo>
                    <a:pt x="9389" y="2634079"/>
                  </a:lnTo>
                  <a:lnTo>
                    <a:pt x="10245" y="2581762"/>
                  </a:lnTo>
                  <a:lnTo>
                    <a:pt x="11100" y="2639549"/>
                  </a:lnTo>
                  <a:lnTo>
                    <a:pt x="11956" y="2770554"/>
                  </a:lnTo>
                  <a:lnTo>
                    <a:pt x="12811" y="2858907"/>
                  </a:lnTo>
                  <a:lnTo>
                    <a:pt x="13667" y="2885749"/>
                  </a:lnTo>
                  <a:lnTo>
                    <a:pt x="14522" y="2931502"/>
                  </a:lnTo>
                  <a:lnTo>
                    <a:pt x="15378" y="2927970"/>
                  </a:lnTo>
                  <a:lnTo>
                    <a:pt x="16233" y="2823034"/>
                  </a:lnTo>
                  <a:lnTo>
                    <a:pt x="17089" y="2742026"/>
                  </a:lnTo>
                  <a:lnTo>
                    <a:pt x="17944" y="2697441"/>
                  </a:lnTo>
                  <a:lnTo>
                    <a:pt x="18800" y="2702860"/>
                  </a:lnTo>
                  <a:lnTo>
                    <a:pt x="19655" y="2756980"/>
                  </a:lnTo>
                  <a:lnTo>
                    <a:pt x="20511" y="2842011"/>
                  </a:lnTo>
                  <a:lnTo>
                    <a:pt x="21367" y="2898015"/>
                  </a:lnTo>
                  <a:lnTo>
                    <a:pt x="22222" y="2888167"/>
                  </a:lnTo>
                  <a:lnTo>
                    <a:pt x="23078" y="2952303"/>
                  </a:lnTo>
                  <a:lnTo>
                    <a:pt x="23933" y="2986565"/>
                  </a:lnTo>
                  <a:lnTo>
                    <a:pt x="24789" y="2925626"/>
                  </a:lnTo>
                  <a:lnTo>
                    <a:pt x="25644" y="2877438"/>
                  </a:lnTo>
                  <a:lnTo>
                    <a:pt x="26500" y="2769271"/>
                  </a:lnTo>
                  <a:lnTo>
                    <a:pt x="27355" y="2722279"/>
                  </a:lnTo>
                  <a:lnTo>
                    <a:pt x="28211" y="2638388"/>
                  </a:lnTo>
                  <a:lnTo>
                    <a:pt x="29066" y="2589205"/>
                  </a:lnTo>
                  <a:lnTo>
                    <a:pt x="29922" y="2634820"/>
                  </a:lnTo>
                  <a:lnTo>
                    <a:pt x="30777" y="2671686"/>
                  </a:lnTo>
                  <a:lnTo>
                    <a:pt x="31633" y="2761513"/>
                  </a:lnTo>
                  <a:lnTo>
                    <a:pt x="32488" y="2809040"/>
                  </a:lnTo>
                  <a:lnTo>
                    <a:pt x="33344" y="2893880"/>
                  </a:lnTo>
                  <a:lnTo>
                    <a:pt x="34199" y="2937536"/>
                  </a:lnTo>
                  <a:lnTo>
                    <a:pt x="35055" y="2937422"/>
                  </a:lnTo>
                  <a:lnTo>
                    <a:pt x="35910" y="2944233"/>
                  </a:lnTo>
                  <a:lnTo>
                    <a:pt x="36766" y="2937773"/>
                  </a:lnTo>
                  <a:lnTo>
                    <a:pt x="37622" y="2921671"/>
                  </a:lnTo>
                  <a:lnTo>
                    <a:pt x="38477" y="2895999"/>
                  </a:lnTo>
                  <a:lnTo>
                    <a:pt x="39333" y="2887454"/>
                  </a:lnTo>
                  <a:lnTo>
                    <a:pt x="40188" y="2872901"/>
                  </a:lnTo>
                  <a:lnTo>
                    <a:pt x="41044" y="2877121"/>
                  </a:lnTo>
                  <a:lnTo>
                    <a:pt x="41899" y="2870961"/>
                  </a:lnTo>
                  <a:lnTo>
                    <a:pt x="42755" y="2896074"/>
                  </a:lnTo>
                  <a:lnTo>
                    <a:pt x="43610" y="2879060"/>
                  </a:lnTo>
                  <a:lnTo>
                    <a:pt x="44466" y="2747003"/>
                  </a:lnTo>
                  <a:lnTo>
                    <a:pt x="45321" y="2716282"/>
                  </a:lnTo>
                  <a:lnTo>
                    <a:pt x="46177" y="2779061"/>
                  </a:lnTo>
                  <a:lnTo>
                    <a:pt x="47032" y="2846748"/>
                  </a:lnTo>
                  <a:lnTo>
                    <a:pt x="47888" y="2859997"/>
                  </a:lnTo>
                  <a:lnTo>
                    <a:pt x="48743" y="2854905"/>
                  </a:lnTo>
                  <a:lnTo>
                    <a:pt x="49599" y="2975277"/>
                  </a:lnTo>
                  <a:lnTo>
                    <a:pt x="50454" y="2951324"/>
                  </a:lnTo>
                  <a:lnTo>
                    <a:pt x="51310" y="2808491"/>
                  </a:lnTo>
                  <a:lnTo>
                    <a:pt x="52166" y="2738567"/>
                  </a:lnTo>
                  <a:lnTo>
                    <a:pt x="53021" y="2699569"/>
                  </a:lnTo>
                  <a:lnTo>
                    <a:pt x="53877" y="2740828"/>
                  </a:lnTo>
                  <a:lnTo>
                    <a:pt x="54732" y="2805673"/>
                  </a:lnTo>
                  <a:lnTo>
                    <a:pt x="55588" y="2916891"/>
                  </a:lnTo>
                  <a:lnTo>
                    <a:pt x="56443" y="2948950"/>
                  </a:lnTo>
                  <a:lnTo>
                    <a:pt x="57299" y="2971091"/>
                  </a:lnTo>
                  <a:lnTo>
                    <a:pt x="58154" y="3022431"/>
                  </a:lnTo>
                  <a:lnTo>
                    <a:pt x="59010" y="2984015"/>
                  </a:lnTo>
                  <a:lnTo>
                    <a:pt x="59865" y="2918609"/>
                  </a:lnTo>
                  <a:lnTo>
                    <a:pt x="60721" y="2902191"/>
                  </a:lnTo>
                  <a:lnTo>
                    <a:pt x="61576" y="2977538"/>
                  </a:lnTo>
                  <a:lnTo>
                    <a:pt x="62432" y="3029879"/>
                  </a:lnTo>
                  <a:lnTo>
                    <a:pt x="63287" y="3032248"/>
                  </a:lnTo>
                  <a:lnTo>
                    <a:pt x="64143" y="3057278"/>
                  </a:lnTo>
                  <a:lnTo>
                    <a:pt x="64998" y="3031261"/>
                  </a:lnTo>
                  <a:lnTo>
                    <a:pt x="65854" y="2963721"/>
                  </a:lnTo>
                  <a:lnTo>
                    <a:pt x="66709" y="2906966"/>
                  </a:lnTo>
                  <a:lnTo>
                    <a:pt x="67565" y="2856476"/>
                  </a:lnTo>
                  <a:lnTo>
                    <a:pt x="68421" y="2748082"/>
                  </a:lnTo>
                  <a:lnTo>
                    <a:pt x="69276" y="2704213"/>
                  </a:lnTo>
                  <a:lnTo>
                    <a:pt x="70132" y="2771200"/>
                  </a:lnTo>
                  <a:lnTo>
                    <a:pt x="70987" y="2883951"/>
                  </a:lnTo>
                  <a:lnTo>
                    <a:pt x="71843" y="2955444"/>
                  </a:lnTo>
                  <a:lnTo>
                    <a:pt x="72698" y="2978196"/>
                  </a:lnTo>
                  <a:lnTo>
                    <a:pt x="73554" y="3068502"/>
                  </a:lnTo>
                  <a:lnTo>
                    <a:pt x="74409" y="3070752"/>
                  </a:lnTo>
                  <a:lnTo>
                    <a:pt x="75265" y="2957541"/>
                  </a:lnTo>
                  <a:lnTo>
                    <a:pt x="76120" y="2876389"/>
                  </a:lnTo>
                  <a:lnTo>
                    <a:pt x="76976" y="2756431"/>
                  </a:lnTo>
                  <a:lnTo>
                    <a:pt x="77831" y="2619808"/>
                  </a:lnTo>
                  <a:lnTo>
                    <a:pt x="78687" y="2491257"/>
                  </a:lnTo>
                  <a:lnTo>
                    <a:pt x="79542" y="2420809"/>
                  </a:lnTo>
                  <a:lnTo>
                    <a:pt x="80398" y="2422950"/>
                  </a:lnTo>
                  <a:lnTo>
                    <a:pt x="81253" y="2313634"/>
                  </a:lnTo>
                  <a:lnTo>
                    <a:pt x="82109" y="2240080"/>
                  </a:lnTo>
                  <a:lnTo>
                    <a:pt x="82964" y="2214636"/>
                  </a:lnTo>
                  <a:lnTo>
                    <a:pt x="83820" y="2262687"/>
                  </a:lnTo>
                  <a:lnTo>
                    <a:pt x="84676" y="2350630"/>
                  </a:lnTo>
                  <a:lnTo>
                    <a:pt x="85531" y="2316317"/>
                  </a:lnTo>
                  <a:lnTo>
                    <a:pt x="86387" y="2270676"/>
                  </a:lnTo>
                  <a:lnTo>
                    <a:pt x="87242" y="2239298"/>
                  </a:lnTo>
                  <a:lnTo>
                    <a:pt x="88098" y="2171380"/>
                  </a:lnTo>
                  <a:lnTo>
                    <a:pt x="88953" y="2056949"/>
                  </a:lnTo>
                  <a:lnTo>
                    <a:pt x="89809" y="1908248"/>
                  </a:lnTo>
                  <a:lnTo>
                    <a:pt x="90664" y="1867398"/>
                  </a:lnTo>
                  <a:lnTo>
                    <a:pt x="91520" y="1931357"/>
                  </a:lnTo>
                  <a:lnTo>
                    <a:pt x="92375" y="2097218"/>
                  </a:lnTo>
                  <a:lnTo>
                    <a:pt x="93231" y="2297412"/>
                  </a:lnTo>
                  <a:lnTo>
                    <a:pt x="94086" y="2455497"/>
                  </a:lnTo>
                  <a:lnTo>
                    <a:pt x="94942" y="2592232"/>
                  </a:lnTo>
                  <a:lnTo>
                    <a:pt x="95797" y="2682132"/>
                  </a:lnTo>
                  <a:lnTo>
                    <a:pt x="96653" y="2639786"/>
                  </a:lnTo>
                  <a:lnTo>
                    <a:pt x="97508" y="2499723"/>
                  </a:lnTo>
                  <a:lnTo>
                    <a:pt x="98364" y="2323030"/>
                  </a:lnTo>
                  <a:lnTo>
                    <a:pt x="99220" y="2132875"/>
                  </a:lnTo>
                  <a:lnTo>
                    <a:pt x="100075" y="1973112"/>
                  </a:lnTo>
                  <a:lnTo>
                    <a:pt x="100931" y="1856416"/>
                  </a:lnTo>
                  <a:lnTo>
                    <a:pt x="101786" y="1847289"/>
                  </a:lnTo>
                  <a:lnTo>
                    <a:pt x="102642" y="1831938"/>
                  </a:lnTo>
                  <a:lnTo>
                    <a:pt x="103497" y="1816921"/>
                  </a:lnTo>
                  <a:lnTo>
                    <a:pt x="104353" y="1911088"/>
                  </a:lnTo>
                  <a:lnTo>
                    <a:pt x="105208" y="1915862"/>
                  </a:lnTo>
                  <a:lnTo>
                    <a:pt x="106064" y="1789523"/>
                  </a:lnTo>
                  <a:lnTo>
                    <a:pt x="106919" y="1613321"/>
                  </a:lnTo>
                  <a:lnTo>
                    <a:pt x="107775" y="1468779"/>
                  </a:lnTo>
                  <a:lnTo>
                    <a:pt x="108630" y="1371091"/>
                  </a:lnTo>
                  <a:lnTo>
                    <a:pt x="109486" y="1232948"/>
                  </a:lnTo>
                  <a:lnTo>
                    <a:pt x="110341" y="1214295"/>
                  </a:lnTo>
                  <a:lnTo>
                    <a:pt x="111197" y="1328407"/>
                  </a:lnTo>
                  <a:lnTo>
                    <a:pt x="112052" y="1416941"/>
                  </a:lnTo>
                  <a:lnTo>
                    <a:pt x="112908" y="1494880"/>
                  </a:lnTo>
                  <a:lnTo>
                    <a:pt x="113763" y="1584912"/>
                  </a:lnTo>
                  <a:lnTo>
                    <a:pt x="114619" y="1640957"/>
                  </a:lnTo>
                  <a:lnTo>
                    <a:pt x="115475" y="1661663"/>
                  </a:lnTo>
                  <a:lnTo>
                    <a:pt x="116330" y="1730305"/>
                  </a:lnTo>
                  <a:lnTo>
                    <a:pt x="117186" y="1809559"/>
                  </a:lnTo>
                  <a:lnTo>
                    <a:pt x="118041" y="1853926"/>
                  </a:lnTo>
                  <a:lnTo>
                    <a:pt x="118897" y="1926082"/>
                  </a:lnTo>
                  <a:lnTo>
                    <a:pt x="119752" y="1960341"/>
                  </a:lnTo>
                  <a:lnTo>
                    <a:pt x="120608" y="1882865"/>
                  </a:lnTo>
                  <a:lnTo>
                    <a:pt x="121463" y="1817340"/>
                  </a:lnTo>
                  <a:lnTo>
                    <a:pt x="122319" y="1792960"/>
                  </a:lnTo>
                  <a:lnTo>
                    <a:pt x="123174" y="1756000"/>
                  </a:lnTo>
                  <a:lnTo>
                    <a:pt x="124030" y="1702009"/>
                  </a:lnTo>
                  <a:lnTo>
                    <a:pt x="124885" y="1730982"/>
                  </a:lnTo>
                  <a:lnTo>
                    <a:pt x="125741" y="1741810"/>
                  </a:lnTo>
                  <a:lnTo>
                    <a:pt x="126596" y="1654732"/>
                  </a:lnTo>
                  <a:lnTo>
                    <a:pt x="127452" y="1599818"/>
                  </a:lnTo>
                  <a:lnTo>
                    <a:pt x="128307" y="1579316"/>
                  </a:lnTo>
                  <a:lnTo>
                    <a:pt x="129163" y="1545687"/>
                  </a:lnTo>
                  <a:lnTo>
                    <a:pt x="130018" y="1467052"/>
                  </a:lnTo>
                  <a:lnTo>
                    <a:pt x="130874" y="1505137"/>
                  </a:lnTo>
                  <a:lnTo>
                    <a:pt x="131730" y="1614600"/>
                  </a:lnTo>
                  <a:lnTo>
                    <a:pt x="132585" y="1736442"/>
                  </a:lnTo>
                  <a:lnTo>
                    <a:pt x="133441" y="1861640"/>
                  </a:lnTo>
                  <a:lnTo>
                    <a:pt x="134296" y="1940818"/>
                  </a:lnTo>
                  <a:lnTo>
                    <a:pt x="135152" y="2014794"/>
                  </a:lnTo>
                  <a:lnTo>
                    <a:pt x="136007" y="2070138"/>
                  </a:lnTo>
                  <a:lnTo>
                    <a:pt x="136863" y="2119425"/>
                  </a:lnTo>
                  <a:lnTo>
                    <a:pt x="137718" y="2111956"/>
                  </a:lnTo>
                  <a:lnTo>
                    <a:pt x="138574" y="2015678"/>
                  </a:lnTo>
                  <a:lnTo>
                    <a:pt x="139429" y="1938839"/>
                  </a:lnTo>
                  <a:lnTo>
                    <a:pt x="140285" y="1888273"/>
                  </a:lnTo>
                  <a:lnTo>
                    <a:pt x="141140" y="1964698"/>
                  </a:lnTo>
                  <a:lnTo>
                    <a:pt x="141996" y="1999258"/>
                  </a:lnTo>
                  <a:lnTo>
                    <a:pt x="142851" y="1925342"/>
                  </a:lnTo>
                  <a:lnTo>
                    <a:pt x="143707" y="1963173"/>
                  </a:lnTo>
                  <a:lnTo>
                    <a:pt x="144562" y="1964731"/>
                  </a:lnTo>
                  <a:lnTo>
                    <a:pt x="145418" y="1922575"/>
                  </a:lnTo>
                  <a:lnTo>
                    <a:pt x="146274" y="1810381"/>
                  </a:lnTo>
                  <a:lnTo>
                    <a:pt x="147129" y="1734640"/>
                  </a:lnTo>
                  <a:lnTo>
                    <a:pt x="147985" y="1780603"/>
                  </a:lnTo>
                  <a:lnTo>
                    <a:pt x="148840" y="1824253"/>
                  </a:lnTo>
                  <a:lnTo>
                    <a:pt x="149696" y="1929027"/>
                  </a:lnTo>
                  <a:lnTo>
                    <a:pt x="150551" y="2076761"/>
                  </a:lnTo>
                  <a:lnTo>
                    <a:pt x="151407" y="2220657"/>
                  </a:lnTo>
                  <a:lnTo>
                    <a:pt x="152262" y="2326944"/>
                  </a:lnTo>
                  <a:lnTo>
                    <a:pt x="153118" y="2481033"/>
                  </a:lnTo>
                  <a:lnTo>
                    <a:pt x="153973" y="2595064"/>
                  </a:lnTo>
                  <a:lnTo>
                    <a:pt x="154829" y="2656989"/>
                  </a:lnTo>
                  <a:lnTo>
                    <a:pt x="155684" y="2766334"/>
                  </a:lnTo>
                  <a:lnTo>
                    <a:pt x="156540" y="2826772"/>
                  </a:lnTo>
                  <a:lnTo>
                    <a:pt x="157395" y="2801868"/>
                  </a:lnTo>
                  <a:lnTo>
                    <a:pt x="158251" y="2760730"/>
                  </a:lnTo>
                  <a:lnTo>
                    <a:pt x="159106" y="2754975"/>
                  </a:lnTo>
                  <a:lnTo>
                    <a:pt x="159962" y="2835559"/>
                  </a:lnTo>
                  <a:lnTo>
                    <a:pt x="160817" y="2796909"/>
                  </a:lnTo>
                  <a:lnTo>
                    <a:pt x="161673" y="2731922"/>
                  </a:lnTo>
                  <a:lnTo>
                    <a:pt x="162529" y="2751207"/>
                  </a:lnTo>
                  <a:lnTo>
                    <a:pt x="163384" y="2656399"/>
                  </a:lnTo>
                  <a:lnTo>
                    <a:pt x="164240" y="2532856"/>
                  </a:lnTo>
                  <a:lnTo>
                    <a:pt x="165095" y="2380244"/>
                  </a:lnTo>
                  <a:lnTo>
                    <a:pt x="165951" y="2322944"/>
                  </a:lnTo>
                  <a:lnTo>
                    <a:pt x="166806" y="2366993"/>
                  </a:lnTo>
                  <a:lnTo>
                    <a:pt x="167662" y="2434176"/>
                  </a:lnTo>
                  <a:lnTo>
                    <a:pt x="168517" y="2572027"/>
                  </a:lnTo>
                  <a:lnTo>
                    <a:pt x="169373" y="2651396"/>
                  </a:lnTo>
                  <a:lnTo>
                    <a:pt x="170228" y="2689050"/>
                  </a:lnTo>
                  <a:lnTo>
                    <a:pt x="171084" y="2669865"/>
                  </a:lnTo>
                  <a:lnTo>
                    <a:pt x="171939" y="2620565"/>
                  </a:lnTo>
                  <a:lnTo>
                    <a:pt x="172795" y="2657128"/>
                  </a:lnTo>
                  <a:lnTo>
                    <a:pt x="173650" y="2643579"/>
                  </a:lnTo>
                  <a:lnTo>
                    <a:pt x="174506" y="2634848"/>
                  </a:lnTo>
                  <a:lnTo>
                    <a:pt x="175361" y="2624938"/>
                  </a:lnTo>
                  <a:lnTo>
                    <a:pt x="176217" y="2639155"/>
                  </a:lnTo>
                  <a:lnTo>
                    <a:pt x="177072" y="2616580"/>
                  </a:lnTo>
                  <a:lnTo>
                    <a:pt x="177928" y="2489960"/>
                  </a:lnTo>
                  <a:lnTo>
                    <a:pt x="178784" y="2432812"/>
                  </a:lnTo>
                  <a:lnTo>
                    <a:pt x="179639" y="2445357"/>
                  </a:lnTo>
                  <a:lnTo>
                    <a:pt x="180495" y="2442998"/>
                  </a:lnTo>
                  <a:lnTo>
                    <a:pt x="181350" y="2479054"/>
                  </a:lnTo>
                  <a:lnTo>
                    <a:pt x="182206" y="2583380"/>
                  </a:lnTo>
                  <a:lnTo>
                    <a:pt x="183061" y="2658275"/>
                  </a:lnTo>
                  <a:lnTo>
                    <a:pt x="183917" y="2680553"/>
                  </a:lnTo>
                  <a:lnTo>
                    <a:pt x="184772" y="2683029"/>
                  </a:lnTo>
                  <a:lnTo>
                    <a:pt x="185628" y="2773501"/>
                  </a:lnTo>
                  <a:lnTo>
                    <a:pt x="186483" y="2788764"/>
                  </a:lnTo>
                  <a:lnTo>
                    <a:pt x="187339" y="2668052"/>
                  </a:lnTo>
                  <a:lnTo>
                    <a:pt x="188194" y="2631903"/>
                  </a:lnTo>
                  <a:lnTo>
                    <a:pt x="189050" y="2688446"/>
                  </a:lnTo>
                  <a:lnTo>
                    <a:pt x="189905" y="2710775"/>
                  </a:lnTo>
                  <a:lnTo>
                    <a:pt x="190761" y="2656827"/>
                  </a:lnTo>
                  <a:lnTo>
                    <a:pt x="191616" y="2694902"/>
                  </a:lnTo>
                  <a:lnTo>
                    <a:pt x="192472" y="2774016"/>
                  </a:lnTo>
                  <a:lnTo>
                    <a:pt x="193328" y="2781646"/>
                  </a:lnTo>
                  <a:lnTo>
                    <a:pt x="194183" y="2687893"/>
                  </a:lnTo>
                  <a:lnTo>
                    <a:pt x="195039" y="2695424"/>
                  </a:lnTo>
                  <a:lnTo>
                    <a:pt x="195894" y="2751705"/>
                  </a:lnTo>
                  <a:lnTo>
                    <a:pt x="196750" y="2707369"/>
                  </a:lnTo>
                  <a:lnTo>
                    <a:pt x="197605" y="2666904"/>
                  </a:lnTo>
                  <a:lnTo>
                    <a:pt x="198461" y="2611227"/>
                  </a:lnTo>
                  <a:lnTo>
                    <a:pt x="199316" y="2563570"/>
                  </a:lnTo>
                  <a:lnTo>
                    <a:pt x="200172" y="2508105"/>
                  </a:lnTo>
                  <a:lnTo>
                    <a:pt x="201027" y="2401312"/>
                  </a:lnTo>
                  <a:lnTo>
                    <a:pt x="201883" y="2304083"/>
                  </a:lnTo>
                  <a:lnTo>
                    <a:pt x="202738" y="2281554"/>
                  </a:lnTo>
                  <a:lnTo>
                    <a:pt x="203594" y="2421075"/>
                  </a:lnTo>
                  <a:lnTo>
                    <a:pt x="204449" y="2588515"/>
                  </a:lnTo>
                  <a:lnTo>
                    <a:pt x="205305" y="2698941"/>
                  </a:lnTo>
                  <a:lnTo>
                    <a:pt x="206160" y="2743186"/>
                  </a:lnTo>
                  <a:lnTo>
                    <a:pt x="207016" y="2808314"/>
                  </a:lnTo>
                  <a:lnTo>
                    <a:pt x="207871" y="2799869"/>
                  </a:lnTo>
                  <a:lnTo>
                    <a:pt x="208727" y="2606734"/>
                  </a:lnTo>
                  <a:lnTo>
                    <a:pt x="209583" y="2373422"/>
                  </a:lnTo>
                  <a:lnTo>
                    <a:pt x="210438" y="2117876"/>
                  </a:lnTo>
                  <a:lnTo>
                    <a:pt x="211294" y="1991299"/>
                  </a:lnTo>
                  <a:lnTo>
                    <a:pt x="212149" y="1913038"/>
                  </a:lnTo>
                  <a:lnTo>
                    <a:pt x="213005" y="1860550"/>
                  </a:lnTo>
                  <a:lnTo>
                    <a:pt x="213860" y="1853029"/>
                  </a:lnTo>
                  <a:lnTo>
                    <a:pt x="214716" y="1911184"/>
                  </a:lnTo>
                  <a:lnTo>
                    <a:pt x="215571" y="2013754"/>
                  </a:lnTo>
                  <a:lnTo>
                    <a:pt x="216427" y="2038460"/>
                  </a:lnTo>
                  <a:lnTo>
                    <a:pt x="217282" y="2054599"/>
                  </a:lnTo>
                  <a:lnTo>
                    <a:pt x="218138" y="2036456"/>
                  </a:lnTo>
                  <a:lnTo>
                    <a:pt x="218993" y="2008999"/>
                  </a:lnTo>
                  <a:lnTo>
                    <a:pt x="219849" y="2013731"/>
                  </a:lnTo>
                  <a:lnTo>
                    <a:pt x="220704" y="2005724"/>
                  </a:lnTo>
                  <a:lnTo>
                    <a:pt x="221560" y="1972240"/>
                  </a:lnTo>
                  <a:lnTo>
                    <a:pt x="222415" y="1937914"/>
                  </a:lnTo>
                  <a:lnTo>
                    <a:pt x="223271" y="1968690"/>
                  </a:lnTo>
                  <a:lnTo>
                    <a:pt x="224126" y="1984290"/>
                  </a:lnTo>
                  <a:lnTo>
                    <a:pt x="224982" y="1926237"/>
                  </a:lnTo>
                  <a:lnTo>
                    <a:pt x="225838" y="1888922"/>
                  </a:lnTo>
                  <a:lnTo>
                    <a:pt x="226693" y="1960739"/>
                  </a:lnTo>
                  <a:lnTo>
                    <a:pt x="227549" y="2013330"/>
                  </a:lnTo>
                  <a:lnTo>
                    <a:pt x="228404" y="2014578"/>
                  </a:lnTo>
                  <a:lnTo>
                    <a:pt x="229260" y="2024272"/>
                  </a:lnTo>
                  <a:lnTo>
                    <a:pt x="230115" y="2053514"/>
                  </a:lnTo>
                  <a:lnTo>
                    <a:pt x="230971" y="2062595"/>
                  </a:lnTo>
                  <a:lnTo>
                    <a:pt x="231826" y="2003325"/>
                  </a:lnTo>
                  <a:lnTo>
                    <a:pt x="232682" y="1944434"/>
                  </a:lnTo>
                  <a:lnTo>
                    <a:pt x="233537" y="1904752"/>
                  </a:lnTo>
                  <a:lnTo>
                    <a:pt x="234393" y="1840397"/>
                  </a:lnTo>
                  <a:lnTo>
                    <a:pt x="235248" y="1818341"/>
                  </a:lnTo>
                  <a:lnTo>
                    <a:pt x="236104" y="1838462"/>
                  </a:lnTo>
                  <a:lnTo>
                    <a:pt x="236959" y="1878025"/>
                  </a:lnTo>
                  <a:lnTo>
                    <a:pt x="237815" y="1959872"/>
                  </a:lnTo>
                  <a:lnTo>
                    <a:pt x="238670" y="2038461"/>
                  </a:lnTo>
                  <a:lnTo>
                    <a:pt x="239526" y="2132609"/>
                  </a:lnTo>
                  <a:lnTo>
                    <a:pt x="240381" y="2170423"/>
                  </a:lnTo>
                  <a:lnTo>
                    <a:pt x="241237" y="2239905"/>
                  </a:lnTo>
                  <a:lnTo>
                    <a:pt x="242093" y="2365971"/>
                  </a:lnTo>
                  <a:lnTo>
                    <a:pt x="242948" y="2409947"/>
                  </a:lnTo>
                  <a:lnTo>
                    <a:pt x="243804" y="2474595"/>
                  </a:lnTo>
                  <a:lnTo>
                    <a:pt x="244659" y="2521681"/>
                  </a:lnTo>
                  <a:lnTo>
                    <a:pt x="245515" y="2526004"/>
                  </a:lnTo>
                  <a:lnTo>
                    <a:pt x="246370" y="2486916"/>
                  </a:lnTo>
                  <a:lnTo>
                    <a:pt x="247226" y="2397399"/>
                  </a:lnTo>
                  <a:lnTo>
                    <a:pt x="248081" y="2330582"/>
                  </a:lnTo>
                  <a:lnTo>
                    <a:pt x="248937" y="2215531"/>
                  </a:lnTo>
                  <a:lnTo>
                    <a:pt x="249792" y="2171707"/>
                  </a:lnTo>
                  <a:lnTo>
                    <a:pt x="250648" y="2185755"/>
                  </a:lnTo>
                  <a:lnTo>
                    <a:pt x="251503" y="2136113"/>
                  </a:lnTo>
                  <a:lnTo>
                    <a:pt x="252359" y="2083778"/>
                  </a:lnTo>
                  <a:lnTo>
                    <a:pt x="253214" y="2006376"/>
                  </a:lnTo>
                  <a:lnTo>
                    <a:pt x="254070" y="1962485"/>
                  </a:lnTo>
                  <a:lnTo>
                    <a:pt x="254925" y="1893739"/>
                  </a:lnTo>
                  <a:lnTo>
                    <a:pt x="255781" y="1842222"/>
                  </a:lnTo>
                  <a:lnTo>
                    <a:pt x="256637" y="1836901"/>
                  </a:lnTo>
                  <a:lnTo>
                    <a:pt x="257492" y="1838279"/>
                  </a:lnTo>
                  <a:lnTo>
                    <a:pt x="258348" y="1948242"/>
                  </a:lnTo>
                  <a:lnTo>
                    <a:pt x="259203" y="2053290"/>
                  </a:lnTo>
                  <a:lnTo>
                    <a:pt x="260059" y="2139870"/>
                  </a:lnTo>
                  <a:lnTo>
                    <a:pt x="260914" y="2243932"/>
                  </a:lnTo>
                  <a:lnTo>
                    <a:pt x="261770" y="2371669"/>
                  </a:lnTo>
                  <a:lnTo>
                    <a:pt x="262625" y="2503481"/>
                  </a:lnTo>
                  <a:lnTo>
                    <a:pt x="263481" y="2409675"/>
                  </a:lnTo>
                  <a:lnTo>
                    <a:pt x="264336" y="2286584"/>
                  </a:lnTo>
                  <a:lnTo>
                    <a:pt x="265192" y="2271801"/>
                  </a:lnTo>
                  <a:lnTo>
                    <a:pt x="266047" y="2173513"/>
                  </a:lnTo>
                  <a:lnTo>
                    <a:pt x="266903" y="2060253"/>
                  </a:lnTo>
                  <a:lnTo>
                    <a:pt x="267758" y="2027386"/>
                  </a:lnTo>
                  <a:lnTo>
                    <a:pt x="268614" y="2167925"/>
                  </a:lnTo>
                  <a:lnTo>
                    <a:pt x="269469" y="2319150"/>
                  </a:lnTo>
                  <a:lnTo>
                    <a:pt x="270325" y="2430420"/>
                  </a:lnTo>
                  <a:lnTo>
                    <a:pt x="271180" y="2576559"/>
                  </a:lnTo>
                  <a:lnTo>
                    <a:pt x="272036" y="2618057"/>
                  </a:lnTo>
                  <a:lnTo>
                    <a:pt x="272892" y="2487807"/>
                  </a:lnTo>
                  <a:lnTo>
                    <a:pt x="273747" y="2352343"/>
                  </a:lnTo>
                  <a:lnTo>
                    <a:pt x="274603" y="2256172"/>
                  </a:lnTo>
                  <a:lnTo>
                    <a:pt x="275458" y="2150137"/>
                  </a:lnTo>
                  <a:lnTo>
                    <a:pt x="276314" y="2083336"/>
                  </a:lnTo>
                  <a:lnTo>
                    <a:pt x="277169" y="2120530"/>
                  </a:lnTo>
                  <a:lnTo>
                    <a:pt x="278025" y="2259576"/>
                  </a:lnTo>
                  <a:lnTo>
                    <a:pt x="278880" y="2377436"/>
                  </a:lnTo>
                  <a:lnTo>
                    <a:pt x="279736" y="2409531"/>
                  </a:lnTo>
                  <a:lnTo>
                    <a:pt x="280591" y="2423368"/>
                  </a:lnTo>
                  <a:lnTo>
                    <a:pt x="281447" y="2448416"/>
                  </a:lnTo>
                  <a:lnTo>
                    <a:pt x="282302" y="2536515"/>
                  </a:lnTo>
                  <a:lnTo>
                    <a:pt x="283158" y="2603297"/>
                  </a:lnTo>
                  <a:lnTo>
                    <a:pt x="284013" y="2638806"/>
                  </a:lnTo>
                  <a:lnTo>
                    <a:pt x="284869" y="2662379"/>
                  </a:lnTo>
                  <a:lnTo>
                    <a:pt x="285724" y="2676389"/>
                  </a:lnTo>
                  <a:lnTo>
                    <a:pt x="286580" y="2707003"/>
                  </a:lnTo>
                  <a:lnTo>
                    <a:pt x="287435" y="2677582"/>
                  </a:lnTo>
                  <a:lnTo>
                    <a:pt x="288291" y="2645219"/>
                  </a:lnTo>
                  <a:lnTo>
                    <a:pt x="289147" y="2579714"/>
                  </a:lnTo>
                  <a:lnTo>
                    <a:pt x="290002" y="2595510"/>
                  </a:lnTo>
                  <a:lnTo>
                    <a:pt x="290858" y="2615208"/>
                  </a:lnTo>
                  <a:lnTo>
                    <a:pt x="291713" y="2525956"/>
                  </a:lnTo>
                  <a:lnTo>
                    <a:pt x="292569" y="2477047"/>
                  </a:lnTo>
                  <a:lnTo>
                    <a:pt x="293424" y="2443998"/>
                  </a:lnTo>
                  <a:lnTo>
                    <a:pt x="294280" y="2372349"/>
                  </a:lnTo>
                  <a:lnTo>
                    <a:pt x="295135" y="2324014"/>
                  </a:lnTo>
                  <a:lnTo>
                    <a:pt x="295991" y="2339744"/>
                  </a:lnTo>
                  <a:lnTo>
                    <a:pt x="296846" y="2384273"/>
                  </a:lnTo>
                  <a:lnTo>
                    <a:pt x="297702" y="2315666"/>
                  </a:lnTo>
                  <a:lnTo>
                    <a:pt x="298557" y="2219091"/>
                  </a:lnTo>
                  <a:lnTo>
                    <a:pt x="299413" y="2268511"/>
                  </a:lnTo>
                  <a:lnTo>
                    <a:pt x="300268" y="2277885"/>
                  </a:lnTo>
                  <a:lnTo>
                    <a:pt x="301124" y="2137797"/>
                  </a:lnTo>
                  <a:lnTo>
                    <a:pt x="301979" y="2052603"/>
                  </a:lnTo>
                  <a:lnTo>
                    <a:pt x="302835" y="2085227"/>
                  </a:lnTo>
                  <a:lnTo>
                    <a:pt x="303691" y="2085191"/>
                  </a:lnTo>
                  <a:lnTo>
                    <a:pt x="304546" y="2010422"/>
                  </a:lnTo>
                  <a:lnTo>
                    <a:pt x="305402" y="2021251"/>
                  </a:lnTo>
                  <a:lnTo>
                    <a:pt x="306257" y="2130159"/>
                  </a:lnTo>
                  <a:lnTo>
                    <a:pt x="307113" y="2136229"/>
                  </a:lnTo>
                  <a:lnTo>
                    <a:pt x="307968" y="2130486"/>
                  </a:lnTo>
                  <a:lnTo>
                    <a:pt x="308824" y="2249542"/>
                  </a:lnTo>
                  <a:lnTo>
                    <a:pt x="309679" y="2330751"/>
                  </a:lnTo>
                  <a:lnTo>
                    <a:pt x="310535" y="2359341"/>
                  </a:lnTo>
                  <a:lnTo>
                    <a:pt x="311390" y="2433590"/>
                  </a:lnTo>
                  <a:lnTo>
                    <a:pt x="312246" y="2594790"/>
                  </a:lnTo>
                  <a:lnTo>
                    <a:pt x="313101" y="2668897"/>
                  </a:lnTo>
                  <a:lnTo>
                    <a:pt x="313957" y="2666723"/>
                  </a:lnTo>
                  <a:lnTo>
                    <a:pt x="314812" y="2762239"/>
                  </a:lnTo>
                  <a:lnTo>
                    <a:pt x="315668" y="2802841"/>
                  </a:lnTo>
                  <a:lnTo>
                    <a:pt x="316523" y="2819888"/>
                  </a:lnTo>
                  <a:lnTo>
                    <a:pt x="317379" y="2814862"/>
                  </a:lnTo>
                  <a:lnTo>
                    <a:pt x="318234" y="2795494"/>
                  </a:lnTo>
                  <a:lnTo>
                    <a:pt x="319090" y="2834219"/>
                  </a:lnTo>
                  <a:lnTo>
                    <a:pt x="319946" y="2889932"/>
                  </a:lnTo>
                  <a:lnTo>
                    <a:pt x="320801" y="2960052"/>
                  </a:lnTo>
                  <a:lnTo>
                    <a:pt x="321657" y="2951867"/>
                  </a:lnTo>
                  <a:lnTo>
                    <a:pt x="322512" y="2929905"/>
                  </a:lnTo>
                  <a:lnTo>
                    <a:pt x="323368" y="2925936"/>
                  </a:lnTo>
                  <a:lnTo>
                    <a:pt x="324223" y="2856564"/>
                  </a:lnTo>
                  <a:lnTo>
                    <a:pt x="325079" y="2702981"/>
                  </a:lnTo>
                  <a:lnTo>
                    <a:pt x="325934" y="2606481"/>
                  </a:lnTo>
                  <a:lnTo>
                    <a:pt x="326790" y="2456314"/>
                  </a:lnTo>
                  <a:lnTo>
                    <a:pt x="327645" y="2371527"/>
                  </a:lnTo>
                  <a:lnTo>
                    <a:pt x="328501" y="2402731"/>
                  </a:lnTo>
                  <a:lnTo>
                    <a:pt x="329356" y="2437304"/>
                  </a:lnTo>
                  <a:lnTo>
                    <a:pt x="330212" y="2462580"/>
                  </a:lnTo>
                  <a:lnTo>
                    <a:pt x="331067" y="2459386"/>
                  </a:lnTo>
                  <a:lnTo>
                    <a:pt x="331923" y="2475742"/>
                  </a:lnTo>
                  <a:lnTo>
                    <a:pt x="332778" y="2476948"/>
                  </a:lnTo>
                  <a:lnTo>
                    <a:pt x="333634" y="2419042"/>
                  </a:lnTo>
                  <a:lnTo>
                    <a:pt x="334489" y="2332148"/>
                  </a:lnTo>
                  <a:lnTo>
                    <a:pt x="335345" y="2324034"/>
                  </a:lnTo>
                  <a:lnTo>
                    <a:pt x="336201" y="2238879"/>
                  </a:lnTo>
                  <a:lnTo>
                    <a:pt x="337056" y="2223051"/>
                  </a:lnTo>
                  <a:lnTo>
                    <a:pt x="337912" y="2293177"/>
                  </a:lnTo>
                  <a:lnTo>
                    <a:pt x="338767" y="2349585"/>
                  </a:lnTo>
                  <a:lnTo>
                    <a:pt x="339623" y="2411672"/>
                  </a:lnTo>
                  <a:lnTo>
                    <a:pt x="340478" y="2416754"/>
                  </a:lnTo>
                  <a:lnTo>
                    <a:pt x="341334" y="2495009"/>
                  </a:lnTo>
                  <a:lnTo>
                    <a:pt x="342189" y="2546385"/>
                  </a:lnTo>
                  <a:lnTo>
                    <a:pt x="343045" y="2449023"/>
                  </a:lnTo>
                  <a:lnTo>
                    <a:pt x="343900" y="2332734"/>
                  </a:lnTo>
                  <a:lnTo>
                    <a:pt x="344756" y="2243418"/>
                  </a:lnTo>
                  <a:lnTo>
                    <a:pt x="345611" y="2176458"/>
                  </a:lnTo>
                  <a:lnTo>
                    <a:pt x="346467" y="2125852"/>
                  </a:lnTo>
                  <a:lnTo>
                    <a:pt x="347322" y="2146886"/>
                  </a:lnTo>
                  <a:lnTo>
                    <a:pt x="348178" y="2203435"/>
                  </a:lnTo>
                  <a:lnTo>
                    <a:pt x="349033" y="2223815"/>
                  </a:lnTo>
                  <a:lnTo>
                    <a:pt x="349889" y="2203324"/>
                  </a:lnTo>
                  <a:lnTo>
                    <a:pt x="350745" y="2227859"/>
                  </a:lnTo>
                  <a:lnTo>
                    <a:pt x="351600" y="2329101"/>
                  </a:lnTo>
                  <a:lnTo>
                    <a:pt x="352456" y="2366843"/>
                  </a:lnTo>
                  <a:lnTo>
                    <a:pt x="353311" y="2405989"/>
                  </a:lnTo>
                  <a:lnTo>
                    <a:pt x="354167" y="2467819"/>
                  </a:lnTo>
                  <a:lnTo>
                    <a:pt x="355022" y="2623861"/>
                  </a:lnTo>
                  <a:lnTo>
                    <a:pt x="355878" y="2684448"/>
                  </a:lnTo>
                  <a:lnTo>
                    <a:pt x="356733" y="2566797"/>
                  </a:lnTo>
                  <a:lnTo>
                    <a:pt x="357589" y="2516000"/>
                  </a:lnTo>
                  <a:lnTo>
                    <a:pt x="358444" y="2445437"/>
                  </a:lnTo>
                  <a:lnTo>
                    <a:pt x="359300" y="2422524"/>
                  </a:lnTo>
                  <a:lnTo>
                    <a:pt x="360155" y="2326485"/>
                  </a:lnTo>
                  <a:lnTo>
                    <a:pt x="361011" y="2280159"/>
                  </a:lnTo>
                  <a:lnTo>
                    <a:pt x="361866" y="2332744"/>
                  </a:lnTo>
                  <a:lnTo>
                    <a:pt x="362722" y="2353626"/>
                  </a:lnTo>
                  <a:lnTo>
                    <a:pt x="363577" y="2391913"/>
                  </a:lnTo>
                  <a:lnTo>
                    <a:pt x="364433" y="2363449"/>
                  </a:lnTo>
                  <a:lnTo>
                    <a:pt x="365288" y="2328748"/>
                  </a:lnTo>
                  <a:lnTo>
                    <a:pt x="366144" y="2337959"/>
                  </a:lnTo>
                  <a:lnTo>
                    <a:pt x="367000" y="2332537"/>
                  </a:lnTo>
                  <a:lnTo>
                    <a:pt x="367855" y="2322403"/>
                  </a:lnTo>
                  <a:lnTo>
                    <a:pt x="368711" y="2295618"/>
                  </a:lnTo>
                  <a:lnTo>
                    <a:pt x="369566" y="2368538"/>
                  </a:lnTo>
                  <a:lnTo>
                    <a:pt x="370422" y="2475861"/>
                  </a:lnTo>
                  <a:lnTo>
                    <a:pt x="371277" y="2461800"/>
                  </a:lnTo>
                  <a:lnTo>
                    <a:pt x="372133" y="2495453"/>
                  </a:lnTo>
                  <a:lnTo>
                    <a:pt x="372988" y="2592481"/>
                  </a:lnTo>
                  <a:lnTo>
                    <a:pt x="373844" y="2694997"/>
                  </a:lnTo>
                  <a:lnTo>
                    <a:pt x="374699" y="2742465"/>
                  </a:lnTo>
                  <a:lnTo>
                    <a:pt x="375555" y="2743623"/>
                  </a:lnTo>
                  <a:lnTo>
                    <a:pt x="376410" y="2858818"/>
                  </a:lnTo>
                  <a:lnTo>
                    <a:pt x="377266" y="2976219"/>
                  </a:lnTo>
                  <a:lnTo>
                    <a:pt x="378121" y="2989841"/>
                  </a:lnTo>
                  <a:lnTo>
                    <a:pt x="378977" y="2988451"/>
                  </a:lnTo>
                  <a:lnTo>
                    <a:pt x="379832" y="2983963"/>
                  </a:lnTo>
                  <a:lnTo>
                    <a:pt x="380688" y="2951087"/>
                  </a:lnTo>
                  <a:lnTo>
                    <a:pt x="381543" y="2833703"/>
                  </a:lnTo>
                  <a:lnTo>
                    <a:pt x="382399" y="2701733"/>
                  </a:lnTo>
                  <a:lnTo>
                    <a:pt x="383255" y="2613001"/>
                  </a:lnTo>
                  <a:lnTo>
                    <a:pt x="384110" y="2610721"/>
                  </a:lnTo>
                  <a:lnTo>
                    <a:pt x="384966" y="2593650"/>
                  </a:lnTo>
                  <a:lnTo>
                    <a:pt x="385821" y="2618221"/>
                  </a:lnTo>
                  <a:lnTo>
                    <a:pt x="386677" y="2646576"/>
                  </a:lnTo>
                  <a:lnTo>
                    <a:pt x="387532" y="2661659"/>
                  </a:lnTo>
                  <a:lnTo>
                    <a:pt x="388388" y="2720059"/>
                  </a:lnTo>
                  <a:lnTo>
                    <a:pt x="389243" y="2663540"/>
                  </a:lnTo>
                  <a:lnTo>
                    <a:pt x="390099" y="2630014"/>
                  </a:lnTo>
                  <a:lnTo>
                    <a:pt x="390954" y="2686124"/>
                  </a:lnTo>
                  <a:lnTo>
                    <a:pt x="391810" y="2721235"/>
                  </a:lnTo>
                  <a:lnTo>
                    <a:pt x="392665" y="2704182"/>
                  </a:lnTo>
                  <a:lnTo>
                    <a:pt x="393521" y="2635794"/>
                  </a:lnTo>
                  <a:lnTo>
                    <a:pt x="394376" y="2641313"/>
                  </a:lnTo>
                  <a:lnTo>
                    <a:pt x="395232" y="2670853"/>
                  </a:lnTo>
                  <a:lnTo>
                    <a:pt x="396087" y="2623721"/>
                  </a:lnTo>
                  <a:lnTo>
                    <a:pt x="396943" y="2619688"/>
                  </a:lnTo>
                  <a:lnTo>
                    <a:pt x="397799" y="2673179"/>
                  </a:lnTo>
                  <a:lnTo>
                    <a:pt x="398654" y="2721034"/>
                  </a:lnTo>
                  <a:lnTo>
                    <a:pt x="399510" y="2726963"/>
                  </a:lnTo>
                  <a:lnTo>
                    <a:pt x="400365" y="2717355"/>
                  </a:lnTo>
                  <a:lnTo>
                    <a:pt x="401221" y="2684464"/>
                  </a:lnTo>
                  <a:lnTo>
                    <a:pt x="402076" y="2597111"/>
                  </a:lnTo>
                  <a:lnTo>
                    <a:pt x="402932" y="2528131"/>
                  </a:lnTo>
                  <a:lnTo>
                    <a:pt x="403787" y="2470132"/>
                  </a:lnTo>
                  <a:lnTo>
                    <a:pt x="404643" y="2436088"/>
                  </a:lnTo>
                  <a:lnTo>
                    <a:pt x="405498" y="2338958"/>
                  </a:lnTo>
                  <a:lnTo>
                    <a:pt x="406354" y="2304649"/>
                  </a:lnTo>
                  <a:lnTo>
                    <a:pt x="407209" y="2338287"/>
                  </a:lnTo>
                  <a:lnTo>
                    <a:pt x="408065" y="2312309"/>
                  </a:lnTo>
                  <a:lnTo>
                    <a:pt x="408920" y="2239084"/>
                  </a:lnTo>
                  <a:lnTo>
                    <a:pt x="409776" y="2242058"/>
                  </a:lnTo>
                  <a:lnTo>
                    <a:pt x="410631" y="2348488"/>
                  </a:lnTo>
                  <a:lnTo>
                    <a:pt x="411487" y="2393841"/>
                  </a:lnTo>
                  <a:lnTo>
                    <a:pt x="412342" y="2412790"/>
                  </a:lnTo>
                  <a:lnTo>
                    <a:pt x="413198" y="2482137"/>
                  </a:lnTo>
                  <a:lnTo>
                    <a:pt x="414054" y="2616942"/>
                  </a:lnTo>
                  <a:lnTo>
                    <a:pt x="414909" y="2622716"/>
                  </a:lnTo>
                  <a:lnTo>
                    <a:pt x="415765" y="2576286"/>
                  </a:lnTo>
                  <a:lnTo>
                    <a:pt x="416620" y="2621533"/>
                  </a:lnTo>
                  <a:lnTo>
                    <a:pt x="417476" y="2718114"/>
                  </a:lnTo>
                  <a:lnTo>
                    <a:pt x="418331" y="2716729"/>
                  </a:lnTo>
                  <a:lnTo>
                    <a:pt x="419187" y="2714563"/>
                  </a:lnTo>
                  <a:lnTo>
                    <a:pt x="420042" y="2799152"/>
                  </a:lnTo>
                  <a:lnTo>
                    <a:pt x="420898" y="2876883"/>
                  </a:lnTo>
                  <a:lnTo>
                    <a:pt x="421753" y="2840821"/>
                  </a:lnTo>
                  <a:lnTo>
                    <a:pt x="422609" y="2792641"/>
                  </a:lnTo>
                  <a:lnTo>
                    <a:pt x="423464" y="2833216"/>
                  </a:lnTo>
                  <a:lnTo>
                    <a:pt x="424320" y="2825992"/>
                  </a:lnTo>
                  <a:lnTo>
                    <a:pt x="425175" y="2826321"/>
                  </a:lnTo>
                  <a:lnTo>
                    <a:pt x="426031" y="2868866"/>
                  </a:lnTo>
                  <a:lnTo>
                    <a:pt x="426886" y="2930323"/>
                  </a:lnTo>
                  <a:lnTo>
                    <a:pt x="427742" y="2935110"/>
                  </a:lnTo>
                  <a:lnTo>
                    <a:pt x="428597" y="2880268"/>
                  </a:lnTo>
                  <a:lnTo>
                    <a:pt x="429453" y="2850997"/>
                  </a:lnTo>
                  <a:lnTo>
                    <a:pt x="430309" y="2732984"/>
                  </a:lnTo>
                  <a:lnTo>
                    <a:pt x="431164" y="2571834"/>
                  </a:lnTo>
                  <a:lnTo>
                    <a:pt x="432020" y="2524164"/>
                  </a:lnTo>
                  <a:lnTo>
                    <a:pt x="432875" y="2570869"/>
                  </a:lnTo>
                  <a:lnTo>
                    <a:pt x="433731" y="2615575"/>
                  </a:lnTo>
                  <a:lnTo>
                    <a:pt x="434586" y="2653999"/>
                  </a:lnTo>
                  <a:lnTo>
                    <a:pt x="435442" y="2650463"/>
                  </a:lnTo>
                  <a:lnTo>
                    <a:pt x="436297" y="2612496"/>
                  </a:lnTo>
                  <a:lnTo>
                    <a:pt x="437153" y="2550005"/>
                  </a:lnTo>
                  <a:lnTo>
                    <a:pt x="438008" y="2465039"/>
                  </a:lnTo>
                  <a:lnTo>
                    <a:pt x="438864" y="2410490"/>
                  </a:lnTo>
                  <a:lnTo>
                    <a:pt x="439719" y="2365468"/>
                  </a:lnTo>
                  <a:lnTo>
                    <a:pt x="440575" y="2426201"/>
                  </a:lnTo>
                  <a:lnTo>
                    <a:pt x="441430" y="2619979"/>
                  </a:lnTo>
                  <a:lnTo>
                    <a:pt x="442286" y="2753167"/>
                  </a:lnTo>
                  <a:lnTo>
                    <a:pt x="443141" y="2797110"/>
                  </a:lnTo>
                  <a:lnTo>
                    <a:pt x="443997" y="2776565"/>
                  </a:lnTo>
                  <a:lnTo>
                    <a:pt x="444852" y="2696766"/>
                  </a:lnTo>
                  <a:lnTo>
                    <a:pt x="445708" y="2633630"/>
                  </a:lnTo>
                  <a:lnTo>
                    <a:pt x="446564" y="2516582"/>
                  </a:lnTo>
                  <a:lnTo>
                    <a:pt x="447419" y="2474390"/>
                  </a:lnTo>
                  <a:lnTo>
                    <a:pt x="448275" y="2499782"/>
                  </a:lnTo>
                  <a:lnTo>
                    <a:pt x="449130" y="2547162"/>
                  </a:lnTo>
                  <a:lnTo>
                    <a:pt x="449986" y="2657787"/>
                  </a:lnTo>
                  <a:lnTo>
                    <a:pt x="450841" y="2688953"/>
                  </a:lnTo>
                  <a:lnTo>
                    <a:pt x="451697" y="2566484"/>
                  </a:lnTo>
                  <a:lnTo>
                    <a:pt x="452552" y="2339283"/>
                  </a:lnTo>
                  <a:lnTo>
                    <a:pt x="453408" y="2134060"/>
                  </a:lnTo>
                  <a:lnTo>
                    <a:pt x="454263" y="2011249"/>
                  </a:lnTo>
                  <a:lnTo>
                    <a:pt x="455119" y="1855245"/>
                  </a:lnTo>
                  <a:lnTo>
                    <a:pt x="455974" y="1825706"/>
                  </a:lnTo>
                  <a:lnTo>
                    <a:pt x="456830" y="1911561"/>
                  </a:lnTo>
                  <a:lnTo>
                    <a:pt x="457685" y="1958609"/>
                  </a:lnTo>
                  <a:lnTo>
                    <a:pt x="458541" y="1915217"/>
                  </a:lnTo>
                  <a:lnTo>
                    <a:pt x="459396" y="1882690"/>
                  </a:lnTo>
                  <a:lnTo>
                    <a:pt x="460252" y="1916051"/>
                  </a:lnTo>
                  <a:lnTo>
                    <a:pt x="461108" y="1906335"/>
                  </a:lnTo>
                  <a:lnTo>
                    <a:pt x="461963" y="1848200"/>
                  </a:lnTo>
                  <a:lnTo>
                    <a:pt x="462819" y="1728612"/>
                  </a:lnTo>
                  <a:lnTo>
                    <a:pt x="463674" y="1672586"/>
                  </a:lnTo>
                  <a:lnTo>
                    <a:pt x="464530" y="1537306"/>
                  </a:lnTo>
                  <a:lnTo>
                    <a:pt x="465385" y="1395706"/>
                  </a:lnTo>
                  <a:lnTo>
                    <a:pt x="466241" y="1230066"/>
                  </a:lnTo>
                  <a:lnTo>
                    <a:pt x="467096" y="1201594"/>
                  </a:lnTo>
                  <a:lnTo>
                    <a:pt x="467952" y="1295586"/>
                  </a:lnTo>
                  <a:lnTo>
                    <a:pt x="468807" y="1331924"/>
                  </a:lnTo>
                  <a:lnTo>
                    <a:pt x="469663" y="1343534"/>
                  </a:lnTo>
                  <a:lnTo>
                    <a:pt x="470518" y="1263633"/>
                  </a:lnTo>
                  <a:lnTo>
                    <a:pt x="471374" y="1206583"/>
                  </a:lnTo>
                  <a:lnTo>
                    <a:pt x="472229" y="1052136"/>
                  </a:lnTo>
                  <a:lnTo>
                    <a:pt x="473085" y="901360"/>
                  </a:lnTo>
                  <a:lnTo>
                    <a:pt x="473940" y="770853"/>
                  </a:lnTo>
                  <a:lnTo>
                    <a:pt x="474796" y="690768"/>
                  </a:lnTo>
                  <a:lnTo>
                    <a:pt x="475651" y="678339"/>
                  </a:lnTo>
                  <a:lnTo>
                    <a:pt x="476507" y="669596"/>
                  </a:lnTo>
                  <a:lnTo>
                    <a:pt x="477363" y="668577"/>
                  </a:lnTo>
                  <a:lnTo>
                    <a:pt x="478218" y="721195"/>
                  </a:lnTo>
                  <a:lnTo>
                    <a:pt x="479074" y="766337"/>
                  </a:lnTo>
                  <a:lnTo>
                    <a:pt x="479929" y="769884"/>
                  </a:lnTo>
                  <a:lnTo>
                    <a:pt x="480785" y="765055"/>
                  </a:lnTo>
                  <a:lnTo>
                    <a:pt x="481640" y="649299"/>
                  </a:lnTo>
                  <a:lnTo>
                    <a:pt x="482496" y="513324"/>
                  </a:lnTo>
                  <a:lnTo>
                    <a:pt x="483351" y="349410"/>
                  </a:lnTo>
                  <a:lnTo>
                    <a:pt x="484207" y="208902"/>
                  </a:lnTo>
                  <a:lnTo>
                    <a:pt x="485062" y="87643"/>
                  </a:lnTo>
                  <a:lnTo>
                    <a:pt x="485918" y="0"/>
                  </a:lnTo>
                  <a:lnTo>
                    <a:pt x="485918" y="0"/>
                  </a:lnTo>
                  <a:lnTo>
                    <a:pt x="486773" y="7693"/>
                  </a:lnTo>
                  <a:lnTo>
                    <a:pt x="487629" y="44380"/>
                  </a:lnTo>
                  <a:lnTo>
                    <a:pt x="488484" y="144534"/>
                  </a:lnTo>
                  <a:lnTo>
                    <a:pt x="489340" y="353611"/>
                  </a:lnTo>
                  <a:lnTo>
                    <a:pt x="490195" y="629724"/>
                  </a:lnTo>
                  <a:lnTo>
                    <a:pt x="491051" y="867124"/>
                  </a:lnTo>
                  <a:lnTo>
                    <a:pt x="491906" y="1073838"/>
                  </a:lnTo>
                  <a:lnTo>
                    <a:pt x="492762" y="1237615"/>
                  </a:lnTo>
                  <a:lnTo>
                    <a:pt x="493618" y="1302619"/>
                  </a:lnTo>
                  <a:lnTo>
                    <a:pt x="494473" y="1273315"/>
                  </a:lnTo>
                  <a:lnTo>
                    <a:pt x="495329" y="1277402"/>
                  </a:lnTo>
                  <a:lnTo>
                    <a:pt x="496184" y="1292084"/>
                  </a:lnTo>
                  <a:lnTo>
                    <a:pt x="497040" y="1252361"/>
                  </a:lnTo>
                  <a:lnTo>
                    <a:pt x="497895" y="1230242"/>
                  </a:lnTo>
                  <a:lnTo>
                    <a:pt x="498751" y="1179527"/>
                  </a:lnTo>
                  <a:lnTo>
                    <a:pt x="499606" y="1128718"/>
                  </a:lnTo>
                  <a:lnTo>
                    <a:pt x="500462" y="1004528"/>
                  </a:lnTo>
                  <a:lnTo>
                    <a:pt x="501317" y="874307"/>
                  </a:lnTo>
                  <a:lnTo>
                    <a:pt x="502173" y="781461"/>
                  </a:lnTo>
                  <a:lnTo>
                    <a:pt x="503028" y="701215"/>
                  </a:lnTo>
                  <a:lnTo>
                    <a:pt x="503884" y="687569"/>
                  </a:lnTo>
                  <a:lnTo>
                    <a:pt x="504739" y="688220"/>
                  </a:lnTo>
                  <a:lnTo>
                    <a:pt x="505595" y="665614"/>
                  </a:lnTo>
                  <a:lnTo>
                    <a:pt x="506450" y="633920"/>
                  </a:lnTo>
                  <a:lnTo>
                    <a:pt x="507306" y="644601"/>
                  </a:lnTo>
                  <a:lnTo>
                    <a:pt x="508162" y="707081"/>
                  </a:lnTo>
                  <a:lnTo>
                    <a:pt x="509017" y="759148"/>
                  </a:lnTo>
                  <a:lnTo>
                    <a:pt x="509873" y="773097"/>
                  </a:lnTo>
                  <a:lnTo>
                    <a:pt x="510728" y="820910"/>
                  </a:lnTo>
                  <a:lnTo>
                    <a:pt x="511584" y="874230"/>
                  </a:lnTo>
                  <a:lnTo>
                    <a:pt x="512439" y="895064"/>
                  </a:lnTo>
                  <a:lnTo>
                    <a:pt x="513295" y="891416"/>
                  </a:lnTo>
                  <a:lnTo>
                    <a:pt x="514150" y="919252"/>
                  </a:lnTo>
                  <a:lnTo>
                    <a:pt x="515006" y="1009168"/>
                  </a:lnTo>
                  <a:lnTo>
                    <a:pt x="515861" y="1130600"/>
                  </a:lnTo>
                  <a:lnTo>
                    <a:pt x="516717" y="1181198"/>
                  </a:lnTo>
                  <a:lnTo>
                    <a:pt x="517572" y="1225908"/>
                  </a:lnTo>
                  <a:lnTo>
                    <a:pt x="518428" y="1309239"/>
                  </a:lnTo>
                  <a:lnTo>
                    <a:pt x="519283" y="1353132"/>
                  </a:lnTo>
                  <a:lnTo>
                    <a:pt x="520139" y="1400587"/>
                  </a:lnTo>
                  <a:lnTo>
                    <a:pt x="520994" y="1459508"/>
                  </a:lnTo>
                  <a:lnTo>
                    <a:pt x="521850" y="1587305"/>
                  </a:lnTo>
                  <a:lnTo>
                    <a:pt x="522705" y="1740150"/>
                  </a:lnTo>
                  <a:lnTo>
                    <a:pt x="523561" y="1770038"/>
                  </a:lnTo>
                  <a:lnTo>
                    <a:pt x="524417" y="1807429"/>
                  </a:lnTo>
                  <a:lnTo>
                    <a:pt x="525272" y="1813037"/>
                  </a:lnTo>
                  <a:lnTo>
                    <a:pt x="526128" y="1705364"/>
                  </a:lnTo>
                  <a:lnTo>
                    <a:pt x="526983" y="1626808"/>
                  </a:lnTo>
                  <a:lnTo>
                    <a:pt x="527839" y="1555346"/>
                  </a:lnTo>
                  <a:lnTo>
                    <a:pt x="528694" y="1494582"/>
                  </a:lnTo>
                  <a:lnTo>
                    <a:pt x="529550" y="1450459"/>
                  </a:lnTo>
                  <a:lnTo>
                    <a:pt x="530405" y="1467137"/>
                  </a:lnTo>
                  <a:lnTo>
                    <a:pt x="531261" y="1598765"/>
                  </a:lnTo>
                  <a:lnTo>
                    <a:pt x="532116" y="1630633"/>
                  </a:lnTo>
                  <a:lnTo>
                    <a:pt x="532972" y="1584641"/>
                  </a:lnTo>
                  <a:lnTo>
                    <a:pt x="533827" y="1558329"/>
                  </a:lnTo>
                  <a:lnTo>
                    <a:pt x="534683" y="1582131"/>
                  </a:lnTo>
                  <a:lnTo>
                    <a:pt x="535538" y="1590650"/>
                  </a:lnTo>
                  <a:lnTo>
                    <a:pt x="536394" y="1581260"/>
                  </a:lnTo>
                  <a:lnTo>
                    <a:pt x="537249" y="1639993"/>
                  </a:lnTo>
                  <a:lnTo>
                    <a:pt x="538105" y="1741818"/>
                  </a:lnTo>
                  <a:lnTo>
                    <a:pt x="538960" y="1902038"/>
                  </a:lnTo>
                  <a:lnTo>
                    <a:pt x="539816" y="1994512"/>
                  </a:lnTo>
                  <a:lnTo>
                    <a:pt x="540672" y="2009311"/>
                  </a:lnTo>
                  <a:lnTo>
                    <a:pt x="541527" y="2036734"/>
                  </a:lnTo>
                  <a:lnTo>
                    <a:pt x="542383" y="2097206"/>
                  </a:lnTo>
                  <a:lnTo>
                    <a:pt x="543238" y="2168741"/>
                  </a:lnTo>
                  <a:lnTo>
                    <a:pt x="544094" y="2126202"/>
                  </a:lnTo>
                  <a:lnTo>
                    <a:pt x="544949" y="2107263"/>
                  </a:lnTo>
                  <a:lnTo>
                    <a:pt x="545805" y="2157084"/>
                  </a:lnTo>
                  <a:lnTo>
                    <a:pt x="546660" y="2117998"/>
                  </a:lnTo>
                  <a:lnTo>
                    <a:pt x="547516" y="2010653"/>
                  </a:lnTo>
                  <a:lnTo>
                    <a:pt x="548371" y="1967563"/>
                  </a:lnTo>
                  <a:lnTo>
                    <a:pt x="549227" y="1975772"/>
                  </a:lnTo>
                  <a:lnTo>
                    <a:pt x="550082" y="1882048"/>
                  </a:lnTo>
                  <a:lnTo>
                    <a:pt x="550938" y="1750141"/>
                  </a:lnTo>
                  <a:lnTo>
                    <a:pt x="551793" y="1699247"/>
                  </a:lnTo>
                  <a:lnTo>
                    <a:pt x="552649" y="1708706"/>
                  </a:lnTo>
                  <a:lnTo>
                    <a:pt x="553504" y="1679857"/>
                  </a:lnTo>
                  <a:lnTo>
                    <a:pt x="554360" y="1678951"/>
                  </a:lnTo>
                  <a:lnTo>
                    <a:pt x="555216" y="1788039"/>
                  </a:lnTo>
                  <a:lnTo>
                    <a:pt x="556071" y="1803845"/>
                  </a:lnTo>
                  <a:lnTo>
                    <a:pt x="556927" y="1786769"/>
                  </a:lnTo>
                  <a:lnTo>
                    <a:pt x="557782" y="1781923"/>
                  </a:lnTo>
                  <a:lnTo>
                    <a:pt x="558638" y="1718912"/>
                  </a:lnTo>
                  <a:lnTo>
                    <a:pt x="559493" y="1693039"/>
                  </a:lnTo>
                  <a:lnTo>
                    <a:pt x="560349" y="1616148"/>
                  </a:lnTo>
                  <a:lnTo>
                    <a:pt x="561204" y="1687671"/>
                  </a:lnTo>
                  <a:lnTo>
                    <a:pt x="562060" y="1854986"/>
                  </a:lnTo>
                  <a:lnTo>
                    <a:pt x="562915" y="1998631"/>
                  </a:lnTo>
                  <a:lnTo>
                    <a:pt x="563771" y="2248758"/>
                  </a:lnTo>
                  <a:lnTo>
                    <a:pt x="564626" y="2404543"/>
                  </a:lnTo>
                  <a:lnTo>
                    <a:pt x="565482" y="2470278"/>
                  </a:lnTo>
                  <a:lnTo>
                    <a:pt x="566337" y="2476772"/>
                  </a:lnTo>
                  <a:lnTo>
                    <a:pt x="567193" y="2421325"/>
                  </a:lnTo>
                  <a:lnTo>
                    <a:pt x="568048" y="2313462"/>
                  </a:lnTo>
                  <a:lnTo>
                    <a:pt x="568904" y="2131030"/>
                  </a:lnTo>
                  <a:lnTo>
                    <a:pt x="569759" y="2037311"/>
                  </a:lnTo>
                  <a:lnTo>
                    <a:pt x="570615" y="2073415"/>
                  </a:lnTo>
                  <a:lnTo>
                    <a:pt x="571471" y="2096842"/>
                  </a:lnTo>
                  <a:lnTo>
                    <a:pt x="572326" y="2085994"/>
                  </a:lnTo>
                  <a:lnTo>
                    <a:pt x="573182" y="2209929"/>
                  </a:lnTo>
                  <a:lnTo>
                    <a:pt x="574037" y="2386589"/>
                  </a:lnTo>
                  <a:lnTo>
                    <a:pt x="574893" y="2483808"/>
                  </a:lnTo>
                  <a:lnTo>
                    <a:pt x="575748" y="2589805"/>
                  </a:lnTo>
                  <a:lnTo>
                    <a:pt x="576604" y="2752354"/>
                  </a:lnTo>
                  <a:lnTo>
                    <a:pt x="577459" y="2875786"/>
                  </a:lnTo>
                  <a:lnTo>
                    <a:pt x="578315" y="2858827"/>
                  </a:lnTo>
                  <a:lnTo>
                    <a:pt x="579170" y="2853976"/>
                  </a:lnTo>
                  <a:lnTo>
                    <a:pt x="580026" y="2911027"/>
                  </a:lnTo>
                  <a:lnTo>
                    <a:pt x="580881" y="2901785"/>
                  </a:lnTo>
                  <a:lnTo>
                    <a:pt x="581737" y="2854952"/>
                  </a:lnTo>
                  <a:lnTo>
                    <a:pt x="582592" y="2800451"/>
                  </a:lnTo>
                  <a:lnTo>
                    <a:pt x="583448" y="2802060"/>
                  </a:lnTo>
                  <a:lnTo>
                    <a:pt x="584303" y="2793376"/>
                  </a:lnTo>
                  <a:lnTo>
                    <a:pt x="585159" y="2763765"/>
                  </a:lnTo>
                  <a:lnTo>
                    <a:pt x="586014" y="2784048"/>
                  </a:lnTo>
                  <a:lnTo>
                    <a:pt x="586870" y="2779019"/>
                  </a:lnTo>
                  <a:lnTo>
                    <a:pt x="587726" y="2730837"/>
                  </a:lnTo>
                  <a:lnTo>
                    <a:pt x="588581" y="2681021"/>
                  </a:lnTo>
                  <a:lnTo>
                    <a:pt x="589437" y="2571292"/>
                  </a:lnTo>
                  <a:lnTo>
                    <a:pt x="590292" y="2431660"/>
                  </a:lnTo>
                  <a:lnTo>
                    <a:pt x="591148" y="2308854"/>
                  </a:lnTo>
                  <a:lnTo>
                    <a:pt x="592003" y="2213259"/>
                  </a:lnTo>
                  <a:lnTo>
                    <a:pt x="592859" y="2200420"/>
                  </a:lnTo>
                  <a:lnTo>
                    <a:pt x="593714" y="2215946"/>
                  </a:lnTo>
                  <a:lnTo>
                    <a:pt x="594570" y="2128580"/>
                  </a:lnTo>
                  <a:lnTo>
                    <a:pt x="595425" y="2045565"/>
                  </a:lnTo>
                  <a:lnTo>
                    <a:pt x="596281" y="1969686"/>
                  </a:lnTo>
                  <a:lnTo>
                    <a:pt x="597136" y="1908114"/>
                  </a:lnTo>
                  <a:lnTo>
                    <a:pt x="597992" y="1807213"/>
                  </a:lnTo>
                  <a:lnTo>
                    <a:pt x="598847" y="1716162"/>
                  </a:lnTo>
                  <a:lnTo>
                    <a:pt x="599703" y="1818972"/>
                  </a:lnTo>
                  <a:lnTo>
                    <a:pt x="600558" y="1919089"/>
                  </a:lnTo>
                  <a:lnTo>
                    <a:pt x="601414" y="1947153"/>
                  </a:lnTo>
                  <a:lnTo>
                    <a:pt x="602270" y="1996912"/>
                  </a:lnTo>
                  <a:lnTo>
                    <a:pt x="603125" y="2166829"/>
                  </a:lnTo>
                  <a:lnTo>
                    <a:pt x="603981" y="2334466"/>
                  </a:lnTo>
                  <a:lnTo>
                    <a:pt x="604836" y="2422134"/>
                  </a:lnTo>
                  <a:lnTo>
                    <a:pt x="605692" y="2460431"/>
                  </a:lnTo>
                  <a:lnTo>
                    <a:pt x="606547" y="2521752"/>
                  </a:lnTo>
                  <a:lnTo>
                    <a:pt x="607403" y="2584669"/>
                  </a:lnTo>
                  <a:lnTo>
                    <a:pt x="608258" y="2585640"/>
                  </a:lnTo>
                  <a:lnTo>
                    <a:pt x="609114" y="2558369"/>
                  </a:lnTo>
                  <a:lnTo>
                    <a:pt x="609969" y="2462344"/>
                  </a:lnTo>
                  <a:lnTo>
                    <a:pt x="610825" y="2377938"/>
                  </a:lnTo>
                  <a:lnTo>
                    <a:pt x="611680" y="2306526"/>
                  </a:lnTo>
                  <a:lnTo>
                    <a:pt x="612536" y="2200115"/>
                  </a:lnTo>
                  <a:lnTo>
                    <a:pt x="613391" y="2101282"/>
                  </a:lnTo>
                  <a:lnTo>
                    <a:pt x="614247" y="1969712"/>
                  </a:lnTo>
                  <a:lnTo>
                    <a:pt x="615102" y="1924931"/>
                  </a:lnTo>
                  <a:lnTo>
                    <a:pt x="615958" y="1939076"/>
                  </a:lnTo>
                  <a:lnTo>
                    <a:pt x="616813" y="1924674"/>
                  </a:lnTo>
                  <a:lnTo>
                    <a:pt x="617669" y="1962482"/>
                  </a:lnTo>
                  <a:lnTo>
                    <a:pt x="618525" y="1957837"/>
                  </a:lnTo>
                  <a:lnTo>
                    <a:pt x="619380" y="1949099"/>
                  </a:lnTo>
                  <a:lnTo>
                    <a:pt x="620236" y="1947371"/>
                  </a:lnTo>
                  <a:lnTo>
                    <a:pt x="621091" y="2004174"/>
                  </a:lnTo>
                  <a:lnTo>
                    <a:pt x="621947" y="2148421"/>
                  </a:lnTo>
                  <a:lnTo>
                    <a:pt x="622802" y="2273403"/>
                  </a:lnTo>
                  <a:lnTo>
                    <a:pt x="623658" y="2377953"/>
                  </a:lnTo>
                  <a:lnTo>
                    <a:pt x="624513" y="2483255"/>
                  </a:lnTo>
                  <a:lnTo>
                    <a:pt x="625369" y="2623049"/>
                  </a:lnTo>
                  <a:lnTo>
                    <a:pt x="626224" y="2728888"/>
                  </a:lnTo>
                  <a:lnTo>
                    <a:pt x="627080" y="2770081"/>
                  </a:lnTo>
                  <a:lnTo>
                    <a:pt x="627935" y="2738246"/>
                  </a:lnTo>
                  <a:lnTo>
                    <a:pt x="628791" y="2677765"/>
                  </a:lnTo>
                  <a:lnTo>
                    <a:pt x="629646" y="2656848"/>
                  </a:lnTo>
                  <a:lnTo>
                    <a:pt x="630502" y="2560135"/>
                  </a:lnTo>
                  <a:lnTo>
                    <a:pt x="631357" y="2388719"/>
                  </a:lnTo>
                  <a:lnTo>
                    <a:pt x="632213" y="2210968"/>
                  </a:lnTo>
                  <a:lnTo>
                    <a:pt x="633068" y="2205220"/>
                  </a:lnTo>
                  <a:lnTo>
                    <a:pt x="633924" y="2233872"/>
                  </a:lnTo>
                  <a:lnTo>
                    <a:pt x="634780" y="2215882"/>
                  </a:lnTo>
                  <a:lnTo>
                    <a:pt x="635635" y="2192698"/>
                  </a:lnTo>
                  <a:lnTo>
                    <a:pt x="636491" y="2229105"/>
                  </a:lnTo>
                  <a:lnTo>
                    <a:pt x="637346" y="2276857"/>
                  </a:lnTo>
                  <a:lnTo>
                    <a:pt x="638202" y="2147684"/>
                  </a:lnTo>
                  <a:lnTo>
                    <a:pt x="639057" y="2084370"/>
                  </a:lnTo>
                  <a:lnTo>
                    <a:pt x="639913" y="2045777"/>
                  </a:lnTo>
                  <a:lnTo>
                    <a:pt x="640768" y="1963111"/>
                  </a:lnTo>
                  <a:lnTo>
                    <a:pt x="641624" y="1859591"/>
                  </a:lnTo>
                  <a:lnTo>
                    <a:pt x="642479" y="1809288"/>
                  </a:lnTo>
                  <a:lnTo>
                    <a:pt x="643335" y="1805022"/>
                  </a:lnTo>
                  <a:lnTo>
                    <a:pt x="644190" y="1746062"/>
                  </a:lnTo>
                  <a:lnTo>
                    <a:pt x="645046" y="1706868"/>
                  </a:lnTo>
                  <a:lnTo>
                    <a:pt x="645901" y="1823915"/>
                  </a:lnTo>
                  <a:lnTo>
                    <a:pt x="646757" y="1937646"/>
                  </a:lnTo>
                  <a:lnTo>
                    <a:pt x="647612" y="1895202"/>
                  </a:lnTo>
                  <a:lnTo>
                    <a:pt x="648468" y="1918513"/>
                  </a:lnTo>
                  <a:lnTo>
                    <a:pt x="649323" y="1988929"/>
                  </a:lnTo>
                  <a:lnTo>
                    <a:pt x="650179" y="2064941"/>
                  </a:lnTo>
                  <a:lnTo>
                    <a:pt x="651035" y="2104392"/>
                  </a:lnTo>
                  <a:lnTo>
                    <a:pt x="651890" y="2132205"/>
                  </a:lnTo>
                  <a:lnTo>
                    <a:pt x="652746" y="2176448"/>
                  </a:lnTo>
                  <a:lnTo>
                    <a:pt x="653601" y="2168817"/>
                  </a:lnTo>
                  <a:lnTo>
                    <a:pt x="654457" y="2236693"/>
                  </a:lnTo>
                  <a:lnTo>
                    <a:pt x="655312" y="2280405"/>
                  </a:lnTo>
                  <a:lnTo>
                    <a:pt x="656168" y="2215487"/>
                  </a:lnTo>
                  <a:lnTo>
                    <a:pt x="657023" y="2138580"/>
                  </a:lnTo>
                  <a:lnTo>
                    <a:pt x="657879" y="2148442"/>
                  </a:lnTo>
                  <a:lnTo>
                    <a:pt x="658734" y="2151562"/>
                  </a:lnTo>
                  <a:lnTo>
                    <a:pt x="659590" y="2016799"/>
                  </a:lnTo>
                  <a:lnTo>
                    <a:pt x="660445" y="1899189"/>
                  </a:lnTo>
                  <a:lnTo>
                    <a:pt x="661301" y="1914064"/>
                  </a:lnTo>
                  <a:lnTo>
                    <a:pt x="662156" y="1914140"/>
                  </a:lnTo>
                  <a:lnTo>
                    <a:pt x="663012" y="1913046"/>
                  </a:lnTo>
                  <a:lnTo>
                    <a:pt x="663867" y="1954129"/>
                  </a:lnTo>
                  <a:lnTo>
                    <a:pt x="664723" y="2049830"/>
                  </a:lnTo>
                  <a:lnTo>
                    <a:pt x="665579" y="2102666"/>
                  </a:lnTo>
                  <a:lnTo>
                    <a:pt x="666434" y="2040232"/>
                  </a:lnTo>
                  <a:lnTo>
                    <a:pt x="667290" y="2057030"/>
                  </a:lnTo>
                  <a:lnTo>
                    <a:pt x="668145" y="2125801"/>
                  </a:lnTo>
                  <a:lnTo>
                    <a:pt x="669001" y="2149368"/>
                  </a:lnTo>
                  <a:lnTo>
                    <a:pt x="669856" y="2156387"/>
                  </a:lnTo>
                  <a:lnTo>
                    <a:pt x="670712" y="2161624"/>
                  </a:lnTo>
                  <a:lnTo>
                    <a:pt x="671567" y="2185896"/>
                  </a:lnTo>
                  <a:lnTo>
                    <a:pt x="672423" y="2194876"/>
                  </a:lnTo>
                  <a:lnTo>
                    <a:pt x="673278" y="2121698"/>
                  </a:lnTo>
                  <a:lnTo>
                    <a:pt x="674134" y="2044932"/>
                  </a:lnTo>
                  <a:lnTo>
                    <a:pt x="674989" y="1961996"/>
                  </a:lnTo>
                  <a:lnTo>
                    <a:pt x="675845" y="1918054"/>
                  </a:lnTo>
                  <a:lnTo>
                    <a:pt x="676700" y="1937595"/>
                  </a:lnTo>
                  <a:lnTo>
                    <a:pt x="677556" y="2019937"/>
                  </a:lnTo>
                  <a:lnTo>
                    <a:pt x="678411" y="2110227"/>
                  </a:lnTo>
                  <a:lnTo>
                    <a:pt x="679267" y="2201333"/>
                  </a:lnTo>
                  <a:lnTo>
                    <a:pt x="680122" y="2310593"/>
                  </a:lnTo>
                  <a:lnTo>
                    <a:pt x="680978" y="2422054"/>
                  </a:lnTo>
                  <a:lnTo>
                    <a:pt x="681834" y="2543056"/>
                  </a:lnTo>
                  <a:lnTo>
                    <a:pt x="682689" y="2606740"/>
                  </a:lnTo>
                  <a:lnTo>
                    <a:pt x="683545" y="2609464"/>
                  </a:lnTo>
                  <a:lnTo>
                    <a:pt x="684400" y="2595199"/>
                  </a:lnTo>
                  <a:lnTo>
                    <a:pt x="685256" y="2650561"/>
                  </a:lnTo>
                  <a:lnTo>
                    <a:pt x="686111" y="2717337"/>
                  </a:lnTo>
                  <a:lnTo>
                    <a:pt x="686967" y="2665103"/>
                  </a:lnTo>
                  <a:lnTo>
                    <a:pt x="687822" y="2669734"/>
                  </a:lnTo>
                  <a:lnTo>
                    <a:pt x="688678" y="2738555"/>
                  </a:lnTo>
                  <a:lnTo>
                    <a:pt x="689533" y="2789020"/>
                  </a:lnTo>
                  <a:lnTo>
                    <a:pt x="690389" y="2774063"/>
                  </a:lnTo>
                  <a:lnTo>
                    <a:pt x="691244" y="2754539"/>
                  </a:lnTo>
                  <a:lnTo>
                    <a:pt x="692100" y="2780593"/>
                  </a:lnTo>
                  <a:lnTo>
                    <a:pt x="692955" y="2722121"/>
                  </a:lnTo>
                  <a:lnTo>
                    <a:pt x="693811" y="2655214"/>
                  </a:lnTo>
                  <a:lnTo>
                    <a:pt x="694666" y="2607204"/>
                  </a:lnTo>
                  <a:lnTo>
                    <a:pt x="695522" y="2577259"/>
                  </a:lnTo>
                  <a:lnTo>
                    <a:pt x="696377" y="2517799"/>
                  </a:lnTo>
                  <a:lnTo>
                    <a:pt x="697233" y="2469279"/>
                  </a:lnTo>
                  <a:lnTo>
                    <a:pt x="698089" y="2453582"/>
                  </a:lnTo>
                  <a:lnTo>
                    <a:pt x="698944" y="2414664"/>
                  </a:lnTo>
                  <a:lnTo>
                    <a:pt x="699800" y="2356852"/>
                  </a:lnTo>
                  <a:lnTo>
                    <a:pt x="700655" y="2269062"/>
                  </a:lnTo>
                  <a:lnTo>
                    <a:pt x="701511" y="2294857"/>
                  </a:lnTo>
                  <a:lnTo>
                    <a:pt x="702366" y="2368556"/>
                  </a:lnTo>
                  <a:lnTo>
                    <a:pt x="703222" y="2389813"/>
                  </a:lnTo>
                  <a:lnTo>
                    <a:pt x="704077" y="2421189"/>
                  </a:lnTo>
                  <a:lnTo>
                    <a:pt x="704933" y="2480444"/>
                  </a:lnTo>
                  <a:lnTo>
                    <a:pt x="705788" y="2541414"/>
                  </a:lnTo>
                  <a:lnTo>
                    <a:pt x="706644" y="2473098"/>
                  </a:lnTo>
                  <a:lnTo>
                    <a:pt x="707499" y="2390970"/>
                  </a:lnTo>
                  <a:lnTo>
                    <a:pt x="708355" y="2382626"/>
                  </a:lnTo>
                  <a:lnTo>
                    <a:pt x="709210" y="2472300"/>
                  </a:lnTo>
                  <a:lnTo>
                    <a:pt x="710066" y="2560125"/>
                  </a:lnTo>
                  <a:lnTo>
                    <a:pt x="710921" y="2628799"/>
                  </a:lnTo>
                  <a:lnTo>
                    <a:pt x="711777" y="2697965"/>
                  </a:lnTo>
                  <a:lnTo>
                    <a:pt x="712633" y="2750754"/>
                  </a:lnTo>
                  <a:lnTo>
                    <a:pt x="713488" y="2783930"/>
                  </a:lnTo>
                  <a:lnTo>
                    <a:pt x="714344" y="2728728"/>
                  </a:lnTo>
                  <a:lnTo>
                    <a:pt x="715199" y="2678003"/>
                  </a:lnTo>
                  <a:lnTo>
                    <a:pt x="716055" y="2666793"/>
                  </a:lnTo>
                  <a:lnTo>
                    <a:pt x="716910" y="2668768"/>
                  </a:lnTo>
                  <a:lnTo>
                    <a:pt x="717766" y="2716809"/>
                  </a:lnTo>
                  <a:lnTo>
                    <a:pt x="718621" y="2738334"/>
                  </a:lnTo>
                  <a:lnTo>
                    <a:pt x="719477" y="2698886"/>
                  </a:lnTo>
                  <a:lnTo>
                    <a:pt x="720332" y="2740983"/>
                  </a:lnTo>
                  <a:lnTo>
                    <a:pt x="721188" y="2781342"/>
                  </a:lnTo>
                  <a:lnTo>
                    <a:pt x="722043" y="2738192"/>
                  </a:lnTo>
                  <a:lnTo>
                    <a:pt x="722899" y="2687881"/>
                  </a:lnTo>
                  <a:lnTo>
                    <a:pt x="723754" y="2635850"/>
                  </a:lnTo>
                  <a:lnTo>
                    <a:pt x="724610" y="2703400"/>
                  </a:lnTo>
                  <a:lnTo>
                    <a:pt x="725465" y="2678587"/>
                  </a:lnTo>
                  <a:lnTo>
                    <a:pt x="726321" y="2583764"/>
                  </a:lnTo>
                  <a:lnTo>
                    <a:pt x="727176" y="2608438"/>
                  </a:lnTo>
                  <a:lnTo>
                    <a:pt x="728032" y="2574980"/>
                  </a:lnTo>
                  <a:lnTo>
                    <a:pt x="728888" y="2621224"/>
                  </a:lnTo>
                  <a:lnTo>
                    <a:pt x="729743" y="2675638"/>
                  </a:lnTo>
                  <a:lnTo>
                    <a:pt x="730599" y="2711934"/>
                  </a:lnTo>
                  <a:lnTo>
                    <a:pt x="731454" y="2720174"/>
                  </a:lnTo>
                  <a:lnTo>
                    <a:pt x="732310" y="2645241"/>
                  </a:lnTo>
                  <a:lnTo>
                    <a:pt x="733165" y="2545721"/>
                  </a:lnTo>
                  <a:lnTo>
                    <a:pt x="734021" y="2483863"/>
                  </a:lnTo>
                  <a:lnTo>
                    <a:pt x="734876" y="2394674"/>
                  </a:lnTo>
                  <a:lnTo>
                    <a:pt x="735732" y="2372733"/>
                  </a:lnTo>
                  <a:lnTo>
                    <a:pt x="736587" y="2434106"/>
                  </a:lnTo>
                  <a:lnTo>
                    <a:pt x="737443" y="2525858"/>
                  </a:lnTo>
                  <a:lnTo>
                    <a:pt x="738298" y="2671290"/>
                  </a:lnTo>
                  <a:lnTo>
                    <a:pt x="739154" y="2753450"/>
                  </a:lnTo>
                  <a:lnTo>
                    <a:pt x="740009" y="2754355"/>
                  </a:lnTo>
                  <a:lnTo>
                    <a:pt x="740865" y="2696602"/>
                  </a:lnTo>
                  <a:lnTo>
                    <a:pt x="741720" y="2652988"/>
                  </a:lnTo>
                  <a:lnTo>
                    <a:pt x="742576" y="2661607"/>
                  </a:lnTo>
                  <a:lnTo>
                    <a:pt x="743431" y="2609698"/>
                  </a:lnTo>
                  <a:lnTo>
                    <a:pt x="744287" y="2499271"/>
                  </a:lnTo>
                  <a:lnTo>
                    <a:pt x="745143" y="2416330"/>
                  </a:lnTo>
                  <a:lnTo>
                    <a:pt x="745998" y="2311481"/>
                  </a:lnTo>
                  <a:lnTo>
                    <a:pt x="746854" y="2258585"/>
                  </a:lnTo>
                  <a:lnTo>
                    <a:pt x="747709" y="2270201"/>
                  </a:lnTo>
                  <a:lnTo>
                    <a:pt x="748565" y="2272882"/>
                  </a:lnTo>
                  <a:lnTo>
                    <a:pt x="749420" y="2334469"/>
                  </a:lnTo>
                  <a:lnTo>
                    <a:pt x="750276" y="2434122"/>
                  </a:lnTo>
                  <a:lnTo>
                    <a:pt x="751131" y="2505934"/>
                  </a:lnTo>
                  <a:lnTo>
                    <a:pt x="751987" y="2482168"/>
                  </a:lnTo>
                  <a:lnTo>
                    <a:pt x="752842" y="2433123"/>
                  </a:lnTo>
                  <a:lnTo>
                    <a:pt x="753698" y="2488047"/>
                  </a:lnTo>
                  <a:lnTo>
                    <a:pt x="754553" y="2474768"/>
                  </a:lnTo>
                  <a:lnTo>
                    <a:pt x="755409" y="2475553"/>
                  </a:lnTo>
                  <a:lnTo>
                    <a:pt x="756264" y="2606418"/>
                  </a:lnTo>
                  <a:lnTo>
                    <a:pt x="757120" y="2762093"/>
                  </a:lnTo>
                  <a:lnTo>
                    <a:pt x="757975" y="2852976"/>
                  </a:lnTo>
                  <a:lnTo>
                    <a:pt x="758831" y="2858388"/>
                  </a:lnTo>
                  <a:lnTo>
                    <a:pt x="759687" y="2847312"/>
                  </a:lnTo>
                  <a:lnTo>
                    <a:pt x="760542" y="2790829"/>
                  </a:lnTo>
                  <a:lnTo>
                    <a:pt x="761398" y="2736253"/>
                  </a:lnTo>
                  <a:lnTo>
                    <a:pt x="762253" y="2685513"/>
                  </a:lnTo>
                  <a:lnTo>
                    <a:pt x="763109" y="2617447"/>
                  </a:lnTo>
                  <a:lnTo>
                    <a:pt x="763964" y="2609179"/>
                  </a:lnTo>
                  <a:lnTo>
                    <a:pt x="764820" y="2645780"/>
                  </a:lnTo>
                  <a:lnTo>
                    <a:pt x="765675" y="2679709"/>
                  </a:lnTo>
                  <a:lnTo>
                    <a:pt x="766531" y="2567855"/>
                  </a:lnTo>
                  <a:lnTo>
                    <a:pt x="767386" y="2411121"/>
                  </a:lnTo>
                  <a:lnTo>
                    <a:pt x="768242" y="2270711"/>
                  </a:lnTo>
                  <a:lnTo>
                    <a:pt x="769097" y="2147453"/>
                  </a:lnTo>
                  <a:lnTo>
                    <a:pt x="769953" y="2035688"/>
                  </a:lnTo>
                  <a:lnTo>
                    <a:pt x="770808" y="1981924"/>
                  </a:lnTo>
                  <a:lnTo>
                    <a:pt x="771664" y="2003701"/>
                  </a:lnTo>
                  <a:lnTo>
                    <a:pt x="772519" y="2007334"/>
                  </a:lnTo>
                  <a:lnTo>
                    <a:pt x="773375" y="2070225"/>
                  </a:lnTo>
                  <a:lnTo>
                    <a:pt x="774230" y="2171829"/>
                  </a:lnTo>
                  <a:lnTo>
                    <a:pt x="775086" y="2279589"/>
                  </a:lnTo>
                  <a:lnTo>
                    <a:pt x="775942" y="2369734"/>
                  </a:lnTo>
                  <a:lnTo>
                    <a:pt x="776797" y="2451581"/>
                  </a:lnTo>
                  <a:lnTo>
                    <a:pt x="777653" y="2555984"/>
                  </a:lnTo>
                  <a:lnTo>
                    <a:pt x="778508" y="2651733"/>
                  </a:lnTo>
                  <a:lnTo>
                    <a:pt x="779364" y="2713589"/>
                  </a:lnTo>
                  <a:lnTo>
                    <a:pt x="780219" y="2759895"/>
                  </a:lnTo>
                  <a:lnTo>
                    <a:pt x="781075" y="2769259"/>
                  </a:lnTo>
                  <a:lnTo>
                    <a:pt x="781930" y="2765508"/>
                  </a:lnTo>
                  <a:lnTo>
                    <a:pt x="782786" y="2789626"/>
                  </a:lnTo>
                  <a:lnTo>
                    <a:pt x="783641" y="2772544"/>
                  </a:lnTo>
                  <a:lnTo>
                    <a:pt x="784497" y="2679972"/>
                  </a:lnTo>
                  <a:lnTo>
                    <a:pt x="785352" y="2579648"/>
                  </a:lnTo>
                  <a:lnTo>
                    <a:pt x="786208" y="2470053"/>
                  </a:lnTo>
                  <a:lnTo>
                    <a:pt x="787063" y="2367948"/>
                  </a:lnTo>
                  <a:lnTo>
                    <a:pt x="787919" y="2247547"/>
                  </a:lnTo>
                  <a:lnTo>
                    <a:pt x="788774" y="2148419"/>
                  </a:lnTo>
                  <a:lnTo>
                    <a:pt x="789630" y="2103914"/>
                  </a:lnTo>
                  <a:lnTo>
                    <a:pt x="790485" y="2037354"/>
                  </a:lnTo>
                  <a:lnTo>
                    <a:pt x="791341" y="2027792"/>
                  </a:lnTo>
                  <a:lnTo>
                    <a:pt x="792197" y="2099922"/>
                  </a:lnTo>
                  <a:lnTo>
                    <a:pt x="793052" y="2216888"/>
                  </a:lnTo>
                  <a:lnTo>
                    <a:pt x="793908" y="2271169"/>
                  </a:lnTo>
                  <a:lnTo>
                    <a:pt x="794763" y="2294057"/>
                  </a:lnTo>
                  <a:lnTo>
                    <a:pt x="795619" y="2312650"/>
                  </a:lnTo>
                  <a:lnTo>
                    <a:pt x="796474" y="2332215"/>
                  </a:lnTo>
                  <a:lnTo>
                    <a:pt x="797330" y="2339198"/>
                  </a:lnTo>
                  <a:lnTo>
                    <a:pt x="798185" y="2300518"/>
                  </a:lnTo>
                  <a:lnTo>
                    <a:pt x="799041" y="2266806"/>
                  </a:lnTo>
                  <a:lnTo>
                    <a:pt x="799896" y="2269794"/>
                  </a:lnTo>
                  <a:lnTo>
                    <a:pt x="800752" y="2325681"/>
                  </a:lnTo>
                  <a:lnTo>
                    <a:pt x="801607" y="2320408"/>
                  </a:lnTo>
                  <a:lnTo>
                    <a:pt x="802463" y="2274659"/>
                  </a:lnTo>
                  <a:lnTo>
                    <a:pt x="803318" y="2275691"/>
                  </a:lnTo>
                  <a:lnTo>
                    <a:pt x="804174" y="2333557"/>
                  </a:lnTo>
                  <a:lnTo>
                    <a:pt x="805029" y="2410321"/>
                  </a:lnTo>
                  <a:lnTo>
                    <a:pt x="805885" y="2531074"/>
                  </a:lnTo>
                  <a:lnTo>
                    <a:pt x="806741" y="2686578"/>
                  </a:lnTo>
                  <a:lnTo>
                    <a:pt x="807596" y="2730593"/>
                  </a:lnTo>
                  <a:lnTo>
                    <a:pt x="808452" y="2757982"/>
                  </a:lnTo>
                  <a:lnTo>
                    <a:pt x="809307" y="2762777"/>
                  </a:lnTo>
                  <a:lnTo>
                    <a:pt x="810163" y="2665448"/>
                  </a:lnTo>
                  <a:lnTo>
                    <a:pt x="811018" y="2454543"/>
                  </a:lnTo>
                  <a:lnTo>
                    <a:pt x="811874" y="2216174"/>
                  </a:lnTo>
                  <a:lnTo>
                    <a:pt x="812729" y="2137478"/>
                  </a:lnTo>
                  <a:lnTo>
                    <a:pt x="813585" y="2144488"/>
                  </a:lnTo>
                  <a:lnTo>
                    <a:pt x="814440" y="2112970"/>
                  </a:lnTo>
                  <a:lnTo>
                    <a:pt x="815296" y="2015950"/>
                  </a:lnTo>
                  <a:lnTo>
                    <a:pt x="816151" y="1984010"/>
                  </a:lnTo>
                  <a:lnTo>
                    <a:pt x="817007" y="2059228"/>
                  </a:lnTo>
                  <a:lnTo>
                    <a:pt x="817862" y="2089350"/>
                  </a:lnTo>
                  <a:lnTo>
                    <a:pt x="818718" y="2020352"/>
                  </a:lnTo>
                  <a:lnTo>
                    <a:pt x="819573" y="2030524"/>
                  </a:lnTo>
                  <a:lnTo>
                    <a:pt x="820429" y="2238630"/>
                  </a:lnTo>
                  <a:lnTo>
                    <a:pt x="821284" y="2448774"/>
                  </a:lnTo>
                  <a:lnTo>
                    <a:pt x="822140" y="2611138"/>
                  </a:lnTo>
                  <a:lnTo>
                    <a:pt x="822996" y="2707357"/>
                  </a:lnTo>
                  <a:lnTo>
                    <a:pt x="823851" y="2718107"/>
                  </a:lnTo>
                  <a:lnTo>
                    <a:pt x="824707" y="2704058"/>
                  </a:lnTo>
                  <a:lnTo>
                    <a:pt x="825562" y="2654310"/>
                  </a:lnTo>
                  <a:lnTo>
                    <a:pt x="826418" y="2538608"/>
                  </a:lnTo>
                  <a:lnTo>
                    <a:pt x="827273" y="2410888"/>
                  </a:lnTo>
                  <a:lnTo>
                    <a:pt x="828129" y="2311656"/>
                  </a:lnTo>
                  <a:lnTo>
                    <a:pt x="828984" y="2307613"/>
                  </a:lnTo>
                  <a:lnTo>
                    <a:pt x="829840" y="2315097"/>
                  </a:lnTo>
                  <a:lnTo>
                    <a:pt x="830695" y="2206206"/>
                  </a:lnTo>
                  <a:lnTo>
                    <a:pt x="831551" y="2105063"/>
                  </a:lnTo>
                  <a:lnTo>
                    <a:pt x="832406" y="2017832"/>
                  </a:lnTo>
                  <a:lnTo>
                    <a:pt x="833262" y="1985879"/>
                  </a:lnTo>
                  <a:lnTo>
                    <a:pt x="834117" y="1927478"/>
                  </a:lnTo>
                  <a:lnTo>
                    <a:pt x="834973" y="1830726"/>
                  </a:lnTo>
                  <a:lnTo>
                    <a:pt x="835828" y="1844898"/>
                  </a:lnTo>
                  <a:lnTo>
                    <a:pt x="836684" y="1907894"/>
                  </a:lnTo>
                  <a:lnTo>
                    <a:pt x="837539" y="1982681"/>
                  </a:lnTo>
                  <a:lnTo>
                    <a:pt x="838395" y="2068654"/>
                  </a:lnTo>
                  <a:lnTo>
                    <a:pt x="839251" y="2131852"/>
                  </a:lnTo>
                  <a:lnTo>
                    <a:pt x="840106" y="2228431"/>
                  </a:lnTo>
                  <a:lnTo>
                    <a:pt x="840962" y="2319207"/>
                  </a:lnTo>
                  <a:lnTo>
                    <a:pt x="841817" y="2365120"/>
                  </a:lnTo>
                  <a:lnTo>
                    <a:pt x="842673" y="2349146"/>
                  </a:lnTo>
                  <a:lnTo>
                    <a:pt x="843528" y="2273312"/>
                  </a:lnTo>
                  <a:lnTo>
                    <a:pt x="844384" y="2259950"/>
                  </a:lnTo>
                  <a:lnTo>
                    <a:pt x="845239" y="2158572"/>
                  </a:lnTo>
                  <a:lnTo>
                    <a:pt x="846095" y="1991935"/>
                  </a:lnTo>
                  <a:lnTo>
                    <a:pt x="846950" y="1823204"/>
                  </a:lnTo>
                  <a:lnTo>
                    <a:pt x="847806" y="1770845"/>
                  </a:lnTo>
                  <a:lnTo>
                    <a:pt x="848661" y="1781560"/>
                  </a:lnTo>
                  <a:lnTo>
                    <a:pt x="849517" y="1787524"/>
                  </a:lnTo>
                  <a:lnTo>
                    <a:pt x="850372" y="1883106"/>
                  </a:lnTo>
                  <a:lnTo>
                    <a:pt x="851228" y="2014585"/>
                  </a:lnTo>
                  <a:lnTo>
                    <a:pt x="852083" y="2220915"/>
                  </a:lnTo>
                  <a:lnTo>
                    <a:pt x="852939" y="2252620"/>
                  </a:lnTo>
                  <a:lnTo>
                    <a:pt x="853795" y="2275120"/>
                  </a:lnTo>
                  <a:lnTo>
                    <a:pt x="854650" y="2310721"/>
                  </a:lnTo>
                  <a:lnTo>
                    <a:pt x="855506" y="2361981"/>
                  </a:lnTo>
                  <a:lnTo>
                    <a:pt x="856361" y="2413110"/>
                  </a:lnTo>
                  <a:lnTo>
                    <a:pt x="857217" y="2362111"/>
                  </a:lnTo>
                  <a:lnTo>
                    <a:pt x="858072" y="2362259"/>
                  </a:lnTo>
                  <a:lnTo>
                    <a:pt x="858928" y="2305184"/>
                  </a:lnTo>
                  <a:lnTo>
                    <a:pt x="859783" y="2255885"/>
                  </a:lnTo>
                  <a:lnTo>
                    <a:pt x="860639" y="2152832"/>
                  </a:lnTo>
                  <a:lnTo>
                    <a:pt x="861494" y="2020979"/>
                  </a:lnTo>
                  <a:lnTo>
                    <a:pt x="862350" y="1981703"/>
                  </a:lnTo>
                  <a:lnTo>
                    <a:pt x="863205" y="2022928"/>
                  </a:lnTo>
                  <a:lnTo>
                    <a:pt x="864061" y="2065758"/>
                  </a:lnTo>
                  <a:lnTo>
                    <a:pt x="864916" y="2023981"/>
                  </a:lnTo>
                  <a:lnTo>
                    <a:pt x="865772" y="1995109"/>
                  </a:lnTo>
                  <a:lnTo>
                    <a:pt x="866627" y="1965673"/>
                  </a:lnTo>
                  <a:lnTo>
                    <a:pt x="867483" y="1923176"/>
                  </a:lnTo>
                  <a:lnTo>
                    <a:pt x="868338" y="1906973"/>
                  </a:lnTo>
                  <a:lnTo>
                    <a:pt x="869194" y="2013960"/>
                  </a:lnTo>
                  <a:lnTo>
                    <a:pt x="870050" y="2118561"/>
                  </a:lnTo>
                  <a:lnTo>
                    <a:pt x="870905" y="2172671"/>
                  </a:lnTo>
                  <a:lnTo>
                    <a:pt x="871761" y="2245505"/>
                  </a:lnTo>
                  <a:lnTo>
                    <a:pt x="872616" y="2294020"/>
                  </a:lnTo>
                  <a:lnTo>
                    <a:pt x="873472" y="2258238"/>
                  </a:lnTo>
                  <a:lnTo>
                    <a:pt x="874327" y="2209672"/>
                  </a:lnTo>
                  <a:lnTo>
                    <a:pt x="875183" y="2239251"/>
                  </a:lnTo>
                  <a:lnTo>
                    <a:pt x="876038" y="2338637"/>
                  </a:lnTo>
                  <a:lnTo>
                    <a:pt x="876894" y="2429015"/>
                  </a:lnTo>
                  <a:lnTo>
                    <a:pt x="877749" y="2536491"/>
                  </a:lnTo>
                  <a:lnTo>
                    <a:pt x="878605" y="2591977"/>
                  </a:lnTo>
                  <a:lnTo>
                    <a:pt x="879460" y="2532880"/>
                  </a:lnTo>
                  <a:lnTo>
                    <a:pt x="880316" y="2513707"/>
                  </a:lnTo>
                  <a:lnTo>
                    <a:pt x="881171" y="2479830"/>
                  </a:lnTo>
                  <a:lnTo>
                    <a:pt x="882027" y="2446155"/>
                  </a:lnTo>
                  <a:lnTo>
                    <a:pt x="882882" y="2471063"/>
                  </a:lnTo>
                  <a:lnTo>
                    <a:pt x="883738" y="2585947"/>
                  </a:lnTo>
                  <a:lnTo>
                    <a:pt x="884593" y="2679559"/>
                  </a:lnTo>
                  <a:lnTo>
                    <a:pt x="885449" y="2671239"/>
                  </a:lnTo>
                  <a:lnTo>
                    <a:pt x="886305" y="2651679"/>
                  </a:lnTo>
                  <a:lnTo>
                    <a:pt x="887160" y="2648635"/>
                  </a:lnTo>
                  <a:lnTo>
                    <a:pt x="888016" y="2634134"/>
                  </a:lnTo>
                  <a:lnTo>
                    <a:pt x="888871" y="2636834"/>
                  </a:lnTo>
                  <a:lnTo>
                    <a:pt x="889727" y="2692799"/>
                  </a:lnTo>
                  <a:lnTo>
                    <a:pt x="890582" y="2781717"/>
                  </a:lnTo>
                  <a:lnTo>
                    <a:pt x="891438" y="2838670"/>
                  </a:lnTo>
                  <a:lnTo>
                    <a:pt x="892293" y="2862838"/>
                  </a:lnTo>
                  <a:lnTo>
                    <a:pt x="893149" y="2814489"/>
                  </a:lnTo>
                  <a:lnTo>
                    <a:pt x="894004" y="2748804"/>
                  </a:lnTo>
                  <a:lnTo>
                    <a:pt x="894860" y="2689784"/>
                  </a:lnTo>
                  <a:lnTo>
                    <a:pt x="895715" y="2606259"/>
                  </a:lnTo>
                  <a:lnTo>
                    <a:pt x="896571" y="2593932"/>
                  </a:lnTo>
                  <a:lnTo>
                    <a:pt x="897426" y="2633749"/>
                  </a:lnTo>
                  <a:lnTo>
                    <a:pt x="898282" y="2679000"/>
                  </a:lnTo>
                  <a:lnTo>
                    <a:pt x="899137" y="2669684"/>
                  </a:lnTo>
                  <a:lnTo>
                    <a:pt x="899993" y="2631748"/>
                  </a:lnTo>
                  <a:lnTo>
                    <a:pt x="900848" y="2652971"/>
                  </a:lnTo>
                  <a:lnTo>
                    <a:pt x="901704" y="2684182"/>
                  </a:lnTo>
                  <a:lnTo>
                    <a:pt x="902560" y="2725945"/>
                  </a:lnTo>
                  <a:lnTo>
                    <a:pt x="903415" y="2787072"/>
                  </a:lnTo>
                  <a:lnTo>
                    <a:pt x="904271" y="2874146"/>
                  </a:lnTo>
                  <a:lnTo>
                    <a:pt x="905126" y="2975150"/>
                  </a:lnTo>
                  <a:lnTo>
                    <a:pt x="905982" y="3045094"/>
                  </a:lnTo>
                  <a:lnTo>
                    <a:pt x="906837" y="3107584"/>
                  </a:lnTo>
                  <a:lnTo>
                    <a:pt x="907295" y="31169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7822755" y="3255382"/>
              <a:ext cx="1090" cy="7095"/>
            </a:xfrm>
            <a:custGeom>
              <a:avLst/>
              <a:pathLst>
                <a:path w="1090" h="7095">
                  <a:moveTo>
                    <a:pt x="0" y="7095"/>
                  </a:moveTo>
                  <a:lnTo>
                    <a:pt x="245" y="0"/>
                  </a:lnTo>
                  <a:lnTo>
                    <a:pt x="1090" y="709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7824728" y="3144436"/>
              <a:ext cx="12556" cy="118041"/>
            </a:xfrm>
            <a:custGeom>
              <a:avLst/>
              <a:pathLst>
                <a:path w="12556" h="118041">
                  <a:moveTo>
                    <a:pt x="0" y="118041"/>
                  </a:moveTo>
                  <a:lnTo>
                    <a:pt x="839" y="113363"/>
                  </a:lnTo>
                  <a:lnTo>
                    <a:pt x="1695" y="79355"/>
                  </a:lnTo>
                  <a:lnTo>
                    <a:pt x="2550" y="37070"/>
                  </a:lnTo>
                  <a:lnTo>
                    <a:pt x="3406" y="7184"/>
                  </a:lnTo>
                  <a:lnTo>
                    <a:pt x="4261" y="0"/>
                  </a:lnTo>
                  <a:lnTo>
                    <a:pt x="5117" y="0"/>
                  </a:lnTo>
                  <a:lnTo>
                    <a:pt x="5972" y="4767"/>
                  </a:lnTo>
                  <a:lnTo>
                    <a:pt x="6828" y="38776"/>
                  </a:lnTo>
                  <a:lnTo>
                    <a:pt x="7683" y="70505"/>
                  </a:lnTo>
                  <a:lnTo>
                    <a:pt x="8539" y="72654"/>
                  </a:lnTo>
                  <a:lnTo>
                    <a:pt x="9394" y="72654"/>
                  </a:lnTo>
                  <a:lnTo>
                    <a:pt x="10250" y="72654"/>
                  </a:lnTo>
                  <a:lnTo>
                    <a:pt x="11106" y="74973"/>
                  </a:lnTo>
                  <a:lnTo>
                    <a:pt x="11961" y="102624"/>
                  </a:lnTo>
                  <a:lnTo>
                    <a:pt x="12556" y="11804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7840377" y="2533744"/>
              <a:ext cx="122919" cy="728733"/>
            </a:xfrm>
            <a:custGeom>
              <a:avLst/>
              <a:pathLst>
                <a:path w="122919" h="728733">
                  <a:moveTo>
                    <a:pt x="0" y="728733"/>
                  </a:moveTo>
                  <a:lnTo>
                    <a:pt x="590" y="682296"/>
                  </a:lnTo>
                  <a:lnTo>
                    <a:pt x="1445" y="581977"/>
                  </a:lnTo>
                  <a:lnTo>
                    <a:pt x="2301" y="462859"/>
                  </a:lnTo>
                  <a:lnTo>
                    <a:pt x="3156" y="333332"/>
                  </a:lnTo>
                  <a:lnTo>
                    <a:pt x="4012" y="231800"/>
                  </a:lnTo>
                  <a:lnTo>
                    <a:pt x="4867" y="185330"/>
                  </a:lnTo>
                  <a:lnTo>
                    <a:pt x="5723" y="214857"/>
                  </a:lnTo>
                  <a:lnTo>
                    <a:pt x="6578" y="278483"/>
                  </a:lnTo>
                  <a:lnTo>
                    <a:pt x="7434" y="273377"/>
                  </a:lnTo>
                  <a:lnTo>
                    <a:pt x="8289" y="237022"/>
                  </a:lnTo>
                  <a:lnTo>
                    <a:pt x="9145" y="276574"/>
                  </a:lnTo>
                  <a:lnTo>
                    <a:pt x="10000" y="350646"/>
                  </a:lnTo>
                  <a:lnTo>
                    <a:pt x="10856" y="306476"/>
                  </a:lnTo>
                  <a:lnTo>
                    <a:pt x="11711" y="221048"/>
                  </a:lnTo>
                  <a:lnTo>
                    <a:pt x="12567" y="310871"/>
                  </a:lnTo>
                  <a:lnTo>
                    <a:pt x="13422" y="370986"/>
                  </a:lnTo>
                  <a:lnTo>
                    <a:pt x="14278" y="309853"/>
                  </a:lnTo>
                  <a:lnTo>
                    <a:pt x="15134" y="235910"/>
                  </a:lnTo>
                  <a:lnTo>
                    <a:pt x="15989" y="306638"/>
                  </a:lnTo>
                  <a:lnTo>
                    <a:pt x="16845" y="370443"/>
                  </a:lnTo>
                  <a:lnTo>
                    <a:pt x="17700" y="283395"/>
                  </a:lnTo>
                  <a:lnTo>
                    <a:pt x="18556" y="285441"/>
                  </a:lnTo>
                  <a:lnTo>
                    <a:pt x="19411" y="357152"/>
                  </a:lnTo>
                  <a:lnTo>
                    <a:pt x="20267" y="408753"/>
                  </a:lnTo>
                  <a:lnTo>
                    <a:pt x="21122" y="347181"/>
                  </a:lnTo>
                  <a:lnTo>
                    <a:pt x="21978" y="325241"/>
                  </a:lnTo>
                  <a:lnTo>
                    <a:pt x="22833" y="404536"/>
                  </a:lnTo>
                  <a:lnTo>
                    <a:pt x="23689" y="476739"/>
                  </a:lnTo>
                  <a:lnTo>
                    <a:pt x="24544" y="515539"/>
                  </a:lnTo>
                  <a:lnTo>
                    <a:pt x="25400" y="473102"/>
                  </a:lnTo>
                  <a:lnTo>
                    <a:pt x="26255" y="475340"/>
                  </a:lnTo>
                  <a:lnTo>
                    <a:pt x="27111" y="464000"/>
                  </a:lnTo>
                  <a:lnTo>
                    <a:pt x="27966" y="447443"/>
                  </a:lnTo>
                  <a:lnTo>
                    <a:pt x="28822" y="444520"/>
                  </a:lnTo>
                  <a:lnTo>
                    <a:pt x="29678" y="408546"/>
                  </a:lnTo>
                  <a:lnTo>
                    <a:pt x="30533" y="442259"/>
                  </a:lnTo>
                  <a:lnTo>
                    <a:pt x="31389" y="510118"/>
                  </a:lnTo>
                  <a:lnTo>
                    <a:pt x="32244" y="574059"/>
                  </a:lnTo>
                  <a:lnTo>
                    <a:pt x="33100" y="614685"/>
                  </a:lnTo>
                  <a:lnTo>
                    <a:pt x="33955" y="577868"/>
                  </a:lnTo>
                  <a:lnTo>
                    <a:pt x="34811" y="585664"/>
                  </a:lnTo>
                  <a:lnTo>
                    <a:pt x="35666" y="627424"/>
                  </a:lnTo>
                  <a:lnTo>
                    <a:pt x="36522" y="571468"/>
                  </a:lnTo>
                  <a:lnTo>
                    <a:pt x="37377" y="484460"/>
                  </a:lnTo>
                  <a:lnTo>
                    <a:pt x="38233" y="383642"/>
                  </a:lnTo>
                  <a:lnTo>
                    <a:pt x="39088" y="357997"/>
                  </a:lnTo>
                  <a:lnTo>
                    <a:pt x="39944" y="378775"/>
                  </a:lnTo>
                  <a:lnTo>
                    <a:pt x="40799" y="311421"/>
                  </a:lnTo>
                  <a:lnTo>
                    <a:pt x="41655" y="261056"/>
                  </a:lnTo>
                  <a:lnTo>
                    <a:pt x="42510" y="286361"/>
                  </a:lnTo>
                  <a:lnTo>
                    <a:pt x="43366" y="383113"/>
                  </a:lnTo>
                  <a:lnTo>
                    <a:pt x="44221" y="464929"/>
                  </a:lnTo>
                  <a:lnTo>
                    <a:pt x="45077" y="483443"/>
                  </a:lnTo>
                  <a:lnTo>
                    <a:pt x="45933" y="505806"/>
                  </a:lnTo>
                  <a:lnTo>
                    <a:pt x="46788" y="596226"/>
                  </a:lnTo>
                  <a:lnTo>
                    <a:pt x="47644" y="632513"/>
                  </a:lnTo>
                  <a:lnTo>
                    <a:pt x="48499" y="540043"/>
                  </a:lnTo>
                  <a:lnTo>
                    <a:pt x="49355" y="457677"/>
                  </a:lnTo>
                  <a:lnTo>
                    <a:pt x="50210" y="434595"/>
                  </a:lnTo>
                  <a:lnTo>
                    <a:pt x="51066" y="437602"/>
                  </a:lnTo>
                  <a:lnTo>
                    <a:pt x="51921" y="426654"/>
                  </a:lnTo>
                  <a:lnTo>
                    <a:pt x="52777" y="410978"/>
                  </a:lnTo>
                  <a:lnTo>
                    <a:pt x="53632" y="417386"/>
                  </a:lnTo>
                  <a:lnTo>
                    <a:pt x="54488" y="346837"/>
                  </a:lnTo>
                  <a:lnTo>
                    <a:pt x="55343" y="276179"/>
                  </a:lnTo>
                  <a:lnTo>
                    <a:pt x="56199" y="235098"/>
                  </a:lnTo>
                  <a:lnTo>
                    <a:pt x="57054" y="174336"/>
                  </a:lnTo>
                  <a:lnTo>
                    <a:pt x="57910" y="93162"/>
                  </a:lnTo>
                  <a:lnTo>
                    <a:pt x="58765" y="45985"/>
                  </a:lnTo>
                  <a:lnTo>
                    <a:pt x="59621" y="21541"/>
                  </a:lnTo>
                  <a:lnTo>
                    <a:pt x="60476" y="0"/>
                  </a:lnTo>
                  <a:lnTo>
                    <a:pt x="61332" y="39318"/>
                  </a:lnTo>
                  <a:lnTo>
                    <a:pt x="62188" y="60576"/>
                  </a:lnTo>
                  <a:lnTo>
                    <a:pt x="63043" y="96736"/>
                  </a:lnTo>
                  <a:lnTo>
                    <a:pt x="63899" y="86479"/>
                  </a:lnTo>
                  <a:lnTo>
                    <a:pt x="64754" y="89337"/>
                  </a:lnTo>
                  <a:lnTo>
                    <a:pt x="65610" y="123145"/>
                  </a:lnTo>
                  <a:lnTo>
                    <a:pt x="66465" y="95550"/>
                  </a:lnTo>
                  <a:lnTo>
                    <a:pt x="67321" y="80545"/>
                  </a:lnTo>
                  <a:lnTo>
                    <a:pt x="68176" y="112585"/>
                  </a:lnTo>
                  <a:lnTo>
                    <a:pt x="69032" y="256640"/>
                  </a:lnTo>
                  <a:lnTo>
                    <a:pt x="69887" y="421427"/>
                  </a:lnTo>
                  <a:lnTo>
                    <a:pt x="70743" y="447357"/>
                  </a:lnTo>
                  <a:lnTo>
                    <a:pt x="71598" y="483671"/>
                  </a:lnTo>
                  <a:lnTo>
                    <a:pt x="72454" y="546627"/>
                  </a:lnTo>
                  <a:lnTo>
                    <a:pt x="73309" y="540842"/>
                  </a:lnTo>
                  <a:lnTo>
                    <a:pt x="74165" y="474678"/>
                  </a:lnTo>
                  <a:lnTo>
                    <a:pt x="75020" y="424813"/>
                  </a:lnTo>
                  <a:lnTo>
                    <a:pt x="75876" y="456881"/>
                  </a:lnTo>
                  <a:lnTo>
                    <a:pt x="76732" y="443364"/>
                  </a:lnTo>
                  <a:lnTo>
                    <a:pt x="77587" y="403588"/>
                  </a:lnTo>
                  <a:lnTo>
                    <a:pt x="78443" y="430290"/>
                  </a:lnTo>
                  <a:lnTo>
                    <a:pt x="79298" y="485359"/>
                  </a:lnTo>
                  <a:lnTo>
                    <a:pt x="80154" y="522751"/>
                  </a:lnTo>
                  <a:lnTo>
                    <a:pt x="81009" y="481427"/>
                  </a:lnTo>
                  <a:lnTo>
                    <a:pt x="81865" y="441202"/>
                  </a:lnTo>
                  <a:lnTo>
                    <a:pt x="82720" y="447736"/>
                  </a:lnTo>
                  <a:lnTo>
                    <a:pt x="83576" y="474588"/>
                  </a:lnTo>
                  <a:lnTo>
                    <a:pt x="84431" y="485121"/>
                  </a:lnTo>
                  <a:lnTo>
                    <a:pt x="85287" y="494748"/>
                  </a:lnTo>
                  <a:lnTo>
                    <a:pt x="86142" y="547985"/>
                  </a:lnTo>
                  <a:lnTo>
                    <a:pt x="86998" y="625006"/>
                  </a:lnTo>
                  <a:lnTo>
                    <a:pt x="87853" y="655370"/>
                  </a:lnTo>
                  <a:lnTo>
                    <a:pt x="88709" y="640892"/>
                  </a:lnTo>
                  <a:lnTo>
                    <a:pt x="89564" y="655785"/>
                  </a:lnTo>
                  <a:lnTo>
                    <a:pt x="90420" y="662422"/>
                  </a:lnTo>
                  <a:lnTo>
                    <a:pt x="91275" y="651718"/>
                  </a:lnTo>
                  <a:lnTo>
                    <a:pt x="92131" y="633031"/>
                  </a:lnTo>
                  <a:lnTo>
                    <a:pt x="92987" y="654708"/>
                  </a:lnTo>
                  <a:lnTo>
                    <a:pt x="93842" y="675485"/>
                  </a:lnTo>
                  <a:lnTo>
                    <a:pt x="94698" y="684870"/>
                  </a:lnTo>
                  <a:lnTo>
                    <a:pt x="95553" y="699203"/>
                  </a:lnTo>
                  <a:lnTo>
                    <a:pt x="96409" y="709906"/>
                  </a:lnTo>
                  <a:lnTo>
                    <a:pt x="97264" y="728593"/>
                  </a:lnTo>
                  <a:lnTo>
                    <a:pt x="98120" y="728595"/>
                  </a:lnTo>
                  <a:lnTo>
                    <a:pt x="98975" y="728595"/>
                  </a:lnTo>
                  <a:lnTo>
                    <a:pt x="99831" y="704318"/>
                  </a:lnTo>
                  <a:lnTo>
                    <a:pt x="100686" y="683346"/>
                  </a:lnTo>
                  <a:lnTo>
                    <a:pt x="101542" y="693305"/>
                  </a:lnTo>
                  <a:lnTo>
                    <a:pt x="102397" y="689627"/>
                  </a:lnTo>
                  <a:lnTo>
                    <a:pt x="103253" y="652704"/>
                  </a:lnTo>
                  <a:lnTo>
                    <a:pt x="104108" y="550892"/>
                  </a:lnTo>
                  <a:lnTo>
                    <a:pt x="104964" y="470340"/>
                  </a:lnTo>
                  <a:lnTo>
                    <a:pt x="105819" y="470341"/>
                  </a:lnTo>
                  <a:lnTo>
                    <a:pt x="106675" y="460383"/>
                  </a:lnTo>
                  <a:lnTo>
                    <a:pt x="107530" y="464060"/>
                  </a:lnTo>
                  <a:lnTo>
                    <a:pt x="108386" y="500983"/>
                  </a:lnTo>
                  <a:lnTo>
                    <a:pt x="109242" y="602794"/>
                  </a:lnTo>
                  <a:lnTo>
                    <a:pt x="110097" y="686503"/>
                  </a:lnTo>
                  <a:lnTo>
                    <a:pt x="110953" y="652898"/>
                  </a:lnTo>
                  <a:lnTo>
                    <a:pt x="111808" y="616759"/>
                  </a:lnTo>
                  <a:lnTo>
                    <a:pt x="112664" y="615940"/>
                  </a:lnTo>
                  <a:lnTo>
                    <a:pt x="113519" y="549318"/>
                  </a:lnTo>
                  <a:lnTo>
                    <a:pt x="114375" y="491447"/>
                  </a:lnTo>
                  <a:lnTo>
                    <a:pt x="115230" y="419517"/>
                  </a:lnTo>
                  <a:lnTo>
                    <a:pt x="116086" y="430777"/>
                  </a:lnTo>
                  <a:lnTo>
                    <a:pt x="116941" y="461630"/>
                  </a:lnTo>
                  <a:lnTo>
                    <a:pt x="117797" y="455828"/>
                  </a:lnTo>
                  <a:lnTo>
                    <a:pt x="118652" y="522451"/>
                  </a:lnTo>
                  <a:lnTo>
                    <a:pt x="119508" y="580323"/>
                  </a:lnTo>
                  <a:lnTo>
                    <a:pt x="120363" y="665199"/>
                  </a:lnTo>
                  <a:lnTo>
                    <a:pt x="121219" y="714824"/>
                  </a:lnTo>
                  <a:lnTo>
                    <a:pt x="122074" y="722200"/>
                  </a:lnTo>
                  <a:lnTo>
                    <a:pt x="122919" y="72873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7963310" y="2918581"/>
              <a:ext cx="29908" cy="343895"/>
            </a:xfrm>
            <a:custGeom>
              <a:avLst/>
              <a:pathLst>
                <a:path w="29908" h="343895">
                  <a:moveTo>
                    <a:pt x="0" y="343895"/>
                  </a:moveTo>
                  <a:lnTo>
                    <a:pt x="852" y="318278"/>
                  </a:lnTo>
                  <a:lnTo>
                    <a:pt x="1708" y="240635"/>
                  </a:lnTo>
                  <a:lnTo>
                    <a:pt x="2563" y="167784"/>
                  </a:lnTo>
                  <a:lnTo>
                    <a:pt x="3419" y="100538"/>
                  </a:lnTo>
                  <a:lnTo>
                    <a:pt x="4274" y="98446"/>
                  </a:lnTo>
                  <a:lnTo>
                    <a:pt x="5130" y="98448"/>
                  </a:lnTo>
                  <a:lnTo>
                    <a:pt x="5985" y="124155"/>
                  </a:lnTo>
                  <a:lnTo>
                    <a:pt x="6841" y="198636"/>
                  </a:lnTo>
                  <a:lnTo>
                    <a:pt x="7696" y="223092"/>
                  </a:lnTo>
                  <a:lnTo>
                    <a:pt x="8552" y="229904"/>
                  </a:lnTo>
                  <a:lnTo>
                    <a:pt x="9407" y="225736"/>
                  </a:lnTo>
                  <a:lnTo>
                    <a:pt x="10263" y="225737"/>
                  </a:lnTo>
                  <a:lnTo>
                    <a:pt x="11118" y="225737"/>
                  </a:lnTo>
                  <a:lnTo>
                    <a:pt x="11974" y="168663"/>
                  </a:lnTo>
                  <a:lnTo>
                    <a:pt x="12829" y="129217"/>
                  </a:lnTo>
                  <a:lnTo>
                    <a:pt x="13685" y="129216"/>
                  </a:lnTo>
                  <a:lnTo>
                    <a:pt x="14541" y="97527"/>
                  </a:lnTo>
                  <a:lnTo>
                    <a:pt x="15396" y="67413"/>
                  </a:lnTo>
                  <a:lnTo>
                    <a:pt x="16252" y="60361"/>
                  </a:lnTo>
                  <a:lnTo>
                    <a:pt x="17107" y="89290"/>
                  </a:lnTo>
                  <a:lnTo>
                    <a:pt x="17963" y="75486"/>
                  </a:lnTo>
                  <a:lnTo>
                    <a:pt x="18818" y="61036"/>
                  </a:lnTo>
                  <a:lnTo>
                    <a:pt x="19674" y="50233"/>
                  </a:lnTo>
                  <a:lnTo>
                    <a:pt x="20529" y="64743"/>
                  </a:lnTo>
                  <a:lnTo>
                    <a:pt x="21385" y="31630"/>
                  </a:lnTo>
                  <a:lnTo>
                    <a:pt x="22240" y="0"/>
                  </a:lnTo>
                  <a:lnTo>
                    <a:pt x="23096" y="15626"/>
                  </a:lnTo>
                  <a:lnTo>
                    <a:pt x="23951" y="20076"/>
                  </a:lnTo>
                  <a:lnTo>
                    <a:pt x="24807" y="28058"/>
                  </a:lnTo>
                  <a:lnTo>
                    <a:pt x="25662" y="12365"/>
                  </a:lnTo>
                  <a:lnTo>
                    <a:pt x="26518" y="37398"/>
                  </a:lnTo>
                  <a:lnTo>
                    <a:pt x="27373" y="118616"/>
                  </a:lnTo>
                  <a:lnTo>
                    <a:pt x="28229" y="215581"/>
                  </a:lnTo>
                  <a:lnTo>
                    <a:pt x="29084" y="284500"/>
                  </a:lnTo>
                  <a:lnTo>
                    <a:pt x="29908" y="34389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7997183" y="2875787"/>
              <a:ext cx="42052" cy="386689"/>
            </a:xfrm>
            <a:custGeom>
              <a:avLst/>
              <a:pathLst>
                <a:path w="42052" h="386689">
                  <a:moveTo>
                    <a:pt x="0" y="386689"/>
                  </a:moveTo>
                  <a:lnTo>
                    <a:pt x="345" y="362823"/>
                  </a:lnTo>
                  <a:lnTo>
                    <a:pt x="1200" y="304412"/>
                  </a:lnTo>
                  <a:lnTo>
                    <a:pt x="2056" y="283457"/>
                  </a:lnTo>
                  <a:lnTo>
                    <a:pt x="2911" y="212155"/>
                  </a:lnTo>
                  <a:lnTo>
                    <a:pt x="3767" y="184068"/>
                  </a:lnTo>
                  <a:lnTo>
                    <a:pt x="4622" y="172859"/>
                  </a:lnTo>
                  <a:lnTo>
                    <a:pt x="5478" y="175784"/>
                  </a:lnTo>
                  <a:lnTo>
                    <a:pt x="6333" y="163138"/>
                  </a:lnTo>
                  <a:lnTo>
                    <a:pt x="7189" y="133952"/>
                  </a:lnTo>
                  <a:lnTo>
                    <a:pt x="8044" y="148791"/>
                  </a:lnTo>
                  <a:lnTo>
                    <a:pt x="8900" y="165959"/>
                  </a:lnTo>
                  <a:lnTo>
                    <a:pt x="9755" y="196544"/>
                  </a:lnTo>
                  <a:lnTo>
                    <a:pt x="10611" y="227029"/>
                  </a:lnTo>
                  <a:lnTo>
                    <a:pt x="11466" y="275090"/>
                  </a:lnTo>
                  <a:lnTo>
                    <a:pt x="12322" y="271555"/>
                  </a:lnTo>
                  <a:lnTo>
                    <a:pt x="13177" y="277959"/>
                  </a:lnTo>
                  <a:lnTo>
                    <a:pt x="14033" y="305697"/>
                  </a:lnTo>
                  <a:lnTo>
                    <a:pt x="14888" y="313234"/>
                  </a:lnTo>
                  <a:lnTo>
                    <a:pt x="15744" y="247558"/>
                  </a:lnTo>
                  <a:lnTo>
                    <a:pt x="16600" y="167736"/>
                  </a:lnTo>
                  <a:lnTo>
                    <a:pt x="17455" y="168191"/>
                  </a:lnTo>
                  <a:lnTo>
                    <a:pt x="18311" y="168391"/>
                  </a:lnTo>
                  <a:lnTo>
                    <a:pt x="19166" y="71955"/>
                  </a:lnTo>
                  <a:lnTo>
                    <a:pt x="20022" y="50090"/>
                  </a:lnTo>
                  <a:lnTo>
                    <a:pt x="20877" y="115767"/>
                  </a:lnTo>
                  <a:lnTo>
                    <a:pt x="21733" y="195588"/>
                  </a:lnTo>
                  <a:lnTo>
                    <a:pt x="22588" y="236158"/>
                  </a:lnTo>
                  <a:lnTo>
                    <a:pt x="23444" y="258278"/>
                  </a:lnTo>
                  <a:lnTo>
                    <a:pt x="24299" y="308113"/>
                  </a:lnTo>
                  <a:lnTo>
                    <a:pt x="25155" y="261068"/>
                  </a:lnTo>
                  <a:lnTo>
                    <a:pt x="26010" y="202418"/>
                  </a:lnTo>
                  <a:lnTo>
                    <a:pt x="26866" y="146754"/>
                  </a:lnTo>
                  <a:lnTo>
                    <a:pt x="27721" y="94266"/>
                  </a:lnTo>
                  <a:lnTo>
                    <a:pt x="28577" y="43710"/>
                  </a:lnTo>
                  <a:lnTo>
                    <a:pt x="29432" y="5730"/>
                  </a:lnTo>
                  <a:lnTo>
                    <a:pt x="30288" y="0"/>
                  </a:lnTo>
                  <a:lnTo>
                    <a:pt x="31144" y="5438"/>
                  </a:lnTo>
                  <a:lnTo>
                    <a:pt x="31999" y="56217"/>
                  </a:lnTo>
                  <a:lnTo>
                    <a:pt x="32855" y="88216"/>
                  </a:lnTo>
                  <a:lnTo>
                    <a:pt x="33710" y="49095"/>
                  </a:lnTo>
                  <a:lnTo>
                    <a:pt x="34566" y="21058"/>
                  </a:lnTo>
                  <a:lnTo>
                    <a:pt x="35421" y="78385"/>
                  </a:lnTo>
                  <a:lnTo>
                    <a:pt x="36277" y="112585"/>
                  </a:lnTo>
                  <a:lnTo>
                    <a:pt x="37132" y="79779"/>
                  </a:lnTo>
                  <a:lnTo>
                    <a:pt x="37988" y="89737"/>
                  </a:lnTo>
                  <a:lnTo>
                    <a:pt x="38843" y="179418"/>
                  </a:lnTo>
                  <a:lnTo>
                    <a:pt x="39699" y="266306"/>
                  </a:lnTo>
                  <a:lnTo>
                    <a:pt x="40554" y="299266"/>
                  </a:lnTo>
                  <a:lnTo>
                    <a:pt x="41410" y="341010"/>
                  </a:lnTo>
                  <a:lnTo>
                    <a:pt x="42052" y="38668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8042543" y="2647464"/>
              <a:ext cx="30209" cy="615012"/>
            </a:xfrm>
            <a:custGeom>
              <a:avLst/>
              <a:pathLst>
                <a:path w="30209" h="615012">
                  <a:moveTo>
                    <a:pt x="0" y="615012"/>
                  </a:moveTo>
                  <a:lnTo>
                    <a:pt x="327" y="598964"/>
                  </a:lnTo>
                  <a:lnTo>
                    <a:pt x="1183" y="541957"/>
                  </a:lnTo>
                  <a:lnTo>
                    <a:pt x="2039" y="497976"/>
                  </a:lnTo>
                  <a:lnTo>
                    <a:pt x="2894" y="502532"/>
                  </a:lnTo>
                  <a:lnTo>
                    <a:pt x="3750" y="530271"/>
                  </a:lnTo>
                  <a:lnTo>
                    <a:pt x="4605" y="521509"/>
                  </a:lnTo>
                  <a:lnTo>
                    <a:pt x="5461" y="493123"/>
                  </a:lnTo>
                  <a:lnTo>
                    <a:pt x="6316" y="502462"/>
                  </a:lnTo>
                  <a:lnTo>
                    <a:pt x="7172" y="517844"/>
                  </a:lnTo>
                  <a:lnTo>
                    <a:pt x="8027" y="512803"/>
                  </a:lnTo>
                  <a:lnTo>
                    <a:pt x="8883" y="409916"/>
                  </a:lnTo>
                  <a:lnTo>
                    <a:pt x="9738" y="323183"/>
                  </a:lnTo>
                  <a:lnTo>
                    <a:pt x="10594" y="329330"/>
                  </a:lnTo>
                  <a:lnTo>
                    <a:pt x="11449" y="288161"/>
                  </a:lnTo>
                  <a:lnTo>
                    <a:pt x="12305" y="238807"/>
                  </a:lnTo>
                  <a:lnTo>
                    <a:pt x="13160" y="201135"/>
                  </a:lnTo>
                  <a:lnTo>
                    <a:pt x="14016" y="210436"/>
                  </a:lnTo>
                  <a:lnTo>
                    <a:pt x="14871" y="232859"/>
                  </a:lnTo>
                  <a:lnTo>
                    <a:pt x="15727" y="164306"/>
                  </a:lnTo>
                  <a:lnTo>
                    <a:pt x="16582" y="126584"/>
                  </a:lnTo>
                  <a:lnTo>
                    <a:pt x="17438" y="74882"/>
                  </a:lnTo>
                  <a:lnTo>
                    <a:pt x="18294" y="24752"/>
                  </a:lnTo>
                  <a:lnTo>
                    <a:pt x="19149" y="23382"/>
                  </a:lnTo>
                  <a:lnTo>
                    <a:pt x="20005" y="0"/>
                  </a:lnTo>
                  <a:lnTo>
                    <a:pt x="20860" y="64644"/>
                  </a:lnTo>
                  <a:lnTo>
                    <a:pt x="21716" y="133623"/>
                  </a:lnTo>
                  <a:lnTo>
                    <a:pt x="22571" y="176471"/>
                  </a:lnTo>
                  <a:lnTo>
                    <a:pt x="23427" y="190627"/>
                  </a:lnTo>
                  <a:lnTo>
                    <a:pt x="24282" y="219738"/>
                  </a:lnTo>
                  <a:lnTo>
                    <a:pt x="25138" y="270903"/>
                  </a:lnTo>
                  <a:lnTo>
                    <a:pt x="25993" y="299161"/>
                  </a:lnTo>
                  <a:lnTo>
                    <a:pt x="26849" y="334008"/>
                  </a:lnTo>
                  <a:lnTo>
                    <a:pt x="27704" y="397628"/>
                  </a:lnTo>
                  <a:lnTo>
                    <a:pt x="28560" y="479085"/>
                  </a:lnTo>
                  <a:lnTo>
                    <a:pt x="29415" y="544930"/>
                  </a:lnTo>
                  <a:lnTo>
                    <a:pt x="30209" y="61501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8077133" y="1996605"/>
              <a:ext cx="145393" cy="1265871"/>
            </a:xfrm>
            <a:custGeom>
              <a:avLst/>
              <a:pathLst>
                <a:path w="145393" h="1265871">
                  <a:moveTo>
                    <a:pt x="0" y="1265871"/>
                  </a:moveTo>
                  <a:lnTo>
                    <a:pt x="814" y="1237057"/>
                  </a:lnTo>
                  <a:lnTo>
                    <a:pt x="1670" y="1234242"/>
                  </a:lnTo>
                  <a:lnTo>
                    <a:pt x="2525" y="1218085"/>
                  </a:lnTo>
                  <a:lnTo>
                    <a:pt x="3381" y="1207752"/>
                  </a:lnTo>
                  <a:lnTo>
                    <a:pt x="4236" y="1147766"/>
                  </a:lnTo>
                  <a:lnTo>
                    <a:pt x="5092" y="1132099"/>
                  </a:lnTo>
                  <a:lnTo>
                    <a:pt x="5947" y="1130801"/>
                  </a:lnTo>
                  <a:lnTo>
                    <a:pt x="6803" y="1047903"/>
                  </a:lnTo>
                  <a:lnTo>
                    <a:pt x="7658" y="983351"/>
                  </a:lnTo>
                  <a:lnTo>
                    <a:pt x="8514" y="1048770"/>
                  </a:lnTo>
                  <a:lnTo>
                    <a:pt x="9369" y="991423"/>
                  </a:lnTo>
                  <a:lnTo>
                    <a:pt x="10225" y="929467"/>
                  </a:lnTo>
                  <a:lnTo>
                    <a:pt x="11080" y="907502"/>
                  </a:lnTo>
                  <a:lnTo>
                    <a:pt x="11936" y="971091"/>
                  </a:lnTo>
                  <a:lnTo>
                    <a:pt x="12791" y="941324"/>
                  </a:lnTo>
                  <a:lnTo>
                    <a:pt x="13647" y="786348"/>
                  </a:lnTo>
                  <a:lnTo>
                    <a:pt x="14502" y="777549"/>
                  </a:lnTo>
                  <a:lnTo>
                    <a:pt x="15358" y="812752"/>
                  </a:lnTo>
                  <a:lnTo>
                    <a:pt x="16214" y="843852"/>
                  </a:lnTo>
                  <a:lnTo>
                    <a:pt x="17069" y="827482"/>
                  </a:lnTo>
                  <a:lnTo>
                    <a:pt x="17925" y="901495"/>
                  </a:lnTo>
                  <a:lnTo>
                    <a:pt x="18780" y="995113"/>
                  </a:lnTo>
                  <a:lnTo>
                    <a:pt x="19636" y="1078949"/>
                  </a:lnTo>
                  <a:lnTo>
                    <a:pt x="20491" y="1085655"/>
                  </a:lnTo>
                  <a:lnTo>
                    <a:pt x="21347" y="992079"/>
                  </a:lnTo>
                  <a:lnTo>
                    <a:pt x="22202" y="987743"/>
                  </a:lnTo>
                  <a:lnTo>
                    <a:pt x="23058" y="1016252"/>
                  </a:lnTo>
                  <a:lnTo>
                    <a:pt x="23913" y="1003214"/>
                  </a:lnTo>
                  <a:lnTo>
                    <a:pt x="24769" y="969107"/>
                  </a:lnTo>
                  <a:lnTo>
                    <a:pt x="25624" y="933873"/>
                  </a:lnTo>
                  <a:lnTo>
                    <a:pt x="26480" y="850518"/>
                  </a:lnTo>
                  <a:lnTo>
                    <a:pt x="27335" y="736244"/>
                  </a:lnTo>
                  <a:lnTo>
                    <a:pt x="28191" y="608262"/>
                  </a:lnTo>
                  <a:lnTo>
                    <a:pt x="29046" y="579548"/>
                  </a:lnTo>
                  <a:lnTo>
                    <a:pt x="29902" y="508835"/>
                  </a:lnTo>
                  <a:lnTo>
                    <a:pt x="30757" y="493825"/>
                  </a:lnTo>
                  <a:lnTo>
                    <a:pt x="31613" y="598921"/>
                  </a:lnTo>
                  <a:lnTo>
                    <a:pt x="32469" y="688721"/>
                  </a:lnTo>
                  <a:lnTo>
                    <a:pt x="33324" y="705969"/>
                  </a:lnTo>
                  <a:lnTo>
                    <a:pt x="34180" y="663803"/>
                  </a:lnTo>
                  <a:lnTo>
                    <a:pt x="35035" y="735481"/>
                  </a:lnTo>
                  <a:lnTo>
                    <a:pt x="35891" y="731809"/>
                  </a:lnTo>
                  <a:lnTo>
                    <a:pt x="36746" y="704911"/>
                  </a:lnTo>
                  <a:lnTo>
                    <a:pt x="37602" y="683837"/>
                  </a:lnTo>
                  <a:lnTo>
                    <a:pt x="38457" y="644754"/>
                  </a:lnTo>
                  <a:lnTo>
                    <a:pt x="39313" y="628154"/>
                  </a:lnTo>
                  <a:lnTo>
                    <a:pt x="40168" y="518965"/>
                  </a:lnTo>
                  <a:lnTo>
                    <a:pt x="41024" y="432686"/>
                  </a:lnTo>
                  <a:lnTo>
                    <a:pt x="41879" y="417190"/>
                  </a:lnTo>
                  <a:lnTo>
                    <a:pt x="42735" y="382204"/>
                  </a:lnTo>
                  <a:lnTo>
                    <a:pt x="43590" y="344505"/>
                  </a:lnTo>
                  <a:lnTo>
                    <a:pt x="44446" y="333286"/>
                  </a:lnTo>
                  <a:lnTo>
                    <a:pt x="45301" y="405014"/>
                  </a:lnTo>
                  <a:lnTo>
                    <a:pt x="46157" y="438098"/>
                  </a:lnTo>
                  <a:lnTo>
                    <a:pt x="47013" y="405329"/>
                  </a:lnTo>
                  <a:lnTo>
                    <a:pt x="47868" y="434304"/>
                  </a:lnTo>
                  <a:lnTo>
                    <a:pt x="48724" y="500381"/>
                  </a:lnTo>
                  <a:lnTo>
                    <a:pt x="49579" y="494310"/>
                  </a:lnTo>
                  <a:lnTo>
                    <a:pt x="50435" y="371721"/>
                  </a:lnTo>
                  <a:lnTo>
                    <a:pt x="51290" y="298078"/>
                  </a:lnTo>
                  <a:lnTo>
                    <a:pt x="52146" y="233249"/>
                  </a:lnTo>
                  <a:lnTo>
                    <a:pt x="53001" y="106005"/>
                  </a:lnTo>
                  <a:lnTo>
                    <a:pt x="53857" y="42824"/>
                  </a:lnTo>
                  <a:lnTo>
                    <a:pt x="54712" y="0"/>
                  </a:lnTo>
                  <a:lnTo>
                    <a:pt x="55568" y="22191"/>
                  </a:lnTo>
                  <a:lnTo>
                    <a:pt x="56423" y="86289"/>
                  </a:lnTo>
                  <a:lnTo>
                    <a:pt x="57279" y="96937"/>
                  </a:lnTo>
                  <a:lnTo>
                    <a:pt x="58134" y="148099"/>
                  </a:lnTo>
                  <a:lnTo>
                    <a:pt x="58990" y="187095"/>
                  </a:lnTo>
                  <a:lnTo>
                    <a:pt x="59845" y="270840"/>
                  </a:lnTo>
                  <a:lnTo>
                    <a:pt x="60701" y="305341"/>
                  </a:lnTo>
                  <a:lnTo>
                    <a:pt x="61556" y="205176"/>
                  </a:lnTo>
                  <a:lnTo>
                    <a:pt x="62412" y="186616"/>
                  </a:lnTo>
                  <a:lnTo>
                    <a:pt x="63268" y="228200"/>
                  </a:lnTo>
                  <a:lnTo>
                    <a:pt x="64123" y="278670"/>
                  </a:lnTo>
                  <a:lnTo>
                    <a:pt x="64979" y="264974"/>
                  </a:lnTo>
                  <a:lnTo>
                    <a:pt x="65834" y="264411"/>
                  </a:lnTo>
                  <a:lnTo>
                    <a:pt x="66690" y="359091"/>
                  </a:lnTo>
                  <a:lnTo>
                    <a:pt x="67545" y="492011"/>
                  </a:lnTo>
                  <a:lnTo>
                    <a:pt x="68401" y="553142"/>
                  </a:lnTo>
                  <a:lnTo>
                    <a:pt x="69256" y="567932"/>
                  </a:lnTo>
                  <a:lnTo>
                    <a:pt x="70112" y="577470"/>
                  </a:lnTo>
                  <a:lnTo>
                    <a:pt x="70967" y="650211"/>
                  </a:lnTo>
                  <a:lnTo>
                    <a:pt x="71823" y="761106"/>
                  </a:lnTo>
                  <a:lnTo>
                    <a:pt x="72678" y="782410"/>
                  </a:lnTo>
                  <a:lnTo>
                    <a:pt x="73534" y="725556"/>
                  </a:lnTo>
                  <a:lnTo>
                    <a:pt x="74389" y="730354"/>
                  </a:lnTo>
                  <a:lnTo>
                    <a:pt x="75245" y="839990"/>
                  </a:lnTo>
                  <a:lnTo>
                    <a:pt x="76100" y="919165"/>
                  </a:lnTo>
                  <a:lnTo>
                    <a:pt x="76956" y="918476"/>
                  </a:lnTo>
                  <a:lnTo>
                    <a:pt x="77811" y="959882"/>
                  </a:lnTo>
                  <a:lnTo>
                    <a:pt x="78667" y="1019290"/>
                  </a:lnTo>
                  <a:lnTo>
                    <a:pt x="79523" y="929938"/>
                  </a:lnTo>
                  <a:lnTo>
                    <a:pt x="80378" y="809399"/>
                  </a:lnTo>
                  <a:lnTo>
                    <a:pt x="81234" y="799326"/>
                  </a:lnTo>
                  <a:lnTo>
                    <a:pt x="82089" y="788315"/>
                  </a:lnTo>
                  <a:lnTo>
                    <a:pt x="82945" y="761074"/>
                  </a:lnTo>
                  <a:lnTo>
                    <a:pt x="83800" y="720451"/>
                  </a:lnTo>
                  <a:lnTo>
                    <a:pt x="84656" y="823406"/>
                  </a:lnTo>
                  <a:lnTo>
                    <a:pt x="85511" y="930375"/>
                  </a:lnTo>
                  <a:lnTo>
                    <a:pt x="86367" y="972486"/>
                  </a:lnTo>
                  <a:lnTo>
                    <a:pt x="87222" y="1038372"/>
                  </a:lnTo>
                  <a:lnTo>
                    <a:pt x="88078" y="1043947"/>
                  </a:lnTo>
                  <a:lnTo>
                    <a:pt x="88933" y="1132376"/>
                  </a:lnTo>
                  <a:lnTo>
                    <a:pt x="89789" y="1170560"/>
                  </a:lnTo>
                  <a:lnTo>
                    <a:pt x="90644" y="1186811"/>
                  </a:lnTo>
                  <a:lnTo>
                    <a:pt x="91500" y="1185118"/>
                  </a:lnTo>
                  <a:lnTo>
                    <a:pt x="92355" y="1177895"/>
                  </a:lnTo>
                  <a:lnTo>
                    <a:pt x="93211" y="1183911"/>
                  </a:lnTo>
                  <a:lnTo>
                    <a:pt x="94067" y="1170415"/>
                  </a:lnTo>
                  <a:lnTo>
                    <a:pt x="94922" y="1151535"/>
                  </a:lnTo>
                  <a:lnTo>
                    <a:pt x="95778" y="1096635"/>
                  </a:lnTo>
                  <a:lnTo>
                    <a:pt x="96633" y="1041608"/>
                  </a:lnTo>
                  <a:lnTo>
                    <a:pt x="97489" y="979465"/>
                  </a:lnTo>
                  <a:lnTo>
                    <a:pt x="98344" y="956628"/>
                  </a:lnTo>
                  <a:lnTo>
                    <a:pt x="99200" y="948436"/>
                  </a:lnTo>
                  <a:lnTo>
                    <a:pt x="100055" y="925820"/>
                  </a:lnTo>
                  <a:lnTo>
                    <a:pt x="100911" y="961827"/>
                  </a:lnTo>
                  <a:lnTo>
                    <a:pt x="101766" y="1039528"/>
                  </a:lnTo>
                  <a:lnTo>
                    <a:pt x="102622" y="1100609"/>
                  </a:lnTo>
                  <a:lnTo>
                    <a:pt x="103477" y="1100023"/>
                  </a:lnTo>
                  <a:lnTo>
                    <a:pt x="104333" y="1104633"/>
                  </a:lnTo>
                  <a:lnTo>
                    <a:pt x="105188" y="1146130"/>
                  </a:lnTo>
                  <a:lnTo>
                    <a:pt x="106044" y="1172615"/>
                  </a:lnTo>
                  <a:lnTo>
                    <a:pt x="106899" y="1151727"/>
                  </a:lnTo>
                  <a:lnTo>
                    <a:pt x="107755" y="1157926"/>
                  </a:lnTo>
                  <a:lnTo>
                    <a:pt x="108610" y="1158976"/>
                  </a:lnTo>
                  <a:lnTo>
                    <a:pt x="109466" y="1122663"/>
                  </a:lnTo>
                  <a:lnTo>
                    <a:pt x="110322" y="1037624"/>
                  </a:lnTo>
                  <a:lnTo>
                    <a:pt x="111177" y="900745"/>
                  </a:lnTo>
                  <a:lnTo>
                    <a:pt x="112033" y="800354"/>
                  </a:lnTo>
                  <a:lnTo>
                    <a:pt x="112888" y="752757"/>
                  </a:lnTo>
                  <a:lnTo>
                    <a:pt x="113744" y="805383"/>
                  </a:lnTo>
                  <a:lnTo>
                    <a:pt x="114599" y="852760"/>
                  </a:lnTo>
                  <a:lnTo>
                    <a:pt x="115455" y="889149"/>
                  </a:lnTo>
                  <a:lnTo>
                    <a:pt x="116310" y="955328"/>
                  </a:lnTo>
                  <a:lnTo>
                    <a:pt x="117166" y="954226"/>
                  </a:lnTo>
                  <a:lnTo>
                    <a:pt x="118021" y="928983"/>
                  </a:lnTo>
                  <a:lnTo>
                    <a:pt x="118877" y="881936"/>
                  </a:lnTo>
                  <a:lnTo>
                    <a:pt x="119732" y="873788"/>
                  </a:lnTo>
                  <a:lnTo>
                    <a:pt x="120588" y="895345"/>
                  </a:lnTo>
                  <a:lnTo>
                    <a:pt x="121443" y="899279"/>
                  </a:lnTo>
                  <a:lnTo>
                    <a:pt x="122299" y="897543"/>
                  </a:lnTo>
                  <a:lnTo>
                    <a:pt x="123154" y="820705"/>
                  </a:lnTo>
                  <a:lnTo>
                    <a:pt x="124010" y="814879"/>
                  </a:lnTo>
                  <a:lnTo>
                    <a:pt x="124865" y="844393"/>
                  </a:lnTo>
                  <a:lnTo>
                    <a:pt x="125721" y="889315"/>
                  </a:lnTo>
                  <a:lnTo>
                    <a:pt x="126577" y="976224"/>
                  </a:lnTo>
                  <a:lnTo>
                    <a:pt x="127432" y="1082528"/>
                  </a:lnTo>
                  <a:lnTo>
                    <a:pt x="128288" y="1212302"/>
                  </a:lnTo>
                  <a:lnTo>
                    <a:pt x="129143" y="1223174"/>
                  </a:lnTo>
                  <a:lnTo>
                    <a:pt x="129999" y="1165023"/>
                  </a:lnTo>
                  <a:lnTo>
                    <a:pt x="130854" y="1182502"/>
                  </a:lnTo>
                  <a:lnTo>
                    <a:pt x="131710" y="1204044"/>
                  </a:lnTo>
                  <a:lnTo>
                    <a:pt x="132565" y="1214699"/>
                  </a:lnTo>
                  <a:lnTo>
                    <a:pt x="133421" y="1235071"/>
                  </a:lnTo>
                  <a:lnTo>
                    <a:pt x="134276" y="1230986"/>
                  </a:lnTo>
                  <a:lnTo>
                    <a:pt x="135132" y="1219747"/>
                  </a:lnTo>
                  <a:lnTo>
                    <a:pt x="135987" y="1165765"/>
                  </a:lnTo>
                  <a:lnTo>
                    <a:pt x="136843" y="1116487"/>
                  </a:lnTo>
                  <a:lnTo>
                    <a:pt x="137698" y="1116477"/>
                  </a:lnTo>
                  <a:lnTo>
                    <a:pt x="138554" y="1138527"/>
                  </a:lnTo>
                  <a:lnTo>
                    <a:pt x="139409" y="1181303"/>
                  </a:lnTo>
                  <a:lnTo>
                    <a:pt x="140265" y="1192140"/>
                  </a:lnTo>
                  <a:lnTo>
                    <a:pt x="141121" y="1182005"/>
                  </a:lnTo>
                  <a:lnTo>
                    <a:pt x="141976" y="1181535"/>
                  </a:lnTo>
                  <a:lnTo>
                    <a:pt x="142832" y="1197182"/>
                  </a:lnTo>
                  <a:lnTo>
                    <a:pt x="143687" y="1197335"/>
                  </a:lnTo>
                  <a:lnTo>
                    <a:pt x="144543" y="1218328"/>
                  </a:lnTo>
                  <a:lnTo>
                    <a:pt x="145393" y="126587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8223977" y="2737511"/>
              <a:ext cx="80112" cy="524965"/>
            </a:xfrm>
            <a:custGeom>
              <a:avLst/>
              <a:pathLst>
                <a:path w="80112" h="524965">
                  <a:moveTo>
                    <a:pt x="0" y="524965"/>
                  </a:moveTo>
                  <a:lnTo>
                    <a:pt x="266" y="513340"/>
                  </a:lnTo>
                  <a:lnTo>
                    <a:pt x="1122" y="451477"/>
                  </a:lnTo>
                  <a:lnTo>
                    <a:pt x="1977" y="423672"/>
                  </a:lnTo>
                  <a:lnTo>
                    <a:pt x="2833" y="365000"/>
                  </a:lnTo>
                  <a:lnTo>
                    <a:pt x="3688" y="337037"/>
                  </a:lnTo>
                  <a:lnTo>
                    <a:pt x="4544" y="340457"/>
                  </a:lnTo>
                  <a:lnTo>
                    <a:pt x="5399" y="378250"/>
                  </a:lnTo>
                  <a:lnTo>
                    <a:pt x="6255" y="408957"/>
                  </a:lnTo>
                  <a:lnTo>
                    <a:pt x="7110" y="393544"/>
                  </a:lnTo>
                  <a:lnTo>
                    <a:pt x="7966" y="389541"/>
                  </a:lnTo>
                  <a:lnTo>
                    <a:pt x="8821" y="404809"/>
                  </a:lnTo>
                  <a:lnTo>
                    <a:pt x="9677" y="377844"/>
                  </a:lnTo>
                  <a:lnTo>
                    <a:pt x="10532" y="321336"/>
                  </a:lnTo>
                  <a:lnTo>
                    <a:pt x="11388" y="210028"/>
                  </a:lnTo>
                  <a:lnTo>
                    <a:pt x="12243" y="118653"/>
                  </a:lnTo>
                  <a:lnTo>
                    <a:pt x="13099" y="116820"/>
                  </a:lnTo>
                  <a:lnTo>
                    <a:pt x="13954" y="38049"/>
                  </a:lnTo>
                  <a:lnTo>
                    <a:pt x="14810" y="39109"/>
                  </a:lnTo>
                  <a:lnTo>
                    <a:pt x="15665" y="104377"/>
                  </a:lnTo>
                  <a:lnTo>
                    <a:pt x="16521" y="185842"/>
                  </a:lnTo>
                  <a:lnTo>
                    <a:pt x="17377" y="209507"/>
                  </a:lnTo>
                  <a:lnTo>
                    <a:pt x="18232" y="169277"/>
                  </a:lnTo>
                  <a:lnTo>
                    <a:pt x="19088" y="233454"/>
                  </a:lnTo>
                  <a:lnTo>
                    <a:pt x="19943" y="225546"/>
                  </a:lnTo>
                  <a:lnTo>
                    <a:pt x="20799" y="198901"/>
                  </a:lnTo>
                  <a:lnTo>
                    <a:pt x="21654" y="228746"/>
                  </a:lnTo>
                  <a:lnTo>
                    <a:pt x="22510" y="304906"/>
                  </a:lnTo>
                  <a:lnTo>
                    <a:pt x="23365" y="315245"/>
                  </a:lnTo>
                  <a:lnTo>
                    <a:pt x="24221" y="218417"/>
                  </a:lnTo>
                  <a:lnTo>
                    <a:pt x="25076" y="139692"/>
                  </a:lnTo>
                  <a:lnTo>
                    <a:pt x="25932" y="113808"/>
                  </a:lnTo>
                  <a:lnTo>
                    <a:pt x="26787" y="59840"/>
                  </a:lnTo>
                  <a:lnTo>
                    <a:pt x="27643" y="4878"/>
                  </a:lnTo>
                  <a:lnTo>
                    <a:pt x="28498" y="0"/>
                  </a:lnTo>
                  <a:lnTo>
                    <a:pt x="29354" y="33844"/>
                  </a:lnTo>
                  <a:lnTo>
                    <a:pt x="30209" y="97044"/>
                  </a:lnTo>
                  <a:lnTo>
                    <a:pt x="31065" y="117136"/>
                  </a:lnTo>
                  <a:lnTo>
                    <a:pt x="31920" y="114304"/>
                  </a:lnTo>
                  <a:lnTo>
                    <a:pt x="32776" y="114897"/>
                  </a:lnTo>
                  <a:lnTo>
                    <a:pt x="33632" y="188375"/>
                  </a:lnTo>
                  <a:lnTo>
                    <a:pt x="34487" y="263488"/>
                  </a:lnTo>
                  <a:lnTo>
                    <a:pt x="35343" y="315830"/>
                  </a:lnTo>
                  <a:lnTo>
                    <a:pt x="36198" y="334432"/>
                  </a:lnTo>
                  <a:lnTo>
                    <a:pt x="37054" y="351613"/>
                  </a:lnTo>
                  <a:lnTo>
                    <a:pt x="37909" y="382200"/>
                  </a:lnTo>
                  <a:lnTo>
                    <a:pt x="38765" y="350524"/>
                  </a:lnTo>
                  <a:lnTo>
                    <a:pt x="39620" y="330885"/>
                  </a:lnTo>
                  <a:lnTo>
                    <a:pt x="40476" y="270820"/>
                  </a:lnTo>
                  <a:lnTo>
                    <a:pt x="41331" y="230067"/>
                  </a:lnTo>
                  <a:lnTo>
                    <a:pt x="42187" y="196599"/>
                  </a:lnTo>
                  <a:lnTo>
                    <a:pt x="43042" y="219495"/>
                  </a:lnTo>
                  <a:lnTo>
                    <a:pt x="43898" y="287439"/>
                  </a:lnTo>
                  <a:lnTo>
                    <a:pt x="44753" y="291147"/>
                  </a:lnTo>
                  <a:lnTo>
                    <a:pt x="45609" y="300530"/>
                  </a:lnTo>
                  <a:lnTo>
                    <a:pt x="46464" y="233246"/>
                  </a:lnTo>
                  <a:lnTo>
                    <a:pt x="47320" y="219906"/>
                  </a:lnTo>
                  <a:lnTo>
                    <a:pt x="48176" y="170485"/>
                  </a:lnTo>
                  <a:lnTo>
                    <a:pt x="49031" y="104644"/>
                  </a:lnTo>
                  <a:lnTo>
                    <a:pt x="49887" y="131564"/>
                  </a:lnTo>
                  <a:lnTo>
                    <a:pt x="50742" y="136569"/>
                  </a:lnTo>
                  <a:lnTo>
                    <a:pt x="51598" y="189687"/>
                  </a:lnTo>
                  <a:lnTo>
                    <a:pt x="52453" y="263901"/>
                  </a:lnTo>
                  <a:lnTo>
                    <a:pt x="53309" y="299866"/>
                  </a:lnTo>
                  <a:lnTo>
                    <a:pt x="54164" y="280200"/>
                  </a:lnTo>
                  <a:lnTo>
                    <a:pt x="55020" y="227901"/>
                  </a:lnTo>
                  <a:lnTo>
                    <a:pt x="55875" y="258289"/>
                  </a:lnTo>
                  <a:lnTo>
                    <a:pt x="56731" y="305809"/>
                  </a:lnTo>
                  <a:lnTo>
                    <a:pt x="57586" y="258917"/>
                  </a:lnTo>
                  <a:lnTo>
                    <a:pt x="58442" y="220589"/>
                  </a:lnTo>
                  <a:lnTo>
                    <a:pt x="59297" y="225789"/>
                  </a:lnTo>
                  <a:lnTo>
                    <a:pt x="60153" y="248516"/>
                  </a:lnTo>
                  <a:lnTo>
                    <a:pt x="61008" y="253415"/>
                  </a:lnTo>
                  <a:lnTo>
                    <a:pt x="61864" y="234798"/>
                  </a:lnTo>
                  <a:lnTo>
                    <a:pt x="62719" y="220094"/>
                  </a:lnTo>
                  <a:lnTo>
                    <a:pt x="63575" y="200987"/>
                  </a:lnTo>
                  <a:lnTo>
                    <a:pt x="64431" y="259621"/>
                  </a:lnTo>
                  <a:lnTo>
                    <a:pt x="65286" y="345801"/>
                  </a:lnTo>
                  <a:lnTo>
                    <a:pt x="66142" y="327754"/>
                  </a:lnTo>
                  <a:lnTo>
                    <a:pt x="66997" y="349416"/>
                  </a:lnTo>
                  <a:lnTo>
                    <a:pt x="67853" y="423228"/>
                  </a:lnTo>
                  <a:lnTo>
                    <a:pt x="68708" y="501967"/>
                  </a:lnTo>
                  <a:lnTo>
                    <a:pt x="69564" y="497155"/>
                  </a:lnTo>
                  <a:lnTo>
                    <a:pt x="70419" y="444714"/>
                  </a:lnTo>
                  <a:lnTo>
                    <a:pt x="71275" y="470148"/>
                  </a:lnTo>
                  <a:lnTo>
                    <a:pt x="72130" y="479579"/>
                  </a:lnTo>
                  <a:lnTo>
                    <a:pt x="72986" y="479579"/>
                  </a:lnTo>
                  <a:lnTo>
                    <a:pt x="73841" y="498184"/>
                  </a:lnTo>
                  <a:lnTo>
                    <a:pt x="74697" y="498955"/>
                  </a:lnTo>
                  <a:lnTo>
                    <a:pt x="75552" y="464005"/>
                  </a:lnTo>
                  <a:lnTo>
                    <a:pt x="76408" y="449040"/>
                  </a:lnTo>
                  <a:lnTo>
                    <a:pt x="77263" y="449041"/>
                  </a:lnTo>
                  <a:lnTo>
                    <a:pt x="78119" y="443810"/>
                  </a:lnTo>
                  <a:lnTo>
                    <a:pt x="78974" y="431476"/>
                  </a:lnTo>
                  <a:lnTo>
                    <a:pt x="79830" y="497346"/>
                  </a:lnTo>
                  <a:lnTo>
                    <a:pt x="80112" y="52496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8310426" y="3259698"/>
              <a:ext cx="268" cy="2778"/>
            </a:xfrm>
            <a:custGeom>
              <a:avLst/>
              <a:pathLst>
                <a:path w="268" h="2778">
                  <a:moveTo>
                    <a:pt x="0" y="2778"/>
                  </a:moveTo>
                  <a:lnTo>
                    <a:pt x="225" y="0"/>
                  </a:lnTo>
                  <a:lnTo>
                    <a:pt x="268" y="277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8324326" y="3248432"/>
              <a:ext cx="1784" cy="14045"/>
            </a:xfrm>
            <a:custGeom>
              <a:avLst/>
              <a:pathLst>
                <a:path w="1784" h="14045">
                  <a:moveTo>
                    <a:pt x="0" y="14045"/>
                  </a:moveTo>
                  <a:lnTo>
                    <a:pt x="13" y="13076"/>
                  </a:lnTo>
                  <a:lnTo>
                    <a:pt x="869" y="0"/>
                  </a:lnTo>
                  <a:lnTo>
                    <a:pt x="1724" y="11859"/>
                  </a:lnTo>
                  <a:lnTo>
                    <a:pt x="1784" y="1404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8327328" y="3164053"/>
              <a:ext cx="7270" cy="98423"/>
            </a:xfrm>
            <a:custGeom>
              <a:avLst/>
              <a:pathLst>
                <a:path w="7270" h="98423">
                  <a:moveTo>
                    <a:pt x="0" y="98423"/>
                  </a:moveTo>
                  <a:lnTo>
                    <a:pt x="434" y="68136"/>
                  </a:lnTo>
                  <a:lnTo>
                    <a:pt x="1289" y="0"/>
                  </a:lnTo>
                  <a:lnTo>
                    <a:pt x="2145" y="20235"/>
                  </a:lnTo>
                  <a:lnTo>
                    <a:pt x="3000" y="24179"/>
                  </a:lnTo>
                  <a:lnTo>
                    <a:pt x="3856" y="24876"/>
                  </a:lnTo>
                  <a:lnTo>
                    <a:pt x="4711" y="1021"/>
                  </a:lnTo>
                  <a:lnTo>
                    <a:pt x="5567" y="25066"/>
                  </a:lnTo>
                  <a:lnTo>
                    <a:pt x="6422" y="81481"/>
                  </a:lnTo>
                  <a:lnTo>
                    <a:pt x="7270" y="9842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8334610" y="3096320"/>
              <a:ext cx="14013" cy="166156"/>
            </a:xfrm>
            <a:custGeom>
              <a:avLst/>
              <a:pathLst>
                <a:path w="14013" h="166156">
                  <a:moveTo>
                    <a:pt x="0" y="166156"/>
                  </a:moveTo>
                  <a:lnTo>
                    <a:pt x="851" y="134916"/>
                  </a:lnTo>
                  <a:lnTo>
                    <a:pt x="1707" y="108556"/>
                  </a:lnTo>
                  <a:lnTo>
                    <a:pt x="2562" y="81735"/>
                  </a:lnTo>
                  <a:lnTo>
                    <a:pt x="3418" y="58322"/>
                  </a:lnTo>
                  <a:lnTo>
                    <a:pt x="4273" y="11547"/>
                  </a:lnTo>
                  <a:lnTo>
                    <a:pt x="5129" y="0"/>
                  </a:lnTo>
                  <a:lnTo>
                    <a:pt x="5984" y="33065"/>
                  </a:lnTo>
                  <a:lnTo>
                    <a:pt x="6840" y="47026"/>
                  </a:lnTo>
                  <a:lnTo>
                    <a:pt x="7695" y="65336"/>
                  </a:lnTo>
                  <a:lnTo>
                    <a:pt x="8551" y="75785"/>
                  </a:lnTo>
                  <a:lnTo>
                    <a:pt x="9406" y="93459"/>
                  </a:lnTo>
                  <a:lnTo>
                    <a:pt x="10262" y="105008"/>
                  </a:lnTo>
                  <a:lnTo>
                    <a:pt x="11117" y="71943"/>
                  </a:lnTo>
                  <a:lnTo>
                    <a:pt x="11973" y="48201"/>
                  </a:lnTo>
                  <a:lnTo>
                    <a:pt x="12828" y="61809"/>
                  </a:lnTo>
                  <a:lnTo>
                    <a:pt x="13684" y="143594"/>
                  </a:lnTo>
                  <a:lnTo>
                    <a:pt x="14013" y="16615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8354418" y="3123950"/>
              <a:ext cx="5363" cy="138527"/>
            </a:xfrm>
            <a:custGeom>
              <a:avLst/>
              <a:pathLst>
                <a:path w="5363" h="138527">
                  <a:moveTo>
                    <a:pt x="0" y="138527"/>
                  </a:moveTo>
                  <a:lnTo>
                    <a:pt x="721" y="105721"/>
                  </a:lnTo>
                  <a:lnTo>
                    <a:pt x="1576" y="67278"/>
                  </a:lnTo>
                  <a:lnTo>
                    <a:pt x="2432" y="16789"/>
                  </a:lnTo>
                  <a:lnTo>
                    <a:pt x="3287" y="0"/>
                  </a:lnTo>
                  <a:lnTo>
                    <a:pt x="4143" y="18195"/>
                  </a:lnTo>
                  <a:lnTo>
                    <a:pt x="4998" y="91709"/>
                  </a:lnTo>
                  <a:lnTo>
                    <a:pt x="5363" y="13852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8364333" y="3140546"/>
              <a:ext cx="4518" cy="121931"/>
            </a:xfrm>
            <a:custGeom>
              <a:avLst/>
              <a:pathLst>
                <a:path w="4518" h="121931">
                  <a:moveTo>
                    <a:pt x="0" y="121931"/>
                  </a:moveTo>
                  <a:lnTo>
                    <a:pt x="216" y="105965"/>
                  </a:lnTo>
                  <a:lnTo>
                    <a:pt x="1071" y="12650"/>
                  </a:lnTo>
                  <a:lnTo>
                    <a:pt x="1927" y="0"/>
                  </a:lnTo>
                  <a:lnTo>
                    <a:pt x="2782" y="39603"/>
                  </a:lnTo>
                  <a:lnTo>
                    <a:pt x="3638" y="98056"/>
                  </a:lnTo>
                  <a:lnTo>
                    <a:pt x="4493" y="119749"/>
                  </a:lnTo>
                  <a:lnTo>
                    <a:pt x="4518" y="12193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8375096" y="3127011"/>
              <a:ext cx="3051" cy="135465"/>
            </a:xfrm>
            <a:custGeom>
              <a:avLst/>
              <a:pathLst>
                <a:path w="3051" h="135465">
                  <a:moveTo>
                    <a:pt x="0" y="135465"/>
                  </a:moveTo>
                  <a:lnTo>
                    <a:pt x="575" y="109413"/>
                  </a:lnTo>
                  <a:lnTo>
                    <a:pt x="1431" y="0"/>
                  </a:lnTo>
                  <a:lnTo>
                    <a:pt x="2286" y="39015"/>
                  </a:lnTo>
                  <a:lnTo>
                    <a:pt x="3051" y="13546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8388394" y="3250089"/>
              <a:ext cx="363" cy="12387"/>
            </a:xfrm>
            <a:custGeom>
              <a:avLst/>
              <a:pathLst>
                <a:path w="363" h="12387">
                  <a:moveTo>
                    <a:pt x="0" y="12387"/>
                  </a:moveTo>
                  <a:lnTo>
                    <a:pt x="109" y="0"/>
                  </a:lnTo>
                  <a:lnTo>
                    <a:pt x="363" y="1238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8395305" y="1625708"/>
              <a:ext cx="286709" cy="1636768"/>
            </a:xfrm>
            <a:custGeom>
              <a:avLst/>
              <a:pathLst>
                <a:path w="286709" h="1636768">
                  <a:moveTo>
                    <a:pt x="0" y="1636768"/>
                  </a:moveTo>
                  <a:lnTo>
                    <a:pt x="43" y="1628798"/>
                  </a:lnTo>
                  <a:lnTo>
                    <a:pt x="899" y="1520627"/>
                  </a:lnTo>
                  <a:lnTo>
                    <a:pt x="1754" y="1407857"/>
                  </a:lnTo>
                  <a:lnTo>
                    <a:pt x="2610" y="1255218"/>
                  </a:lnTo>
                  <a:lnTo>
                    <a:pt x="3465" y="1204767"/>
                  </a:lnTo>
                  <a:lnTo>
                    <a:pt x="4321" y="1131996"/>
                  </a:lnTo>
                  <a:lnTo>
                    <a:pt x="5176" y="1144370"/>
                  </a:lnTo>
                  <a:lnTo>
                    <a:pt x="6032" y="1086523"/>
                  </a:lnTo>
                  <a:lnTo>
                    <a:pt x="6887" y="996509"/>
                  </a:lnTo>
                  <a:lnTo>
                    <a:pt x="7743" y="1016383"/>
                  </a:lnTo>
                  <a:lnTo>
                    <a:pt x="8598" y="1032552"/>
                  </a:lnTo>
                  <a:lnTo>
                    <a:pt x="9454" y="999756"/>
                  </a:lnTo>
                  <a:lnTo>
                    <a:pt x="10310" y="928681"/>
                  </a:lnTo>
                  <a:lnTo>
                    <a:pt x="11165" y="889102"/>
                  </a:lnTo>
                  <a:lnTo>
                    <a:pt x="12021" y="902376"/>
                  </a:lnTo>
                  <a:lnTo>
                    <a:pt x="12876" y="924189"/>
                  </a:lnTo>
                  <a:lnTo>
                    <a:pt x="13732" y="930746"/>
                  </a:lnTo>
                  <a:lnTo>
                    <a:pt x="14587" y="945700"/>
                  </a:lnTo>
                  <a:lnTo>
                    <a:pt x="15443" y="951478"/>
                  </a:lnTo>
                  <a:lnTo>
                    <a:pt x="16298" y="931806"/>
                  </a:lnTo>
                  <a:lnTo>
                    <a:pt x="17154" y="868333"/>
                  </a:lnTo>
                  <a:lnTo>
                    <a:pt x="18009" y="805505"/>
                  </a:lnTo>
                  <a:lnTo>
                    <a:pt x="18865" y="835331"/>
                  </a:lnTo>
                  <a:lnTo>
                    <a:pt x="19720" y="882971"/>
                  </a:lnTo>
                  <a:lnTo>
                    <a:pt x="20576" y="994501"/>
                  </a:lnTo>
                  <a:lnTo>
                    <a:pt x="21431" y="1138595"/>
                  </a:lnTo>
                  <a:lnTo>
                    <a:pt x="22287" y="1290531"/>
                  </a:lnTo>
                  <a:lnTo>
                    <a:pt x="23142" y="1335478"/>
                  </a:lnTo>
                  <a:lnTo>
                    <a:pt x="23998" y="1296505"/>
                  </a:lnTo>
                  <a:lnTo>
                    <a:pt x="24853" y="1305302"/>
                  </a:lnTo>
                  <a:lnTo>
                    <a:pt x="25709" y="1324644"/>
                  </a:lnTo>
                  <a:lnTo>
                    <a:pt x="26565" y="1300671"/>
                  </a:lnTo>
                  <a:lnTo>
                    <a:pt x="27420" y="1227557"/>
                  </a:lnTo>
                  <a:lnTo>
                    <a:pt x="28276" y="1174571"/>
                  </a:lnTo>
                  <a:lnTo>
                    <a:pt x="29131" y="1061891"/>
                  </a:lnTo>
                  <a:lnTo>
                    <a:pt x="29987" y="928452"/>
                  </a:lnTo>
                  <a:lnTo>
                    <a:pt x="30842" y="806890"/>
                  </a:lnTo>
                  <a:lnTo>
                    <a:pt x="31698" y="742707"/>
                  </a:lnTo>
                  <a:lnTo>
                    <a:pt x="32553" y="768067"/>
                  </a:lnTo>
                  <a:lnTo>
                    <a:pt x="33409" y="758575"/>
                  </a:lnTo>
                  <a:lnTo>
                    <a:pt x="34264" y="834059"/>
                  </a:lnTo>
                  <a:lnTo>
                    <a:pt x="35120" y="818812"/>
                  </a:lnTo>
                  <a:lnTo>
                    <a:pt x="35975" y="817541"/>
                  </a:lnTo>
                  <a:lnTo>
                    <a:pt x="36831" y="880085"/>
                  </a:lnTo>
                  <a:lnTo>
                    <a:pt x="37686" y="860934"/>
                  </a:lnTo>
                  <a:lnTo>
                    <a:pt x="38542" y="854052"/>
                  </a:lnTo>
                  <a:lnTo>
                    <a:pt x="39397" y="848240"/>
                  </a:lnTo>
                  <a:lnTo>
                    <a:pt x="40253" y="1011771"/>
                  </a:lnTo>
                  <a:lnTo>
                    <a:pt x="41108" y="1167661"/>
                  </a:lnTo>
                  <a:lnTo>
                    <a:pt x="41964" y="1221713"/>
                  </a:lnTo>
                  <a:lnTo>
                    <a:pt x="42820" y="1221934"/>
                  </a:lnTo>
                  <a:lnTo>
                    <a:pt x="43675" y="1248218"/>
                  </a:lnTo>
                  <a:lnTo>
                    <a:pt x="44531" y="1230345"/>
                  </a:lnTo>
                  <a:lnTo>
                    <a:pt x="45386" y="1205334"/>
                  </a:lnTo>
                  <a:lnTo>
                    <a:pt x="46242" y="1084998"/>
                  </a:lnTo>
                  <a:lnTo>
                    <a:pt x="47097" y="947192"/>
                  </a:lnTo>
                  <a:lnTo>
                    <a:pt x="47953" y="953625"/>
                  </a:lnTo>
                  <a:lnTo>
                    <a:pt x="48808" y="990587"/>
                  </a:lnTo>
                  <a:lnTo>
                    <a:pt x="49664" y="987461"/>
                  </a:lnTo>
                  <a:lnTo>
                    <a:pt x="50519" y="941614"/>
                  </a:lnTo>
                  <a:lnTo>
                    <a:pt x="51375" y="1038595"/>
                  </a:lnTo>
                  <a:lnTo>
                    <a:pt x="52230" y="1117466"/>
                  </a:lnTo>
                  <a:lnTo>
                    <a:pt x="53086" y="1087452"/>
                  </a:lnTo>
                  <a:lnTo>
                    <a:pt x="53941" y="1039474"/>
                  </a:lnTo>
                  <a:lnTo>
                    <a:pt x="54797" y="1035597"/>
                  </a:lnTo>
                  <a:lnTo>
                    <a:pt x="55652" y="1031016"/>
                  </a:lnTo>
                  <a:lnTo>
                    <a:pt x="56508" y="972210"/>
                  </a:lnTo>
                  <a:lnTo>
                    <a:pt x="57364" y="1020593"/>
                  </a:lnTo>
                  <a:lnTo>
                    <a:pt x="58219" y="1093951"/>
                  </a:lnTo>
                  <a:lnTo>
                    <a:pt x="59075" y="1147529"/>
                  </a:lnTo>
                  <a:lnTo>
                    <a:pt x="59930" y="1217528"/>
                  </a:lnTo>
                  <a:lnTo>
                    <a:pt x="60786" y="1286476"/>
                  </a:lnTo>
                  <a:lnTo>
                    <a:pt x="61641" y="1282840"/>
                  </a:lnTo>
                  <a:lnTo>
                    <a:pt x="62497" y="1211353"/>
                  </a:lnTo>
                  <a:lnTo>
                    <a:pt x="63352" y="1186779"/>
                  </a:lnTo>
                  <a:lnTo>
                    <a:pt x="64208" y="1203034"/>
                  </a:lnTo>
                  <a:lnTo>
                    <a:pt x="65063" y="1187891"/>
                  </a:lnTo>
                  <a:lnTo>
                    <a:pt x="65919" y="1177946"/>
                  </a:lnTo>
                  <a:lnTo>
                    <a:pt x="66774" y="1195603"/>
                  </a:lnTo>
                  <a:lnTo>
                    <a:pt x="67630" y="1202977"/>
                  </a:lnTo>
                  <a:lnTo>
                    <a:pt x="68485" y="1168493"/>
                  </a:lnTo>
                  <a:lnTo>
                    <a:pt x="69341" y="1069671"/>
                  </a:lnTo>
                  <a:lnTo>
                    <a:pt x="70196" y="1016634"/>
                  </a:lnTo>
                  <a:lnTo>
                    <a:pt x="71052" y="962633"/>
                  </a:lnTo>
                  <a:lnTo>
                    <a:pt x="71907" y="898595"/>
                  </a:lnTo>
                  <a:lnTo>
                    <a:pt x="72763" y="889773"/>
                  </a:lnTo>
                  <a:lnTo>
                    <a:pt x="73619" y="876972"/>
                  </a:lnTo>
                  <a:lnTo>
                    <a:pt x="74474" y="913009"/>
                  </a:lnTo>
                  <a:lnTo>
                    <a:pt x="75330" y="905851"/>
                  </a:lnTo>
                  <a:lnTo>
                    <a:pt x="76185" y="843396"/>
                  </a:lnTo>
                  <a:lnTo>
                    <a:pt x="77041" y="832841"/>
                  </a:lnTo>
                  <a:lnTo>
                    <a:pt x="77896" y="859100"/>
                  </a:lnTo>
                  <a:lnTo>
                    <a:pt x="78752" y="882416"/>
                  </a:lnTo>
                  <a:lnTo>
                    <a:pt x="79607" y="882456"/>
                  </a:lnTo>
                  <a:lnTo>
                    <a:pt x="80463" y="893871"/>
                  </a:lnTo>
                  <a:lnTo>
                    <a:pt x="81318" y="1033841"/>
                  </a:lnTo>
                  <a:lnTo>
                    <a:pt x="82174" y="1221682"/>
                  </a:lnTo>
                  <a:lnTo>
                    <a:pt x="83029" y="1331221"/>
                  </a:lnTo>
                  <a:lnTo>
                    <a:pt x="83885" y="1433420"/>
                  </a:lnTo>
                  <a:lnTo>
                    <a:pt x="84740" y="1487939"/>
                  </a:lnTo>
                  <a:lnTo>
                    <a:pt x="85596" y="1558413"/>
                  </a:lnTo>
                  <a:lnTo>
                    <a:pt x="86451" y="1528537"/>
                  </a:lnTo>
                  <a:lnTo>
                    <a:pt x="87307" y="1403483"/>
                  </a:lnTo>
                  <a:lnTo>
                    <a:pt x="88162" y="1297657"/>
                  </a:lnTo>
                  <a:lnTo>
                    <a:pt x="89018" y="1233221"/>
                  </a:lnTo>
                  <a:lnTo>
                    <a:pt x="89874" y="1220660"/>
                  </a:lnTo>
                  <a:lnTo>
                    <a:pt x="90729" y="1244196"/>
                  </a:lnTo>
                  <a:lnTo>
                    <a:pt x="91585" y="1252489"/>
                  </a:lnTo>
                  <a:lnTo>
                    <a:pt x="92440" y="1265123"/>
                  </a:lnTo>
                  <a:lnTo>
                    <a:pt x="93296" y="1319203"/>
                  </a:lnTo>
                  <a:lnTo>
                    <a:pt x="94151" y="1331051"/>
                  </a:lnTo>
                  <a:lnTo>
                    <a:pt x="95007" y="1346500"/>
                  </a:lnTo>
                  <a:lnTo>
                    <a:pt x="95862" y="1298585"/>
                  </a:lnTo>
                  <a:lnTo>
                    <a:pt x="96718" y="1279350"/>
                  </a:lnTo>
                  <a:lnTo>
                    <a:pt x="97573" y="1272801"/>
                  </a:lnTo>
                  <a:lnTo>
                    <a:pt x="98429" y="1259722"/>
                  </a:lnTo>
                  <a:lnTo>
                    <a:pt x="99284" y="1297223"/>
                  </a:lnTo>
                  <a:lnTo>
                    <a:pt x="100140" y="1333151"/>
                  </a:lnTo>
                  <a:lnTo>
                    <a:pt x="100995" y="1411427"/>
                  </a:lnTo>
                  <a:lnTo>
                    <a:pt x="101851" y="1464298"/>
                  </a:lnTo>
                  <a:lnTo>
                    <a:pt x="102706" y="1480584"/>
                  </a:lnTo>
                  <a:lnTo>
                    <a:pt x="103562" y="1444387"/>
                  </a:lnTo>
                  <a:lnTo>
                    <a:pt x="104418" y="1329832"/>
                  </a:lnTo>
                  <a:lnTo>
                    <a:pt x="105273" y="1193202"/>
                  </a:lnTo>
                  <a:lnTo>
                    <a:pt x="106129" y="1058935"/>
                  </a:lnTo>
                  <a:lnTo>
                    <a:pt x="106984" y="948193"/>
                  </a:lnTo>
                  <a:lnTo>
                    <a:pt x="107840" y="894635"/>
                  </a:lnTo>
                  <a:lnTo>
                    <a:pt x="108695" y="812709"/>
                  </a:lnTo>
                  <a:lnTo>
                    <a:pt x="109551" y="714356"/>
                  </a:lnTo>
                  <a:lnTo>
                    <a:pt x="110406" y="734053"/>
                  </a:lnTo>
                  <a:lnTo>
                    <a:pt x="111262" y="819400"/>
                  </a:lnTo>
                  <a:lnTo>
                    <a:pt x="112117" y="948910"/>
                  </a:lnTo>
                  <a:lnTo>
                    <a:pt x="112973" y="1094110"/>
                  </a:lnTo>
                  <a:lnTo>
                    <a:pt x="113828" y="1204375"/>
                  </a:lnTo>
                  <a:lnTo>
                    <a:pt x="114684" y="1346131"/>
                  </a:lnTo>
                  <a:lnTo>
                    <a:pt x="115539" y="1452690"/>
                  </a:lnTo>
                  <a:lnTo>
                    <a:pt x="116395" y="1513513"/>
                  </a:lnTo>
                  <a:lnTo>
                    <a:pt x="117250" y="1510795"/>
                  </a:lnTo>
                  <a:lnTo>
                    <a:pt x="118106" y="1462617"/>
                  </a:lnTo>
                  <a:lnTo>
                    <a:pt x="118961" y="1463980"/>
                  </a:lnTo>
                  <a:lnTo>
                    <a:pt x="119817" y="1461747"/>
                  </a:lnTo>
                  <a:lnTo>
                    <a:pt x="120673" y="1452693"/>
                  </a:lnTo>
                  <a:lnTo>
                    <a:pt x="121528" y="1401470"/>
                  </a:lnTo>
                  <a:lnTo>
                    <a:pt x="122384" y="1328934"/>
                  </a:lnTo>
                  <a:lnTo>
                    <a:pt x="123239" y="1314460"/>
                  </a:lnTo>
                  <a:lnTo>
                    <a:pt x="124095" y="1341582"/>
                  </a:lnTo>
                  <a:lnTo>
                    <a:pt x="124950" y="1319937"/>
                  </a:lnTo>
                  <a:lnTo>
                    <a:pt x="125806" y="1245291"/>
                  </a:lnTo>
                  <a:lnTo>
                    <a:pt x="126661" y="1226144"/>
                  </a:lnTo>
                  <a:lnTo>
                    <a:pt x="127517" y="1214319"/>
                  </a:lnTo>
                  <a:lnTo>
                    <a:pt x="128372" y="1175353"/>
                  </a:lnTo>
                  <a:lnTo>
                    <a:pt x="129228" y="1155606"/>
                  </a:lnTo>
                  <a:lnTo>
                    <a:pt x="130083" y="1215898"/>
                  </a:lnTo>
                  <a:lnTo>
                    <a:pt x="130939" y="1289436"/>
                  </a:lnTo>
                  <a:lnTo>
                    <a:pt x="131794" y="1316379"/>
                  </a:lnTo>
                  <a:lnTo>
                    <a:pt x="132650" y="1260968"/>
                  </a:lnTo>
                  <a:lnTo>
                    <a:pt x="133505" y="1164368"/>
                  </a:lnTo>
                  <a:lnTo>
                    <a:pt x="134361" y="1070305"/>
                  </a:lnTo>
                  <a:lnTo>
                    <a:pt x="135216" y="1074967"/>
                  </a:lnTo>
                  <a:lnTo>
                    <a:pt x="136072" y="983011"/>
                  </a:lnTo>
                  <a:lnTo>
                    <a:pt x="136928" y="891056"/>
                  </a:lnTo>
                  <a:lnTo>
                    <a:pt x="137783" y="980855"/>
                  </a:lnTo>
                  <a:lnTo>
                    <a:pt x="138639" y="1103794"/>
                  </a:lnTo>
                  <a:lnTo>
                    <a:pt x="139494" y="1162033"/>
                  </a:lnTo>
                  <a:lnTo>
                    <a:pt x="140350" y="1032111"/>
                  </a:lnTo>
                  <a:lnTo>
                    <a:pt x="141205" y="1013261"/>
                  </a:lnTo>
                  <a:lnTo>
                    <a:pt x="142061" y="1014194"/>
                  </a:lnTo>
                  <a:lnTo>
                    <a:pt x="142916" y="878677"/>
                  </a:lnTo>
                  <a:lnTo>
                    <a:pt x="143772" y="777207"/>
                  </a:lnTo>
                  <a:lnTo>
                    <a:pt x="144627" y="834873"/>
                  </a:lnTo>
                  <a:lnTo>
                    <a:pt x="145483" y="933440"/>
                  </a:lnTo>
                  <a:lnTo>
                    <a:pt x="146338" y="974021"/>
                  </a:lnTo>
                  <a:lnTo>
                    <a:pt x="147194" y="1010920"/>
                  </a:lnTo>
                  <a:lnTo>
                    <a:pt x="148049" y="1111320"/>
                  </a:lnTo>
                  <a:lnTo>
                    <a:pt x="148905" y="1116375"/>
                  </a:lnTo>
                  <a:lnTo>
                    <a:pt x="149760" y="1014406"/>
                  </a:lnTo>
                  <a:lnTo>
                    <a:pt x="150616" y="991827"/>
                  </a:lnTo>
                  <a:lnTo>
                    <a:pt x="151472" y="1045991"/>
                  </a:lnTo>
                  <a:lnTo>
                    <a:pt x="152327" y="1082684"/>
                  </a:lnTo>
                  <a:lnTo>
                    <a:pt x="153183" y="1076839"/>
                  </a:lnTo>
                  <a:lnTo>
                    <a:pt x="154038" y="1086291"/>
                  </a:lnTo>
                  <a:lnTo>
                    <a:pt x="154894" y="1119545"/>
                  </a:lnTo>
                  <a:lnTo>
                    <a:pt x="155749" y="1093818"/>
                  </a:lnTo>
                  <a:lnTo>
                    <a:pt x="156605" y="976923"/>
                  </a:lnTo>
                  <a:lnTo>
                    <a:pt x="157460" y="867139"/>
                  </a:lnTo>
                  <a:lnTo>
                    <a:pt x="158316" y="842076"/>
                  </a:lnTo>
                  <a:lnTo>
                    <a:pt x="159171" y="808917"/>
                  </a:lnTo>
                  <a:lnTo>
                    <a:pt x="160027" y="725046"/>
                  </a:lnTo>
                  <a:lnTo>
                    <a:pt x="160882" y="745994"/>
                  </a:lnTo>
                  <a:lnTo>
                    <a:pt x="161738" y="844831"/>
                  </a:lnTo>
                  <a:lnTo>
                    <a:pt x="162593" y="946672"/>
                  </a:lnTo>
                  <a:lnTo>
                    <a:pt x="163449" y="993081"/>
                  </a:lnTo>
                  <a:lnTo>
                    <a:pt x="164304" y="1060829"/>
                  </a:lnTo>
                  <a:lnTo>
                    <a:pt x="165160" y="1184359"/>
                  </a:lnTo>
                  <a:lnTo>
                    <a:pt x="166015" y="1254476"/>
                  </a:lnTo>
                  <a:lnTo>
                    <a:pt x="166871" y="1255805"/>
                  </a:lnTo>
                  <a:lnTo>
                    <a:pt x="167727" y="1258052"/>
                  </a:lnTo>
                  <a:lnTo>
                    <a:pt x="168582" y="1282913"/>
                  </a:lnTo>
                  <a:lnTo>
                    <a:pt x="169438" y="1348848"/>
                  </a:lnTo>
                  <a:lnTo>
                    <a:pt x="170293" y="1306454"/>
                  </a:lnTo>
                  <a:lnTo>
                    <a:pt x="171149" y="1281801"/>
                  </a:lnTo>
                  <a:lnTo>
                    <a:pt x="172004" y="1297472"/>
                  </a:lnTo>
                  <a:lnTo>
                    <a:pt x="172860" y="1300306"/>
                  </a:lnTo>
                  <a:lnTo>
                    <a:pt x="173715" y="1289190"/>
                  </a:lnTo>
                  <a:lnTo>
                    <a:pt x="174571" y="1293564"/>
                  </a:lnTo>
                  <a:lnTo>
                    <a:pt x="175426" y="1348657"/>
                  </a:lnTo>
                  <a:lnTo>
                    <a:pt x="176282" y="1319403"/>
                  </a:lnTo>
                  <a:lnTo>
                    <a:pt x="177137" y="1282959"/>
                  </a:lnTo>
                  <a:lnTo>
                    <a:pt x="177993" y="1308600"/>
                  </a:lnTo>
                  <a:lnTo>
                    <a:pt x="178848" y="1280866"/>
                  </a:lnTo>
                  <a:lnTo>
                    <a:pt x="179704" y="1187635"/>
                  </a:lnTo>
                  <a:lnTo>
                    <a:pt x="180559" y="1132610"/>
                  </a:lnTo>
                  <a:lnTo>
                    <a:pt x="181415" y="1095243"/>
                  </a:lnTo>
                  <a:lnTo>
                    <a:pt x="182270" y="971917"/>
                  </a:lnTo>
                  <a:lnTo>
                    <a:pt x="183126" y="789115"/>
                  </a:lnTo>
                  <a:lnTo>
                    <a:pt x="183982" y="769279"/>
                  </a:lnTo>
                  <a:lnTo>
                    <a:pt x="184837" y="841688"/>
                  </a:lnTo>
                  <a:lnTo>
                    <a:pt x="185693" y="879252"/>
                  </a:lnTo>
                  <a:lnTo>
                    <a:pt x="186548" y="874926"/>
                  </a:lnTo>
                  <a:lnTo>
                    <a:pt x="187404" y="978310"/>
                  </a:lnTo>
                  <a:lnTo>
                    <a:pt x="188259" y="1031359"/>
                  </a:lnTo>
                  <a:lnTo>
                    <a:pt x="189115" y="986061"/>
                  </a:lnTo>
                  <a:lnTo>
                    <a:pt x="189970" y="965006"/>
                  </a:lnTo>
                  <a:lnTo>
                    <a:pt x="190826" y="972487"/>
                  </a:lnTo>
                  <a:lnTo>
                    <a:pt x="191681" y="1074614"/>
                  </a:lnTo>
                  <a:lnTo>
                    <a:pt x="192537" y="1158156"/>
                  </a:lnTo>
                  <a:lnTo>
                    <a:pt x="193392" y="1235922"/>
                  </a:lnTo>
                  <a:lnTo>
                    <a:pt x="194248" y="1221031"/>
                  </a:lnTo>
                  <a:lnTo>
                    <a:pt x="195103" y="1177416"/>
                  </a:lnTo>
                  <a:lnTo>
                    <a:pt x="195959" y="1200962"/>
                  </a:lnTo>
                  <a:lnTo>
                    <a:pt x="196814" y="1188107"/>
                  </a:lnTo>
                  <a:lnTo>
                    <a:pt x="197670" y="1120460"/>
                  </a:lnTo>
                  <a:lnTo>
                    <a:pt x="198525" y="1102358"/>
                  </a:lnTo>
                  <a:lnTo>
                    <a:pt x="199381" y="1178091"/>
                  </a:lnTo>
                  <a:lnTo>
                    <a:pt x="200237" y="1214473"/>
                  </a:lnTo>
                  <a:lnTo>
                    <a:pt x="201092" y="1156371"/>
                  </a:lnTo>
                  <a:lnTo>
                    <a:pt x="201948" y="1131717"/>
                  </a:lnTo>
                  <a:lnTo>
                    <a:pt x="202803" y="1178398"/>
                  </a:lnTo>
                  <a:lnTo>
                    <a:pt x="203659" y="1202843"/>
                  </a:lnTo>
                  <a:lnTo>
                    <a:pt x="204514" y="1266963"/>
                  </a:lnTo>
                  <a:lnTo>
                    <a:pt x="205370" y="1334768"/>
                  </a:lnTo>
                  <a:lnTo>
                    <a:pt x="206225" y="1341908"/>
                  </a:lnTo>
                  <a:lnTo>
                    <a:pt x="207081" y="1313212"/>
                  </a:lnTo>
                  <a:lnTo>
                    <a:pt x="207936" y="1262839"/>
                  </a:lnTo>
                  <a:lnTo>
                    <a:pt x="208792" y="1296856"/>
                  </a:lnTo>
                  <a:lnTo>
                    <a:pt x="209647" y="1300800"/>
                  </a:lnTo>
                  <a:lnTo>
                    <a:pt x="210503" y="1255884"/>
                  </a:lnTo>
                  <a:lnTo>
                    <a:pt x="211358" y="1204164"/>
                  </a:lnTo>
                  <a:lnTo>
                    <a:pt x="212214" y="1195573"/>
                  </a:lnTo>
                  <a:lnTo>
                    <a:pt x="213069" y="1227971"/>
                  </a:lnTo>
                  <a:lnTo>
                    <a:pt x="213925" y="1206831"/>
                  </a:lnTo>
                  <a:lnTo>
                    <a:pt x="214781" y="1207129"/>
                  </a:lnTo>
                  <a:lnTo>
                    <a:pt x="215636" y="1200237"/>
                  </a:lnTo>
                  <a:lnTo>
                    <a:pt x="216492" y="1216279"/>
                  </a:lnTo>
                  <a:lnTo>
                    <a:pt x="217347" y="1265758"/>
                  </a:lnTo>
                  <a:lnTo>
                    <a:pt x="218203" y="1255359"/>
                  </a:lnTo>
                  <a:lnTo>
                    <a:pt x="219058" y="1243039"/>
                  </a:lnTo>
                  <a:lnTo>
                    <a:pt x="219914" y="1186121"/>
                  </a:lnTo>
                  <a:lnTo>
                    <a:pt x="220769" y="1125744"/>
                  </a:lnTo>
                  <a:lnTo>
                    <a:pt x="221625" y="1048153"/>
                  </a:lnTo>
                  <a:lnTo>
                    <a:pt x="222480" y="932691"/>
                  </a:lnTo>
                  <a:lnTo>
                    <a:pt x="223336" y="872991"/>
                  </a:lnTo>
                  <a:lnTo>
                    <a:pt x="224191" y="797680"/>
                  </a:lnTo>
                  <a:lnTo>
                    <a:pt x="225047" y="716464"/>
                  </a:lnTo>
                  <a:lnTo>
                    <a:pt x="225902" y="641850"/>
                  </a:lnTo>
                  <a:lnTo>
                    <a:pt x="226758" y="600009"/>
                  </a:lnTo>
                  <a:lnTo>
                    <a:pt x="227613" y="530045"/>
                  </a:lnTo>
                  <a:lnTo>
                    <a:pt x="228469" y="398569"/>
                  </a:lnTo>
                  <a:lnTo>
                    <a:pt x="229324" y="291087"/>
                  </a:lnTo>
                  <a:lnTo>
                    <a:pt x="230180" y="242556"/>
                  </a:lnTo>
                  <a:lnTo>
                    <a:pt x="231036" y="189597"/>
                  </a:lnTo>
                  <a:lnTo>
                    <a:pt x="231891" y="173042"/>
                  </a:lnTo>
                  <a:lnTo>
                    <a:pt x="232747" y="125137"/>
                  </a:lnTo>
                  <a:lnTo>
                    <a:pt x="233602" y="89265"/>
                  </a:lnTo>
                  <a:lnTo>
                    <a:pt x="234458" y="71615"/>
                  </a:lnTo>
                  <a:lnTo>
                    <a:pt x="235313" y="24762"/>
                  </a:lnTo>
                  <a:lnTo>
                    <a:pt x="236169" y="35913"/>
                  </a:lnTo>
                  <a:lnTo>
                    <a:pt x="237024" y="4547"/>
                  </a:lnTo>
                  <a:lnTo>
                    <a:pt x="237880" y="0"/>
                  </a:lnTo>
                  <a:lnTo>
                    <a:pt x="238735" y="79714"/>
                  </a:lnTo>
                  <a:lnTo>
                    <a:pt x="239591" y="207809"/>
                  </a:lnTo>
                  <a:lnTo>
                    <a:pt x="240446" y="273856"/>
                  </a:lnTo>
                  <a:lnTo>
                    <a:pt x="241302" y="283758"/>
                  </a:lnTo>
                  <a:lnTo>
                    <a:pt x="242157" y="357484"/>
                  </a:lnTo>
                  <a:lnTo>
                    <a:pt x="243013" y="441197"/>
                  </a:lnTo>
                  <a:lnTo>
                    <a:pt x="243868" y="449492"/>
                  </a:lnTo>
                  <a:lnTo>
                    <a:pt x="244724" y="432971"/>
                  </a:lnTo>
                  <a:lnTo>
                    <a:pt x="245579" y="441433"/>
                  </a:lnTo>
                  <a:lnTo>
                    <a:pt x="246435" y="481244"/>
                  </a:lnTo>
                  <a:lnTo>
                    <a:pt x="247291" y="515752"/>
                  </a:lnTo>
                  <a:lnTo>
                    <a:pt x="248146" y="564019"/>
                  </a:lnTo>
                  <a:lnTo>
                    <a:pt x="249002" y="596775"/>
                  </a:lnTo>
                  <a:lnTo>
                    <a:pt x="249857" y="552875"/>
                  </a:lnTo>
                  <a:lnTo>
                    <a:pt x="250713" y="502278"/>
                  </a:lnTo>
                  <a:lnTo>
                    <a:pt x="251568" y="428551"/>
                  </a:lnTo>
                  <a:lnTo>
                    <a:pt x="252424" y="344018"/>
                  </a:lnTo>
                  <a:lnTo>
                    <a:pt x="253279" y="260102"/>
                  </a:lnTo>
                  <a:lnTo>
                    <a:pt x="254135" y="216318"/>
                  </a:lnTo>
                  <a:lnTo>
                    <a:pt x="254990" y="228858"/>
                  </a:lnTo>
                  <a:lnTo>
                    <a:pt x="255846" y="272176"/>
                  </a:lnTo>
                  <a:lnTo>
                    <a:pt x="256701" y="393073"/>
                  </a:lnTo>
                  <a:lnTo>
                    <a:pt x="257557" y="531970"/>
                  </a:lnTo>
                  <a:lnTo>
                    <a:pt x="258412" y="680425"/>
                  </a:lnTo>
                  <a:lnTo>
                    <a:pt x="259268" y="768613"/>
                  </a:lnTo>
                  <a:lnTo>
                    <a:pt x="260123" y="821678"/>
                  </a:lnTo>
                  <a:lnTo>
                    <a:pt x="260979" y="929820"/>
                  </a:lnTo>
                  <a:lnTo>
                    <a:pt x="261835" y="1058182"/>
                  </a:lnTo>
                  <a:lnTo>
                    <a:pt x="262690" y="1150855"/>
                  </a:lnTo>
                  <a:lnTo>
                    <a:pt x="263546" y="1177778"/>
                  </a:lnTo>
                  <a:lnTo>
                    <a:pt x="264401" y="1205717"/>
                  </a:lnTo>
                  <a:lnTo>
                    <a:pt x="265257" y="1275686"/>
                  </a:lnTo>
                  <a:lnTo>
                    <a:pt x="266112" y="1304916"/>
                  </a:lnTo>
                  <a:lnTo>
                    <a:pt x="266968" y="1337556"/>
                  </a:lnTo>
                  <a:lnTo>
                    <a:pt x="267823" y="1375753"/>
                  </a:lnTo>
                  <a:lnTo>
                    <a:pt x="268679" y="1448713"/>
                  </a:lnTo>
                  <a:lnTo>
                    <a:pt x="269534" y="1554750"/>
                  </a:lnTo>
                  <a:lnTo>
                    <a:pt x="270390" y="1552681"/>
                  </a:lnTo>
                  <a:lnTo>
                    <a:pt x="271245" y="1547877"/>
                  </a:lnTo>
                  <a:lnTo>
                    <a:pt x="272101" y="1529904"/>
                  </a:lnTo>
                  <a:lnTo>
                    <a:pt x="272956" y="1539353"/>
                  </a:lnTo>
                  <a:lnTo>
                    <a:pt x="273812" y="1547521"/>
                  </a:lnTo>
                  <a:lnTo>
                    <a:pt x="274667" y="1519278"/>
                  </a:lnTo>
                  <a:lnTo>
                    <a:pt x="275523" y="1559142"/>
                  </a:lnTo>
                  <a:lnTo>
                    <a:pt x="276378" y="1565206"/>
                  </a:lnTo>
                  <a:lnTo>
                    <a:pt x="277234" y="1469843"/>
                  </a:lnTo>
                  <a:lnTo>
                    <a:pt x="278090" y="1411025"/>
                  </a:lnTo>
                  <a:lnTo>
                    <a:pt x="278945" y="1364558"/>
                  </a:lnTo>
                  <a:lnTo>
                    <a:pt x="279801" y="1350499"/>
                  </a:lnTo>
                  <a:lnTo>
                    <a:pt x="280656" y="1328069"/>
                  </a:lnTo>
                  <a:lnTo>
                    <a:pt x="281512" y="1342602"/>
                  </a:lnTo>
                  <a:lnTo>
                    <a:pt x="282367" y="1385727"/>
                  </a:lnTo>
                  <a:lnTo>
                    <a:pt x="283223" y="1417478"/>
                  </a:lnTo>
                  <a:lnTo>
                    <a:pt x="284078" y="1462459"/>
                  </a:lnTo>
                  <a:lnTo>
                    <a:pt x="284934" y="1515029"/>
                  </a:lnTo>
                  <a:lnTo>
                    <a:pt x="285789" y="1595866"/>
                  </a:lnTo>
                  <a:lnTo>
                    <a:pt x="286645" y="1633354"/>
                  </a:lnTo>
                  <a:lnTo>
                    <a:pt x="286709" y="163676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8684197" y="3176622"/>
              <a:ext cx="9168" cy="85855"/>
            </a:xfrm>
            <a:custGeom>
              <a:avLst/>
              <a:pathLst>
                <a:path w="9168" h="85855">
                  <a:moveTo>
                    <a:pt x="0" y="85855"/>
                  </a:moveTo>
                  <a:lnTo>
                    <a:pt x="319" y="70962"/>
                  </a:lnTo>
                  <a:lnTo>
                    <a:pt x="1175" y="30894"/>
                  </a:lnTo>
                  <a:lnTo>
                    <a:pt x="2030" y="36754"/>
                  </a:lnTo>
                  <a:lnTo>
                    <a:pt x="2886" y="43864"/>
                  </a:lnTo>
                  <a:lnTo>
                    <a:pt x="3741" y="27812"/>
                  </a:lnTo>
                  <a:lnTo>
                    <a:pt x="4597" y="72"/>
                  </a:lnTo>
                  <a:lnTo>
                    <a:pt x="5452" y="0"/>
                  </a:lnTo>
                  <a:lnTo>
                    <a:pt x="6308" y="32961"/>
                  </a:lnTo>
                  <a:lnTo>
                    <a:pt x="7163" y="27015"/>
                  </a:lnTo>
                  <a:lnTo>
                    <a:pt x="8019" y="36924"/>
                  </a:lnTo>
                  <a:lnTo>
                    <a:pt x="8874" y="71563"/>
                  </a:lnTo>
                  <a:lnTo>
                    <a:pt x="9168" y="8585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8696384" y="3255695"/>
              <a:ext cx="1657" cy="6781"/>
            </a:xfrm>
            <a:custGeom>
              <a:avLst/>
              <a:pathLst>
                <a:path w="1657" h="6781">
                  <a:moveTo>
                    <a:pt x="0" y="6781"/>
                  </a:moveTo>
                  <a:lnTo>
                    <a:pt x="109" y="3231"/>
                  </a:lnTo>
                  <a:lnTo>
                    <a:pt x="965" y="0"/>
                  </a:lnTo>
                  <a:lnTo>
                    <a:pt x="1657" y="678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8702043" y="3172586"/>
              <a:ext cx="6149" cy="89891"/>
            </a:xfrm>
            <a:custGeom>
              <a:avLst/>
              <a:pathLst>
                <a:path w="6149" h="89891">
                  <a:moveTo>
                    <a:pt x="0" y="89891"/>
                  </a:moveTo>
                  <a:lnTo>
                    <a:pt x="439" y="73341"/>
                  </a:lnTo>
                  <a:lnTo>
                    <a:pt x="1295" y="31359"/>
                  </a:lnTo>
                  <a:lnTo>
                    <a:pt x="2150" y="48212"/>
                  </a:lnTo>
                  <a:lnTo>
                    <a:pt x="3006" y="42794"/>
                  </a:lnTo>
                  <a:lnTo>
                    <a:pt x="3861" y="16001"/>
                  </a:lnTo>
                  <a:lnTo>
                    <a:pt x="4717" y="0"/>
                  </a:lnTo>
                  <a:lnTo>
                    <a:pt x="5572" y="51451"/>
                  </a:lnTo>
                  <a:lnTo>
                    <a:pt x="6149" y="8989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8712228" y="3060610"/>
              <a:ext cx="10531" cy="201866"/>
            </a:xfrm>
            <a:custGeom>
              <a:avLst/>
              <a:pathLst>
                <a:path w="10531" h="201866">
                  <a:moveTo>
                    <a:pt x="0" y="201866"/>
                  </a:moveTo>
                  <a:lnTo>
                    <a:pt x="520" y="178806"/>
                  </a:lnTo>
                  <a:lnTo>
                    <a:pt x="1376" y="113141"/>
                  </a:lnTo>
                  <a:lnTo>
                    <a:pt x="2231" y="38782"/>
                  </a:lnTo>
                  <a:lnTo>
                    <a:pt x="3087" y="65951"/>
                  </a:lnTo>
                  <a:lnTo>
                    <a:pt x="3942" y="122798"/>
                  </a:lnTo>
                  <a:lnTo>
                    <a:pt x="4798" y="117637"/>
                  </a:lnTo>
                  <a:lnTo>
                    <a:pt x="5653" y="69118"/>
                  </a:lnTo>
                  <a:lnTo>
                    <a:pt x="6509" y="31410"/>
                  </a:lnTo>
                  <a:lnTo>
                    <a:pt x="7364" y="24146"/>
                  </a:lnTo>
                  <a:lnTo>
                    <a:pt x="8220" y="0"/>
                  </a:lnTo>
                  <a:lnTo>
                    <a:pt x="9075" y="456"/>
                  </a:lnTo>
                  <a:lnTo>
                    <a:pt x="9931" y="92834"/>
                  </a:lnTo>
                  <a:lnTo>
                    <a:pt x="10531" y="20186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8737372" y="3118872"/>
              <a:ext cx="7356" cy="143604"/>
            </a:xfrm>
            <a:custGeom>
              <a:avLst/>
              <a:pathLst>
                <a:path w="7356" h="143604">
                  <a:moveTo>
                    <a:pt x="0" y="143604"/>
                  </a:moveTo>
                  <a:lnTo>
                    <a:pt x="187" y="125291"/>
                  </a:lnTo>
                  <a:lnTo>
                    <a:pt x="1043" y="85588"/>
                  </a:lnTo>
                  <a:lnTo>
                    <a:pt x="1898" y="44132"/>
                  </a:lnTo>
                  <a:lnTo>
                    <a:pt x="2754" y="26769"/>
                  </a:lnTo>
                  <a:lnTo>
                    <a:pt x="3609" y="11609"/>
                  </a:lnTo>
                  <a:lnTo>
                    <a:pt x="4465" y="0"/>
                  </a:lnTo>
                  <a:lnTo>
                    <a:pt x="5320" y="49002"/>
                  </a:lnTo>
                  <a:lnTo>
                    <a:pt x="6176" y="95966"/>
                  </a:lnTo>
                  <a:lnTo>
                    <a:pt x="7032" y="133275"/>
                  </a:lnTo>
                  <a:lnTo>
                    <a:pt x="7356" y="14360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8751639" y="3155419"/>
              <a:ext cx="6550" cy="107057"/>
            </a:xfrm>
            <a:custGeom>
              <a:avLst/>
              <a:pathLst>
                <a:path w="6550" h="107057">
                  <a:moveTo>
                    <a:pt x="0" y="107057"/>
                  </a:moveTo>
                  <a:lnTo>
                    <a:pt x="463" y="77185"/>
                  </a:lnTo>
                  <a:lnTo>
                    <a:pt x="1319" y="46836"/>
                  </a:lnTo>
                  <a:lnTo>
                    <a:pt x="2175" y="38082"/>
                  </a:lnTo>
                  <a:lnTo>
                    <a:pt x="3030" y="14823"/>
                  </a:lnTo>
                  <a:lnTo>
                    <a:pt x="3886" y="10242"/>
                  </a:lnTo>
                  <a:lnTo>
                    <a:pt x="4741" y="0"/>
                  </a:lnTo>
                  <a:lnTo>
                    <a:pt x="5597" y="1754"/>
                  </a:lnTo>
                  <a:lnTo>
                    <a:pt x="6452" y="96530"/>
                  </a:lnTo>
                  <a:lnTo>
                    <a:pt x="6550" y="10705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8787260" y="3082176"/>
              <a:ext cx="11508" cy="180300"/>
            </a:xfrm>
            <a:custGeom>
              <a:avLst/>
              <a:pathLst>
                <a:path w="11508" h="180300">
                  <a:moveTo>
                    <a:pt x="0" y="180300"/>
                  </a:moveTo>
                  <a:lnTo>
                    <a:pt x="775" y="104132"/>
                  </a:lnTo>
                  <a:lnTo>
                    <a:pt x="1631" y="24497"/>
                  </a:lnTo>
                  <a:lnTo>
                    <a:pt x="2486" y="0"/>
                  </a:lnTo>
                  <a:lnTo>
                    <a:pt x="3342" y="1"/>
                  </a:lnTo>
                  <a:lnTo>
                    <a:pt x="4197" y="23910"/>
                  </a:lnTo>
                  <a:lnTo>
                    <a:pt x="5053" y="45045"/>
                  </a:lnTo>
                  <a:lnTo>
                    <a:pt x="5908" y="86010"/>
                  </a:lnTo>
                  <a:lnTo>
                    <a:pt x="6764" y="155460"/>
                  </a:lnTo>
                  <a:lnTo>
                    <a:pt x="7619" y="179957"/>
                  </a:lnTo>
                  <a:lnTo>
                    <a:pt x="8475" y="179957"/>
                  </a:lnTo>
                  <a:lnTo>
                    <a:pt x="9331" y="156048"/>
                  </a:lnTo>
                  <a:lnTo>
                    <a:pt x="10186" y="133631"/>
                  </a:lnTo>
                  <a:lnTo>
                    <a:pt x="11042" y="145382"/>
                  </a:lnTo>
                  <a:lnTo>
                    <a:pt x="11508" y="18030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8805073" y="3117048"/>
              <a:ext cx="10941" cy="145428"/>
            </a:xfrm>
            <a:custGeom>
              <a:avLst/>
              <a:pathLst>
                <a:path w="10941" h="145428">
                  <a:moveTo>
                    <a:pt x="0" y="145428"/>
                  </a:moveTo>
                  <a:lnTo>
                    <a:pt x="72" y="138868"/>
                  </a:lnTo>
                  <a:lnTo>
                    <a:pt x="928" y="99178"/>
                  </a:lnTo>
                  <a:lnTo>
                    <a:pt x="1784" y="73005"/>
                  </a:lnTo>
                  <a:lnTo>
                    <a:pt x="2639" y="27322"/>
                  </a:lnTo>
                  <a:lnTo>
                    <a:pt x="3495" y="0"/>
                  </a:lnTo>
                  <a:lnTo>
                    <a:pt x="4350" y="4003"/>
                  </a:lnTo>
                  <a:lnTo>
                    <a:pt x="5206" y="68550"/>
                  </a:lnTo>
                  <a:lnTo>
                    <a:pt x="6061" y="100042"/>
                  </a:lnTo>
                  <a:lnTo>
                    <a:pt x="6917" y="82408"/>
                  </a:lnTo>
                  <a:lnTo>
                    <a:pt x="7772" y="35748"/>
                  </a:lnTo>
                  <a:lnTo>
                    <a:pt x="8628" y="52310"/>
                  </a:lnTo>
                  <a:lnTo>
                    <a:pt x="9483" y="75544"/>
                  </a:lnTo>
                  <a:lnTo>
                    <a:pt x="10339" y="101689"/>
                  </a:lnTo>
                  <a:lnTo>
                    <a:pt x="10941" y="14542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8821800" y="3187992"/>
              <a:ext cx="6372" cy="74484"/>
            </a:xfrm>
            <a:custGeom>
              <a:avLst/>
              <a:pathLst>
                <a:path w="6372" h="74484">
                  <a:moveTo>
                    <a:pt x="0" y="74484"/>
                  </a:moveTo>
                  <a:lnTo>
                    <a:pt x="456" y="59272"/>
                  </a:lnTo>
                  <a:lnTo>
                    <a:pt x="1311" y="59274"/>
                  </a:lnTo>
                  <a:lnTo>
                    <a:pt x="2167" y="52089"/>
                  </a:lnTo>
                  <a:lnTo>
                    <a:pt x="3022" y="22675"/>
                  </a:lnTo>
                  <a:lnTo>
                    <a:pt x="3878" y="2012"/>
                  </a:lnTo>
                  <a:lnTo>
                    <a:pt x="4733" y="0"/>
                  </a:lnTo>
                  <a:lnTo>
                    <a:pt x="5589" y="42410"/>
                  </a:lnTo>
                  <a:lnTo>
                    <a:pt x="6372" y="7448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8832253" y="3217090"/>
              <a:ext cx="2313" cy="45386"/>
            </a:xfrm>
            <a:custGeom>
              <a:avLst/>
              <a:pathLst>
                <a:path w="2313" h="45386">
                  <a:moveTo>
                    <a:pt x="0" y="45386"/>
                  </a:moveTo>
                  <a:lnTo>
                    <a:pt x="270" y="35037"/>
                  </a:lnTo>
                  <a:lnTo>
                    <a:pt x="1125" y="0"/>
                  </a:lnTo>
                  <a:lnTo>
                    <a:pt x="1981" y="26681"/>
                  </a:lnTo>
                  <a:lnTo>
                    <a:pt x="2313" y="4538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8844344" y="3199471"/>
              <a:ext cx="4220" cy="63005"/>
            </a:xfrm>
            <a:custGeom>
              <a:avLst/>
              <a:pathLst>
                <a:path w="4220" h="63005">
                  <a:moveTo>
                    <a:pt x="0" y="63005"/>
                  </a:moveTo>
                  <a:lnTo>
                    <a:pt x="156" y="57937"/>
                  </a:lnTo>
                  <a:lnTo>
                    <a:pt x="1011" y="57938"/>
                  </a:lnTo>
                  <a:lnTo>
                    <a:pt x="1867" y="39582"/>
                  </a:lnTo>
                  <a:lnTo>
                    <a:pt x="2723" y="0"/>
                  </a:lnTo>
                  <a:lnTo>
                    <a:pt x="3578" y="29112"/>
                  </a:lnTo>
                  <a:lnTo>
                    <a:pt x="4220" y="6300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8858861" y="2833170"/>
              <a:ext cx="27023" cy="429306"/>
            </a:xfrm>
            <a:custGeom>
              <a:avLst/>
              <a:pathLst>
                <a:path w="27023" h="429306">
                  <a:moveTo>
                    <a:pt x="0" y="429306"/>
                  </a:moveTo>
                  <a:lnTo>
                    <a:pt x="183" y="412562"/>
                  </a:lnTo>
                  <a:lnTo>
                    <a:pt x="1038" y="327607"/>
                  </a:lnTo>
                  <a:lnTo>
                    <a:pt x="1894" y="236544"/>
                  </a:lnTo>
                  <a:lnTo>
                    <a:pt x="2749" y="220461"/>
                  </a:lnTo>
                  <a:lnTo>
                    <a:pt x="3605" y="238233"/>
                  </a:lnTo>
                  <a:lnTo>
                    <a:pt x="4461" y="272721"/>
                  </a:lnTo>
                  <a:lnTo>
                    <a:pt x="5316" y="263719"/>
                  </a:lnTo>
                  <a:lnTo>
                    <a:pt x="6172" y="189670"/>
                  </a:lnTo>
                  <a:lnTo>
                    <a:pt x="7027" y="128547"/>
                  </a:lnTo>
                  <a:lnTo>
                    <a:pt x="7883" y="79226"/>
                  </a:lnTo>
                  <a:lnTo>
                    <a:pt x="8738" y="14695"/>
                  </a:lnTo>
                  <a:lnTo>
                    <a:pt x="9594" y="0"/>
                  </a:lnTo>
                  <a:lnTo>
                    <a:pt x="10449" y="29804"/>
                  </a:lnTo>
                  <a:lnTo>
                    <a:pt x="11305" y="93044"/>
                  </a:lnTo>
                  <a:lnTo>
                    <a:pt x="12160" y="126510"/>
                  </a:lnTo>
                  <a:lnTo>
                    <a:pt x="13016" y="169652"/>
                  </a:lnTo>
                  <a:lnTo>
                    <a:pt x="13871" y="220862"/>
                  </a:lnTo>
                  <a:lnTo>
                    <a:pt x="14727" y="233227"/>
                  </a:lnTo>
                  <a:lnTo>
                    <a:pt x="15582" y="320864"/>
                  </a:lnTo>
                  <a:lnTo>
                    <a:pt x="16438" y="359055"/>
                  </a:lnTo>
                  <a:lnTo>
                    <a:pt x="17293" y="395944"/>
                  </a:lnTo>
                  <a:lnTo>
                    <a:pt x="18149" y="397229"/>
                  </a:lnTo>
                  <a:lnTo>
                    <a:pt x="19005" y="397057"/>
                  </a:lnTo>
                  <a:lnTo>
                    <a:pt x="19860" y="384541"/>
                  </a:lnTo>
                  <a:lnTo>
                    <a:pt x="20716" y="250969"/>
                  </a:lnTo>
                  <a:lnTo>
                    <a:pt x="21571" y="197059"/>
                  </a:lnTo>
                  <a:lnTo>
                    <a:pt x="22427" y="173659"/>
                  </a:lnTo>
                  <a:lnTo>
                    <a:pt x="23282" y="115398"/>
                  </a:lnTo>
                  <a:lnTo>
                    <a:pt x="24138" y="90581"/>
                  </a:lnTo>
                  <a:lnTo>
                    <a:pt x="24993" y="148464"/>
                  </a:lnTo>
                  <a:lnTo>
                    <a:pt x="25849" y="269855"/>
                  </a:lnTo>
                  <a:lnTo>
                    <a:pt x="26704" y="370973"/>
                  </a:lnTo>
                  <a:lnTo>
                    <a:pt x="27023" y="42930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8891992" y="2860206"/>
              <a:ext cx="10472" cy="402271"/>
            </a:xfrm>
            <a:custGeom>
              <a:avLst/>
              <a:pathLst>
                <a:path w="10472" h="402271">
                  <a:moveTo>
                    <a:pt x="0" y="402271"/>
                  </a:moveTo>
                  <a:lnTo>
                    <a:pt x="417" y="348811"/>
                  </a:lnTo>
                  <a:lnTo>
                    <a:pt x="1273" y="272053"/>
                  </a:lnTo>
                  <a:lnTo>
                    <a:pt x="2128" y="180959"/>
                  </a:lnTo>
                  <a:lnTo>
                    <a:pt x="2984" y="73531"/>
                  </a:lnTo>
                  <a:lnTo>
                    <a:pt x="3839" y="18524"/>
                  </a:lnTo>
                  <a:lnTo>
                    <a:pt x="4695" y="37485"/>
                  </a:lnTo>
                  <a:lnTo>
                    <a:pt x="5550" y="0"/>
                  </a:lnTo>
                  <a:lnTo>
                    <a:pt x="6406" y="2494"/>
                  </a:lnTo>
                  <a:lnTo>
                    <a:pt x="7261" y="102181"/>
                  </a:lnTo>
                  <a:lnTo>
                    <a:pt x="8117" y="208287"/>
                  </a:lnTo>
                  <a:lnTo>
                    <a:pt x="8972" y="267607"/>
                  </a:lnTo>
                  <a:lnTo>
                    <a:pt x="9828" y="307622"/>
                  </a:lnTo>
                  <a:lnTo>
                    <a:pt x="10472" y="40227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8905003" y="3232598"/>
              <a:ext cx="2526" cy="29879"/>
            </a:xfrm>
            <a:custGeom>
              <a:avLst/>
              <a:pathLst>
                <a:path w="2526" h="29879">
                  <a:moveTo>
                    <a:pt x="0" y="29879"/>
                  </a:moveTo>
                  <a:lnTo>
                    <a:pt x="239" y="11735"/>
                  </a:lnTo>
                  <a:lnTo>
                    <a:pt x="1095" y="0"/>
                  </a:lnTo>
                  <a:lnTo>
                    <a:pt x="1950" y="20357"/>
                  </a:lnTo>
                  <a:lnTo>
                    <a:pt x="2526" y="2987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8914284" y="1826220"/>
              <a:ext cx="84210" cy="1436256"/>
            </a:xfrm>
            <a:custGeom>
              <a:avLst/>
              <a:pathLst>
                <a:path w="84210" h="1436256">
                  <a:moveTo>
                    <a:pt x="0" y="1436256"/>
                  </a:moveTo>
                  <a:lnTo>
                    <a:pt x="369" y="1404300"/>
                  </a:lnTo>
                  <a:lnTo>
                    <a:pt x="1224" y="1351144"/>
                  </a:lnTo>
                  <a:lnTo>
                    <a:pt x="2080" y="1298735"/>
                  </a:lnTo>
                  <a:lnTo>
                    <a:pt x="2935" y="1228867"/>
                  </a:lnTo>
                  <a:lnTo>
                    <a:pt x="3791" y="1134188"/>
                  </a:lnTo>
                  <a:lnTo>
                    <a:pt x="4646" y="961723"/>
                  </a:lnTo>
                  <a:lnTo>
                    <a:pt x="5502" y="872936"/>
                  </a:lnTo>
                  <a:lnTo>
                    <a:pt x="6357" y="853570"/>
                  </a:lnTo>
                  <a:lnTo>
                    <a:pt x="7213" y="801786"/>
                  </a:lnTo>
                  <a:lnTo>
                    <a:pt x="8068" y="813137"/>
                  </a:lnTo>
                  <a:lnTo>
                    <a:pt x="8924" y="870041"/>
                  </a:lnTo>
                  <a:lnTo>
                    <a:pt x="9779" y="941499"/>
                  </a:lnTo>
                  <a:lnTo>
                    <a:pt x="10635" y="946365"/>
                  </a:lnTo>
                  <a:lnTo>
                    <a:pt x="11490" y="869516"/>
                  </a:lnTo>
                  <a:lnTo>
                    <a:pt x="12346" y="824114"/>
                  </a:lnTo>
                  <a:lnTo>
                    <a:pt x="13201" y="743229"/>
                  </a:lnTo>
                  <a:lnTo>
                    <a:pt x="14057" y="605089"/>
                  </a:lnTo>
                  <a:lnTo>
                    <a:pt x="14912" y="416549"/>
                  </a:lnTo>
                  <a:lnTo>
                    <a:pt x="15768" y="304619"/>
                  </a:lnTo>
                  <a:lnTo>
                    <a:pt x="16624" y="222810"/>
                  </a:lnTo>
                  <a:lnTo>
                    <a:pt x="17479" y="206461"/>
                  </a:lnTo>
                  <a:lnTo>
                    <a:pt x="18335" y="157016"/>
                  </a:lnTo>
                  <a:lnTo>
                    <a:pt x="19190" y="56495"/>
                  </a:lnTo>
                  <a:lnTo>
                    <a:pt x="20046" y="82307"/>
                  </a:lnTo>
                  <a:lnTo>
                    <a:pt x="20901" y="151665"/>
                  </a:lnTo>
                  <a:lnTo>
                    <a:pt x="21757" y="300673"/>
                  </a:lnTo>
                  <a:lnTo>
                    <a:pt x="22612" y="298640"/>
                  </a:lnTo>
                  <a:lnTo>
                    <a:pt x="23468" y="348325"/>
                  </a:lnTo>
                  <a:lnTo>
                    <a:pt x="24323" y="611586"/>
                  </a:lnTo>
                  <a:lnTo>
                    <a:pt x="25179" y="758459"/>
                  </a:lnTo>
                  <a:lnTo>
                    <a:pt x="26034" y="696915"/>
                  </a:lnTo>
                  <a:lnTo>
                    <a:pt x="26890" y="527875"/>
                  </a:lnTo>
                  <a:lnTo>
                    <a:pt x="27745" y="458494"/>
                  </a:lnTo>
                  <a:lnTo>
                    <a:pt x="28601" y="341448"/>
                  </a:lnTo>
                  <a:lnTo>
                    <a:pt x="29456" y="83076"/>
                  </a:lnTo>
                  <a:lnTo>
                    <a:pt x="30312" y="0"/>
                  </a:lnTo>
                  <a:lnTo>
                    <a:pt x="31167" y="88356"/>
                  </a:lnTo>
                  <a:lnTo>
                    <a:pt x="32023" y="196552"/>
                  </a:lnTo>
                  <a:lnTo>
                    <a:pt x="32879" y="331663"/>
                  </a:lnTo>
                  <a:lnTo>
                    <a:pt x="33734" y="493107"/>
                  </a:lnTo>
                  <a:lnTo>
                    <a:pt x="34590" y="621916"/>
                  </a:lnTo>
                  <a:lnTo>
                    <a:pt x="35445" y="612456"/>
                  </a:lnTo>
                  <a:lnTo>
                    <a:pt x="36301" y="612737"/>
                  </a:lnTo>
                  <a:lnTo>
                    <a:pt x="37156" y="638606"/>
                  </a:lnTo>
                  <a:lnTo>
                    <a:pt x="38012" y="606622"/>
                  </a:lnTo>
                  <a:lnTo>
                    <a:pt x="38867" y="529701"/>
                  </a:lnTo>
                  <a:lnTo>
                    <a:pt x="39723" y="482503"/>
                  </a:lnTo>
                  <a:lnTo>
                    <a:pt x="40578" y="513467"/>
                  </a:lnTo>
                  <a:lnTo>
                    <a:pt x="41434" y="556137"/>
                  </a:lnTo>
                  <a:lnTo>
                    <a:pt x="42289" y="646374"/>
                  </a:lnTo>
                  <a:lnTo>
                    <a:pt x="43145" y="758957"/>
                  </a:lnTo>
                  <a:lnTo>
                    <a:pt x="44000" y="876034"/>
                  </a:lnTo>
                  <a:lnTo>
                    <a:pt x="44856" y="999314"/>
                  </a:lnTo>
                  <a:lnTo>
                    <a:pt x="45711" y="984940"/>
                  </a:lnTo>
                  <a:lnTo>
                    <a:pt x="46567" y="934737"/>
                  </a:lnTo>
                  <a:lnTo>
                    <a:pt x="47423" y="893411"/>
                  </a:lnTo>
                  <a:lnTo>
                    <a:pt x="48278" y="755470"/>
                  </a:lnTo>
                  <a:lnTo>
                    <a:pt x="49134" y="699571"/>
                  </a:lnTo>
                  <a:lnTo>
                    <a:pt x="49989" y="706264"/>
                  </a:lnTo>
                  <a:lnTo>
                    <a:pt x="50845" y="752413"/>
                  </a:lnTo>
                  <a:lnTo>
                    <a:pt x="51700" y="716769"/>
                  </a:lnTo>
                  <a:lnTo>
                    <a:pt x="52556" y="517357"/>
                  </a:lnTo>
                  <a:lnTo>
                    <a:pt x="53411" y="433780"/>
                  </a:lnTo>
                  <a:lnTo>
                    <a:pt x="54267" y="367027"/>
                  </a:lnTo>
                  <a:lnTo>
                    <a:pt x="55122" y="207194"/>
                  </a:lnTo>
                  <a:lnTo>
                    <a:pt x="55978" y="99129"/>
                  </a:lnTo>
                  <a:lnTo>
                    <a:pt x="56833" y="125405"/>
                  </a:lnTo>
                  <a:lnTo>
                    <a:pt x="57689" y="254654"/>
                  </a:lnTo>
                  <a:lnTo>
                    <a:pt x="58544" y="391587"/>
                  </a:lnTo>
                  <a:lnTo>
                    <a:pt x="59400" y="532184"/>
                  </a:lnTo>
                  <a:lnTo>
                    <a:pt x="60255" y="725663"/>
                  </a:lnTo>
                  <a:lnTo>
                    <a:pt x="61111" y="876181"/>
                  </a:lnTo>
                  <a:lnTo>
                    <a:pt x="61966" y="939608"/>
                  </a:lnTo>
                  <a:lnTo>
                    <a:pt x="62822" y="1016345"/>
                  </a:lnTo>
                  <a:lnTo>
                    <a:pt x="63678" y="1109274"/>
                  </a:lnTo>
                  <a:lnTo>
                    <a:pt x="64533" y="1078614"/>
                  </a:lnTo>
                  <a:lnTo>
                    <a:pt x="65389" y="1029969"/>
                  </a:lnTo>
                  <a:lnTo>
                    <a:pt x="66244" y="1033973"/>
                  </a:lnTo>
                  <a:lnTo>
                    <a:pt x="67100" y="1052519"/>
                  </a:lnTo>
                  <a:lnTo>
                    <a:pt x="67955" y="1067051"/>
                  </a:lnTo>
                  <a:lnTo>
                    <a:pt x="68811" y="985476"/>
                  </a:lnTo>
                  <a:lnTo>
                    <a:pt x="69666" y="967514"/>
                  </a:lnTo>
                  <a:lnTo>
                    <a:pt x="70522" y="957540"/>
                  </a:lnTo>
                  <a:lnTo>
                    <a:pt x="71377" y="894780"/>
                  </a:lnTo>
                  <a:lnTo>
                    <a:pt x="72233" y="832053"/>
                  </a:lnTo>
                  <a:lnTo>
                    <a:pt x="73088" y="786985"/>
                  </a:lnTo>
                  <a:lnTo>
                    <a:pt x="73944" y="811507"/>
                  </a:lnTo>
                  <a:lnTo>
                    <a:pt x="74799" y="814895"/>
                  </a:lnTo>
                  <a:lnTo>
                    <a:pt x="75655" y="821401"/>
                  </a:lnTo>
                  <a:lnTo>
                    <a:pt x="76510" y="836028"/>
                  </a:lnTo>
                  <a:lnTo>
                    <a:pt x="77366" y="789225"/>
                  </a:lnTo>
                  <a:lnTo>
                    <a:pt x="78221" y="719599"/>
                  </a:lnTo>
                  <a:lnTo>
                    <a:pt x="79077" y="702012"/>
                  </a:lnTo>
                  <a:lnTo>
                    <a:pt x="79933" y="795943"/>
                  </a:lnTo>
                  <a:lnTo>
                    <a:pt x="80788" y="868037"/>
                  </a:lnTo>
                  <a:lnTo>
                    <a:pt x="81644" y="961592"/>
                  </a:lnTo>
                  <a:lnTo>
                    <a:pt x="82499" y="1143415"/>
                  </a:lnTo>
                  <a:lnTo>
                    <a:pt x="83355" y="1315611"/>
                  </a:lnTo>
                  <a:lnTo>
                    <a:pt x="84210" y="1390870"/>
                  </a:lnTo>
                  <a:lnTo>
                    <a:pt x="84210" y="139087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2943383"/>
                  </a:moveTo>
                  <a:lnTo>
                    <a:pt x="855" y="2984382"/>
                  </a:lnTo>
                  <a:lnTo>
                    <a:pt x="1711" y="2997957"/>
                  </a:lnTo>
                  <a:lnTo>
                    <a:pt x="2566" y="3018929"/>
                  </a:lnTo>
                  <a:lnTo>
                    <a:pt x="3422" y="3051368"/>
                  </a:lnTo>
                  <a:lnTo>
                    <a:pt x="4277" y="3082351"/>
                  </a:lnTo>
                  <a:lnTo>
                    <a:pt x="5133" y="3111170"/>
                  </a:lnTo>
                  <a:lnTo>
                    <a:pt x="5988" y="3116834"/>
                  </a:lnTo>
                  <a:lnTo>
                    <a:pt x="6844" y="3074652"/>
                  </a:lnTo>
                  <a:lnTo>
                    <a:pt x="7699" y="2976051"/>
                  </a:lnTo>
                  <a:lnTo>
                    <a:pt x="8555" y="2900091"/>
                  </a:lnTo>
                  <a:lnTo>
                    <a:pt x="9410" y="2888812"/>
                  </a:lnTo>
                  <a:lnTo>
                    <a:pt x="10266" y="2888813"/>
                  </a:lnTo>
                  <a:lnTo>
                    <a:pt x="11121" y="2926945"/>
                  </a:lnTo>
                  <a:lnTo>
                    <a:pt x="11977" y="3017068"/>
                  </a:lnTo>
                  <a:lnTo>
                    <a:pt x="12832" y="3116972"/>
                  </a:lnTo>
                  <a:lnTo>
                    <a:pt x="13688" y="3116972"/>
                  </a:lnTo>
                  <a:lnTo>
                    <a:pt x="14543" y="3116972"/>
                  </a:lnTo>
                  <a:lnTo>
                    <a:pt x="15399" y="3116972"/>
                  </a:lnTo>
                  <a:lnTo>
                    <a:pt x="16255" y="3116972"/>
                  </a:lnTo>
                  <a:lnTo>
                    <a:pt x="17110" y="3066479"/>
                  </a:lnTo>
                  <a:lnTo>
                    <a:pt x="17966" y="3026470"/>
                  </a:lnTo>
                  <a:lnTo>
                    <a:pt x="18821" y="3008302"/>
                  </a:lnTo>
                  <a:lnTo>
                    <a:pt x="19677" y="3003291"/>
                  </a:lnTo>
                  <a:lnTo>
                    <a:pt x="20532" y="3040246"/>
                  </a:lnTo>
                  <a:lnTo>
                    <a:pt x="21388" y="3060666"/>
                  </a:lnTo>
                  <a:lnTo>
                    <a:pt x="22243" y="3090461"/>
                  </a:lnTo>
                  <a:lnTo>
                    <a:pt x="23099" y="3116972"/>
                  </a:lnTo>
                  <a:lnTo>
                    <a:pt x="23954" y="3116972"/>
                  </a:lnTo>
                  <a:lnTo>
                    <a:pt x="24810" y="3105345"/>
                  </a:lnTo>
                  <a:lnTo>
                    <a:pt x="25665" y="3058687"/>
                  </a:lnTo>
                  <a:lnTo>
                    <a:pt x="26521" y="3052868"/>
                  </a:lnTo>
                  <a:lnTo>
                    <a:pt x="27376" y="3036642"/>
                  </a:lnTo>
                  <a:lnTo>
                    <a:pt x="28232" y="3011078"/>
                  </a:lnTo>
                  <a:lnTo>
                    <a:pt x="29087" y="3011078"/>
                  </a:lnTo>
                  <a:lnTo>
                    <a:pt x="29943" y="3022795"/>
                  </a:lnTo>
                  <a:lnTo>
                    <a:pt x="30798" y="3069455"/>
                  </a:lnTo>
                  <a:lnTo>
                    <a:pt x="31654" y="3075273"/>
                  </a:lnTo>
                  <a:lnTo>
                    <a:pt x="32510" y="3072623"/>
                  </a:lnTo>
                  <a:lnTo>
                    <a:pt x="33365" y="3071586"/>
                  </a:lnTo>
                  <a:lnTo>
                    <a:pt x="34221" y="3071586"/>
                  </a:lnTo>
                  <a:lnTo>
                    <a:pt x="35076" y="3071586"/>
                  </a:lnTo>
                  <a:lnTo>
                    <a:pt x="35932" y="3071586"/>
                  </a:lnTo>
                  <a:lnTo>
                    <a:pt x="36787" y="3071586"/>
                  </a:lnTo>
                  <a:lnTo>
                    <a:pt x="37643" y="3071586"/>
                  </a:lnTo>
                  <a:lnTo>
                    <a:pt x="38498" y="3071586"/>
                  </a:lnTo>
                  <a:lnTo>
                    <a:pt x="39354" y="3071586"/>
                  </a:lnTo>
                  <a:lnTo>
                    <a:pt x="40209" y="3071586"/>
                  </a:lnTo>
                  <a:lnTo>
                    <a:pt x="41065" y="3071586"/>
                  </a:lnTo>
                  <a:lnTo>
                    <a:pt x="41920" y="3071586"/>
                  </a:lnTo>
                  <a:lnTo>
                    <a:pt x="42776" y="3071586"/>
                  </a:lnTo>
                  <a:lnTo>
                    <a:pt x="43631" y="3071586"/>
                  </a:lnTo>
                  <a:lnTo>
                    <a:pt x="44487" y="3071586"/>
                  </a:lnTo>
                  <a:lnTo>
                    <a:pt x="45342" y="3071586"/>
                  </a:lnTo>
                  <a:lnTo>
                    <a:pt x="46198" y="3071586"/>
                  </a:lnTo>
                  <a:lnTo>
                    <a:pt x="47053" y="3071586"/>
                  </a:lnTo>
                  <a:lnTo>
                    <a:pt x="47909" y="3071586"/>
                  </a:lnTo>
                  <a:lnTo>
                    <a:pt x="48765" y="3071586"/>
                  </a:lnTo>
                  <a:lnTo>
                    <a:pt x="49620" y="3071586"/>
                  </a:lnTo>
                  <a:lnTo>
                    <a:pt x="50476" y="3071586"/>
                  </a:lnTo>
                  <a:lnTo>
                    <a:pt x="51331" y="3071586"/>
                  </a:lnTo>
                  <a:lnTo>
                    <a:pt x="52187" y="3071586"/>
                  </a:lnTo>
                  <a:lnTo>
                    <a:pt x="53042" y="3071586"/>
                  </a:lnTo>
                  <a:lnTo>
                    <a:pt x="53898" y="3071586"/>
                  </a:lnTo>
                  <a:lnTo>
                    <a:pt x="54753" y="3071586"/>
                  </a:lnTo>
                  <a:lnTo>
                    <a:pt x="55609" y="3097650"/>
                  </a:lnTo>
                  <a:lnTo>
                    <a:pt x="56464" y="3116972"/>
                  </a:lnTo>
                  <a:lnTo>
                    <a:pt x="57320" y="3116972"/>
                  </a:lnTo>
                  <a:lnTo>
                    <a:pt x="58175" y="3116972"/>
                  </a:lnTo>
                  <a:lnTo>
                    <a:pt x="59031" y="3092272"/>
                  </a:lnTo>
                  <a:lnTo>
                    <a:pt x="59886" y="3068713"/>
                  </a:lnTo>
                  <a:lnTo>
                    <a:pt x="60742" y="3017646"/>
                  </a:lnTo>
                  <a:lnTo>
                    <a:pt x="61597" y="2996465"/>
                  </a:lnTo>
                  <a:lnTo>
                    <a:pt x="62453" y="3000534"/>
                  </a:lnTo>
                  <a:lnTo>
                    <a:pt x="63309" y="2984858"/>
                  </a:lnTo>
                  <a:lnTo>
                    <a:pt x="64164" y="2997733"/>
                  </a:lnTo>
                  <a:lnTo>
                    <a:pt x="65020" y="3028307"/>
                  </a:lnTo>
                  <a:lnTo>
                    <a:pt x="65875" y="3069000"/>
                  </a:lnTo>
                  <a:lnTo>
                    <a:pt x="66731" y="3066412"/>
                  </a:lnTo>
                  <a:lnTo>
                    <a:pt x="67586" y="3053065"/>
                  </a:lnTo>
                  <a:lnTo>
                    <a:pt x="68442" y="3070166"/>
                  </a:lnTo>
                  <a:lnTo>
                    <a:pt x="69297" y="3105805"/>
                  </a:lnTo>
                  <a:lnTo>
                    <a:pt x="70153" y="3116972"/>
                  </a:lnTo>
                  <a:lnTo>
                    <a:pt x="71008" y="3069919"/>
                  </a:lnTo>
                  <a:lnTo>
                    <a:pt x="71864" y="3040573"/>
                  </a:lnTo>
                  <a:lnTo>
                    <a:pt x="72719" y="3071293"/>
                  </a:lnTo>
                  <a:lnTo>
                    <a:pt x="73575" y="3116302"/>
                  </a:lnTo>
                  <a:lnTo>
                    <a:pt x="74430" y="3084711"/>
                  </a:lnTo>
                  <a:lnTo>
                    <a:pt x="75286" y="3010047"/>
                  </a:lnTo>
                  <a:lnTo>
                    <a:pt x="76141" y="2997007"/>
                  </a:lnTo>
                  <a:lnTo>
                    <a:pt x="76997" y="3013282"/>
                  </a:lnTo>
                  <a:lnTo>
                    <a:pt x="77852" y="2991844"/>
                  </a:lnTo>
                  <a:lnTo>
                    <a:pt x="78708" y="2946836"/>
                  </a:lnTo>
                  <a:lnTo>
                    <a:pt x="79564" y="2954912"/>
                  </a:lnTo>
                  <a:lnTo>
                    <a:pt x="80419" y="3008298"/>
                  </a:lnTo>
                  <a:lnTo>
                    <a:pt x="81275" y="3058112"/>
                  </a:lnTo>
                  <a:lnTo>
                    <a:pt x="82130" y="3101188"/>
                  </a:lnTo>
                  <a:lnTo>
                    <a:pt x="82986" y="3116918"/>
                  </a:lnTo>
                  <a:lnTo>
                    <a:pt x="83841" y="3110249"/>
                  </a:lnTo>
                  <a:lnTo>
                    <a:pt x="84697" y="3064352"/>
                  </a:lnTo>
                  <a:lnTo>
                    <a:pt x="85552" y="2977888"/>
                  </a:lnTo>
                  <a:lnTo>
                    <a:pt x="86408" y="2926409"/>
                  </a:lnTo>
                  <a:lnTo>
                    <a:pt x="87263" y="2889951"/>
                  </a:lnTo>
                  <a:lnTo>
                    <a:pt x="88119" y="2828715"/>
                  </a:lnTo>
                  <a:lnTo>
                    <a:pt x="88974" y="2812117"/>
                  </a:lnTo>
                  <a:lnTo>
                    <a:pt x="89830" y="2854263"/>
                  </a:lnTo>
                  <a:lnTo>
                    <a:pt x="90685" y="2921806"/>
                  </a:lnTo>
                  <a:lnTo>
                    <a:pt x="91541" y="2970082"/>
                  </a:lnTo>
                  <a:lnTo>
                    <a:pt x="92396" y="2979256"/>
                  </a:lnTo>
                  <a:lnTo>
                    <a:pt x="93252" y="2994565"/>
                  </a:lnTo>
                  <a:lnTo>
                    <a:pt x="94107" y="2931782"/>
                  </a:lnTo>
                  <a:lnTo>
                    <a:pt x="94963" y="2860336"/>
                  </a:lnTo>
                  <a:lnTo>
                    <a:pt x="95819" y="2843802"/>
                  </a:lnTo>
                  <a:lnTo>
                    <a:pt x="96674" y="2835133"/>
                  </a:lnTo>
                  <a:lnTo>
                    <a:pt x="97530" y="2812174"/>
                  </a:lnTo>
                  <a:lnTo>
                    <a:pt x="98385" y="2735610"/>
                  </a:lnTo>
                  <a:lnTo>
                    <a:pt x="99241" y="2693823"/>
                  </a:lnTo>
                  <a:lnTo>
                    <a:pt x="100096" y="2711969"/>
                  </a:lnTo>
                  <a:lnTo>
                    <a:pt x="100952" y="2713078"/>
                  </a:lnTo>
                  <a:lnTo>
                    <a:pt x="101807" y="2688622"/>
                  </a:lnTo>
                  <a:lnTo>
                    <a:pt x="102663" y="2709793"/>
                  </a:lnTo>
                  <a:lnTo>
                    <a:pt x="103518" y="2816555"/>
                  </a:lnTo>
                  <a:lnTo>
                    <a:pt x="104374" y="2944390"/>
                  </a:lnTo>
                  <a:lnTo>
                    <a:pt x="105229" y="3001442"/>
                  </a:lnTo>
                  <a:lnTo>
                    <a:pt x="106085" y="3035787"/>
                  </a:lnTo>
                  <a:lnTo>
                    <a:pt x="106940" y="3069796"/>
                  </a:lnTo>
                  <a:lnTo>
                    <a:pt x="107796" y="3071586"/>
                  </a:lnTo>
                  <a:lnTo>
                    <a:pt x="108651" y="3071586"/>
                  </a:lnTo>
                  <a:lnTo>
                    <a:pt x="109507" y="3071586"/>
                  </a:lnTo>
                  <a:lnTo>
                    <a:pt x="110363" y="3039394"/>
                  </a:lnTo>
                  <a:lnTo>
                    <a:pt x="111218" y="3000659"/>
                  </a:lnTo>
                  <a:lnTo>
                    <a:pt x="112074" y="3000660"/>
                  </a:lnTo>
                  <a:lnTo>
                    <a:pt x="112929" y="3000660"/>
                  </a:lnTo>
                  <a:lnTo>
                    <a:pt x="113785" y="2980773"/>
                  </a:lnTo>
                  <a:lnTo>
                    <a:pt x="114640" y="2958938"/>
                  </a:lnTo>
                  <a:lnTo>
                    <a:pt x="115496" y="3022138"/>
                  </a:lnTo>
                  <a:lnTo>
                    <a:pt x="116351" y="3054534"/>
                  </a:lnTo>
                  <a:lnTo>
                    <a:pt x="117207" y="3016194"/>
                  </a:lnTo>
                  <a:lnTo>
                    <a:pt x="118062" y="3008294"/>
                  </a:lnTo>
                  <a:lnTo>
                    <a:pt x="118918" y="3028179"/>
                  </a:lnTo>
                  <a:lnTo>
                    <a:pt x="119773" y="3050015"/>
                  </a:lnTo>
                  <a:lnTo>
                    <a:pt x="120629" y="2987517"/>
                  </a:lnTo>
                  <a:lnTo>
                    <a:pt x="121484" y="2980403"/>
                  </a:lnTo>
                  <a:lnTo>
                    <a:pt x="122340" y="3018271"/>
                  </a:lnTo>
                  <a:lnTo>
                    <a:pt x="123195" y="2989683"/>
                  </a:lnTo>
                  <a:lnTo>
                    <a:pt x="124051" y="2947717"/>
                  </a:lnTo>
                  <a:lnTo>
                    <a:pt x="124906" y="2901056"/>
                  </a:lnTo>
                  <a:lnTo>
                    <a:pt x="125762" y="2896148"/>
                  </a:lnTo>
                  <a:lnTo>
                    <a:pt x="126618" y="2865518"/>
                  </a:lnTo>
                  <a:lnTo>
                    <a:pt x="127473" y="2863354"/>
                  </a:lnTo>
                  <a:lnTo>
                    <a:pt x="128329" y="2917587"/>
                  </a:lnTo>
                  <a:lnTo>
                    <a:pt x="129184" y="2986749"/>
                  </a:lnTo>
                  <a:lnTo>
                    <a:pt x="130040" y="3030194"/>
                  </a:lnTo>
                  <a:lnTo>
                    <a:pt x="130895" y="3009298"/>
                  </a:lnTo>
                  <a:lnTo>
                    <a:pt x="131751" y="2937882"/>
                  </a:lnTo>
                  <a:lnTo>
                    <a:pt x="132606" y="2831675"/>
                  </a:lnTo>
                  <a:lnTo>
                    <a:pt x="133462" y="2715748"/>
                  </a:lnTo>
                  <a:lnTo>
                    <a:pt x="134317" y="2644652"/>
                  </a:lnTo>
                  <a:lnTo>
                    <a:pt x="135173" y="2602595"/>
                  </a:lnTo>
                  <a:lnTo>
                    <a:pt x="136028" y="2631727"/>
                  </a:lnTo>
                  <a:lnTo>
                    <a:pt x="136884" y="2746306"/>
                  </a:lnTo>
                  <a:lnTo>
                    <a:pt x="137739" y="2855148"/>
                  </a:lnTo>
                  <a:lnTo>
                    <a:pt x="138595" y="2955343"/>
                  </a:lnTo>
                  <a:lnTo>
                    <a:pt x="139450" y="3025985"/>
                  </a:lnTo>
                  <a:lnTo>
                    <a:pt x="140306" y="3091764"/>
                  </a:lnTo>
                  <a:lnTo>
                    <a:pt x="141161" y="3100231"/>
                  </a:lnTo>
                  <a:lnTo>
                    <a:pt x="142017" y="3045763"/>
                  </a:lnTo>
                  <a:lnTo>
                    <a:pt x="142873" y="2987277"/>
                  </a:lnTo>
                  <a:lnTo>
                    <a:pt x="143728" y="2936646"/>
                  </a:lnTo>
                  <a:lnTo>
                    <a:pt x="144584" y="2876598"/>
                  </a:lnTo>
                  <a:lnTo>
                    <a:pt x="145439" y="2834319"/>
                  </a:lnTo>
                  <a:lnTo>
                    <a:pt x="146295" y="2854016"/>
                  </a:lnTo>
                  <a:lnTo>
                    <a:pt x="147150" y="2909406"/>
                  </a:lnTo>
                  <a:lnTo>
                    <a:pt x="148006" y="2978133"/>
                  </a:lnTo>
                  <a:lnTo>
                    <a:pt x="148861" y="3038484"/>
                  </a:lnTo>
                  <a:lnTo>
                    <a:pt x="149717" y="3053657"/>
                  </a:lnTo>
                  <a:lnTo>
                    <a:pt x="150572" y="3074892"/>
                  </a:lnTo>
                  <a:lnTo>
                    <a:pt x="151428" y="3074893"/>
                  </a:lnTo>
                  <a:lnTo>
                    <a:pt x="152283" y="3090897"/>
                  </a:lnTo>
                  <a:lnTo>
                    <a:pt x="153139" y="3063889"/>
                  </a:lnTo>
                  <a:lnTo>
                    <a:pt x="153994" y="2971661"/>
                  </a:lnTo>
                  <a:lnTo>
                    <a:pt x="154850" y="2953984"/>
                  </a:lnTo>
                  <a:lnTo>
                    <a:pt x="155705" y="2953095"/>
                  </a:lnTo>
                  <a:lnTo>
                    <a:pt x="156561" y="2953095"/>
                  </a:lnTo>
                  <a:lnTo>
                    <a:pt x="157417" y="2937091"/>
                  </a:lnTo>
                  <a:lnTo>
                    <a:pt x="158272" y="2953858"/>
                  </a:lnTo>
                  <a:lnTo>
                    <a:pt x="159128" y="3034355"/>
                  </a:lnTo>
                  <a:lnTo>
                    <a:pt x="159983" y="3074574"/>
                  </a:lnTo>
                  <a:lnTo>
                    <a:pt x="160839" y="3103648"/>
                  </a:lnTo>
                  <a:lnTo>
                    <a:pt x="161694" y="3116972"/>
                  </a:lnTo>
                  <a:lnTo>
                    <a:pt x="162550" y="3116972"/>
                  </a:lnTo>
                  <a:lnTo>
                    <a:pt x="163405" y="3044740"/>
                  </a:lnTo>
                  <a:lnTo>
                    <a:pt x="164261" y="2940974"/>
                  </a:lnTo>
                  <a:lnTo>
                    <a:pt x="165116" y="2903084"/>
                  </a:lnTo>
                  <a:lnTo>
                    <a:pt x="165972" y="2886794"/>
                  </a:lnTo>
                  <a:lnTo>
                    <a:pt x="166827" y="2873631"/>
                  </a:lnTo>
                  <a:lnTo>
                    <a:pt x="167683" y="2873631"/>
                  </a:lnTo>
                  <a:lnTo>
                    <a:pt x="168538" y="2947876"/>
                  </a:lnTo>
                  <a:lnTo>
                    <a:pt x="169394" y="3051643"/>
                  </a:lnTo>
                  <a:lnTo>
                    <a:pt x="170249" y="3085121"/>
                  </a:lnTo>
                  <a:lnTo>
                    <a:pt x="171105" y="3089345"/>
                  </a:lnTo>
                  <a:lnTo>
                    <a:pt x="171960" y="3114454"/>
                  </a:lnTo>
                  <a:lnTo>
                    <a:pt x="172816" y="3078081"/>
                  </a:lnTo>
                  <a:lnTo>
                    <a:pt x="173672" y="2992627"/>
                  </a:lnTo>
                  <a:lnTo>
                    <a:pt x="174527" y="2943646"/>
                  </a:lnTo>
                  <a:lnTo>
                    <a:pt x="175383" y="2930823"/>
                  </a:lnTo>
                  <a:lnTo>
                    <a:pt x="176238" y="2890925"/>
                  </a:lnTo>
                  <a:lnTo>
                    <a:pt x="177094" y="2823516"/>
                  </a:lnTo>
                  <a:lnTo>
                    <a:pt x="177949" y="2813230"/>
                  </a:lnTo>
                  <a:lnTo>
                    <a:pt x="178805" y="2888616"/>
                  </a:lnTo>
                  <a:lnTo>
                    <a:pt x="179660" y="2937599"/>
                  </a:lnTo>
                  <a:lnTo>
                    <a:pt x="180516" y="2950422"/>
                  </a:lnTo>
                  <a:lnTo>
                    <a:pt x="181371" y="2942660"/>
                  </a:lnTo>
                  <a:lnTo>
                    <a:pt x="182227" y="2899875"/>
                  </a:lnTo>
                  <a:lnTo>
                    <a:pt x="183082" y="2934928"/>
                  </a:lnTo>
                  <a:lnTo>
                    <a:pt x="183938" y="2944995"/>
                  </a:lnTo>
                  <a:lnTo>
                    <a:pt x="184793" y="2944996"/>
                  </a:lnTo>
                  <a:lnTo>
                    <a:pt x="185649" y="2933402"/>
                  </a:lnTo>
                  <a:lnTo>
                    <a:pt x="186504" y="2905304"/>
                  </a:lnTo>
                  <a:lnTo>
                    <a:pt x="187360" y="2939005"/>
                  </a:lnTo>
                  <a:lnTo>
                    <a:pt x="188215" y="2843525"/>
                  </a:lnTo>
                  <a:lnTo>
                    <a:pt x="189071" y="2765872"/>
                  </a:lnTo>
                  <a:lnTo>
                    <a:pt x="189927" y="2788894"/>
                  </a:lnTo>
                  <a:lnTo>
                    <a:pt x="190782" y="2824312"/>
                  </a:lnTo>
                  <a:lnTo>
                    <a:pt x="191638" y="2884481"/>
                  </a:lnTo>
                  <a:lnTo>
                    <a:pt x="192493" y="2941701"/>
                  </a:lnTo>
                  <a:lnTo>
                    <a:pt x="193349" y="3052408"/>
                  </a:lnTo>
                  <a:lnTo>
                    <a:pt x="194204" y="3116972"/>
                  </a:lnTo>
                  <a:lnTo>
                    <a:pt x="195060" y="3101697"/>
                  </a:lnTo>
                  <a:lnTo>
                    <a:pt x="195915" y="3075107"/>
                  </a:lnTo>
                  <a:lnTo>
                    <a:pt x="196771" y="3021401"/>
                  </a:lnTo>
                  <a:lnTo>
                    <a:pt x="197626" y="2951204"/>
                  </a:lnTo>
                  <a:lnTo>
                    <a:pt x="198482" y="2921815"/>
                  </a:lnTo>
                  <a:lnTo>
                    <a:pt x="199337" y="2927159"/>
                  </a:lnTo>
                  <a:lnTo>
                    <a:pt x="200193" y="2927160"/>
                  </a:lnTo>
                  <a:lnTo>
                    <a:pt x="201048" y="2929928"/>
                  </a:lnTo>
                  <a:lnTo>
                    <a:pt x="201904" y="2985954"/>
                  </a:lnTo>
                  <a:lnTo>
                    <a:pt x="202759" y="3034886"/>
                  </a:lnTo>
                  <a:lnTo>
                    <a:pt x="203615" y="2965667"/>
                  </a:lnTo>
                  <a:lnTo>
                    <a:pt x="204471" y="2875940"/>
                  </a:lnTo>
                  <a:lnTo>
                    <a:pt x="205326" y="2825016"/>
                  </a:lnTo>
                  <a:lnTo>
                    <a:pt x="206182" y="2822493"/>
                  </a:lnTo>
                  <a:lnTo>
                    <a:pt x="207037" y="2791210"/>
                  </a:lnTo>
                  <a:lnTo>
                    <a:pt x="207893" y="2742395"/>
                  </a:lnTo>
                  <a:lnTo>
                    <a:pt x="208748" y="2737664"/>
                  </a:lnTo>
                  <a:lnTo>
                    <a:pt x="209604" y="2735903"/>
                  </a:lnTo>
                  <a:lnTo>
                    <a:pt x="210459" y="2696864"/>
                  </a:lnTo>
                  <a:lnTo>
                    <a:pt x="211315" y="2618646"/>
                  </a:lnTo>
                  <a:lnTo>
                    <a:pt x="212170" y="2591069"/>
                  </a:lnTo>
                  <a:lnTo>
                    <a:pt x="213026" y="2560280"/>
                  </a:lnTo>
                  <a:lnTo>
                    <a:pt x="213881" y="2622488"/>
                  </a:lnTo>
                  <a:lnTo>
                    <a:pt x="214737" y="2644971"/>
                  </a:lnTo>
                  <a:lnTo>
                    <a:pt x="215592" y="2677782"/>
                  </a:lnTo>
                  <a:lnTo>
                    <a:pt x="216448" y="2663903"/>
                  </a:lnTo>
                  <a:lnTo>
                    <a:pt x="217303" y="2620195"/>
                  </a:lnTo>
                  <a:lnTo>
                    <a:pt x="218159" y="2673921"/>
                  </a:lnTo>
                  <a:lnTo>
                    <a:pt x="219014" y="2719502"/>
                  </a:lnTo>
                  <a:lnTo>
                    <a:pt x="219870" y="2711610"/>
                  </a:lnTo>
                  <a:lnTo>
                    <a:pt x="220726" y="2707536"/>
                  </a:lnTo>
                  <a:lnTo>
                    <a:pt x="221581" y="2716860"/>
                  </a:lnTo>
                  <a:lnTo>
                    <a:pt x="222437" y="2752804"/>
                  </a:lnTo>
                  <a:lnTo>
                    <a:pt x="223292" y="2743327"/>
                  </a:lnTo>
                  <a:lnTo>
                    <a:pt x="224148" y="2621420"/>
                  </a:lnTo>
                  <a:lnTo>
                    <a:pt x="225003" y="2559298"/>
                  </a:lnTo>
                  <a:lnTo>
                    <a:pt x="225859" y="2488665"/>
                  </a:lnTo>
                  <a:lnTo>
                    <a:pt x="226714" y="2445018"/>
                  </a:lnTo>
                  <a:lnTo>
                    <a:pt x="227570" y="2332768"/>
                  </a:lnTo>
                  <a:lnTo>
                    <a:pt x="228425" y="2198415"/>
                  </a:lnTo>
                  <a:lnTo>
                    <a:pt x="229281" y="2181178"/>
                  </a:lnTo>
                  <a:lnTo>
                    <a:pt x="230136" y="2194866"/>
                  </a:lnTo>
                  <a:lnTo>
                    <a:pt x="230992" y="2205330"/>
                  </a:lnTo>
                  <a:lnTo>
                    <a:pt x="231847" y="2185531"/>
                  </a:lnTo>
                  <a:lnTo>
                    <a:pt x="232703" y="2157834"/>
                  </a:lnTo>
                  <a:lnTo>
                    <a:pt x="233558" y="2198072"/>
                  </a:lnTo>
                  <a:lnTo>
                    <a:pt x="234414" y="2253992"/>
                  </a:lnTo>
                  <a:lnTo>
                    <a:pt x="235269" y="2280649"/>
                  </a:lnTo>
                  <a:lnTo>
                    <a:pt x="236125" y="2315241"/>
                  </a:lnTo>
                  <a:lnTo>
                    <a:pt x="236981" y="2335404"/>
                  </a:lnTo>
                  <a:lnTo>
                    <a:pt x="237836" y="2427365"/>
                  </a:lnTo>
                  <a:lnTo>
                    <a:pt x="238692" y="2486586"/>
                  </a:lnTo>
                  <a:lnTo>
                    <a:pt x="239547" y="2461005"/>
                  </a:lnTo>
                  <a:lnTo>
                    <a:pt x="240403" y="2390111"/>
                  </a:lnTo>
                  <a:lnTo>
                    <a:pt x="241258" y="2292577"/>
                  </a:lnTo>
                  <a:lnTo>
                    <a:pt x="242114" y="2230555"/>
                  </a:lnTo>
                  <a:lnTo>
                    <a:pt x="242969" y="2141922"/>
                  </a:lnTo>
                  <a:lnTo>
                    <a:pt x="243825" y="1967671"/>
                  </a:lnTo>
                  <a:lnTo>
                    <a:pt x="244680" y="1841019"/>
                  </a:lnTo>
                  <a:lnTo>
                    <a:pt x="245536" y="1847282"/>
                  </a:lnTo>
                  <a:lnTo>
                    <a:pt x="246391" y="1890440"/>
                  </a:lnTo>
                  <a:lnTo>
                    <a:pt x="247247" y="1879595"/>
                  </a:lnTo>
                  <a:lnTo>
                    <a:pt x="248102" y="1823085"/>
                  </a:lnTo>
                  <a:lnTo>
                    <a:pt x="248958" y="1847493"/>
                  </a:lnTo>
                  <a:lnTo>
                    <a:pt x="249813" y="1945709"/>
                  </a:lnTo>
                  <a:lnTo>
                    <a:pt x="250669" y="1977829"/>
                  </a:lnTo>
                  <a:lnTo>
                    <a:pt x="251524" y="1978504"/>
                  </a:lnTo>
                  <a:lnTo>
                    <a:pt x="252380" y="2057047"/>
                  </a:lnTo>
                  <a:lnTo>
                    <a:pt x="253236" y="2259596"/>
                  </a:lnTo>
                  <a:lnTo>
                    <a:pt x="254091" y="2460350"/>
                  </a:lnTo>
                  <a:lnTo>
                    <a:pt x="254947" y="2501978"/>
                  </a:lnTo>
                  <a:lnTo>
                    <a:pt x="255802" y="2524412"/>
                  </a:lnTo>
                  <a:lnTo>
                    <a:pt x="256658" y="2527766"/>
                  </a:lnTo>
                  <a:lnTo>
                    <a:pt x="257513" y="2471436"/>
                  </a:lnTo>
                  <a:lnTo>
                    <a:pt x="258369" y="2389274"/>
                  </a:lnTo>
                  <a:lnTo>
                    <a:pt x="259224" y="2305245"/>
                  </a:lnTo>
                  <a:lnTo>
                    <a:pt x="260080" y="2215234"/>
                  </a:lnTo>
                  <a:lnTo>
                    <a:pt x="260935" y="2182009"/>
                  </a:lnTo>
                  <a:lnTo>
                    <a:pt x="261791" y="2159507"/>
                  </a:lnTo>
                  <a:lnTo>
                    <a:pt x="262646" y="2209686"/>
                  </a:lnTo>
                  <a:lnTo>
                    <a:pt x="263502" y="2234741"/>
                  </a:lnTo>
                  <a:lnTo>
                    <a:pt x="264357" y="2194259"/>
                  </a:lnTo>
                  <a:lnTo>
                    <a:pt x="265213" y="2190914"/>
                  </a:lnTo>
                  <a:lnTo>
                    <a:pt x="266068" y="2167456"/>
                  </a:lnTo>
                  <a:lnTo>
                    <a:pt x="266924" y="2238060"/>
                  </a:lnTo>
                  <a:lnTo>
                    <a:pt x="267780" y="2254551"/>
                  </a:lnTo>
                  <a:lnTo>
                    <a:pt x="268635" y="2220133"/>
                  </a:lnTo>
                  <a:lnTo>
                    <a:pt x="269491" y="2207164"/>
                  </a:lnTo>
                  <a:lnTo>
                    <a:pt x="270346" y="2176927"/>
                  </a:lnTo>
                  <a:lnTo>
                    <a:pt x="271202" y="2194297"/>
                  </a:lnTo>
                  <a:lnTo>
                    <a:pt x="272057" y="2191125"/>
                  </a:lnTo>
                  <a:lnTo>
                    <a:pt x="272913" y="2157594"/>
                  </a:lnTo>
                  <a:lnTo>
                    <a:pt x="273768" y="2134829"/>
                  </a:lnTo>
                  <a:lnTo>
                    <a:pt x="274624" y="2155474"/>
                  </a:lnTo>
                  <a:lnTo>
                    <a:pt x="275479" y="2168058"/>
                  </a:lnTo>
                  <a:lnTo>
                    <a:pt x="276335" y="2141800"/>
                  </a:lnTo>
                  <a:lnTo>
                    <a:pt x="277190" y="2042876"/>
                  </a:lnTo>
                  <a:lnTo>
                    <a:pt x="278046" y="2007246"/>
                  </a:lnTo>
                  <a:lnTo>
                    <a:pt x="278901" y="1978870"/>
                  </a:lnTo>
                  <a:lnTo>
                    <a:pt x="279757" y="1917122"/>
                  </a:lnTo>
                  <a:lnTo>
                    <a:pt x="280612" y="1932843"/>
                  </a:lnTo>
                  <a:lnTo>
                    <a:pt x="281468" y="1941845"/>
                  </a:lnTo>
                  <a:lnTo>
                    <a:pt x="282323" y="1934814"/>
                  </a:lnTo>
                  <a:lnTo>
                    <a:pt x="283179" y="1919028"/>
                  </a:lnTo>
                  <a:lnTo>
                    <a:pt x="284035" y="1968779"/>
                  </a:lnTo>
                  <a:lnTo>
                    <a:pt x="284890" y="2034461"/>
                  </a:lnTo>
                  <a:lnTo>
                    <a:pt x="285746" y="2083028"/>
                  </a:lnTo>
                  <a:lnTo>
                    <a:pt x="286601" y="2092870"/>
                  </a:lnTo>
                  <a:lnTo>
                    <a:pt x="287457" y="2154808"/>
                  </a:lnTo>
                  <a:lnTo>
                    <a:pt x="288312" y="2191845"/>
                  </a:lnTo>
                  <a:lnTo>
                    <a:pt x="289168" y="2186533"/>
                  </a:lnTo>
                  <a:lnTo>
                    <a:pt x="290023" y="2208127"/>
                  </a:lnTo>
                  <a:lnTo>
                    <a:pt x="290879" y="2199167"/>
                  </a:lnTo>
                  <a:lnTo>
                    <a:pt x="291734" y="2214512"/>
                  </a:lnTo>
                  <a:lnTo>
                    <a:pt x="292590" y="2164698"/>
                  </a:lnTo>
                  <a:lnTo>
                    <a:pt x="293445" y="2174114"/>
                  </a:lnTo>
                  <a:lnTo>
                    <a:pt x="294301" y="2195754"/>
                  </a:lnTo>
                  <a:lnTo>
                    <a:pt x="295156" y="2148265"/>
                  </a:lnTo>
                  <a:lnTo>
                    <a:pt x="296012" y="2160571"/>
                  </a:lnTo>
                  <a:lnTo>
                    <a:pt x="296867" y="2277025"/>
                  </a:lnTo>
                  <a:lnTo>
                    <a:pt x="297723" y="2374498"/>
                  </a:lnTo>
                  <a:lnTo>
                    <a:pt x="298578" y="2337184"/>
                  </a:lnTo>
                  <a:lnTo>
                    <a:pt x="299434" y="2278542"/>
                  </a:lnTo>
                  <a:lnTo>
                    <a:pt x="300290" y="2267894"/>
                  </a:lnTo>
                  <a:lnTo>
                    <a:pt x="301145" y="2230792"/>
                  </a:lnTo>
                  <a:lnTo>
                    <a:pt x="302001" y="2053480"/>
                  </a:lnTo>
                  <a:lnTo>
                    <a:pt x="302856" y="1933928"/>
                  </a:lnTo>
                  <a:lnTo>
                    <a:pt x="303712" y="1971247"/>
                  </a:lnTo>
                  <a:lnTo>
                    <a:pt x="304567" y="2062822"/>
                  </a:lnTo>
                  <a:lnTo>
                    <a:pt x="305423" y="2064930"/>
                  </a:lnTo>
                  <a:lnTo>
                    <a:pt x="306278" y="2029476"/>
                  </a:lnTo>
                  <a:lnTo>
                    <a:pt x="307134" y="2047190"/>
                  </a:lnTo>
                  <a:lnTo>
                    <a:pt x="307989" y="2050095"/>
                  </a:lnTo>
                  <a:lnTo>
                    <a:pt x="308845" y="1970676"/>
                  </a:lnTo>
                  <a:lnTo>
                    <a:pt x="309700" y="1846366"/>
                  </a:lnTo>
                  <a:lnTo>
                    <a:pt x="310556" y="1789663"/>
                  </a:lnTo>
                  <a:lnTo>
                    <a:pt x="311411" y="1768471"/>
                  </a:lnTo>
                  <a:lnTo>
                    <a:pt x="312267" y="1798602"/>
                  </a:lnTo>
                  <a:lnTo>
                    <a:pt x="313122" y="1832225"/>
                  </a:lnTo>
                  <a:lnTo>
                    <a:pt x="313978" y="1921024"/>
                  </a:lnTo>
                  <a:lnTo>
                    <a:pt x="314834" y="2019674"/>
                  </a:lnTo>
                  <a:lnTo>
                    <a:pt x="315689" y="2106525"/>
                  </a:lnTo>
                  <a:lnTo>
                    <a:pt x="316545" y="2181494"/>
                  </a:lnTo>
                  <a:lnTo>
                    <a:pt x="317400" y="2184696"/>
                  </a:lnTo>
                  <a:lnTo>
                    <a:pt x="318256" y="2155835"/>
                  </a:lnTo>
                  <a:lnTo>
                    <a:pt x="319111" y="2108724"/>
                  </a:lnTo>
                  <a:lnTo>
                    <a:pt x="319967" y="2073896"/>
                  </a:lnTo>
                  <a:lnTo>
                    <a:pt x="320822" y="2003500"/>
                  </a:lnTo>
                  <a:lnTo>
                    <a:pt x="321678" y="1953933"/>
                  </a:lnTo>
                  <a:lnTo>
                    <a:pt x="322533" y="1920607"/>
                  </a:lnTo>
                  <a:lnTo>
                    <a:pt x="323389" y="1935481"/>
                  </a:lnTo>
                  <a:lnTo>
                    <a:pt x="324244" y="1933464"/>
                  </a:lnTo>
                  <a:lnTo>
                    <a:pt x="325100" y="1944155"/>
                  </a:lnTo>
                  <a:lnTo>
                    <a:pt x="325955" y="2005992"/>
                  </a:lnTo>
                  <a:lnTo>
                    <a:pt x="326811" y="2093286"/>
                  </a:lnTo>
                  <a:lnTo>
                    <a:pt x="327666" y="2117067"/>
                  </a:lnTo>
                  <a:lnTo>
                    <a:pt x="328522" y="2135010"/>
                  </a:lnTo>
                  <a:lnTo>
                    <a:pt x="329377" y="2210422"/>
                  </a:lnTo>
                  <a:lnTo>
                    <a:pt x="330233" y="2204305"/>
                  </a:lnTo>
                  <a:lnTo>
                    <a:pt x="331089" y="2209560"/>
                  </a:lnTo>
                  <a:lnTo>
                    <a:pt x="331944" y="2226545"/>
                  </a:lnTo>
                  <a:lnTo>
                    <a:pt x="332800" y="2260222"/>
                  </a:lnTo>
                  <a:lnTo>
                    <a:pt x="333655" y="2291438"/>
                  </a:lnTo>
                  <a:lnTo>
                    <a:pt x="334511" y="2257225"/>
                  </a:lnTo>
                  <a:lnTo>
                    <a:pt x="335366" y="2337969"/>
                  </a:lnTo>
                  <a:lnTo>
                    <a:pt x="336222" y="2465684"/>
                  </a:lnTo>
                  <a:lnTo>
                    <a:pt x="337077" y="2486384"/>
                  </a:lnTo>
                  <a:lnTo>
                    <a:pt x="337933" y="2513703"/>
                  </a:lnTo>
                  <a:lnTo>
                    <a:pt x="338788" y="2547988"/>
                  </a:lnTo>
                  <a:lnTo>
                    <a:pt x="339644" y="2616067"/>
                  </a:lnTo>
                  <a:lnTo>
                    <a:pt x="340499" y="2636125"/>
                  </a:lnTo>
                  <a:lnTo>
                    <a:pt x="341355" y="2554023"/>
                  </a:lnTo>
                  <a:lnTo>
                    <a:pt x="342210" y="2489844"/>
                  </a:lnTo>
                  <a:lnTo>
                    <a:pt x="343066" y="2481386"/>
                  </a:lnTo>
                  <a:lnTo>
                    <a:pt x="343921" y="2491706"/>
                  </a:lnTo>
                  <a:lnTo>
                    <a:pt x="344777" y="2519275"/>
                  </a:lnTo>
                  <a:lnTo>
                    <a:pt x="345632" y="2542464"/>
                  </a:lnTo>
                  <a:lnTo>
                    <a:pt x="346488" y="2652550"/>
                  </a:lnTo>
                  <a:lnTo>
                    <a:pt x="347344" y="2802683"/>
                  </a:lnTo>
                  <a:lnTo>
                    <a:pt x="348199" y="2914448"/>
                  </a:lnTo>
                  <a:lnTo>
                    <a:pt x="349055" y="2985581"/>
                  </a:lnTo>
                  <a:lnTo>
                    <a:pt x="349910" y="2950279"/>
                  </a:lnTo>
                  <a:lnTo>
                    <a:pt x="350766" y="2885928"/>
                  </a:lnTo>
                  <a:lnTo>
                    <a:pt x="351621" y="2734875"/>
                  </a:lnTo>
                  <a:lnTo>
                    <a:pt x="352477" y="2582346"/>
                  </a:lnTo>
                  <a:lnTo>
                    <a:pt x="353332" y="2461141"/>
                  </a:lnTo>
                  <a:lnTo>
                    <a:pt x="354188" y="2339733"/>
                  </a:lnTo>
                  <a:lnTo>
                    <a:pt x="355043" y="2314535"/>
                  </a:lnTo>
                  <a:lnTo>
                    <a:pt x="355899" y="2231470"/>
                  </a:lnTo>
                  <a:lnTo>
                    <a:pt x="356754" y="2196383"/>
                  </a:lnTo>
                  <a:lnTo>
                    <a:pt x="357610" y="2133551"/>
                  </a:lnTo>
                  <a:lnTo>
                    <a:pt x="358465" y="2092946"/>
                  </a:lnTo>
                  <a:lnTo>
                    <a:pt x="359321" y="2096407"/>
                  </a:lnTo>
                  <a:lnTo>
                    <a:pt x="360176" y="2107176"/>
                  </a:lnTo>
                  <a:lnTo>
                    <a:pt x="361032" y="2155399"/>
                  </a:lnTo>
                  <a:lnTo>
                    <a:pt x="361888" y="2196595"/>
                  </a:lnTo>
                  <a:lnTo>
                    <a:pt x="362743" y="2198546"/>
                  </a:lnTo>
                  <a:lnTo>
                    <a:pt x="363599" y="2200952"/>
                  </a:lnTo>
                  <a:lnTo>
                    <a:pt x="364454" y="2264087"/>
                  </a:lnTo>
                  <a:lnTo>
                    <a:pt x="365310" y="2287966"/>
                  </a:lnTo>
                  <a:lnTo>
                    <a:pt x="366165" y="2336342"/>
                  </a:lnTo>
                  <a:lnTo>
                    <a:pt x="367021" y="2388188"/>
                  </a:lnTo>
                  <a:lnTo>
                    <a:pt x="367876" y="2444937"/>
                  </a:lnTo>
                  <a:lnTo>
                    <a:pt x="368732" y="2409963"/>
                  </a:lnTo>
                  <a:lnTo>
                    <a:pt x="369587" y="2329320"/>
                  </a:lnTo>
                  <a:lnTo>
                    <a:pt x="370443" y="2245326"/>
                  </a:lnTo>
                  <a:lnTo>
                    <a:pt x="371298" y="2145100"/>
                  </a:lnTo>
                  <a:lnTo>
                    <a:pt x="372154" y="2139886"/>
                  </a:lnTo>
                  <a:lnTo>
                    <a:pt x="373009" y="2179055"/>
                  </a:lnTo>
                  <a:lnTo>
                    <a:pt x="373865" y="2220381"/>
                  </a:lnTo>
                  <a:lnTo>
                    <a:pt x="374720" y="2288461"/>
                  </a:lnTo>
                  <a:lnTo>
                    <a:pt x="375576" y="2364526"/>
                  </a:lnTo>
                  <a:lnTo>
                    <a:pt x="376431" y="2397679"/>
                  </a:lnTo>
                  <a:lnTo>
                    <a:pt x="377287" y="2367986"/>
                  </a:lnTo>
                  <a:lnTo>
                    <a:pt x="378143" y="2356597"/>
                  </a:lnTo>
                  <a:lnTo>
                    <a:pt x="378998" y="2470712"/>
                  </a:lnTo>
                  <a:lnTo>
                    <a:pt x="379854" y="2457468"/>
                  </a:lnTo>
                  <a:lnTo>
                    <a:pt x="380709" y="2410270"/>
                  </a:lnTo>
                  <a:lnTo>
                    <a:pt x="381565" y="2435668"/>
                  </a:lnTo>
                  <a:lnTo>
                    <a:pt x="382420" y="2473071"/>
                  </a:lnTo>
                  <a:lnTo>
                    <a:pt x="383276" y="2504958"/>
                  </a:lnTo>
                  <a:lnTo>
                    <a:pt x="384131" y="2411809"/>
                  </a:lnTo>
                  <a:lnTo>
                    <a:pt x="384987" y="2342060"/>
                  </a:lnTo>
                  <a:lnTo>
                    <a:pt x="385842" y="2372871"/>
                  </a:lnTo>
                  <a:lnTo>
                    <a:pt x="386698" y="2404631"/>
                  </a:lnTo>
                  <a:lnTo>
                    <a:pt x="387553" y="2375025"/>
                  </a:lnTo>
                  <a:lnTo>
                    <a:pt x="388409" y="2271737"/>
                  </a:lnTo>
                  <a:lnTo>
                    <a:pt x="389264" y="2236078"/>
                  </a:lnTo>
                  <a:lnTo>
                    <a:pt x="390120" y="2272786"/>
                  </a:lnTo>
                  <a:lnTo>
                    <a:pt x="390975" y="2270196"/>
                  </a:lnTo>
                  <a:lnTo>
                    <a:pt x="391831" y="2255457"/>
                  </a:lnTo>
                  <a:lnTo>
                    <a:pt x="392686" y="2202313"/>
                  </a:lnTo>
                  <a:lnTo>
                    <a:pt x="393542" y="2181779"/>
                  </a:lnTo>
                  <a:lnTo>
                    <a:pt x="394398" y="2144046"/>
                  </a:lnTo>
                  <a:lnTo>
                    <a:pt x="395253" y="2126845"/>
                  </a:lnTo>
                  <a:lnTo>
                    <a:pt x="396109" y="2106135"/>
                  </a:lnTo>
                  <a:lnTo>
                    <a:pt x="396964" y="2065081"/>
                  </a:lnTo>
                  <a:lnTo>
                    <a:pt x="397820" y="2129348"/>
                  </a:lnTo>
                  <a:lnTo>
                    <a:pt x="398675" y="2206487"/>
                  </a:lnTo>
                  <a:lnTo>
                    <a:pt x="399531" y="2192008"/>
                  </a:lnTo>
                  <a:lnTo>
                    <a:pt x="400386" y="2114022"/>
                  </a:lnTo>
                  <a:lnTo>
                    <a:pt x="401242" y="2012339"/>
                  </a:lnTo>
                  <a:lnTo>
                    <a:pt x="402097" y="1928320"/>
                  </a:lnTo>
                  <a:lnTo>
                    <a:pt x="402953" y="1869268"/>
                  </a:lnTo>
                  <a:lnTo>
                    <a:pt x="403808" y="1853798"/>
                  </a:lnTo>
                  <a:lnTo>
                    <a:pt x="404664" y="1912242"/>
                  </a:lnTo>
                  <a:lnTo>
                    <a:pt x="405519" y="1928837"/>
                  </a:lnTo>
                  <a:lnTo>
                    <a:pt x="406375" y="1904973"/>
                  </a:lnTo>
                  <a:lnTo>
                    <a:pt x="407230" y="1909536"/>
                  </a:lnTo>
                  <a:lnTo>
                    <a:pt x="408086" y="1892534"/>
                  </a:lnTo>
                  <a:lnTo>
                    <a:pt x="408942" y="1872700"/>
                  </a:lnTo>
                  <a:lnTo>
                    <a:pt x="409797" y="1936871"/>
                  </a:lnTo>
                  <a:lnTo>
                    <a:pt x="410653" y="2142039"/>
                  </a:lnTo>
                  <a:lnTo>
                    <a:pt x="411508" y="2377513"/>
                  </a:lnTo>
                  <a:lnTo>
                    <a:pt x="412364" y="2584320"/>
                  </a:lnTo>
                  <a:lnTo>
                    <a:pt x="413219" y="2720118"/>
                  </a:lnTo>
                  <a:lnTo>
                    <a:pt x="414075" y="2766560"/>
                  </a:lnTo>
                  <a:lnTo>
                    <a:pt x="414930" y="2744214"/>
                  </a:lnTo>
                  <a:lnTo>
                    <a:pt x="415786" y="2647944"/>
                  </a:lnTo>
                  <a:lnTo>
                    <a:pt x="416641" y="2563746"/>
                  </a:lnTo>
                  <a:lnTo>
                    <a:pt x="417497" y="2430222"/>
                  </a:lnTo>
                  <a:lnTo>
                    <a:pt x="418352" y="2344271"/>
                  </a:lnTo>
                  <a:lnTo>
                    <a:pt x="419208" y="2342361"/>
                  </a:lnTo>
                  <a:lnTo>
                    <a:pt x="420063" y="2328190"/>
                  </a:lnTo>
                  <a:lnTo>
                    <a:pt x="420919" y="2281477"/>
                  </a:lnTo>
                  <a:lnTo>
                    <a:pt x="421774" y="2216057"/>
                  </a:lnTo>
                  <a:lnTo>
                    <a:pt x="422630" y="2169195"/>
                  </a:lnTo>
                  <a:lnTo>
                    <a:pt x="423485" y="2137277"/>
                  </a:lnTo>
                  <a:lnTo>
                    <a:pt x="424341" y="2165959"/>
                  </a:lnTo>
                  <a:lnTo>
                    <a:pt x="425197" y="2152660"/>
                  </a:lnTo>
                  <a:lnTo>
                    <a:pt x="426052" y="2152681"/>
                  </a:lnTo>
                  <a:lnTo>
                    <a:pt x="426908" y="2209088"/>
                  </a:lnTo>
                  <a:lnTo>
                    <a:pt x="427763" y="2278068"/>
                  </a:lnTo>
                  <a:lnTo>
                    <a:pt x="428619" y="2316982"/>
                  </a:lnTo>
                  <a:lnTo>
                    <a:pt x="429474" y="2262685"/>
                  </a:lnTo>
                  <a:lnTo>
                    <a:pt x="430330" y="2293187"/>
                  </a:lnTo>
                  <a:lnTo>
                    <a:pt x="431185" y="2370705"/>
                  </a:lnTo>
                  <a:lnTo>
                    <a:pt x="432041" y="2415824"/>
                  </a:lnTo>
                  <a:lnTo>
                    <a:pt x="432896" y="2495735"/>
                  </a:lnTo>
                  <a:lnTo>
                    <a:pt x="433752" y="2550721"/>
                  </a:lnTo>
                  <a:lnTo>
                    <a:pt x="434607" y="2624940"/>
                  </a:lnTo>
                  <a:lnTo>
                    <a:pt x="435463" y="2679005"/>
                  </a:lnTo>
                  <a:lnTo>
                    <a:pt x="436318" y="2677659"/>
                  </a:lnTo>
                  <a:lnTo>
                    <a:pt x="437174" y="2673287"/>
                  </a:lnTo>
                  <a:lnTo>
                    <a:pt x="438029" y="2742315"/>
                  </a:lnTo>
                  <a:lnTo>
                    <a:pt x="438885" y="2756175"/>
                  </a:lnTo>
                  <a:lnTo>
                    <a:pt x="439740" y="2722049"/>
                  </a:lnTo>
                  <a:lnTo>
                    <a:pt x="440596" y="2641251"/>
                  </a:lnTo>
                  <a:lnTo>
                    <a:pt x="441452" y="2589428"/>
                  </a:lnTo>
                  <a:lnTo>
                    <a:pt x="442307" y="2532119"/>
                  </a:lnTo>
                  <a:lnTo>
                    <a:pt x="443163" y="2325672"/>
                  </a:lnTo>
                  <a:lnTo>
                    <a:pt x="444018" y="2163355"/>
                  </a:lnTo>
                  <a:lnTo>
                    <a:pt x="444874" y="2057508"/>
                  </a:lnTo>
                  <a:lnTo>
                    <a:pt x="445729" y="1994414"/>
                  </a:lnTo>
                  <a:lnTo>
                    <a:pt x="446585" y="1916474"/>
                  </a:lnTo>
                  <a:lnTo>
                    <a:pt x="447440" y="1834240"/>
                  </a:lnTo>
                  <a:lnTo>
                    <a:pt x="448296" y="1823312"/>
                  </a:lnTo>
                  <a:lnTo>
                    <a:pt x="449151" y="1886282"/>
                  </a:lnTo>
                  <a:lnTo>
                    <a:pt x="450007" y="1881892"/>
                  </a:lnTo>
                  <a:lnTo>
                    <a:pt x="450862" y="1806701"/>
                  </a:lnTo>
                  <a:lnTo>
                    <a:pt x="451718" y="1735746"/>
                  </a:lnTo>
                  <a:lnTo>
                    <a:pt x="452573" y="1686905"/>
                  </a:lnTo>
                  <a:lnTo>
                    <a:pt x="453429" y="1636523"/>
                  </a:lnTo>
                  <a:lnTo>
                    <a:pt x="454284" y="1552122"/>
                  </a:lnTo>
                  <a:lnTo>
                    <a:pt x="455140" y="1505634"/>
                  </a:lnTo>
                  <a:lnTo>
                    <a:pt x="455995" y="1514563"/>
                  </a:lnTo>
                  <a:lnTo>
                    <a:pt x="456851" y="1563276"/>
                  </a:lnTo>
                  <a:lnTo>
                    <a:pt x="457707" y="1661463"/>
                  </a:lnTo>
                  <a:lnTo>
                    <a:pt x="458562" y="1705481"/>
                  </a:lnTo>
                  <a:lnTo>
                    <a:pt x="459418" y="1706738"/>
                  </a:lnTo>
                  <a:lnTo>
                    <a:pt x="460273" y="1719678"/>
                  </a:lnTo>
                  <a:lnTo>
                    <a:pt x="461129" y="1683304"/>
                  </a:lnTo>
                  <a:lnTo>
                    <a:pt x="461984" y="1577605"/>
                  </a:lnTo>
                  <a:lnTo>
                    <a:pt x="462840" y="1393013"/>
                  </a:lnTo>
                  <a:lnTo>
                    <a:pt x="463695" y="1235705"/>
                  </a:lnTo>
                  <a:lnTo>
                    <a:pt x="464551" y="1076571"/>
                  </a:lnTo>
                  <a:lnTo>
                    <a:pt x="465406" y="967768"/>
                  </a:lnTo>
                  <a:lnTo>
                    <a:pt x="466262" y="901493"/>
                  </a:lnTo>
                  <a:lnTo>
                    <a:pt x="467117" y="864953"/>
                  </a:lnTo>
                  <a:lnTo>
                    <a:pt x="467973" y="882474"/>
                  </a:lnTo>
                  <a:lnTo>
                    <a:pt x="468828" y="910303"/>
                  </a:lnTo>
                  <a:lnTo>
                    <a:pt x="469684" y="934746"/>
                  </a:lnTo>
                  <a:lnTo>
                    <a:pt x="470539" y="925246"/>
                  </a:lnTo>
                  <a:lnTo>
                    <a:pt x="471395" y="915318"/>
                  </a:lnTo>
                  <a:lnTo>
                    <a:pt x="472251" y="998248"/>
                  </a:lnTo>
                  <a:lnTo>
                    <a:pt x="473106" y="1047696"/>
                  </a:lnTo>
                  <a:lnTo>
                    <a:pt x="473962" y="1081308"/>
                  </a:lnTo>
                  <a:lnTo>
                    <a:pt x="474817" y="1125438"/>
                  </a:lnTo>
                  <a:lnTo>
                    <a:pt x="475673" y="1212712"/>
                  </a:lnTo>
                  <a:lnTo>
                    <a:pt x="476528" y="1233565"/>
                  </a:lnTo>
                  <a:lnTo>
                    <a:pt x="477384" y="1130007"/>
                  </a:lnTo>
                  <a:lnTo>
                    <a:pt x="478239" y="1002280"/>
                  </a:lnTo>
                  <a:lnTo>
                    <a:pt x="479095" y="935151"/>
                  </a:lnTo>
                  <a:lnTo>
                    <a:pt x="479950" y="962679"/>
                  </a:lnTo>
                  <a:lnTo>
                    <a:pt x="480806" y="1027486"/>
                  </a:lnTo>
                  <a:lnTo>
                    <a:pt x="481661" y="1184493"/>
                  </a:lnTo>
                  <a:lnTo>
                    <a:pt x="482517" y="1420399"/>
                  </a:lnTo>
                  <a:lnTo>
                    <a:pt x="483372" y="1779716"/>
                  </a:lnTo>
                  <a:lnTo>
                    <a:pt x="484228" y="2098456"/>
                  </a:lnTo>
                  <a:lnTo>
                    <a:pt x="485083" y="2356735"/>
                  </a:lnTo>
                  <a:lnTo>
                    <a:pt x="485939" y="2469536"/>
                  </a:lnTo>
                  <a:lnTo>
                    <a:pt x="486794" y="2486034"/>
                  </a:lnTo>
                  <a:lnTo>
                    <a:pt x="487650" y="2439376"/>
                  </a:lnTo>
                  <a:lnTo>
                    <a:pt x="488506" y="2266062"/>
                  </a:lnTo>
                  <a:lnTo>
                    <a:pt x="489361" y="2129039"/>
                  </a:lnTo>
                  <a:lnTo>
                    <a:pt x="490217" y="1963855"/>
                  </a:lnTo>
                  <a:lnTo>
                    <a:pt x="491072" y="1865346"/>
                  </a:lnTo>
                  <a:lnTo>
                    <a:pt x="491928" y="1891988"/>
                  </a:lnTo>
                  <a:lnTo>
                    <a:pt x="492783" y="1946046"/>
                  </a:lnTo>
                  <a:lnTo>
                    <a:pt x="493639" y="1979565"/>
                  </a:lnTo>
                  <a:lnTo>
                    <a:pt x="494494" y="1939425"/>
                  </a:lnTo>
                  <a:lnTo>
                    <a:pt x="495350" y="1877955"/>
                  </a:lnTo>
                  <a:lnTo>
                    <a:pt x="496205" y="1812556"/>
                  </a:lnTo>
                  <a:lnTo>
                    <a:pt x="497061" y="1721156"/>
                  </a:lnTo>
                  <a:lnTo>
                    <a:pt x="497916" y="1595011"/>
                  </a:lnTo>
                  <a:lnTo>
                    <a:pt x="498772" y="1522658"/>
                  </a:lnTo>
                  <a:lnTo>
                    <a:pt x="499627" y="1521981"/>
                  </a:lnTo>
                  <a:lnTo>
                    <a:pt x="500483" y="1566492"/>
                  </a:lnTo>
                  <a:lnTo>
                    <a:pt x="501338" y="1565681"/>
                  </a:lnTo>
                  <a:lnTo>
                    <a:pt x="502194" y="1529316"/>
                  </a:lnTo>
                  <a:lnTo>
                    <a:pt x="503049" y="1521314"/>
                  </a:lnTo>
                  <a:lnTo>
                    <a:pt x="503905" y="1479896"/>
                  </a:lnTo>
                  <a:lnTo>
                    <a:pt x="504761" y="1499378"/>
                  </a:lnTo>
                  <a:lnTo>
                    <a:pt x="505616" y="1603599"/>
                  </a:lnTo>
                  <a:lnTo>
                    <a:pt x="506472" y="1707481"/>
                  </a:lnTo>
                  <a:lnTo>
                    <a:pt x="507327" y="1813204"/>
                  </a:lnTo>
                  <a:lnTo>
                    <a:pt x="508183" y="1940877"/>
                  </a:lnTo>
                  <a:lnTo>
                    <a:pt x="509038" y="2053545"/>
                  </a:lnTo>
                  <a:lnTo>
                    <a:pt x="509894" y="2107829"/>
                  </a:lnTo>
                  <a:lnTo>
                    <a:pt x="510749" y="2115040"/>
                  </a:lnTo>
                  <a:lnTo>
                    <a:pt x="511605" y="2124329"/>
                  </a:lnTo>
                  <a:lnTo>
                    <a:pt x="512460" y="2156812"/>
                  </a:lnTo>
                  <a:lnTo>
                    <a:pt x="513316" y="2135422"/>
                  </a:lnTo>
                  <a:lnTo>
                    <a:pt x="514171" y="2156274"/>
                  </a:lnTo>
                  <a:lnTo>
                    <a:pt x="515027" y="2131194"/>
                  </a:lnTo>
                  <a:lnTo>
                    <a:pt x="515882" y="2020328"/>
                  </a:lnTo>
                  <a:lnTo>
                    <a:pt x="516738" y="1880702"/>
                  </a:lnTo>
                  <a:lnTo>
                    <a:pt x="517593" y="1737408"/>
                  </a:lnTo>
                  <a:lnTo>
                    <a:pt x="518449" y="1702315"/>
                  </a:lnTo>
                  <a:lnTo>
                    <a:pt x="519305" y="1711256"/>
                  </a:lnTo>
                  <a:lnTo>
                    <a:pt x="520160" y="1736929"/>
                  </a:lnTo>
                  <a:lnTo>
                    <a:pt x="521016" y="1866297"/>
                  </a:lnTo>
                  <a:lnTo>
                    <a:pt x="521871" y="2085394"/>
                  </a:lnTo>
                  <a:lnTo>
                    <a:pt x="522727" y="2281592"/>
                  </a:lnTo>
                  <a:lnTo>
                    <a:pt x="523582" y="2413719"/>
                  </a:lnTo>
                  <a:lnTo>
                    <a:pt x="524438" y="2482478"/>
                  </a:lnTo>
                  <a:lnTo>
                    <a:pt x="525293" y="2523829"/>
                  </a:lnTo>
                  <a:lnTo>
                    <a:pt x="526149" y="2451183"/>
                  </a:lnTo>
                  <a:lnTo>
                    <a:pt x="527004" y="2324754"/>
                  </a:lnTo>
                  <a:lnTo>
                    <a:pt x="527860" y="2227497"/>
                  </a:lnTo>
                  <a:lnTo>
                    <a:pt x="528715" y="2239180"/>
                  </a:lnTo>
                  <a:lnTo>
                    <a:pt x="529571" y="2322153"/>
                  </a:lnTo>
                  <a:lnTo>
                    <a:pt x="530426" y="2395038"/>
                  </a:lnTo>
                  <a:lnTo>
                    <a:pt x="531282" y="2457970"/>
                  </a:lnTo>
                  <a:lnTo>
                    <a:pt x="532137" y="2476242"/>
                  </a:lnTo>
                  <a:lnTo>
                    <a:pt x="532993" y="2501622"/>
                  </a:lnTo>
                  <a:lnTo>
                    <a:pt x="533848" y="2442678"/>
                  </a:lnTo>
                  <a:lnTo>
                    <a:pt x="534704" y="2342516"/>
                  </a:lnTo>
                  <a:lnTo>
                    <a:pt x="535560" y="2289455"/>
                  </a:lnTo>
                  <a:lnTo>
                    <a:pt x="536415" y="2352295"/>
                  </a:lnTo>
                  <a:lnTo>
                    <a:pt x="537271" y="2504715"/>
                  </a:lnTo>
                  <a:lnTo>
                    <a:pt x="538126" y="2643598"/>
                  </a:lnTo>
                  <a:lnTo>
                    <a:pt x="538982" y="2702271"/>
                  </a:lnTo>
                  <a:lnTo>
                    <a:pt x="539837" y="2725167"/>
                  </a:lnTo>
                  <a:lnTo>
                    <a:pt x="540693" y="2758553"/>
                  </a:lnTo>
                  <a:lnTo>
                    <a:pt x="541548" y="2753489"/>
                  </a:lnTo>
                  <a:lnTo>
                    <a:pt x="542404" y="2745547"/>
                  </a:lnTo>
                  <a:lnTo>
                    <a:pt x="543259" y="2667127"/>
                  </a:lnTo>
                  <a:lnTo>
                    <a:pt x="544115" y="2614230"/>
                  </a:lnTo>
                  <a:lnTo>
                    <a:pt x="544970" y="2600658"/>
                  </a:lnTo>
                  <a:lnTo>
                    <a:pt x="545826" y="2584552"/>
                  </a:lnTo>
                  <a:lnTo>
                    <a:pt x="546681" y="2556491"/>
                  </a:lnTo>
                  <a:lnTo>
                    <a:pt x="547537" y="2544044"/>
                  </a:lnTo>
                  <a:lnTo>
                    <a:pt x="548392" y="2612830"/>
                  </a:lnTo>
                  <a:lnTo>
                    <a:pt x="549248" y="2699732"/>
                  </a:lnTo>
                  <a:lnTo>
                    <a:pt x="550103" y="2782456"/>
                  </a:lnTo>
                  <a:lnTo>
                    <a:pt x="550959" y="2821044"/>
                  </a:lnTo>
                  <a:lnTo>
                    <a:pt x="551815" y="2842489"/>
                  </a:lnTo>
                  <a:lnTo>
                    <a:pt x="552670" y="2870247"/>
                  </a:lnTo>
                  <a:lnTo>
                    <a:pt x="553526" y="2903045"/>
                  </a:lnTo>
                  <a:lnTo>
                    <a:pt x="554381" y="2841575"/>
                  </a:lnTo>
                  <a:lnTo>
                    <a:pt x="555237" y="2739485"/>
                  </a:lnTo>
                  <a:lnTo>
                    <a:pt x="556092" y="2727031"/>
                  </a:lnTo>
                  <a:lnTo>
                    <a:pt x="556948" y="2776904"/>
                  </a:lnTo>
                  <a:lnTo>
                    <a:pt x="557803" y="2736993"/>
                  </a:lnTo>
                  <a:lnTo>
                    <a:pt x="558659" y="2648764"/>
                  </a:lnTo>
                  <a:lnTo>
                    <a:pt x="559514" y="2660746"/>
                  </a:lnTo>
                  <a:lnTo>
                    <a:pt x="560370" y="2748989"/>
                  </a:lnTo>
                  <a:lnTo>
                    <a:pt x="561225" y="2773381"/>
                  </a:lnTo>
                  <a:lnTo>
                    <a:pt x="562081" y="2689650"/>
                  </a:lnTo>
                  <a:lnTo>
                    <a:pt x="562936" y="2720887"/>
                  </a:lnTo>
                  <a:lnTo>
                    <a:pt x="563792" y="2775839"/>
                  </a:lnTo>
                  <a:lnTo>
                    <a:pt x="564647" y="2862576"/>
                  </a:lnTo>
                  <a:lnTo>
                    <a:pt x="565503" y="2841297"/>
                  </a:lnTo>
                  <a:lnTo>
                    <a:pt x="566359" y="2801034"/>
                  </a:lnTo>
                  <a:lnTo>
                    <a:pt x="567214" y="2843039"/>
                  </a:lnTo>
                  <a:lnTo>
                    <a:pt x="568070" y="2876742"/>
                  </a:lnTo>
                  <a:lnTo>
                    <a:pt x="568925" y="2916012"/>
                  </a:lnTo>
                  <a:lnTo>
                    <a:pt x="569781" y="2910309"/>
                  </a:lnTo>
                  <a:lnTo>
                    <a:pt x="570636" y="2959120"/>
                  </a:lnTo>
                  <a:lnTo>
                    <a:pt x="571492" y="3023972"/>
                  </a:lnTo>
                  <a:lnTo>
                    <a:pt x="572347" y="3070666"/>
                  </a:lnTo>
                  <a:lnTo>
                    <a:pt x="573203" y="3031710"/>
                  </a:lnTo>
                  <a:lnTo>
                    <a:pt x="574058" y="2890243"/>
                  </a:lnTo>
                  <a:lnTo>
                    <a:pt x="574914" y="2739487"/>
                  </a:lnTo>
                  <a:lnTo>
                    <a:pt x="575769" y="2662538"/>
                  </a:lnTo>
                  <a:lnTo>
                    <a:pt x="576625" y="2627080"/>
                  </a:lnTo>
                  <a:lnTo>
                    <a:pt x="577480" y="2626674"/>
                  </a:lnTo>
                  <a:lnTo>
                    <a:pt x="578336" y="2684523"/>
                  </a:lnTo>
                  <a:lnTo>
                    <a:pt x="579191" y="2790068"/>
                  </a:lnTo>
                  <a:lnTo>
                    <a:pt x="580047" y="2891402"/>
                  </a:lnTo>
                  <a:lnTo>
                    <a:pt x="580902" y="2879169"/>
                  </a:lnTo>
                  <a:lnTo>
                    <a:pt x="581758" y="2848301"/>
                  </a:lnTo>
                  <a:lnTo>
                    <a:pt x="582614" y="2857386"/>
                  </a:lnTo>
                  <a:lnTo>
                    <a:pt x="583469" y="2833482"/>
                  </a:lnTo>
                  <a:lnTo>
                    <a:pt x="584325" y="2810317"/>
                  </a:lnTo>
                  <a:lnTo>
                    <a:pt x="585180" y="2823908"/>
                  </a:lnTo>
                  <a:lnTo>
                    <a:pt x="586036" y="2864671"/>
                  </a:lnTo>
                  <a:lnTo>
                    <a:pt x="586891" y="2852161"/>
                  </a:lnTo>
                  <a:lnTo>
                    <a:pt x="587747" y="2823247"/>
                  </a:lnTo>
                  <a:lnTo>
                    <a:pt x="588602" y="2803156"/>
                  </a:lnTo>
                  <a:lnTo>
                    <a:pt x="589458" y="2814481"/>
                  </a:lnTo>
                  <a:lnTo>
                    <a:pt x="590313" y="2870991"/>
                  </a:lnTo>
                  <a:lnTo>
                    <a:pt x="591169" y="2956926"/>
                  </a:lnTo>
                  <a:lnTo>
                    <a:pt x="592024" y="3046304"/>
                  </a:lnTo>
                  <a:lnTo>
                    <a:pt x="592880" y="3044493"/>
                  </a:lnTo>
                  <a:lnTo>
                    <a:pt x="593735" y="3043914"/>
                  </a:lnTo>
                  <a:lnTo>
                    <a:pt x="594591" y="3099544"/>
                  </a:lnTo>
                  <a:lnTo>
                    <a:pt x="595446" y="3106604"/>
                  </a:lnTo>
                  <a:lnTo>
                    <a:pt x="596302" y="3047241"/>
                  </a:lnTo>
                  <a:lnTo>
                    <a:pt x="597157" y="2993921"/>
                  </a:lnTo>
                  <a:lnTo>
                    <a:pt x="598013" y="2989264"/>
                  </a:lnTo>
                  <a:lnTo>
                    <a:pt x="598869" y="3010943"/>
                  </a:lnTo>
                  <a:lnTo>
                    <a:pt x="599724" y="2959934"/>
                  </a:lnTo>
                  <a:lnTo>
                    <a:pt x="600580" y="2888950"/>
                  </a:lnTo>
                  <a:lnTo>
                    <a:pt x="601435" y="2850015"/>
                  </a:lnTo>
                  <a:lnTo>
                    <a:pt x="602291" y="2864681"/>
                  </a:lnTo>
                  <a:lnTo>
                    <a:pt x="603146" y="2853729"/>
                  </a:lnTo>
                  <a:lnTo>
                    <a:pt x="604002" y="2771228"/>
                  </a:lnTo>
                  <a:lnTo>
                    <a:pt x="604857" y="2710236"/>
                  </a:lnTo>
                  <a:lnTo>
                    <a:pt x="605713" y="2675410"/>
                  </a:lnTo>
                  <a:lnTo>
                    <a:pt x="606568" y="2628018"/>
                  </a:lnTo>
                  <a:lnTo>
                    <a:pt x="607424" y="2533590"/>
                  </a:lnTo>
                  <a:lnTo>
                    <a:pt x="608279" y="2410512"/>
                  </a:lnTo>
                  <a:lnTo>
                    <a:pt x="609135" y="2305279"/>
                  </a:lnTo>
                  <a:lnTo>
                    <a:pt x="609990" y="2202835"/>
                  </a:lnTo>
                  <a:lnTo>
                    <a:pt x="610846" y="2127757"/>
                  </a:lnTo>
                  <a:lnTo>
                    <a:pt x="611701" y="2108665"/>
                  </a:lnTo>
                  <a:lnTo>
                    <a:pt x="612557" y="2086222"/>
                  </a:lnTo>
                  <a:lnTo>
                    <a:pt x="613413" y="2144677"/>
                  </a:lnTo>
                  <a:lnTo>
                    <a:pt x="614268" y="2240313"/>
                  </a:lnTo>
                  <a:lnTo>
                    <a:pt x="615124" y="2370427"/>
                  </a:lnTo>
                  <a:lnTo>
                    <a:pt x="615979" y="2449531"/>
                  </a:lnTo>
                  <a:lnTo>
                    <a:pt x="616835" y="2452853"/>
                  </a:lnTo>
                  <a:lnTo>
                    <a:pt x="617690" y="2511754"/>
                  </a:lnTo>
                  <a:lnTo>
                    <a:pt x="618546" y="2614072"/>
                  </a:lnTo>
                  <a:lnTo>
                    <a:pt x="619401" y="2711412"/>
                  </a:lnTo>
                  <a:lnTo>
                    <a:pt x="620257" y="2697879"/>
                  </a:lnTo>
                  <a:lnTo>
                    <a:pt x="621112" y="2708977"/>
                  </a:lnTo>
                  <a:lnTo>
                    <a:pt x="621968" y="2846025"/>
                  </a:lnTo>
                  <a:lnTo>
                    <a:pt x="622823" y="2931566"/>
                  </a:lnTo>
                  <a:lnTo>
                    <a:pt x="623679" y="2928837"/>
                  </a:lnTo>
                  <a:lnTo>
                    <a:pt x="624534" y="2896861"/>
                  </a:lnTo>
                  <a:lnTo>
                    <a:pt x="625390" y="2940284"/>
                  </a:lnTo>
                  <a:lnTo>
                    <a:pt x="626245" y="2936164"/>
                  </a:lnTo>
                  <a:lnTo>
                    <a:pt x="627101" y="2821520"/>
                  </a:lnTo>
                  <a:lnTo>
                    <a:pt x="627956" y="2741065"/>
                  </a:lnTo>
                  <a:lnTo>
                    <a:pt x="628812" y="2699150"/>
                  </a:lnTo>
                  <a:lnTo>
                    <a:pt x="629668" y="2675130"/>
                  </a:lnTo>
                  <a:lnTo>
                    <a:pt x="630523" y="2635272"/>
                  </a:lnTo>
                  <a:lnTo>
                    <a:pt x="631379" y="2646687"/>
                  </a:lnTo>
                  <a:lnTo>
                    <a:pt x="632234" y="2667008"/>
                  </a:lnTo>
                  <a:lnTo>
                    <a:pt x="633090" y="2705587"/>
                  </a:lnTo>
                  <a:lnTo>
                    <a:pt x="633945" y="2712033"/>
                  </a:lnTo>
                  <a:lnTo>
                    <a:pt x="634801" y="2675902"/>
                  </a:lnTo>
                  <a:lnTo>
                    <a:pt x="635656" y="2668791"/>
                  </a:lnTo>
                  <a:lnTo>
                    <a:pt x="636512" y="2663813"/>
                  </a:lnTo>
                  <a:lnTo>
                    <a:pt x="637367" y="2656522"/>
                  </a:lnTo>
                  <a:lnTo>
                    <a:pt x="638223" y="2561525"/>
                  </a:lnTo>
                  <a:lnTo>
                    <a:pt x="639078" y="2503852"/>
                  </a:lnTo>
                  <a:lnTo>
                    <a:pt x="639934" y="2563710"/>
                  </a:lnTo>
                  <a:lnTo>
                    <a:pt x="640789" y="2644285"/>
                  </a:lnTo>
                  <a:lnTo>
                    <a:pt x="641645" y="2708083"/>
                  </a:lnTo>
                  <a:lnTo>
                    <a:pt x="642500" y="2757805"/>
                  </a:lnTo>
                  <a:lnTo>
                    <a:pt x="643356" y="2814470"/>
                  </a:lnTo>
                  <a:lnTo>
                    <a:pt x="644211" y="2886278"/>
                  </a:lnTo>
                  <a:lnTo>
                    <a:pt x="645067" y="2900464"/>
                  </a:lnTo>
                  <a:lnTo>
                    <a:pt x="645923" y="2856264"/>
                  </a:lnTo>
                  <a:lnTo>
                    <a:pt x="646778" y="2803511"/>
                  </a:lnTo>
                  <a:lnTo>
                    <a:pt x="647634" y="2770532"/>
                  </a:lnTo>
                  <a:lnTo>
                    <a:pt x="648489" y="2775122"/>
                  </a:lnTo>
                  <a:lnTo>
                    <a:pt x="649345" y="2695033"/>
                  </a:lnTo>
                  <a:lnTo>
                    <a:pt x="650200" y="2591381"/>
                  </a:lnTo>
                  <a:lnTo>
                    <a:pt x="651056" y="2553392"/>
                  </a:lnTo>
                  <a:lnTo>
                    <a:pt x="651911" y="2522790"/>
                  </a:lnTo>
                  <a:lnTo>
                    <a:pt x="652767" y="2595987"/>
                  </a:lnTo>
                  <a:lnTo>
                    <a:pt x="653622" y="2730840"/>
                  </a:lnTo>
                  <a:lnTo>
                    <a:pt x="654478" y="2829961"/>
                  </a:lnTo>
                  <a:lnTo>
                    <a:pt x="655333" y="2964950"/>
                  </a:lnTo>
                  <a:lnTo>
                    <a:pt x="656189" y="3103084"/>
                  </a:lnTo>
                  <a:lnTo>
                    <a:pt x="657044" y="3116972"/>
                  </a:lnTo>
                  <a:lnTo>
                    <a:pt x="657900" y="3116972"/>
                  </a:lnTo>
                  <a:lnTo>
                    <a:pt x="658755" y="3087639"/>
                  </a:lnTo>
                  <a:lnTo>
                    <a:pt x="659611" y="3048851"/>
                  </a:lnTo>
                  <a:lnTo>
                    <a:pt x="660467" y="3059240"/>
                  </a:lnTo>
                  <a:lnTo>
                    <a:pt x="661322" y="3088178"/>
                  </a:lnTo>
                  <a:lnTo>
                    <a:pt x="662178" y="3116972"/>
                  </a:lnTo>
                  <a:lnTo>
                    <a:pt x="663033" y="3116972"/>
                  </a:lnTo>
                  <a:lnTo>
                    <a:pt x="663889" y="3116972"/>
                  </a:lnTo>
                  <a:lnTo>
                    <a:pt x="664744" y="3116972"/>
                  </a:lnTo>
                  <a:lnTo>
                    <a:pt x="665600" y="3116972"/>
                  </a:lnTo>
                  <a:lnTo>
                    <a:pt x="666455" y="3075691"/>
                  </a:lnTo>
                  <a:lnTo>
                    <a:pt x="667311" y="2982944"/>
                  </a:lnTo>
                  <a:lnTo>
                    <a:pt x="668166" y="2916875"/>
                  </a:lnTo>
                  <a:lnTo>
                    <a:pt x="669022" y="2903338"/>
                  </a:lnTo>
                  <a:lnTo>
                    <a:pt x="669877" y="2904729"/>
                  </a:lnTo>
                  <a:lnTo>
                    <a:pt x="670733" y="2979846"/>
                  </a:lnTo>
                  <a:lnTo>
                    <a:pt x="671588" y="3116972"/>
                  </a:lnTo>
                  <a:lnTo>
                    <a:pt x="672444" y="3116972"/>
                  </a:lnTo>
                  <a:lnTo>
                    <a:pt x="673299" y="3116972"/>
                  </a:lnTo>
                  <a:lnTo>
                    <a:pt x="674155" y="3116972"/>
                  </a:lnTo>
                  <a:lnTo>
                    <a:pt x="675010" y="3116972"/>
                  </a:lnTo>
                  <a:lnTo>
                    <a:pt x="675866" y="3116972"/>
                  </a:lnTo>
                  <a:lnTo>
                    <a:pt x="676722" y="3116972"/>
                  </a:lnTo>
                  <a:lnTo>
                    <a:pt x="677577" y="3116972"/>
                  </a:lnTo>
                  <a:lnTo>
                    <a:pt x="678433" y="3116972"/>
                  </a:lnTo>
                  <a:lnTo>
                    <a:pt x="679288" y="3116972"/>
                  </a:lnTo>
                  <a:lnTo>
                    <a:pt x="680144" y="3116972"/>
                  </a:lnTo>
                  <a:lnTo>
                    <a:pt x="680999" y="3116972"/>
                  </a:lnTo>
                  <a:lnTo>
                    <a:pt x="681855" y="3116972"/>
                  </a:lnTo>
                  <a:lnTo>
                    <a:pt x="682710" y="2966351"/>
                  </a:lnTo>
                  <a:lnTo>
                    <a:pt x="683566" y="2787996"/>
                  </a:lnTo>
                  <a:lnTo>
                    <a:pt x="684421" y="2653966"/>
                  </a:lnTo>
                  <a:lnTo>
                    <a:pt x="685277" y="2548183"/>
                  </a:lnTo>
                  <a:lnTo>
                    <a:pt x="686132" y="2500083"/>
                  </a:lnTo>
                  <a:lnTo>
                    <a:pt x="686988" y="2547268"/>
                  </a:lnTo>
                  <a:lnTo>
                    <a:pt x="687843" y="2578182"/>
                  </a:lnTo>
                  <a:lnTo>
                    <a:pt x="688699" y="2664626"/>
                  </a:lnTo>
                  <a:lnTo>
                    <a:pt x="689554" y="2836577"/>
                  </a:lnTo>
                  <a:lnTo>
                    <a:pt x="690410" y="2865260"/>
                  </a:lnTo>
                  <a:lnTo>
                    <a:pt x="691265" y="2748923"/>
                  </a:lnTo>
                  <a:lnTo>
                    <a:pt x="692121" y="2648503"/>
                  </a:lnTo>
                  <a:lnTo>
                    <a:pt x="692977" y="2730042"/>
                  </a:lnTo>
                  <a:lnTo>
                    <a:pt x="693832" y="2785590"/>
                  </a:lnTo>
                  <a:lnTo>
                    <a:pt x="694688" y="2751498"/>
                  </a:lnTo>
                  <a:lnTo>
                    <a:pt x="695543" y="2773259"/>
                  </a:lnTo>
                  <a:lnTo>
                    <a:pt x="696399" y="2877501"/>
                  </a:lnTo>
                  <a:lnTo>
                    <a:pt x="697254" y="3007155"/>
                  </a:lnTo>
                  <a:lnTo>
                    <a:pt x="698110" y="3009836"/>
                  </a:lnTo>
                  <a:lnTo>
                    <a:pt x="698965" y="2987599"/>
                  </a:lnTo>
                  <a:lnTo>
                    <a:pt x="699821" y="2994111"/>
                  </a:lnTo>
                  <a:lnTo>
                    <a:pt x="700676" y="2962647"/>
                  </a:lnTo>
                  <a:lnTo>
                    <a:pt x="701532" y="2973087"/>
                  </a:lnTo>
                  <a:lnTo>
                    <a:pt x="702387" y="2993390"/>
                  </a:lnTo>
                  <a:lnTo>
                    <a:pt x="703243" y="2988033"/>
                  </a:lnTo>
                  <a:lnTo>
                    <a:pt x="704098" y="3068913"/>
                  </a:lnTo>
                  <a:lnTo>
                    <a:pt x="704954" y="3116972"/>
                  </a:lnTo>
                  <a:lnTo>
                    <a:pt x="705809" y="3116972"/>
                  </a:lnTo>
                  <a:lnTo>
                    <a:pt x="706665" y="3106124"/>
                  </a:lnTo>
                  <a:lnTo>
                    <a:pt x="707520" y="3031608"/>
                  </a:lnTo>
                  <a:lnTo>
                    <a:pt x="708376" y="3026293"/>
                  </a:lnTo>
                  <a:lnTo>
                    <a:pt x="709232" y="2977915"/>
                  </a:lnTo>
                  <a:lnTo>
                    <a:pt x="710087" y="2869932"/>
                  </a:lnTo>
                  <a:lnTo>
                    <a:pt x="710943" y="2817756"/>
                  </a:lnTo>
                  <a:lnTo>
                    <a:pt x="711798" y="2795177"/>
                  </a:lnTo>
                  <a:lnTo>
                    <a:pt x="712654" y="2821241"/>
                  </a:lnTo>
                  <a:lnTo>
                    <a:pt x="713509" y="2867176"/>
                  </a:lnTo>
                  <a:lnTo>
                    <a:pt x="714365" y="2891232"/>
                  </a:lnTo>
                  <a:lnTo>
                    <a:pt x="715220" y="2960164"/>
                  </a:lnTo>
                  <a:lnTo>
                    <a:pt x="716076" y="3033626"/>
                  </a:lnTo>
                  <a:lnTo>
                    <a:pt x="716931" y="3116972"/>
                  </a:lnTo>
                  <a:lnTo>
                    <a:pt x="717787" y="3116972"/>
                  </a:lnTo>
                  <a:lnTo>
                    <a:pt x="718642" y="3116972"/>
                  </a:lnTo>
                  <a:lnTo>
                    <a:pt x="719498" y="3116972"/>
                  </a:lnTo>
                  <a:lnTo>
                    <a:pt x="720353" y="3034657"/>
                  </a:lnTo>
                  <a:lnTo>
                    <a:pt x="721209" y="2927228"/>
                  </a:lnTo>
                  <a:lnTo>
                    <a:pt x="722064" y="2880115"/>
                  </a:lnTo>
                  <a:lnTo>
                    <a:pt x="722920" y="2816261"/>
                  </a:lnTo>
                  <a:lnTo>
                    <a:pt x="723776" y="2738414"/>
                  </a:lnTo>
                  <a:lnTo>
                    <a:pt x="724631" y="2671265"/>
                  </a:lnTo>
                  <a:lnTo>
                    <a:pt x="725487" y="2670804"/>
                  </a:lnTo>
                  <a:lnTo>
                    <a:pt x="726342" y="2749092"/>
                  </a:lnTo>
                  <a:lnTo>
                    <a:pt x="727198" y="2715379"/>
                  </a:lnTo>
                  <a:lnTo>
                    <a:pt x="728053" y="2713552"/>
                  </a:lnTo>
                  <a:lnTo>
                    <a:pt x="728909" y="2827935"/>
                  </a:lnTo>
                  <a:lnTo>
                    <a:pt x="729764" y="2948901"/>
                  </a:lnTo>
                  <a:lnTo>
                    <a:pt x="730620" y="2926620"/>
                  </a:lnTo>
                  <a:lnTo>
                    <a:pt x="731475" y="2823099"/>
                  </a:lnTo>
                  <a:lnTo>
                    <a:pt x="732331" y="2829100"/>
                  </a:lnTo>
                  <a:lnTo>
                    <a:pt x="733186" y="2811372"/>
                  </a:lnTo>
                  <a:lnTo>
                    <a:pt x="734042" y="2708567"/>
                  </a:lnTo>
                  <a:lnTo>
                    <a:pt x="734897" y="2647289"/>
                  </a:lnTo>
                  <a:lnTo>
                    <a:pt x="735753" y="2693804"/>
                  </a:lnTo>
                  <a:lnTo>
                    <a:pt x="736608" y="2748078"/>
                  </a:lnTo>
                  <a:lnTo>
                    <a:pt x="737464" y="2729186"/>
                  </a:lnTo>
                  <a:lnTo>
                    <a:pt x="738319" y="2720143"/>
                  </a:lnTo>
                  <a:lnTo>
                    <a:pt x="739175" y="2669339"/>
                  </a:lnTo>
                  <a:lnTo>
                    <a:pt x="740031" y="2597111"/>
                  </a:lnTo>
                  <a:lnTo>
                    <a:pt x="740886" y="2631135"/>
                  </a:lnTo>
                  <a:lnTo>
                    <a:pt x="741742" y="2719291"/>
                  </a:lnTo>
                  <a:lnTo>
                    <a:pt x="742597" y="2808977"/>
                  </a:lnTo>
                  <a:lnTo>
                    <a:pt x="743453" y="2831462"/>
                  </a:lnTo>
                  <a:lnTo>
                    <a:pt x="744308" y="2858253"/>
                  </a:lnTo>
                  <a:lnTo>
                    <a:pt x="745164" y="2806753"/>
                  </a:lnTo>
                  <a:lnTo>
                    <a:pt x="746019" y="2701959"/>
                  </a:lnTo>
                  <a:lnTo>
                    <a:pt x="746875" y="2588160"/>
                  </a:lnTo>
                  <a:lnTo>
                    <a:pt x="747730" y="2550413"/>
                  </a:lnTo>
                  <a:lnTo>
                    <a:pt x="748586" y="2622678"/>
                  </a:lnTo>
                  <a:lnTo>
                    <a:pt x="749441" y="2629855"/>
                  </a:lnTo>
                  <a:lnTo>
                    <a:pt x="750297" y="2634666"/>
                  </a:lnTo>
                  <a:lnTo>
                    <a:pt x="751152" y="2587975"/>
                  </a:lnTo>
                  <a:lnTo>
                    <a:pt x="752008" y="2559344"/>
                  </a:lnTo>
                  <a:lnTo>
                    <a:pt x="752863" y="2468954"/>
                  </a:lnTo>
                  <a:lnTo>
                    <a:pt x="753719" y="2313378"/>
                  </a:lnTo>
                  <a:lnTo>
                    <a:pt x="754574" y="2265170"/>
                  </a:lnTo>
                  <a:lnTo>
                    <a:pt x="755430" y="2276549"/>
                  </a:lnTo>
                  <a:lnTo>
                    <a:pt x="756286" y="2280692"/>
                  </a:lnTo>
                  <a:lnTo>
                    <a:pt x="757141" y="2310494"/>
                  </a:lnTo>
                  <a:lnTo>
                    <a:pt x="757997" y="2346198"/>
                  </a:lnTo>
                  <a:lnTo>
                    <a:pt x="758852" y="2340540"/>
                  </a:lnTo>
                  <a:lnTo>
                    <a:pt x="759708" y="2365899"/>
                  </a:lnTo>
                  <a:lnTo>
                    <a:pt x="760563" y="2418532"/>
                  </a:lnTo>
                  <a:lnTo>
                    <a:pt x="761419" y="2398160"/>
                  </a:lnTo>
                  <a:lnTo>
                    <a:pt x="762274" y="2325421"/>
                  </a:lnTo>
                  <a:lnTo>
                    <a:pt x="763130" y="2262140"/>
                  </a:lnTo>
                  <a:lnTo>
                    <a:pt x="763985" y="2284357"/>
                  </a:lnTo>
                  <a:lnTo>
                    <a:pt x="764841" y="2333708"/>
                  </a:lnTo>
                  <a:lnTo>
                    <a:pt x="765696" y="2331095"/>
                  </a:lnTo>
                  <a:lnTo>
                    <a:pt x="766552" y="2380723"/>
                  </a:lnTo>
                  <a:lnTo>
                    <a:pt x="767407" y="2416852"/>
                  </a:lnTo>
                  <a:lnTo>
                    <a:pt x="768263" y="2388744"/>
                  </a:lnTo>
                  <a:lnTo>
                    <a:pt x="769118" y="2359117"/>
                  </a:lnTo>
                  <a:lnTo>
                    <a:pt x="769974" y="2349854"/>
                  </a:lnTo>
                  <a:lnTo>
                    <a:pt x="770830" y="2386491"/>
                  </a:lnTo>
                  <a:lnTo>
                    <a:pt x="771685" y="2512980"/>
                  </a:lnTo>
                  <a:lnTo>
                    <a:pt x="772541" y="2575618"/>
                  </a:lnTo>
                  <a:lnTo>
                    <a:pt x="773396" y="2643999"/>
                  </a:lnTo>
                  <a:lnTo>
                    <a:pt x="774252" y="2715643"/>
                  </a:lnTo>
                  <a:lnTo>
                    <a:pt x="775107" y="2665100"/>
                  </a:lnTo>
                  <a:lnTo>
                    <a:pt x="775963" y="2628475"/>
                  </a:lnTo>
                  <a:lnTo>
                    <a:pt x="776818" y="2499226"/>
                  </a:lnTo>
                  <a:lnTo>
                    <a:pt x="777674" y="2447982"/>
                  </a:lnTo>
                  <a:lnTo>
                    <a:pt x="778529" y="2478183"/>
                  </a:lnTo>
                  <a:lnTo>
                    <a:pt x="779385" y="2526733"/>
                  </a:lnTo>
                  <a:lnTo>
                    <a:pt x="780240" y="2619281"/>
                  </a:lnTo>
                  <a:lnTo>
                    <a:pt x="781096" y="2684061"/>
                  </a:lnTo>
                  <a:lnTo>
                    <a:pt x="781951" y="2782968"/>
                  </a:lnTo>
                  <a:lnTo>
                    <a:pt x="782807" y="2850719"/>
                  </a:lnTo>
                  <a:lnTo>
                    <a:pt x="783662" y="2848402"/>
                  </a:lnTo>
                  <a:lnTo>
                    <a:pt x="784518" y="2807993"/>
                  </a:lnTo>
                  <a:lnTo>
                    <a:pt x="785373" y="2816602"/>
                  </a:lnTo>
                  <a:lnTo>
                    <a:pt x="786229" y="2866024"/>
                  </a:lnTo>
                  <a:lnTo>
                    <a:pt x="787085" y="2883948"/>
                  </a:lnTo>
                  <a:lnTo>
                    <a:pt x="787940" y="2881940"/>
                  </a:lnTo>
                  <a:lnTo>
                    <a:pt x="788796" y="2844956"/>
                  </a:lnTo>
                  <a:lnTo>
                    <a:pt x="789651" y="2780059"/>
                  </a:lnTo>
                  <a:lnTo>
                    <a:pt x="790507" y="2707918"/>
                  </a:lnTo>
                  <a:lnTo>
                    <a:pt x="791362" y="2583912"/>
                  </a:lnTo>
                  <a:lnTo>
                    <a:pt x="792218" y="2459547"/>
                  </a:lnTo>
                  <a:lnTo>
                    <a:pt x="793073" y="2374883"/>
                  </a:lnTo>
                  <a:lnTo>
                    <a:pt x="793929" y="2416379"/>
                  </a:lnTo>
                  <a:lnTo>
                    <a:pt x="794784" y="2502319"/>
                  </a:lnTo>
                  <a:lnTo>
                    <a:pt x="795640" y="2523610"/>
                  </a:lnTo>
                  <a:lnTo>
                    <a:pt x="796495" y="2505746"/>
                  </a:lnTo>
                  <a:lnTo>
                    <a:pt x="797351" y="2550175"/>
                  </a:lnTo>
                  <a:lnTo>
                    <a:pt x="798206" y="2617936"/>
                  </a:lnTo>
                  <a:lnTo>
                    <a:pt x="799062" y="2671774"/>
                  </a:lnTo>
                  <a:lnTo>
                    <a:pt x="799917" y="2703848"/>
                  </a:lnTo>
                  <a:lnTo>
                    <a:pt x="800773" y="2692177"/>
                  </a:lnTo>
                  <a:lnTo>
                    <a:pt x="801628" y="2729673"/>
                  </a:lnTo>
                  <a:lnTo>
                    <a:pt x="802484" y="2837569"/>
                  </a:lnTo>
                  <a:lnTo>
                    <a:pt x="803340" y="2921394"/>
                  </a:lnTo>
                  <a:lnTo>
                    <a:pt x="804195" y="2867458"/>
                  </a:lnTo>
                  <a:lnTo>
                    <a:pt x="805051" y="2817870"/>
                  </a:lnTo>
                  <a:lnTo>
                    <a:pt x="805906" y="2822596"/>
                  </a:lnTo>
                  <a:lnTo>
                    <a:pt x="806762" y="2780797"/>
                  </a:lnTo>
                  <a:lnTo>
                    <a:pt x="807617" y="2618888"/>
                  </a:lnTo>
                  <a:lnTo>
                    <a:pt x="808473" y="2484629"/>
                  </a:lnTo>
                  <a:lnTo>
                    <a:pt x="809328" y="2415102"/>
                  </a:lnTo>
                  <a:lnTo>
                    <a:pt x="810184" y="2364771"/>
                  </a:lnTo>
                  <a:lnTo>
                    <a:pt x="811039" y="2389131"/>
                  </a:lnTo>
                  <a:lnTo>
                    <a:pt x="811895" y="2429750"/>
                  </a:lnTo>
                  <a:lnTo>
                    <a:pt x="812750" y="2451087"/>
                  </a:lnTo>
                  <a:lnTo>
                    <a:pt x="813606" y="2479916"/>
                  </a:lnTo>
                  <a:lnTo>
                    <a:pt x="814461" y="2468839"/>
                  </a:lnTo>
                  <a:lnTo>
                    <a:pt x="815317" y="2420519"/>
                  </a:lnTo>
                  <a:lnTo>
                    <a:pt x="816172" y="2264182"/>
                  </a:lnTo>
                  <a:lnTo>
                    <a:pt x="817028" y="2074630"/>
                  </a:lnTo>
                  <a:lnTo>
                    <a:pt x="817884" y="1952810"/>
                  </a:lnTo>
                  <a:lnTo>
                    <a:pt x="818739" y="1752702"/>
                  </a:lnTo>
                  <a:lnTo>
                    <a:pt x="819595" y="1580529"/>
                  </a:lnTo>
                  <a:lnTo>
                    <a:pt x="820450" y="1431723"/>
                  </a:lnTo>
                  <a:lnTo>
                    <a:pt x="821306" y="1318024"/>
                  </a:lnTo>
                  <a:lnTo>
                    <a:pt x="822161" y="1172600"/>
                  </a:lnTo>
                  <a:lnTo>
                    <a:pt x="823017" y="969011"/>
                  </a:lnTo>
                  <a:lnTo>
                    <a:pt x="823872" y="844896"/>
                  </a:lnTo>
                  <a:lnTo>
                    <a:pt x="824728" y="839280"/>
                  </a:lnTo>
                  <a:lnTo>
                    <a:pt x="825583" y="847595"/>
                  </a:lnTo>
                  <a:lnTo>
                    <a:pt x="826439" y="849947"/>
                  </a:lnTo>
                  <a:lnTo>
                    <a:pt x="827294" y="932616"/>
                  </a:lnTo>
                  <a:lnTo>
                    <a:pt x="828150" y="1093188"/>
                  </a:lnTo>
                  <a:lnTo>
                    <a:pt x="829005" y="1213706"/>
                  </a:lnTo>
                  <a:lnTo>
                    <a:pt x="829861" y="1174249"/>
                  </a:lnTo>
                  <a:lnTo>
                    <a:pt x="830716" y="1095999"/>
                  </a:lnTo>
                  <a:lnTo>
                    <a:pt x="831572" y="1107231"/>
                  </a:lnTo>
                  <a:lnTo>
                    <a:pt x="832427" y="1148279"/>
                  </a:lnTo>
                  <a:lnTo>
                    <a:pt x="833283" y="1056932"/>
                  </a:lnTo>
                  <a:lnTo>
                    <a:pt x="834139" y="1012243"/>
                  </a:lnTo>
                  <a:lnTo>
                    <a:pt x="834994" y="1101566"/>
                  </a:lnTo>
                  <a:lnTo>
                    <a:pt x="835850" y="1185066"/>
                  </a:lnTo>
                  <a:lnTo>
                    <a:pt x="836705" y="1211737"/>
                  </a:lnTo>
                  <a:lnTo>
                    <a:pt x="837561" y="1280165"/>
                  </a:lnTo>
                  <a:lnTo>
                    <a:pt x="838416" y="1372868"/>
                  </a:lnTo>
                  <a:lnTo>
                    <a:pt x="839272" y="1418185"/>
                  </a:lnTo>
                  <a:lnTo>
                    <a:pt x="840127" y="1466315"/>
                  </a:lnTo>
                  <a:lnTo>
                    <a:pt x="840983" y="1670363"/>
                  </a:lnTo>
                  <a:lnTo>
                    <a:pt x="841838" y="1899813"/>
                  </a:lnTo>
                  <a:lnTo>
                    <a:pt x="842694" y="2005348"/>
                  </a:lnTo>
                  <a:lnTo>
                    <a:pt x="843549" y="2167400"/>
                  </a:lnTo>
                  <a:lnTo>
                    <a:pt x="844405" y="2264689"/>
                  </a:lnTo>
                  <a:lnTo>
                    <a:pt x="845260" y="2251809"/>
                  </a:lnTo>
                  <a:lnTo>
                    <a:pt x="846116" y="2062445"/>
                  </a:lnTo>
                  <a:lnTo>
                    <a:pt x="846971" y="1856154"/>
                  </a:lnTo>
                  <a:lnTo>
                    <a:pt x="847827" y="1770746"/>
                  </a:lnTo>
                  <a:lnTo>
                    <a:pt x="848682" y="1730138"/>
                  </a:lnTo>
                  <a:lnTo>
                    <a:pt x="849538" y="1736210"/>
                  </a:lnTo>
                  <a:lnTo>
                    <a:pt x="850394" y="1795923"/>
                  </a:lnTo>
                  <a:lnTo>
                    <a:pt x="851249" y="1908616"/>
                  </a:lnTo>
                  <a:lnTo>
                    <a:pt x="852105" y="1958574"/>
                  </a:lnTo>
                  <a:lnTo>
                    <a:pt x="852960" y="1959563"/>
                  </a:lnTo>
                  <a:lnTo>
                    <a:pt x="853816" y="2019527"/>
                  </a:lnTo>
                  <a:lnTo>
                    <a:pt x="854671" y="2028016"/>
                  </a:lnTo>
                  <a:lnTo>
                    <a:pt x="855527" y="2002048"/>
                  </a:lnTo>
                  <a:lnTo>
                    <a:pt x="856382" y="1988257"/>
                  </a:lnTo>
                  <a:lnTo>
                    <a:pt x="857238" y="2001836"/>
                  </a:lnTo>
                  <a:lnTo>
                    <a:pt x="858093" y="2064991"/>
                  </a:lnTo>
                  <a:lnTo>
                    <a:pt x="858949" y="2043167"/>
                  </a:lnTo>
                  <a:lnTo>
                    <a:pt x="859804" y="2038913"/>
                  </a:lnTo>
                  <a:lnTo>
                    <a:pt x="860660" y="2010842"/>
                  </a:lnTo>
                  <a:lnTo>
                    <a:pt x="861515" y="1967726"/>
                  </a:lnTo>
                  <a:lnTo>
                    <a:pt x="862371" y="1994167"/>
                  </a:lnTo>
                  <a:lnTo>
                    <a:pt x="863226" y="2037814"/>
                  </a:lnTo>
                  <a:lnTo>
                    <a:pt x="864082" y="2121527"/>
                  </a:lnTo>
                  <a:lnTo>
                    <a:pt x="864938" y="2270941"/>
                  </a:lnTo>
                  <a:lnTo>
                    <a:pt x="865793" y="2388362"/>
                  </a:lnTo>
                  <a:lnTo>
                    <a:pt x="866649" y="2552488"/>
                  </a:lnTo>
                  <a:lnTo>
                    <a:pt x="867504" y="2720071"/>
                  </a:lnTo>
                  <a:lnTo>
                    <a:pt x="868360" y="2811548"/>
                  </a:lnTo>
                  <a:lnTo>
                    <a:pt x="869215" y="2848101"/>
                  </a:lnTo>
                  <a:lnTo>
                    <a:pt x="870071" y="2869150"/>
                  </a:lnTo>
                  <a:lnTo>
                    <a:pt x="870926" y="2982551"/>
                  </a:lnTo>
                  <a:lnTo>
                    <a:pt x="871782" y="3046145"/>
                  </a:lnTo>
                  <a:lnTo>
                    <a:pt x="872637" y="3018041"/>
                  </a:lnTo>
                  <a:lnTo>
                    <a:pt x="873493" y="2991080"/>
                  </a:lnTo>
                  <a:lnTo>
                    <a:pt x="874348" y="2945186"/>
                  </a:lnTo>
                  <a:lnTo>
                    <a:pt x="875204" y="2902943"/>
                  </a:lnTo>
                  <a:lnTo>
                    <a:pt x="876059" y="2876095"/>
                  </a:lnTo>
                  <a:lnTo>
                    <a:pt x="876915" y="2819609"/>
                  </a:lnTo>
                  <a:lnTo>
                    <a:pt x="877770" y="2769504"/>
                  </a:lnTo>
                  <a:lnTo>
                    <a:pt x="878626" y="2724488"/>
                  </a:lnTo>
                  <a:lnTo>
                    <a:pt x="879481" y="2734094"/>
                  </a:lnTo>
                  <a:lnTo>
                    <a:pt x="880337" y="2747720"/>
                  </a:lnTo>
                  <a:lnTo>
                    <a:pt x="881193" y="2707928"/>
                  </a:lnTo>
                  <a:lnTo>
                    <a:pt x="882048" y="2735943"/>
                  </a:lnTo>
                  <a:lnTo>
                    <a:pt x="882904" y="2775876"/>
                  </a:lnTo>
                  <a:lnTo>
                    <a:pt x="883759" y="2826561"/>
                  </a:lnTo>
                  <a:lnTo>
                    <a:pt x="884615" y="2819544"/>
                  </a:lnTo>
                  <a:lnTo>
                    <a:pt x="885470" y="2783637"/>
                  </a:lnTo>
                  <a:lnTo>
                    <a:pt x="886326" y="2772074"/>
                  </a:lnTo>
                  <a:lnTo>
                    <a:pt x="887181" y="2710165"/>
                  </a:lnTo>
                  <a:lnTo>
                    <a:pt x="888037" y="2687100"/>
                  </a:lnTo>
                  <a:lnTo>
                    <a:pt x="888892" y="2612265"/>
                  </a:lnTo>
                  <a:lnTo>
                    <a:pt x="889748" y="2644379"/>
                  </a:lnTo>
                  <a:lnTo>
                    <a:pt x="890603" y="2698129"/>
                  </a:lnTo>
                  <a:lnTo>
                    <a:pt x="891459" y="2749154"/>
                  </a:lnTo>
                  <a:lnTo>
                    <a:pt x="892314" y="2806408"/>
                  </a:lnTo>
                  <a:lnTo>
                    <a:pt x="893170" y="2844181"/>
                  </a:lnTo>
                  <a:lnTo>
                    <a:pt x="894025" y="2915306"/>
                  </a:lnTo>
                  <a:lnTo>
                    <a:pt x="894881" y="2924083"/>
                  </a:lnTo>
                  <a:lnTo>
                    <a:pt x="895736" y="2946470"/>
                  </a:lnTo>
                  <a:lnTo>
                    <a:pt x="896592" y="3010131"/>
                  </a:lnTo>
                  <a:lnTo>
                    <a:pt x="897448" y="3061411"/>
                  </a:lnTo>
                  <a:lnTo>
                    <a:pt x="898303" y="3082710"/>
                  </a:lnTo>
                  <a:lnTo>
                    <a:pt x="899159" y="3074667"/>
                  </a:lnTo>
                  <a:lnTo>
                    <a:pt x="900014" y="3040696"/>
                  </a:lnTo>
                  <a:lnTo>
                    <a:pt x="900870" y="2942751"/>
                  </a:lnTo>
                  <a:lnTo>
                    <a:pt x="901725" y="2812962"/>
                  </a:lnTo>
                  <a:lnTo>
                    <a:pt x="902581" y="2762932"/>
                  </a:lnTo>
                  <a:lnTo>
                    <a:pt x="903436" y="2763050"/>
                  </a:lnTo>
                  <a:lnTo>
                    <a:pt x="904292" y="2769338"/>
                  </a:lnTo>
                  <a:lnTo>
                    <a:pt x="905147" y="2778100"/>
                  </a:lnTo>
                  <a:lnTo>
                    <a:pt x="906003" y="2865512"/>
                  </a:lnTo>
                  <a:lnTo>
                    <a:pt x="906858" y="2968707"/>
                  </a:lnTo>
                  <a:lnTo>
                    <a:pt x="907714" y="2998390"/>
                  </a:lnTo>
                  <a:lnTo>
                    <a:pt x="908569" y="2992738"/>
                  </a:lnTo>
                  <a:lnTo>
                    <a:pt x="909425" y="2997188"/>
                  </a:lnTo>
                  <a:lnTo>
                    <a:pt x="910280" y="3011051"/>
                  </a:lnTo>
                  <a:lnTo>
                    <a:pt x="911136" y="3023676"/>
                  </a:lnTo>
                  <a:lnTo>
                    <a:pt x="911991" y="3023677"/>
                  </a:lnTo>
                  <a:lnTo>
                    <a:pt x="912847" y="3023425"/>
                  </a:lnTo>
                  <a:lnTo>
                    <a:pt x="913703" y="3031226"/>
                  </a:lnTo>
                  <a:lnTo>
                    <a:pt x="914558" y="3053533"/>
                  </a:lnTo>
                  <a:lnTo>
                    <a:pt x="915414" y="3073678"/>
                  </a:lnTo>
                  <a:lnTo>
                    <a:pt x="916269" y="3071586"/>
                  </a:lnTo>
                  <a:lnTo>
                    <a:pt x="917125" y="3048291"/>
                  </a:lnTo>
                  <a:lnTo>
                    <a:pt x="917980" y="3011853"/>
                  </a:lnTo>
                  <a:lnTo>
                    <a:pt x="918836" y="2998179"/>
                  </a:lnTo>
                  <a:lnTo>
                    <a:pt x="919691" y="2998180"/>
                  </a:lnTo>
                  <a:lnTo>
                    <a:pt x="920547" y="3010827"/>
                  </a:lnTo>
                  <a:lnTo>
                    <a:pt x="921402" y="3038565"/>
                  </a:lnTo>
                  <a:lnTo>
                    <a:pt x="922258" y="3068872"/>
                  </a:lnTo>
                  <a:lnTo>
                    <a:pt x="923113" y="3105310"/>
                  </a:lnTo>
                  <a:lnTo>
                    <a:pt x="923969" y="3116972"/>
                  </a:lnTo>
                  <a:lnTo>
                    <a:pt x="924824" y="3116972"/>
                  </a:lnTo>
                  <a:lnTo>
                    <a:pt x="925680" y="3108743"/>
                  </a:lnTo>
                  <a:lnTo>
                    <a:pt x="926535" y="3072830"/>
                  </a:lnTo>
                  <a:lnTo>
                    <a:pt x="927391" y="3085594"/>
                  </a:lnTo>
                  <a:lnTo>
                    <a:pt x="928247" y="3086223"/>
                  </a:lnTo>
                  <a:lnTo>
                    <a:pt x="929102" y="3045634"/>
                  </a:lnTo>
                  <a:lnTo>
                    <a:pt x="929958" y="3023089"/>
                  </a:lnTo>
                  <a:lnTo>
                    <a:pt x="930813" y="3058286"/>
                  </a:lnTo>
                  <a:lnTo>
                    <a:pt x="931669" y="3066460"/>
                  </a:lnTo>
                  <a:lnTo>
                    <a:pt x="932524" y="3043912"/>
                  </a:lnTo>
                  <a:lnTo>
                    <a:pt x="933380" y="3025636"/>
                  </a:lnTo>
                  <a:lnTo>
                    <a:pt x="934235" y="3039285"/>
                  </a:lnTo>
                  <a:lnTo>
                    <a:pt x="935091" y="3078728"/>
                  </a:lnTo>
                  <a:lnTo>
                    <a:pt x="935946" y="3112536"/>
                  </a:lnTo>
                  <a:lnTo>
                    <a:pt x="936802" y="3112536"/>
                  </a:lnTo>
                  <a:lnTo>
                    <a:pt x="937657" y="3116972"/>
                  </a:lnTo>
                  <a:lnTo>
                    <a:pt x="938513" y="3116972"/>
                  </a:lnTo>
                  <a:lnTo>
                    <a:pt x="939368" y="3116972"/>
                  </a:lnTo>
                  <a:lnTo>
                    <a:pt x="940224" y="3116972"/>
                  </a:lnTo>
                  <a:lnTo>
                    <a:pt x="941079" y="3116972"/>
                  </a:lnTo>
                  <a:lnTo>
                    <a:pt x="941935" y="3116972"/>
                  </a:lnTo>
                  <a:lnTo>
                    <a:pt x="942790" y="3085101"/>
                  </a:lnTo>
                  <a:lnTo>
                    <a:pt x="943646" y="3010956"/>
                  </a:lnTo>
                  <a:lnTo>
                    <a:pt x="944502" y="2960496"/>
                  </a:lnTo>
                  <a:lnTo>
                    <a:pt x="945357" y="2878643"/>
                  </a:lnTo>
                  <a:lnTo>
                    <a:pt x="946213" y="2810024"/>
                  </a:lnTo>
                  <a:lnTo>
                    <a:pt x="947068" y="2820765"/>
                  </a:lnTo>
                  <a:lnTo>
                    <a:pt x="947924" y="2861830"/>
                  </a:lnTo>
                  <a:lnTo>
                    <a:pt x="948779" y="2873130"/>
                  </a:lnTo>
                  <a:lnTo>
                    <a:pt x="949635" y="2918868"/>
                  </a:lnTo>
                  <a:lnTo>
                    <a:pt x="950490" y="3028458"/>
                  </a:lnTo>
                  <a:lnTo>
                    <a:pt x="951346" y="3116972"/>
                  </a:lnTo>
                  <a:lnTo>
                    <a:pt x="952201" y="3116972"/>
                  </a:lnTo>
                  <a:lnTo>
                    <a:pt x="953057" y="3116972"/>
                  </a:lnTo>
                  <a:lnTo>
                    <a:pt x="953912" y="3116972"/>
                  </a:lnTo>
                  <a:lnTo>
                    <a:pt x="954768" y="3116972"/>
                  </a:lnTo>
                  <a:lnTo>
                    <a:pt x="955623" y="3116972"/>
                  </a:lnTo>
                  <a:lnTo>
                    <a:pt x="956479" y="3092553"/>
                  </a:lnTo>
                  <a:lnTo>
                    <a:pt x="957334" y="3047833"/>
                  </a:lnTo>
                  <a:lnTo>
                    <a:pt x="958190" y="2969483"/>
                  </a:lnTo>
                  <a:lnTo>
                    <a:pt x="959045" y="2940338"/>
                  </a:lnTo>
                  <a:lnTo>
                    <a:pt x="959901" y="2940338"/>
                  </a:lnTo>
                  <a:lnTo>
                    <a:pt x="960757" y="2932703"/>
                  </a:lnTo>
                  <a:lnTo>
                    <a:pt x="961612" y="2897597"/>
                  </a:lnTo>
                  <a:lnTo>
                    <a:pt x="962468" y="2892117"/>
                  </a:lnTo>
                  <a:lnTo>
                    <a:pt x="963323" y="2969548"/>
                  </a:lnTo>
                  <a:lnTo>
                    <a:pt x="964179" y="2998694"/>
                  </a:lnTo>
                  <a:lnTo>
                    <a:pt x="965034" y="2965973"/>
                  </a:lnTo>
                  <a:lnTo>
                    <a:pt x="965890" y="2935061"/>
                  </a:lnTo>
                  <a:lnTo>
                    <a:pt x="966745" y="2970166"/>
                  </a:lnTo>
                  <a:lnTo>
                    <a:pt x="967601" y="2999399"/>
                  </a:lnTo>
                  <a:lnTo>
                    <a:pt x="968456" y="3000318"/>
                  </a:lnTo>
                  <a:lnTo>
                    <a:pt x="969312" y="3000319"/>
                  </a:lnTo>
                  <a:lnTo>
                    <a:pt x="970167" y="3033039"/>
                  </a:lnTo>
                  <a:lnTo>
                    <a:pt x="971023" y="3071586"/>
                  </a:lnTo>
                  <a:lnTo>
                    <a:pt x="971878" y="3071586"/>
                  </a:lnTo>
                  <a:lnTo>
                    <a:pt x="972734" y="3071586"/>
                  </a:lnTo>
                  <a:lnTo>
                    <a:pt x="973589" y="3071586"/>
                  </a:lnTo>
                  <a:lnTo>
                    <a:pt x="974445" y="3067456"/>
                  </a:lnTo>
                  <a:lnTo>
                    <a:pt x="975301" y="3020795"/>
                  </a:lnTo>
                  <a:lnTo>
                    <a:pt x="976156" y="3029114"/>
                  </a:lnTo>
                  <a:lnTo>
                    <a:pt x="977012" y="3076553"/>
                  </a:lnTo>
                  <a:lnTo>
                    <a:pt x="977867" y="3116972"/>
                  </a:lnTo>
                  <a:lnTo>
                    <a:pt x="978723" y="3116972"/>
                  </a:lnTo>
                  <a:lnTo>
                    <a:pt x="979578" y="3116972"/>
                  </a:lnTo>
                  <a:lnTo>
                    <a:pt x="980434" y="3116972"/>
                  </a:lnTo>
                  <a:lnTo>
                    <a:pt x="981289" y="3116972"/>
                  </a:lnTo>
                  <a:lnTo>
                    <a:pt x="982145" y="3116972"/>
                  </a:lnTo>
                  <a:lnTo>
                    <a:pt x="983000" y="3116972"/>
                  </a:lnTo>
                  <a:lnTo>
                    <a:pt x="983856" y="3116972"/>
                  </a:lnTo>
                  <a:lnTo>
                    <a:pt x="984711" y="3116972"/>
                  </a:lnTo>
                  <a:lnTo>
                    <a:pt x="985567" y="3101703"/>
                  </a:lnTo>
                  <a:lnTo>
                    <a:pt x="986422" y="3044563"/>
                  </a:lnTo>
                  <a:lnTo>
                    <a:pt x="987278" y="3006940"/>
                  </a:lnTo>
                  <a:lnTo>
                    <a:pt x="988133" y="2981248"/>
                  </a:lnTo>
                  <a:lnTo>
                    <a:pt x="988989" y="2941569"/>
                  </a:lnTo>
                  <a:lnTo>
                    <a:pt x="989844" y="2917506"/>
                  </a:lnTo>
                  <a:lnTo>
                    <a:pt x="990700" y="2906980"/>
                  </a:lnTo>
                  <a:lnTo>
                    <a:pt x="991556" y="2941629"/>
                  </a:lnTo>
                  <a:lnTo>
                    <a:pt x="992411" y="2969865"/>
                  </a:lnTo>
                  <a:lnTo>
                    <a:pt x="993267" y="3011726"/>
                  </a:lnTo>
                  <a:lnTo>
                    <a:pt x="994122" y="3058217"/>
                  </a:lnTo>
                  <a:lnTo>
                    <a:pt x="994978" y="3082279"/>
                  </a:lnTo>
                  <a:lnTo>
                    <a:pt x="995833" y="3110091"/>
                  </a:lnTo>
                  <a:lnTo>
                    <a:pt x="996689" y="3116972"/>
                  </a:lnTo>
                  <a:lnTo>
                    <a:pt x="997544" y="3088338"/>
                  </a:lnTo>
                  <a:lnTo>
                    <a:pt x="998400" y="3000916"/>
                  </a:lnTo>
                  <a:lnTo>
                    <a:pt x="999255" y="2948443"/>
                  </a:lnTo>
                  <a:lnTo>
                    <a:pt x="1000111" y="2914034"/>
                  </a:lnTo>
                  <a:lnTo>
                    <a:pt x="1000966" y="2898632"/>
                  </a:lnTo>
                  <a:lnTo>
                    <a:pt x="1001822" y="2891536"/>
                  </a:lnTo>
                  <a:lnTo>
                    <a:pt x="1002677" y="2858123"/>
                  </a:lnTo>
                  <a:lnTo>
                    <a:pt x="1003533" y="2905692"/>
                  </a:lnTo>
                  <a:lnTo>
                    <a:pt x="1004388" y="2951355"/>
                  </a:lnTo>
                  <a:lnTo>
                    <a:pt x="1005244" y="2985763"/>
                  </a:lnTo>
                  <a:lnTo>
                    <a:pt x="1006099" y="3001165"/>
                  </a:lnTo>
                  <a:lnTo>
                    <a:pt x="1006955" y="3008262"/>
                  </a:lnTo>
                  <a:lnTo>
                    <a:pt x="1007811" y="3054921"/>
                  </a:lnTo>
                  <a:lnTo>
                    <a:pt x="1008666" y="3071586"/>
                  </a:lnTo>
                  <a:lnTo>
                    <a:pt x="1009522" y="3071586"/>
                  </a:lnTo>
                  <a:lnTo>
                    <a:pt x="1010377" y="3071586"/>
                  </a:lnTo>
                  <a:lnTo>
                    <a:pt x="1011233" y="3071586"/>
                  </a:lnTo>
                  <a:lnTo>
                    <a:pt x="1012088" y="3069927"/>
                  </a:lnTo>
                  <a:lnTo>
                    <a:pt x="1012944" y="3047384"/>
                  </a:lnTo>
                  <a:lnTo>
                    <a:pt x="1013799" y="3024760"/>
                  </a:lnTo>
                  <a:lnTo>
                    <a:pt x="1014655" y="3024759"/>
                  </a:lnTo>
                  <a:lnTo>
                    <a:pt x="1015510" y="3024760"/>
                  </a:lnTo>
                  <a:lnTo>
                    <a:pt x="1016366" y="3024761"/>
                  </a:lnTo>
                  <a:lnTo>
                    <a:pt x="1017221" y="3026420"/>
                  </a:lnTo>
                  <a:lnTo>
                    <a:pt x="1018077" y="3048962"/>
                  </a:lnTo>
                  <a:lnTo>
                    <a:pt x="1018932" y="3071586"/>
                  </a:lnTo>
                  <a:lnTo>
                    <a:pt x="1019788" y="3071586"/>
                  </a:lnTo>
                  <a:lnTo>
                    <a:pt x="1020643" y="3071586"/>
                  </a:lnTo>
                  <a:lnTo>
                    <a:pt x="1021499" y="3071586"/>
                  </a:lnTo>
                  <a:lnTo>
                    <a:pt x="1022355" y="3071586"/>
                  </a:lnTo>
                  <a:lnTo>
                    <a:pt x="1023210" y="3071586"/>
                  </a:lnTo>
                  <a:lnTo>
                    <a:pt x="1024066" y="3071586"/>
                  </a:lnTo>
                  <a:lnTo>
                    <a:pt x="1024921" y="3071586"/>
                  </a:lnTo>
                  <a:lnTo>
                    <a:pt x="1025777" y="3071586"/>
                  </a:lnTo>
                  <a:lnTo>
                    <a:pt x="1026632" y="3071586"/>
                  </a:lnTo>
                  <a:lnTo>
                    <a:pt x="1027488" y="3071586"/>
                  </a:lnTo>
                  <a:lnTo>
                    <a:pt x="1028343" y="3071586"/>
                  </a:lnTo>
                  <a:lnTo>
                    <a:pt x="1029199" y="3071586"/>
                  </a:lnTo>
                  <a:lnTo>
                    <a:pt x="1030054" y="3071586"/>
                  </a:lnTo>
                  <a:lnTo>
                    <a:pt x="1030910" y="3071586"/>
                  </a:lnTo>
                  <a:lnTo>
                    <a:pt x="1031765" y="3071586"/>
                  </a:lnTo>
                  <a:lnTo>
                    <a:pt x="1032621" y="3071586"/>
                  </a:lnTo>
                  <a:lnTo>
                    <a:pt x="1033476" y="3071586"/>
                  </a:lnTo>
                  <a:lnTo>
                    <a:pt x="1034332" y="3071586"/>
                  </a:lnTo>
                  <a:lnTo>
                    <a:pt x="1035187" y="3071586"/>
                  </a:lnTo>
                  <a:lnTo>
                    <a:pt x="1036043" y="3071586"/>
                  </a:lnTo>
                  <a:lnTo>
                    <a:pt x="1036898" y="3071586"/>
                  </a:lnTo>
                  <a:lnTo>
                    <a:pt x="1037754" y="3071586"/>
                  </a:lnTo>
                  <a:lnTo>
                    <a:pt x="1038610" y="3045162"/>
                  </a:lnTo>
                  <a:lnTo>
                    <a:pt x="1039465" y="3008212"/>
                  </a:lnTo>
                  <a:lnTo>
                    <a:pt x="1040321" y="2960419"/>
                  </a:lnTo>
                  <a:lnTo>
                    <a:pt x="1041176" y="2929624"/>
                  </a:lnTo>
                  <a:lnTo>
                    <a:pt x="1042032" y="2929625"/>
                  </a:lnTo>
                  <a:lnTo>
                    <a:pt x="1042887" y="2929625"/>
                  </a:lnTo>
                  <a:lnTo>
                    <a:pt x="1043743" y="2956048"/>
                  </a:lnTo>
                  <a:lnTo>
                    <a:pt x="1044598" y="2992998"/>
                  </a:lnTo>
                  <a:lnTo>
                    <a:pt x="1045454" y="3040791"/>
                  </a:lnTo>
                  <a:lnTo>
                    <a:pt x="1046309" y="3071586"/>
                  </a:lnTo>
                  <a:lnTo>
                    <a:pt x="1047165" y="3055626"/>
                  </a:lnTo>
                  <a:lnTo>
                    <a:pt x="1048020" y="3008966"/>
                  </a:lnTo>
                  <a:lnTo>
                    <a:pt x="1048876" y="3000933"/>
                  </a:lnTo>
                  <a:lnTo>
                    <a:pt x="1049731" y="3000934"/>
                  </a:lnTo>
                  <a:lnTo>
                    <a:pt x="1050587" y="3000934"/>
                  </a:lnTo>
                  <a:lnTo>
                    <a:pt x="1051442" y="3000934"/>
                  </a:lnTo>
                  <a:lnTo>
                    <a:pt x="1052298" y="3021417"/>
                  </a:lnTo>
                  <a:lnTo>
                    <a:pt x="1053153" y="3024789"/>
                  </a:lnTo>
                  <a:lnTo>
                    <a:pt x="1054009" y="2990094"/>
                  </a:lnTo>
                  <a:lnTo>
                    <a:pt x="1054865" y="2967858"/>
                  </a:lnTo>
                  <a:lnTo>
                    <a:pt x="1055720" y="2924090"/>
                  </a:lnTo>
                  <a:lnTo>
                    <a:pt x="1056576" y="2923045"/>
                  </a:lnTo>
                  <a:lnTo>
                    <a:pt x="1057431" y="2931172"/>
                  </a:lnTo>
                  <a:lnTo>
                    <a:pt x="1058287" y="2980526"/>
                  </a:lnTo>
                  <a:lnTo>
                    <a:pt x="1059142" y="2993903"/>
                  </a:lnTo>
                  <a:lnTo>
                    <a:pt x="1059998" y="2998501"/>
                  </a:lnTo>
                  <a:lnTo>
                    <a:pt x="1060853" y="3034138"/>
                  </a:lnTo>
                  <a:lnTo>
                    <a:pt x="1061709" y="3003593"/>
                  </a:lnTo>
                  <a:lnTo>
                    <a:pt x="1062564" y="2949855"/>
                  </a:lnTo>
                  <a:lnTo>
                    <a:pt x="1063420" y="2953535"/>
                  </a:lnTo>
                  <a:lnTo>
                    <a:pt x="1064275" y="3008948"/>
                  </a:lnTo>
                  <a:lnTo>
                    <a:pt x="1065131" y="3026583"/>
                  </a:lnTo>
                  <a:lnTo>
                    <a:pt x="1065986" y="3034719"/>
                  </a:lnTo>
                  <a:lnTo>
                    <a:pt x="1066842" y="3066312"/>
                  </a:lnTo>
                  <a:lnTo>
                    <a:pt x="1067697" y="3107399"/>
                  </a:lnTo>
                  <a:lnTo>
                    <a:pt x="1068553" y="3097650"/>
                  </a:lnTo>
                  <a:lnTo>
                    <a:pt x="1069409" y="3071586"/>
                  </a:lnTo>
                  <a:lnTo>
                    <a:pt x="1070264" y="3071586"/>
                  </a:lnTo>
                  <a:lnTo>
                    <a:pt x="1071120" y="3071586"/>
                  </a:lnTo>
                  <a:lnTo>
                    <a:pt x="1071975" y="3071586"/>
                  </a:lnTo>
                  <a:lnTo>
                    <a:pt x="1072831" y="3071586"/>
                  </a:lnTo>
                  <a:lnTo>
                    <a:pt x="1073686" y="3071586"/>
                  </a:lnTo>
                  <a:lnTo>
                    <a:pt x="1074542" y="3071586"/>
                  </a:lnTo>
                  <a:lnTo>
                    <a:pt x="1075397" y="3071586"/>
                  </a:lnTo>
                  <a:lnTo>
                    <a:pt x="1076253" y="3095332"/>
                  </a:lnTo>
                  <a:lnTo>
                    <a:pt x="1077108" y="3094856"/>
                  </a:lnTo>
                  <a:lnTo>
                    <a:pt x="1077964" y="3078431"/>
                  </a:lnTo>
                  <a:lnTo>
                    <a:pt x="1078819" y="3101986"/>
                  </a:lnTo>
                  <a:lnTo>
                    <a:pt x="1079675" y="3103997"/>
                  </a:lnTo>
                  <a:lnTo>
                    <a:pt x="1080530" y="3103998"/>
                  </a:lnTo>
                  <a:lnTo>
                    <a:pt x="1081386" y="3080254"/>
                  </a:lnTo>
                  <a:lnTo>
                    <a:pt x="1082241" y="3080727"/>
                  </a:lnTo>
                  <a:lnTo>
                    <a:pt x="1083097" y="3080727"/>
                  </a:lnTo>
                  <a:lnTo>
                    <a:pt x="1083952" y="3035996"/>
                  </a:lnTo>
                  <a:lnTo>
                    <a:pt x="1084808" y="3012936"/>
                  </a:lnTo>
                  <a:lnTo>
                    <a:pt x="1085664" y="2996390"/>
                  </a:lnTo>
                  <a:lnTo>
                    <a:pt x="1086519" y="2996392"/>
                  </a:lnTo>
                  <a:lnTo>
                    <a:pt x="1087375" y="2977099"/>
                  </a:lnTo>
                  <a:lnTo>
                    <a:pt x="1088230" y="2957738"/>
                  </a:lnTo>
                  <a:lnTo>
                    <a:pt x="1089086" y="2960490"/>
                  </a:lnTo>
                  <a:lnTo>
                    <a:pt x="1089941" y="2981540"/>
                  </a:lnTo>
                  <a:lnTo>
                    <a:pt x="1090797" y="2998088"/>
                  </a:lnTo>
                  <a:lnTo>
                    <a:pt x="1091652" y="2998088"/>
                  </a:lnTo>
                  <a:lnTo>
                    <a:pt x="1092508" y="3000708"/>
                  </a:lnTo>
                  <a:lnTo>
                    <a:pt x="1093363" y="2997808"/>
                  </a:lnTo>
                  <a:lnTo>
                    <a:pt x="1094219" y="2998592"/>
                  </a:lnTo>
                  <a:lnTo>
                    <a:pt x="1095074" y="2998593"/>
                  </a:lnTo>
                  <a:lnTo>
                    <a:pt x="1095930" y="2998594"/>
                  </a:lnTo>
                  <a:lnTo>
                    <a:pt x="1096785" y="2998594"/>
                  </a:lnTo>
                  <a:lnTo>
                    <a:pt x="1097641" y="3015264"/>
                  </a:lnTo>
                  <a:lnTo>
                    <a:pt x="1098496" y="3053950"/>
                  </a:lnTo>
                  <a:lnTo>
                    <a:pt x="1099352" y="3067417"/>
                  </a:lnTo>
                  <a:lnTo>
                    <a:pt x="1100207" y="3023148"/>
                  </a:lnTo>
                  <a:lnTo>
                    <a:pt x="1101063" y="2961625"/>
                  </a:lnTo>
                  <a:lnTo>
                    <a:pt x="1101919" y="2971940"/>
                  </a:lnTo>
                  <a:lnTo>
                    <a:pt x="1102774" y="3012951"/>
                  </a:lnTo>
                  <a:lnTo>
                    <a:pt x="1103630" y="3019681"/>
                  </a:lnTo>
                  <a:lnTo>
                    <a:pt x="1104485" y="3023850"/>
                  </a:lnTo>
                  <a:lnTo>
                    <a:pt x="1105341" y="3068119"/>
                  </a:lnTo>
                  <a:lnTo>
                    <a:pt x="1106196" y="3116972"/>
                  </a:lnTo>
                  <a:lnTo>
                    <a:pt x="1107052" y="3116972"/>
                  </a:lnTo>
                  <a:lnTo>
                    <a:pt x="1107907" y="3116972"/>
                  </a:lnTo>
                  <a:lnTo>
                    <a:pt x="1108763" y="3102181"/>
                  </a:lnTo>
                  <a:lnTo>
                    <a:pt x="1109618" y="3061881"/>
                  </a:lnTo>
                  <a:lnTo>
                    <a:pt x="1110474" y="3033042"/>
                  </a:lnTo>
                  <a:lnTo>
                    <a:pt x="1111329" y="2988167"/>
                  </a:lnTo>
                  <a:lnTo>
                    <a:pt x="1112185" y="2934634"/>
                  </a:lnTo>
                  <a:lnTo>
                    <a:pt x="1113040" y="2925955"/>
                  </a:lnTo>
                  <a:lnTo>
                    <a:pt x="1113896" y="2940606"/>
                  </a:lnTo>
                  <a:lnTo>
                    <a:pt x="1114751" y="2980909"/>
                  </a:lnTo>
                  <a:lnTo>
                    <a:pt x="1115607" y="3009747"/>
                  </a:lnTo>
                  <a:lnTo>
                    <a:pt x="1116462" y="3044746"/>
                  </a:lnTo>
                  <a:lnTo>
                    <a:pt x="1117318" y="3070539"/>
                  </a:lnTo>
                  <a:lnTo>
                    <a:pt x="1118174" y="3056817"/>
                  </a:lnTo>
                  <a:lnTo>
                    <a:pt x="1119029" y="3020857"/>
                  </a:lnTo>
                  <a:lnTo>
                    <a:pt x="1119885" y="2998219"/>
                  </a:lnTo>
                  <a:lnTo>
                    <a:pt x="1120740" y="2998221"/>
                  </a:lnTo>
                  <a:lnTo>
                    <a:pt x="1121596" y="2998222"/>
                  </a:lnTo>
                  <a:lnTo>
                    <a:pt x="1122451" y="2998222"/>
                  </a:lnTo>
                  <a:lnTo>
                    <a:pt x="1123307" y="3012991"/>
                  </a:lnTo>
                  <a:lnTo>
                    <a:pt x="1124162" y="3048950"/>
                  </a:lnTo>
                  <a:lnTo>
                    <a:pt x="1125018" y="3071586"/>
                  </a:lnTo>
                  <a:lnTo>
                    <a:pt x="1125873" y="3071586"/>
                  </a:lnTo>
                  <a:lnTo>
                    <a:pt x="1126729" y="3071586"/>
                  </a:lnTo>
                  <a:lnTo>
                    <a:pt x="1127584" y="3071586"/>
                  </a:lnTo>
                  <a:lnTo>
                    <a:pt x="1128440" y="3071586"/>
                  </a:lnTo>
                  <a:lnTo>
                    <a:pt x="1129295" y="3071586"/>
                  </a:lnTo>
                  <a:lnTo>
                    <a:pt x="1130151" y="3071586"/>
                  </a:lnTo>
                  <a:lnTo>
                    <a:pt x="1131006" y="3071586"/>
                  </a:lnTo>
                  <a:lnTo>
                    <a:pt x="1131862" y="3071586"/>
                  </a:lnTo>
                  <a:lnTo>
                    <a:pt x="1132718" y="3071586"/>
                  </a:lnTo>
                  <a:lnTo>
                    <a:pt x="1133573" y="3071586"/>
                  </a:lnTo>
                  <a:lnTo>
                    <a:pt x="1134429" y="3071586"/>
                  </a:lnTo>
                  <a:lnTo>
                    <a:pt x="1135284" y="3071586"/>
                  </a:lnTo>
                  <a:lnTo>
                    <a:pt x="1136140" y="3071586"/>
                  </a:lnTo>
                  <a:lnTo>
                    <a:pt x="1136995" y="3071586"/>
                  </a:lnTo>
                  <a:lnTo>
                    <a:pt x="1137851" y="3071586"/>
                  </a:lnTo>
                  <a:lnTo>
                    <a:pt x="1138706" y="3071586"/>
                  </a:lnTo>
                  <a:lnTo>
                    <a:pt x="1139562" y="3069380"/>
                  </a:lnTo>
                  <a:lnTo>
                    <a:pt x="1140417" y="3050459"/>
                  </a:lnTo>
                  <a:lnTo>
                    <a:pt x="1141273" y="3046250"/>
                  </a:lnTo>
                  <a:lnTo>
                    <a:pt x="1142128" y="3037326"/>
                  </a:lnTo>
                  <a:lnTo>
                    <a:pt x="1142984" y="3082932"/>
                  </a:lnTo>
                  <a:lnTo>
                    <a:pt x="1143839" y="3116972"/>
                  </a:lnTo>
                  <a:lnTo>
                    <a:pt x="1144695" y="3116972"/>
                  </a:lnTo>
                  <a:lnTo>
                    <a:pt x="1145550" y="3116972"/>
                  </a:lnTo>
                  <a:lnTo>
                    <a:pt x="1146406" y="3116972"/>
                  </a:lnTo>
                  <a:lnTo>
                    <a:pt x="1147261" y="3116972"/>
                  </a:lnTo>
                  <a:lnTo>
                    <a:pt x="1148117" y="3116972"/>
                  </a:lnTo>
                  <a:lnTo>
                    <a:pt x="1148973" y="3103452"/>
                  </a:lnTo>
                  <a:lnTo>
                    <a:pt x="1149828" y="3001711"/>
                  </a:lnTo>
                  <a:lnTo>
                    <a:pt x="1150684" y="2909881"/>
                  </a:lnTo>
                  <a:lnTo>
                    <a:pt x="1151539" y="2860925"/>
                  </a:lnTo>
                  <a:lnTo>
                    <a:pt x="1152395" y="2843323"/>
                  </a:lnTo>
                  <a:lnTo>
                    <a:pt x="1153250" y="2913443"/>
                  </a:lnTo>
                  <a:lnTo>
                    <a:pt x="1154106" y="2961550"/>
                  </a:lnTo>
                  <a:lnTo>
                    <a:pt x="1154961" y="2977184"/>
                  </a:lnTo>
                  <a:lnTo>
                    <a:pt x="1155817" y="2974498"/>
                  </a:lnTo>
                  <a:lnTo>
                    <a:pt x="1156672" y="3021737"/>
                  </a:lnTo>
                  <a:lnTo>
                    <a:pt x="1157528" y="3098646"/>
                  </a:lnTo>
                  <a:lnTo>
                    <a:pt x="1158383" y="3051043"/>
                  </a:lnTo>
                  <a:lnTo>
                    <a:pt x="1159239" y="2998759"/>
                  </a:lnTo>
                  <a:lnTo>
                    <a:pt x="1160094" y="3020709"/>
                  </a:lnTo>
                  <a:lnTo>
                    <a:pt x="1160950" y="3060039"/>
                  </a:lnTo>
                  <a:lnTo>
                    <a:pt x="1161805" y="3061809"/>
                  </a:lnTo>
                  <a:lnTo>
                    <a:pt x="1162661" y="3015149"/>
                  </a:lnTo>
                  <a:lnTo>
                    <a:pt x="1163516" y="3000937"/>
                  </a:lnTo>
                  <a:lnTo>
                    <a:pt x="1164372" y="3024349"/>
                  </a:lnTo>
                  <a:lnTo>
                    <a:pt x="1165228" y="3071532"/>
                  </a:lnTo>
                  <a:lnTo>
                    <a:pt x="1166083" y="3078797"/>
                  </a:lnTo>
                  <a:lnTo>
                    <a:pt x="1166939" y="3104762"/>
                  </a:lnTo>
                  <a:lnTo>
                    <a:pt x="1167794" y="3116972"/>
                  </a:lnTo>
                  <a:lnTo>
                    <a:pt x="1168650" y="3116972"/>
                  </a:lnTo>
                  <a:lnTo>
                    <a:pt x="1169505" y="3116972"/>
                  </a:lnTo>
                  <a:lnTo>
                    <a:pt x="1170361" y="3116972"/>
                  </a:lnTo>
                  <a:lnTo>
                    <a:pt x="1171216" y="3116972"/>
                  </a:lnTo>
                  <a:lnTo>
                    <a:pt x="1172072" y="3116972"/>
                  </a:lnTo>
                  <a:lnTo>
                    <a:pt x="1172927" y="3116972"/>
                  </a:lnTo>
                  <a:lnTo>
                    <a:pt x="1173783" y="3095261"/>
                  </a:lnTo>
                  <a:lnTo>
                    <a:pt x="1174638" y="3061145"/>
                  </a:lnTo>
                  <a:lnTo>
                    <a:pt x="1175494" y="3108672"/>
                  </a:lnTo>
                  <a:lnTo>
                    <a:pt x="1176349" y="3116972"/>
                  </a:lnTo>
                  <a:lnTo>
                    <a:pt x="1177205" y="3116972"/>
                  </a:lnTo>
                  <a:lnTo>
                    <a:pt x="1178060" y="3116972"/>
                  </a:lnTo>
                  <a:lnTo>
                    <a:pt x="1178916" y="3116972"/>
                  </a:lnTo>
                  <a:lnTo>
                    <a:pt x="1179772" y="3116972"/>
                  </a:lnTo>
                  <a:lnTo>
                    <a:pt x="1180627" y="3116972"/>
                  </a:lnTo>
                  <a:lnTo>
                    <a:pt x="1181483" y="3116972"/>
                  </a:lnTo>
                  <a:lnTo>
                    <a:pt x="1182338" y="3116972"/>
                  </a:lnTo>
                  <a:lnTo>
                    <a:pt x="1183194" y="3116972"/>
                  </a:lnTo>
                  <a:lnTo>
                    <a:pt x="1184049" y="3116972"/>
                  </a:lnTo>
                  <a:lnTo>
                    <a:pt x="1184905" y="3067707"/>
                  </a:lnTo>
                  <a:lnTo>
                    <a:pt x="1185760" y="3014171"/>
                  </a:lnTo>
                  <a:lnTo>
                    <a:pt x="1186616" y="2947575"/>
                  </a:lnTo>
                  <a:lnTo>
                    <a:pt x="1187471" y="2901657"/>
                  </a:lnTo>
                  <a:lnTo>
                    <a:pt x="1188327" y="2897160"/>
                  </a:lnTo>
                  <a:lnTo>
                    <a:pt x="1189182" y="2928240"/>
                  </a:lnTo>
                  <a:lnTo>
                    <a:pt x="1190038" y="2968893"/>
                  </a:lnTo>
                  <a:lnTo>
                    <a:pt x="1190893" y="3005551"/>
                  </a:lnTo>
                  <a:lnTo>
                    <a:pt x="1191749" y="3048055"/>
                  </a:lnTo>
                  <a:lnTo>
                    <a:pt x="1192604" y="3105338"/>
                  </a:lnTo>
                  <a:lnTo>
                    <a:pt x="1193460" y="3116972"/>
                  </a:lnTo>
                  <a:lnTo>
                    <a:pt x="1194315" y="3085900"/>
                  </a:lnTo>
                  <a:lnTo>
                    <a:pt x="1195171" y="3028930"/>
                  </a:lnTo>
                  <a:lnTo>
                    <a:pt x="1196027" y="2982466"/>
                  </a:lnTo>
                  <a:lnTo>
                    <a:pt x="1196882" y="2987321"/>
                  </a:lnTo>
                  <a:lnTo>
                    <a:pt x="1197738" y="3033669"/>
                  </a:lnTo>
                  <a:lnTo>
                    <a:pt x="1198593" y="3076536"/>
                  </a:lnTo>
                  <a:lnTo>
                    <a:pt x="1199449" y="3116972"/>
                  </a:lnTo>
                  <a:lnTo>
                    <a:pt x="1200304" y="3116972"/>
                  </a:lnTo>
                  <a:lnTo>
                    <a:pt x="1201160" y="3116972"/>
                  </a:lnTo>
                  <a:lnTo>
                    <a:pt x="1202015" y="3116972"/>
                  </a:lnTo>
                  <a:lnTo>
                    <a:pt x="1202871" y="3116972"/>
                  </a:lnTo>
                  <a:lnTo>
                    <a:pt x="1203726" y="3038528"/>
                  </a:lnTo>
                  <a:lnTo>
                    <a:pt x="1204582" y="3000852"/>
                  </a:lnTo>
                  <a:lnTo>
                    <a:pt x="1205437" y="3000852"/>
                  </a:lnTo>
                  <a:lnTo>
                    <a:pt x="1206293" y="3000853"/>
                  </a:lnTo>
                  <a:lnTo>
                    <a:pt x="1207148" y="2972434"/>
                  </a:lnTo>
                  <a:lnTo>
                    <a:pt x="1208004" y="2950904"/>
                  </a:lnTo>
                  <a:lnTo>
                    <a:pt x="1208859" y="2999594"/>
                  </a:lnTo>
                  <a:lnTo>
                    <a:pt x="1209715" y="3011748"/>
                  </a:lnTo>
                  <a:lnTo>
                    <a:pt x="1210570" y="3011748"/>
                  </a:lnTo>
                  <a:lnTo>
                    <a:pt x="1211426" y="3011750"/>
                  </a:lnTo>
                  <a:lnTo>
                    <a:pt x="1212282" y="3040168"/>
                  </a:lnTo>
                  <a:lnTo>
                    <a:pt x="1213137" y="3073618"/>
                  </a:lnTo>
                  <a:lnTo>
                    <a:pt x="1213993" y="3071586"/>
                  </a:lnTo>
                  <a:lnTo>
                    <a:pt x="1214848" y="3071586"/>
                  </a:lnTo>
                  <a:lnTo>
                    <a:pt x="1215704" y="3080920"/>
                  </a:lnTo>
                  <a:lnTo>
                    <a:pt x="1216559" y="3108658"/>
                  </a:lnTo>
                  <a:lnTo>
                    <a:pt x="1217415" y="3116972"/>
                  </a:lnTo>
                  <a:lnTo>
                    <a:pt x="1218270" y="3110671"/>
                  </a:lnTo>
                  <a:lnTo>
                    <a:pt x="1219126" y="3041486"/>
                  </a:lnTo>
                  <a:lnTo>
                    <a:pt x="1219981" y="2989012"/>
                  </a:lnTo>
                  <a:lnTo>
                    <a:pt x="1220837" y="2979677"/>
                  </a:lnTo>
                  <a:lnTo>
                    <a:pt x="1221692" y="2951939"/>
                  </a:lnTo>
                  <a:lnTo>
                    <a:pt x="1222548" y="2939831"/>
                  </a:lnTo>
                  <a:lnTo>
                    <a:pt x="1223403" y="2935060"/>
                  </a:lnTo>
                  <a:lnTo>
                    <a:pt x="1224259" y="2957587"/>
                  </a:lnTo>
                  <a:lnTo>
                    <a:pt x="1225114" y="2970751"/>
                  </a:lnTo>
                  <a:lnTo>
                    <a:pt x="1225970" y="2929940"/>
                  </a:lnTo>
                  <a:lnTo>
                    <a:pt x="1226826" y="2929940"/>
                  </a:lnTo>
                  <a:lnTo>
                    <a:pt x="1227681" y="2929941"/>
                  </a:lnTo>
                  <a:lnTo>
                    <a:pt x="1228537" y="2924533"/>
                  </a:lnTo>
                  <a:lnTo>
                    <a:pt x="1229392" y="2932720"/>
                  </a:lnTo>
                  <a:lnTo>
                    <a:pt x="1230248" y="2957739"/>
                  </a:lnTo>
                  <a:lnTo>
                    <a:pt x="1231103" y="2998551"/>
                  </a:lnTo>
                  <a:lnTo>
                    <a:pt x="1231959" y="2998552"/>
                  </a:lnTo>
                  <a:lnTo>
                    <a:pt x="1232814" y="3013050"/>
                  </a:lnTo>
                  <a:lnTo>
                    <a:pt x="1233670" y="3058729"/>
                  </a:lnTo>
                  <a:lnTo>
                    <a:pt x="1234525" y="3112239"/>
                  </a:lnTo>
                  <a:lnTo>
                    <a:pt x="1235381" y="3086437"/>
                  </a:lnTo>
                  <a:lnTo>
                    <a:pt x="1236236" y="3028059"/>
                  </a:lnTo>
                  <a:lnTo>
                    <a:pt x="1237092" y="3022720"/>
                  </a:lnTo>
                  <a:lnTo>
                    <a:pt x="1237947" y="3008222"/>
                  </a:lnTo>
                  <a:lnTo>
                    <a:pt x="1238803" y="2982814"/>
                  </a:lnTo>
                  <a:lnTo>
                    <a:pt x="1239658" y="2967777"/>
                  </a:lnTo>
                  <a:lnTo>
                    <a:pt x="1240514" y="3007868"/>
                  </a:lnTo>
                  <a:lnTo>
                    <a:pt x="1241369" y="3066247"/>
                  </a:lnTo>
                  <a:lnTo>
                    <a:pt x="1242225" y="3071586"/>
                  </a:lnTo>
                  <a:lnTo>
                    <a:pt x="1243081" y="3048524"/>
                  </a:lnTo>
                  <a:lnTo>
                    <a:pt x="1243936" y="3024993"/>
                  </a:lnTo>
                  <a:lnTo>
                    <a:pt x="1244792" y="2978313"/>
                  </a:lnTo>
                  <a:lnTo>
                    <a:pt x="1245647" y="2835717"/>
                  </a:lnTo>
                  <a:lnTo>
                    <a:pt x="1246503" y="2725095"/>
                  </a:lnTo>
                  <a:lnTo>
                    <a:pt x="1247358" y="2733938"/>
                  </a:lnTo>
                  <a:lnTo>
                    <a:pt x="1248214" y="2756998"/>
                  </a:lnTo>
                  <a:lnTo>
                    <a:pt x="1249069" y="2780531"/>
                  </a:lnTo>
                  <a:lnTo>
                    <a:pt x="1249925" y="2827211"/>
                  </a:lnTo>
                  <a:lnTo>
                    <a:pt x="1250780" y="2969807"/>
                  </a:lnTo>
                  <a:lnTo>
                    <a:pt x="1251636" y="3080429"/>
                  </a:lnTo>
                  <a:lnTo>
                    <a:pt x="1252491" y="3071586"/>
                  </a:lnTo>
                  <a:lnTo>
                    <a:pt x="1253347" y="3071586"/>
                  </a:lnTo>
                  <a:lnTo>
                    <a:pt x="1254202" y="3067787"/>
                  </a:lnTo>
                  <a:lnTo>
                    <a:pt x="1255058" y="3022492"/>
                  </a:lnTo>
                  <a:lnTo>
                    <a:pt x="1255913" y="3012296"/>
                  </a:lnTo>
                  <a:lnTo>
                    <a:pt x="1256769" y="2996049"/>
                  </a:lnTo>
                  <a:lnTo>
                    <a:pt x="1257624" y="2989027"/>
                  </a:lnTo>
                  <a:lnTo>
                    <a:pt x="1258480" y="2978647"/>
                  </a:lnTo>
                  <a:lnTo>
                    <a:pt x="1259336" y="2935787"/>
                  </a:lnTo>
                  <a:lnTo>
                    <a:pt x="1260191" y="2944649"/>
                  </a:lnTo>
                  <a:lnTo>
                    <a:pt x="1261047" y="2897928"/>
                  </a:lnTo>
                  <a:lnTo>
                    <a:pt x="1261902" y="2888381"/>
                  </a:lnTo>
                  <a:lnTo>
                    <a:pt x="1262758" y="2873132"/>
                  </a:lnTo>
                  <a:lnTo>
                    <a:pt x="1263613" y="2868244"/>
                  </a:lnTo>
                  <a:lnTo>
                    <a:pt x="1264469" y="2914905"/>
                  </a:lnTo>
                  <a:lnTo>
                    <a:pt x="1265324" y="2951338"/>
                  </a:lnTo>
                  <a:lnTo>
                    <a:pt x="1266180" y="3008257"/>
                  </a:lnTo>
                  <a:lnTo>
                    <a:pt x="1267035" y="3034048"/>
                  </a:lnTo>
                  <a:lnTo>
                    <a:pt x="1267891" y="3056317"/>
                  </a:lnTo>
                  <a:lnTo>
                    <a:pt x="1268746" y="3071586"/>
                  </a:lnTo>
                  <a:lnTo>
                    <a:pt x="1269602" y="3071586"/>
                  </a:lnTo>
                  <a:lnTo>
                    <a:pt x="1270457" y="3071586"/>
                  </a:lnTo>
                  <a:lnTo>
                    <a:pt x="1271313" y="3071586"/>
                  </a:lnTo>
                  <a:lnTo>
                    <a:pt x="1272168" y="3071586"/>
                  </a:lnTo>
                  <a:lnTo>
                    <a:pt x="1273024" y="3071586"/>
                  </a:lnTo>
                  <a:lnTo>
                    <a:pt x="1273880" y="3071586"/>
                  </a:lnTo>
                  <a:lnTo>
                    <a:pt x="1274735" y="3071586"/>
                  </a:lnTo>
                  <a:lnTo>
                    <a:pt x="1275591" y="3071586"/>
                  </a:lnTo>
                  <a:lnTo>
                    <a:pt x="1276446" y="3071586"/>
                  </a:lnTo>
                  <a:lnTo>
                    <a:pt x="1277302" y="3071586"/>
                  </a:lnTo>
                  <a:lnTo>
                    <a:pt x="1278157" y="3071586"/>
                  </a:lnTo>
                  <a:lnTo>
                    <a:pt x="1279013" y="3071586"/>
                  </a:lnTo>
                  <a:lnTo>
                    <a:pt x="1279868" y="3071586"/>
                  </a:lnTo>
                  <a:lnTo>
                    <a:pt x="1280724" y="3071586"/>
                  </a:lnTo>
                  <a:lnTo>
                    <a:pt x="1281579" y="3071586"/>
                  </a:lnTo>
                  <a:lnTo>
                    <a:pt x="1282435" y="3071586"/>
                  </a:lnTo>
                  <a:lnTo>
                    <a:pt x="1283290" y="3071586"/>
                  </a:lnTo>
                  <a:lnTo>
                    <a:pt x="1284146" y="3071586"/>
                  </a:lnTo>
                  <a:lnTo>
                    <a:pt x="1285001" y="3071586"/>
                  </a:lnTo>
                  <a:lnTo>
                    <a:pt x="1285857" y="3071586"/>
                  </a:lnTo>
                  <a:lnTo>
                    <a:pt x="1286712" y="3071586"/>
                  </a:lnTo>
                  <a:lnTo>
                    <a:pt x="1287568" y="3071586"/>
                  </a:lnTo>
                  <a:lnTo>
                    <a:pt x="1288423" y="3071586"/>
                  </a:lnTo>
                  <a:lnTo>
                    <a:pt x="1289279" y="3071586"/>
                  </a:lnTo>
                  <a:lnTo>
                    <a:pt x="1290135" y="3053292"/>
                  </a:lnTo>
                  <a:lnTo>
                    <a:pt x="1290990" y="3015685"/>
                  </a:lnTo>
                  <a:lnTo>
                    <a:pt x="1291846" y="2998417"/>
                  </a:lnTo>
                  <a:lnTo>
                    <a:pt x="1292701" y="3022245"/>
                  </a:lnTo>
                  <a:lnTo>
                    <a:pt x="1293557" y="3043893"/>
                  </a:lnTo>
                  <a:lnTo>
                    <a:pt x="1294412" y="3029865"/>
                  </a:lnTo>
                  <a:lnTo>
                    <a:pt x="1295268" y="2950888"/>
                  </a:lnTo>
                  <a:lnTo>
                    <a:pt x="1296123" y="2901160"/>
                  </a:lnTo>
                  <a:lnTo>
                    <a:pt x="1296979" y="2873951"/>
                  </a:lnTo>
                  <a:lnTo>
                    <a:pt x="1297834" y="2850540"/>
                  </a:lnTo>
                  <a:lnTo>
                    <a:pt x="1298690" y="2828893"/>
                  </a:lnTo>
                  <a:lnTo>
                    <a:pt x="1299545" y="2831872"/>
                  </a:lnTo>
                  <a:lnTo>
                    <a:pt x="1300401" y="2885481"/>
                  </a:lnTo>
                  <a:lnTo>
                    <a:pt x="1301256" y="2955434"/>
                  </a:lnTo>
                  <a:lnTo>
                    <a:pt x="1302112" y="2982407"/>
                  </a:lnTo>
                  <a:lnTo>
                    <a:pt x="1302967" y="2941260"/>
                  </a:lnTo>
                  <a:lnTo>
                    <a:pt x="1303823" y="2926848"/>
                  </a:lnTo>
                  <a:lnTo>
                    <a:pt x="1304678" y="2911716"/>
                  </a:lnTo>
                  <a:lnTo>
                    <a:pt x="1305534" y="2858218"/>
                  </a:lnTo>
                  <a:lnTo>
                    <a:pt x="1306390" y="2820712"/>
                  </a:lnTo>
                  <a:lnTo>
                    <a:pt x="1307245" y="2827811"/>
                  </a:lnTo>
                  <a:lnTo>
                    <a:pt x="1308101" y="2868545"/>
                  </a:lnTo>
                  <a:lnTo>
                    <a:pt x="1308956" y="2882957"/>
                  </a:lnTo>
                  <a:lnTo>
                    <a:pt x="1309812" y="2871188"/>
                  </a:lnTo>
                  <a:lnTo>
                    <a:pt x="1310667" y="2927714"/>
                  </a:lnTo>
                  <a:lnTo>
                    <a:pt x="1311523" y="2899188"/>
                  </a:lnTo>
                  <a:lnTo>
                    <a:pt x="1312378" y="2820823"/>
                  </a:lnTo>
                  <a:lnTo>
                    <a:pt x="1313234" y="2749458"/>
                  </a:lnTo>
                  <a:lnTo>
                    <a:pt x="1314089" y="2601200"/>
                  </a:lnTo>
                  <a:lnTo>
                    <a:pt x="1314945" y="2460965"/>
                  </a:lnTo>
                  <a:lnTo>
                    <a:pt x="1315800" y="2338272"/>
                  </a:lnTo>
                  <a:lnTo>
                    <a:pt x="1316656" y="2211479"/>
                  </a:lnTo>
                  <a:lnTo>
                    <a:pt x="1317511" y="2102839"/>
                  </a:lnTo>
                  <a:lnTo>
                    <a:pt x="1318367" y="2042142"/>
                  </a:lnTo>
                  <a:lnTo>
                    <a:pt x="1319222" y="2103914"/>
                  </a:lnTo>
                  <a:lnTo>
                    <a:pt x="1320078" y="2182685"/>
                  </a:lnTo>
                  <a:lnTo>
                    <a:pt x="1320934" y="2220023"/>
                  </a:lnTo>
                  <a:lnTo>
                    <a:pt x="1321789" y="2358552"/>
                  </a:lnTo>
                  <a:lnTo>
                    <a:pt x="1322645" y="2445075"/>
                  </a:lnTo>
                  <a:lnTo>
                    <a:pt x="1323500" y="2503805"/>
                  </a:lnTo>
                  <a:lnTo>
                    <a:pt x="1324356" y="2483898"/>
                  </a:lnTo>
                  <a:lnTo>
                    <a:pt x="1325211" y="2507964"/>
                  </a:lnTo>
                  <a:lnTo>
                    <a:pt x="1326067" y="2628256"/>
                  </a:lnTo>
                  <a:lnTo>
                    <a:pt x="1326922" y="2697902"/>
                  </a:lnTo>
                  <a:lnTo>
                    <a:pt x="1327778" y="2745281"/>
                  </a:lnTo>
                  <a:lnTo>
                    <a:pt x="1328633" y="2703786"/>
                  </a:lnTo>
                  <a:lnTo>
                    <a:pt x="1329489" y="2712870"/>
                  </a:lnTo>
                  <a:lnTo>
                    <a:pt x="1330344" y="2708328"/>
                  </a:lnTo>
                  <a:lnTo>
                    <a:pt x="1331200" y="2664127"/>
                  </a:lnTo>
                  <a:lnTo>
                    <a:pt x="1332055" y="2529950"/>
                  </a:lnTo>
                  <a:lnTo>
                    <a:pt x="1332911" y="2389743"/>
                  </a:lnTo>
                  <a:lnTo>
                    <a:pt x="1333766" y="2283986"/>
                  </a:lnTo>
                  <a:lnTo>
                    <a:pt x="1334622" y="2143839"/>
                  </a:lnTo>
                  <a:lnTo>
                    <a:pt x="1335477" y="1999672"/>
                  </a:lnTo>
                  <a:lnTo>
                    <a:pt x="1336333" y="1896080"/>
                  </a:lnTo>
                  <a:lnTo>
                    <a:pt x="1337189" y="1889240"/>
                  </a:lnTo>
                  <a:lnTo>
                    <a:pt x="1338044" y="2013986"/>
                  </a:lnTo>
                  <a:lnTo>
                    <a:pt x="1338900" y="2164174"/>
                  </a:lnTo>
                  <a:lnTo>
                    <a:pt x="1339755" y="2320816"/>
                  </a:lnTo>
                  <a:lnTo>
                    <a:pt x="1340611" y="2430587"/>
                  </a:lnTo>
                  <a:lnTo>
                    <a:pt x="1341466" y="2467941"/>
                  </a:lnTo>
                  <a:lnTo>
                    <a:pt x="1342322" y="2477644"/>
                  </a:lnTo>
                  <a:lnTo>
                    <a:pt x="1343177" y="2352426"/>
                  </a:lnTo>
                  <a:lnTo>
                    <a:pt x="1344033" y="2290231"/>
                  </a:lnTo>
                  <a:lnTo>
                    <a:pt x="1344888" y="2357082"/>
                  </a:lnTo>
                  <a:lnTo>
                    <a:pt x="1345744" y="2447882"/>
                  </a:lnTo>
                  <a:lnTo>
                    <a:pt x="1346599" y="2524842"/>
                  </a:lnTo>
                  <a:lnTo>
                    <a:pt x="1347455" y="2632915"/>
                  </a:lnTo>
                  <a:lnTo>
                    <a:pt x="1348310" y="2823401"/>
                  </a:lnTo>
                  <a:lnTo>
                    <a:pt x="1349166" y="2889652"/>
                  </a:lnTo>
                  <a:lnTo>
                    <a:pt x="1350021" y="2802614"/>
                  </a:lnTo>
                  <a:lnTo>
                    <a:pt x="1350877" y="2659182"/>
                  </a:lnTo>
                  <a:lnTo>
                    <a:pt x="1351732" y="2542301"/>
                  </a:lnTo>
                  <a:lnTo>
                    <a:pt x="1352588" y="2508749"/>
                  </a:lnTo>
                  <a:lnTo>
                    <a:pt x="1353444" y="2521529"/>
                  </a:lnTo>
                  <a:lnTo>
                    <a:pt x="1354299" y="2583219"/>
                  </a:lnTo>
                  <a:lnTo>
                    <a:pt x="1355155" y="2643898"/>
                  </a:lnTo>
                  <a:lnTo>
                    <a:pt x="1356010" y="2724547"/>
                  </a:lnTo>
                  <a:lnTo>
                    <a:pt x="1356866" y="2788205"/>
                  </a:lnTo>
                  <a:lnTo>
                    <a:pt x="1357721" y="2821082"/>
                  </a:lnTo>
                  <a:lnTo>
                    <a:pt x="1358577" y="2725042"/>
                  </a:lnTo>
                  <a:lnTo>
                    <a:pt x="1359432" y="2616541"/>
                  </a:lnTo>
                  <a:lnTo>
                    <a:pt x="1360288" y="2628963"/>
                  </a:lnTo>
                  <a:lnTo>
                    <a:pt x="1361143" y="2711534"/>
                  </a:lnTo>
                  <a:lnTo>
                    <a:pt x="1361999" y="2803933"/>
                  </a:lnTo>
                  <a:lnTo>
                    <a:pt x="1362854" y="2803207"/>
                  </a:lnTo>
                  <a:lnTo>
                    <a:pt x="1363710" y="2853219"/>
                  </a:lnTo>
                  <a:lnTo>
                    <a:pt x="1364565" y="2857105"/>
                  </a:lnTo>
                  <a:lnTo>
                    <a:pt x="1365421" y="2727822"/>
                  </a:lnTo>
                  <a:lnTo>
                    <a:pt x="1366276" y="2559683"/>
                  </a:lnTo>
                  <a:lnTo>
                    <a:pt x="1367132" y="2429917"/>
                  </a:lnTo>
                  <a:lnTo>
                    <a:pt x="1367987" y="2419025"/>
                  </a:lnTo>
                  <a:lnTo>
                    <a:pt x="1368843" y="2493713"/>
                  </a:lnTo>
                  <a:lnTo>
                    <a:pt x="1369699" y="2605087"/>
                  </a:lnTo>
                  <a:lnTo>
                    <a:pt x="1370554" y="2729496"/>
                  </a:lnTo>
                  <a:lnTo>
                    <a:pt x="1371410" y="2806572"/>
                  </a:lnTo>
                  <a:lnTo>
                    <a:pt x="1372265" y="2862937"/>
                  </a:lnTo>
                  <a:lnTo>
                    <a:pt x="1373121" y="2861490"/>
                  </a:lnTo>
                  <a:lnTo>
                    <a:pt x="1373976" y="2774398"/>
                  </a:lnTo>
                  <a:lnTo>
                    <a:pt x="1374832" y="2718777"/>
                  </a:lnTo>
                  <a:lnTo>
                    <a:pt x="1375687" y="2682284"/>
                  </a:lnTo>
                  <a:lnTo>
                    <a:pt x="1376543" y="2692106"/>
                  </a:lnTo>
                  <a:lnTo>
                    <a:pt x="1377398" y="2670989"/>
                  </a:lnTo>
                  <a:lnTo>
                    <a:pt x="1378254" y="2599043"/>
                  </a:lnTo>
                  <a:lnTo>
                    <a:pt x="1379109" y="2543164"/>
                  </a:lnTo>
                  <a:lnTo>
                    <a:pt x="1379965" y="2524831"/>
                  </a:lnTo>
                  <a:lnTo>
                    <a:pt x="1380820" y="2547428"/>
                  </a:lnTo>
                  <a:lnTo>
                    <a:pt x="1381676" y="2570847"/>
                  </a:lnTo>
                  <a:lnTo>
                    <a:pt x="1382531" y="2598154"/>
                  </a:lnTo>
                  <a:lnTo>
                    <a:pt x="1383387" y="2657711"/>
                  </a:lnTo>
                  <a:lnTo>
                    <a:pt x="1384243" y="2749200"/>
                  </a:lnTo>
                  <a:lnTo>
                    <a:pt x="1385098" y="2766846"/>
                  </a:lnTo>
                  <a:lnTo>
                    <a:pt x="1385954" y="2754344"/>
                  </a:lnTo>
                  <a:lnTo>
                    <a:pt x="1386809" y="2750058"/>
                  </a:lnTo>
                  <a:lnTo>
                    <a:pt x="1387665" y="2678337"/>
                  </a:lnTo>
                  <a:lnTo>
                    <a:pt x="1388520" y="2649570"/>
                  </a:lnTo>
                  <a:lnTo>
                    <a:pt x="1389376" y="2673315"/>
                  </a:lnTo>
                  <a:lnTo>
                    <a:pt x="1390231" y="2682526"/>
                  </a:lnTo>
                  <a:lnTo>
                    <a:pt x="1391087" y="2644201"/>
                  </a:lnTo>
                  <a:lnTo>
                    <a:pt x="1391942" y="2674304"/>
                  </a:lnTo>
                  <a:lnTo>
                    <a:pt x="1392798" y="2767064"/>
                  </a:lnTo>
                  <a:lnTo>
                    <a:pt x="1393653" y="2701603"/>
                  </a:lnTo>
                  <a:lnTo>
                    <a:pt x="1394509" y="2590713"/>
                  </a:lnTo>
                  <a:lnTo>
                    <a:pt x="1395364" y="2560402"/>
                  </a:lnTo>
                  <a:lnTo>
                    <a:pt x="1396220" y="2566566"/>
                  </a:lnTo>
                  <a:lnTo>
                    <a:pt x="1397075" y="2603016"/>
                  </a:lnTo>
                  <a:lnTo>
                    <a:pt x="1397931" y="2681977"/>
                  </a:lnTo>
                  <a:lnTo>
                    <a:pt x="1398786" y="2827605"/>
                  </a:lnTo>
                  <a:lnTo>
                    <a:pt x="1399642" y="2938496"/>
                  </a:lnTo>
                  <a:lnTo>
                    <a:pt x="1400498" y="3004291"/>
                  </a:lnTo>
                  <a:lnTo>
                    <a:pt x="1401353" y="3047299"/>
                  </a:lnTo>
                  <a:lnTo>
                    <a:pt x="1402209" y="3056869"/>
                  </a:lnTo>
                  <a:lnTo>
                    <a:pt x="1403064" y="3045356"/>
                  </a:lnTo>
                  <a:lnTo>
                    <a:pt x="1403920" y="2995344"/>
                  </a:lnTo>
                  <a:lnTo>
                    <a:pt x="1404775" y="2893746"/>
                  </a:lnTo>
                  <a:lnTo>
                    <a:pt x="1405631" y="2844029"/>
                  </a:lnTo>
                  <a:lnTo>
                    <a:pt x="1406486" y="2862681"/>
                  </a:lnTo>
                  <a:lnTo>
                    <a:pt x="1407342" y="2850765"/>
                  </a:lnTo>
                  <a:lnTo>
                    <a:pt x="1408197" y="2807119"/>
                  </a:lnTo>
                  <a:lnTo>
                    <a:pt x="1409053" y="2767615"/>
                  </a:lnTo>
                  <a:lnTo>
                    <a:pt x="1409908" y="2783275"/>
                  </a:lnTo>
                  <a:lnTo>
                    <a:pt x="1410764" y="2730368"/>
                  </a:lnTo>
                  <a:lnTo>
                    <a:pt x="1411619" y="2703853"/>
                  </a:lnTo>
                  <a:lnTo>
                    <a:pt x="1412475" y="2694834"/>
                  </a:lnTo>
                  <a:lnTo>
                    <a:pt x="1413330" y="2684122"/>
                  </a:lnTo>
                  <a:lnTo>
                    <a:pt x="1414186" y="2722922"/>
                  </a:lnTo>
                  <a:lnTo>
                    <a:pt x="1415041" y="2769908"/>
                  </a:lnTo>
                  <a:lnTo>
                    <a:pt x="1415897" y="2772525"/>
                  </a:lnTo>
                  <a:lnTo>
                    <a:pt x="1416753" y="2758721"/>
                  </a:lnTo>
                  <a:lnTo>
                    <a:pt x="1417608" y="2695719"/>
                  </a:lnTo>
                  <a:lnTo>
                    <a:pt x="1418464" y="2626423"/>
                  </a:lnTo>
                  <a:lnTo>
                    <a:pt x="1419319" y="2557716"/>
                  </a:lnTo>
                  <a:lnTo>
                    <a:pt x="1420175" y="2480843"/>
                  </a:lnTo>
                  <a:lnTo>
                    <a:pt x="1421030" y="2477536"/>
                  </a:lnTo>
                  <a:lnTo>
                    <a:pt x="1421886" y="2491516"/>
                  </a:lnTo>
                  <a:lnTo>
                    <a:pt x="1422741" y="2560711"/>
                  </a:lnTo>
                  <a:lnTo>
                    <a:pt x="1423597" y="2605408"/>
                  </a:lnTo>
                  <a:lnTo>
                    <a:pt x="1424452" y="2638739"/>
                  </a:lnTo>
                  <a:lnTo>
                    <a:pt x="1425308" y="2693899"/>
                  </a:lnTo>
                  <a:lnTo>
                    <a:pt x="1426163" y="2677544"/>
                  </a:lnTo>
                  <a:lnTo>
                    <a:pt x="1427019" y="2526567"/>
                  </a:lnTo>
                  <a:lnTo>
                    <a:pt x="1427874" y="2336366"/>
                  </a:lnTo>
                  <a:lnTo>
                    <a:pt x="1428730" y="2206532"/>
                  </a:lnTo>
                  <a:lnTo>
                    <a:pt x="1429585" y="2167942"/>
                  </a:lnTo>
                  <a:lnTo>
                    <a:pt x="1430441" y="2106508"/>
                  </a:lnTo>
                  <a:lnTo>
                    <a:pt x="1431297" y="2154540"/>
                  </a:lnTo>
                  <a:lnTo>
                    <a:pt x="1432152" y="2312617"/>
                  </a:lnTo>
                  <a:lnTo>
                    <a:pt x="1433008" y="2457598"/>
                  </a:lnTo>
                  <a:lnTo>
                    <a:pt x="1433863" y="2602825"/>
                  </a:lnTo>
                  <a:lnTo>
                    <a:pt x="1434719" y="2682991"/>
                  </a:lnTo>
                  <a:lnTo>
                    <a:pt x="1435574" y="2723368"/>
                  </a:lnTo>
                  <a:lnTo>
                    <a:pt x="1436430" y="2709059"/>
                  </a:lnTo>
                  <a:lnTo>
                    <a:pt x="1437285" y="2683330"/>
                  </a:lnTo>
                  <a:lnTo>
                    <a:pt x="1438141" y="2635191"/>
                  </a:lnTo>
                  <a:lnTo>
                    <a:pt x="1438996" y="2621084"/>
                  </a:lnTo>
                  <a:lnTo>
                    <a:pt x="1439852" y="2602466"/>
                  </a:lnTo>
                  <a:lnTo>
                    <a:pt x="1440707" y="2598876"/>
                  </a:lnTo>
                  <a:lnTo>
                    <a:pt x="1441563" y="2681647"/>
                  </a:lnTo>
                  <a:lnTo>
                    <a:pt x="1442418" y="2756287"/>
                  </a:lnTo>
                  <a:lnTo>
                    <a:pt x="1443274" y="2807097"/>
                  </a:lnTo>
                  <a:lnTo>
                    <a:pt x="1444129" y="2762623"/>
                  </a:lnTo>
                  <a:lnTo>
                    <a:pt x="1444985" y="2702785"/>
                  </a:lnTo>
                  <a:lnTo>
                    <a:pt x="1445840" y="2670249"/>
                  </a:lnTo>
                  <a:lnTo>
                    <a:pt x="1446696" y="2607804"/>
                  </a:lnTo>
                  <a:lnTo>
                    <a:pt x="1447552" y="2567645"/>
                  </a:lnTo>
                  <a:lnTo>
                    <a:pt x="1448407" y="2594029"/>
                  </a:lnTo>
                  <a:lnTo>
                    <a:pt x="1449263" y="2622957"/>
                  </a:lnTo>
                  <a:lnTo>
                    <a:pt x="1450118" y="2662263"/>
                  </a:lnTo>
                  <a:lnTo>
                    <a:pt x="1450974" y="2648961"/>
                  </a:lnTo>
                  <a:lnTo>
                    <a:pt x="1451829" y="2594807"/>
                  </a:lnTo>
                  <a:lnTo>
                    <a:pt x="1452685" y="2522165"/>
                  </a:lnTo>
                  <a:lnTo>
                    <a:pt x="1453540" y="2460549"/>
                  </a:lnTo>
                  <a:lnTo>
                    <a:pt x="1454396" y="2438634"/>
                  </a:lnTo>
                  <a:lnTo>
                    <a:pt x="1455251" y="2438438"/>
                  </a:lnTo>
                  <a:lnTo>
                    <a:pt x="1456107" y="2483982"/>
                  </a:lnTo>
                  <a:lnTo>
                    <a:pt x="1456962" y="2537830"/>
                  </a:lnTo>
                  <a:lnTo>
                    <a:pt x="1457818" y="2497008"/>
                  </a:lnTo>
                  <a:lnTo>
                    <a:pt x="1458673" y="2380917"/>
                  </a:lnTo>
                  <a:lnTo>
                    <a:pt x="1459529" y="2227155"/>
                  </a:lnTo>
                  <a:lnTo>
                    <a:pt x="1460384" y="2140965"/>
                  </a:lnTo>
                  <a:lnTo>
                    <a:pt x="1461240" y="1979269"/>
                  </a:lnTo>
                  <a:lnTo>
                    <a:pt x="1462095" y="1740661"/>
                  </a:lnTo>
                  <a:lnTo>
                    <a:pt x="1462951" y="1548496"/>
                  </a:lnTo>
                  <a:lnTo>
                    <a:pt x="1463807" y="1383437"/>
                  </a:lnTo>
                  <a:lnTo>
                    <a:pt x="1464662" y="1307610"/>
                  </a:lnTo>
                  <a:lnTo>
                    <a:pt x="1465518" y="1157068"/>
                  </a:lnTo>
                  <a:lnTo>
                    <a:pt x="1466373" y="1091889"/>
                  </a:lnTo>
                  <a:lnTo>
                    <a:pt x="1467229" y="1112139"/>
                  </a:lnTo>
                  <a:lnTo>
                    <a:pt x="1468084" y="1176044"/>
                  </a:lnTo>
                  <a:lnTo>
                    <a:pt x="1468940" y="1283216"/>
                  </a:lnTo>
                  <a:lnTo>
                    <a:pt x="1469795" y="1388451"/>
                  </a:lnTo>
                  <a:lnTo>
                    <a:pt x="1470651" y="1519547"/>
                  </a:lnTo>
                  <a:lnTo>
                    <a:pt x="1471506" y="1615978"/>
                  </a:lnTo>
                  <a:lnTo>
                    <a:pt x="1472362" y="1718137"/>
                  </a:lnTo>
                  <a:lnTo>
                    <a:pt x="1473217" y="1811445"/>
                  </a:lnTo>
                  <a:lnTo>
                    <a:pt x="1474073" y="1901087"/>
                  </a:lnTo>
                  <a:lnTo>
                    <a:pt x="1474928" y="1992519"/>
                  </a:lnTo>
                  <a:lnTo>
                    <a:pt x="1475784" y="1961401"/>
                  </a:lnTo>
                  <a:lnTo>
                    <a:pt x="1476639" y="1896472"/>
                  </a:lnTo>
                  <a:lnTo>
                    <a:pt x="1477495" y="1799443"/>
                  </a:lnTo>
                  <a:lnTo>
                    <a:pt x="1478351" y="1724961"/>
                  </a:lnTo>
                  <a:lnTo>
                    <a:pt x="1479206" y="1740436"/>
                  </a:lnTo>
                  <a:lnTo>
                    <a:pt x="1480062" y="1704682"/>
                  </a:lnTo>
                  <a:lnTo>
                    <a:pt x="1480917" y="1831029"/>
                  </a:lnTo>
                  <a:lnTo>
                    <a:pt x="1481773" y="2112009"/>
                  </a:lnTo>
                  <a:lnTo>
                    <a:pt x="1482628" y="2333496"/>
                  </a:lnTo>
                  <a:lnTo>
                    <a:pt x="1483484" y="2453050"/>
                  </a:lnTo>
                  <a:lnTo>
                    <a:pt x="1484339" y="2547451"/>
                  </a:lnTo>
                  <a:lnTo>
                    <a:pt x="1485195" y="2599790"/>
                  </a:lnTo>
                  <a:lnTo>
                    <a:pt x="1486050" y="2543716"/>
                  </a:lnTo>
                  <a:lnTo>
                    <a:pt x="1486906" y="2427456"/>
                  </a:lnTo>
                  <a:lnTo>
                    <a:pt x="1487761" y="2436921"/>
                  </a:lnTo>
                  <a:lnTo>
                    <a:pt x="1488617" y="2578169"/>
                  </a:lnTo>
                  <a:lnTo>
                    <a:pt x="1489472" y="2588103"/>
                  </a:lnTo>
                  <a:lnTo>
                    <a:pt x="1490328" y="2642822"/>
                  </a:lnTo>
                  <a:lnTo>
                    <a:pt x="1491183" y="2726669"/>
                  </a:lnTo>
                  <a:lnTo>
                    <a:pt x="1492039" y="2774789"/>
                  </a:lnTo>
                  <a:lnTo>
                    <a:pt x="1492894" y="2846189"/>
                  </a:lnTo>
                  <a:lnTo>
                    <a:pt x="1493750" y="2812661"/>
                  </a:lnTo>
                  <a:lnTo>
                    <a:pt x="1494606" y="2802419"/>
                  </a:lnTo>
                  <a:lnTo>
                    <a:pt x="1495461" y="2823182"/>
                  </a:lnTo>
                  <a:lnTo>
                    <a:pt x="1496317" y="2863765"/>
                  </a:lnTo>
                  <a:lnTo>
                    <a:pt x="1497172" y="2873026"/>
                  </a:lnTo>
                  <a:lnTo>
                    <a:pt x="1498028" y="2798211"/>
                  </a:lnTo>
                  <a:lnTo>
                    <a:pt x="1498883" y="2842658"/>
                  </a:lnTo>
                  <a:lnTo>
                    <a:pt x="1499739" y="2955594"/>
                  </a:lnTo>
                  <a:lnTo>
                    <a:pt x="1500594" y="3031490"/>
                  </a:lnTo>
                  <a:lnTo>
                    <a:pt x="1501450" y="3073967"/>
                  </a:lnTo>
                  <a:lnTo>
                    <a:pt x="1502305" y="3116972"/>
                  </a:lnTo>
                  <a:lnTo>
                    <a:pt x="1503161" y="3116972"/>
                  </a:lnTo>
                  <a:lnTo>
                    <a:pt x="1504016" y="3033458"/>
                  </a:lnTo>
                  <a:lnTo>
                    <a:pt x="1504872" y="2862740"/>
                  </a:lnTo>
                  <a:lnTo>
                    <a:pt x="1505727" y="2697267"/>
                  </a:lnTo>
                  <a:lnTo>
                    <a:pt x="1506583" y="2548325"/>
                  </a:lnTo>
                  <a:lnTo>
                    <a:pt x="1507438" y="2519161"/>
                  </a:lnTo>
                  <a:lnTo>
                    <a:pt x="1508294" y="2499462"/>
                  </a:lnTo>
                  <a:lnTo>
                    <a:pt x="1509149" y="2547069"/>
                  </a:lnTo>
                  <a:lnTo>
                    <a:pt x="1510005" y="2582362"/>
                  </a:lnTo>
                  <a:lnTo>
                    <a:pt x="1510861" y="2642903"/>
                  </a:lnTo>
                  <a:lnTo>
                    <a:pt x="1511716" y="2713315"/>
                  </a:lnTo>
                  <a:lnTo>
                    <a:pt x="1512572" y="2636452"/>
                  </a:lnTo>
                  <a:lnTo>
                    <a:pt x="1513427" y="2565386"/>
                  </a:lnTo>
                  <a:lnTo>
                    <a:pt x="1514283" y="2506762"/>
                  </a:lnTo>
                  <a:lnTo>
                    <a:pt x="1515138" y="2485202"/>
                  </a:lnTo>
                  <a:lnTo>
                    <a:pt x="1515994" y="2401149"/>
                  </a:lnTo>
                  <a:lnTo>
                    <a:pt x="1516849" y="2421877"/>
                  </a:lnTo>
                  <a:lnTo>
                    <a:pt x="1517705" y="2549744"/>
                  </a:lnTo>
                  <a:lnTo>
                    <a:pt x="1518560" y="2578813"/>
                  </a:lnTo>
                  <a:lnTo>
                    <a:pt x="1519416" y="2584603"/>
                  </a:lnTo>
                  <a:lnTo>
                    <a:pt x="1520271" y="2601548"/>
                  </a:lnTo>
                  <a:lnTo>
                    <a:pt x="1521127" y="2682665"/>
                  </a:lnTo>
                  <a:lnTo>
                    <a:pt x="1521982" y="2670780"/>
                  </a:lnTo>
                  <a:lnTo>
                    <a:pt x="1522838" y="2568256"/>
                  </a:lnTo>
                  <a:lnTo>
                    <a:pt x="1523693" y="2572362"/>
                  </a:lnTo>
                  <a:lnTo>
                    <a:pt x="1524549" y="2623109"/>
                  </a:lnTo>
                  <a:lnTo>
                    <a:pt x="1525405" y="2629790"/>
                  </a:lnTo>
                  <a:lnTo>
                    <a:pt x="1526260" y="2566347"/>
                  </a:lnTo>
                  <a:lnTo>
                    <a:pt x="1527116" y="2506047"/>
                  </a:lnTo>
                  <a:lnTo>
                    <a:pt x="1527971" y="2490643"/>
                  </a:lnTo>
                  <a:lnTo>
                    <a:pt x="1528827" y="2423258"/>
                  </a:lnTo>
                  <a:lnTo>
                    <a:pt x="1529682" y="2374960"/>
                  </a:lnTo>
                  <a:lnTo>
                    <a:pt x="1530538" y="2387368"/>
                  </a:lnTo>
                  <a:lnTo>
                    <a:pt x="1531393" y="2450936"/>
                  </a:lnTo>
                  <a:lnTo>
                    <a:pt x="1532249" y="2458255"/>
                  </a:lnTo>
                  <a:lnTo>
                    <a:pt x="1533104" y="2434822"/>
                  </a:lnTo>
                  <a:lnTo>
                    <a:pt x="1533960" y="2550549"/>
                  </a:lnTo>
                  <a:lnTo>
                    <a:pt x="1534815" y="2644394"/>
                  </a:lnTo>
                  <a:lnTo>
                    <a:pt x="1535671" y="2620720"/>
                  </a:lnTo>
                  <a:lnTo>
                    <a:pt x="1536526" y="2613847"/>
                  </a:lnTo>
                  <a:lnTo>
                    <a:pt x="1537382" y="2633385"/>
                  </a:lnTo>
                  <a:lnTo>
                    <a:pt x="1538237" y="2646654"/>
                  </a:lnTo>
                  <a:lnTo>
                    <a:pt x="1539093" y="2614758"/>
                  </a:lnTo>
                  <a:lnTo>
                    <a:pt x="1539948" y="2593804"/>
                  </a:lnTo>
                  <a:lnTo>
                    <a:pt x="1540804" y="2638144"/>
                  </a:lnTo>
                  <a:lnTo>
                    <a:pt x="1541660" y="2684983"/>
                  </a:lnTo>
                  <a:lnTo>
                    <a:pt x="1542515" y="2706967"/>
                  </a:lnTo>
                  <a:lnTo>
                    <a:pt x="1543371" y="2807594"/>
                  </a:lnTo>
                  <a:lnTo>
                    <a:pt x="1544226" y="2927780"/>
                  </a:lnTo>
                  <a:lnTo>
                    <a:pt x="1545082" y="2965846"/>
                  </a:lnTo>
                  <a:lnTo>
                    <a:pt x="1545937" y="2984623"/>
                  </a:lnTo>
                  <a:lnTo>
                    <a:pt x="1546793" y="3015410"/>
                  </a:lnTo>
                  <a:lnTo>
                    <a:pt x="1547648" y="3015852"/>
                  </a:lnTo>
                  <a:lnTo>
                    <a:pt x="1548504" y="2949063"/>
                  </a:lnTo>
                  <a:lnTo>
                    <a:pt x="1549359" y="2834104"/>
                  </a:lnTo>
                  <a:lnTo>
                    <a:pt x="1550215" y="2786818"/>
                  </a:lnTo>
                  <a:lnTo>
                    <a:pt x="1551070" y="2779883"/>
                  </a:lnTo>
                  <a:lnTo>
                    <a:pt x="1551926" y="2690801"/>
                  </a:lnTo>
                  <a:lnTo>
                    <a:pt x="1552781" y="2696014"/>
                  </a:lnTo>
                  <a:lnTo>
                    <a:pt x="1553637" y="2758248"/>
                  </a:lnTo>
                  <a:lnTo>
                    <a:pt x="1554492" y="2867396"/>
                  </a:lnTo>
                  <a:lnTo>
                    <a:pt x="1555348" y="2950862"/>
                  </a:lnTo>
                  <a:lnTo>
                    <a:pt x="1556203" y="3015748"/>
                  </a:lnTo>
                  <a:lnTo>
                    <a:pt x="1557059" y="3109049"/>
                  </a:lnTo>
                  <a:lnTo>
                    <a:pt x="1557915" y="3116972"/>
                  </a:lnTo>
                  <a:lnTo>
                    <a:pt x="1558770" y="3116972"/>
                  </a:lnTo>
                  <a:lnTo>
                    <a:pt x="1559626" y="3070547"/>
                  </a:lnTo>
                  <a:lnTo>
                    <a:pt x="1560481" y="2981034"/>
                  </a:lnTo>
                  <a:lnTo>
                    <a:pt x="1561337" y="2962970"/>
                  </a:lnTo>
                  <a:lnTo>
                    <a:pt x="1562192" y="2934643"/>
                  </a:lnTo>
                  <a:lnTo>
                    <a:pt x="1563048" y="2783436"/>
                  </a:lnTo>
                  <a:lnTo>
                    <a:pt x="1563903" y="2655195"/>
                  </a:lnTo>
                  <a:lnTo>
                    <a:pt x="1564759" y="2613964"/>
                  </a:lnTo>
                  <a:lnTo>
                    <a:pt x="1565614" y="2588855"/>
                  </a:lnTo>
                  <a:lnTo>
                    <a:pt x="1566470" y="2562857"/>
                  </a:lnTo>
                  <a:lnTo>
                    <a:pt x="1567325" y="2593948"/>
                  </a:lnTo>
                  <a:lnTo>
                    <a:pt x="1568181" y="2793552"/>
                  </a:lnTo>
                  <a:lnTo>
                    <a:pt x="1569036" y="2906772"/>
                  </a:lnTo>
                  <a:lnTo>
                    <a:pt x="1569892" y="2899074"/>
                  </a:lnTo>
                  <a:lnTo>
                    <a:pt x="1570747" y="2831924"/>
                  </a:lnTo>
                  <a:lnTo>
                    <a:pt x="1571603" y="2730677"/>
                  </a:lnTo>
                  <a:lnTo>
                    <a:pt x="1572458" y="2624756"/>
                  </a:lnTo>
                  <a:lnTo>
                    <a:pt x="1573314" y="2467195"/>
                  </a:lnTo>
                  <a:lnTo>
                    <a:pt x="1574170" y="2441371"/>
                  </a:lnTo>
                  <a:lnTo>
                    <a:pt x="1575025" y="2459058"/>
                  </a:lnTo>
                  <a:lnTo>
                    <a:pt x="1575881" y="2553031"/>
                  </a:lnTo>
                  <a:lnTo>
                    <a:pt x="1576736" y="2664513"/>
                  </a:lnTo>
                  <a:lnTo>
                    <a:pt x="1577592" y="2715392"/>
                  </a:lnTo>
                  <a:lnTo>
                    <a:pt x="1578447" y="2804729"/>
                  </a:lnTo>
                  <a:lnTo>
                    <a:pt x="1579303" y="2884803"/>
                  </a:lnTo>
                  <a:lnTo>
                    <a:pt x="1580158" y="2932775"/>
                  </a:lnTo>
                  <a:lnTo>
                    <a:pt x="1581014" y="2935906"/>
                  </a:lnTo>
                  <a:lnTo>
                    <a:pt x="1581869" y="2961048"/>
                  </a:lnTo>
                  <a:lnTo>
                    <a:pt x="1582725" y="3056906"/>
                  </a:lnTo>
                  <a:lnTo>
                    <a:pt x="1583580" y="3024436"/>
                  </a:lnTo>
                  <a:lnTo>
                    <a:pt x="1584436" y="2888404"/>
                  </a:lnTo>
                  <a:lnTo>
                    <a:pt x="1585291" y="2822573"/>
                  </a:lnTo>
                  <a:lnTo>
                    <a:pt x="1586147" y="2741732"/>
                  </a:lnTo>
                  <a:lnTo>
                    <a:pt x="1587002" y="2586809"/>
                  </a:lnTo>
                  <a:lnTo>
                    <a:pt x="1587858" y="2390034"/>
                  </a:lnTo>
                  <a:lnTo>
                    <a:pt x="1588714" y="2304611"/>
                  </a:lnTo>
                  <a:lnTo>
                    <a:pt x="1589569" y="2345371"/>
                  </a:lnTo>
                  <a:lnTo>
                    <a:pt x="1590425" y="2294186"/>
                  </a:lnTo>
                  <a:lnTo>
                    <a:pt x="1591280" y="2248365"/>
                  </a:lnTo>
                  <a:lnTo>
                    <a:pt x="1592136" y="2308127"/>
                  </a:lnTo>
                  <a:lnTo>
                    <a:pt x="1592991" y="2391289"/>
                  </a:lnTo>
                  <a:lnTo>
                    <a:pt x="1593847" y="2509449"/>
                  </a:lnTo>
                  <a:lnTo>
                    <a:pt x="1594702" y="2597382"/>
                  </a:lnTo>
                  <a:lnTo>
                    <a:pt x="1595558" y="2717396"/>
                  </a:lnTo>
                  <a:lnTo>
                    <a:pt x="1596413" y="2873243"/>
                  </a:lnTo>
                  <a:lnTo>
                    <a:pt x="1597269" y="2946968"/>
                  </a:lnTo>
                  <a:lnTo>
                    <a:pt x="1598124" y="3014453"/>
                  </a:lnTo>
                  <a:lnTo>
                    <a:pt x="1598980" y="3044298"/>
                  </a:lnTo>
                  <a:lnTo>
                    <a:pt x="1599835" y="3054888"/>
                  </a:lnTo>
                  <a:lnTo>
                    <a:pt x="1600691" y="3060950"/>
                  </a:lnTo>
                  <a:lnTo>
                    <a:pt x="1601546" y="3067001"/>
                  </a:lnTo>
                  <a:lnTo>
                    <a:pt x="1602402" y="3111235"/>
                  </a:lnTo>
                  <a:lnTo>
                    <a:pt x="1603257" y="3116972"/>
                  </a:lnTo>
                  <a:lnTo>
                    <a:pt x="1604113" y="3116972"/>
                  </a:lnTo>
                  <a:lnTo>
                    <a:pt x="1604969" y="3116972"/>
                  </a:lnTo>
                  <a:lnTo>
                    <a:pt x="1605824" y="3114637"/>
                  </a:lnTo>
                  <a:lnTo>
                    <a:pt x="1606680" y="3056814"/>
                  </a:lnTo>
                  <a:lnTo>
                    <a:pt x="1607535" y="2966154"/>
                  </a:lnTo>
                  <a:lnTo>
                    <a:pt x="1608391" y="2893577"/>
                  </a:lnTo>
                  <a:lnTo>
                    <a:pt x="1609246" y="2891990"/>
                  </a:lnTo>
                  <a:lnTo>
                    <a:pt x="1610102" y="2878905"/>
                  </a:lnTo>
                  <a:lnTo>
                    <a:pt x="1610957" y="2795736"/>
                  </a:lnTo>
                  <a:lnTo>
                    <a:pt x="1611813" y="2711756"/>
                  </a:lnTo>
                  <a:lnTo>
                    <a:pt x="1612668" y="2602851"/>
                  </a:lnTo>
                  <a:lnTo>
                    <a:pt x="1613524" y="2525527"/>
                  </a:lnTo>
                  <a:lnTo>
                    <a:pt x="1614379" y="2374882"/>
                  </a:lnTo>
                  <a:lnTo>
                    <a:pt x="1615235" y="2206296"/>
                  </a:lnTo>
                  <a:lnTo>
                    <a:pt x="1616090" y="2145070"/>
                  </a:lnTo>
                  <a:lnTo>
                    <a:pt x="1616946" y="2100376"/>
                  </a:lnTo>
                  <a:lnTo>
                    <a:pt x="1617801" y="2048115"/>
                  </a:lnTo>
                  <a:lnTo>
                    <a:pt x="1618657" y="1992891"/>
                  </a:lnTo>
                  <a:lnTo>
                    <a:pt x="1619512" y="2069317"/>
                  </a:lnTo>
                  <a:lnTo>
                    <a:pt x="1620368" y="2228441"/>
                  </a:lnTo>
                  <a:lnTo>
                    <a:pt x="1621224" y="2330286"/>
                  </a:lnTo>
                  <a:lnTo>
                    <a:pt x="1622079" y="2401747"/>
                  </a:lnTo>
                  <a:lnTo>
                    <a:pt x="1622935" y="2465867"/>
                  </a:lnTo>
                  <a:lnTo>
                    <a:pt x="1623790" y="2507352"/>
                  </a:lnTo>
                  <a:lnTo>
                    <a:pt x="1624646" y="2463186"/>
                  </a:lnTo>
                  <a:lnTo>
                    <a:pt x="1625501" y="2393793"/>
                  </a:lnTo>
                  <a:lnTo>
                    <a:pt x="1626357" y="2401168"/>
                  </a:lnTo>
                  <a:lnTo>
                    <a:pt x="1627212" y="2476889"/>
                  </a:lnTo>
                  <a:lnTo>
                    <a:pt x="1628068" y="2553712"/>
                  </a:lnTo>
                  <a:lnTo>
                    <a:pt x="1628923" y="2569372"/>
                  </a:lnTo>
                  <a:lnTo>
                    <a:pt x="1629779" y="2515907"/>
                  </a:lnTo>
                  <a:lnTo>
                    <a:pt x="1630634" y="2364049"/>
                  </a:lnTo>
                  <a:lnTo>
                    <a:pt x="1631490" y="2133040"/>
                  </a:lnTo>
                  <a:lnTo>
                    <a:pt x="1632345" y="1907635"/>
                  </a:lnTo>
                  <a:lnTo>
                    <a:pt x="1633201" y="1788666"/>
                  </a:lnTo>
                  <a:lnTo>
                    <a:pt x="1634056" y="1726481"/>
                  </a:lnTo>
                  <a:lnTo>
                    <a:pt x="1634912" y="1691109"/>
                  </a:lnTo>
                  <a:lnTo>
                    <a:pt x="1635768" y="1713518"/>
                  </a:lnTo>
                  <a:lnTo>
                    <a:pt x="1636623" y="1781751"/>
                  </a:lnTo>
                  <a:lnTo>
                    <a:pt x="1637479" y="1801763"/>
                  </a:lnTo>
                  <a:lnTo>
                    <a:pt x="1638334" y="1797373"/>
                  </a:lnTo>
                  <a:lnTo>
                    <a:pt x="1639190" y="1860210"/>
                  </a:lnTo>
                  <a:lnTo>
                    <a:pt x="1640045" y="2012611"/>
                  </a:lnTo>
                  <a:lnTo>
                    <a:pt x="1640901" y="2191135"/>
                  </a:lnTo>
                  <a:lnTo>
                    <a:pt x="1641756" y="2366621"/>
                  </a:lnTo>
                  <a:lnTo>
                    <a:pt x="1642612" y="2525390"/>
                  </a:lnTo>
                  <a:lnTo>
                    <a:pt x="1643467" y="2595215"/>
                  </a:lnTo>
                  <a:lnTo>
                    <a:pt x="1644323" y="2532887"/>
                  </a:lnTo>
                  <a:lnTo>
                    <a:pt x="1645178" y="2412787"/>
                  </a:lnTo>
                  <a:lnTo>
                    <a:pt x="1646034" y="2332065"/>
                  </a:lnTo>
                  <a:lnTo>
                    <a:pt x="1646889" y="2253553"/>
                  </a:lnTo>
                  <a:lnTo>
                    <a:pt x="1647745" y="2244176"/>
                  </a:lnTo>
                  <a:lnTo>
                    <a:pt x="1648600" y="2272060"/>
                  </a:lnTo>
                  <a:lnTo>
                    <a:pt x="1649456" y="2382679"/>
                  </a:lnTo>
                  <a:lnTo>
                    <a:pt x="1650311" y="2424298"/>
                  </a:lnTo>
                  <a:lnTo>
                    <a:pt x="1651167" y="2380313"/>
                  </a:lnTo>
                  <a:lnTo>
                    <a:pt x="1652023" y="2319390"/>
                  </a:lnTo>
                  <a:lnTo>
                    <a:pt x="1652878" y="2240222"/>
                  </a:lnTo>
                  <a:lnTo>
                    <a:pt x="1653734" y="2144341"/>
                  </a:lnTo>
                  <a:lnTo>
                    <a:pt x="1654589" y="2054109"/>
                  </a:lnTo>
                  <a:lnTo>
                    <a:pt x="1655445" y="2011096"/>
                  </a:lnTo>
                  <a:lnTo>
                    <a:pt x="1656300" y="2021175"/>
                  </a:lnTo>
                  <a:lnTo>
                    <a:pt x="1657156" y="2046526"/>
                  </a:lnTo>
                  <a:lnTo>
                    <a:pt x="1658011" y="2121322"/>
                  </a:lnTo>
                  <a:lnTo>
                    <a:pt x="1658867" y="2221144"/>
                  </a:lnTo>
                  <a:lnTo>
                    <a:pt x="1659722" y="2234295"/>
                  </a:lnTo>
                  <a:lnTo>
                    <a:pt x="1660578" y="2223550"/>
                  </a:lnTo>
                  <a:lnTo>
                    <a:pt x="1661433" y="2238440"/>
                  </a:lnTo>
                  <a:lnTo>
                    <a:pt x="1662289" y="2275258"/>
                  </a:lnTo>
                  <a:lnTo>
                    <a:pt x="1663144" y="2290745"/>
                  </a:lnTo>
                  <a:lnTo>
                    <a:pt x="1664000" y="2231935"/>
                  </a:lnTo>
                  <a:lnTo>
                    <a:pt x="1664855" y="2222335"/>
                  </a:lnTo>
                  <a:lnTo>
                    <a:pt x="1665711" y="2345971"/>
                  </a:lnTo>
                  <a:lnTo>
                    <a:pt x="1666566" y="2415658"/>
                  </a:lnTo>
                  <a:lnTo>
                    <a:pt x="1667422" y="2409647"/>
                  </a:lnTo>
                  <a:lnTo>
                    <a:pt x="1668278" y="2362008"/>
                  </a:lnTo>
                  <a:lnTo>
                    <a:pt x="1669133" y="2348887"/>
                  </a:lnTo>
                  <a:lnTo>
                    <a:pt x="1669989" y="2314041"/>
                  </a:lnTo>
                  <a:lnTo>
                    <a:pt x="1670844" y="2135204"/>
                  </a:lnTo>
                  <a:lnTo>
                    <a:pt x="1671700" y="2008266"/>
                  </a:lnTo>
                  <a:lnTo>
                    <a:pt x="1672555" y="2015803"/>
                  </a:lnTo>
                  <a:lnTo>
                    <a:pt x="1673411" y="2041714"/>
                  </a:lnTo>
                  <a:lnTo>
                    <a:pt x="1674266" y="2129929"/>
                  </a:lnTo>
                  <a:lnTo>
                    <a:pt x="1675122" y="2207577"/>
                  </a:lnTo>
                  <a:lnTo>
                    <a:pt x="1675977" y="2284266"/>
                  </a:lnTo>
                  <a:lnTo>
                    <a:pt x="1676833" y="2390649"/>
                  </a:lnTo>
                  <a:lnTo>
                    <a:pt x="1677688" y="2444218"/>
                  </a:lnTo>
                  <a:lnTo>
                    <a:pt x="1678544" y="2528610"/>
                  </a:lnTo>
                  <a:lnTo>
                    <a:pt x="1679399" y="2556260"/>
                  </a:lnTo>
                  <a:lnTo>
                    <a:pt x="1680255" y="2616948"/>
                  </a:lnTo>
                  <a:lnTo>
                    <a:pt x="1681110" y="2705054"/>
                  </a:lnTo>
                  <a:lnTo>
                    <a:pt x="1681966" y="2762695"/>
                  </a:lnTo>
                  <a:lnTo>
                    <a:pt x="1682822" y="2730278"/>
                  </a:lnTo>
                  <a:lnTo>
                    <a:pt x="1683677" y="2681693"/>
                  </a:lnTo>
                  <a:lnTo>
                    <a:pt x="1684533" y="2728690"/>
                  </a:lnTo>
                  <a:lnTo>
                    <a:pt x="1685388" y="2808523"/>
                  </a:lnTo>
                  <a:lnTo>
                    <a:pt x="1686244" y="2849103"/>
                  </a:lnTo>
                  <a:lnTo>
                    <a:pt x="1687099" y="2786548"/>
                  </a:lnTo>
                  <a:lnTo>
                    <a:pt x="1687955" y="2789101"/>
                  </a:lnTo>
                  <a:lnTo>
                    <a:pt x="1688810" y="2832789"/>
                  </a:lnTo>
                  <a:lnTo>
                    <a:pt x="1689666" y="2817170"/>
                  </a:lnTo>
                  <a:lnTo>
                    <a:pt x="1690521" y="2783483"/>
                  </a:lnTo>
                  <a:lnTo>
                    <a:pt x="1691377" y="2804573"/>
                  </a:lnTo>
                  <a:lnTo>
                    <a:pt x="1692232" y="2907667"/>
                  </a:lnTo>
                  <a:lnTo>
                    <a:pt x="1693088" y="3005201"/>
                  </a:lnTo>
                  <a:lnTo>
                    <a:pt x="1693943" y="3037493"/>
                  </a:lnTo>
                  <a:lnTo>
                    <a:pt x="1694799" y="3048253"/>
                  </a:lnTo>
                  <a:lnTo>
                    <a:pt x="1695654" y="3020651"/>
                  </a:lnTo>
                  <a:lnTo>
                    <a:pt x="1696510" y="3000521"/>
                  </a:lnTo>
                  <a:lnTo>
                    <a:pt x="1697365" y="3000521"/>
                  </a:lnTo>
                  <a:lnTo>
                    <a:pt x="1698221" y="3000521"/>
                  </a:lnTo>
                  <a:lnTo>
                    <a:pt x="1699077" y="3000521"/>
                  </a:lnTo>
                  <a:lnTo>
                    <a:pt x="1699932" y="3000522"/>
                  </a:lnTo>
                  <a:lnTo>
                    <a:pt x="1700788" y="3034072"/>
                  </a:lnTo>
                  <a:lnTo>
                    <a:pt x="1701643" y="3071586"/>
                  </a:lnTo>
                  <a:lnTo>
                    <a:pt x="1702499" y="3066701"/>
                  </a:lnTo>
                  <a:lnTo>
                    <a:pt x="1703354" y="3034300"/>
                  </a:lnTo>
                  <a:lnTo>
                    <a:pt x="1704210" y="3002684"/>
                  </a:lnTo>
                  <a:lnTo>
                    <a:pt x="1705065" y="2998639"/>
                  </a:lnTo>
                  <a:lnTo>
                    <a:pt x="1705921" y="2998640"/>
                  </a:lnTo>
                  <a:lnTo>
                    <a:pt x="1706776" y="3011453"/>
                  </a:lnTo>
                  <a:lnTo>
                    <a:pt x="1707632" y="3044075"/>
                  </a:lnTo>
                  <a:lnTo>
                    <a:pt x="1708487" y="3080965"/>
                  </a:lnTo>
                  <a:lnTo>
                    <a:pt x="1709343" y="3073281"/>
                  </a:lnTo>
                  <a:lnTo>
                    <a:pt x="1710198" y="3005650"/>
                  </a:lnTo>
                  <a:lnTo>
                    <a:pt x="1711054" y="3004332"/>
                  </a:lnTo>
                  <a:lnTo>
                    <a:pt x="1711909" y="2991520"/>
                  </a:lnTo>
                  <a:lnTo>
                    <a:pt x="1712765" y="2963782"/>
                  </a:lnTo>
                  <a:lnTo>
                    <a:pt x="1713620" y="2945121"/>
                  </a:lnTo>
                  <a:lnTo>
                    <a:pt x="1714476" y="2945403"/>
                  </a:lnTo>
                  <a:lnTo>
                    <a:pt x="1715332" y="2997428"/>
                  </a:lnTo>
                  <a:lnTo>
                    <a:pt x="1716187" y="2996860"/>
                  </a:lnTo>
                  <a:lnTo>
                    <a:pt x="1717043" y="2972689"/>
                  </a:lnTo>
                  <a:lnTo>
                    <a:pt x="1717898" y="2908937"/>
                  </a:lnTo>
                  <a:lnTo>
                    <a:pt x="1718754" y="2760006"/>
                  </a:lnTo>
                  <a:lnTo>
                    <a:pt x="1719609" y="2599749"/>
                  </a:lnTo>
                  <a:lnTo>
                    <a:pt x="1720465" y="2453499"/>
                  </a:lnTo>
                  <a:lnTo>
                    <a:pt x="1721320" y="2333931"/>
                  </a:lnTo>
                  <a:lnTo>
                    <a:pt x="1722176" y="2323161"/>
                  </a:lnTo>
                  <a:lnTo>
                    <a:pt x="1723031" y="2416170"/>
                  </a:lnTo>
                  <a:lnTo>
                    <a:pt x="1723887" y="2545704"/>
                  </a:lnTo>
                  <a:lnTo>
                    <a:pt x="1724742" y="2678073"/>
                  </a:lnTo>
                  <a:lnTo>
                    <a:pt x="1725598" y="2691134"/>
                  </a:lnTo>
                  <a:lnTo>
                    <a:pt x="1726453" y="2598013"/>
                  </a:lnTo>
                  <a:lnTo>
                    <a:pt x="1727309" y="2441272"/>
                  </a:lnTo>
                  <a:lnTo>
                    <a:pt x="1728164" y="2339362"/>
                  </a:lnTo>
                  <a:lnTo>
                    <a:pt x="1729020" y="2387738"/>
                  </a:lnTo>
                  <a:lnTo>
                    <a:pt x="1729876" y="2390013"/>
                  </a:lnTo>
                  <a:lnTo>
                    <a:pt x="1730731" y="2431837"/>
                  </a:lnTo>
                  <a:lnTo>
                    <a:pt x="1731587" y="2550515"/>
                  </a:lnTo>
                  <a:lnTo>
                    <a:pt x="1732442" y="2599387"/>
                  </a:lnTo>
                  <a:lnTo>
                    <a:pt x="1733298" y="2559665"/>
                  </a:lnTo>
                  <a:lnTo>
                    <a:pt x="1734153" y="2458759"/>
                  </a:lnTo>
                  <a:lnTo>
                    <a:pt x="1735009" y="2409236"/>
                  </a:lnTo>
                  <a:lnTo>
                    <a:pt x="1735864" y="2345684"/>
                  </a:lnTo>
                  <a:lnTo>
                    <a:pt x="1736720" y="2318832"/>
                  </a:lnTo>
                  <a:lnTo>
                    <a:pt x="1737575" y="2410441"/>
                  </a:lnTo>
                  <a:lnTo>
                    <a:pt x="1738431" y="2419312"/>
                  </a:lnTo>
                  <a:lnTo>
                    <a:pt x="1739286" y="2331721"/>
                  </a:lnTo>
                  <a:lnTo>
                    <a:pt x="1740142" y="2357347"/>
                  </a:lnTo>
                  <a:lnTo>
                    <a:pt x="1740997" y="2461909"/>
                  </a:lnTo>
                  <a:lnTo>
                    <a:pt x="1741853" y="2473817"/>
                  </a:lnTo>
                  <a:lnTo>
                    <a:pt x="1742708" y="2499718"/>
                  </a:lnTo>
                  <a:lnTo>
                    <a:pt x="1743564" y="2518375"/>
                  </a:lnTo>
                  <a:lnTo>
                    <a:pt x="1744419" y="2522301"/>
                  </a:lnTo>
                  <a:lnTo>
                    <a:pt x="1745275" y="2460885"/>
                  </a:lnTo>
                  <a:lnTo>
                    <a:pt x="1746131" y="2427273"/>
                  </a:lnTo>
                  <a:lnTo>
                    <a:pt x="1746986" y="2479463"/>
                  </a:lnTo>
                  <a:lnTo>
                    <a:pt x="1747842" y="2421884"/>
                  </a:lnTo>
                  <a:lnTo>
                    <a:pt x="1748697" y="2390829"/>
                  </a:lnTo>
                  <a:lnTo>
                    <a:pt x="1749553" y="2359616"/>
                  </a:lnTo>
                  <a:lnTo>
                    <a:pt x="1750408" y="2306042"/>
                  </a:lnTo>
                  <a:lnTo>
                    <a:pt x="1751264" y="2221367"/>
                  </a:lnTo>
                  <a:lnTo>
                    <a:pt x="1752119" y="2145708"/>
                  </a:lnTo>
                  <a:lnTo>
                    <a:pt x="1752975" y="2175694"/>
                  </a:lnTo>
                  <a:lnTo>
                    <a:pt x="1753830" y="2178955"/>
                  </a:lnTo>
                  <a:lnTo>
                    <a:pt x="1754686" y="2166467"/>
                  </a:lnTo>
                  <a:lnTo>
                    <a:pt x="1755541" y="2129991"/>
                  </a:lnTo>
                  <a:lnTo>
                    <a:pt x="1756397" y="2106454"/>
                  </a:lnTo>
                  <a:lnTo>
                    <a:pt x="1757252" y="2046868"/>
                  </a:lnTo>
                  <a:lnTo>
                    <a:pt x="1758108" y="1942258"/>
                  </a:lnTo>
                  <a:lnTo>
                    <a:pt x="1758963" y="1964756"/>
                  </a:lnTo>
                  <a:lnTo>
                    <a:pt x="1759819" y="2046815"/>
                  </a:lnTo>
                  <a:lnTo>
                    <a:pt x="1760674" y="2206629"/>
                  </a:lnTo>
                  <a:lnTo>
                    <a:pt x="1761530" y="2451092"/>
                  </a:lnTo>
                  <a:lnTo>
                    <a:pt x="1762386" y="2562994"/>
                  </a:lnTo>
                  <a:lnTo>
                    <a:pt x="1763241" y="2598500"/>
                  </a:lnTo>
                  <a:lnTo>
                    <a:pt x="1764097" y="2528177"/>
                  </a:lnTo>
                  <a:lnTo>
                    <a:pt x="1764952" y="2408010"/>
                  </a:lnTo>
                  <a:lnTo>
                    <a:pt x="1765808" y="2252374"/>
                  </a:lnTo>
                  <a:lnTo>
                    <a:pt x="1766663" y="2028957"/>
                  </a:lnTo>
                  <a:lnTo>
                    <a:pt x="1767519" y="1910261"/>
                  </a:lnTo>
                  <a:lnTo>
                    <a:pt x="1768374" y="1784878"/>
                  </a:lnTo>
                  <a:lnTo>
                    <a:pt x="1769230" y="1709773"/>
                  </a:lnTo>
                  <a:lnTo>
                    <a:pt x="1770085" y="1713860"/>
                  </a:lnTo>
                  <a:lnTo>
                    <a:pt x="1770941" y="1687284"/>
                  </a:lnTo>
                  <a:lnTo>
                    <a:pt x="1771796" y="1657239"/>
                  </a:lnTo>
                  <a:lnTo>
                    <a:pt x="1772652" y="1684639"/>
                  </a:lnTo>
                  <a:lnTo>
                    <a:pt x="1773507" y="1814145"/>
                  </a:lnTo>
                  <a:lnTo>
                    <a:pt x="1774363" y="1899141"/>
                  </a:lnTo>
                  <a:lnTo>
                    <a:pt x="1775218" y="1938505"/>
                  </a:lnTo>
                  <a:lnTo>
                    <a:pt x="1776074" y="2055278"/>
                  </a:lnTo>
                  <a:lnTo>
                    <a:pt x="1776929" y="2202816"/>
                  </a:lnTo>
                  <a:lnTo>
                    <a:pt x="1777785" y="2356339"/>
                  </a:lnTo>
                  <a:lnTo>
                    <a:pt x="1778641" y="2402226"/>
                  </a:lnTo>
                  <a:lnTo>
                    <a:pt x="1779496" y="2417929"/>
                  </a:lnTo>
                  <a:lnTo>
                    <a:pt x="1780352" y="2541604"/>
                  </a:lnTo>
                  <a:lnTo>
                    <a:pt x="1781207" y="2627873"/>
                  </a:lnTo>
                  <a:lnTo>
                    <a:pt x="1782063" y="2606243"/>
                  </a:lnTo>
                  <a:lnTo>
                    <a:pt x="1782918" y="2555676"/>
                  </a:lnTo>
                  <a:lnTo>
                    <a:pt x="1783774" y="2656059"/>
                  </a:lnTo>
                  <a:lnTo>
                    <a:pt x="1784629" y="2820884"/>
                  </a:lnTo>
                  <a:lnTo>
                    <a:pt x="1785485" y="2871923"/>
                  </a:lnTo>
                  <a:lnTo>
                    <a:pt x="1786340" y="2839769"/>
                  </a:lnTo>
                  <a:lnTo>
                    <a:pt x="1787196" y="2854116"/>
                  </a:lnTo>
                  <a:lnTo>
                    <a:pt x="1788051" y="2885892"/>
                  </a:lnTo>
                  <a:lnTo>
                    <a:pt x="1788907" y="2746692"/>
                  </a:lnTo>
                  <a:lnTo>
                    <a:pt x="1789762" y="2561218"/>
                  </a:lnTo>
                  <a:lnTo>
                    <a:pt x="1790618" y="2445344"/>
                  </a:lnTo>
                  <a:lnTo>
                    <a:pt x="1791473" y="2380064"/>
                  </a:lnTo>
                  <a:lnTo>
                    <a:pt x="1792329" y="2333647"/>
                  </a:lnTo>
                  <a:lnTo>
                    <a:pt x="1793185" y="2249260"/>
                  </a:lnTo>
                  <a:lnTo>
                    <a:pt x="1794040" y="2329720"/>
                  </a:lnTo>
                  <a:lnTo>
                    <a:pt x="1794896" y="2464969"/>
                  </a:lnTo>
                  <a:lnTo>
                    <a:pt x="1795751" y="2607891"/>
                  </a:lnTo>
                  <a:lnTo>
                    <a:pt x="1796607" y="2690299"/>
                  </a:lnTo>
                  <a:lnTo>
                    <a:pt x="1797462" y="2743087"/>
                  </a:lnTo>
                  <a:lnTo>
                    <a:pt x="1798318" y="2824042"/>
                  </a:lnTo>
                  <a:lnTo>
                    <a:pt x="1799173" y="2707014"/>
                  </a:lnTo>
                  <a:lnTo>
                    <a:pt x="1800029" y="2641541"/>
                  </a:lnTo>
                  <a:lnTo>
                    <a:pt x="1800884" y="2637861"/>
                  </a:lnTo>
                  <a:lnTo>
                    <a:pt x="1801740" y="2701536"/>
                  </a:lnTo>
                  <a:lnTo>
                    <a:pt x="1802595" y="2701056"/>
                  </a:lnTo>
                  <a:lnTo>
                    <a:pt x="1803451" y="2679314"/>
                  </a:lnTo>
                  <a:lnTo>
                    <a:pt x="1804306" y="2807497"/>
                  </a:lnTo>
                  <a:lnTo>
                    <a:pt x="1805162" y="2916225"/>
                  </a:lnTo>
                  <a:lnTo>
                    <a:pt x="1806017" y="2951947"/>
                  </a:lnTo>
                  <a:lnTo>
                    <a:pt x="1806873" y="2962239"/>
                  </a:lnTo>
                  <a:lnTo>
                    <a:pt x="1807728" y="2972893"/>
                  </a:lnTo>
                  <a:lnTo>
                    <a:pt x="1808584" y="2983877"/>
                  </a:lnTo>
                  <a:lnTo>
                    <a:pt x="1809440" y="2932098"/>
                  </a:lnTo>
                  <a:lnTo>
                    <a:pt x="1810295" y="2860093"/>
                  </a:lnTo>
                  <a:lnTo>
                    <a:pt x="1811151" y="2844808"/>
                  </a:lnTo>
                  <a:lnTo>
                    <a:pt x="1812006" y="2792755"/>
                  </a:lnTo>
                  <a:lnTo>
                    <a:pt x="1812862" y="2775093"/>
                  </a:lnTo>
                  <a:lnTo>
                    <a:pt x="1813717" y="2765906"/>
                  </a:lnTo>
                  <a:lnTo>
                    <a:pt x="1814573" y="2835040"/>
                  </a:lnTo>
                  <a:lnTo>
                    <a:pt x="1815428" y="2884062"/>
                  </a:lnTo>
                  <a:lnTo>
                    <a:pt x="1816284" y="2878071"/>
                  </a:lnTo>
                  <a:lnTo>
                    <a:pt x="1817139" y="2958273"/>
                  </a:lnTo>
                  <a:lnTo>
                    <a:pt x="1817995" y="3053290"/>
                  </a:lnTo>
                  <a:lnTo>
                    <a:pt x="1818850" y="3060846"/>
                  </a:lnTo>
                  <a:lnTo>
                    <a:pt x="1819706" y="2907642"/>
                  </a:lnTo>
                  <a:lnTo>
                    <a:pt x="1820561" y="2799105"/>
                  </a:lnTo>
                  <a:lnTo>
                    <a:pt x="1821417" y="2743699"/>
                  </a:lnTo>
                  <a:lnTo>
                    <a:pt x="1822272" y="2713789"/>
                  </a:lnTo>
                  <a:lnTo>
                    <a:pt x="1823128" y="2629667"/>
                  </a:lnTo>
                  <a:lnTo>
                    <a:pt x="1823983" y="2621024"/>
                  </a:lnTo>
                  <a:lnTo>
                    <a:pt x="1824839" y="2709137"/>
                  </a:lnTo>
                  <a:lnTo>
                    <a:pt x="1825695" y="2717279"/>
                  </a:lnTo>
                  <a:lnTo>
                    <a:pt x="1826550" y="2663956"/>
                  </a:lnTo>
                  <a:lnTo>
                    <a:pt x="1827406" y="2640964"/>
                  </a:lnTo>
                  <a:lnTo>
                    <a:pt x="1828261" y="2627306"/>
                  </a:lnTo>
                  <a:lnTo>
                    <a:pt x="1829117" y="2588647"/>
                  </a:lnTo>
                  <a:lnTo>
                    <a:pt x="1829972" y="2582606"/>
                  </a:lnTo>
                  <a:lnTo>
                    <a:pt x="1830828" y="2616539"/>
                  </a:lnTo>
                  <a:lnTo>
                    <a:pt x="1831683" y="2592323"/>
                  </a:lnTo>
                  <a:lnTo>
                    <a:pt x="1832539" y="2487179"/>
                  </a:lnTo>
                  <a:lnTo>
                    <a:pt x="1833394" y="2464933"/>
                  </a:lnTo>
                  <a:lnTo>
                    <a:pt x="1834250" y="2427127"/>
                  </a:lnTo>
                  <a:lnTo>
                    <a:pt x="1835105" y="2322308"/>
                  </a:lnTo>
                  <a:lnTo>
                    <a:pt x="1835961" y="2282331"/>
                  </a:lnTo>
                  <a:lnTo>
                    <a:pt x="1836816" y="2288677"/>
                  </a:lnTo>
                  <a:lnTo>
                    <a:pt x="1837672" y="2268341"/>
                  </a:lnTo>
                  <a:lnTo>
                    <a:pt x="1838527" y="2249752"/>
                  </a:lnTo>
                  <a:lnTo>
                    <a:pt x="1839383" y="2306180"/>
                  </a:lnTo>
                  <a:lnTo>
                    <a:pt x="1840239" y="2439898"/>
                  </a:lnTo>
                  <a:lnTo>
                    <a:pt x="1841094" y="2526367"/>
                  </a:lnTo>
                  <a:lnTo>
                    <a:pt x="1841950" y="2581271"/>
                  </a:lnTo>
                  <a:lnTo>
                    <a:pt x="1842805" y="2673989"/>
                  </a:lnTo>
                  <a:lnTo>
                    <a:pt x="1843661" y="2662313"/>
                  </a:lnTo>
                  <a:lnTo>
                    <a:pt x="1844516" y="2596633"/>
                  </a:lnTo>
                  <a:lnTo>
                    <a:pt x="1845372" y="2527225"/>
                  </a:lnTo>
                  <a:lnTo>
                    <a:pt x="1846227" y="2492082"/>
                  </a:lnTo>
                  <a:lnTo>
                    <a:pt x="1847083" y="2552217"/>
                  </a:lnTo>
                  <a:lnTo>
                    <a:pt x="1847938" y="2577853"/>
                  </a:lnTo>
                  <a:lnTo>
                    <a:pt x="1848794" y="2692813"/>
                  </a:lnTo>
                  <a:lnTo>
                    <a:pt x="1849649" y="2783355"/>
                  </a:lnTo>
                  <a:lnTo>
                    <a:pt x="1850505" y="2821644"/>
                  </a:lnTo>
                  <a:lnTo>
                    <a:pt x="1851360" y="2746754"/>
                  </a:lnTo>
                  <a:lnTo>
                    <a:pt x="1852216" y="2585579"/>
                  </a:lnTo>
                  <a:lnTo>
                    <a:pt x="1853071" y="2457536"/>
                  </a:lnTo>
                  <a:lnTo>
                    <a:pt x="1853927" y="2372548"/>
                  </a:lnTo>
                  <a:lnTo>
                    <a:pt x="1854782" y="2344009"/>
                  </a:lnTo>
                  <a:lnTo>
                    <a:pt x="1855638" y="2296503"/>
                  </a:lnTo>
                  <a:lnTo>
                    <a:pt x="1856494" y="2274575"/>
                  </a:lnTo>
                  <a:lnTo>
                    <a:pt x="1857349" y="2322279"/>
                  </a:lnTo>
                  <a:lnTo>
                    <a:pt x="1858205" y="2445620"/>
                  </a:lnTo>
                  <a:lnTo>
                    <a:pt x="1859060" y="2447519"/>
                  </a:lnTo>
                  <a:lnTo>
                    <a:pt x="1859916" y="2372510"/>
                  </a:lnTo>
                  <a:lnTo>
                    <a:pt x="1860771" y="2281434"/>
                  </a:lnTo>
                  <a:lnTo>
                    <a:pt x="1861627" y="2192608"/>
                  </a:lnTo>
                  <a:lnTo>
                    <a:pt x="1862482" y="2101909"/>
                  </a:lnTo>
                  <a:lnTo>
                    <a:pt x="1863338" y="1903753"/>
                  </a:lnTo>
                  <a:lnTo>
                    <a:pt x="1864193" y="1788364"/>
                  </a:lnTo>
                  <a:lnTo>
                    <a:pt x="1865049" y="1800265"/>
                  </a:lnTo>
                  <a:lnTo>
                    <a:pt x="1865904" y="1945085"/>
                  </a:lnTo>
                  <a:lnTo>
                    <a:pt x="1866760" y="2157684"/>
                  </a:lnTo>
                  <a:lnTo>
                    <a:pt x="1867615" y="2280744"/>
                  </a:lnTo>
                  <a:lnTo>
                    <a:pt x="1868471" y="2445241"/>
                  </a:lnTo>
                  <a:lnTo>
                    <a:pt x="1869326" y="2540391"/>
                  </a:lnTo>
                  <a:lnTo>
                    <a:pt x="1870182" y="2590875"/>
                  </a:lnTo>
                  <a:lnTo>
                    <a:pt x="1871037" y="2593529"/>
                  </a:lnTo>
                  <a:lnTo>
                    <a:pt x="1871893" y="2559793"/>
                  </a:lnTo>
                  <a:lnTo>
                    <a:pt x="1872749" y="2568643"/>
                  </a:lnTo>
                  <a:lnTo>
                    <a:pt x="1873604" y="2538433"/>
                  </a:lnTo>
                  <a:lnTo>
                    <a:pt x="1874460" y="2526504"/>
                  </a:lnTo>
                  <a:lnTo>
                    <a:pt x="1875315" y="2562621"/>
                  </a:lnTo>
                  <a:lnTo>
                    <a:pt x="1876171" y="2590558"/>
                  </a:lnTo>
                  <a:lnTo>
                    <a:pt x="1877026" y="2555888"/>
                  </a:lnTo>
                  <a:lnTo>
                    <a:pt x="1877882" y="2455559"/>
                  </a:lnTo>
                  <a:lnTo>
                    <a:pt x="1878737" y="2380325"/>
                  </a:lnTo>
                  <a:lnTo>
                    <a:pt x="1879593" y="2380845"/>
                  </a:lnTo>
                  <a:lnTo>
                    <a:pt x="1880448" y="2275479"/>
                  </a:lnTo>
                  <a:lnTo>
                    <a:pt x="1881304" y="2134284"/>
                  </a:lnTo>
                  <a:lnTo>
                    <a:pt x="1882159" y="2115609"/>
                  </a:lnTo>
                  <a:lnTo>
                    <a:pt x="1883015" y="2139625"/>
                  </a:lnTo>
                  <a:lnTo>
                    <a:pt x="1883870" y="2161342"/>
                  </a:lnTo>
                  <a:lnTo>
                    <a:pt x="1884726" y="2208302"/>
                  </a:lnTo>
                  <a:lnTo>
                    <a:pt x="1885581" y="2191590"/>
                  </a:lnTo>
                  <a:lnTo>
                    <a:pt x="1886437" y="2193630"/>
                  </a:lnTo>
                  <a:lnTo>
                    <a:pt x="1887293" y="2248922"/>
                  </a:lnTo>
                  <a:lnTo>
                    <a:pt x="1888148" y="2279892"/>
                  </a:lnTo>
                  <a:lnTo>
                    <a:pt x="1889004" y="2247305"/>
                  </a:lnTo>
                  <a:lnTo>
                    <a:pt x="1889859" y="2115140"/>
                  </a:lnTo>
                  <a:lnTo>
                    <a:pt x="1890715" y="2122392"/>
                  </a:lnTo>
                  <a:lnTo>
                    <a:pt x="1891570" y="2154762"/>
                  </a:lnTo>
                  <a:lnTo>
                    <a:pt x="1892426" y="2099438"/>
                  </a:lnTo>
                  <a:lnTo>
                    <a:pt x="1893281" y="2089062"/>
                  </a:lnTo>
                  <a:lnTo>
                    <a:pt x="1894137" y="2161904"/>
                  </a:lnTo>
                  <a:lnTo>
                    <a:pt x="1894992" y="2265503"/>
                  </a:lnTo>
                  <a:lnTo>
                    <a:pt x="1895848" y="2276196"/>
                  </a:lnTo>
                  <a:lnTo>
                    <a:pt x="1896703" y="2270369"/>
                  </a:lnTo>
                  <a:lnTo>
                    <a:pt x="1897559" y="2331931"/>
                  </a:lnTo>
                  <a:lnTo>
                    <a:pt x="1898414" y="2391201"/>
                  </a:lnTo>
                  <a:lnTo>
                    <a:pt x="1899270" y="2488182"/>
                  </a:lnTo>
                  <a:lnTo>
                    <a:pt x="1900125" y="2633810"/>
                  </a:lnTo>
                  <a:lnTo>
                    <a:pt x="1900981" y="2803357"/>
                  </a:lnTo>
                  <a:lnTo>
                    <a:pt x="1901836" y="2954325"/>
                  </a:lnTo>
                  <a:lnTo>
                    <a:pt x="1902692" y="3008040"/>
                  </a:lnTo>
                  <a:lnTo>
                    <a:pt x="1903548" y="3062423"/>
                  </a:lnTo>
                  <a:lnTo>
                    <a:pt x="1904403" y="3013716"/>
                  </a:lnTo>
                  <a:lnTo>
                    <a:pt x="1905259" y="2912989"/>
                  </a:lnTo>
                  <a:lnTo>
                    <a:pt x="1906114" y="2788945"/>
                  </a:lnTo>
                  <a:lnTo>
                    <a:pt x="1906970" y="2743100"/>
                  </a:lnTo>
                  <a:lnTo>
                    <a:pt x="1907825" y="2727566"/>
                  </a:lnTo>
                  <a:lnTo>
                    <a:pt x="1908681" y="2674738"/>
                  </a:lnTo>
                  <a:lnTo>
                    <a:pt x="1909536" y="2640587"/>
                  </a:lnTo>
                  <a:lnTo>
                    <a:pt x="1910392" y="2615639"/>
                  </a:lnTo>
                  <a:lnTo>
                    <a:pt x="1911247" y="2625056"/>
                  </a:lnTo>
                  <a:lnTo>
                    <a:pt x="1912103" y="2613147"/>
                  </a:lnTo>
                  <a:lnTo>
                    <a:pt x="1912958" y="2618791"/>
                  </a:lnTo>
                  <a:lnTo>
                    <a:pt x="1913814" y="2592550"/>
                  </a:lnTo>
                  <a:lnTo>
                    <a:pt x="1914669" y="2594603"/>
                  </a:lnTo>
                  <a:lnTo>
                    <a:pt x="1915525" y="2629783"/>
                  </a:lnTo>
                  <a:lnTo>
                    <a:pt x="1916380" y="2733027"/>
                  </a:lnTo>
                  <a:lnTo>
                    <a:pt x="1917236" y="2790783"/>
                  </a:lnTo>
                  <a:lnTo>
                    <a:pt x="1918091" y="2800672"/>
                  </a:lnTo>
                  <a:lnTo>
                    <a:pt x="1918947" y="2897293"/>
                  </a:lnTo>
                  <a:lnTo>
                    <a:pt x="1919803" y="2959189"/>
                  </a:lnTo>
                  <a:lnTo>
                    <a:pt x="1920658" y="2924021"/>
                  </a:lnTo>
                  <a:lnTo>
                    <a:pt x="1921514" y="2783611"/>
                  </a:lnTo>
                  <a:lnTo>
                    <a:pt x="1922369" y="2623164"/>
                  </a:lnTo>
                  <a:lnTo>
                    <a:pt x="1923225" y="2554681"/>
                  </a:lnTo>
                  <a:lnTo>
                    <a:pt x="1924080" y="2537250"/>
                  </a:lnTo>
                  <a:lnTo>
                    <a:pt x="1924936" y="2534539"/>
                  </a:lnTo>
                  <a:lnTo>
                    <a:pt x="1925791" y="2588808"/>
                  </a:lnTo>
                  <a:lnTo>
                    <a:pt x="1926647" y="2684920"/>
                  </a:lnTo>
                  <a:lnTo>
                    <a:pt x="1927502" y="2767786"/>
                  </a:lnTo>
                  <a:lnTo>
                    <a:pt x="1928358" y="2801956"/>
                  </a:lnTo>
                  <a:lnTo>
                    <a:pt x="1929213" y="2774926"/>
                  </a:lnTo>
                  <a:lnTo>
                    <a:pt x="1930069" y="2714894"/>
                  </a:lnTo>
                  <a:lnTo>
                    <a:pt x="1930924" y="2613796"/>
                  </a:lnTo>
                  <a:lnTo>
                    <a:pt x="1931780" y="2491361"/>
                  </a:lnTo>
                  <a:lnTo>
                    <a:pt x="1932635" y="2412369"/>
                  </a:lnTo>
                  <a:lnTo>
                    <a:pt x="1933491" y="2334707"/>
                  </a:lnTo>
                  <a:lnTo>
                    <a:pt x="1934347" y="2218092"/>
                  </a:lnTo>
                  <a:lnTo>
                    <a:pt x="1935202" y="2128730"/>
                  </a:lnTo>
                  <a:lnTo>
                    <a:pt x="1936058" y="2124290"/>
                  </a:lnTo>
                  <a:lnTo>
                    <a:pt x="1936913" y="2181013"/>
                  </a:lnTo>
                  <a:lnTo>
                    <a:pt x="1937769" y="2197449"/>
                  </a:lnTo>
                  <a:lnTo>
                    <a:pt x="1938624" y="2124309"/>
                  </a:lnTo>
                  <a:lnTo>
                    <a:pt x="1939480" y="2135130"/>
                  </a:lnTo>
                  <a:lnTo>
                    <a:pt x="1940335" y="2200068"/>
                  </a:lnTo>
                  <a:lnTo>
                    <a:pt x="1941191" y="2289812"/>
                  </a:lnTo>
                  <a:lnTo>
                    <a:pt x="1942046" y="2331182"/>
                  </a:lnTo>
                  <a:lnTo>
                    <a:pt x="1942902" y="2377356"/>
                  </a:lnTo>
                  <a:lnTo>
                    <a:pt x="1943757" y="2478166"/>
                  </a:lnTo>
                  <a:lnTo>
                    <a:pt x="1944613" y="2613721"/>
                  </a:lnTo>
                  <a:lnTo>
                    <a:pt x="1945468" y="2697017"/>
                  </a:lnTo>
                  <a:lnTo>
                    <a:pt x="1946324" y="2672958"/>
                  </a:lnTo>
                  <a:lnTo>
                    <a:pt x="1947179" y="2658447"/>
                  </a:lnTo>
                  <a:lnTo>
                    <a:pt x="1948035" y="2641274"/>
                  </a:lnTo>
                  <a:lnTo>
                    <a:pt x="1948890" y="2680219"/>
                  </a:lnTo>
                  <a:lnTo>
                    <a:pt x="1949746" y="2755660"/>
                  </a:lnTo>
                  <a:lnTo>
                    <a:pt x="1950602" y="2745214"/>
                  </a:lnTo>
                  <a:lnTo>
                    <a:pt x="1951457" y="2679836"/>
                  </a:lnTo>
                  <a:lnTo>
                    <a:pt x="1952313" y="2662071"/>
                  </a:lnTo>
                  <a:lnTo>
                    <a:pt x="1953168" y="2599477"/>
                  </a:lnTo>
                  <a:lnTo>
                    <a:pt x="1954024" y="2449366"/>
                  </a:lnTo>
                  <a:lnTo>
                    <a:pt x="1954879" y="2307676"/>
                  </a:lnTo>
                  <a:lnTo>
                    <a:pt x="1955735" y="2309177"/>
                  </a:lnTo>
                  <a:lnTo>
                    <a:pt x="1956590" y="2387958"/>
                  </a:lnTo>
                  <a:lnTo>
                    <a:pt x="1957446" y="2398296"/>
                  </a:lnTo>
                  <a:lnTo>
                    <a:pt x="1958301" y="2443202"/>
                  </a:lnTo>
                  <a:lnTo>
                    <a:pt x="1959157" y="2509182"/>
                  </a:lnTo>
                  <a:lnTo>
                    <a:pt x="1960012" y="2401873"/>
                  </a:lnTo>
                  <a:lnTo>
                    <a:pt x="1960868" y="2222114"/>
                  </a:lnTo>
                  <a:lnTo>
                    <a:pt x="1961723" y="2093856"/>
                  </a:lnTo>
                  <a:lnTo>
                    <a:pt x="1962579" y="2012201"/>
                  </a:lnTo>
                  <a:lnTo>
                    <a:pt x="1963434" y="1971927"/>
                  </a:lnTo>
                  <a:lnTo>
                    <a:pt x="1964290" y="2026482"/>
                  </a:lnTo>
                  <a:lnTo>
                    <a:pt x="1965145" y="2140426"/>
                  </a:lnTo>
                  <a:lnTo>
                    <a:pt x="1966001" y="2262498"/>
                  </a:lnTo>
                  <a:lnTo>
                    <a:pt x="1966857" y="2339983"/>
                  </a:lnTo>
                  <a:lnTo>
                    <a:pt x="1967712" y="2417169"/>
                  </a:lnTo>
                  <a:lnTo>
                    <a:pt x="1968568" y="2472882"/>
                  </a:lnTo>
                  <a:lnTo>
                    <a:pt x="1969423" y="2367346"/>
                  </a:lnTo>
                  <a:lnTo>
                    <a:pt x="1970279" y="2193927"/>
                  </a:lnTo>
                  <a:lnTo>
                    <a:pt x="1971134" y="2091063"/>
                  </a:lnTo>
                  <a:lnTo>
                    <a:pt x="1971990" y="2091600"/>
                  </a:lnTo>
                  <a:lnTo>
                    <a:pt x="1972845" y="2033266"/>
                  </a:lnTo>
                  <a:lnTo>
                    <a:pt x="1973701" y="1957083"/>
                  </a:lnTo>
                  <a:lnTo>
                    <a:pt x="1974556" y="1956722"/>
                  </a:lnTo>
                  <a:lnTo>
                    <a:pt x="1975412" y="2098289"/>
                  </a:lnTo>
                  <a:lnTo>
                    <a:pt x="1976267" y="2215081"/>
                  </a:lnTo>
                  <a:lnTo>
                    <a:pt x="1977123" y="2180835"/>
                  </a:lnTo>
                  <a:lnTo>
                    <a:pt x="1977978" y="2206779"/>
                  </a:lnTo>
                  <a:lnTo>
                    <a:pt x="1978834" y="2368278"/>
                  </a:lnTo>
                  <a:lnTo>
                    <a:pt x="1979689" y="2506633"/>
                  </a:lnTo>
                  <a:lnTo>
                    <a:pt x="1980545" y="2471765"/>
                  </a:lnTo>
                  <a:lnTo>
                    <a:pt x="1981401" y="2408426"/>
                  </a:lnTo>
                  <a:lnTo>
                    <a:pt x="1982256" y="2404479"/>
                  </a:lnTo>
                  <a:lnTo>
                    <a:pt x="1983112" y="2432394"/>
                  </a:lnTo>
                  <a:lnTo>
                    <a:pt x="1983967" y="2378523"/>
                  </a:lnTo>
                  <a:lnTo>
                    <a:pt x="1984823" y="2395914"/>
                  </a:lnTo>
                  <a:lnTo>
                    <a:pt x="1985678" y="2478501"/>
                  </a:lnTo>
                  <a:lnTo>
                    <a:pt x="1986534" y="2559482"/>
                  </a:lnTo>
                  <a:lnTo>
                    <a:pt x="1987389" y="2719447"/>
                  </a:lnTo>
                  <a:lnTo>
                    <a:pt x="1988245" y="2752126"/>
                  </a:lnTo>
                  <a:lnTo>
                    <a:pt x="1989100" y="2728501"/>
                  </a:lnTo>
                  <a:lnTo>
                    <a:pt x="1989956" y="2707427"/>
                  </a:lnTo>
                  <a:lnTo>
                    <a:pt x="1990811" y="2648274"/>
                  </a:lnTo>
                  <a:lnTo>
                    <a:pt x="1991667" y="2558011"/>
                  </a:lnTo>
                  <a:lnTo>
                    <a:pt x="1992522" y="2448742"/>
                  </a:lnTo>
                  <a:lnTo>
                    <a:pt x="1993378" y="2443665"/>
                  </a:lnTo>
                  <a:lnTo>
                    <a:pt x="1994233" y="2459889"/>
                  </a:lnTo>
                  <a:lnTo>
                    <a:pt x="1995089" y="2389803"/>
                  </a:lnTo>
                  <a:lnTo>
                    <a:pt x="1995944" y="2306729"/>
                  </a:lnTo>
                  <a:lnTo>
                    <a:pt x="1996800" y="2239933"/>
                  </a:lnTo>
                  <a:lnTo>
                    <a:pt x="1997656" y="2227485"/>
                  </a:lnTo>
                  <a:lnTo>
                    <a:pt x="1998511" y="2252083"/>
                  </a:lnTo>
                  <a:lnTo>
                    <a:pt x="1999367" y="2266881"/>
                  </a:lnTo>
                  <a:lnTo>
                    <a:pt x="2000222" y="2242881"/>
                  </a:lnTo>
                  <a:lnTo>
                    <a:pt x="2001078" y="2261655"/>
                  </a:lnTo>
                  <a:lnTo>
                    <a:pt x="2001933" y="2312008"/>
                  </a:lnTo>
                  <a:lnTo>
                    <a:pt x="2002789" y="2256839"/>
                  </a:lnTo>
                  <a:lnTo>
                    <a:pt x="2003644" y="2166869"/>
                  </a:lnTo>
                  <a:lnTo>
                    <a:pt x="2004500" y="2037450"/>
                  </a:lnTo>
                  <a:lnTo>
                    <a:pt x="2005355" y="1940495"/>
                  </a:lnTo>
                  <a:lnTo>
                    <a:pt x="2006211" y="1908419"/>
                  </a:lnTo>
                  <a:lnTo>
                    <a:pt x="2007066" y="1889463"/>
                  </a:lnTo>
                  <a:lnTo>
                    <a:pt x="2007922" y="1892255"/>
                  </a:lnTo>
                  <a:lnTo>
                    <a:pt x="2008777" y="1952496"/>
                  </a:lnTo>
                  <a:lnTo>
                    <a:pt x="2009633" y="2008856"/>
                  </a:lnTo>
                  <a:lnTo>
                    <a:pt x="2010488" y="2074138"/>
                  </a:lnTo>
                  <a:lnTo>
                    <a:pt x="2011344" y="2181495"/>
                  </a:lnTo>
                  <a:lnTo>
                    <a:pt x="2012199" y="2269415"/>
                  </a:lnTo>
                  <a:lnTo>
                    <a:pt x="2013055" y="2363397"/>
                  </a:lnTo>
                  <a:lnTo>
                    <a:pt x="2013911" y="2357748"/>
                  </a:lnTo>
                  <a:lnTo>
                    <a:pt x="2014766" y="2350633"/>
                  </a:lnTo>
                  <a:lnTo>
                    <a:pt x="2015622" y="2333819"/>
                  </a:lnTo>
                  <a:lnTo>
                    <a:pt x="2016477" y="2286808"/>
                  </a:lnTo>
                  <a:lnTo>
                    <a:pt x="2017333" y="2274231"/>
                  </a:lnTo>
                  <a:lnTo>
                    <a:pt x="2018188" y="2299243"/>
                  </a:lnTo>
                  <a:lnTo>
                    <a:pt x="2019044" y="2347134"/>
                  </a:lnTo>
                  <a:lnTo>
                    <a:pt x="2019899" y="2396123"/>
                  </a:lnTo>
                  <a:lnTo>
                    <a:pt x="2020755" y="2454684"/>
                  </a:lnTo>
                  <a:lnTo>
                    <a:pt x="2021610" y="2468790"/>
                  </a:lnTo>
                  <a:lnTo>
                    <a:pt x="2022466" y="2411523"/>
                  </a:lnTo>
                  <a:lnTo>
                    <a:pt x="2023321" y="2280151"/>
                  </a:lnTo>
                  <a:lnTo>
                    <a:pt x="2024177" y="2173168"/>
                  </a:lnTo>
                  <a:lnTo>
                    <a:pt x="2025032" y="2081176"/>
                  </a:lnTo>
                  <a:lnTo>
                    <a:pt x="2025888" y="2051709"/>
                  </a:lnTo>
                  <a:lnTo>
                    <a:pt x="2026743" y="2031584"/>
                  </a:lnTo>
                  <a:lnTo>
                    <a:pt x="2027599" y="2019612"/>
                  </a:lnTo>
                  <a:lnTo>
                    <a:pt x="2028454" y="2055241"/>
                  </a:lnTo>
                  <a:lnTo>
                    <a:pt x="2029310" y="2073945"/>
                  </a:lnTo>
                  <a:lnTo>
                    <a:pt x="2030166" y="2099459"/>
                  </a:lnTo>
                  <a:lnTo>
                    <a:pt x="2031021" y="2171473"/>
                  </a:lnTo>
                  <a:lnTo>
                    <a:pt x="2031877" y="2240477"/>
                  </a:lnTo>
                  <a:lnTo>
                    <a:pt x="2032732" y="2340774"/>
                  </a:lnTo>
                  <a:lnTo>
                    <a:pt x="2033588" y="2390631"/>
                  </a:lnTo>
                  <a:lnTo>
                    <a:pt x="2034443" y="2441304"/>
                  </a:lnTo>
                  <a:lnTo>
                    <a:pt x="2035299" y="2557110"/>
                  </a:lnTo>
                  <a:lnTo>
                    <a:pt x="2036154" y="2526430"/>
                  </a:lnTo>
                  <a:lnTo>
                    <a:pt x="2037010" y="2491688"/>
                  </a:lnTo>
                  <a:lnTo>
                    <a:pt x="2037865" y="2412605"/>
                  </a:lnTo>
                  <a:lnTo>
                    <a:pt x="2038721" y="2298725"/>
                  </a:lnTo>
                  <a:lnTo>
                    <a:pt x="2039576" y="2117714"/>
                  </a:lnTo>
                  <a:lnTo>
                    <a:pt x="2040432" y="1963633"/>
                  </a:lnTo>
                  <a:lnTo>
                    <a:pt x="2041287" y="1958766"/>
                  </a:lnTo>
                  <a:lnTo>
                    <a:pt x="2042143" y="1925760"/>
                  </a:lnTo>
                  <a:lnTo>
                    <a:pt x="2042998" y="1892384"/>
                  </a:lnTo>
                  <a:lnTo>
                    <a:pt x="2043854" y="1887822"/>
                  </a:lnTo>
                  <a:lnTo>
                    <a:pt x="2044710" y="1901304"/>
                  </a:lnTo>
                  <a:lnTo>
                    <a:pt x="2045565" y="1850332"/>
                  </a:lnTo>
                  <a:lnTo>
                    <a:pt x="2046421" y="1750053"/>
                  </a:lnTo>
                  <a:lnTo>
                    <a:pt x="2047276" y="1652941"/>
                  </a:lnTo>
                  <a:lnTo>
                    <a:pt x="2048132" y="1562600"/>
                  </a:lnTo>
                  <a:lnTo>
                    <a:pt x="2048987" y="1495416"/>
                  </a:lnTo>
                  <a:lnTo>
                    <a:pt x="2049843" y="1460075"/>
                  </a:lnTo>
                  <a:lnTo>
                    <a:pt x="2050698" y="1456027"/>
                  </a:lnTo>
                  <a:lnTo>
                    <a:pt x="2051554" y="1476167"/>
                  </a:lnTo>
                  <a:lnTo>
                    <a:pt x="2052409" y="1534488"/>
                  </a:lnTo>
                  <a:lnTo>
                    <a:pt x="2053265" y="1577285"/>
                  </a:lnTo>
                  <a:lnTo>
                    <a:pt x="2054120" y="1650362"/>
                  </a:lnTo>
                  <a:lnTo>
                    <a:pt x="2054976" y="1776915"/>
                  </a:lnTo>
                  <a:lnTo>
                    <a:pt x="2055831" y="1894615"/>
                  </a:lnTo>
                  <a:lnTo>
                    <a:pt x="2056687" y="1883910"/>
                  </a:lnTo>
                  <a:lnTo>
                    <a:pt x="2057542" y="1881257"/>
                  </a:lnTo>
                  <a:lnTo>
                    <a:pt x="2058398" y="1951470"/>
                  </a:lnTo>
                  <a:lnTo>
                    <a:pt x="2059253" y="1937109"/>
                  </a:lnTo>
                  <a:lnTo>
                    <a:pt x="2060109" y="1866145"/>
                  </a:lnTo>
                  <a:lnTo>
                    <a:pt x="2060965" y="1794528"/>
                  </a:lnTo>
                  <a:lnTo>
                    <a:pt x="2061820" y="1820223"/>
                  </a:lnTo>
                  <a:lnTo>
                    <a:pt x="2062676" y="1815185"/>
                  </a:lnTo>
                  <a:lnTo>
                    <a:pt x="2063531" y="1757976"/>
                  </a:lnTo>
                  <a:lnTo>
                    <a:pt x="2064387" y="1770628"/>
                  </a:lnTo>
                  <a:lnTo>
                    <a:pt x="2065242" y="1772695"/>
                  </a:lnTo>
                  <a:lnTo>
                    <a:pt x="2066098" y="1755865"/>
                  </a:lnTo>
                  <a:lnTo>
                    <a:pt x="2066953" y="1775866"/>
                  </a:lnTo>
                  <a:lnTo>
                    <a:pt x="2067809" y="1814278"/>
                  </a:lnTo>
                  <a:lnTo>
                    <a:pt x="2068664" y="1811888"/>
                  </a:lnTo>
                  <a:lnTo>
                    <a:pt x="2069520" y="1808461"/>
                  </a:lnTo>
                  <a:lnTo>
                    <a:pt x="2070375" y="1827239"/>
                  </a:lnTo>
                  <a:lnTo>
                    <a:pt x="2071231" y="1854715"/>
                  </a:lnTo>
                  <a:lnTo>
                    <a:pt x="2072086" y="1812333"/>
                  </a:lnTo>
                  <a:lnTo>
                    <a:pt x="2072942" y="1750389"/>
                  </a:lnTo>
                  <a:lnTo>
                    <a:pt x="2073797" y="1749147"/>
                  </a:lnTo>
                  <a:lnTo>
                    <a:pt x="2074653" y="1665042"/>
                  </a:lnTo>
                  <a:lnTo>
                    <a:pt x="2075508" y="1543003"/>
                  </a:lnTo>
                  <a:lnTo>
                    <a:pt x="2076364" y="1423465"/>
                  </a:lnTo>
                  <a:lnTo>
                    <a:pt x="2077220" y="1296240"/>
                  </a:lnTo>
                  <a:lnTo>
                    <a:pt x="2078075" y="1225936"/>
                  </a:lnTo>
                  <a:lnTo>
                    <a:pt x="2078931" y="1183949"/>
                  </a:lnTo>
                  <a:lnTo>
                    <a:pt x="2079786" y="1153320"/>
                  </a:lnTo>
                  <a:lnTo>
                    <a:pt x="2080642" y="1141988"/>
                  </a:lnTo>
                  <a:lnTo>
                    <a:pt x="2081497" y="1111857"/>
                  </a:lnTo>
                  <a:lnTo>
                    <a:pt x="2082353" y="1107092"/>
                  </a:lnTo>
                  <a:lnTo>
                    <a:pt x="2083208" y="1052012"/>
                  </a:lnTo>
                  <a:lnTo>
                    <a:pt x="2084064" y="969144"/>
                  </a:lnTo>
                  <a:lnTo>
                    <a:pt x="2084919" y="911422"/>
                  </a:lnTo>
                  <a:lnTo>
                    <a:pt x="2085775" y="815536"/>
                  </a:lnTo>
                  <a:lnTo>
                    <a:pt x="2086630" y="716832"/>
                  </a:lnTo>
                  <a:lnTo>
                    <a:pt x="2087486" y="644088"/>
                  </a:lnTo>
                  <a:lnTo>
                    <a:pt x="2088341" y="620387"/>
                  </a:lnTo>
                  <a:lnTo>
                    <a:pt x="2089197" y="610577"/>
                  </a:lnTo>
                  <a:lnTo>
                    <a:pt x="2090052" y="585193"/>
                  </a:lnTo>
                  <a:lnTo>
                    <a:pt x="2090908" y="678324"/>
                  </a:lnTo>
                  <a:lnTo>
                    <a:pt x="2091764" y="936107"/>
                  </a:lnTo>
                  <a:lnTo>
                    <a:pt x="2092619" y="1138849"/>
                  </a:lnTo>
                  <a:lnTo>
                    <a:pt x="2093475" y="1270448"/>
                  </a:lnTo>
                  <a:lnTo>
                    <a:pt x="2094330" y="1295818"/>
                  </a:lnTo>
                  <a:lnTo>
                    <a:pt x="2095186" y="1358990"/>
                  </a:lnTo>
                  <a:lnTo>
                    <a:pt x="2096041" y="1292974"/>
                  </a:lnTo>
                  <a:lnTo>
                    <a:pt x="2096897" y="1100139"/>
                  </a:lnTo>
                  <a:lnTo>
                    <a:pt x="2097752" y="895518"/>
                  </a:lnTo>
                  <a:lnTo>
                    <a:pt x="2098608" y="751378"/>
                  </a:lnTo>
                  <a:lnTo>
                    <a:pt x="2099463" y="733269"/>
                  </a:lnTo>
                  <a:lnTo>
                    <a:pt x="2100319" y="703330"/>
                  </a:lnTo>
                  <a:lnTo>
                    <a:pt x="2101174" y="755593"/>
                  </a:lnTo>
                  <a:lnTo>
                    <a:pt x="2102030" y="785231"/>
                  </a:lnTo>
                  <a:lnTo>
                    <a:pt x="2102885" y="896152"/>
                  </a:lnTo>
                  <a:lnTo>
                    <a:pt x="2103741" y="1007885"/>
                  </a:lnTo>
                  <a:lnTo>
                    <a:pt x="2104596" y="1079253"/>
                  </a:lnTo>
                  <a:lnTo>
                    <a:pt x="2105452" y="1167094"/>
                  </a:lnTo>
                  <a:lnTo>
                    <a:pt x="2106307" y="1294351"/>
                  </a:lnTo>
                  <a:lnTo>
                    <a:pt x="2107163" y="1437628"/>
                  </a:lnTo>
                  <a:lnTo>
                    <a:pt x="2108019" y="1508236"/>
                  </a:lnTo>
                  <a:lnTo>
                    <a:pt x="2108874" y="1533726"/>
                  </a:lnTo>
                  <a:lnTo>
                    <a:pt x="2109730" y="1560170"/>
                  </a:lnTo>
                  <a:lnTo>
                    <a:pt x="2110585" y="1548875"/>
                  </a:lnTo>
                  <a:lnTo>
                    <a:pt x="2111441" y="1480986"/>
                  </a:lnTo>
                  <a:lnTo>
                    <a:pt x="2112296" y="1430872"/>
                  </a:lnTo>
                  <a:lnTo>
                    <a:pt x="2113152" y="1454284"/>
                  </a:lnTo>
                  <a:lnTo>
                    <a:pt x="2114007" y="1497654"/>
                  </a:lnTo>
                  <a:lnTo>
                    <a:pt x="2114863" y="1511193"/>
                  </a:lnTo>
                  <a:lnTo>
                    <a:pt x="2115718" y="1581770"/>
                  </a:lnTo>
                  <a:lnTo>
                    <a:pt x="2116574" y="1635767"/>
                  </a:lnTo>
                  <a:lnTo>
                    <a:pt x="2117429" y="1609214"/>
                  </a:lnTo>
                  <a:lnTo>
                    <a:pt x="2118285" y="1524682"/>
                  </a:lnTo>
                  <a:lnTo>
                    <a:pt x="2119140" y="1453786"/>
                  </a:lnTo>
                  <a:lnTo>
                    <a:pt x="2119996" y="1462426"/>
                  </a:lnTo>
                  <a:lnTo>
                    <a:pt x="2120851" y="1495683"/>
                  </a:lnTo>
                  <a:lnTo>
                    <a:pt x="2121707" y="1481074"/>
                  </a:lnTo>
                  <a:lnTo>
                    <a:pt x="2122562" y="1543260"/>
                  </a:lnTo>
                  <a:lnTo>
                    <a:pt x="2123418" y="1668779"/>
                  </a:lnTo>
                  <a:lnTo>
                    <a:pt x="2124274" y="1766466"/>
                  </a:lnTo>
                  <a:lnTo>
                    <a:pt x="2125129" y="1856892"/>
                  </a:lnTo>
                  <a:lnTo>
                    <a:pt x="2125985" y="1859706"/>
                  </a:lnTo>
                  <a:lnTo>
                    <a:pt x="2126840" y="1873808"/>
                  </a:lnTo>
                  <a:lnTo>
                    <a:pt x="2127696" y="1819511"/>
                  </a:lnTo>
                  <a:lnTo>
                    <a:pt x="2128551" y="1661999"/>
                  </a:lnTo>
                  <a:lnTo>
                    <a:pt x="2129407" y="1538428"/>
                  </a:lnTo>
                  <a:lnTo>
                    <a:pt x="2130262" y="1450595"/>
                  </a:lnTo>
                  <a:lnTo>
                    <a:pt x="2131118" y="1334148"/>
                  </a:lnTo>
                  <a:lnTo>
                    <a:pt x="2131973" y="1261491"/>
                  </a:lnTo>
                  <a:lnTo>
                    <a:pt x="2132829" y="1269289"/>
                  </a:lnTo>
                  <a:lnTo>
                    <a:pt x="2133684" y="1342417"/>
                  </a:lnTo>
                  <a:lnTo>
                    <a:pt x="2134540" y="1418222"/>
                  </a:lnTo>
                  <a:lnTo>
                    <a:pt x="2135395" y="1458285"/>
                  </a:lnTo>
                  <a:lnTo>
                    <a:pt x="2136251" y="1521112"/>
                  </a:lnTo>
                  <a:lnTo>
                    <a:pt x="2137106" y="1546566"/>
                  </a:lnTo>
                  <a:lnTo>
                    <a:pt x="2137962" y="1549125"/>
                  </a:lnTo>
                  <a:lnTo>
                    <a:pt x="2138818" y="1599081"/>
                  </a:lnTo>
                  <a:lnTo>
                    <a:pt x="2139673" y="1660632"/>
                  </a:lnTo>
                  <a:lnTo>
                    <a:pt x="2140529" y="1630040"/>
                  </a:lnTo>
                  <a:lnTo>
                    <a:pt x="2141384" y="1626180"/>
                  </a:lnTo>
                  <a:lnTo>
                    <a:pt x="2142240" y="1643162"/>
                  </a:lnTo>
                  <a:lnTo>
                    <a:pt x="2143095" y="1670849"/>
                  </a:lnTo>
                  <a:lnTo>
                    <a:pt x="2143951" y="1548776"/>
                  </a:lnTo>
                  <a:lnTo>
                    <a:pt x="2144806" y="1364029"/>
                  </a:lnTo>
                  <a:lnTo>
                    <a:pt x="2145662" y="1308006"/>
                  </a:lnTo>
                  <a:lnTo>
                    <a:pt x="2146517" y="1311456"/>
                  </a:lnTo>
                  <a:lnTo>
                    <a:pt x="2147373" y="1296853"/>
                  </a:lnTo>
                  <a:lnTo>
                    <a:pt x="2148228" y="1225707"/>
                  </a:lnTo>
                  <a:lnTo>
                    <a:pt x="2149084" y="1247175"/>
                  </a:lnTo>
                  <a:lnTo>
                    <a:pt x="2149939" y="1373184"/>
                  </a:lnTo>
                  <a:lnTo>
                    <a:pt x="2150795" y="1510131"/>
                  </a:lnTo>
                  <a:lnTo>
                    <a:pt x="2151650" y="1611684"/>
                  </a:lnTo>
                  <a:lnTo>
                    <a:pt x="2152506" y="1664916"/>
                  </a:lnTo>
                  <a:lnTo>
                    <a:pt x="2153361" y="1738722"/>
                  </a:lnTo>
                  <a:lnTo>
                    <a:pt x="2154217" y="1814563"/>
                  </a:lnTo>
                  <a:lnTo>
                    <a:pt x="2155073" y="1838379"/>
                  </a:lnTo>
                  <a:lnTo>
                    <a:pt x="2155928" y="1807774"/>
                  </a:lnTo>
                  <a:lnTo>
                    <a:pt x="2156784" y="1825057"/>
                  </a:lnTo>
                  <a:lnTo>
                    <a:pt x="2157639" y="1906449"/>
                  </a:lnTo>
                  <a:lnTo>
                    <a:pt x="2158495" y="1955934"/>
                  </a:lnTo>
                  <a:lnTo>
                    <a:pt x="2159350" y="1979625"/>
                  </a:lnTo>
                  <a:lnTo>
                    <a:pt x="2160206" y="2035387"/>
                  </a:lnTo>
                  <a:lnTo>
                    <a:pt x="2161061" y="2105106"/>
                  </a:lnTo>
                  <a:lnTo>
                    <a:pt x="2161917" y="2116181"/>
                  </a:lnTo>
                  <a:lnTo>
                    <a:pt x="2162772" y="2215679"/>
                  </a:lnTo>
                  <a:lnTo>
                    <a:pt x="2163628" y="2387761"/>
                  </a:lnTo>
                  <a:lnTo>
                    <a:pt x="2164483" y="2592207"/>
                  </a:lnTo>
                  <a:lnTo>
                    <a:pt x="2165339" y="2730008"/>
                  </a:lnTo>
                  <a:lnTo>
                    <a:pt x="2166194" y="2842427"/>
                  </a:lnTo>
                  <a:lnTo>
                    <a:pt x="2167050" y="2965652"/>
                  </a:lnTo>
                  <a:lnTo>
                    <a:pt x="2167905" y="3042561"/>
                  </a:lnTo>
                  <a:lnTo>
                    <a:pt x="2168761" y="3092261"/>
                  </a:lnTo>
                  <a:lnTo>
                    <a:pt x="2169616" y="3094708"/>
                  </a:lnTo>
                  <a:lnTo>
                    <a:pt x="2170472" y="3108858"/>
                  </a:lnTo>
                  <a:lnTo>
                    <a:pt x="2171328" y="3112582"/>
                  </a:lnTo>
                  <a:lnTo>
                    <a:pt x="2172183" y="3079431"/>
                  </a:lnTo>
                  <a:lnTo>
                    <a:pt x="2173039" y="3025895"/>
                  </a:lnTo>
                  <a:lnTo>
                    <a:pt x="2173894" y="2998825"/>
                  </a:lnTo>
                  <a:lnTo>
                    <a:pt x="2174750" y="2971422"/>
                  </a:lnTo>
                  <a:lnTo>
                    <a:pt x="2175605" y="2933426"/>
                  </a:lnTo>
                  <a:lnTo>
                    <a:pt x="2176461" y="2954390"/>
                  </a:lnTo>
                  <a:lnTo>
                    <a:pt x="2177316" y="3005768"/>
                  </a:lnTo>
                  <a:lnTo>
                    <a:pt x="2178172" y="3004272"/>
                  </a:lnTo>
                  <a:lnTo>
                    <a:pt x="2179027" y="2944430"/>
                  </a:lnTo>
                  <a:lnTo>
                    <a:pt x="2179883" y="2936867"/>
                  </a:lnTo>
                  <a:lnTo>
                    <a:pt x="2180738" y="3002148"/>
                  </a:lnTo>
                  <a:lnTo>
                    <a:pt x="2181594" y="2991566"/>
                  </a:lnTo>
                  <a:lnTo>
                    <a:pt x="2182449" y="2961182"/>
                  </a:lnTo>
                  <a:lnTo>
                    <a:pt x="2183305" y="2963968"/>
                  </a:lnTo>
                  <a:lnTo>
                    <a:pt x="2184160" y="2986463"/>
                  </a:lnTo>
                  <a:lnTo>
                    <a:pt x="2185016" y="2929367"/>
                  </a:lnTo>
                  <a:lnTo>
                    <a:pt x="2185872" y="2864058"/>
                  </a:lnTo>
                  <a:lnTo>
                    <a:pt x="2186727" y="2859202"/>
                  </a:lnTo>
                  <a:lnTo>
                    <a:pt x="2187583" y="2871359"/>
                  </a:lnTo>
                  <a:lnTo>
                    <a:pt x="2188438" y="2938545"/>
                  </a:lnTo>
                  <a:lnTo>
                    <a:pt x="2189294" y="3019873"/>
                  </a:lnTo>
                  <a:lnTo>
                    <a:pt x="2190149" y="3114026"/>
                  </a:lnTo>
                  <a:lnTo>
                    <a:pt x="2191005" y="3116972"/>
                  </a:lnTo>
                  <a:lnTo>
                    <a:pt x="2191860" y="3051418"/>
                  </a:lnTo>
                  <a:lnTo>
                    <a:pt x="2192716" y="2907997"/>
                  </a:lnTo>
                  <a:lnTo>
                    <a:pt x="2193571" y="2800175"/>
                  </a:lnTo>
                  <a:lnTo>
                    <a:pt x="2194427" y="2749916"/>
                  </a:lnTo>
                  <a:lnTo>
                    <a:pt x="2195282" y="2798811"/>
                  </a:lnTo>
                  <a:lnTo>
                    <a:pt x="2196138" y="2815363"/>
                  </a:lnTo>
                  <a:lnTo>
                    <a:pt x="2196993" y="2884968"/>
                  </a:lnTo>
                  <a:lnTo>
                    <a:pt x="2197849" y="3028388"/>
                  </a:lnTo>
                  <a:lnTo>
                    <a:pt x="2198704" y="3089343"/>
                  </a:lnTo>
                  <a:lnTo>
                    <a:pt x="2199560" y="3064001"/>
                  </a:lnTo>
                  <a:lnTo>
                    <a:pt x="2200415" y="2986462"/>
                  </a:lnTo>
                  <a:lnTo>
                    <a:pt x="2201271" y="2980562"/>
                  </a:lnTo>
                  <a:lnTo>
                    <a:pt x="2202127" y="2977330"/>
                  </a:lnTo>
                  <a:lnTo>
                    <a:pt x="2202982" y="2952994"/>
                  </a:lnTo>
                  <a:lnTo>
                    <a:pt x="2203838" y="2906201"/>
                  </a:lnTo>
                  <a:lnTo>
                    <a:pt x="2204693" y="2925226"/>
                  </a:lnTo>
                  <a:lnTo>
                    <a:pt x="2205549" y="2929272"/>
                  </a:lnTo>
                  <a:lnTo>
                    <a:pt x="2206404" y="2883026"/>
                  </a:lnTo>
                  <a:lnTo>
                    <a:pt x="2207260" y="2807536"/>
                  </a:lnTo>
                  <a:lnTo>
                    <a:pt x="2208115" y="2805236"/>
                  </a:lnTo>
                  <a:lnTo>
                    <a:pt x="2208971" y="2862822"/>
                  </a:lnTo>
                  <a:lnTo>
                    <a:pt x="2209826" y="2872033"/>
                  </a:lnTo>
                  <a:lnTo>
                    <a:pt x="2210682" y="2891203"/>
                  </a:lnTo>
                  <a:lnTo>
                    <a:pt x="2211537" y="2894016"/>
                  </a:lnTo>
                  <a:lnTo>
                    <a:pt x="2212393" y="2859661"/>
                  </a:lnTo>
                  <a:lnTo>
                    <a:pt x="2213248" y="2762901"/>
                  </a:lnTo>
                  <a:lnTo>
                    <a:pt x="2214104" y="2713408"/>
                  </a:lnTo>
                  <a:lnTo>
                    <a:pt x="2214959" y="2683340"/>
                  </a:lnTo>
                  <a:lnTo>
                    <a:pt x="2215815" y="2622632"/>
                  </a:lnTo>
                  <a:lnTo>
                    <a:pt x="2216670" y="2541837"/>
                  </a:lnTo>
                  <a:lnTo>
                    <a:pt x="2217526" y="2556586"/>
                  </a:lnTo>
                  <a:lnTo>
                    <a:pt x="2218382" y="2561458"/>
                  </a:lnTo>
                  <a:lnTo>
                    <a:pt x="2219237" y="2440796"/>
                  </a:lnTo>
                  <a:lnTo>
                    <a:pt x="2220093" y="2347973"/>
                  </a:lnTo>
                  <a:lnTo>
                    <a:pt x="2220948" y="2303019"/>
                  </a:lnTo>
                  <a:lnTo>
                    <a:pt x="2221804" y="2277704"/>
                  </a:lnTo>
                  <a:lnTo>
                    <a:pt x="2222659" y="2184665"/>
                  </a:lnTo>
                  <a:lnTo>
                    <a:pt x="2223515" y="2118907"/>
                  </a:lnTo>
                  <a:lnTo>
                    <a:pt x="2224370" y="2200774"/>
                  </a:lnTo>
                  <a:lnTo>
                    <a:pt x="2225226" y="2267933"/>
                  </a:lnTo>
                  <a:lnTo>
                    <a:pt x="2226081" y="2294409"/>
                  </a:lnTo>
                  <a:lnTo>
                    <a:pt x="2226937" y="2354783"/>
                  </a:lnTo>
                  <a:lnTo>
                    <a:pt x="2227792" y="2470897"/>
                  </a:lnTo>
                  <a:lnTo>
                    <a:pt x="2228648" y="2514505"/>
                  </a:lnTo>
                  <a:lnTo>
                    <a:pt x="2229503" y="2469707"/>
                  </a:lnTo>
                  <a:lnTo>
                    <a:pt x="2230359" y="2401740"/>
                  </a:lnTo>
                  <a:lnTo>
                    <a:pt x="2231214" y="2399506"/>
                  </a:lnTo>
                  <a:lnTo>
                    <a:pt x="2232070" y="2433617"/>
                  </a:lnTo>
                  <a:lnTo>
                    <a:pt x="2232925" y="2374689"/>
                  </a:lnTo>
                  <a:lnTo>
                    <a:pt x="2233781" y="2340581"/>
                  </a:lnTo>
                  <a:lnTo>
                    <a:pt x="2234637" y="2341344"/>
                  </a:lnTo>
                  <a:lnTo>
                    <a:pt x="2235492" y="2368426"/>
                  </a:lnTo>
                  <a:lnTo>
                    <a:pt x="2236348" y="2333452"/>
                  </a:lnTo>
                  <a:lnTo>
                    <a:pt x="2237203" y="2295610"/>
                  </a:lnTo>
                  <a:lnTo>
                    <a:pt x="2238059" y="2391372"/>
                  </a:lnTo>
                  <a:lnTo>
                    <a:pt x="2238914" y="2512634"/>
                  </a:lnTo>
                  <a:lnTo>
                    <a:pt x="2239770" y="2603717"/>
                  </a:lnTo>
                  <a:lnTo>
                    <a:pt x="2240625" y="2693921"/>
                  </a:lnTo>
                  <a:lnTo>
                    <a:pt x="2241481" y="2795777"/>
                  </a:lnTo>
                  <a:lnTo>
                    <a:pt x="2242336" y="2803921"/>
                  </a:lnTo>
                  <a:lnTo>
                    <a:pt x="2243192" y="2693942"/>
                  </a:lnTo>
                  <a:lnTo>
                    <a:pt x="2244047" y="2653806"/>
                  </a:lnTo>
                  <a:lnTo>
                    <a:pt x="2244903" y="2675204"/>
                  </a:lnTo>
                  <a:lnTo>
                    <a:pt x="2245758" y="2688163"/>
                  </a:lnTo>
                  <a:lnTo>
                    <a:pt x="2246614" y="2706031"/>
                  </a:lnTo>
                  <a:lnTo>
                    <a:pt x="2247469" y="2762326"/>
                  </a:lnTo>
                  <a:lnTo>
                    <a:pt x="2248325" y="2881052"/>
                  </a:lnTo>
                  <a:lnTo>
                    <a:pt x="2249181" y="2992226"/>
                  </a:lnTo>
                  <a:lnTo>
                    <a:pt x="2250036" y="2960162"/>
                  </a:lnTo>
                  <a:lnTo>
                    <a:pt x="2250892" y="2879843"/>
                  </a:lnTo>
                  <a:lnTo>
                    <a:pt x="2251747" y="2807434"/>
                  </a:lnTo>
                  <a:lnTo>
                    <a:pt x="2252603" y="2821995"/>
                  </a:lnTo>
                  <a:lnTo>
                    <a:pt x="2253458" y="2864698"/>
                  </a:lnTo>
                  <a:lnTo>
                    <a:pt x="2254314" y="2847183"/>
                  </a:lnTo>
                  <a:lnTo>
                    <a:pt x="2255169" y="2899089"/>
                  </a:lnTo>
                  <a:lnTo>
                    <a:pt x="2256025" y="2979410"/>
                  </a:lnTo>
                  <a:lnTo>
                    <a:pt x="2256880" y="3013262"/>
                  </a:lnTo>
                  <a:lnTo>
                    <a:pt x="2257736" y="2965752"/>
                  </a:lnTo>
                  <a:lnTo>
                    <a:pt x="2258591" y="2906737"/>
                  </a:lnTo>
                  <a:lnTo>
                    <a:pt x="2259447" y="2855031"/>
                  </a:lnTo>
                  <a:lnTo>
                    <a:pt x="2260302" y="2769018"/>
                  </a:lnTo>
                  <a:lnTo>
                    <a:pt x="2261158" y="2642110"/>
                  </a:lnTo>
                  <a:lnTo>
                    <a:pt x="2262013" y="2530582"/>
                  </a:lnTo>
                  <a:lnTo>
                    <a:pt x="2262869" y="2470622"/>
                  </a:lnTo>
                  <a:lnTo>
                    <a:pt x="2263724" y="2493376"/>
                  </a:lnTo>
                  <a:lnTo>
                    <a:pt x="2264580" y="2508372"/>
                  </a:lnTo>
                  <a:lnTo>
                    <a:pt x="2265436" y="2491920"/>
                  </a:lnTo>
                  <a:lnTo>
                    <a:pt x="2266291" y="2500986"/>
                  </a:lnTo>
                  <a:lnTo>
                    <a:pt x="2267147" y="2509406"/>
                  </a:lnTo>
                  <a:lnTo>
                    <a:pt x="2268002" y="2465813"/>
                  </a:lnTo>
                  <a:lnTo>
                    <a:pt x="2268858" y="2357408"/>
                  </a:lnTo>
                  <a:lnTo>
                    <a:pt x="2269713" y="2293604"/>
                  </a:lnTo>
                  <a:lnTo>
                    <a:pt x="2270569" y="2307232"/>
                  </a:lnTo>
                  <a:lnTo>
                    <a:pt x="2271424" y="2330141"/>
                  </a:lnTo>
                  <a:lnTo>
                    <a:pt x="2272280" y="2372119"/>
                  </a:lnTo>
                  <a:lnTo>
                    <a:pt x="2273135" y="2460591"/>
                  </a:lnTo>
                  <a:lnTo>
                    <a:pt x="2273991" y="2567368"/>
                  </a:lnTo>
                  <a:lnTo>
                    <a:pt x="2274846" y="2628129"/>
                  </a:lnTo>
                  <a:lnTo>
                    <a:pt x="2275702" y="2700693"/>
                  </a:lnTo>
                  <a:lnTo>
                    <a:pt x="2276557" y="2703362"/>
                  </a:lnTo>
                  <a:lnTo>
                    <a:pt x="2277413" y="2675057"/>
                  </a:lnTo>
                  <a:lnTo>
                    <a:pt x="2278268" y="2702458"/>
                  </a:lnTo>
                  <a:lnTo>
                    <a:pt x="2279124" y="2712694"/>
                  </a:lnTo>
                  <a:lnTo>
                    <a:pt x="2279979" y="2675829"/>
                  </a:lnTo>
                  <a:lnTo>
                    <a:pt x="2280835" y="2589670"/>
                  </a:lnTo>
                  <a:lnTo>
                    <a:pt x="2281691" y="2579739"/>
                  </a:lnTo>
                  <a:lnTo>
                    <a:pt x="2282546" y="2626482"/>
                  </a:lnTo>
                  <a:lnTo>
                    <a:pt x="2283402" y="2616726"/>
                  </a:lnTo>
                  <a:lnTo>
                    <a:pt x="2284257" y="2545007"/>
                  </a:lnTo>
                  <a:lnTo>
                    <a:pt x="2285113" y="2532743"/>
                  </a:lnTo>
                  <a:lnTo>
                    <a:pt x="2285968" y="2575718"/>
                  </a:lnTo>
                  <a:lnTo>
                    <a:pt x="2286824" y="2594324"/>
                  </a:lnTo>
                  <a:lnTo>
                    <a:pt x="2287679" y="2517207"/>
                  </a:lnTo>
                  <a:lnTo>
                    <a:pt x="2288535" y="2470910"/>
                  </a:lnTo>
                  <a:lnTo>
                    <a:pt x="2289390" y="2420520"/>
                  </a:lnTo>
                  <a:lnTo>
                    <a:pt x="2290246" y="2334700"/>
                  </a:lnTo>
                  <a:lnTo>
                    <a:pt x="2291101" y="2239450"/>
                  </a:lnTo>
                  <a:lnTo>
                    <a:pt x="2291957" y="2175037"/>
                  </a:lnTo>
                  <a:lnTo>
                    <a:pt x="2292812" y="2162562"/>
                  </a:lnTo>
                  <a:lnTo>
                    <a:pt x="2293668" y="2098760"/>
                  </a:lnTo>
                  <a:lnTo>
                    <a:pt x="2294523" y="2058600"/>
                  </a:lnTo>
                  <a:lnTo>
                    <a:pt x="2295379" y="1957141"/>
                  </a:lnTo>
                  <a:lnTo>
                    <a:pt x="2296235" y="1875654"/>
                  </a:lnTo>
                  <a:lnTo>
                    <a:pt x="2297090" y="1903139"/>
                  </a:lnTo>
                  <a:lnTo>
                    <a:pt x="2297946" y="1987555"/>
                  </a:lnTo>
                  <a:lnTo>
                    <a:pt x="2298801" y="2124449"/>
                  </a:lnTo>
                  <a:lnTo>
                    <a:pt x="2299657" y="2250952"/>
                  </a:lnTo>
                  <a:lnTo>
                    <a:pt x="2300512" y="2401989"/>
                  </a:lnTo>
                  <a:lnTo>
                    <a:pt x="2301368" y="2555231"/>
                  </a:lnTo>
                  <a:lnTo>
                    <a:pt x="2302223" y="2675751"/>
                  </a:lnTo>
                  <a:lnTo>
                    <a:pt x="2303079" y="2759541"/>
                  </a:lnTo>
                  <a:lnTo>
                    <a:pt x="2303934" y="2766503"/>
                  </a:lnTo>
                  <a:lnTo>
                    <a:pt x="2304790" y="2846900"/>
                  </a:lnTo>
                  <a:lnTo>
                    <a:pt x="2305645" y="3025031"/>
                  </a:lnTo>
                  <a:lnTo>
                    <a:pt x="2306501" y="3114940"/>
                  </a:lnTo>
                  <a:lnTo>
                    <a:pt x="2307356" y="3114941"/>
                  </a:lnTo>
                  <a:lnTo>
                    <a:pt x="2308212" y="3113407"/>
                  </a:lnTo>
                  <a:lnTo>
                    <a:pt x="2309067" y="3105184"/>
                  </a:lnTo>
                  <a:lnTo>
                    <a:pt x="2309923" y="2981971"/>
                  </a:lnTo>
                  <a:lnTo>
                    <a:pt x="2310778" y="2839915"/>
                  </a:lnTo>
                  <a:lnTo>
                    <a:pt x="2311634" y="2738906"/>
                  </a:lnTo>
                  <a:lnTo>
                    <a:pt x="2312490" y="2617138"/>
                  </a:lnTo>
                  <a:lnTo>
                    <a:pt x="2313345" y="2537704"/>
                  </a:lnTo>
                  <a:lnTo>
                    <a:pt x="2314201" y="2477691"/>
                  </a:lnTo>
                  <a:lnTo>
                    <a:pt x="2315056" y="2503263"/>
                  </a:lnTo>
                  <a:lnTo>
                    <a:pt x="2315912" y="2531176"/>
                  </a:lnTo>
                  <a:lnTo>
                    <a:pt x="2316767" y="2526979"/>
                  </a:lnTo>
                  <a:lnTo>
                    <a:pt x="2317623" y="2538641"/>
                  </a:lnTo>
                  <a:lnTo>
                    <a:pt x="2318478" y="2545813"/>
                  </a:lnTo>
                  <a:lnTo>
                    <a:pt x="2319334" y="2711174"/>
                  </a:lnTo>
                  <a:lnTo>
                    <a:pt x="2320189" y="2846101"/>
                  </a:lnTo>
                  <a:lnTo>
                    <a:pt x="2321045" y="2922935"/>
                  </a:lnTo>
                  <a:lnTo>
                    <a:pt x="2321900" y="3014912"/>
                  </a:lnTo>
                  <a:lnTo>
                    <a:pt x="2322756" y="3025976"/>
                  </a:lnTo>
                  <a:lnTo>
                    <a:pt x="2323611" y="2963654"/>
                  </a:lnTo>
                  <a:lnTo>
                    <a:pt x="2324467" y="2856310"/>
                  </a:lnTo>
                  <a:lnTo>
                    <a:pt x="2325322" y="2801732"/>
                  </a:lnTo>
                  <a:lnTo>
                    <a:pt x="2326178" y="2785401"/>
                  </a:lnTo>
                  <a:lnTo>
                    <a:pt x="2327033" y="2759820"/>
                  </a:lnTo>
                  <a:lnTo>
                    <a:pt x="2327889" y="2793649"/>
                  </a:lnTo>
                  <a:lnTo>
                    <a:pt x="2328745" y="2868824"/>
                  </a:lnTo>
                  <a:lnTo>
                    <a:pt x="2329600" y="2813793"/>
                  </a:lnTo>
                  <a:lnTo>
                    <a:pt x="2330456" y="2753816"/>
                  </a:lnTo>
                  <a:lnTo>
                    <a:pt x="2331311" y="2753147"/>
                  </a:lnTo>
                  <a:lnTo>
                    <a:pt x="2332167" y="2785002"/>
                  </a:lnTo>
                  <a:lnTo>
                    <a:pt x="2333022" y="2850217"/>
                  </a:lnTo>
                  <a:lnTo>
                    <a:pt x="2333878" y="2913796"/>
                  </a:lnTo>
                  <a:lnTo>
                    <a:pt x="2334733" y="3009997"/>
                  </a:lnTo>
                  <a:lnTo>
                    <a:pt x="2335589" y="3070288"/>
                  </a:lnTo>
                  <a:lnTo>
                    <a:pt x="2336444" y="3055262"/>
                  </a:lnTo>
                  <a:lnTo>
                    <a:pt x="2337300" y="3039667"/>
                  </a:lnTo>
                  <a:lnTo>
                    <a:pt x="2338155" y="2973848"/>
                  </a:lnTo>
                  <a:lnTo>
                    <a:pt x="2339011" y="2907418"/>
                  </a:lnTo>
                  <a:lnTo>
                    <a:pt x="2339866" y="2902366"/>
                  </a:lnTo>
                  <a:lnTo>
                    <a:pt x="2340722" y="2901966"/>
                  </a:lnTo>
                  <a:lnTo>
                    <a:pt x="2341577" y="2858284"/>
                  </a:lnTo>
                  <a:lnTo>
                    <a:pt x="2342433" y="2759398"/>
                  </a:lnTo>
                  <a:lnTo>
                    <a:pt x="2343289" y="2735003"/>
                  </a:lnTo>
                  <a:lnTo>
                    <a:pt x="2344144" y="2672597"/>
                  </a:lnTo>
                  <a:lnTo>
                    <a:pt x="2345000" y="2555936"/>
                  </a:lnTo>
                  <a:lnTo>
                    <a:pt x="2345855" y="2520574"/>
                  </a:lnTo>
                  <a:lnTo>
                    <a:pt x="2346711" y="2579918"/>
                  </a:lnTo>
                  <a:lnTo>
                    <a:pt x="2347566" y="2669902"/>
                  </a:lnTo>
                  <a:lnTo>
                    <a:pt x="2348422" y="2713335"/>
                  </a:lnTo>
                  <a:lnTo>
                    <a:pt x="2349277" y="2787971"/>
                  </a:lnTo>
                  <a:lnTo>
                    <a:pt x="2350133" y="2859312"/>
                  </a:lnTo>
                  <a:lnTo>
                    <a:pt x="2350988" y="2799981"/>
                  </a:lnTo>
                  <a:lnTo>
                    <a:pt x="2351844" y="2676014"/>
                  </a:lnTo>
                  <a:lnTo>
                    <a:pt x="2352699" y="2568180"/>
                  </a:lnTo>
                  <a:lnTo>
                    <a:pt x="2353555" y="2473162"/>
                  </a:lnTo>
                  <a:lnTo>
                    <a:pt x="2354410" y="2469869"/>
                  </a:lnTo>
                  <a:lnTo>
                    <a:pt x="2355266" y="2500073"/>
                  </a:lnTo>
                  <a:lnTo>
                    <a:pt x="2356121" y="2595166"/>
                  </a:lnTo>
                  <a:lnTo>
                    <a:pt x="2356977" y="2705747"/>
                  </a:lnTo>
                  <a:lnTo>
                    <a:pt x="2357832" y="2821963"/>
                  </a:lnTo>
                  <a:lnTo>
                    <a:pt x="2358688" y="2966829"/>
                  </a:lnTo>
                  <a:lnTo>
                    <a:pt x="2359544" y="3004013"/>
                  </a:lnTo>
                  <a:lnTo>
                    <a:pt x="2360399" y="2958782"/>
                  </a:lnTo>
                  <a:lnTo>
                    <a:pt x="2361255" y="2879219"/>
                  </a:lnTo>
                  <a:lnTo>
                    <a:pt x="2362110" y="2782677"/>
                  </a:lnTo>
                  <a:lnTo>
                    <a:pt x="2362966" y="2750740"/>
                  </a:lnTo>
                  <a:lnTo>
                    <a:pt x="2363821" y="2710826"/>
                  </a:lnTo>
                  <a:lnTo>
                    <a:pt x="2364677" y="2714829"/>
                  </a:lnTo>
                  <a:lnTo>
                    <a:pt x="2365532" y="2763813"/>
                  </a:lnTo>
                  <a:lnTo>
                    <a:pt x="2366388" y="2792030"/>
                  </a:lnTo>
                  <a:lnTo>
                    <a:pt x="2367243" y="2893705"/>
                  </a:lnTo>
                  <a:lnTo>
                    <a:pt x="2368099" y="2910199"/>
                  </a:lnTo>
                  <a:lnTo>
                    <a:pt x="2368954" y="2837600"/>
                  </a:lnTo>
                  <a:lnTo>
                    <a:pt x="2369810" y="2749773"/>
                  </a:lnTo>
                  <a:lnTo>
                    <a:pt x="2370665" y="2649327"/>
                  </a:lnTo>
                  <a:lnTo>
                    <a:pt x="2371521" y="2644403"/>
                  </a:lnTo>
                  <a:lnTo>
                    <a:pt x="2372376" y="2626310"/>
                  </a:lnTo>
                  <a:lnTo>
                    <a:pt x="2373232" y="2675242"/>
                  </a:lnTo>
                  <a:lnTo>
                    <a:pt x="2374087" y="2743878"/>
                  </a:lnTo>
                  <a:lnTo>
                    <a:pt x="2374943" y="2756372"/>
                  </a:lnTo>
                  <a:lnTo>
                    <a:pt x="2375799" y="2836731"/>
                  </a:lnTo>
                  <a:lnTo>
                    <a:pt x="2376654" y="2867443"/>
                  </a:lnTo>
                  <a:lnTo>
                    <a:pt x="2377510" y="2833429"/>
                  </a:lnTo>
                  <a:lnTo>
                    <a:pt x="2378365" y="2802241"/>
                  </a:lnTo>
                  <a:lnTo>
                    <a:pt x="2379221" y="2852988"/>
                  </a:lnTo>
                  <a:lnTo>
                    <a:pt x="2380076" y="2919038"/>
                  </a:lnTo>
                  <a:lnTo>
                    <a:pt x="2380932" y="2841730"/>
                  </a:lnTo>
                  <a:lnTo>
                    <a:pt x="2381787" y="2760637"/>
                  </a:lnTo>
                  <a:lnTo>
                    <a:pt x="2382643" y="2759042"/>
                  </a:lnTo>
                  <a:lnTo>
                    <a:pt x="2383498" y="2662502"/>
                  </a:lnTo>
                  <a:lnTo>
                    <a:pt x="2384354" y="2481464"/>
                  </a:lnTo>
                  <a:lnTo>
                    <a:pt x="2385209" y="2345635"/>
                  </a:lnTo>
                  <a:lnTo>
                    <a:pt x="2386065" y="2334443"/>
                  </a:lnTo>
                  <a:lnTo>
                    <a:pt x="2386920" y="2269241"/>
                  </a:lnTo>
                  <a:lnTo>
                    <a:pt x="2387776" y="2241841"/>
                  </a:lnTo>
                  <a:lnTo>
                    <a:pt x="2388631" y="2359996"/>
                  </a:lnTo>
                  <a:lnTo>
                    <a:pt x="2389487" y="2478523"/>
                  </a:lnTo>
                  <a:lnTo>
                    <a:pt x="2390343" y="2575393"/>
                  </a:lnTo>
                  <a:lnTo>
                    <a:pt x="2391198" y="2587916"/>
                  </a:lnTo>
                  <a:lnTo>
                    <a:pt x="2392054" y="2617039"/>
                  </a:lnTo>
                  <a:lnTo>
                    <a:pt x="2392909" y="2601378"/>
                  </a:lnTo>
                  <a:lnTo>
                    <a:pt x="2393765" y="2474880"/>
                  </a:lnTo>
                  <a:lnTo>
                    <a:pt x="2394620" y="2428687"/>
                  </a:lnTo>
                  <a:lnTo>
                    <a:pt x="2395476" y="2368640"/>
                  </a:lnTo>
                  <a:lnTo>
                    <a:pt x="2396331" y="2395174"/>
                  </a:lnTo>
                  <a:lnTo>
                    <a:pt x="2397187" y="2497326"/>
                  </a:lnTo>
                  <a:lnTo>
                    <a:pt x="2398042" y="2512722"/>
                  </a:lnTo>
                  <a:lnTo>
                    <a:pt x="2398898" y="2576469"/>
                  </a:lnTo>
                  <a:lnTo>
                    <a:pt x="2399753" y="2728404"/>
                  </a:lnTo>
                  <a:lnTo>
                    <a:pt x="2400609" y="2895979"/>
                  </a:lnTo>
                  <a:lnTo>
                    <a:pt x="2401464" y="2978388"/>
                  </a:lnTo>
                  <a:lnTo>
                    <a:pt x="2402320" y="3011617"/>
                  </a:lnTo>
                  <a:lnTo>
                    <a:pt x="2403175" y="3091275"/>
                  </a:lnTo>
                  <a:lnTo>
                    <a:pt x="2404031" y="3048338"/>
                  </a:lnTo>
                  <a:lnTo>
                    <a:pt x="2404886" y="2908052"/>
                  </a:lnTo>
                  <a:lnTo>
                    <a:pt x="2405742" y="2774896"/>
                  </a:lnTo>
                  <a:lnTo>
                    <a:pt x="2406598" y="2671125"/>
                  </a:lnTo>
                  <a:lnTo>
                    <a:pt x="2407453" y="2644568"/>
                  </a:lnTo>
                  <a:lnTo>
                    <a:pt x="2408309" y="2624739"/>
                  </a:lnTo>
                  <a:lnTo>
                    <a:pt x="2409164" y="2682132"/>
                  </a:lnTo>
                  <a:lnTo>
                    <a:pt x="2410020" y="2737561"/>
                  </a:lnTo>
                  <a:lnTo>
                    <a:pt x="2410875" y="2682111"/>
                  </a:lnTo>
                  <a:lnTo>
                    <a:pt x="2411731" y="2608384"/>
                  </a:lnTo>
                  <a:lnTo>
                    <a:pt x="2412586" y="2507838"/>
                  </a:lnTo>
                  <a:lnTo>
                    <a:pt x="2413442" y="2478990"/>
                  </a:lnTo>
                  <a:lnTo>
                    <a:pt x="2414297" y="2483158"/>
                  </a:lnTo>
                  <a:lnTo>
                    <a:pt x="2415153" y="2502726"/>
                  </a:lnTo>
                  <a:lnTo>
                    <a:pt x="2416008" y="2648358"/>
                  </a:lnTo>
                  <a:lnTo>
                    <a:pt x="2416864" y="2829393"/>
                  </a:lnTo>
                  <a:lnTo>
                    <a:pt x="2417719" y="2935461"/>
                  </a:lnTo>
                  <a:lnTo>
                    <a:pt x="2418575" y="2972367"/>
                  </a:lnTo>
                  <a:lnTo>
                    <a:pt x="2419430" y="3012057"/>
                  </a:lnTo>
                  <a:lnTo>
                    <a:pt x="2420286" y="3001372"/>
                  </a:lnTo>
                  <a:lnTo>
                    <a:pt x="2421141" y="2938474"/>
                  </a:lnTo>
                  <a:lnTo>
                    <a:pt x="2421997" y="2880891"/>
                  </a:lnTo>
                  <a:lnTo>
                    <a:pt x="2422853" y="2848792"/>
                  </a:lnTo>
                  <a:lnTo>
                    <a:pt x="2423708" y="2808332"/>
                  </a:lnTo>
                  <a:lnTo>
                    <a:pt x="2424564" y="2777602"/>
                  </a:lnTo>
                  <a:lnTo>
                    <a:pt x="2425419" y="2773925"/>
                  </a:lnTo>
                  <a:lnTo>
                    <a:pt x="2426275" y="2785162"/>
                  </a:lnTo>
                  <a:lnTo>
                    <a:pt x="2427130" y="2814279"/>
                  </a:lnTo>
                  <a:lnTo>
                    <a:pt x="2427986" y="2824690"/>
                  </a:lnTo>
                  <a:lnTo>
                    <a:pt x="2428841" y="2844842"/>
                  </a:lnTo>
                  <a:lnTo>
                    <a:pt x="2429697" y="2819958"/>
                  </a:lnTo>
                  <a:lnTo>
                    <a:pt x="2430552" y="2787837"/>
                  </a:lnTo>
                  <a:lnTo>
                    <a:pt x="2431408" y="2831619"/>
                  </a:lnTo>
                  <a:lnTo>
                    <a:pt x="2432263" y="2860085"/>
                  </a:lnTo>
                  <a:lnTo>
                    <a:pt x="2433119" y="2910152"/>
                  </a:lnTo>
                  <a:lnTo>
                    <a:pt x="2433974" y="2941934"/>
                  </a:lnTo>
                  <a:lnTo>
                    <a:pt x="2434830" y="2913989"/>
                  </a:lnTo>
                  <a:lnTo>
                    <a:pt x="2435685" y="2919255"/>
                  </a:lnTo>
                  <a:lnTo>
                    <a:pt x="2436541" y="2956305"/>
                  </a:lnTo>
                  <a:lnTo>
                    <a:pt x="2437396" y="2955773"/>
                  </a:lnTo>
                  <a:lnTo>
                    <a:pt x="2438252" y="2880095"/>
                  </a:lnTo>
                  <a:lnTo>
                    <a:pt x="2439108" y="2802929"/>
                  </a:lnTo>
                  <a:lnTo>
                    <a:pt x="2439963" y="2836170"/>
                  </a:lnTo>
                  <a:lnTo>
                    <a:pt x="2440819" y="2831544"/>
                  </a:lnTo>
                  <a:lnTo>
                    <a:pt x="2441674" y="2763449"/>
                  </a:lnTo>
                  <a:lnTo>
                    <a:pt x="2442530" y="2776066"/>
                  </a:lnTo>
                  <a:lnTo>
                    <a:pt x="2443385" y="2812879"/>
                  </a:lnTo>
                  <a:lnTo>
                    <a:pt x="2444241" y="2830189"/>
                  </a:lnTo>
                  <a:lnTo>
                    <a:pt x="2445096" y="2821820"/>
                  </a:lnTo>
                  <a:lnTo>
                    <a:pt x="2445952" y="2850044"/>
                  </a:lnTo>
                  <a:lnTo>
                    <a:pt x="2446807" y="2843624"/>
                  </a:lnTo>
                  <a:lnTo>
                    <a:pt x="2447663" y="2793018"/>
                  </a:lnTo>
                  <a:lnTo>
                    <a:pt x="2448518" y="2811024"/>
                  </a:lnTo>
                  <a:lnTo>
                    <a:pt x="2449374" y="2870027"/>
                  </a:lnTo>
                  <a:lnTo>
                    <a:pt x="2450229" y="2912366"/>
                  </a:lnTo>
                  <a:lnTo>
                    <a:pt x="2451085" y="2903004"/>
                  </a:lnTo>
                  <a:lnTo>
                    <a:pt x="2451940" y="2880857"/>
                  </a:lnTo>
                  <a:lnTo>
                    <a:pt x="2452796" y="2832341"/>
                  </a:lnTo>
                  <a:lnTo>
                    <a:pt x="2453652" y="2714185"/>
                  </a:lnTo>
                  <a:lnTo>
                    <a:pt x="2454507" y="2600093"/>
                  </a:lnTo>
                  <a:lnTo>
                    <a:pt x="2455363" y="2463080"/>
                  </a:lnTo>
                  <a:lnTo>
                    <a:pt x="2456218" y="2413328"/>
                  </a:lnTo>
                  <a:lnTo>
                    <a:pt x="2457074" y="2414716"/>
                  </a:lnTo>
                  <a:lnTo>
                    <a:pt x="2457929" y="2467858"/>
                  </a:lnTo>
                  <a:lnTo>
                    <a:pt x="2458785" y="2568451"/>
                  </a:lnTo>
                  <a:lnTo>
                    <a:pt x="2459640" y="2580173"/>
                  </a:lnTo>
                  <a:lnTo>
                    <a:pt x="2460496" y="2605617"/>
                  </a:lnTo>
                  <a:lnTo>
                    <a:pt x="2461351" y="2576114"/>
                  </a:lnTo>
                  <a:lnTo>
                    <a:pt x="2462207" y="2541212"/>
                  </a:lnTo>
                  <a:lnTo>
                    <a:pt x="2463062" y="2465854"/>
                  </a:lnTo>
                  <a:lnTo>
                    <a:pt x="2463918" y="2444120"/>
                  </a:lnTo>
                  <a:lnTo>
                    <a:pt x="2464773" y="2570800"/>
                  </a:lnTo>
                  <a:lnTo>
                    <a:pt x="2465629" y="2742499"/>
                  </a:lnTo>
                  <a:lnTo>
                    <a:pt x="2466484" y="2877505"/>
                  </a:lnTo>
                  <a:lnTo>
                    <a:pt x="2467340" y="3005794"/>
                  </a:lnTo>
                  <a:lnTo>
                    <a:pt x="2468195" y="3116972"/>
                  </a:lnTo>
                  <a:lnTo>
                    <a:pt x="2469051" y="3116972"/>
                  </a:lnTo>
                  <a:lnTo>
                    <a:pt x="2469907" y="3116972"/>
                  </a:lnTo>
                  <a:lnTo>
                    <a:pt x="2470762" y="3116972"/>
                  </a:lnTo>
                  <a:lnTo>
                    <a:pt x="2471618" y="3116972"/>
                  </a:lnTo>
                  <a:lnTo>
                    <a:pt x="2472473" y="3109949"/>
                  </a:lnTo>
                  <a:lnTo>
                    <a:pt x="2473329" y="3088440"/>
                  </a:lnTo>
                  <a:lnTo>
                    <a:pt x="2474184" y="3095232"/>
                  </a:lnTo>
                  <a:lnTo>
                    <a:pt x="2475040" y="2996036"/>
                  </a:lnTo>
                  <a:lnTo>
                    <a:pt x="2475895" y="2880902"/>
                  </a:lnTo>
                  <a:lnTo>
                    <a:pt x="2476751" y="2851638"/>
                  </a:lnTo>
                  <a:lnTo>
                    <a:pt x="2477606" y="2934033"/>
                  </a:lnTo>
                  <a:lnTo>
                    <a:pt x="2478462" y="2986233"/>
                  </a:lnTo>
                  <a:lnTo>
                    <a:pt x="2479317" y="3004654"/>
                  </a:lnTo>
                  <a:lnTo>
                    <a:pt x="2480173" y="3051786"/>
                  </a:lnTo>
                  <a:lnTo>
                    <a:pt x="2481028" y="3116972"/>
                  </a:lnTo>
                  <a:lnTo>
                    <a:pt x="2481884" y="3102821"/>
                  </a:lnTo>
                  <a:lnTo>
                    <a:pt x="2482739" y="2959569"/>
                  </a:lnTo>
                  <a:lnTo>
                    <a:pt x="2483595" y="2852746"/>
                  </a:lnTo>
                  <a:lnTo>
                    <a:pt x="2484450" y="2817672"/>
                  </a:lnTo>
                  <a:lnTo>
                    <a:pt x="2485306" y="2812514"/>
                  </a:lnTo>
                  <a:lnTo>
                    <a:pt x="2486162" y="2797327"/>
                  </a:lnTo>
                  <a:lnTo>
                    <a:pt x="2487017" y="2861248"/>
                  </a:lnTo>
                  <a:lnTo>
                    <a:pt x="2487873" y="3024867"/>
                  </a:lnTo>
                  <a:lnTo>
                    <a:pt x="2488728" y="3116972"/>
                  </a:lnTo>
                  <a:lnTo>
                    <a:pt x="2489584" y="3116972"/>
                  </a:lnTo>
                  <a:lnTo>
                    <a:pt x="2490439" y="3116972"/>
                  </a:lnTo>
                  <a:lnTo>
                    <a:pt x="2491295" y="3116972"/>
                  </a:lnTo>
                  <a:lnTo>
                    <a:pt x="2492150" y="3116972"/>
                  </a:lnTo>
                  <a:lnTo>
                    <a:pt x="2493006" y="3111610"/>
                  </a:lnTo>
                  <a:lnTo>
                    <a:pt x="2493861" y="3041928"/>
                  </a:lnTo>
                  <a:lnTo>
                    <a:pt x="2494717" y="3034598"/>
                  </a:lnTo>
                  <a:lnTo>
                    <a:pt x="2495572" y="3033941"/>
                  </a:lnTo>
                  <a:lnTo>
                    <a:pt x="2496428" y="3016920"/>
                  </a:lnTo>
                  <a:lnTo>
                    <a:pt x="2497283" y="2993695"/>
                  </a:lnTo>
                  <a:lnTo>
                    <a:pt x="2498139" y="3020319"/>
                  </a:lnTo>
                  <a:lnTo>
                    <a:pt x="2498994" y="3068589"/>
                  </a:lnTo>
                  <a:lnTo>
                    <a:pt x="2499850" y="3116972"/>
                  </a:lnTo>
                  <a:lnTo>
                    <a:pt x="2500706" y="3116972"/>
                  </a:lnTo>
                  <a:lnTo>
                    <a:pt x="2501561" y="3116972"/>
                  </a:lnTo>
                  <a:lnTo>
                    <a:pt x="2502417" y="3116972"/>
                  </a:lnTo>
                  <a:lnTo>
                    <a:pt x="2503272" y="3116972"/>
                  </a:lnTo>
                  <a:lnTo>
                    <a:pt x="2504128" y="3116972"/>
                  </a:lnTo>
                  <a:lnTo>
                    <a:pt x="2504983" y="3088773"/>
                  </a:lnTo>
                  <a:lnTo>
                    <a:pt x="2505839" y="3071044"/>
                  </a:lnTo>
                  <a:lnTo>
                    <a:pt x="2506694" y="3056626"/>
                  </a:lnTo>
                  <a:lnTo>
                    <a:pt x="2507550" y="3106589"/>
                  </a:lnTo>
                  <a:lnTo>
                    <a:pt x="2508405" y="3116972"/>
                  </a:lnTo>
                  <a:lnTo>
                    <a:pt x="2509261" y="3116972"/>
                  </a:lnTo>
                  <a:lnTo>
                    <a:pt x="2510116" y="3104331"/>
                  </a:lnTo>
                  <a:lnTo>
                    <a:pt x="2510972" y="3071456"/>
                  </a:lnTo>
                  <a:lnTo>
                    <a:pt x="2511827" y="3066417"/>
                  </a:lnTo>
                  <a:lnTo>
                    <a:pt x="2512683" y="2998921"/>
                  </a:lnTo>
                  <a:lnTo>
                    <a:pt x="2513538" y="2973146"/>
                  </a:lnTo>
                  <a:lnTo>
                    <a:pt x="2514394" y="3020297"/>
                  </a:lnTo>
                  <a:lnTo>
                    <a:pt x="2515249" y="3031781"/>
                  </a:lnTo>
                  <a:lnTo>
                    <a:pt x="2516105" y="3002307"/>
                  </a:lnTo>
                  <a:lnTo>
                    <a:pt x="2516961" y="2947982"/>
                  </a:lnTo>
                  <a:lnTo>
                    <a:pt x="2517816" y="3021677"/>
                  </a:lnTo>
                  <a:lnTo>
                    <a:pt x="2518672" y="3049771"/>
                  </a:lnTo>
                  <a:lnTo>
                    <a:pt x="2519527" y="3002621"/>
                  </a:lnTo>
                  <a:lnTo>
                    <a:pt x="2520383" y="2991138"/>
                  </a:lnTo>
                  <a:lnTo>
                    <a:pt x="2521238" y="3025748"/>
                  </a:lnTo>
                  <a:lnTo>
                    <a:pt x="2522094" y="3080106"/>
                  </a:lnTo>
                  <a:lnTo>
                    <a:pt x="2522949" y="3094418"/>
                  </a:lnTo>
                  <a:lnTo>
                    <a:pt x="2523805" y="3116972"/>
                  </a:lnTo>
                  <a:lnTo>
                    <a:pt x="2524660" y="3116972"/>
                  </a:lnTo>
                  <a:lnTo>
                    <a:pt x="2525516" y="3116972"/>
                  </a:lnTo>
                  <a:lnTo>
                    <a:pt x="2526371" y="3116972"/>
                  </a:lnTo>
                  <a:lnTo>
                    <a:pt x="2527227" y="3116972"/>
                  </a:lnTo>
                  <a:lnTo>
                    <a:pt x="2528082" y="3116972"/>
                  </a:lnTo>
                  <a:lnTo>
                    <a:pt x="2528938" y="3110917"/>
                  </a:lnTo>
                  <a:lnTo>
                    <a:pt x="2529793" y="3066044"/>
                  </a:lnTo>
                  <a:lnTo>
                    <a:pt x="2530649" y="3046713"/>
                  </a:lnTo>
                  <a:lnTo>
                    <a:pt x="2531504" y="3074453"/>
                  </a:lnTo>
                  <a:lnTo>
                    <a:pt x="2532360" y="3081690"/>
                  </a:lnTo>
                  <a:lnTo>
                    <a:pt x="2533216" y="3103815"/>
                  </a:lnTo>
                  <a:lnTo>
                    <a:pt x="2534071" y="3116972"/>
                  </a:lnTo>
                  <a:lnTo>
                    <a:pt x="2534927" y="3116972"/>
                  </a:lnTo>
                  <a:lnTo>
                    <a:pt x="2535782" y="3116972"/>
                  </a:lnTo>
                  <a:lnTo>
                    <a:pt x="2536638" y="3116972"/>
                  </a:lnTo>
                  <a:lnTo>
                    <a:pt x="2537493" y="3116972"/>
                  </a:lnTo>
                  <a:lnTo>
                    <a:pt x="2538349" y="3116972"/>
                  </a:lnTo>
                  <a:lnTo>
                    <a:pt x="2539204" y="3116972"/>
                  </a:lnTo>
                  <a:lnTo>
                    <a:pt x="2540060" y="3073398"/>
                  </a:lnTo>
                  <a:lnTo>
                    <a:pt x="2540915" y="3013318"/>
                  </a:lnTo>
                  <a:lnTo>
                    <a:pt x="2541771" y="2993683"/>
                  </a:lnTo>
                  <a:lnTo>
                    <a:pt x="2542626" y="2957120"/>
                  </a:lnTo>
                  <a:lnTo>
                    <a:pt x="2543482" y="2953441"/>
                  </a:lnTo>
                  <a:lnTo>
                    <a:pt x="2544337" y="2921834"/>
                  </a:lnTo>
                  <a:lnTo>
                    <a:pt x="2545193" y="2940498"/>
                  </a:lnTo>
                  <a:lnTo>
                    <a:pt x="2546048" y="2948083"/>
                  </a:lnTo>
                  <a:lnTo>
                    <a:pt x="2546904" y="2940048"/>
                  </a:lnTo>
                  <a:lnTo>
                    <a:pt x="2547760" y="2979941"/>
                  </a:lnTo>
                  <a:lnTo>
                    <a:pt x="2548615" y="2995814"/>
                  </a:lnTo>
                  <a:lnTo>
                    <a:pt x="2549471" y="3048607"/>
                  </a:lnTo>
                  <a:lnTo>
                    <a:pt x="2550326" y="3062254"/>
                  </a:lnTo>
                  <a:lnTo>
                    <a:pt x="2551182" y="3054712"/>
                  </a:lnTo>
                  <a:lnTo>
                    <a:pt x="2552037" y="3084145"/>
                  </a:lnTo>
                  <a:lnTo>
                    <a:pt x="2552893" y="3078815"/>
                  </a:lnTo>
                  <a:lnTo>
                    <a:pt x="2553748" y="3116972"/>
                  </a:lnTo>
                  <a:lnTo>
                    <a:pt x="2554604" y="3116972"/>
                  </a:lnTo>
                  <a:lnTo>
                    <a:pt x="2555459" y="3116972"/>
                  </a:lnTo>
                  <a:lnTo>
                    <a:pt x="2556315" y="3116972"/>
                  </a:lnTo>
                  <a:lnTo>
                    <a:pt x="2557170" y="3116972"/>
                  </a:lnTo>
                  <a:lnTo>
                    <a:pt x="2558026" y="3116972"/>
                  </a:lnTo>
                  <a:lnTo>
                    <a:pt x="2558881" y="3116972"/>
                  </a:lnTo>
                  <a:lnTo>
                    <a:pt x="2559737" y="3116972"/>
                  </a:lnTo>
                  <a:lnTo>
                    <a:pt x="2560592" y="3102979"/>
                  </a:lnTo>
                  <a:lnTo>
                    <a:pt x="2561448" y="3063422"/>
                  </a:lnTo>
                  <a:lnTo>
                    <a:pt x="2562303" y="3091074"/>
                  </a:lnTo>
                  <a:lnTo>
                    <a:pt x="2563159" y="3095402"/>
                  </a:lnTo>
                  <a:lnTo>
                    <a:pt x="2564015" y="3082756"/>
                  </a:lnTo>
                  <a:lnTo>
                    <a:pt x="2564870" y="3062399"/>
                  </a:lnTo>
                  <a:lnTo>
                    <a:pt x="2565726" y="3115289"/>
                  </a:lnTo>
                  <a:lnTo>
                    <a:pt x="2566581" y="3116972"/>
                  </a:lnTo>
                  <a:lnTo>
                    <a:pt x="2567437" y="3116972"/>
                  </a:lnTo>
                  <a:lnTo>
                    <a:pt x="2568292" y="3116972"/>
                  </a:lnTo>
                  <a:lnTo>
                    <a:pt x="2569148" y="3088554"/>
                  </a:lnTo>
                  <a:lnTo>
                    <a:pt x="2570003" y="3087764"/>
                  </a:lnTo>
                  <a:lnTo>
                    <a:pt x="2570859" y="3074437"/>
                  </a:lnTo>
                  <a:lnTo>
                    <a:pt x="2571714" y="3046699"/>
                  </a:lnTo>
                  <a:lnTo>
                    <a:pt x="2572570" y="3034406"/>
                  </a:lnTo>
                  <a:lnTo>
                    <a:pt x="2573425" y="3041878"/>
                  </a:lnTo>
                  <a:lnTo>
                    <a:pt x="2574281" y="3097314"/>
                  </a:lnTo>
                  <a:lnTo>
                    <a:pt x="2575136" y="3116972"/>
                  </a:lnTo>
                  <a:lnTo>
                    <a:pt x="2575992" y="3098429"/>
                  </a:lnTo>
                  <a:lnTo>
                    <a:pt x="2576847" y="3062974"/>
                  </a:lnTo>
                  <a:lnTo>
                    <a:pt x="2577703" y="3011824"/>
                  </a:lnTo>
                  <a:lnTo>
                    <a:pt x="2578558" y="2976130"/>
                  </a:lnTo>
                  <a:lnTo>
                    <a:pt x="2579414" y="2949611"/>
                  </a:lnTo>
                  <a:lnTo>
                    <a:pt x="2580270" y="2930736"/>
                  </a:lnTo>
                  <a:lnTo>
                    <a:pt x="2581125" y="2949285"/>
                  </a:lnTo>
                  <a:lnTo>
                    <a:pt x="2581981" y="2984741"/>
                  </a:lnTo>
                  <a:lnTo>
                    <a:pt x="2582836" y="3046446"/>
                  </a:lnTo>
                  <a:lnTo>
                    <a:pt x="2583692" y="3109877"/>
                  </a:lnTo>
                  <a:lnTo>
                    <a:pt x="2584547" y="3116972"/>
                  </a:lnTo>
                  <a:lnTo>
                    <a:pt x="2585403" y="3116972"/>
                  </a:lnTo>
                  <a:lnTo>
                    <a:pt x="2586258" y="3116972"/>
                  </a:lnTo>
                  <a:lnTo>
                    <a:pt x="2587114" y="3116972"/>
                  </a:lnTo>
                  <a:lnTo>
                    <a:pt x="2587969" y="3106509"/>
                  </a:lnTo>
                  <a:lnTo>
                    <a:pt x="2588825" y="3078771"/>
                  </a:lnTo>
                  <a:lnTo>
                    <a:pt x="2589680" y="3071586"/>
                  </a:lnTo>
                  <a:lnTo>
                    <a:pt x="2590536" y="3071586"/>
                  </a:lnTo>
                  <a:lnTo>
                    <a:pt x="2591391" y="3071586"/>
                  </a:lnTo>
                  <a:lnTo>
                    <a:pt x="2592247" y="3071586"/>
                  </a:lnTo>
                  <a:lnTo>
                    <a:pt x="2593102" y="3071586"/>
                  </a:lnTo>
                  <a:lnTo>
                    <a:pt x="2593958" y="3016894"/>
                  </a:lnTo>
                  <a:lnTo>
                    <a:pt x="2594814" y="2945431"/>
                  </a:lnTo>
                  <a:lnTo>
                    <a:pt x="2595669" y="2943763"/>
                  </a:lnTo>
                  <a:lnTo>
                    <a:pt x="2596525" y="2970961"/>
                  </a:lnTo>
                  <a:lnTo>
                    <a:pt x="2597380" y="2989239"/>
                  </a:lnTo>
                  <a:lnTo>
                    <a:pt x="2598236" y="2989239"/>
                  </a:lnTo>
                  <a:lnTo>
                    <a:pt x="2599091" y="3043931"/>
                  </a:lnTo>
                  <a:lnTo>
                    <a:pt x="2599947" y="3116972"/>
                  </a:lnTo>
                  <a:lnTo>
                    <a:pt x="2600802" y="3116972"/>
                  </a:lnTo>
                  <a:lnTo>
                    <a:pt x="2601658" y="3108448"/>
                  </a:lnTo>
                  <a:lnTo>
                    <a:pt x="2602513" y="3090168"/>
                  </a:lnTo>
                  <a:lnTo>
                    <a:pt x="2603369" y="3108363"/>
                  </a:lnTo>
                  <a:lnTo>
                    <a:pt x="2604224" y="3116972"/>
                  </a:lnTo>
                  <a:lnTo>
                    <a:pt x="2605080" y="3116972"/>
                  </a:lnTo>
                  <a:lnTo>
                    <a:pt x="2605935" y="3116972"/>
                  </a:lnTo>
                  <a:lnTo>
                    <a:pt x="2606791" y="3116972"/>
                  </a:lnTo>
                  <a:lnTo>
                    <a:pt x="2607646" y="3116972"/>
                  </a:lnTo>
                  <a:lnTo>
                    <a:pt x="2608502" y="3066489"/>
                  </a:lnTo>
                  <a:lnTo>
                    <a:pt x="2609357" y="2978327"/>
                  </a:lnTo>
                  <a:lnTo>
                    <a:pt x="2610213" y="2950588"/>
                  </a:lnTo>
                  <a:lnTo>
                    <a:pt x="2611069" y="2917049"/>
                  </a:lnTo>
                  <a:lnTo>
                    <a:pt x="2611924" y="2890589"/>
                  </a:lnTo>
                  <a:lnTo>
                    <a:pt x="2612780" y="2893223"/>
                  </a:lnTo>
                  <a:lnTo>
                    <a:pt x="2613635" y="2967689"/>
                  </a:lnTo>
                  <a:lnTo>
                    <a:pt x="2614491" y="3018543"/>
                  </a:lnTo>
                  <a:lnTo>
                    <a:pt x="2615346" y="3018543"/>
                  </a:lnTo>
                  <a:lnTo>
                    <a:pt x="2616202" y="3045127"/>
                  </a:lnTo>
                  <a:lnTo>
                    <a:pt x="2617057" y="3105114"/>
                  </a:lnTo>
                  <a:lnTo>
                    <a:pt x="2617913" y="3116972"/>
                  </a:lnTo>
                  <a:lnTo>
                    <a:pt x="2618768" y="3116972"/>
                  </a:lnTo>
                  <a:lnTo>
                    <a:pt x="2619624" y="3116972"/>
                  </a:lnTo>
                  <a:lnTo>
                    <a:pt x="2620479" y="3116972"/>
                  </a:lnTo>
                  <a:lnTo>
                    <a:pt x="2621335" y="3116972"/>
                  </a:lnTo>
                  <a:lnTo>
                    <a:pt x="2622190" y="3116972"/>
                  </a:lnTo>
                  <a:lnTo>
                    <a:pt x="2623046" y="3116972"/>
                  </a:lnTo>
                  <a:lnTo>
                    <a:pt x="2623901" y="3116972"/>
                  </a:lnTo>
                  <a:lnTo>
                    <a:pt x="2624757" y="3116972"/>
                  </a:lnTo>
                  <a:lnTo>
                    <a:pt x="2625612" y="3116972"/>
                  </a:lnTo>
                  <a:lnTo>
                    <a:pt x="2626468" y="3116972"/>
                  </a:lnTo>
                  <a:lnTo>
                    <a:pt x="2627324" y="3116972"/>
                  </a:lnTo>
                  <a:lnTo>
                    <a:pt x="2628179" y="3116972"/>
                  </a:lnTo>
                  <a:lnTo>
                    <a:pt x="2629035" y="3116972"/>
                  </a:lnTo>
                  <a:lnTo>
                    <a:pt x="2629890" y="3116972"/>
                  </a:lnTo>
                  <a:lnTo>
                    <a:pt x="2630746" y="3116972"/>
                  </a:lnTo>
                  <a:lnTo>
                    <a:pt x="2631601" y="3116972"/>
                  </a:lnTo>
                  <a:lnTo>
                    <a:pt x="2632457" y="3116972"/>
                  </a:lnTo>
                  <a:lnTo>
                    <a:pt x="2633312" y="3116972"/>
                  </a:lnTo>
                  <a:lnTo>
                    <a:pt x="2634168" y="3102924"/>
                  </a:lnTo>
                  <a:lnTo>
                    <a:pt x="2635023" y="3056797"/>
                  </a:lnTo>
                  <a:lnTo>
                    <a:pt x="2635879" y="3010010"/>
                  </a:lnTo>
                  <a:lnTo>
                    <a:pt x="2636734" y="2998271"/>
                  </a:lnTo>
                  <a:lnTo>
                    <a:pt x="2637590" y="2998272"/>
                  </a:lnTo>
                  <a:lnTo>
                    <a:pt x="2638445" y="2998272"/>
                  </a:lnTo>
                  <a:lnTo>
                    <a:pt x="2639301" y="3015909"/>
                  </a:lnTo>
                  <a:lnTo>
                    <a:pt x="2640156" y="3052539"/>
                  </a:lnTo>
                  <a:lnTo>
                    <a:pt x="2641012" y="3071586"/>
                  </a:lnTo>
                  <a:lnTo>
                    <a:pt x="2641868" y="3071586"/>
                  </a:lnTo>
                  <a:lnTo>
                    <a:pt x="2642723" y="3071586"/>
                  </a:lnTo>
                  <a:lnTo>
                    <a:pt x="2643579" y="3071586"/>
                  </a:lnTo>
                  <a:lnTo>
                    <a:pt x="2644434" y="3071586"/>
                  </a:lnTo>
                  <a:lnTo>
                    <a:pt x="2645290" y="3071586"/>
                  </a:lnTo>
                  <a:lnTo>
                    <a:pt x="2646145" y="3071586"/>
                  </a:lnTo>
                  <a:lnTo>
                    <a:pt x="2647001" y="3071586"/>
                  </a:lnTo>
                  <a:lnTo>
                    <a:pt x="2647856" y="3071586"/>
                  </a:lnTo>
                  <a:lnTo>
                    <a:pt x="2648712" y="3071586"/>
                  </a:lnTo>
                  <a:lnTo>
                    <a:pt x="2649567" y="3071586"/>
                  </a:lnTo>
                  <a:lnTo>
                    <a:pt x="2650423" y="3071586"/>
                  </a:lnTo>
                  <a:lnTo>
                    <a:pt x="2651278" y="3071586"/>
                  </a:lnTo>
                  <a:lnTo>
                    <a:pt x="2652134" y="3071586"/>
                  </a:lnTo>
                  <a:lnTo>
                    <a:pt x="2652989" y="3081538"/>
                  </a:lnTo>
                  <a:lnTo>
                    <a:pt x="2653845" y="3109276"/>
                  </a:lnTo>
                  <a:lnTo>
                    <a:pt x="2654700" y="3116972"/>
                  </a:lnTo>
                  <a:lnTo>
                    <a:pt x="2655556" y="3116972"/>
                  </a:lnTo>
                  <a:lnTo>
                    <a:pt x="2656411" y="3116972"/>
                  </a:lnTo>
                  <a:lnTo>
                    <a:pt x="2657267" y="3116972"/>
                  </a:lnTo>
                  <a:lnTo>
                    <a:pt x="2658123" y="3116972"/>
                  </a:lnTo>
                  <a:lnTo>
                    <a:pt x="2658978" y="3116972"/>
                  </a:lnTo>
                  <a:lnTo>
                    <a:pt x="2659834" y="3116972"/>
                  </a:lnTo>
                  <a:lnTo>
                    <a:pt x="2660689" y="3116972"/>
                  </a:lnTo>
                  <a:lnTo>
                    <a:pt x="2661545" y="3116972"/>
                  </a:lnTo>
                  <a:lnTo>
                    <a:pt x="2662400" y="3116972"/>
                  </a:lnTo>
                  <a:lnTo>
                    <a:pt x="2663256" y="3116972"/>
                  </a:lnTo>
                  <a:lnTo>
                    <a:pt x="2664111" y="3116972"/>
                  </a:lnTo>
                  <a:lnTo>
                    <a:pt x="2664967" y="3116972"/>
                  </a:lnTo>
                  <a:lnTo>
                    <a:pt x="2665822" y="3116972"/>
                  </a:lnTo>
                  <a:lnTo>
                    <a:pt x="2666678" y="3116972"/>
                  </a:lnTo>
                  <a:lnTo>
                    <a:pt x="2667533" y="3116972"/>
                  </a:lnTo>
                  <a:lnTo>
                    <a:pt x="2668389" y="3116972"/>
                  </a:lnTo>
                  <a:lnTo>
                    <a:pt x="2669244" y="3116972"/>
                  </a:lnTo>
                  <a:lnTo>
                    <a:pt x="2670100" y="3116972"/>
                  </a:lnTo>
                  <a:lnTo>
                    <a:pt x="2670955" y="3116972"/>
                  </a:lnTo>
                  <a:lnTo>
                    <a:pt x="2671811" y="3116972"/>
                  </a:lnTo>
                  <a:lnTo>
                    <a:pt x="2672666" y="3116972"/>
                  </a:lnTo>
                  <a:lnTo>
                    <a:pt x="2673522" y="3116972"/>
                  </a:lnTo>
                  <a:lnTo>
                    <a:pt x="2674378" y="3116972"/>
                  </a:lnTo>
                  <a:lnTo>
                    <a:pt x="2675233" y="3109878"/>
                  </a:lnTo>
                  <a:lnTo>
                    <a:pt x="2676089" y="3084041"/>
                  </a:lnTo>
                  <a:lnTo>
                    <a:pt x="2676944" y="3058366"/>
                  </a:lnTo>
                  <a:lnTo>
                    <a:pt x="2677800" y="3021802"/>
                  </a:lnTo>
                  <a:lnTo>
                    <a:pt x="2678655" y="2996518"/>
                  </a:lnTo>
                  <a:lnTo>
                    <a:pt x="2679511" y="2993812"/>
                  </a:lnTo>
                  <a:lnTo>
                    <a:pt x="2680366" y="2993812"/>
                  </a:lnTo>
                  <a:lnTo>
                    <a:pt x="2681222" y="2991910"/>
                  </a:lnTo>
                  <a:lnTo>
                    <a:pt x="2682077" y="3007032"/>
                  </a:lnTo>
                  <a:lnTo>
                    <a:pt x="2682933" y="3043596"/>
                  </a:lnTo>
                  <a:lnTo>
                    <a:pt x="2683788" y="3068880"/>
                  </a:lnTo>
                  <a:lnTo>
                    <a:pt x="2684644" y="3071586"/>
                  </a:lnTo>
                  <a:lnTo>
                    <a:pt x="2685499" y="3071586"/>
                  </a:lnTo>
                  <a:lnTo>
                    <a:pt x="2686355" y="3071586"/>
                  </a:lnTo>
                  <a:lnTo>
                    <a:pt x="2687210" y="3071586"/>
                  </a:lnTo>
                  <a:lnTo>
                    <a:pt x="2688066" y="3089866"/>
                  </a:lnTo>
                  <a:lnTo>
                    <a:pt x="2688921" y="3116972"/>
                  </a:lnTo>
                  <a:lnTo>
                    <a:pt x="2689777" y="3116972"/>
                  </a:lnTo>
                  <a:lnTo>
                    <a:pt x="2690633" y="3116972"/>
                  </a:lnTo>
                  <a:lnTo>
                    <a:pt x="2691488" y="3116972"/>
                  </a:lnTo>
                  <a:lnTo>
                    <a:pt x="2692344" y="3099820"/>
                  </a:lnTo>
                  <a:lnTo>
                    <a:pt x="2693199" y="3046079"/>
                  </a:lnTo>
                  <a:lnTo>
                    <a:pt x="2694055" y="3006564"/>
                  </a:lnTo>
                  <a:lnTo>
                    <a:pt x="2694910" y="2979281"/>
                  </a:lnTo>
                  <a:lnTo>
                    <a:pt x="2695766" y="2956709"/>
                  </a:lnTo>
                  <a:lnTo>
                    <a:pt x="2696621" y="2982836"/>
                  </a:lnTo>
                  <a:lnTo>
                    <a:pt x="2697477" y="3036125"/>
                  </a:lnTo>
                  <a:lnTo>
                    <a:pt x="2698332" y="3071586"/>
                  </a:lnTo>
                  <a:lnTo>
                    <a:pt x="2699188" y="3071586"/>
                  </a:lnTo>
                  <a:lnTo>
                    <a:pt x="2700043" y="3071586"/>
                  </a:lnTo>
                  <a:lnTo>
                    <a:pt x="2700899" y="3071586"/>
                  </a:lnTo>
                  <a:lnTo>
                    <a:pt x="2701754" y="3046380"/>
                  </a:lnTo>
                  <a:lnTo>
                    <a:pt x="2702610" y="3019408"/>
                  </a:lnTo>
                  <a:lnTo>
                    <a:pt x="2703465" y="3043271"/>
                  </a:lnTo>
                  <a:lnTo>
                    <a:pt x="2704321" y="3065321"/>
                  </a:lnTo>
                  <a:lnTo>
                    <a:pt x="2705177" y="3116972"/>
                  </a:lnTo>
                  <a:lnTo>
                    <a:pt x="2706032" y="3116972"/>
                  </a:lnTo>
                  <a:lnTo>
                    <a:pt x="2706888" y="3116972"/>
                  </a:lnTo>
                  <a:lnTo>
                    <a:pt x="2707743" y="3116972"/>
                  </a:lnTo>
                  <a:lnTo>
                    <a:pt x="2708599" y="3116972"/>
                  </a:lnTo>
                  <a:lnTo>
                    <a:pt x="2709454" y="3116972"/>
                  </a:lnTo>
                  <a:lnTo>
                    <a:pt x="2710310" y="3114874"/>
                  </a:lnTo>
                  <a:lnTo>
                    <a:pt x="2711165" y="3116773"/>
                  </a:lnTo>
                  <a:lnTo>
                    <a:pt x="2712021" y="3116772"/>
                  </a:lnTo>
                  <a:lnTo>
                    <a:pt x="2712876" y="3116972"/>
                  </a:lnTo>
                  <a:lnTo>
                    <a:pt x="2713732" y="3106469"/>
                  </a:lnTo>
                  <a:lnTo>
                    <a:pt x="2714587" y="3091447"/>
                  </a:lnTo>
                  <a:lnTo>
                    <a:pt x="2715443" y="3100137"/>
                  </a:lnTo>
                  <a:lnTo>
                    <a:pt x="2716298" y="3077893"/>
                  </a:lnTo>
                  <a:lnTo>
                    <a:pt x="2717154" y="3044270"/>
                  </a:lnTo>
                  <a:lnTo>
                    <a:pt x="2718009" y="2991628"/>
                  </a:lnTo>
                  <a:lnTo>
                    <a:pt x="2718865" y="3008722"/>
                  </a:lnTo>
                  <a:lnTo>
                    <a:pt x="2719720" y="3062605"/>
                  </a:lnTo>
                  <a:lnTo>
                    <a:pt x="2720576" y="3096450"/>
                  </a:lnTo>
                  <a:lnTo>
                    <a:pt x="2721432" y="3080692"/>
                  </a:lnTo>
                  <a:lnTo>
                    <a:pt x="2722287" y="3108312"/>
                  </a:lnTo>
                  <a:lnTo>
                    <a:pt x="2723143" y="3116972"/>
                  </a:lnTo>
                  <a:lnTo>
                    <a:pt x="2723998" y="3116972"/>
                  </a:lnTo>
                  <a:lnTo>
                    <a:pt x="2724854" y="3091035"/>
                  </a:lnTo>
                  <a:lnTo>
                    <a:pt x="2725709" y="3029993"/>
                  </a:lnTo>
                  <a:lnTo>
                    <a:pt x="2726565" y="3041313"/>
                  </a:lnTo>
                  <a:lnTo>
                    <a:pt x="2727420" y="3070606"/>
                  </a:lnTo>
                  <a:lnTo>
                    <a:pt x="2728276" y="3112487"/>
                  </a:lnTo>
                  <a:lnTo>
                    <a:pt x="2729131" y="3116972"/>
                  </a:lnTo>
                  <a:lnTo>
                    <a:pt x="2729987" y="3116972"/>
                  </a:lnTo>
                  <a:lnTo>
                    <a:pt x="2730842" y="3115929"/>
                  </a:lnTo>
                  <a:lnTo>
                    <a:pt x="2731698" y="3070101"/>
                  </a:lnTo>
                  <a:lnTo>
                    <a:pt x="2732553" y="3029075"/>
                  </a:lnTo>
                  <a:lnTo>
                    <a:pt x="2733409" y="2964513"/>
                  </a:lnTo>
                  <a:lnTo>
                    <a:pt x="2734264" y="2923616"/>
                  </a:lnTo>
                  <a:lnTo>
                    <a:pt x="2735120" y="2915715"/>
                  </a:lnTo>
                  <a:lnTo>
                    <a:pt x="2735975" y="2918485"/>
                  </a:lnTo>
                  <a:lnTo>
                    <a:pt x="2736831" y="2964314"/>
                  </a:lnTo>
                  <a:lnTo>
                    <a:pt x="2737687" y="2982050"/>
                  </a:lnTo>
                  <a:lnTo>
                    <a:pt x="2738542" y="3022790"/>
                  </a:lnTo>
                  <a:lnTo>
                    <a:pt x="2739398" y="3063685"/>
                  </a:lnTo>
                  <a:lnTo>
                    <a:pt x="2740253" y="3116972"/>
                  </a:lnTo>
                  <a:lnTo>
                    <a:pt x="2741109" y="3116972"/>
                  </a:lnTo>
                  <a:lnTo>
                    <a:pt x="2741964" y="3116972"/>
                  </a:lnTo>
                  <a:lnTo>
                    <a:pt x="2742820" y="3116972"/>
                  </a:lnTo>
                  <a:lnTo>
                    <a:pt x="2743675" y="3116972"/>
                  </a:lnTo>
                  <a:lnTo>
                    <a:pt x="2744531" y="3116972"/>
                  </a:lnTo>
                  <a:lnTo>
                    <a:pt x="2745386" y="3116972"/>
                  </a:lnTo>
                  <a:lnTo>
                    <a:pt x="2746242" y="3116972"/>
                  </a:lnTo>
                  <a:lnTo>
                    <a:pt x="2747097" y="3116972"/>
                  </a:lnTo>
                  <a:lnTo>
                    <a:pt x="2747953" y="3116972"/>
                  </a:lnTo>
                  <a:lnTo>
                    <a:pt x="2748808" y="3116972"/>
                  </a:lnTo>
                  <a:lnTo>
                    <a:pt x="2749664" y="3116972"/>
                  </a:lnTo>
                  <a:lnTo>
                    <a:pt x="2750519" y="3116972"/>
                  </a:lnTo>
                  <a:lnTo>
                    <a:pt x="2751375" y="3116972"/>
                  </a:lnTo>
                  <a:lnTo>
                    <a:pt x="2752231" y="3116972"/>
                  </a:lnTo>
                  <a:lnTo>
                    <a:pt x="2753086" y="3116972"/>
                  </a:lnTo>
                  <a:lnTo>
                    <a:pt x="2753942" y="3116972"/>
                  </a:lnTo>
                  <a:lnTo>
                    <a:pt x="2754797" y="3116972"/>
                  </a:lnTo>
                  <a:lnTo>
                    <a:pt x="2755653" y="3116972"/>
                  </a:lnTo>
                  <a:lnTo>
                    <a:pt x="2756508" y="3116972"/>
                  </a:lnTo>
                  <a:lnTo>
                    <a:pt x="2757364" y="3116972"/>
                  </a:lnTo>
                  <a:lnTo>
                    <a:pt x="2758219" y="3116972"/>
                  </a:lnTo>
                  <a:lnTo>
                    <a:pt x="2759075" y="3073678"/>
                  </a:lnTo>
                  <a:lnTo>
                    <a:pt x="2759930" y="3071586"/>
                  </a:lnTo>
                  <a:lnTo>
                    <a:pt x="2760786" y="3071586"/>
                  </a:lnTo>
                  <a:lnTo>
                    <a:pt x="2761641" y="3093322"/>
                  </a:lnTo>
                  <a:lnTo>
                    <a:pt x="2762497" y="3114909"/>
                  </a:lnTo>
                  <a:lnTo>
                    <a:pt x="2763352" y="3114909"/>
                  </a:lnTo>
                  <a:lnTo>
                    <a:pt x="2764208" y="3114909"/>
                  </a:lnTo>
                  <a:lnTo>
                    <a:pt x="2765063" y="3116972"/>
                  </a:lnTo>
                  <a:lnTo>
                    <a:pt x="2765919" y="3116972"/>
                  </a:lnTo>
                  <a:lnTo>
                    <a:pt x="2766774" y="3116972"/>
                  </a:lnTo>
                  <a:lnTo>
                    <a:pt x="2767630" y="3116972"/>
                  </a:lnTo>
                  <a:lnTo>
                    <a:pt x="2768486" y="3116972"/>
                  </a:lnTo>
                  <a:lnTo>
                    <a:pt x="2769341" y="3116972"/>
                  </a:lnTo>
                  <a:lnTo>
                    <a:pt x="2770197" y="3034609"/>
                  </a:lnTo>
                  <a:lnTo>
                    <a:pt x="2771052" y="2930388"/>
                  </a:lnTo>
                  <a:lnTo>
                    <a:pt x="2771908" y="2887755"/>
                  </a:lnTo>
                  <a:lnTo>
                    <a:pt x="2772763" y="2883264"/>
                  </a:lnTo>
                  <a:lnTo>
                    <a:pt x="2773619" y="2883265"/>
                  </a:lnTo>
                  <a:lnTo>
                    <a:pt x="2774474" y="2907313"/>
                  </a:lnTo>
                  <a:lnTo>
                    <a:pt x="2775330" y="2962840"/>
                  </a:lnTo>
                  <a:lnTo>
                    <a:pt x="2776185" y="2998923"/>
                  </a:lnTo>
                  <a:lnTo>
                    <a:pt x="2777041" y="2998923"/>
                  </a:lnTo>
                  <a:lnTo>
                    <a:pt x="2777896" y="3029676"/>
                  </a:lnTo>
                  <a:lnTo>
                    <a:pt x="2778752" y="3047564"/>
                  </a:lnTo>
                  <a:lnTo>
                    <a:pt x="2779607" y="3089347"/>
                  </a:lnTo>
                  <a:lnTo>
                    <a:pt x="2780463" y="3116972"/>
                  </a:lnTo>
                  <a:lnTo>
                    <a:pt x="2781318" y="3116972"/>
                  </a:lnTo>
                  <a:lnTo>
                    <a:pt x="2782174" y="3116972"/>
                  </a:lnTo>
                  <a:lnTo>
                    <a:pt x="2783029" y="3116972"/>
                  </a:lnTo>
                  <a:lnTo>
                    <a:pt x="2783885" y="3116086"/>
                  </a:lnTo>
                  <a:lnTo>
                    <a:pt x="2784741" y="3116972"/>
                  </a:lnTo>
                  <a:lnTo>
                    <a:pt x="2785596" y="3074676"/>
                  </a:lnTo>
                  <a:lnTo>
                    <a:pt x="2786452" y="3045813"/>
                  </a:lnTo>
                  <a:lnTo>
                    <a:pt x="2787307" y="3045815"/>
                  </a:lnTo>
                  <a:lnTo>
                    <a:pt x="2788163" y="3045816"/>
                  </a:lnTo>
                  <a:lnTo>
                    <a:pt x="2789018" y="3041405"/>
                  </a:lnTo>
                  <a:lnTo>
                    <a:pt x="2789874" y="3014329"/>
                  </a:lnTo>
                  <a:lnTo>
                    <a:pt x="2790729" y="3042724"/>
                  </a:lnTo>
                  <a:lnTo>
                    <a:pt x="2791585" y="3071586"/>
                  </a:lnTo>
                  <a:lnTo>
                    <a:pt x="2792440" y="3081280"/>
                  </a:lnTo>
                  <a:lnTo>
                    <a:pt x="2793296" y="3116972"/>
                  </a:lnTo>
                  <a:lnTo>
                    <a:pt x="2794151" y="3114899"/>
                  </a:lnTo>
                  <a:lnTo>
                    <a:pt x="2795007" y="3079353"/>
                  </a:lnTo>
                  <a:lnTo>
                    <a:pt x="2795862" y="3079354"/>
                  </a:lnTo>
                  <a:lnTo>
                    <a:pt x="2796718" y="3079354"/>
                  </a:lnTo>
                  <a:lnTo>
                    <a:pt x="2797573" y="3069661"/>
                  </a:lnTo>
                  <a:lnTo>
                    <a:pt x="2798429" y="3022478"/>
                  </a:lnTo>
                  <a:lnTo>
                    <a:pt x="2799285" y="3063237"/>
                  </a:lnTo>
                  <a:lnTo>
                    <a:pt x="2800140" y="3112966"/>
                  </a:lnTo>
                  <a:lnTo>
                    <a:pt x="2800996" y="3116972"/>
                  </a:lnTo>
                  <a:lnTo>
                    <a:pt x="2801851" y="3116972"/>
                  </a:lnTo>
                  <a:lnTo>
                    <a:pt x="2802707" y="3116972"/>
                  </a:lnTo>
                  <a:lnTo>
                    <a:pt x="2803562" y="3116972"/>
                  </a:lnTo>
                  <a:lnTo>
                    <a:pt x="2804418" y="3116972"/>
                  </a:lnTo>
                  <a:lnTo>
                    <a:pt x="2805273" y="3116972"/>
                  </a:lnTo>
                  <a:lnTo>
                    <a:pt x="2806129" y="3073370"/>
                  </a:lnTo>
                  <a:lnTo>
                    <a:pt x="2806984" y="3055503"/>
                  </a:lnTo>
                  <a:lnTo>
                    <a:pt x="2807840" y="3065833"/>
                  </a:lnTo>
                  <a:lnTo>
                    <a:pt x="2808695" y="3095646"/>
                  </a:lnTo>
                  <a:lnTo>
                    <a:pt x="2809551" y="3116972"/>
                  </a:lnTo>
                  <a:lnTo>
                    <a:pt x="2810406" y="3116972"/>
                  </a:lnTo>
                  <a:lnTo>
                    <a:pt x="2811262" y="3116972"/>
                  </a:lnTo>
                  <a:lnTo>
                    <a:pt x="2812117" y="3116972"/>
                  </a:lnTo>
                  <a:lnTo>
                    <a:pt x="2812973" y="3116972"/>
                  </a:lnTo>
                  <a:lnTo>
                    <a:pt x="2813828" y="3116972"/>
                  </a:lnTo>
                  <a:lnTo>
                    <a:pt x="2814684" y="3068114"/>
                  </a:lnTo>
                  <a:lnTo>
                    <a:pt x="2815540" y="3013598"/>
                  </a:lnTo>
                  <a:lnTo>
                    <a:pt x="2816395" y="2938730"/>
                  </a:lnTo>
                  <a:lnTo>
                    <a:pt x="2817251" y="2896460"/>
                  </a:lnTo>
                  <a:lnTo>
                    <a:pt x="2818106" y="2905908"/>
                  </a:lnTo>
                  <a:lnTo>
                    <a:pt x="2818962" y="2905908"/>
                  </a:lnTo>
                  <a:lnTo>
                    <a:pt x="2819817" y="2905909"/>
                  </a:lnTo>
                  <a:lnTo>
                    <a:pt x="2820673" y="2932091"/>
                  </a:lnTo>
                  <a:lnTo>
                    <a:pt x="2821528" y="2944772"/>
                  </a:lnTo>
                  <a:lnTo>
                    <a:pt x="2822384" y="2933545"/>
                  </a:lnTo>
                  <a:lnTo>
                    <a:pt x="2823239" y="2928291"/>
                  </a:lnTo>
                  <a:lnTo>
                    <a:pt x="2824095" y="2911562"/>
                  </a:lnTo>
                  <a:lnTo>
                    <a:pt x="2824950" y="2890747"/>
                  </a:lnTo>
                  <a:lnTo>
                    <a:pt x="2825806" y="2879094"/>
                  </a:lnTo>
                  <a:lnTo>
                    <a:pt x="2826661" y="2932618"/>
                  </a:lnTo>
                  <a:lnTo>
                    <a:pt x="2827517" y="3001994"/>
                  </a:lnTo>
                  <a:lnTo>
                    <a:pt x="2828372" y="2975427"/>
                  </a:lnTo>
                  <a:lnTo>
                    <a:pt x="2829228" y="2967321"/>
                  </a:lnTo>
                  <a:lnTo>
                    <a:pt x="2830083" y="2974681"/>
                  </a:lnTo>
                  <a:lnTo>
                    <a:pt x="2830939" y="2985155"/>
                  </a:lnTo>
                  <a:lnTo>
                    <a:pt x="2831795" y="2987233"/>
                  </a:lnTo>
                  <a:lnTo>
                    <a:pt x="2832650" y="2930417"/>
                  </a:lnTo>
                  <a:lnTo>
                    <a:pt x="2833506" y="2855306"/>
                  </a:lnTo>
                  <a:lnTo>
                    <a:pt x="2834361" y="2832680"/>
                  </a:lnTo>
                  <a:lnTo>
                    <a:pt x="2835217" y="2821213"/>
                  </a:lnTo>
                  <a:lnTo>
                    <a:pt x="2836072" y="2821713"/>
                  </a:lnTo>
                  <a:lnTo>
                    <a:pt x="2836928" y="2821734"/>
                  </a:lnTo>
                  <a:lnTo>
                    <a:pt x="2837783" y="2808882"/>
                  </a:lnTo>
                  <a:lnTo>
                    <a:pt x="2838639" y="2814725"/>
                  </a:lnTo>
                  <a:lnTo>
                    <a:pt x="2839494" y="2803895"/>
                  </a:lnTo>
                  <a:lnTo>
                    <a:pt x="2840350" y="2719045"/>
                  </a:lnTo>
                  <a:lnTo>
                    <a:pt x="2841205" y="2629079"/>
                  </a:lnTo>
                  <a:lnTo>
                    <a:pt x="2842061" y="2634476"/>
                  </a:lnTo>
                  <a:lnTo>
                    <a:pt x="2842916" y="2655569"/>
                  </a:lnTo>
                  <a:lnTo>
                    <a:pt x="2843772" y="2640624"/>
                  </a:lnTo>
                  <a:lnTo>
                    <a:pt x="2844627" y="2553586"/>
                  </a:lnTo>
                  <a:lnTo>
                    <a:pt x="2845483" y="2591113"/>
                  </a:lnTo>
                  <a:lnTo>
                    <a:pt x="2846339" y="2674081"/>
                  </a:lnTo>
                  <a:lnTo>
                    <a:pt x="2847194" y="2644958"/>
                  </a:lnTo>
                  <a:lnTo>
                    <a:pt x="2848050" y="2637784"/>
                  </a:lnTo>
                  <a:lnTo>
                    <a:pt x="2848905" y="2670922"/>
                  </a:lnTo>
                  <a:lnTo>
                    <a:pt x="2849761" y="2686062"/>
                  </a:lnTo>
                  <a:lnTo>
                    <a:pt x="2850616" y="2625755"/>
                  </a:lnTo>
                  <a:lnTo>
                    <a:pt x="2851472" y="2536180"/>
                  </a:lnTo>
                  <a:lnTo>
                    <a:pt x="2852327" y="2473901"/>
                  </a:lnTo>
                  <a:lnTo>
                    <a:pt x="2853183" y="2446518"/>
                  </a:lnTo>
                  <a:lnTo>
                    <a:pt x="2854038" y="2455227"/>
                  </a:lnTo>
                  <a:lnTo>
                    <a:pt x="2854894" y="2497909"/>
                  </a:lnTo>
                  <a:lnTo>
                    <a:pt x="2855749" y="2583440"/>
                  </a:lnTo>
                  <a:lnTo>
                    <a:pt x="2856605" y="2645245"/>
                  </a:lnTo>
                  <a:lnTo>
                    <a:pt x="2857460" y="2741613"/>
                  </a:lnTo>
                  <a:lnTo>
                    <a:pt x="2858316" y="2851790"/>
                  </a:lnTo>
                  <a:lnTo>
                    <a:pt x="2859171" y="2918726"/>
                  </a:lnTo>
                  <a:lnTo>
                    <a:pt x="2860027" y="2919288"/>
                  </a:lnTo>
                  <a:lnTo>
                    <a:pt x="2860882" y="2930322"/>
                  </a:lnTo>
                  <a:lnTo>
                    <a:pt x="2861738" y="2909493"/>
                  </a:lnTo>
                  <a:lnTo>
                    <a:pt x="2862594" y="2731151"/>
                  </a:lnTo>
                  <a:lnTo>
                    <a:pt x="2863449" y="2565091"/>
                  </a:lnTo>
                  <a:lnTo>
                    <a:pt x="2864305" y="2484119"/>
                  </a:lnTo>
                  <a:lnTo>
                    <a:pt x="2865160" y="2488611"/>
                  </a:lnTo>
                  <a:lnTo>
                    <a:pt x="2866016" y="2417168"/>
                  </a:lnTo>
                  <a:lnTo>
                    <a:pt x="2866871" y="2365873"/>
                  </a:lnTo>
                  <a:lnTo>
                    <a:pt x="2867727" y="2411120"/>
                  </a:lnTo>
                  <a:lnTo>
                    <a:pt x="2868582" y="2403452"/>
                  </a:lnTo>
                  <a:lnTo>
                    <a:pt x="2869438" y="2332618"/>
                  </a:lnTo>
                  <a:lnTo>
                    <a:pt x="2870293" y="2324895"/>
                  </a:lnTo>
                  <a:lnTo>
                    <a:pt x="2871149" y="2304872"/>
                  </a:lnTo>
                  <a:lnTo>
                    <a:pt x="2872004" y="2243426"/>
                  </a:lnTo>
                  <a:lnTo>
                    <a:pt x="2872860" y="2234284"/>
                  </a:lnTo>
                  <a:lnTo>
                    <a:pt x="2873715" y="2369984"/>
                  </a:lnTo>
                  <a:lnTo>
                    <a:pt x="2874571" y="2489334"/>
                  </a:lnTo>
                  <a:lnTo>
                    <a:pt x="2875426" y="2507047"/>
                  </a:lnTo>
                  <a:lnTo>
                    <a:pt x="2876282" y="2601967"/>
                  </a:lnTo>
                  <a:lnTo>
                    <a:pt x="2877137" y="2752566"/>
                  </a:lnTo>
                  <a:lnTo>
                    <a:pt x="2877993" y="2858296"/>
                  </a:lnTo>
                  <a:lnTo>
                    <a:pt x="2878849" y="2821203"/>
                  </a:lnTo>
                  <a:lnTo>
                    <a:pt x="2879704" y="2809418"/>
                  </a:lnTo>
                  <a:lnTo>
                    <a:pt x="2880560" y="2847155"/>
                  </a:lnTo>
                  <a:lnTo>
                    <a:pt x="2881415" y="2867813"/>
                  </a:lnTo>
                  <a:lnTo>
                    <a:pt x="2882271" y="2891195"/>
                  </a:lnTo>
                  <a:lnTo>
                    <a:pt x="2883126" y="2857222"/>
                  </a:lnTo>
                  <a:lnTo>
                    <a:pt x="2883982" y="2853596"/>
                  </a:lnTo>
                  <a:lnTo>
                    <a:pt x="2884837" y="2850656"/>
                  </a:lnTo>
                  <a:lnTo>
                    <a:pt x="2885693" y="2751167"/>
                  </a:lnTo>
                  <a:lnTo>
                    <a:pt x="2886548" y="2598100"/>
                  </a:lnTo>
                  <a:lnTo>
                    <a:pt x="2887404" y="2434026"/>
                  </a:lnTo>
                  <a:lnTo>
                    <a:pt x="2888259" y="2408019"/>
                  </a:lnTo>
                  <a:lnTo>
                    <a:pt x="2889115" y="2427115"/>
                  </a:lnTo>
                  <a:lnTo>
                    <a:pt x="2889970" y="2398435"/>
                  </a:lnTo>
                  <a:lnTo>
                    <a:pt x="2890826" y="2418396"/>
                  </a:lnTo>
                  <a:lnTo>
                    <a:pt x="2891681" y="2526727"/>
                  </a:lnTo>
                  <a:lnTo>
                    <a:pt x="2892537" y="2684442"/>
                  </a:lnTo>
                  <a:lnTo>
                    <a:pt x="2893392" y="2759640"/>
                  </a:lnTo>
                  <a:lnTo>
                    <a:pt x="2894248" y="2629864"/>
                  </a:lnTo>
                  <a:lnTo>
                    <a:pt x="2895104" y="2492283"/>
                  </a:lnTo>
                  <a:lnTo>
                    <a:pt x="2895959" y="2449421"/>
                  </a:lnTo>
                  <a:lnTo>
                    <a:pt x="2896815" y="2428999"/>
                  </a:lnTo>
                  <a:lnTo>
                    <a:pt x="2897670" y="2387266"/>
                  </a:lnTo>
                  <a:lnTo>
                    <a:pt x="2898526" y="2350830"/>
                  </a:lnTo>
                  <a:lnTo>
                    <a:pt x="2899381" y="2411731"/>
                  </a:lnTo>
                  <a:lnTo>
                    <a:pt x="2900237" y="2581309"/>
                  </a:lnTo>
                  <a:lnTo>
                    <a:pt x="2901092" y="2680643"/>
                  </a:lnTo>
                  <a:lnTo>
                    <a:pt x="2901948" y="2653568"/>
                  </a:lnTo>
                  <a:lnTo>
                    <a:pt x="2902803" y="2674902"/>
                  </a:lnTo>
                  <a:lnTo>
                    <a:pt x="2903659" y="2725450"/>
                  </a:lnTo>
                  <a:lnTo>
                    <a:pt x="2904514" y="2787097"/>
                  </a:lnTo>
                  <a:lnTo>
                    <a:pt x="2905370" y="2716751"/>
                  </a:lnTo>
                  <a:lnTo>
                    <a:pt x="2906225" y="2595990"/>
                  </a:lnTo>
                  <a:lnTo>
                    <a:pt x="2907081" y="2499333"/>
                  </a:lnTo>
                  <a:lnTo>
                    <a:pt x="2907936" y="2387888"/>
                  </a:lnTo>
                  <a:lnTo>
                    <a:pt x="2908792" y="2330775"/>
                  </a:lnTo>
                  <a:lnTo>
                    <a:pt x="2909648" y="2308760"/>
                  </a:lnTo>
                  <a:lnTo>
                    <a:pt x="2910503" y="2426604"/>
                  </a:lnTo>
                  <a:lnTo>
                    <a:pt x="2911359" y="2591524"/>
                  </a:lnTo>
                  <a:lnTo>
                    <a:pt x="2912214" y="2727742"/>
                  </a:lnTo>
                  <a:lnTo>
                    <a:pt x="2913070" y="2817950"/>
                  </a:lnTo>
                  <a:lnTo>
                    <a:pt x="2913925" y="2873325"/>
                  </a:lnTo>
                  <a:lnTo>
                    <a:pt x="2914781" y="2916076"/>
                  </a:lnTo>
                  <a:lnTo>
                    <a:pt x="2915636" y="2931533"/>
                  </a:lnTo>
                  <a:lnTo>
                    <a:pt x="2916492" y="2957707"/>
                  </a:lnTo>
                  <a:lnTo>
                    <a:pt x="2917347" y="2999320"/>
                  </a:lnTo>
                  <a:lnTo>
                    <a:pt x="2918203" y="2906652"/>
                  </a:lnTo>
                  <a:lnTo>
                    <a:pt x="2919058" y="2751470"/>
                  </a:lnTo>
                  <a:lnTo>
                    <a:pt x="2919914" y="2702192"/>
                  </a:lnTo>
                  <a:lnTo>
                    <a:pt x="2920769" y="2682665"/>
                  </a:lnTo>
                  <a:lnTo>
                    <a:pt x="2921625" y="2657729"/>
                  </a:lnTo>
                  <a:lnTo>
                    <a:pt x="2922480" y="2640690"/>
                  </a:lnTo>
                  <a:lnTo>
                    <a:pt x="2923336" y="2716527"/>
                  </a:lnTo>
                  <a:lnTo>
                    <a:pt x="2924191" y="2737009"/>
                  </a:lnTo>
                  <a:lnTo>
                    <a:pt x="2925047" y="2679844"/>
                  </a:lnTo>
                  <a:lnTo>
                    <a:pt x="2925903" y="2616226"/>
                  </a:lnTo>
                  <a:lnTo>
                    <a:pt x="2926758" y="2578902"/>
                  </a:lnTo>
                  <a:lnTo>
                    <a:pt x="2927614" y="2584161"/>
                  </a:lnTo>
                  <a:lnTo>
                    <a:pt x="2928469" y="2578981"/>
                  </a:lnTo>
                  <a:lnTo>
                    <a:pt x="2929325" y="2710295"/>
                  </a:lnTo>
                  <a:lnTo>
                    <a:pt x="2930180" y="2832225"/>
                  </a:lnTo>
                  <a:lnTo>
                    <a:pt x="2931036" y="2849975"/>
                  </a:lnTo>
                  <a:lnTo>
                    <a:pt x="2931891" y="2875646"/>
                  </a:lnTo>
                  <a:lnTo>
                    <a:pt x="2932747" y="2947787"/>
                  </a:lnTo>
                  <a:lnTo>
                    <a:pt x="2933602" y="3011325"/>
                  </a:lnTo>
                  <a:lnTo>
                    <a:pt x="2934458" y="2945348"/>
                  </a:lnTo>
                  <a:lnTo>
                    <a:pt x="2935313" y="2893881"/>
                  </a:lnTo>
                  <a:lnTo>
                    <a:pt x="2936169" y="2964720"/>
                  </a:lnTo>
                  <a:lnTo>
                    <a:pt x="2937024" y="2998813"/>
                  </a:lnTo>
                  <a:lnTo>
                    <a:pt x="2937880" y="2943749"/>
                  </a:lnTo>
                  <a:lnTo>
                    <a:pt x="2938735" y="2919091"/>
                  </a:lnTo>
                  <a:lnTo>
                    <a:pt x="2939591" y="2942613"/>
                  </a:lnTo>
                  <a:lnTo>
                    <a:pt x="2940446" y="2993066"/>
                  </a:lnTo>
                  <a:lnTo>
                    <a:pt x="2941302" y="2936822"/>
                  </a:lnTo>
                  <a:lnTo>
                    <a:pt x="2942158" y="2846591"/>
                  </a:lnTo>
                  <a:lnTo>
                    <a:pt x="2943013" y="2811298"/>
                  </a:lnTo>
                  <a:lnTo>
                    <a:pt x="2943869" y="2870941"/>
                  </a:lnTo>
                  <a:lnTo>
                    <a:pt x="2944724" y="2906162"/>
                  </a:lnTo>
                  <a:lnTo>
                    <a:pt x="2945580" y="2871058"/>
                  </a:lnTo>
                  <a:lnTo>
                    <a:pt x="2946435" y="2864214"/>
                  </a:lnTo>
                  <a:lnTo>
                    <a:pt x="2947291" y="2872306"/>
                  </a:lnTo>
                  <a:lnTo>
                    <a:pt x="2948146" y="2870817"/>
                  </a:lnTo>
                  <a:lnTo>
                    <a:pt x="2949002" y="2779301"/>
                  </a:lnTo>
                  <a:lnTo>
                    <a:pt x="2949857" y="2723647"/>
                  </a:lnTo>
                  <a:lnTo>
                    <a:pt x="2950713" y="2737813"/>
                  </a:lnTo>
                  <a:lnTo>
                    <a:pt x="2951568" y="2817588"/>
                  </a:lnTo>
                  <a:lnTo>
                    <a:pt x="2952424" y="2982465"/>
                  </a:lnTo>
                  <a:lnTo>
                    <a:pt x="2953279" y="3084624"/>
                  </a:lnTo>
                  <a:lnTo>
                    <a:pt x="2954135" y="3105142"/>
                  </a:lnTo>
                  <a:lnTo>
                    <a:pt x="2954990" y="3116972"/>
                  </a:lnTo>
                  <a:lnTo>
                    <a:pt x="2955846" y="3116972"/>
                  </a:lnTo>
                  <a:lnTo>
                    <a:pt x="2956702" y="3116972"/>
                  </a:lnTo>
                  <a:lnTo>
                    <a:pt x="2957557" y="3116972"/>
                  </a:lnTo>
                  <a:lnTo>
                    <a:pt x="2958413" y="3116972"/>
                  </a:lnTo>
                  <a:lnTo>
                    <a:pt x="2959268" y="3116972"/>
                  </a:lnTo>
                  <a:lnTo>
                    <a:pt x="2960124" y="3116972"/>
                  </a:lnTo>
                  <a:lnTo>
                    <a:pt x="2960979" y="3116972"/>
                  </a:lnTo>
                  <a:lnTo>
                    <a:pt x="2961835" y="3030553"/>
                  </a:lnTo>
                  <a:lnTo>
                    <a:pt x="2962690" y="2924127"/>
                  </a:lnTo>
                  <a:lnTo>
                    <a:pt x="2963546" y="2875308"/>
                  </a:lnTo>
                  <a:lnTo>
                    <a:pt x="2964401" y="2892346"/>
                  </a:lnTo>
                  <a:lnTo>
                    <a:pt x="2965257" y="2900191"/>
                  </a:lnTo>
                  <a:lnTo>
                    <a:pt x="2966112" y="2941160"/>
                  </a:lnTo>
                  <a:lnTo>
                    <a:pt x="2966968" y="3043247"/>
                  </a:lnTo>
                  <a:lnTo>
                    <a:pt x="2967823" y="3102460"/>
                  </a:lnTo>
                  <a:lnTo>
                    <a:pt x="2968679" y="3116972"/>
                  </a:lnTo>
                  <a:lnTo>
                    <a:pt x="2969534" y="3116972"/>
                  </a:lnTo>
                  <a:lnTo>
                    <a:pt x="2970390" y="3116972"/>
                  </a:lnTo>
                  <a:lnTo>
                    <a:pt x="2971245" y="3116972"/>
                  </a:lnTo>
                  <a:lnTo>
                    <a:pt x="2972101" y="3090519"/>
                  </a:lnTo>
                  <a:lnTo>
                    <a:pt x="2972957" y="3085673"/>
                  </a:lnTo>
                  <a:lnTo>
                    <a:pt x="2973812" y="3085674"/>
                  </a:lnTo>
                  <a:lnTo>
                    <a:pt x="2974668" y="3037500"/>
                  </a:lnTo>
                  <a:lnTo>
                    <a:pt x="2975523" y="2923095"/>
                  </a:lnTo>
                  <a:lnTo>
                    <a:pt x="2976379" y="2874613"/>
                  </a:lnTo>
                  <a:lnTo>
                    <a:pt x="2977234" y="2931542"/>
                  </a:lnTo>
                  <a:lnTo>
                    <a:pt x="2978090" y="2976675"/>
                  </a:lnTo>
                  <a:lnTo>
                    <a:pt x="2978945" y="2975587"/>
                  </a:lnTo>
                  <a:lnTo>
                    <a:pt x="2979801" y="3000296"/>
                  </a:lnTo>
                  <a:lnTo>
                    <a:pt x="2980656" y="3105667"/>
                  </a:lnTo>
                  <a:lnTo>
                    <a:pt x="2981512" y="3116972"/>
                  </a:lnTo>
                  <a:lnTo>
                    <a:pt x="2982367" y="3116972"/>
                  </a:lnTo>
                  <a:lnTo>
                    <a:pt x="2983223" y="3116972"/>
                  </a:lnTo>
                  <a:lnTo>
                    <a:pt x="2984078" y="3116972"/>
                  </a:lnTo>
                  <a:lnTo>
                    <a:pt x="2984934" y="3089606"/>
                  </a:lnTo>
                  <a:lnTo>
                    <a:pt x="2985789" y="3050202"/>
                  </a:lnTo>
                  <a:lnTo>
                    <a:pt x="2986645" y="3056504"/>
                  </a:lnTo>
                  <a:lnTo>
                    <a:pt x="2987500" y="3081838"/>
                  </a:lnTo>
                  <a:lnTo>
                    <a:pt x="2988356" y="3035494"/>
                  </a:lnTo>
                  <a:lnTo>
                    <a:pt x="2989212" y="3051009"/>
                  </a:lnTo>
                  <a:lnTo>
                    <a:pt x="2990067" y="3116972"/>
                  </a:lnTo>
                  <a:lnTo>
                    <a:pt x="2990923" y="3116972"/>
                  </a:lnTo>
                  <a:lnTo>
                    <a:pt x="2991778" y="3116972"/>
                  </a:lnTo>
                  <a:lnTo>
                    <a:pt x="2992634" y="3051903"/>
                  </a:lnTo>
                  <a:lnTo>
                    <a:pt x="2993489" y="2996614"/>
                  </a:lnTo>
                  <a:lnTo>
                    <a:pt x="2994345" y="2908819"/>
                  </a:lnTo>
                  <a:lnTo>
                    <a:pt x="2995200" y="2765721"/>
                  </a:lnTo>
                  <a:lnTo>
                    <a:pt x="2996056" y="2743525"/>
                  </a:lnTo>
                  <a:lnTo>
                    <a:pt x="2996911" y="2786581"/>
                  </a:lnTo>
                  <a:lnTo>
                    <a:pt x="2997767" y="2836822"/>
                  </a:lnTo>
                  <a:lnTo>
                    <a:pt x="2998622" y="2935449"/>
                  </a:lnTo>
                  <a:lnTo>
                    <a:pt x="2999478" y="3017838"/>
                  </a:lnTo>
                  <a:lnTo>
                    <a:pt x="3000333" y="3057928"/>
                  </a:lnTo>
                  <a:lnTo>
                    <a:pt x="3001189" y="3035279"/>
                  </a:lnTo>
                  <a:lnTo>
                    <a:pt x="3002044" y="2972162"/>
                  </a:lnTo>
                  <a:lnTo>
                    <a:pt x="3002900" y="2900216"/>
                  </a:lnTo>
                  <a:lnTo>
                    <a:pt x="3003756" y="2721667"/>
                  </a:lnTo>
                  <a:lnTo>
                    <a:pt x="3004611" y="2612618"/>
                  </a:lnTo>
                  <a:lnTo>
                    <a:pt x="3005467" y="2626426"/>
                  </a:lnTo>
                  <a:lnTo>
                    <a:pt x="3006322" y="2731087"/>
                  </a:lnTo>
                  <a:lnTo>
                    <a:pt x="3007178" y="2821830"/>
                  </a:lnTo>
                  <a:lnTo>
                    <a:pt x="3008033" y="2891250"/>
                  </a:lnTo>
                  <a:lnTo>
                    <a:pt x="3008889" y="3024169"/>
                  </a:lnTo>
                  <a:lnTo>
                    <a:pt x="3009744" y="3076034"/>
                  </a:lnTo>
                  <a:lnTo>
                    <a:pt x="3010600" y="3061488"/>
                  </a:lnTo>
                  <a:lnTo>
                    <a:pt x="3011455" y="2977625"/>
                  </a:lnTo>
                  <a:lnTo>
                    <a:pt x="3012311" y="2894322"/>
                  </a:lnTo>
                  <a:lnTo>
                    <a:pt x="3013166" y="2908553"/>
                  </a:lnTo>
                  <a:lnTo>
                    <a:pt x="3014022" y="2951076"/>
                  </a:lnTo>
                  <a:lnTo>
                    <a:pt x="3014877" y="3036159"/>
                  </a:lnTo>
                  <a:lnTo>
                    <a:pt x="3015733" y="3078309"/>
                  </a:lnTo>
                  <a:lnTo>
                    <a:pt x="3016588" y="3095843"/>
                  </a:lnTo>
                  <a:lnTo>
                    <a:pt x="3017444" y="3116972"/>
                  </a:lnTo>
                  <a:lnTo>
                    <a:pt x="3018299" y="3116972"/>
                  </a:lnTo>
                  <a:lnTo>
                    <a:pt x="3019155" y="3067083"/>
                  </a:lnTo>
                  <a:lnTo>
                    <a:pt x="3020011" y="2963192"/>
                  </a:lnTo>
                  <a:lnTo>
                    <a:pt x="3020866" y="2880078"/>
                  </a:lnTo>
                  <a:lnTo>
                    <a:pt x="3021722" y="2862692"/>
                  </a:lnTo>
                  <a:lnTo>
                    <a:pt x="3022577" y="2872104"/>
                  </a:lnTo>
                  <a:lnTo>
                    <a:pt x="3023433" y="2902880"/>
                  </a:lnTo>
                  <a:lnTo>
                    <a:pt x="3024288" y="2941139"/>
                  </a:lnTo>
                  <a:lnTo>
                    <a:pt x="3025144" y="2999989"/>
                  </a:lnTo>
                  <a:lnTo>
                    <a:pt x="3025999" y="3054201"/>
                  </a:lnTo>
                  <a:lnTo>
                    <a:pt x="3026855" y="3071586"/>
                  </a:lnTo>
                  <a:lnTo>
                    <a:pt x="3027710" y="3071586"/>
                  </a:lnTo>
                  <a:lnTo>
                    <a:pt x="3028566" y="3036737"/>
                  </a:lnTo>
                  <a:lnTo>
                    <a:pt x="3029421" y="2986184"/>
                  </a:lnTo>
                  <a:lnTo>
                    <a:pt x="3030277" y="2988220"/>
                  </a:lnTo>
                  <a:lnTo>
                    <a:pt x="3031132" y="2988220"/>
                  </a:lnTo>
                  <a:lnTo>
                    <a:pt x="3031988" y="2988221"/>
                  </a:lnTo>
                  <a:lnTo>
                    <a:pt x="3032843" y="3000953"/>
                  </a:lnTo>
                  <a:lnTo>
                    <a:pt x="3033699" y="3063539"/>
                  </a:lnTo>
                  <a:lnTo>
                    <a:pt x="3034554" y="3116972"/>
                  </a:lnTo>
                  <a:lnTo>
                    <a:pt x="3035410" y="3116972"/>
                  </a:lnTo>
                  <a:lnTo>
                    <a:pt x="3036266" y="3116972"/>
                  </a:lnTo>
                  <a:lnTo>
                    <a:pt x="3037121" y="3116972"/>
                  </a:lnTo>
                  <a:lnTo>
                    <a:pt x="3037977" y="3116972"/>
                  </a:lnTo>
                  <a:lnTo>
                    <a:pt x="3038832" y="3105958"/>
                  </a:lnTo>
                  <a:lnTo>
                    <a:pt x="3039688" y="3088758"/>
                  </a:lnTo>
                  <a:lnTo>
                    <a:pt x="3040543" y="2999490"/>
                  </a:lnTo>
                  <a:lnTo>
                    <a:pt x="3041399" y="2997951"/>
                  </a:lnTo>
                  <a:lnTo>
                    <a:pt x="3042254" y="3112647"/>
                  </a:lnTo>
                  <a:lnTo>
                    <a:pt x="3043110" y="3116972"/>
                  </a:lnTo>
                  <a:lnTo>
                    <a:pt x="3043965" y="3116972"/>
                  </a:lnTo>
                  <a:lnTo>
                    <a:pt x="3044821" y="3116972"/>
                  </a:lnTo>
                  <a:lnTo>
                    <a:pt x="3045676" y="3116972"/>
                  </a:lnTo>
                  <a:lnTo>
                    <a:pt x="3046532" y="3116972"/>
                  </a:lnTo>
                  <a:lnTo>
                    <a:pt x="3047387" y="3108420"/>
                  </a:lnTo>
                  <a:lnTo>
                    <a:pt x="3048243" y="3116972"/>
                  </a:lnTo>
                  <a:lnTo>
                    <a:pt x="3049098" y="3116972"/>
                  </a:lnTo>
                  <a:lnTo>
                    <a:pt x="3049954" y="3112990"/>
                  </a:lnTo>
                  <a:lnTo>
                    <a:pt x="3050810" y="3105242"/>
                  </a:lnTo>
                  <a:lnTo>
                    <a:pt x="3051665" y="3086515"/>
                  </a:lnTo>
                  <a:lnTo>
                    <a:pt x="3052521" y="3049503"/>
                  </a:lnTo>
                  <a:lnTo>
                    <a:pt x="3053376" y="3016438"/>
                  </a:lnTo>
                  <a:lnTo>
                    <a:pt x="3054232" y="3019279"/>
                  </a:lnTo>
                  <a:lnTo>
                    <a:pt x="3055087" y="3061633"/>
                  </a:lnTo>
                  <a:lnTo>
                    <a:pt x="3055943" y="3104021"/>
                  </a:lnTo>
                  <a:lnTo>
                    <a:pt x="3056798" y="3116972"/>
                  </a:lnTo>
                  <a:lnTo>
                    <a:pt x="3057654" y="3116972"/>
                  </a:lnTo>
                  <a:lnTo>
                    <a:pt x="3058509" y="3116972"/>
                  </a:lnTo>
                  <a:lnTo>
                    <a:pt x="3059365" y="3116972"/>
                  </a:lnTo>
                  <a:lnTo>
                    <a:pt x="3060220" y="3116972"/>
                  </a:lnTo>
                  <a:lnTo>
                    <a:pt x="3061076" y="3116972"/>
                  </a:lnTo>
                  <a:lnTo>
                    <a:pt x="3061931" y="3116972"/>
                  </a:lnTo>
                  <a:lnTo>
                    <a:pt x="3062787" y="3116972"/>
                  </a:lnTo>
                  <a:lnTo>
                    <a:pt x="3063642" y="3116972"/>
                  </a:lnTo>
                  <a:lnTo>
                    <a:pt x="3064498" y="3116972"/>
                  </a:lnTo>
                  <a:lnTo>
                    <a:pt x="3065353" y="3116972"/>
                  </a:lnTo>
                  <a:lnTo>
                    <a:pt x="3066209" y="3116972"/>
                  </a:lnTo>
                  <a:lnTo>
                    <a:pt x="3067065" y="3079293"/>
                  </a:lnTo>
                  <a:lnTo>
                    <a:pt x="3067920" y="3064753"/>
                  </a:lnTo>
                  <a:lnTo>
                    <a:pt x="3068776" y="3057944"/>
                  </a:lnTo>
                  <a:lnTo>
                    <a:pt x="3069631" y="3056714"/>
                  </a:lnTo>
                  <a:lnTo>
                    <a:pt x="3070487" y="3055424"/>
                  </a:lnTo>
                  <a:lnTo>
                    <a:pt x="3071342" y="3097606"/>
                  </a:lnTo>
                  <a:lnTo>
                    <a:pt x="3072198" y="3116972"/>
                  </a:lnTo>
                  <a:lnTo>
                    <a:pt x="3073053" y="3116972"/>
                  </a:lnTo>
                  <a:lnTo>
                    <a:pt x="3073909" y="3116972"/>
                  </a:lnTo>
                  <a:lnTo>
                    <a:pt x="3074764" y="3110594"/>
                  </a:lnTo>
                  <a:lnTo>
                    <a:pt x="3075620" y="3046041"/>
                  </a:lnTo>
                  <a:lnTo>
                    <a:pt x="3076475" y="2990614"/>
                  </a:lnTo>
                  <a:lnTo>
                    <a:pt x="3077331" y="2969449"/>
                  </a:lnTo>
                  <a:lnTo>
                    <a:pt x="3078186" y="2953266"/>
                  </a:lnTo>
                  <a:lnTo>
                    <a:pt x="3079042" y="2931677"/>
                  </a:lnTo>
                  <a:lnTo>
                    <a:pt x="3079897" y="2959460"/>
                  </a:lnTo>
                  <a:lnTo>
                    <a:pt x="3080753" y="3025172"/>
                  </a:lnTo>
                  <a:lnTo>
                    <a:pt x="3081608" y="3029061"/>
                  </a:lnTo>
                  <a:lnTo>
                    <a:pt x="3082464" y="3000492"/>
                  </a:lnTo>
                  <a:lnTo>
                    <a:pt x="3083320" y="3031102"/>
                  </a:lnTo>
                  <a:lnTo>
                    <a:pt x="3084175" y="3003573"/>
                  </a:lnTo>
                  <a:lnTo>
                    <a:pt x="3085031" y="2936152"/>
                  </a:lnTo>
                  <a:lnTo>
                    <a:pt x="3085886" y="2864115"/>
                  </a:lnTo>
                  <a:lnTo>
                    <a:pt x="3086742" y="2803154"/>
                  </a:lnTo>
                  <a:lnTo>
                    <a:pt x="3087597" y="2723502"/>
                  </a:lnTo>
                  <a:lnTo>
                    <a:pt x="3088453" y="2668904"/>
                  </a:lnTo>
                  <a:lnTo>
                    <a:pt x="3089308" y="2682181"/>
                  </a:lnTo>
                  <a:lnTo>
                    <a:pt x="3090164" y="2618129"/>
                  </a:lnTo>
                  <a:lnTo>
                    <a:pt x="3091019" y="2590866"/>
                  </a:lnTo>
                  <a:lnTo>
                    <a:pt x="3091875" y="2650708"/>
                  </a:lnTo>
                  <a:lnTo>
                    <a:pt x="3092730" y="2654391"/>
                  </a:lnTo>
                  <a:lnTo>
                    <a:pt x="3093586" y="2615330"/>
                  </a:lnTo>
                  <a:lnTo>
                    <a:pt x="3094441" y="2600015"/>
                  </a:lnTo>
                  <a:lnTo>
                    <a:pt x="3095297" y="2643437"/>
                  </a:lnTo>
                  <a:lnTo>
                    <a:pt x="3096152" y="2560752"/>
                  </a:lnTo>
                  <a:lnTo>
                    <a:pt x="3097008" y="2417262"/>
                  </a:lnTo>
                  <a:lnTo>
                    <a:pt x="3097864" y="2370629"/>
                  </a:lnTo>
                  <a:lnTo>
                    <a:pt x="3098719" y="2357511"/>
                  </a:lnTo>
                  <a:lnTo>
                    <a:pt x="3099575" y="2363933"/>
                  </a:lnTo>
                  <a:lnTo>
                    <a:pt x="3100430" y="2290199"/>
                  </a:lnTo>
                  <a:lnTo>
                    <a:pt x="3101286" y="2175201"/>
                  </a:lnTo>
                  <a:lnTo>
                    <a:pt x="3102141" y="2149850"/>
                  </a:lnTo>
                  <a:lnTo>
                    <a:pt x="3102997" y="2136102"/>
                  </a:lnTo>
                  <a:lnTo>
                    <a:pt x="3103852" y="2083945"/>
                  </a:lnTo>
                  <a:lnTo>
                    <a:pt x="3104708" y="2008579"/>
                  </a:lnTo>
                  <a:lnTo>
                    <a:pt x="3105563" y="2009490"/>
                  </a:lnTo>
                  <a:lnTo>
                    <a:pt x="3106419" y="2111683"/>
                  </a:lnTo>
                  <a:lnTo>
                    <a:pt x="3107274" y="2166881"/>
                  </a:lnTo>
                  <a:lnTo>
                    <a:pt x="3108130" y="2173692"/>
                  </a:lnTo>
                  <a:lnTo>
                    <a:pt x="3108985" y="2190894"/>
                  </a:lnTo>
                  <a:lnTo>
                    <a:pt x="3109841" y="2123152"/>
                  </a:lnTo>
                  <a:lnTo>
                    <a:pt x="3110696" y="2025228"/>
                  </a:lnTo>
                  <a:lnTo>
                    <a:pt x="3111552" y="1960111"/>
                  </a:lnTo>
                  <a:lnTo>
                    <a:pt x="3112407" y="1891457"/>
                  </a:lnTo>
                  <a:lnTo>
                    <a:pt x="3113263" y="1863843"/>
                  </a:lnTo>
                  <a:lnTo>
                    <a:pt x="3114119" y="1827284"/>
                  </a:lnTo>
                  <a:lnTo>
                    <a:pt x="3114974" y="1837505"/>
                  </a:lnTo>
                  <a:lnTo>
                    <a:pt x="3115830" y="1898634"/>
                  </a:lnTo>
                  <a:lnTo>
                    <a:pt x="3116685" y="1972683"/>
                  </a:lnTo>
                  <a:lnTo>
                    <a:pt x="3117541" y="2041088"/>
                  </a:lnTo>
                  <a:lnTo>
                    <a:pt x="3118396" y="2098442"/>
                  </a:lnTo>
                  <a:lnTo>
                    <a:pt x="3119252" y="2145230"/>
                  </a:lnTo>
                  <a:lnTo>
                    <a:pt x="3120107" y="2189066"/>
                  </a:lnTo>
                  <a:lnTo>
                    <a:pt x="3120963" y="2208395"/>
                  </a:lnTo>
                  <a:lnTo>
                    <a:pt x="3121818" y="2248700"/>
                  </a:lnTo>
                  <a:lnTo>
                    <a:pt x="3122674" y="2287320"/>
                  </a:lnTo>
                  <a:lnTo>
                    <a:pt x="3123529" y="2243710"/>
                  </a:lnTo>
                  <a:lnTo>
                    <a:pt x="3124385" y="2120276"/>
                  </a:lnTo>
                  <a:lnTo>
                    <a:pt x="3125240" y="1986187"/>
                  </a:lnTo>
                  <a:lnTo>
                    <a:pt x="3126096" y="1958494"/>
                  </a:lnTo>
                  <a:lnTo>
                    <a:pt x="3126951" y="1894821"/>
                  </a:lnTo>
                  <a:lnTo>
                    <a:pt x="3127807" y="1793000"/>
                  </a:lnTo>
                  <a:lnTo>
                    <a:pt x="3128662" y="1734554"/>
                  </a:lnTo>
                  <a:lnTo>
                    <a:pt x="3129518" y="1748303"/>
                  </a:lnTo>
                  <a:lnTo>
                    <a:pt x="3130374" y="1796132"/>
                  </a:lnTo>
                  <a:lnTo>
                    <a:pt x="3131229" y="1839396"/>
                  </a:lnTo>
                  <a:lnTo>
                    <a:pt x="3132085" y="1887137"/>
                  </a:lnTo>
                  <a:lnTo>
                    <a:pt x="3132940" y="1963892"/>
                  </a:lnTo>
                  <a:lnTo>
                    <a:pt x="3133796" y="2021474"/>
                  </a:lnTo>
                  <a:lnTo>
                    <a:pt x="3134651" y="2075021"/>
                  </a:lnTo>
                  <a:lnTo>
                    <a:pt x="3135507" y="2140947"/>
                  </a:lnTo>
                  <a:lnTo>
                    <a:pt x="3136362" y="2132221"/>
                  </a:lnTo>
                  <a:lnTo>
                    <a:pt x="3137218" y="2149208"/>
                  </a:lnTo>
                  <a:lnTo>
                    <a:pt x="3138073" y="2121459"/>
                  </a:lnTo>
                  <a:lnTo>
                    <a:pt x="3138929" y="2080166"/>
                  </a:lnTo>
                  <a:lnTo>
                    <a:pt x="3139784" y="2006419"/>
                  </a:lnTo>
                  <a:lnTo>
                    <a:pt x="3140640" y="1961515"/>
                  </a:lnTo>
                  <a:lnTo>
                    <a:pt x="3141495" y="1936683"/>
                  </a:lnTo>
                  <a:lnTo>
                    <a:pt x="3142351" y="1828818"/>
                  </a:lnTo>
                  <a:lnTo>
                    <a:pt x="3143206" y="1736131"/>
                  </a:lnTo>
                  <a:lnTo>
                    <a:pt x="3144062" y="1712980"/>
                  </a:lnTo>
                  <a:lnTo>
                    <a:pt x="3144917" y="1746245"/>
                  </a:lnTo>
                  <a:lnTo>
                    <a:pt x="3145773" y="1738764"/>
                  </a:lnTo>
                  <a:lnTo>
                    <a:pt x="3146629" y="1706386"/>
                  </a:lnTo>
                  <a:lnTo>
                    <a:pt x="3147484" y="1718339"/>
                  </a:lnTo>
                  <a:lnTo>
                    <a:pt x="3148340" y="1767883"/>
                  </a:lnTo>
                  <a:lnTo>
                    <a:pt x="3149195" y="1811324"/>
                  </a:lnTo>
                  <a:lnTo>
                    <a:pt x="3150051" y="1858894"/>
                  </a:lnTo>
                  <a:lnTo>
                    <a:pt x="3150906" y="1833188"/>
                  </a:lnTo>
                  <a:lnTo>
                    <a:pt x="3151762" y="1856669"/>
                  </a:lnTo>
                  <a:lnTo>
                    <a:pt x="3152617" y="1910994"/>
                  </a:lnTo>
                  <a:lnTo>
                    <a:pt x="3153473" y="1933075"/>
                  </a:lnTo>
                  <a:lnTo>
                    <a:pt x="3154328" y="1935038"/>
                  </a:lnTo>
                  <a:lnTo>
                    <a:pt x="3155184" y="1877871"/>
                  </a:lnTo>
                  <a:lnTo>
                    <a:pt x="3156039" y="1947542"/>
                  </a:lnTo>
                  <a:lnTo>
                    <a:pt x="3156895" y="1972524"/>
                  </a:lnTo>
                  <a:lnTo>
                    <a:pt x="3157750" y="1931196"/>
                  </a:lnTo>
                  <a:lnTo>
                    <a:pt x="3158606" y="1980718"/>
                  </a:lnTo>
                  <a:lnTo>
                    <a:pt x="3159461" y="2131869"/>
                  </a:lnTo>
                  <a:lnTo>
                    <a:pt x="3160317" y="2240554"/>
                  </a:lnTo>
                  <a:lnTo>
                    <a:pt x="3161173" y="2242252"/>
                  </a:lnTo>
                  <a:lnTo>
                    <a:pt x="3162028" y="2249129"/>
                  </a:lnTo>
                  <a:lnTo>
                    <a:pt x="3162884" y="2343884"/>
                  </a:lnTo>
                  <a:lnTo>
                    <a:pt x="3163739" y="2385465"/>
                  </a:lnTo>
                  <a:lnTo>
                    <a:pt x="3164595" y="2341586"/>
                  </a:lnTo>
                  <a:lnTo>
                    <a:pt x="3165450" y="2321209"/>
                  </a:lnTo>
                  <a:lnTo>
                    <a:pt x="3166306" y="2314794"/>
                  </a:lnTo>
                  <a:lnTo>
                    <a:pt x="3167161" y="2300752"/>
                  </a:lnTo>
                  <a:lnTo>
                    <a:pt x="3168017" y="2235103"/>
                  </a:lnTo>
                  <a:lnTo>
                    <a:pt x="3168872" y="2179779"/>
                  </a:lnTo>
                  <a:lnTo>
                    <a:pt x="3169728" y="2141354"/>
                  </a:lnTo>
                  <a:lnTo>
                    <a:pt x="3170583" y="2110773"/>
                  </a:lnTo>
                  <a:lnTo>
                    <a:pt x="3171439" y="2072221"/>
                  </a:lnTo>
                  <a:lnTo>
                    <a:pt x="3172294" y="2019321"/>
                  </a:lnTo>
                  <a:lnTo>
                    <a:pt x="3173150" y="1956849"/>
                  </a:lnTo>
                  <a:lnTo>
                    <a:pt x="3174005" y="1936326"/>
                  </a:lnTo>
                  <a:lnTo>
                    <a:pt x="3174861" y="1929913"/>
                  </a:lnTo>
                  <a:lnTo>
                    <a:pt x="3175716" y="1891022"/>
                  </a:lnTo>
                  <a:lnTo>
                    <a:pt x="3176572" y="1924947"/>
                  </a:lnTo>
                  <a:lnTo>
                    <a:pt x="3177428" y="1921678"/>
                  </a:lnTo>
                  <a:lnTo>
                    <a:pt x="3178283" y="1843321"/>
                  </a:lnTo>
                  <a:lnTo>
                    <a:pt x="3179139" y="1719436"/>
                  </a:lnTo>
                  <a:lnTo>
                    <a:pt x="3179994" y="1577157"/>
                  </a:lnTo>
                  <a:lnTo>
                    <a:pt x="3180850" y="1501493"/>
                  </a:lnTo>
                  <a:lnTo>
                    <a:pt x="3181705" y="1415821"/>
                  </a:lnTo>
                  <a:lnTo>
                    <a:pt x="3182561" y="1410697"/>
                  </a:lnTo>
                  <a:lnTo>
                    <a:pt x="3183416" y="1520298"/>
                  </a:lnTo>
                  <a:lnTo>
                    <a:pt x="3184272" y="1607715"/>
                  </a:lnTo>
                  <a:lnTo>
                    <a:pt x="3185127" y="1682811"/>
                  </a:lnTo>
                  <a:lnTo>
                    <a:pt x="3185983" y="1783405"/>
                  </a:lnTo>
                  <a:lnTo>
                    <a:pt x="3186838" y="1872232"/>
                  </a:lnTo>
                  <a:lnTo>
                    <a:pt x="3187694" y="1849415"/>
                  </a:lnTo>
                  <a:lnTo>
                    <a:pt x="3188549" y="1782439"/>
                  </a:lnTo>
                  <a:lnTo>
                    <a:pt x="3189405" y="1724799"/>
                  </a:lnTo>
                  <a:lnTo>
                    <a:pt x="3190260" y="1669214"/>
                  </a:lnTo>
                  <a:lnTo>
                    <a:pt x="3191116" y="1592049"/>
                  </a:lnTo>
                  <a:lnTo>
                    <a:pt x="3191971" y="1502217"/>
                  </a:lnTo>
                  <a:lnTo>
                    <a:pt x="3192827" y="1463778"/>
                  </a:lnTo>
                  <a:lnTo>
                    <a:pt x="3193683" y="1436913"/>
                  </a:lnTo>
                  <a:lnTo>
                    <a:pt x="3194538" y="1437211"/>
                  </a:lnTo>
                  <a:lnTo>
                    <a:pt x="3195394" y="1408831"/>
                  </a:lnTo>
                  <a:lnTo>
                    <a:pt x="3196249" y="1365690"/>
                  </a:lnTo>
                  <a:lnTo>
                    <a:pt x="3197105" y="1301345"/>
                  </a:lnTo>
                  <a:lnTo>
                    <a:pt x="3197960" y="1314400"/>
                  </a:lnTo>
                  <a:lnTo>
                    <a:pt x="3198816" y="1396417"/>
                  </a:lnTo>
                  <a:lnTo>
                    <a:pt x="3199671" y="1435316"/>
                  </a:lnTo>
                  <a:lnTo>
                    <a:pt x="3200527" y="1560241"/>
                  </a:lnTo>
                  <a:lnTo>
                    <a:pt x="3201382" y="1752043"/>
                  </a:lnTo>
                  <a:lnTo>
                    <a:pt x="3202238" y="1838293"/>
                  </a:lnTo>
                  <a:lnTo>
                    <a:pt x="3203093" y="1748407"/>
                  </a:lnTo>
                  <a:lnTo>
                    <a:pt x="3203949" y="1573106"/>
                  </a:lnTo>
                  <a:lnTo>
                    <a:pt x="3204804" y="1461950"/>
                  </a:lnTo>
                  <a:lnTo>
                    <a:pt x="3205660" y="1327473"/>
                  </a:lnTo>
                  <a:lnTo>
                    <a:pt x="3206515" y="1179073"/>
                  </a:lnTo>
                  <a:lnTo>
                    <a:pt x="3207371" y="1145130"/>
                  </a:lnTo>
                  <a:lnTo>
                    <a:pt x="3208227" y="1201355"/>
                  </a:lnTo>
                  <a:lnTo>
                    <a:pt x="3209082" y="1344133"/>
                  </a:lnTo>
                  <a:lnTo>
                    <a:pt x="3209938" y="1433980"/>
                  </a:lnTo>
                  <a:lnTo>
                    <a:pt x="3210793" y="1462070"/>
                  </a:lnTo>
                  <a:lnTo>
                    <a:pt x="3211649" y="1507318"/>
                  </a:lnTo>
                  <a:lnTo>
                    <a:pt x="3212504" y="1518327"/>
                  </a:lnTo>
                  <a:lnTo>
                    <a:pt x="3213360" y="1532406"/>
                  </a:lnTo>
                  <a:lnTo>
                    <a:pt x="3214215" y="1551728"/>
                  </a:lnTo>
                  <a:lnTo>
                    <a:pt x="3215071" y="1619412"/>
                  </a:lnTo>
                  <a:lnTo>
                    <a:pt x="3215926" y="1721382"/>
                  </a:lnTo>
                  <a:lnTo>
                    <a:pt x="3216782" y="1684762"/>
                  </a:lnTo>
                  <a:lnTo>
                    <a:pt x="3217637" y="1674609"/>
                  </a:lnTo>
                  <a:lnTo>
                    <a:pt x="3218493" y="1735813"/>
                  </a:lnTo>
                  <a:lnTo>
                    <a:pt x="3219348" y="1695019"/>
                  </a:lnTo>
                  <a:lnTo>
                    <a:pt x="3220204" y="1573490"/>
                  </a:lnTo>
                  <a:lnTo>
                    <a:pt x="3221059" y="1439976"/>
                  </a:lnTo>
                  <a:lnTo>
                    <a:pt x="3221915" y="1495972"/>
                  </a:lnTo>
                  <a:lnTo>
                    <a:pt x="3222770" y="1487044"/>
                  </a:lnTo>
                  <a:lnTo>
                    <a:pt x="3223626" y="1344647"/>
                  </a:lnTo>
                  <a:lnTo>
                    <a:pt x="3224482" y="1224747"/>
                  </a:lnTo>
                  <a:lnTo>
                    <a:pt x="3225337" y="1208779"/>
                  </a:lnTo>
                  <a:lnTo>
                    <a:pt x="3226193" y="1191202"/>
                  </a:lnTo>
                  <a:lnTo>
                    <a:pt x="3227048" y="1046581"/>
                  </a:lnTo>
                  <a:lnTo>
                    <a:pt x="3227904" y="977962"/>
                  </a:lnTo>
                  <a:lnTo>
                    <a:pt x="3228759" y="985746"/>
                  </a:lnTo>
                  <a:lnTo>
                    <a:pt x="3229615" y="1014984"/>
                  </a:lnTo>
                  <a:lnTo>
                    <a:pt x="3230470" y="991653"/>
                  </a:lnTo>
                  <a:lnTo>
                    <a:pt x="3231326" y="1021361"/>
                  </a:lnTo>
                  <a:lnTo>
                    <a:pt x="3232181" y="1034710"/>
                  </a:lnTo>
                  <a:lnTo>
                    <a:pt x="3233037" y="1005738"/>
                  </a:lnTo>
                  <a:lnTo>
                    <a:pt x="3233892" y="992091"/>
                  </a:lnTo>
                  <a:lnTo>
                    <a:pt x="3234748" y="968337"/>
                  </a:lnTo>
                  <a:lnTo>
                    <a:pt x="3235603" y="998357"/>
                  </a:lnTo>
                  <a:lnTo>
                    <a:pt x="3236459" y="1111079"/>
                  </a:lnTo>
                  <a:lnTo>
                    <a:pt x="3237314" y="1178103"/>
                  </a:lnTo>
                  <a:lnTo>
                    <a:pt x="3238170" y="1202038"/>
                  </a:lnTo>
                  <a:lnTo>
                    <a:pt x="3239025" y="1233126"/>
                  </a:lnTo>
                  <a:lnTo>
                    <a:pt x="3239881" y="1286944"/>
                  </a:lnTo>
                  <a:lnTo>
                    <a:pt x="3240737" y="1240188"/>
                  </a:lnTo>
                  <a:lnTo>
                    <a:pt x="3241592" y="1052826"/>
                  </a:lnTo>
                  <a:lnTo>
                    <a:pt x="3242448" y="980187"/>
                  </a:lnTo>
                  <a:lnTo>
                    <a:pt x="3243303" y="979563"/>
                  </a:lnTo>
                  <a:lnTo>
                    <a:pt x="3244159" y="929867"/>
                  </a:lnTo>
                  <a:lnTo>
                    <a:pt x="3245014" y="899063"/>
                  </a:lnTo>
                  <a:lnTo>
                    <a:pt x="3245870" y="991271"/>
                  </a:lnTo>
                  <a:lnTo>
                    <a:pt x="3246725" y="1152966"/>
                  </a:lnTo>
                  <a:lnTo>
                    <a:pt x="3247581" y="1237157"/>
                  </a:lnTo>
                  <a:lnTo>
                    <a:pt x="3248436" y="1272435"/>
                  </a:lnTo>
                  <a:lnTo>
                    <a:pt x="3249292" y="1403906"/>
                  </a:lnTo>
                  <a:lnTo>
                    <a:pt x="3250147" y="1521809"/>
                  </a:lnTo>
                  <a:lnTo>
                    <a:pt x="3251003" y="1567374"/>
                  </a:lnTo>
                  <a:lnTo>
                    <a:pt x="3251858" y="1593016"/>
                  </a:lnTo>
                  <a:lnTo>
                    <a:pt x="3252714" y="1694876"/>
                  </a:lnTo>
                  <a:lnTo>
                    <a:pt x="3253569" y="1800550"/>
                  </a:lnTo>
                  <a:lnTo>
                    <a:pt x="3254425" y="1778002"/>
                  </a:lnTo>
                  <a:lnTo>
                    <a:pt x="3255281" y="1685075"/>
                  </a:lnTo>
                  <a:lnTo>
                    <a:pt x="3256136" y="1652952"/>
                  </a:lnTo>
                  <a:lnTo>
                    <a:pt x="3256992" y="1567197"/>
                  </a:lnTo>
                  <a:lnTo>
                    <a:pt x="3257847" y="1405104"/>
                  </a:lnTo>
                  <a:lnTo>
                    <a:pt x="3258703" y="1276373"/>
                  </a:lnTo>
                  <a:lnTo>
                    <a:pt x="3259558" y="1220618"/>
                  </a:lnTo>
                  <a:lnTo>
                    <a:pt x="3260414" y="1258982"/>
                  </a:lnTo>
                  <a:lnTo>
                    <a:pt x="3261269" y="1317264"/>
                  </a:lnTo>
                  <a:lnTo>
                    <a:pt x="3262125" y="1527114"/>
                  </a:lnTo>
                  <a:lnTo>
                    <a:pt x="3262980" y="1622876"/>
                  </a:lnTo>
                  <a:lnTo>
                    <a:pt x="3263836" y="1600476"/>
                  </a:lnTo>
                  <a:lnTo>
                    <a:pt x="3264691" y="1531867"/>
                  </a:lnTo>
                  <a:lnTo>
                    <a:pt x="3265547" y="1395560"/>
                  </a:lnTo>
                  <a:lnTo>
                    <a:pt x="3266402" y="1175139"/>
                  </a:lnTo>
                  <a:lnTo>
                    <a:pt x="3267258" y="838586"/>
                  </a:lnTo>
                  <a:lnTo>
                    <a:pt x="3268113" y="701644"/>
                  </a:lnTo>
                  <a:lnTo>
                    <a:pt x="3268969" y="702100"/>
                  </a:lnTo>
                  <a:lnTo>
                    <a:pt x="3269824" y="763696"/>
                  </a:lnTo>
                  <a:lnTo>
                    <a:pt x="3270680" y="893012"/>
                  </a:lnTo>
                  <a:lnTo>
                    <a:pt x="3271536" y="970249"/>
                  </a:lnTo>
                  <a:lnTo>
                    <a:pt x="3272391" y="974801"/>
                  </a:lnTo>
                  <a:lnTo>
                    <a:pt x="3273247" y="974702"/>
                  </a:lnTo>
                  <a:lnTo>
                    <a:pt x="3274102" y="1028345"/>
                  </a:lnTo>
                  <a:lnTo>
                    <a:pt x="3274958" y="1132871"/>
                  </a:lnTo>
                  <a:lnTo>
                    <a:pt x="3275813" y="1144407"/>
                  </a:lnTo>
                  <a:lnTo>
                    <a:pt x="3276669" y="1094194"/>
                  </a:lnTo>
                  <a:lnTo>
                    <a:pt x="3277524" y="1081513"/>
                  </a:lnTo>
                  <a:lnTo>
                    <a:pt x="3278380" y="1042954"/>
                  </a:lnTo>
                  <a:lnTo>
                    <a:pt x="3279235" y="915926"/>
                  </a:lnTo>
                  <a:lnTo>
                    <a:pt x="3280091" y="738759"/>
                  </a:lnTo>
                  <a:lnTo>
                    <a:pt x="3280946" y="655620"/>
                  </a:lnTo>
                  <a:lnTo>
                    <a:pt x="3281802" y="668196"/>
                  </a:lnTo>
                  <a:lnTo>
                    <a:pt x="3282657" y="682303"/>
                  </a:lnTo>
                  <a:lnTo>
                    <a:pt x="3283513" y="699087"/>
                  </a:lnTo>
                  <a:lnTo>
                    <a:pt x="3284368" y="766032"/>
                  </a:lnTo>
                  <a:lnTo>
                    <a:pt x="3285224" y="870899"/>
                  </a:lnTo>
                  <a:lnTo>
                    <a:pt x="3286079" y="895747"/>
                  </a:lnTo>
                  <a:lnTo>
                    <a:pt x="3286935" y="875480"/>
                  </a:lnTo>
                  <a:lnTo>
                    <a:pt x="3287791" y="951236"/>
                  </a:lnTo>
                  <a:lnTo>
                    <a:pt x="3288646" y="1092739"/>
                  </a:lnTo>
                  <a:lnTo>
                    <a:pt x="3289502" y="1256484"/>
                  </a:lnTo>
                  <a:lnTo>
                    <a:pt x="3290357" y="1304711"/>
                  </a:lnTo>
                  <a:lnTo>
                    <a:pt x="3291213" y="1329767"/>
                  </a:lnTo>
                  <a:lnTo>
                    <a:pt x="3292068" y="1475002"/>
                  </a:lnTo>
                  <a:lnTo>
                    <a:pt x="3292924" y="1569560"/>
                  </a:lnTo>
                  <a:lnTo>
                    <a:pt x="3293779" y="1568732"/>
                  </a:lnTo>
                  <a:lnTo>
                    <a:pt x="3294635" y="1472064"/>
                  </a:lnTo>
                  <a:lnTo>
                    <a:pt x="3295490" y="1438221"/>
                  </a:lnTo>
                  <a:lnTo>
                    <a:pt x="3296346" y="1391929"/>
                  </a:lnTo>
                  <a:lnTo>
                    <a:pt x="3297201" y="1256959"/>
                  </a:lnTo>
                  <a:lnTo>
                    <a:pt x="3298057" y="1097219"/>
                  </a:lnTo>
                  <a:lnTo>
                    <a:pt x="3298912" y="957903"/>
                  </a:lnTo>
                  <a:lnTo>
                    <a:pt x="3299768" y="848549"/>
                  </a:lnTo>
                  <a:lnTo>
                    <a:pt x="3300623" y="865740"/>
                  </a:lnTo>
                  <a:lnTo>
                    <a:pt x="3301479" y="908815"/>
                  </a:lnTo>
                  <a:lnTo>
                    <a:pt x="3302335" y="885360"/>
                  </a:lnTo>
                  <a:lnTo>
                    <a:pt x="3303190" y="855561"/>
                  </a:lnTo>
                  <a:lnTo>
                    <a:pt x="3304046" y="769698"/>
                  </a:lnTo>
                  <a:lnTo>
                    <a:pt x="3304901" y="712971"/>
                  </a:lnTo>
                  <a:lnTo>
                    <a:pt x="3305757" y="578642"/>
                  </a:lnTo>
                  <a:lnTo>
                    <a:pt x="3306612" y="485203"/>
                  </a:lnTo>
                  <a:lnTo>
                    <a:pt x="3307468" y="491778"/>
                  </a:lnTo>
                  <a:lnTo>
                    <a:pt x="3308323" y="553222"/>
                  </a:lnTo>
                  <a:lnTo>
                    <a:pt x="3309179" y="698674"/>
                  </a:lnTo>
                  <a:lnTo>
                    <a:pt x="3310034" y="863018"/>
                  </a:lnTo>
                  <a:lnTo>
                    <a:pt x="3310890" y="974493"/>
                  </a:lnTo>
                  <a:lnTo>
                    <a:pt x="3311745" y="1034535"/>
                  </a:lnTo>
                  <a:lnTo>
                    <a:pt x="3312601" y="1101935"/>
                  </a:lnTo>
                  <a:lnTo>
                    <a:pt x="3313456" y="1122715"/>
                  </a:lnTo>
                  <a:lnTo>
                    <a:pt x="3314312" y="1123426"/>
                  </a:lnTo>
                  <a:lnTo>
                    <a:pt x="3315167" y="1123395"/>
                  </a:lnTo>
                  <a:lnTo>
                    <a:pt x="3316023" y="1110161"/>
                  </a:lnTo>
                  <a:lnTo>
                    <a:pt x="3316878" y="1118358"/>
                  </a:lnTo>
                  <a:lnTo>
                    <a:pt x="3317734" y="1121066"/>
                  </a:lnTo>
                  <a:lnTo>
                    <a:pt x="3318590" y="1149120"/>
                  </a:lnTo>
                  <a:lnTo>
                    <a:pt x="3319445" y="1153201"/>
                  </a:lnTo>
                  <a:lnTo>
                    <a:pt x="3320301" y="1113840"/>
                  </a:lnTo>
                  <a:lnTo>
                    <a:pt x="3321156" y="1036924"/>
                  </a:lnTo>
                  <a:lnTo>
                    <a:pt x="3322012" y="1026998"/>
                  </a:lnTo>
                  <a:lnTo>
                    <a:pt x="3322867" y="1026416"/>
                  </a:lnTo>
                  <a:lnTo>
                    <a:pt x="3323723" y="982431"/>
                  </a:lnTo>
                  <a:lnTo>
                    <a:pt x="3324578" y="914107"/>
                  </a:lnTo>
                  <a:lnTo>
                    <a:pt x="3325434" y="929247"/>
                  </a:lnTo>
                  <a:lnTo>
                    <a:pt x="3326289" y="1069850"/>
                  </a:lnTo>
                  <a:lnTo>
                    <a:pt x="3327145" y="1191625"/>
                  </a:lnTo>
                  <a:lnTo>
                    <a:pt x="3328000" y="1255011"/>
                  </a:lnTo>
                  <a:lnTo>
                    <a:pt x="3328856" y="1352522"/>
                  </a:lnTo>
                  <a:lnTo>
                    <a:pt x="3329711" y="1497897"/>
                  </a:lnTo>
                  <a:lnTo>
                    <a:pt x="3330567" y="1602539"/>
                  </a:lnTo>
                  <a:lnTo>
                    <a:pt x="3331422" y="1682428"/>
                  </a:lnTo>
                  <a:lnTo>
                    <a:pt x="3332278" y="1803801"/>
                  </a:lnTo>
                  <a:lnTo>
                    <a:pt x="3333133" y="1910900"/>
                  </a:lnTo>
                  <a:lnTo>
                    <a:pt x="3333989" y="1942823"/>
                  </a:lnTo>
                  <a:lnTo>
                    <a:pt x="3334845" y="1999877"/>
                  </a:lnTo>
                  <a:lnTo>
                    <a:pt x="3335700" y="2098407"/>
                  </a:lnTo>
                  <a:lnTo>
                    <a:pt x="3336556" y="2026306"/>
                  </a:lnTo>
                  <a:lnTo>
                    <a:pt x="3337411" y="1817834"/>
                  </a:lnTo>
                  <a:lnTo>
                    <a:pt x="3338267" y="1703279"/>
                  </a:lnTo>
                  <a:lnTo>
                    <a:pt x="3339122" y="1677777"/>
                  </a:lnTo>
                  <a:lnTo>
                    <a:pt x="3339978" y="1693907"/>
                  </a:lnTo>
                  <a:lnTo>
                    <a:pt x="3340833" y="1657603"/>
                  </a:lnTo>
                  <a:lnTo>
                    <a:pt x="3341689" y="1731920"/>
                  </a:lnTo>
                  <a:lnTo>
                    <a:pt x="3342544" y="1867214"/>
                  </a:lnTo>
                  <a:lnTo>
                    <a:pt x="3343400" y="1956265"/>
                  </a:lnTo>
                  <a:lnTo>
                    <a:pt x="3344255" y="2024570"/>
                  </a:lnTo>
                  <a:lnTo>
                    <a:pt x="3345111" y="2000540"/>
                  </a:lnTo>
                  <a:lnTo>
                    <a:pt x="3345966" y="1881393"/>
                  </a:lnTo>
                  <a:lnTo>
                    <a:pt x="3346822" y="1788372"/>
                  </a:lnTo>
                  <a:lnTo>
                    <a:pt x="3347677" y="1719565"/>
                  </a:lnTo>
                  <a:lnTo>
                    <a:pt x="3348533" y="1689237"/>
                  </a:lnTo>
                  <a:lnTo>
                    <a:pt x="3349388" y="1710650"/>
                  </a:lnTo>
                  <a:lnTo>
                    <a:pt x="3350244" y="1651120"/>
                  </a:lnTo>
                  <a:lnTo>
                    <a:pt x="3351100" y="1625302"/>
                  </a:lnTo>
                  <a:lnTo>
                    <a:pt x="3351955" y="1609193"/>
                  </a:lnTo>
                  <a:lnTo>
                    <a:pt x="3352811" y="1618642"/>
                  </a:lnTo>
                  <a:lnTo>
                    <a:pt x="3353666" y="1553457"/>
                  </a:lnTo>
                  <a:lnTo>
                    <a:pt x="3354522" y="1368213"/>
                  </a:lnTo>
                  <a:lnTo>
                    <a:pt x="3355377" y="1348449"/>
                  </a:lnTo>
                  <a:lnTo>
                    <a:pt x="3356233" y="1431372"/>
                  </a:lnTo>
                  <a:lnTo>
                    <a:pt x="3357088" y="1470195"/>
                  </a:lnTo>
                  <a:lnTo>
                    <a:pt x="3357944" y="1468047"/>
                  </a:lnTo>
                  <a:lnTo>
                    <a:pt x="3358799" y="1560624"/>
                  </a:lnTo>
                  <a:lnTo>
                    <a:pt x="3359655" y="1809341"/>
                  </a:lnTo>
                  <a:lnTo>
                    <a:pt x="3360510" y="2051551"/>
                  </a:lnTo>
                  <a:lnTo>
                    <a:pt x="3361366" y="2121246"/>
                  </a:lnTo>
                  <a:lnTo>
                    <a:pt x="3362221" y="2163334"/>
                  </a:lnTo>
                  <a:lnTo>
                    <a:pt x="3363077" y="2174022"/>
                  </a:lnTo>
                  <a:lnTo>
                    <a:pt x="3363932" y="2102072"/>
                  </a:lnTo>
                  <a:lnTo>
                    <a:pt x="3364788" y="1942161"/>
                  </a:lnTo>
                  <a:lnTo>
                    <a:pt x="3365644" y="1746617"/>
                  </a:lnTo>
                  <a:lnTo>
                    <a:pt x="3366499" y="1666611"/>
                  </a:lnTo>
                  <a:lnTo>
                    <a:pt x="3367355" y="1645589"/>
                  </a:lnTo>
                  <a:lnTo>
                    <a:pt x="3368210" y="1637076"/>
                  </a:lnTo>
                  <a:lnTo>
                    <a:pt x="3369066" y="1650790"/>
                  </a:lnTo>
                  <a:lnTo>
                    <a:pt x="3369921" y="1645708"/>
                  </a:lnTo>
                  <a:lnTo>
                    <a:pt x="3370777" y="1639503"/>
                  </a:lnTo>
                  <a:lnTo>
                    <a:pt x="3371632" y="1650946"/>
                  </a:lnTo>
                  <a:lnTo>
                    <a:pt x="3372488" y="1726970"/>
                  </a:lnTo>
                  <a:lnTo>
                    <a:pt x="3373343" y="1895771"/>
                  </a:lnTo>
                  <a:lnTo>
                    <a:pt x="3374199" y="2035331"/>
                  </a:lnTo>
                  <a:lnTo>
                    <a:pt x="3375054" y="2163632"/>
                  </a:lnTo>
                  <a:lnTo>
                    <a:pt x="3375910" y="2299495"/>
                  </a:lnTo>
                  <a:lnTo>
                    <a:pt x="3376765" y="2435953"/>
                  </a:lnTo>
                  <a:lnTo>
                    <a:pt x="3377621" y="2473780"/>
                  </a:lnTo>
                  <a:lnTo>
                    <a:pt x="3378476" y="2369769"/>
                  </a:lnTo>
                  <a:lnTo>
                    <a:pt x="3379332" y="2237509"/>
                  </a:lnTo>
                  <a:lnTo>
                    <a:pt x="3380187" y="2141118"/>
                  </a:lnTo>
                  <a:lnTo>
                    <a:pt x="3381043" y="2048091"/>
                  </a:lnTo>
                  <a:lnTo>
                    <a:pt x="3381899" y="1917918"/>
                  </a:lnTo>
                  <a:lnTo>
                    <a:pt x="3382754" y="1807671"/>
                  </a:lnTo>
                  <a:lnTo>
                    <a:pt x="3383610" y="1805679"/>
                  </a:lnTo>
                  <a:lnTo>
                    <a:pt x="3384465" y="1919782"/>
                  </a:lnTo>
                  <a:lnTo>
                    <a:pt x="3385321" y="2012779"/>
                  </a:lnTo>
                  <a:lnTo>
                    <a:pt x="3386176" y="2043321"/>
                  </a:lnTo>
                  <a:lnTo>
                    <a:pt x="3387032" y="2149708"/>
                  </a:lnTo>
                  <a:lnTo>
                    <a:pt x="3387887" y="2259269"/>
                  </a:lnTo>
                  <a:lnTo>
                    <a:pt x="3388743" y="2343245"/>
                  </a:lnTo>
                  <a:lnTo>
                    <a:pt x="3389598" y="2356709"/>
                  </a:lnTo>
                  <a:lnTo>
                    <a:pt x="3390454" y="2357038"/>
                  </a:lnTo>
                  <a:lnTo>
                    <a:pt x="3391309" y="2451209"/>
                  </a:lnTo>
                  <a:lnTo>
                    <a:pt x="3392165" y="2452497"/>
                  </a:lnTo>
                  <a:lnTo>
                    <a:pt x="3393020" y="2413462"/>
                  </a:lnTo>
                  <a:lnTo>
                    <a:pt x="3393876" y="2349973"/>
                  </a:lnTo>
                  <a:lnTo>
                    <a:pt x="3394731" y="2293363"/>
                  </a:lnTo>
                  <a:lnTo>
                    <a:pt x="3395587" y="2295292"/>
                  </a:lnTo>
                  <a:lnTo>
                    <a:pt x="3396442" y="2206922"/>
                  </a:lnTo>
                  <a:lnTo>
                    <a:pt x="3397298" y="2130873"/>
                  </a:lnTo>
                  <a:lnTo>
                    <a:pt x="3398154" y="2130023"/>
                  </a:lnTo>
                  <a:lnTo>
                    <a:pt x="3399009" y="2170821"/>
                  </a:lnTo>
                  <a:lnTo>
                    <a:pt x="3399865" y="2216620"/>
                  </a:lnTo>
                  <a:lnTo>
                    <a:pt x="3400720" y="2202262"/>
                  </a:lnTo>
                  <a:lnTo>
                    <a:pt x="3401576" y="2157945"/>
                  </a:lnTo>
                  <a:lnTo>
                    <a:pt x="3402431" y="2100872"/>
                  </a:lnTo>
                  <a:lnTo>
                    <a:pt x="3403287" y="2020595"/>
                  </a:lnTo>
                  <a:lnTo>
                    <a:pt x="3404142" y="2000274"/>
                  </a:lnTo>
                  <a:lnTo>
                    <a:pt x="3404998" y="2029621"/>
                  </a:lnTo>
                  <a:lnTo>
                    <a:pt x="3405853" y="2009691"/>
                  </a:lnTo>
                  <a:lnTo>
                    <a:pt x="3406709" y="2019602"/>
                  </a:lnTo>
                  <a:lnTo>
                    <a:pt x="3407564" y="2125593"/>
                  </a:lnTo>
                  <a:lnTo>
                    <a:pt x="3408420" y="2193742"/>
                  </a:lnTo>
                  <a:lnTo>
                    <a:pt x="3409275" y="2115410"/>
                  </a:lnTo>
                  <a:lnTo>
                    <a:pt x="3410131" y="1994898"/>
                  </a:lnTo>
                  <a:lnTo>
                    <a:pt x="3410986" y="1940950"/>
                  </a:lnTo>
                  <a:lnTo>
                    <a:pt x="3411842" y="1905420"/>
                  </a:lnTo>
                  <a:lnTo>
                    <a:pt x="3412698" y="1844533"/>
                  </a:lnTo>
                  <a:lnTo>
                    <a:pt x="3413553" y="1847540"/>
                  </a:lnTo>
                  <a:lnTo>
                    <a:pt x="3414409" y="1925682"/>
                  </a:lnTo>
                  <a:lnTo>
                    <a:pt x="3415264" y="2032926"/>
                  </a:lnTo>
                  <a:lnTo>
                    <a:pt x="3416120" y="2060560"/>
                  </a:lnTo>
                  <a:lnTo>
                    <a:pt x="3416975" y="2086398"/>
                  </a:lnTo>
                  <a:lnTo>
                    <a:pt x="3417831" y="2152847"/>
                  </a:lnTo>
                  <a:lnTo>
                    <a:pt x="3418686" y="2198773"/>
                  </a:lnTo>
                  <a:lnTo>
                    <a:pt x="3419542" y="2243053"/>
                  </a:lnTo>
                  <a:lnTo>
                    <a:pt x="3420397" y="2251151"/>
                  </a:lnTo>
                  <a:lnTo>
                    <a:pt x="3421253" y="2244474"/>
                  </a:lnTo>
                  <a:lnTo>
                    <a:pt x="3422108" y="2266974"/>
                  </a:lnTo>
                  <a:lnTo>
                    <a:pt x="3422964" y="2238121"/>
                  </a:lnTo>
                  <a:lnTo>
                    <a:pt x="3423819" y="2200242"/>
                  </a:lnTo>
                  <a:lnTo>
                    <a:pt x="3424675" y="2122266"/>
                  </a:lnTo>
                  <a:lnTo>
                    <a:pt x="3425530" y="2013874"/>
                  </a:lnTo>
                  <a:lnTo>
                    <a:pt x="3426386" y="2081890"/>
                  </a:lnTo>
                  <a:lnTo>
                    <a:pt x="3427241" y="2189541"/>
                  </a:lnTo>
                  <a:lnTo>
                    <a:pt x="3428097" y="2248816"/>
                  </a:lnTo>
                  <a:lnTo>
                    <a:pt x="3428953" y="2334473"/>
                  </a:lnTo>
                  <a:lnTo>
                    <a:pt x="3429808" y="2375870"/>
                  </a:lnTo>
                  <a:lnTo>
                    <a:pt x="3430664" y="2448049"/>
                  </a:lnTo>
                  <a:lnTo>
                    <a:pt x="3431519" y="2417242"/>
                  </a:lnTo>
                  <a:lnTo>
                    <a:pt x="3432375" y="2318799"/>
                  </a:lnTo>
                  <a:lnTo>
                    <a:pt x="3433230" y="2238833"/>
                  </a:lnTo>
                  <a:lnTo>
                    <a:pt x="3434086" y="2129292"/>
                  </a:lnTo>
                  <a:lnTo>
                    <a:pt x="3434941" y="2121007"/>
                  </a:lnTo>
                  <a:lnTo>
                    <a:pt x="3435797" y="2130819"/>
                  </a:lnTo>
                  <a:lnTo>
                    <a:pt x="3436652" y="2143798"/>
                  </a:lnTo>
                  <a:lnTo>
                    <a:pt x="3437508" y="2175413"/>
                  </a:lnTo>
                  <a:lnTo>
                    <a:pt x="3438363" y="2196424"/>
                  </a:lnTo>
                  <a:lnTo>
                    <a:pt x="3439219" y="2189971"/>
                  </a:lnTo>
                  <a:lnTo>
                    <a:pt x="3440074" y="2154703"/>
                  </a:lnTo>
                  <a:lnTo>
                    <a:pt x="3440930" y="2110211"/>
                  </a:lnTo>
                  <a:lnTo>
                    <a:pt x="3441785" y="2158596"/>
                  </a:lnTo>
                  <a:lnTo>
                    <a:pt x="3442641" y="2192310"/>
                  </a:lnTo>
                  <a:lnTo>
                    <a:pt x="3443496" y="2309149"/>
                  </a:lnTo>
                  <a:lnTo>
                    <a:pt x="3444352" y="2494817"/>
                  </a:lnTo>
                  <a:lnTo>
                    <a:pt x="3445208" y="2522526"/>
                  </a:lnTo>
                  <a:lnTo>
                    <a:pt x="3446063" y="2534163"/>
                  </a:lnTo>
                  <a:lnTo>
                    <a:pt x="3446919" y="2478174"/>
                  </a:lnTo>
                  <a:lnTo>
                    <a:pt x="3447774" y="2435669"/>
                  </a:lnTo>
                  <a:lnTo>
                    <a:pt x="3448630" y="2322059"/>
                  </a:lnTo>
                  <a:lnTo>
                    <a:pt x="3449485" y="2154783"/>
                  </a:lnTo>
                  <a:lnTo>
                    <a:pt x="3450341" y="2208249"/>
                  </a:lnTo>
                  <a:lnTo>
                    <a:pt x="3451196" y="2348548"/>
                  </a:lnTo>
                  <a:lnTo>
                    <a:pt x="3452052" y="2415876"/>
                  </a:lnTo>
                  <a:lnTo>
                    <a:pt x="3452907" y="2366096"/>
                  </a:lnTo>
                  <a:lnTo>
                    <a:pt x="3453763" y="2294713"/>
                  </a:lnTo>
                  <a:lnTo>
                    <a:pt x="3454618" y="2167134"/>
                  </a:lnTo>
                  <a:lnTo>
                    <a:pt x="3455474" y="1959923"/>
                  </a:lnTo>
                  <a:lnTo>
                    <a:pt x="3456329" y="1713117"/>
                  </a:lnTo>
                  <a:lnTo>
                    <a:pt x="3457185" y="1586085"/>
                  </a:lnTo>
                  <a:lnTo>
                    <a:pt x="3458040" y="1624745"/>
                  </a:lnTo>
                  <a:lnTo>
                    <a:pt x="3458896" y="1614068"/>
                  </a:lnTo>
                  <a:lnTo>
                    <a:pt x="3459752" y="1671754"/>
                  </a:lnTo>
                  <a:lnTo>
                    <a:pt x="3460607" y="1726286"/>
                  </a:lnTo>
                  <a:lnTo>
                    <a:pt x="3461463" y="1762508"/>
                  </a:lnTo>
                  <a:lnTo>
                    <a:pt x="3462318" y="1731525"/>
                  </a:lnTo>
                  <a:lnTo>
                    <a:pt x="3463174" y="1678834"/>
                  </a:lnTo>
                  <a:lnTo>
                    <a:pt x="3464029" y="1694125"/>
                  </a:lnTo>
                  <a:lnTo>
                    <a:pt x="3464885" y="1665088"/>
                  </a:lnTo>
                  <a:lnTo>
                    <a:pt x="3465740" y="1641817"/>
                  </a:lnTo>
                  <a:lnTo>
                    <a:pt x="3466596" y="1657126"/>
                  </a:lnTo>
                  <a:lnTo>
                    <a:pt x="3467451" y="1671226"/>
                  </a:lnTo>
                  <a:lnTo>
                    <a:pt x="3468307" y="1597337"/>
                  </a:lnTo>
                  <a:lnTo>
                    <a:pt x="3469162" y="1527310"/>
                  </a:lnTo>
                  <a:lnTo>
                    <a:pt x="3470018" y="1533215"/>
                  </a:lnTo>
                  <a:lnTo>
                    <a:pt x="3470873" y="1555933"/>
                  </a:lnTo>
                  <a:lnTo>
                    <a:pt x="3471729" y="1489997"/>
                  </a:lnTo>
                  <a:lnTo>
                    <a:pt x="3472584" y="1409183"/>
                  </a:lnTo>
                  <a:lnTo>
                    <a:pt x="3473440" y="1399406"/>
                  </a:lnTo>
                  <a:lnTo>
                    <a:pt x="3474295" y="1409912"/>
                  </a:lnTo>
                  <a:lnTo>
                    <a:pt x="3475151" y="1454184"/>
                  </a:lnTo>
                  <a:lnTo>
                    <a:pt x="3476007" y="1501109"/>
                  </a:lnTo>
                  <a:lnTo>
                    <a:pt x="3476862" y="1562678"/>
                  </a:lnTo>
                  <a:lnTo>
                    <a:pt x="3477718" y="1605533"/>
                  </a:lnTo>
                  <a:lnTo>
                    <a:pt x="3478573" y="1655261"/>
                  </a:lnTo>
                  <a:lnTo>
                    <a:pt x="3479429" y="1836279"/>
                  </a:lnTo>
                  <a:lnTo>
                    <a:pt x="3480284" y="1996924"/>
                  </a:lnTo>
                  <a:lnTo>
                    <a:pt x="3481140" y="2115150"/>
                  </a:lnTo>
                  <a:lnTo>
                    <a:pt x="3481995" y="2268104"/>
                  </a:lnTo>
                  <a:lnTo>
                    <a:pt x="3482851" y="2477837"/>
                  </a:lnTo>
                  <a:lnTo>
                    <a:pt x="3483706" y="2625069"/>
                  </a:lnTo>
                  <a:lnTo>
                    <a:pt x="3484562" y="2619958"/>
                  </a:lnTo>
                  <a:lnTo>
                    <a:pt x="3485417" y="2519797"/>
                  </a:lnTo>
                  <a:lnTo>
                    <a:pt x="3486273" y="2501453"/>
                  </a:lnTo>
                  <a:lnTo>
                    <a:pt x="3487128" y="2411798"/>
                  </a:lnTo>
                  <a:lnTo>
                    <a:pt x="3487984" y="2280553"/>
                  </a:lnTo>
                  <a:lnTo>
                    <a:pt x="3488839" y="2221509"/>
                  </a:lnTo>
                  <a:lnTo>
                    <a:pt x="3489695" y="2186570"/>
                  </a:lnTo>
                  <a:lnTo>
                    <a:pt x="3490550" y="2132076"/>
                  </a:lnTo>
                  <a:lnTo>
                    <a:pt x="3491406" y="1983684"/>
                  </a:lnTo>
                  <a:lnTo>
                    <a:pt x="3492262" y="1906177"/>
                  </a:lnTo>
                  <a:lnTo>
                    <a:pt x="3493117" y="1874675"/>
                  </a:lnTo>
                  <a:lnTo>
                    <a:pt x="3493973" y="1738949"/>
                  </a:lnTo>
                  <a:lnTo>
                    <a:pt x="3494828" y="1588148"/>
                  </a:lnTo>
                  <a:lnTo>
                    <a:pt x="3495684" y="1479520"/>
                  </a:lnTo>
                  <a:lnTo>
                    <a:pt x="3496539" y="1423251"/>
                  </a:lnTo>
                  <a:lnTo>
                    <a:pt x="3497395" y="1390473"/>
                  </a:lnTo>
                  <a:lnTo>
                    <a:pt x="3498250" y="1300721"/>
                  </a:lnTo>
                  <a:lnTo>
                    <a:pt x="3499106" y="1295022"/>
                  </a:lnTo>
                  <a:lnTo>
                    <a:pt x="3499961" y="1267851"/>
                  </a:lnTo>
                  <a:lnTo>
                    <a:pt x="3500817" y="1272942"/>
                  </a:lnTo>
                  <a:lnTo>
                    <a:pt x="3501672" y="1262713"/>
                  </a:lnTo>
                  <a:lnTo>
                    <a:pt x="3502528" y="1224689"/>
                  </a:lnTo>
                  <a:lnTo>
                    <a:pt x="3503383" y="1259135"/>
                  </a:lnTo>
                  <a:lnTo>
                    <a:pt x="3504239" y="1322713"/>
                  </a:lnTo>
                  <a:lnTo>
                    <a:pt x="3505094" y="1378846"/>
                  </a:lnTo>
                  <a:lnTo>
                    <a:pt x="3505950" y="1411362"/>
                  </a:lnTo>
                  <a:lnTo>
                    <a:pt x="3506806" y="1423967"/>
                  </a:lnTo>
                  <a:lnTo>
                    <a:pt x="3507661" y="1431419"/>
                  </a:lnTo>
                  <a:lnTo>
                    <a:pt x="3508517" y="1387218"/>
                  </a:lnTo>
                  <a:lnTo>
                    <a:pt x="3509372" y="1310298"/>
                  </a:lnTo>
                  <a:lnTo>
                    <a:pt x="3510228" y="1276622"/>
                  </a:lnTo>
                  <a:lnTo>
                    <a:pt x="3511083" y="1301627"/>
                  </a:lnTo>
                  <a:lnTo>
                    <a:pt x="3511939" y="1404004"/>
                  </a:lnTo>
                  <a:lnTo>
                    <a:pt x="3512794" y="1423306"/>
                  </a:lnTo>
                  <a:lnTo>
                    <a:pt x="3513650" y="1382554"/>
                  </a:lnTo>
                  <a:lnTo>
                    <a:pt x="3514505" y="1349856"/>
                  </a:lnTo>
                  <a:lnTo>
                    <a:pt x="3515361" y="1428460"/>
                  </a:lnTo>
                  <a:lnTo>
                    <a:pt x="3516216" y="1554080"/>
                  </a:lnTo>
                  <a:lnTo>
                    <a:pt x="3517072" y="1524169"/>
                  </a:lnTo>
                  <a:lnTo>
                    <a:pt x="3517927" y="1519724"/>
                  </a:lnTo>
                  <a:lnTo>
                    <a:pt x="3518783" y="1660382"/>
                  </a:lnTo>
                  <a:lnTo>
                    <a:pt x="3519638" y="1768654"/>
                  </a:lnTo>
                  <a:lnTo>
                    <a:pt x="3520494" y="1720969"/>
                  </a:lnTo>
                  <a:lnTo>
                    <a:pt x="3521349" y="1598941"/>
                  </a:lnTo>
                  <a:lnTo>
                    <a:pt x="3522205" y="1630950"/>
                  </a:lnTo>
                  <a:lnTo>
                    <a:pt x="3523061" y="1764931"/>
                  </a:lnTo>
                  <a:lnTo>
                    <a:pt x="3523916" y="1814963"/>
                  </a:lnTo>
                  <a:lnTo>
                    <a:pt x="3524772" y="1853232"/>
                  </a:lnTo>
                  <a:lnTo>
                    <a:pt x="3525627" y="1920169"/>
                  </a:lnTo>
                  <a:lnTo>
                    <a:pt x="3526483" y="1956663"/>
                  </a:lnTo>
                  <a:lnTo>
                    <a:pt x="3527338" y="1959549"/>
                  </a:lnTo>
                  <a:lnTo>
                    <a:pt x="3528194" y="1967832"/>
                  </a:lnTo>
                  <a:lnTo>
                    <a:pt x="3529049" y="2018640"/>
                  </a:lnTo>
                  <a:lnTo>
                    <a:pt x="3529905" y="2096644"/>
                  </a:lnTo>
                  <a:lnTo>
                    <a:pt x="3530760" y="2056588"/>
                  </a:lnTo>
                  <a:lnTo>
                    <a:pt x="3531616" y="1990590"/>
                  </a:lnTo>
                  <a:lnTo>
                    <a:pt x="3532471" y="1884789"/>
                  </a:lnTo>
                  <a:lnTo>
                    <a:pt x="3533327" y="1666590"/>
                  </a:lnTo>
                  <a:lnTo>
                    <a:pt x="3534182" y="1459891"/>
                  </a:lnTo>
                  <a:lnTo>
                    <a:pt x="3535038" y="1246067"/>
                  </a:lnTo>
                  <a:lnTo>
                    <a:pt x="3535893" y="1136303"/>
                  </a:lnTo>
                  <a:lnTo>
                    <a:pt x="3536749" y="1071742"/>
                  </a:lnTo>
                  <a:lnTo>
                    <a:pt x="3537604" y="1019081"/>
                  </a:lnTo>
                  <a:lnTo>
                    <a:pt x="3538460" y="1017431"/>
                  </a:lnTo>
                  <a:lnTo>
                    <a:pt x="3539316" y="996171"/>
                  </a:lnTo>
                  <a:lnTo>
                    <a:pt x="3540171" y="971905"/>
                  </a:lnTo>
                  <a:lnTo>
                    <a:pt x="3541027" y="923621"/>
                  </a:lnTo>
                  <a:lnTo>
                    <a:pt x="3541882" y="907566"/>
                  </a:lnTo>
                  <a:lnTo>
                    <a:pt x="3542738" y="987331"/>
                  </a:lnTo>
                  <a:lnTo>
                    <a:pt x="3543593" y="1037401"/>
                  </a:lnTo>
                  <a:lnTo>
                    <a:pt x="3544449" y="1050771"/>
                  </a:lnTo>
                  <a:lnTo>
                    <a:pt x="3545304" y="1114439"/>
                  </a:lnTo>
                  <a:lnTo>
                    <a:pt x="3546160" y="1183490"/>
                  </a:lnTo>
                  <a:lnTo>
                    <a:pt x="3547015" y="1142613"/>
                  </a:lnTo>
                  <a:lnTo>
                    <a:pt x="3547871" y="1023824"/>
                  </a:lnTo>
                  <a:lnTo>
                    <a:pt x="3548726" y="908453"/>
                  </a:lnTo>
                  <a:lnTo>
                    <a:pt x="3549582" y="798418"/>
                  </a:lnTo>
                  <a:lnTo>
                    <a:pt x="3550437" y="684103"/>
                  </a:lnTo>
                  <a:lnTo>
                    <a:pt x="3551293" y="649966"/>
                  </a:lnTo>
                  <a:lnTo>
                    <a:pt x="3552148" y="658035"/>
                  </a:lnTo>
                  <a:lnTo>
                    <a:pt x="3553004" y="620271"/>
                  </a:lnTo>
                  <a:lnTo>
                    <a:pt x="3553859" y="613182"/>
                  </a:lnTo>
                  <a:lnTo>
                    <a:pt x="3554715" y="624998"/>
                  </a:lnTo>
                  <a:lnTo>
                    <a:pt x="3555571" y="615851"/>
                  </a:lnTo>
                  <a:lnTo>
                    <a:pt x="3556426" y="571514"/>
                  </a:lnTo>
                  <a:lnTo>
                    <a:pt x="3557282" y="535653"/>
                  </a:lnTo>
                  <a:lnTo>
                    <a:pt x="3558137" y="490624"/>
                  </a:lnTo>
                  <a:lnTo>
                    <a:pt x="3558993" y="454901"/>
                  </a:lnTo>
                  <a:lnTo>
                    <a:pt x="3559848" y="451905"/>
                  </a:lnTo>
                  <a:lnTo>
                    <a:pt x="3560704" y="437413"/>
                  </a:lnTo>
                  <a:lnTo>
                    <a:pt x="3561559" y="359740"/>
                  </a:lnTo>
                  <a:lnTo>
                    <a:pt x="3562415" y="311556"/>
                  </a:lnTo>
                  <a:lnTo>
                    <a:pt x="3563270" y="370012"/>
                  </a:lnTo>
                  <a:lnTo>
                    <a:pt x="3564126" y="395989"/>
                  </a:lnTo>
                  <a:lnTo>
                    <a:pt x="3564981" y="327002"/>
                  </a:lnTo>
                  <a:lnTo>
                    <a:pt x="3565837" y="265068"/>
                  </a:lnTo>
                  <a:lnTo>
                    <a:pt x="3566692" y="279100"/>
                  </a:lnTo>
                  <a:lnTo>
                    <a:pt x="3567548" y="339417"/>
                  </a:lnTo>
                  <a:lnTo>
                    <a:pt x="3568403" y="366609"/>
                  </a:lnTo>
                  <a:lnTo>
                    <a:pt x="3569259" y="477466"/>
                  </a:lnTo>
                  <a:lnTo>
                    <a:pt x="3570115" y="619452"/>
                  </a:lnTo>
                  <a:lnTo>
                    <a:pt x="3570970" y="741593"/>
                  </a:lnTo>
                  <a:lnTo>
                    <a:pt x="3571826" y="854231"/>
                  </a:lnTo>
                  <a:lnTo>
                    <a:pt x="3572681" y="915987"/>
                  </a:lnTo>
                  <a:lnTo>
                    <a:pt x="3573537" y="985823"/>
                  </a:lnTo>
                  <a:lnTo>
                    <a:pt x="3574392" y="971428"/>
                  </a:lnTo>
                  <a:lnTo>
                    <a:pt x="3575248" y="1000582"/>
                  </a:lnTo>
                  <a:lnTo>
                    <a:pt x="3576103" y="1069867"/>
                  </a:lnTo>
                  <a:lnTo>
                    <a:pt x="3576959" y="1101009"/>
                  </a:lnTo>
                  <a:lnTo>
                    <a:pt x="3577814" y="1045377"/>
                  </a:lnTo>
                  <a:lnTo>
                    <a:pt x="3578670" y="956016"/>
                  </a:lnTo>
                  <a:lnTo>
                    <a:pt x="3579525" y="930051"/>
                  </a:lnTo>
                  <a:lnTo>
                    <a:pt x="3580381" y="879159"/>
                  </a:lnTo>
                  <a:lnTo>
                    <a:pt x="3581236" y="895032"/>
                  </a:lnTo>
                  <a:lnTo>
                    <a:pt x="3582092" y="961028"/>
                  </a:lnTo>
                  <a:lnTo>
                    <a:pt x="3582947" y="962595"/>
                  </a:lnTo>
                  <a:lnTo>
                    <a:pt x="3583803" y="1001565"/>
                  </a:lnTo>
                  <a:lnTo>
                    <a:pt x="3584658" y="1119670"/>
                  </a:lnTo>
                  <a:lnTo>
                    <a:pt x="3585514" y="1240548"/>
                  </a:lnTo>
                  <a:lnTo>
                    <a:pt x="3586370" y="1184392"/>
                  </a:lnTo>
                  <a:lnTo>
                    <a:pt x="3587225" y="1026901"/>
                  </a:lnTo>
                  <a:lnTo>
                    <a:pt x="3588081" y="1001794"/>
                  </a:lnTo>
                  <a:lnTo>
                    <a:pt x="3588936" y="949121"/>
                  </a:lnTo>
                  <a:lnTo>
                    <a:pt x="3589792" y="801965"/>
                  </a:lnTo>
                  <a:lnTo>
                    <a:pt x="3590647" y="689673"/>
                  </a:lnTo>
                  <a:lnTo>
                    <a:pt x="3591503" y="608654"/>
                  </a:lnTo>
                  <a:lnTo>
                    <a:pt x="3592358" y="605544"/>
                  </a:lnTo>
                  <a:lnTo>
                    <a:pt x="3593214" y="670037"/>
                  </a:lnTo>
                  <a:lnTo>
                    <a:pt x="3594069" y="759878"/>
                  </a:lnTo>
                  <a:lnTo>
                    <a:pt x="3594925" y="794516"/>
                  </a:lnTo>
                  <a:lnTo>
                    <a:pt x="3595780" y="741131"/>
                  </a:lnTo>
                  <a:lnTo>
                    <a:pt x="3596636" y="749513"/>
                  </a:lnTo>
                  <a:lnTo>
                    <a:pt x="3597491" y="827063"/>
                  </a:lnTo>
                  <a:lnTo>
                    <a:pt x="3598347" y="903479"/>
                  </a:lnTo>
                  <a:lnTo>
                    <a:pt x="3599202" y="878667"/>
                  </a:lnTo>
                  <a:lnTo>
                    <a:pt x="3600058" y="884002"/>
                  </a:lnTo>
                  <a:lnTo>
                    <a:pt x="3600913" y="1037559"/>
                  </a:lnTo>
                  <a:lnTo>
                    <a:pt x="3601769" y="1208377"/>
                  </a:lnTo>
                  <a:lnTo>
                    <a:pt x="3602625" y="1292536"/>
                  </a:lnTo>
                  <a:lnTo>
                    <a:pt x="3603480" y="1258561"/>
                  </a:lnTo>
                  <a:lnTo>
                    <a:pt x="3604336" y="1283177"/>
                  </a:lnTo>
                  <a:lnTo>
                    <a:pt x="3605191" y="1308821"/>
                  </a:lnTo>
                  <a:lnTo>
                    <a:pt x="3606047" y="1291575"/>
                  </a:lnTo>
                  <a:lnTo>
                    <a:pt x="3606902" y="1184193"/>
                  </a:lnTo>
                  <a:lnTo>
                    <a:pt x="3607758" y="1055500"/>
                  </a:lnTo>
                  <a:lnTo>
                    <a:pt x="3608613" y="1013994"/>
                  </a:lnTo>
                  <a:lnTo>
                    <a:pt x="3609469" y="1007527"/>
                  </a:lnTo>
                  <a:lnTo>
                    <a:pt x="3610324" y="1022031"/>
                  </a:lnTo>
                  <a:lnTo>
                    <a:pt x="3611180" y="1055429"/>
                  </a:lnTo>
                  <a:lnTo>
                    <a:pt x="3612035" y="1154392"/>
                  </a:lnTo>
                  <a:lnTo>
                    <a:pt x="3612891" y="1270417"/>
                  </a:lnTo>
                  <a:lnTo>
                    <a:pt x="3613746" y="1313404"/>
                  </a:lnTo>
                  <a:lnTo>
                    <a:pt x="3614602" y="1378801"/>
                  </a:lnTo>
                  <a:lnTo>
                    <a:pt x="3615457" y="1408424"/>
                  </a:lnTo>
                  <a:lnTo>
                    <a:pt x="3616313" y="1405649"/>
                  </a:lnTo>
                  <a:lnTo>
                    <a:pt x="3617169" y="1442521"/>
                  </a:lnTo>
                  <a:lnTo>
                    <a:pt x="3618024" y="1481537"/>
                  </a:lnTo>
                  <a:lnTo>
                    <a:pt x="3618880" y="1488051"/>
                  </a:lnTo>
                  <a:lnTo>
                    <a:pt x="3619735" y="1451125"/>
                  </a:lnTo>
                  <a:lnTo>
                    <a:pt x="3620591" y="1542066"/>
                  </a:lnTo>
                  <a:lnTo>
                    <a:pt x="3621446" y="1571986"/>
                  </a:lnTo>
                  <a:lnTo>
                    <a:pt x="3622302" y="1473811"/>
                  </a:lnTo>
                  <a:lnTo>
                    <a:pt x="3623157" y="1347954"/>
                  </a:lnTo>
                  <a:lnTo>
                    <a:pt x="3624013" y="1323785"/>
                  </a:lnTo>
                  <a:lnTo>
                    <a:pt x="3624868" y="1369294"/>
                  </a:lnTo>
                  <a:lnTo>
                    <a:pt x="3625724" y="1359022"/>
                  </a:lnTo>
                  <a:lnTo>
                    <a:pt x="3626579" y="1345330"/>
                  </a:lnTo>
                  <a:lnTo>
                    <a:pt x="3627435" y="1407461"/>
                  </a:lnTo>
                  <a:lnTo>
                    <a:pt x="3628290" y="1501172"/>
                  </a:lnTo>
                  <a:lnTo>
                    <a:pt x="3629146" y="1540463"/>
                  </a:lnTo>
                  <a:lnTo>
                    <a:pt x="3630001" y="1492239"/>
                  </a:lnTo>
                  <a:lnTo>
                    <a:pt x="3630857" y="1410084"/>
                  </a:lnTo>
                  <a:lnTo>
                    <a:pt x="3631712" y="1408451"/>
                  </a:lnTo>
                  <a:lnTo>
                    <a:pt x="3632568" y="1391929"/>
                  </a:lnTo>
                  <a:lnTo>
                    <a:pt x="3633424" y="1363862"/>
                  </a:lnTo>
                  <a:lnTo>
                    <a:pt x="3634279" y="1379302"/>
                  </a:lnTo>
                  <a:lnTo>
                    <a:pt x="3635135" y="1451692"/>
                  </a:lnTo>
                  <a:lnTo>
                    <a:pt x="3635990" y="1548799"/>
                  </a:lnTo>
                  <a:lnTo>
                    <a:pt x="3636846" y="1589735"/>
                  </a:lnTo>
                  <a:lnTo>
                    <a:pt x="3637701" y="1667656"/>
                  </a:lnTo>
                  <a:lnTo>
                    <a:pt x="3638557" y="1723321"/>
                  </a:lnTo>
                  <a:lnTo>
                    <a:pt x="3639412" y="1760298"/>
                  </a:lnTo>
                  <a:lnTo>
                    <a:pt x="3640268" y="1773411"/>
                  </a:lnTo>
                  <a:lnTo>
                    <a:pt x="3641123" y="1793310"/>
                  </a:lnTo>
                  <a:lnTo>
                    <a:pt x="3641979" y="1863678"/>
                  </a:lnTo>
                  <a:lnTo>
                    <a:pt x="3642834" y="1922917"/>
                  </a:lnTo>
                  <a:lnTo>
                    <a:pt x="3643690" y="2073408"/>
                  </a:lnTo>
                  <a:lnTo>
                    <a:pt x="3644545" y="2195470"/>
                  </a:lnTo>
                  <a:lnTo>
                    <a:pt x="3645401" y="2273987"/>
                  </a:lnTo>
                  <a:lnTo>
                    <a:pt x="3646256" y="2251273"/>
                  </a:lnTo>
                  <a:lnTo>
                    <a:pt x="3647112" y="2191007"/>
                  </a:lnTo>
                  <a:lnTo>
                    <a:pt x="3647967" y="2258509"/>
                  </a:lnTo>
                  <a:lnTo>
                    <a:pt x="3648823" y="2346022"/>
                  </a:lnTo>
                  <a:lnTo>
                    <a:pt x="3649679" y="2423360"/>
                  </a:lnTo>
                  <a:lnTo>
                    <a:pt x="3650534" y="2375601"/>
                  </a:lnTo>
                  <a:lnTo>
                    <a:pt x="3651390" y="2348829"/>
                  </a:lnTo>
                  <a:lnTo>
                    <a:pt x="3652245" y="2407413"/>
                  </a:lnTo>
                  <a:lnTo>
                    <a:pt x="3653101" y="2379781"/>
                  </a:lnTo>
                  <a:lnTo>
                    <a:pt x="3653956" y="2302249"/>
                  </a:lnTo>
                  <a:lnTo>
                    <a:pt x="3654812" y="2257611"/>
                  </a:lnTo>
                  <a:lnTo>
                    <a:pt x="3655667" y="2344297"/>
                  </a:lnTo>
                  <a:lnTo>
                    <a:pt x="3656523" y="2444079"/>
                  </a:lnTo>
                  <a:lnTo>
                    <a:pt x="3657378" y="2447101"/>
                  </a:lnTo>
                  <a:lnTo>
                    <a:pt x="3658234" y="2394802"/>
                  </a:lnTo>
                  <a:lnTo>
                    <a:pt x="3659089" y="2261758"/>
                  </a:lnTo>
                  <a:lnTo>
                    <a:pt x="3659945" y="2144352"/>
                  </a:lnTo>
                  <a:lnTo>
                    <a:pt x="3660800" y="2065414"/>
                  </a:lnTo>
                  <a:lnTo>
                    <a:pt x="3661656" y="1963814"/>
                  </a:lnTo>
                  <a:lnTo>
                    <a:pt x="3662511" y="1825533"/>
                  </a:lnTo>
                  <a:lnTo>
                    <a:pt x="3663367" y="1713418"/>
                  </a:lnTo>
                  <a:lnTo>
                    <a:pt x="3664223" y="1679499"/>
                  </a:lnTo>
                  <a:lnTo>
                    <a:pt x="3665078" y="1700454"/>
                  </a:lnTo>
                  <a:lnTo>
                    <a:pt x="3665934" y="1736505"/>
                  </a:lnTo>
                  <a:lnTo>
                    <a:pt x="3666789" y="1762975"/>
                  </a:lnTo>
                  <a:lnTo>
                    <a:pt x="3667645" y="1876163"/>
                  </a:lnTo>
                  <a:lnTo>
                    <a:pt x="3668500" y="1968844"/>
                  </a:lnTo>
                  <a:lnTo>
                    <a:pt x="3669356" y="2026387"/>
                  </a:lnTo>
                  <a:lnTo>
                    <a:pt x="3670211" y="2002082"/>
                  </a:lnTo>
                  <a:lnTo>
                    <a:pt x="3671067" y="1933351"/>
                  </a:lnTo>
                  <a:lnTo>
                    <a:pt x="3671922" y="1977379"/>
                  </a:lnTo>
                  <a:lnTo>
                    <a:pt x="3672778" y="2003851"/>
                  </a:lnTo>
                  <a:lnTo>
                    <a:pt x="3673633" y="1963388"/>
                  </a:lnTo>
                  <a:lnTo>
                    <a:pt x="3674489" y="1893635"/>
                  </a:lnTo>
                  <a:lnTo>
                    <a:pt x="3675344" y="1877642"/>
                  </a:lnTo>
                  <a:lnTo>
                    <a:pt x="3676200" y="1911323"/>
                  </a:lnTo>
                  <a:lnTo>
                    <a:pt x="3677055" y="1888071"/>
                  </a:lnTo>
                  <a:lnTo>
                    <a:pt x="3677911" y="1802946"/>
                  </a:lnTo>
                  <a:lnTo>
                    <a:pt x="3678766" y="1769855"/>
                  </a:lnTo>
                  <a:lnTo>
                    <a:pt x="3679622" y="1760320"/>
                  </a:lnTo>
                  <a:lnTo>
                    <a:pt x="3680478" y="1721704"/>
                  </a:lnTo>
                  <a:lnTo>
                    <a:pt x="3681333" y="1643858"/>
                  </a:lnTo>
                  <a:lnTo>
                    <a:pt x="3682189" y="1553344"/>
                  </a:lnTo>
                  <a:lnTo>
                    <a:pt x="3683044" y="1457032"/>
                  </a:lnTo>
                  <a:lnTo>
                    <a:pt x="3683900" y="1386831"/>
                  </a:lnTo>
                  <a:lnTo>
                    <a:pt x="3684755" y="1352618"/>
                  </a:lnTo>
                  <a:lnTo>
                    <a:pt x="3685611" y="1347526"/>
                  </a:lnTo>
                  <a:lnTo>
                    <a:pt x="3686466" y="1352382"/>
                  </a:lnTo>
                  <a:lnTo>
                    <a:pt x="3687322" y="1319051"/>
                  </a:lnTo>
                  <a:lnTo>
                    <a:pt x="3688177" y="1321706"/>
                  </a:lnTo>
                  <a:lnTo>
                    <a:pt x="3689033" y="1332076"/>
                  </a:lnTo>
                  <a:lnTo>
                    <a:pt x="3689888" y="1326846"/>
                  </a:lnTo>
                  <a:lnTo>
                    <a:pt x="3690744" y="1317182"/>
                  </a:lnTo>
                  <a:lnTo>
                    <a:pt x="3691599" y="1314422"/>
                  </a:lnTo>
                  <a:lnTo>
                    <a:pt x="3692455" y="1351414"/>
                  </a:lnTo>
                  <a:lnTo>
                    <a:pt x="3693310" y="1436670"/>
                  </a:lnTo>
                  <a:lnTo>
                    <a:pt x="3694166" y="1481513"/>
                  </a:lnTo>
                  <a:lnTo>
                    <a:pt x="3695021" y="1551179"/>
                  </a:lnTo>
                  <a:lnTo>
                    <a:pt x="3695877" y="1642439"/>
                  </a:lnTo>
                  <a:lnTo>
                    <a:pt x="3696733" y="1778691"/>
                  </a:lnTo>
                  <a:lnTo>
                    <a:pt x="3697588" y="1924382"/>
                  </a:lnTo>
                  <a:lnTo>
                    <a:pt x="3698444" y="2054115"/>
                  </a:lnTo>
                  <a:lnTo>
                    <a:pt x="3699299" y="2219511"/>
                  </a:lnTo>
                  <a:lnTo>
                    <a:pt x="3700155" y="2313875"/>
                  </a:lnTo>
                  <a:lnTo>
                    <a:pt x="3701010" y="2335125"/>
                  </a:lnTo>
                  <a:lnTo>
                    <a:pt x="3701866" y="2275668"/>
                  </a:lnTo>
                  <a:lnTo>
                    <a:pt x="3702721" y="2193601"/>
                  </a:lnTo>
                  <a:lnTo>
                    <a:pt x="3703577" y="2072186"/>
                  </a:lnTo>
                  <a:lnTo>
                    <a:pt x="3704432" y="1959655"/>
                  </a:lnTo>
                  <a:lnTo>
                    <a:pt x="3705288" y="1890797"/>
                  </a:lnTo>
                  <a:lnTo>
                    <a:pt x="3706143" y="1826061"/>
                  </a:lnTo>
                  <a:lnTo>
                    <a:pt x="3706999" y="1800286"/>
                  </a:lnTo>
                  <a:lnTo>
                    <a:pt x="3707854" y="1829248"/>
                  </a:lnTo>
                  <a:lnTo>
                    <a:pt x="3708710" y="1860328"/>
                  </a:lnTo>
                  <a:lnTo>
                    <a:pt x="3709565" y="1936288"/>
                  </a:lnTo>
                  <a:lnTo>
                    <a:pt x="3710421" y="2042909"/>
                  </a:lnTo>
                  <a:lnTo>
                    <a:pt x="3711277" y="2187470"/>
                  </a:lnTo>
                  <a:lnTo>
                    <a:pt x="3712132" y="2208964"/>
                  </a:lnTo>
                  <a:lnTo>
                    <a:pt x="3712988" y="2118580"/>
                  </a:lnTo>
                  <a:lnTo>
                    <a:pt x="3713843" y="2082507"/>
                  </a:lnTo>
                  <a:lnTo>
                    <a:pt x="3714699" y="1979269"/>
                  </a:lnTo>
                  <a:lnTo>
                    <a:pt x="3715554" y="1900344"/>
                  </a:lnTo>
                  <a:lnTo>
                    <a:pt x="3716410" y="1832101"/>
                  </a:lnTo>
                  <a:lnTo>
                    <a:pt x="3717265" y="1855387"/>
                  </a:lnTo>
                  <a:lnTo>
                    <a:pt x="3718121" y="1970783"/>
                  </a:lnTo>
                  <a:lnTo>
                    <a:pt x="3718976" y="1986055"/>
                  </a:lnTo>
                  <a:lnTo>
                    <a:pt x="3719832" y="2028875"/>
                  </a:lnTo>
                  <a:lnTo>
                    <a:pt x="3720687" y="2059788"/>
                  </a:lnTo>
                  <a:lnTo>
                    <a:pt x="3721543" y="2017212"/>
                  </a:lnTo>
                  <a:lnTo>
                    <a:pt x="3722398" y="1947092"/>
                  </a:lnTo>
                  <a:lnTo>
                    <a:pt x="3723254" y="1848370"/>
                  </a:lnTo>
                  <a:lnTo>
                    <a:pt x="3724109" y="1780574"/>
                  </a:lnTo>
                  <a:lnTo>
                    <a:pt x="3724965" y="1658349"/>
                  </a:lnTo>
                  <a:lnTo>
                    <a:pt x="3725820" y="1595460"/>
                  </a:lnTo>
                  <a:lnTo>
                    <a:pt x="3726676" y="1699658"/>
                  </a:lnTo>
                  <a:lnTo>
                    <a:pt x="3727532" y="1809685"/>
                  </a:lnTo>
                  <a:lnTo>
                    <a:pt x="3728387" y="1848702"/>
                  </a:lnTo>
                  <a:lnTo>
                    <a:pt x="3729243" y="1888762"/>
                  </a:lnTo>
                  <a:lnTo>
                    <a:pt x="3730098" y="2023793"/>
                  </a:lnTo>
                  <a:lnTo>
                    <a:pt x="3730954" y="2136507"/>
                  </a:lnTo>
                  <a:lnTo>
                    <a:pt x="3731809" y="2171817"/>
                  </a:lnTo>
                  <a:lnTo>
                    <a:pt x="3732665" y="2232912"/>
                  </a:lnTo>
                  <a:lnTo>
                    <a:pt x="3733520" y="2369324"/>
                  </a:lnTo>
                  <a:lnTo>
                    <a:pt x="3734376" y="2511425"/>
                  </a:lnTo>
                  <a:lnTo>
                    <a:pt x="3735231" y="2602832"/>
                  </a:lnTo>
                  <a:lnTo>
                    <a:pt x="3736087" y="2693581"/>
                  </a:lnTo>
                  <a:lnTo>
                    <a:pt x="3736942" y="2665190"/>
                  </a:lnTo>
                  <a:lnTo>
                    <a:pt x="3737798" y="2570113"/>
                  </a:lnTo>
                  <a:lnTo>
                    <a:pt x="3738653" y="2570506"/>
                  </a:lnTo>
                  <a:lnTo>
                    <a:pt x="3739509" y="2636193"/>
                  </a:lnTo>
                  <a:lnTo>
                    <a:pt x="3740364" y="2702797"/>
                  </a:lnTo>
                  <a:lnTo>
                    <a:pt x="3741220" y="2640651"/>
                  </a:lnTo>
                  <a:lnTo>
                    <a:pt x="3742075" y="2613433"/>
                  </a:lnTo>
                  <a:lnTo>
                    <a:pt x="3742931" y="2627557"/>
                  </a:lnTo>
                  <a:lnTo>
                    <a:pt x="3743787" y="2623229"/>
                  </a:lnTo>
                  <a:lnTo>
                    <a:pt x="3744642" y="2669519"/>
                  </a:lnTo>
                  <a:lnTo>
                    <a:pt x="3745498" y="2629890"/>
                  </a:lnTo>
                  <a:lnTo>
                    <a:pt x="3746353" y="2570133"/>
                  </a:lnTo>
                  <a:lnTo>
                    <a:pt x="3747209" y="2537536"/>
                  </a:lnTo>
                  <a:lnTo>
                    <a:pt x="3748064" y="2585722"/>
                  </a:lnTo>
                  <a:lnTo>
                    <a:pt x="3748920" y="2542305"/>
                  </a:lnTo>
                  <a:lnTo>
                    <a:pt x="3749775" y="2341428"/>
                  </a:lnTo>
                  <a:lnTo>
                    <a:pt x="3750631" y="2267462"/>
                  </a:lnTo>
                  <a:lnTo>
                    <a:pt x="3751486" y="2404682"/>
                  </a:lnTo>
                  <a:lnTo>
                    <a:pt x="3752342" y="2543663"/>
                  </a:lnTo>
                  <a:lnTo>
                    <a:pt x="3753197" y="2575200"/>
                  </a:lnTo>
                  <a:lnTo>
                    <a:pt x="3754053" y="2642901"/>
                  </a:lnTo>
                  <a:lnTo>
                    <a:pt x="3754908" y="2714253"/>
                  </a:lnTo>
                  <a:lnTo>
                    <a:pt x="3755764" y="2753014"/>
                  </a:lnTo>
                  <a:lnTo>
                    <a:pt x="3756619" y="2734118"/>
                  </a:lnTo>
                  <a:lnTo>
                    <a:pt x="3757475" y="2715684"/>
                  </a:lnTo>
                  <a:lnTo>
                    <a:pt x="3758331" y="2664567"/>
                  </a:lnTo>
                  <a:lnTo>
                    <a:pt x="3759186" y="2648272"/>
                  </a:lnTo>
                  <a:lnTo>
                    <a:pt x="3760042" y="2742801"/>
                  </a:lnTo>
                  <a:lnTo>
                    <a:pt x="3760897" y="2740020"/>
                  </a:lnTo>
                  <a:lnTo>
                    <a:pt x="3761753" y="2579379"/>
                  </a:lnTo>
                  <a:lnTo>
                    <a:pt x="3762608" y="2418611"/>
                  </a:lnTo>
                  <a:lnTo>
                    <a:pt x="3763464" y="2395399"/>
                  </a:lnTo>
                  <a:lnTo>
                    <a:pt x="3764319" y="2357891"/>
                  </a:lnTo>
                  <a:lnTo>
                    <a:pt x="3765175" y="2234741"/>
                  </a:lnTo>
                  <a:lnTo>
                    <a:pt x="3766030" y="2184054"/>
                  </a:lnTo>
                  <a:lnTo>
                    <a:pt x="3766886" y="2338508"/>
                  </a:lnTo>
                  <a:lnTo>
                    <a:pt x="3767741" y="2453762"/>
                  </a:lnTo>
                  <a:lnTo>
                    <a:pt x="3768597" y="2522092"/>
                  </a:lnTo>
                  <a:lnTo>
                    <a:pt x="3769452" y="2623730"/>
                  </a:lnTo>
                  <a:lnTo>
                    <a:pt x="3770308" y="2713792"/>
                  </a:lnTo>
                  <a:lnTo>
                    <a:pt x="3771163" y="2800249"/>
                  </a:lnTo>
                  <a:lnTo>
                    <a:pt x="3772019" y="2795522"/>
                  </a:lnTo>
                  <a:lnTo>
                    <a:pt x="3772874" y="2896596"/>
                  </a:lnTo>
                  <a:lnTo>
                    <a:pt x="3773730" y="2936446"/>
                  </a:lnTo>
                  <a:lnTo>
                    <a:pt x="3774586" y="2876248"/>
                  </a:lnTo>
                  <a:lnTo>
                    <a:pt x="3775441" y="2891142"/>
                  </a:lnTo>
                  <a:lnTo>
                    <a:pt x="3776297" y="2926179"/>
                  </a:lnTo>
                  <a:lnTo>
                    <a:pt x="3777152" y="2902887"/>
                  </a:lnTo>
                  <a:lnTo>
                    <a:pt x="3778008" y="2828042"/>
                  </a:lnTo>
                  <a:lnTo>
                    <a:pt x="3778863" y="2796160"/>
                  </a:lnTo>
                  <a:lnTo>
                    <a:pt x="3779719" y="2795899"/>
                  </a:lnTo>
                  <a:lnTo>
                    <a:pt x="3780574" y="2789687"/>
                  </a:lnTo>
                  <a:lnTo>
                    <a:pt x="3781430" y="2831599"/>
                  </a:lnTo>
                  <a:lnTo>
                    <a:pt x="3782285" y="2894389"/>
                  </a:lnTo>
                  <a:lnTo>
                    <a:pt x="3783141" y="2905765"/>
                  </a:lnTo>
                  <a:lnTo>
                    <a:pt x="3783996" y="2900743"/>
                  </a:lnTo>
                  <a:lnTo>
                    <a:pt x="3784852" y="2880295"/>
                  </a:lnTo>
                  <a:lnTo>
                    <a:pt x="3785707" y="2816994"/>
                  </a:lnTo>
                  <a:lnTo>
                    <a:pt x="3786563" y="2755020"/>
                  </a:lnTo>
                  <a:lnTo>
                    <a:pt x="3787418" y="2732175"/>
                  </a:lnTo>
                  <a:lnTo>
                    <a:pt x="3788274" y="2765972"/>
                  </a:lnTo>
                  <a:lnTo>
                    <a:pt x="3789129" y="2855102"/>
                  </a:lnTo>
                  <a:lnTo>
                    <a:pt x="3789985" y="2939782"/>
                  </a:lnTo>
                  <a:lnTo>
                    <a:pt x="3790841" y="3015965"/>
                  </a:lnTo>
                  <a:lnTo>
                    <a:pt x="3791696" y="2992097"/>
                  </a:lnTo>
                  <a:lnTo>
                    <a:pt x="3792552" y="2907709"/>
                  </a:lnTo>
                  <a:lnTo>
                    <a:pt x="3793407" y="2783710"/>
                  </a:lnTo>
                  <a:lnTo>
                    <a:pt x="3794263" y="2758880"/>
                  </a:lnTo>
                  <a:lnTo>
                    <a:pt x="3795118" y="2760014"/>
                  </a:lnTo>
                  <a:lnTo>
                    <a:pt x="3795974" y="2753506"/>
                  </a:lnTo>
                  <a:lnTo>
                    <a:pt x="3796829" y="2736899"/>
                  </a:lnTo>
                  <a:lnTo>
                    <a:pt x="3797685" y="2821872"/>
                  </a:lnTo>
                  <a:lnTo>
                    <a:pt x="3798540" y="2946382"/>
                  </a:lnTo>
                  <a:lnTo>
                    <a:pt x="3799396" y="2906998"/>
                  </a:lnTo>
                  <a:lnTo>
                    <a:pt x="3800251" y="2883225"/>
                  </a:lnTo>
                  <a:lnTo>
                    <a:pt x="3801107" y="2920829"/>
                  </a:lnTo>
                  <a:lnTo>
                    <a:pt x="3801962" y="3003968"/>
                  </a:lnTo>
                  <a:lnTo>
                    <a:pt x="3802818" y="3011470"/>
                  </a:lnTo>
                  <a:lnTo>
                    <a:pt x="3803673" y="3010816"/>
                  </a:lnTo>
                  <a:lnTo>
                    <a:pt x="3804529" y="3063404"/>
                  </a:lnTo>
                  <a:lnTo>
                    <a:pt x="3805384" y="3061785"/>
                  </a:lnTo>
                  <a:lnTo>
                    <a:pt x="3806240" y="3035990"/>
                  </a:lnTo>
                  <a:lnTo>
                    <a:pt x="3807096" y="3029821"/>
                  </a:lnTo>
                  <a:lnTo>
                    <a:pt x="3807951" y="3027172"/>
                  </a:lnTo>
                  <a:lnTo>
                    <a:pt x="3808807" y="3029250"/>
                  </a:lnTo>
                  <a:lnTo>
                    <a:pt x="3809662" y="3022167"/>
                  </a:lnTo>
                  <a:lnTo>
                    <a:pt x="3810518" y="3047383"/>
                  </a:lnTo>
                  <a:lnTo>
                    <a:pt x="3811373" y="3087092"/>
                  </a:lnTo>
                  <a:lnTo>
                    <a:pt x="3812229" y="3114743"/>
                  </a:lnTo>
                  <a:lnTo>
                    <a:pt x="3813084" y="3116972"/>
                  </a:lnTo>
                  <a:lnTo>
                    <a:pt x="3813940" y="3116972"/>
                  </a:lnTo>
                  <a:lnTo>
                    <a:pt x="3814795" y="3116972"/>
                  </a:lnTo>
                  <a:lnTo>
                    <a:pt x="3815651" y="3116972"/>
                  </a:lnTo>
                  <a:lnTo>
                    <a:pt x="3816506" y="3116972"/>
                  </a:lnTo>
                  <a:lnTo>
                    <a:pt x="3817362" y="3116972"/>
                  </a:lnTo>
                  <a:lnTo>
                    <a:pt x="3818217" y="3116972"/>
                  </a:lnTo>
                  <a:lnTo>
                    <a:pt x="3819073" y="3116618"/>
                  </a:lnTo>
                  <a:lnTo>
                    <a:pt x="3819928" y="3103972"/>
                  </a:lnTo>
                  <a:lnTo>
                    <a:pt x="3820784" y="3093433"/>
                  </a:lnTo>
                  <a:lnTo>
                    <a:pt x="3821640" y="3076520"/>
                  </a:lnTo>
                  <a:lnTo>
                    <a:pt x="3822495" y="3073285"/>
                  </a:lnTo>
                  <a:lnTo>
                    <a:pt x="3823351" y="3089645"/>
                  </a:lnTo>
                  <a:lnTo>
                    <a:pt x="3824206" y="3091386"/>
                  </a:lnTo>
                  <a:lnTo>
                    <a:pt x="3825062" y="3057121"/>
                  </a:lnTo>
                  <a:lnTo>
                    <a:pt x="3825917" y="2987450"/>
                  </a:lnTo>
                  <a:lnTo>
                    <a:pt x="3826773" y="2965759"/>
                  </a:lnTo>
                  <a:lnTo>
                    <a:pt x="3827628" y="2979712"/>
                  </a:lnTo>
                  <a:lnTo>
                    <a:pt x="3828484" y="2966721"/>
                  </a:lnTo>
                  <a:lnTo>
                    <a:pt x="3829339" y="2890484"/>
                  </a:lnTo>
                  <a:lnTo>
                    <a:pt x="3830195" y="2860259"/>
                  </a:lnTo>
                  <a:lnTo>
                    <a:pt x="3831050" y="2927612"/>
                  </a:lnTo>
                  <a:lnTo>
                    <a:pt x="3831906" y="2977222"/>
                  </a:lnTo>
                  <a:lnTo>
                    <a:pt x="3832761" y="3005088"/>
                  </a:lnTo>
                  <a:lnTo>
                    <a:pt x="3833617" y="3007917"/>
                  </a:lnTo>
                  <a:lnTo>
                    <a:pt x="3834472" y="3033719"/>
                  </a:lnTo>
                  <a:lnTo>
                    <a:pt x="3835328" y="3096711"/>
                  </a:lnTo>
                  <a:lnTo>
                    <a:pt x="3836183" y="3094365"/>
                  </a:lnTo>
                  <a:lnTo>
                    <a:pt x="3837039" y="3010675"/>
                  </a:lnTo>
                  <a:lnTo>
                    <a:pt x="3837895" y="2938782"/>
                  </a:lnTo>
                  <a:lnTo>
                    <a:pt x="3838750" y="2961443"/>
                  </a:lnTo>
                  <a:lnTo>
                    <a:pt x="3839606" y="2999868"/>
                  </a:lnTo>
                  <a:lnTo>
                    <a:pt x="3840461" y="2974623"/>
                  </a:lnTo>
                  <a:lnTo>
                    <a:pt x="3841317" y="2976968"/>
                  </a:lnTo>
                  <a:lnTo>
                    <a:pt x="3842172" y="3051540"/>
                  </a:lnTo>
                  <a:lnTo>
                    <a:pt x="3843028" y="3095566"/>
                  </a:lnTo>
                  <a:lnTo>
                    <a:pt x="3843883" y="3081376"/>
                  </a:lnTo>
                  <a:lnTo>
                    <a:pt x="3844739" y="3071586"/>
                  </a:lnTo>
                  <a:lnTo>
                    <a:pt x="3845594" y="3063993"/>
                  </a:lnTo>
                  <a:lnTo>
                    <a:pt x="3846450" y="3017333"/>
                  </a:lnTo>
                  <a:lnTo>
                    <a:pt x="3847305" y="3019382"/>
                  </a:lnTo>
                  <a:lnTo>
                    <a:pt x="3848161" y="3066787"/>
                  </a:lnTo>
                  <a:lnTo>
                    <a:pt x="3849016" y="3086038"/>
                  </a:lnTo>
                  <a:lnTo>
                    <a:pt x="3849872" y="3051139"/>
                  </a:lnTo>
                  <a:lnTo>
                    <a:pt x="3850727" y="3049564"/>
                  </a:lnTo>
                  <a:lnTo>
                    <a:pt x="3851583" y="2996989"/>
                  </a:lnTo>
                  <a:lnTo>
                    <a:pt x="3852438" y="2880002"/>
                  </a:lnTo>
                  <a:lnTo>
                    <a:pt x="3853294" y="2836186"/>
                  </a:lnTo>
                  <a:lnTo>
                    <a:pt x="3854150" y="2832882"/>
                  </a:lnTo>
                  <a:lnTo>
                    <a:pt x="3855005" y="2879882"/>
                  </a:lnTo>
                  <a:lnTo>
                    <a:pt x="3855861" y="2904185"/>
                  </a:lnTo>
                  <a:lnTo>
                    <a:pt x="3856716" y="3024438"/>
                  </a:lnTo>
                  <a:lnTo>
                    <a:pt x="3857572" y="3116972"/>
                  </a:lnTo>
                  <a:lnTo>
                    <a:pt x="3858427" y="3116972"/>
                  </a:lnTo>
                  <a:lnTo>
                    <a:pt x="3859283" y="3116972"/>
                  </a:lnTo>
                  <a:lnTo>
                    <a:pt x="3860138" y="3116972"/>
                  </a:lnTo>
                  <a:lnTo>
                    <a:pt x="3860994" y="3116972"/>
                  </a:lnTo>
                  <a:lnTo>
                    <a:pt x="3861849" y="3116972"/>
                  </a:lnTo>
                  <a:lnTo>
                    <a:pt x="3862705" y="3116972"/>
                  </a:lnTo>
                  <a:lnTo>
                    <a:pt x="3863560" y="3116972"/>
                  </a:lnTo>
                  <a:lnTo>
                    <a:pt x="3864416" y="3116972"/>
                  </a:lnTo>
                  <a:lnTo>
                    <a:pt x="3865271" y="3116972"/>
                  </a:lnTo>
                  <a:lnTo>
                    <a:pt x="3866127" y="3116972"/>
                  </a:lnTo>
                  <a:lnTo>
                    <a:pt x="3866982" y="3116972"/>
                  </a:lnTo>
                  <a:lnTo>
                    <a:pt x="3867838" y="3113937"/>
                  </a:lnTo>
                  <a:lnTo>
                    <a:pt x="3868694" y="3005776"/>
                  </a:lnTo>
                  <a:lnTo>
                    <a:pt x="3869549" y="2944928"/>
                  </a:lnTo>
                  <a:lnTo>
                    <a:pt x="3870405" y="2976280"/>
                  </a:lnTo>
                  <a:lnTo>
                    <a:pt x="3871260" y="3025891"/>
                  </a:lnTo>
                  <a:lnTo>
                    <a:pt x="3872116" y="3073817"/>
                  </a:lnTo>
                  <a:lnTo>
                    <a:pt x="3872971" y="3103771"/>
                  </a:lnTo>
                  <a:lnTo>
                    <a:pt x="3873827" y="3078925"/>
                  </a:lnTo>
                  <a:lnTo>
                    <a:pt x="3874682" y="3102245"/>
                  </a:lnTo>
                  <a:lnTo>
                    <a:pt x="3875538" y="3102902"/>
                  </a:lnTo>
                  <a:lnTo>
                    <a:pt x="3876393" y="3045057"/>
                  </a:lnTo>
                  <a:lnTo>
                    <a:pt x="3877249" y="2979068"/>
                  </a:lnTo>
                  <a:lnTo>
                    <a:pt x="3878104" y="2935722"/>
                  </a:lnTo>
                  <a:lnTo>
                    <a:pt x="3878960" y="2999031"/>
                  </a:lnTo>
                  <a:lnTo>
                    <a:pt x="3879815" y="3057168"/>
                  </a:lnTo>
                  <a:lnTo>
                    <a:pt x="3880671" y="3077738"/>
                  </a:lnTo>
                  <a:lnTo>
                    <a:pt x="3881526" y="3116972"/>
                  </a:lnTo>
                  <a:lnTo>
                    <a:pt x="3882382" y="3112824"/>
                  </a:lnTo>
                  <a:lnTo>
                    <a:pt x="3883237" y="3060150"/>
                  </a:lnTo>
                  <a:lnTo>
                    <a:pt x="3884093" y="3053251"/>
                  </a:lnTo>
                  <a:lnTo>
                    <a:pt x="3884949" y="3045385"/>
                  </a:lnTo>
                  <a:lnTo>
                    <a:pt x="3885804" y="3024164"/>
                  </a:lnTo>
                  <a:lnTo>
                    <a:pt x="3886660" y="3030536"/>
                  </a:lnTo>
                  <a:lnTo>
                    <a:pt x="3887515" y="3091708"/>
                  </a:lnTo>
                  <a:lnTo>
                    <a:pt x="3888371" y="3114416"/>
                  </a:lnTo>
                  <a:lnTo>
                    <a:pt x="3889226" y="3070981"/>
                  </a:lnTo>
                  <a:lnTo>
                    <a:pt x="3890082" y="3073323"/>
                  </a:lnTo>
                  <a:lnTo>
                    <a:pt x="3890937" y="3075451"/>
                  </a:lnTo>
                  <a:lnTo>
                    <a:pt x="3891793" y="3043764"/>
                  </a:lnTo>
                  <a:lnTo>
                    <a:pt x="3892648" y="3015334"/>
                  </a:lnTo>
                  <a:lnTo>
                    <a:pt x="3893504" y="3014517"/>
                  </a:lnTo>
                  <a:lnTo>
                    <a:pt x="3894359" y="3047319"/>
                  </a:lnTo>
                  <a:lnTo>
                    <a:pt x="3895215" y="3037122"/>
                  </a:lnTo>
                  <a:lnTo>
                    <a:pt x="3896070" y="3023843"/>
                  </a:lnTo>
                  <a:lnTo>
                    <a:pt x="3896926" y="3044157"/>
                  </a:lnTo>
                  <a:lnTo>
                    <a:pt x="3897781" y="3063573"/>
                  </a:lnTo>
                  <a:lnTo>
                    <a:pt x="3898637" y="3116972"/>
                  </a:lnTo>
                  <a:lnTo>
                    <a:pt x="3899492" y="3116972"/>
                  </a:lnTo>
                  <a:lnTo>
                    <a:pt x="3900348" y="3116972"/>
                  </a:lnTo>
                  <a:lnTo>
                    <a:pt x="3901204" y="3116972"/>
                  </a:lnTo>
                  <a:lnTo>
                    <a:pt x="3902059" y="3116972"/>
                  </a:lnTo>
                  <a:lnTo>
                    <a:pt x="3902915" y="3116972"/>
                  </a:lnTo>
                  <a:lnTo>
                    <a:pt x="3903770" y="3116972"/>
                  </a:lnTo>
                  <a:lnTo>
                    <a:pt x="3904626" y="3088536"/>
                  </a:lnTo>
                  <a:lnTo>
                    <a:pt x="3905481" y="3002566"/>
                  </a:lnTo>
                  <a:lnTo>
                    <a:pt x="3906337" y="2951098"/>
                  </a:lnTo>
                  <a:lnTo>
                    <a:pt x="3907192" y="2917564"/>
                  </a:lnTo>
                  <a:lnTo>
                    <a:pt x="3908048" y="2854101"/>
                  </a:lnTo>
                  <a:lnTo>
                    <a:pt x="3908903" y="2850225"/>
                  </a:lnTo>
                  <a:lnTo>
                    <a:pt x="3909759" y="2844650"/>
                  </a:lnTo>
                  <a:lnTo>
                    <a:pt x="3910614" y="2846816"/>
                  </a:lnTo>
                  <a:lnTo>
                    <a:pt x="3911470" y="2874513"/>
                  </a:lnTo>
                  <a:lnTo>
                    <a:pt x="3912325" y="2903190"/>
                  </a:lnTo>
                  <a:lnTo>
                    <a:pt x="3913181" y="2980298"/>
                  </a:lnTo>
                  <a:lnTo>
                    <a:pt x="3914036" y="3089691"/>
                  </a:lnTo>
                  <a:lnTo>
                    <a:pt x="3914892" y="3116972"/>
                  </a:lnTo>
                  <a:lnTo>
                    <a:pt x="3915748" y="3116972"/>
                  </a:lnTo>
                  <a:lnTo>
                    <a:pt x="3916603" y="3116972"/>
                  </a:lnTo>
                  <a:lnTo>
                    <a:pt x="3917459" y="3084791"/>
                  </a:lnTo>
                  <a:lnTo>
                    <a:pt x="3918314" y="2967318"/>
                  </a:lnTo>
                  <a:lnTo>
                    <a:pt x="3919170" y="2839429"/>
                  </a:lnTo>
                  <a:lnTo>
                    <a:pt x="3920025" y="2796725"/>
                  </a:lnTo>
                  <a:lnTo>
                    <a:pt x="3920881" y="2837499"/>
                  </a:lnTo>
                  <a:lnTo>
                    <a:pt x="3921736" y="2851921"/>
                  </a:lnTo>
                  <a:lnTo>
                    <a:pt x="3922592" y="2904992"/>
                  </a:lnTo>
                  <a:lnTo>
                    <a:pt x="3923447" y="3005518"/>
                  </a:lnTo>
                  <a:lnTo>
                    <a:pt x="3924303" y="3087451"/>
                  </a:lnTo>
                  <a:lnTo>
                    <a:pt x="3925158" y="3116972"/>
                  </a:lnTo>
                  <a:lnTo>
                    <a:pt x="3926014" y="3050679"/>
                  </a:lnTo>
                  <a:lnTo>
                    <a:pt x="3926869" y="3019505"/>
                  </a:lnTo>
                  <a:lnTo>
                    <a:pt x="3927725" y="2996998"/>
                  </a:lnTo>
                  <a:lnTo>
                    <a:pt x="3928580" y="2965954"/>
                  </a:lnTo>
                  <a:lnTo>
                    <a:pt x="3929436" y="2922237"/>
                  </a:lnTo>
                  <a:lnTo>
                    <a:pt x="3930291" y="2899945"/>
                  </a:lnTo>
                  <a:lnTo>
                    <a:pt x="3931147" y="2928854"/>
                  </a:lnTo>
                  <a:lnTo>
                    <a:pt x="3932003" y="2973657"/>
                  </a:lnTo>
                  <a:lnTo>
                    <a:pt x="3932858" y="3002389"/>
                  </a:lnTo>
                  <a:lnTo>
                    <a:pt x="3933714" y="2952816"/>
                  </a:lnTo>
                  <a:lnTo>
                    <a:pt x="3934569" y="2921307"/>
                  </a:lnTo>
                  <a:lnTo>
                    <a:pt x="3935425" y="2882403"/>
                  </a:lnTo>
                  <a:lnTo>
                    <a:pt x="3936280" y="2821762"/>
                  </a:lnTo>
                  <a:lnTo>
                    <a:pt x="3937136" y="2777642"/>
                  </a:lnTo>
                  <a:lnTo>
                    <a:pt x="3937991" y="2781970"/>
                  </a:lnTo>
                  <a:lnTo>
                    <a:pt x="3938847" y="2857347"/>
                  </a:lnTo>
                  <a:lnTo>
                    <a:pt x="3939702" y="2884267"/>
                  </a:lnTo>
                  <a:lnTo>
                    <a:pt x="3940558" y="2917535"/>
                  </a:lnTo>
                  <a:lnTo>
                    <a:pt x="3941413" y="2967001"/>
                  </a:lnTo>
                  <a:lnTo>
                    <a:pt x="3942269" y="2978480"/>
                  </a:lnTo>
                  <a:lnTo>
                    <a:pt x="3943124" y="2954184"/>
                  </a:lnTo>
                  <a:lnTo>
                    <a:pt x="3943980" y="2952723"/>
                  </a:lnTo>
                  <a:lnTo>
                    <a:pt x="3944835" y="2940381"/>
                  </a:lnTo>
                  <a:lnTo>
                    <a:pt x="3945691" y="2900085"/>
                  </a:lnTo>
                  <a:lnTo>
                    <a:pt x="3946546" y="2918031"/>
                  </a:lnTo>
                  <a:lnTo>
                    <a:pt x="3947402" y="2978410"/>
                  </a:lnTo>
                  <a:lnTo>
                    <a:pt x="3948258" y="3032853"/>
                  </a:lnTo>
                  <a:lnTo>
                    <a:pt x="3949113" y="3032081"/>
                  </a:lnTo>
                  <a:lnTo>
                    <a:pt x="3949969" y="3062528"/>
                  </a:lnTo>
                  <a:lnTo>
                    <a:pt x="3950824" y="3116972"/>
                  </a:lnTo>
                  <a:lnTo>
                    <a:pt x="3951680" y="3116972"/>
                  </a:lnTo>
                  <a:lnTo>
                    <a:pt x="3952535" y="3116972"/>
                  </a:lnTo>
                  <a:lnTo>
                    <a:pt x="3953391" y="3116972"/>
                  </a:lnTo>
                  <a:lnTo>
                    <a:pt x="3954246" y="3116972"/>
                  </a:lnTo>
                  <a:lnTo>
                    <a:pt x="3955102" y="3116972"/>
                  </a:lnTo>
                  <a:lnTo>
                    <a:pt x="3955957" y="3116972"/>
                  </a:lnTo>
                  <a:lnTo>
                    <a:pt x="3956813" y="3116972"/>
                  </a:lnTo>
                  <a:lnTo>
                    <a:pt x="3957668" y="3116972"/>
                  </a:lnTo>
                  <a:lnTo>
                    <a:pt x="3958524" y="3116972"/>
                  </a:lnTo>
                  <a:lnTo>
                    <a:pt x="3959379" y="3116972"/>
                  </a:lnTo>
                  <a:lnTo>
                    <a:pt x="3960235" y="3116972"/>
                  </a:lnTo>
                  <a:lnTo>
                    <a:pt x="3961090" y="3116972"/>
                  </a:lnTo>
                  <a:lnTo>
                    <a:pt x="3961946" y="3116972"/>
                  </a:lnTo>
                  <a:lnTo>
                    <a:pt x="3962802" y="3116972"/>
                  </a:lnTo>
                  <a:lnTo>
                    <a:pt x="3963657" y="3116972"/>
                  </a:lnTo>
                  <a:lnTo>
                    <a:pt x="3964513" y="3116972"/>
                  </a:lnTo>
                  <a:lnTo>
                    <a:pt x="3965368" y="3116972"/>
                  </a:lnTo>
                  <a:lnTo>
                    <a:pt x="3966224" y="3116972"/>
                  </a:lnTo>
                  <a:lnTo>
                    <a:pt x="3967079" y="3116972"/>
                  </a:lnTo>
                  <a:lnTo>
                    <a:pt x="3967935" y="3094174"/>
                  </a:lnTo>
                  <a:lnTo>
                    <a:pt x="3968790" y="3083160"/>
                  </a:lnTo>
                  <a:lnTo>
                    <a:pt x="3969646" y="3080450"/>
                  </a:lnTo>
                  <a:lnTo>
                    <a:pt x="3970501" y="3080451"/>
                  </a:lnTo>
                  <a:lnTo>
                    <a:pt x="3971357" y="3080451"/>
                  </a:lnTo>
                  <a:lnTo>
                    <a:pt x="3972212" y="3080452"/>
                  </a:lnTo>
                  <a:lnTo>
                    <a:pt x="3973068" y="3103907"/>
                  </a:lnTo>
                  <a:lnTo>
                    <a:pt x="3973923" y="3116972"/>
                  </a:lnTo>
                  <a:lnTo>
                    <a:pt x="3974779" y="3116626"/>
                  </a:lnTo>
                  <a:lnTo>
                    <a:pt x="3975634" y="3116627"/>
                  </a:lnTo>
                  <a:lnTo>
                    <a:pt x="3976490" y="3116494"/>
                  </a:lnTo>
                  <a:lnTo>
                    <a:pt x="3977345" y="3061463"/>
                  </a:lnTo>
                  <a:lnTo>
                    <a:pt x="3978201" y="2971185"/>
                  </a:lnTo>
                  <a:lnTo>
                    <a:pt x="3979057" y="2899237"/>
                  </a:lnTo>
                  <a:lnTo>
                    <a:pt x="3979912" y="2861851"/>
                  </a:lnTo>
                  <a:lnTo>
                    <a:pt x="3980768" y="2861852"/>
                  </a:lnTo>
                  <a:lnTo>
                    <a:pt x="3981623" y="2861987"/>
                  </a:lnTo>
                  <a:lnTo>
                    <a:pt x="3982479" y="2917019"/>
                  </a:lnTo>
                  <a:lnTo>
                    <a:pt x="3983334" y="2988934"/>
                  </a:lnTo>
                  <a:lnTo>
                    <a:pt x="3984190" y="3034201"/>
                  </a:lnTo>
                  <a:lnTo>
                    <a:pt x="3985045" y="3066996"/>
                  </a:lnTo>
                  <a:lnTo>
                    <a:pt x="3985901" y="3044444"/>
                  </a:lnTo>
                  <a:lnTo>
                    <a:pt x="3986756" y="3033781"/>
                  </a:lnTo>
                  <a:lnTo>
                    <a:pt x="3987612" y="3034441"/>
                  </a:lnTo>
                  <a:lnTo>
                    <a:pt x="3988467" y="3037830"/>
                  </a:lnTo>
                  <a:lnTo>
                    <a:pt x="3989323" y="3056056"/>
                  </a:lnTo>
                  <a:lnTo>
                    <a:pt x="3990178" y="3066104"/>
                  </a:lnTo>
                  <a:lnTo>
                    <a:pt x="3991034" y="3088655"/>
                  </a:lnTo>
                  <a:lnTo>
                    <a:pt x="3991889" y="3099319"/>
                  </a:lnTo>
                  <a:lnTo>
                    <a:pt x="3992745" y="3098660"/>
                  </a:lnTo>
                  <a:lnTo>
                    <a:pt x="3993600" y="3095270"/>
                  </a:lnTo>
                  <a:lnTo>
                    <a:pt x="3994456" y="3077044"/>
                  </a:lnTo>
                  <a:lnTo>
                    <a:pt x="3995312" y="3036227"/>
                  </a:lnTo>
                  <a:lnTo>
                    <a:pt x="3996167" y="3001103"/>
                  </a:lnTo>
                  <a:lnTo>
                    <a:pt x="3997023" y="3027932"/>
                  </a:lnTo>
                  <a:lnTo>
                    <a:pt x="3997878" y="3029866"/>
                  </a:lnTo>
                  <a:lnTo>
                    <a:pt x="3998734" y="2986643"/>
                  </a:lnTo>
                  <a:lnTo>
                    <a:pt x="3999589" y="2945068"/>
                  </a:lnTo>
                  <a:lnTo>
                    <a:pt x="4000445" y="2942657"/>
                  </a:lnTo>
                  <a:lnTo>
                    <a:pt x="4001300" y="2946693"/>
                  </a:lnTo>
                  <a:lnTo>
                    <a:pt x="4002156" y="2897910"/>
                  </a:lnTo>
                  <a:lnTo>
                    <a:pt x="4003011" y="2890182"/>
                  </a:lnTo>
                  <a:lnTo>
                    <a:pt x="4003867" y="2933406"/>
                  </a:lnTo>
                  <a:lnTo>
                    <a:pt x="4004722" y="2993217"/>
                  </a:lnTo>
                  <a:lnTo>
                    <a:pt x="4005578" y="3104808"/>
                  </a:lnTo>
                  <a:lnTo>
                    <a:pt x="4006433" y="3116972"/>
                  </a:lnTo>
                  <a:lnTo>
                    <a:pt x="4007289" y="3116972"/>
                  </a:lnTo>
                  <a:lnTo>
                    <a:pt x="4008144" y="3116972"/>
                  </a:lnTo>
                  <a:lnTo>
                    <a:pt x="4009000" y="3116972"/>
                  </a:lnTo>
                  <a:lnTo>
                    <a:pt x="4009855" y="3116972"/>
                  </a:lnTo>
                  <a:lnTo>
                    <a:pt x="4010711" y="3116972"/>
                  </a:lnTo>
                  <a:lnTo>
                    <a:pt x="4011567" y="3116972"/>
                  </a:lnTo>
                  <a:lnTo>
                    <a:pt x="4012422" y="3116972"/>
                  </a:lnTo>
                  <a:lnTo>
                    <a:pt x="4013278" y="3116972"/>
                  </a:lnTo>
                  <a:lnTo>
                    <a:pt x="4014133" y="3116972"/>
                  </a:lnTo>
                  <a:lnTo>
                    <a:pt x="4014989" y="3116972"/>
                  </a:lnTo>
                  <a:lnTo>
                    <a:pt x="4015844" y="3093449"/>
                  </a:lnTo>
                  <a:lnTo>
                    <a:pt x="4016700" y="3031657"/>
                  </a:lnTo>
                  <a:lnTo>
                    <a:pt x="4017555" y="2992974"/>
                  </a:lnTo>
                  <a:lnTo>
                    <a:pt x="4018411" y="2995270"/>
                  </a:lnTo>
                  <a:lnTo>
                    <a:pt x="4019266" y="3037438"/>
                  </a:lnTo>
                  <a:lnTo>
                    <a:pt x="4020122" y="3015922"/>
                  </a:lnTo>
                  <a:lnTo>
                    <a:pt x="4020977" y="3002051"/>
                  </a:lnTo>
                  <a:lnTo>
                    <a:pt x="4021833" y="3015110"/>
                  </a:lnTo>
                  <a:lnTo>
                    <a:pt x="4022688" y="3045418"/>
                  </a:lnTo>
                  <a:lnTo>
                    <a:pt x="4023544" y="3092337"/>
                  </a:lnTo>
                  <a:lnTo>
                    <a:pt x="4024399" y="3068782"/>
                  </a:lnTo>
                  <a:lnTo>
                    <a:pt x="4025255" y="3024288"/>
                  </a:lnTo>
                  <a:lnTo>
                    <a:pt x="4026111" y="3059080"/>
                  </a:lnTo>
                  <a:lnTo>
                    <a:pt x="4026966" y="3116132"/>
                  </a:lnTo>
                  <a:lnTo>
                    <a:pt x="4027822" y="3107099"/>
                  </a:lnTo>
                  <a:lnTo>
                    <a:pt x="4028677" y="3072782"/>
                  </a:lnTo>
                  <a:lnTo>
                    <a:pt x="4029533" y="3066386"/>
                  </a:lnTo>
                  <a:lnTo>
                    <a:pt x="4030388" y="3098649"/>
                  </a:lnTo>
                  <a:lnTo>
                    <a:pt x="4031244" y="3086000"/>
                  </a:lnTo>
                  <a:lnTo>
                    <a:pt x="4032099" y="3034355"/>
                  </a:lnTo>
                  <a:lnTo>
                    <a:pt x="4032955" y="3007831"/>
                  </a:lnTo>
                  <a:lnTo>
                    <a:pt x="4033810" y="2947191"/>
                  </a:lnTo>
                  <a:lnTo>
                    <a:pt x="4034666" y="2923375"/>
                  </a:lnTo>
                  <a:lnTo>
                    <a:pt x="4035521" y="2938124"/>
                  </a:lnTo>
                  <a:lnTo>
                    <a:pt x="4036377" y="2955187"/>
                  </a:lnTo>
                  <a:lnTo>
                    <a:pt x="4037232" y="2988925"/>
                  </a:lnTo>
                  <a:lnTo>
                    <a:pt x="4038088" y="3008555"/>
                  </a:lnTo>
                  <a:lnTo>
                    <a:pt x="4038943" y="3022805"/>
                  </a:lnTo>
                  <a:lnTo>
                    <a:pt x="4039799" y="2979452"/>
                  </a:lnTo>
                  <a:lnTo>
                    <a:pt x="4040654" y="2947128"/>
                  </a:lnTo>
                  <a:lnTo>
                    <a:pt x="4041510" y="2927302"/>
                  </a:lnTo>
                  <a:lnTo>
                    <a:pt x="4042366" y="2923930"/>
                  </a:lnTo>
                  <a:lnTo>
                    <a:pt x="4043221" y="2920949"/>
                  </a:lnTo>
                  <a:lnTo>
                    <a:pt x="4044077" y="2954737"/>
                  </a:lnTo>
                  <a:lnTo>
                    <a:pt x="4044932" y="3051859"/>
                  </a:lnTo>
                  <a:lnTo>
                    <a:pt x="4045788" y="3081664"/>
                  </a:lnTo>
                  <a:lnTo>
                    <a:pt x="4046643" y="3073758"/>
                  </a:lnTo>
                  <a:lnTo>
                    <a:pt x="4047499" y="3073758"/>
                  </a:lnTo>
                  <a:lnTo>
                    <a:pt x="4048354" y="3114769"/>
                  </a:lnTo>
                  <a:lnTo>
                    <a:pt x="4049210" y="3116972"/>
                  </a:lnTo>
                  <a:lnTo>
                    <a:pt x="4050065" y="3116972"/>
                  </a:lnTo>
                  <a:lnTo>
                    <a:pt x="4050921" y="3116972"/>
                  </a:lnTo>
                  <a:lnTo>
                    <a:pt x="4051776" y="3116972"/>
                  </a:lnTo>
                  <a:lnTo>
                    <a:pt x="4052632" y="3116972"/>
                  </a:lnTo>
                  <a:lnTo>
                    <a:pt x="4053487" y="3116972"/>
                  </a:lnTo>
                  <a:lnTo>
                    <a:pt x="4054343" y="3010055"/>
                  </a:lnTo>
                  <a:lnTo>
                    <a:pt x="4055198" y="2970382"/>
                  </a:lnTo>
                  <a:lnTo>
                    <a:pt x="4056054" y="3067457"/>
                  </a:lnTo>
                  <a:lnTo>
                    <a:pt x="4056909" y="3116972"/>
                  </a:lnTo>
                  <a:lnTo>
                    <a:pt x="4057765" y="3116292"/>
                  </a:lnTo>
                  <a:lnTo>
                    <a:pt x="4058621" y="3116972"/>
                  </a:lnTo>
                  <a:lnTo>
                    <a:pt x="4059476" y="3116972"/>
                  </a:lnTo>
                  <a:lnTo>
                    <a:pt x="4060332" y="3116972"/>
                  </a:lnTo>
                  <a:lnTo>
                    <a:pt x="4061187" y="3084279"/>
                  </a:lnTo>
                  <a:lnTo>
                    <a:pt x="4062043" y="3006322"/>
                  </a:lnTo>
                  <a:lnTo>
                    <a:pt x="4062898" y="2980705"/>
                  </a:lnTo>
                  <a:lnTo>
                    <a:pt x="4063754" y="2980706"/>
                  </a:lnTo>
                  <a:lnTo>
                    <a:pt x="4064609" y="2980707"/>
                  </a:lnTo>
                  <a:lnTo>
                    <a:pt x="4065465" y="2992427"/>
                  </a:lnTo>
                  <a:lnTo>
                    <a:pt x="4066320" y="3018825"/>
                  </a:lnTo>
                  <a:lnTo>
                    <a:pt x="4067176" y="3014374"/>
                  </a:lnTo>
                  <a:lnTo>
                    <a:pt x="4068031" y="3001130"/>
                  </a:lnTo>
                  <a:lnTo>
                    <a:pt x="4068887" y="3001130"/>
                  </a:lnTo>
                  <a:lnTo>
                    <a:pt x="4069742" y="2980721"/>
                  </a:lnTo>
                  <a:lnTo>
                    <a:pt x="4070598" y="2923498"/>
                  </a:lnTo>
                  <a:lnTo>
                    <a:pt x="4071453" y="2874486"/>
                  </a:lnTo>
                  <a:lnTo>
                    <a:pt x="4072309" y="2840154"/>
                  </a:lnTo>
                  <a:lnTo>
                    <a:pt x="4073165" y="2832568"/>
                  </a:lnTo>
                  <a:lnTo>
                    <a:pt x="4074020" y="2839216"/>
                  </a:lnTo>
                  <a:lnTo>
                    <a:pt x="4074876" y="2884073"/>
                  </a:lnTo>
                  <a:lnTo>
                    <a:pt x="4075731" y="2946114"/>
                  </a:lnTo>
                  <a:lnTo>
                    <a:pt x="4076587" y="3061261"/>
                  </a:lnTo>
                  <a:lnTo>
                    <a:pt x="4077442" y="3116972"/>
                  </a:lnTo>
                  <a:lnTo>
                    <a:pt x="4078298" y="3116972"/>
                  </a:lnTo>
                  <a:lnTo>
                    <a:pt x="4079153" y="3116972"/>
                  </a:lnTo>
                  <a:lnTo>
                    <a:pt x="4080009" y="3116972"/>
                  </a:lnTo>
                  <a:lnTo>
                    <a:pt x="4080864" y="3116972"/>
                  </a:lnTo>
                  <a:lnTo>
                    <a:pt x="4081720" y="3116972"/>
                  </a:lnTo>
                  <a:lnTo>
                    <a:pt x="4082575" y="3116972"/>
                  </a:lnTo>
                  <a:lnTo>
                    <a:pt x="4083431" y="3116972"/>
                  </a:lnTo>
                  <a:lnTo>
                    <a:pt x="4084286" y="3116972"/>
                  </a:lnTo>
                  <a:lnTo>
                    <a:pt x="4085142" y="3116972"/>
                  </a:lnTo>
                  <a:lnTo>
                    <a:pt x="4085997" y="3116972"/>
                  </a:lnTo>
                  <a:lnTo>
                    <a:pt x="4086853" y="3116972"/>
                  </a:lnTo>
                  <a:lnTo>
                    <a:pt x="4087708" y="3116972"/>
                  </a:lnTo>
                  <a:lnTo>
                    <a:pt x="4088564" y="3082313"/>
                  </a:lnTo>
                  <a:lnTo>
                    <a:pt x="4089420" y="3052603"/>
                  </a:lnTo>
                  <a:lnTo>
                    <a:pt x="4090275" y="3042050"/>
                  </a:lnTo>
                  <a:lnTo>
                    <a:pt x="4091131" y="3038868"/>
                  </a:lnTo>
                  <a:lnTo>
                    <a:pt x="4091986" y="3047023"/>
                  </a:lnTo>
                  <a:lnTo>
                    <a:pt x="4092842" y="3064534"/>
                  </a:lnTo>
                  <a:lnTo>
                    <a:pt x="4093697" y="3071586"/>
                  </a:lnTo>
                  <a:lnTo>
                    <a:pt x="4094553" y="3105336"/>
                  </a:lnTo>
                  <a:lnTo>
                    <a:pt x="4095408" y="3116972"/>
                  </a:lnTo>
                  <a:lnTo>
                    <a:pt x="4096264" y="3116972"/>
                  </a:lnTo>
                  <a:lnTo>
                    <a:pt x="4097119" y="3116972"/>
                  </a:lnTo>
                  <a:lnTo>
                    <a:pt x="4097975" y="3116972"/>
                  </a:lnTo>
                  <a:lnTo>
                    <a:pt x="4098830" y="3116972"/>
                  </a:lnTo>
                  <a:lnTo>
                    <a:pt x="4099686" y="3034991"/>
                  </a:lnTo>
                  <a:lnTo>
                    <a:pt x="4100541" y="2938607"/>
                  </a:lnTo>
                  <a:lnTo>
                    <a:pt x="4101397" y="2843843"/>
                  </a:lnTo>
                  <a:lnTo>
                    <a:pt x="4102252" y="2787807"/>
                  </a:lnTo>
                  <a:lnTo>
                    <a:pt x="4103108" y="2799171"/>
                  </a:lnTo>
                  <a:lnTo>
                    <a:pt x="4103963" y="2856353"/>
                  </a:lnTo>
                  <a:lnTo>
                    <a:pt x="4104819" y="2874043"/>
                  </a:lnTo>
                  <a:lnTo>
                    <a:pt x="4105675" y="2910909"/>
                  </a:lnTo>
                  <a:lnTo>
                    <a:pt x="4106530" y="2980094"/>
                  </a:lnTo>
                  <a:lnTo>
                    <a:pt x="4107386" y="2991119"/>
                  </a:lnTo>
                  <a:lnTo>
                    <a:pt x="4108241" y="2936279"/>
                  </a:lnTo>
                  <a:lnTo>
                    <a:pt x="4109097" y="2837035"/>
                  </a:lnTo>
                  <a:lnTo>
                    <a:pt x="4109952" y="2829617"/>
                  </a:lnTo>
                  <a:lnTo>
                    <a:pt x="4110808" y="2885605"/>
                  </a:lnTo>
                  <a:lnTo>
                    <a:pt x="4111663" y="2885621"/>
                  </a:lnTo>
                  <a:lnTo>
                    <a:pt x="4112519" y="2960969"/>
                  </a:lnTo>
                  <a:lnTo>
                    <a:pt x="4113374" y="3086905"/>
                  </a:lnTo>
                  <a:lnTo>
                    <a:pt x="4114230" y="3116972"/>
                  </a:lnTo>
                  <a:lnTo>
                    <a:pt x="4115085" y="3116972"/>
                  </a:lnTo>
                  <a:lnTo>
                    <a:pt x="4115941" y="3116972"/>
                  </a:lnTo>
                  <a:lnTo>
                    <a:pt x="4116796" y="3104149"/>
                  </a:lnTo>
                  <a:lnTo>
                    <a:pt x="4117652" y="3018905"/>
                  </a:lnTo>
                  <a:lnTo>
                    <a:pt x="4118507" y="2994793"/>
                  </a:lnTo>
                  <a:lnTo>
                    <a:pt x="4119363" y="3087578"/>
                  </a:lnTo>
                  <a:lnTo>
                    <a:pt x="4120219" y="3116972"/>
                  </a:lnTo>
                  <a:lnTo>
                    <a:pt x="4121074" y="3116972"/>
                  </a:lnTo>
                  <a:lnTo>
                    <a:pt x="4121930" y="3116972"/>
                  </a:lnTo>
                  <a:lnTo>
                    <a:pt x="4122785" y="3116972"/>
                  </a:lnTo>
                  <a:lnTo>
                    <a:pt x="4123641" y="3116972"/>
                  </a:lnTo>
                  <a:lnTo>
                    <a:pt x="4124496" y="3010555"/>
                  </a:lnTo>
                  <a:lnTo>
                    <a:pt x="4125352" y="2980956"/>
                  </a:lnTo>
                  <a:lnTo>
                    <a:pt x="4126207" y="2984921"/>
                  </a:lnTo>
                  <a:lnTo>
                    <a:pt x="4127063" y="2946006"/>
                  </a:lnTo>
                  <a:lnTo>
                    <a:pt x="4127918" y="2944205"/>
                  </a:lnTo>
                  <a:lnTo>
                    <a:pt x="4128774" y="2988691"/>
                  </a:lnTo>
                  <a:lnTo>
                    <a:pt x="4129629" y="2982433"/>
                  </a:lnTo>
                  <a:lnTo>
                    <a:pt x="4130485" y="3015301"/>
                  </a:lnTo>
                  <a:lnTo>
                    <a:pt x="4131340" y="3105799"/>
                  </a:lnTo>
                  <a:lnTo>
                    <a:pt x="4132196" y="3116972"/>
                  </a:lnTo>
                  <a:lnTo>
                    <a:pt x="4133051" y="3116972"/>
                  </a:lnTo>
                  <a:lnTo>
                    <a:pt x="4133907" y="3116972"/>
                  </a:lnTo>
                  <a:lnTo>
                    <a:pt x="4134762" y="3116972"/>
                  </a:lnTo>
                  <a:lnTo>
                    <a:pt x="4135618" y="3116972"/>
                  </a:lnTo>
                  <a:lnTo>
                    <a:pt x="4136474" y="3116972"/>
                  </a:lnTo>
                  <a:lnTo>
                    <a:pt x="4137329" y="3116972"/>
                  </a:lnTo>
                  <a:lnTo>
                    <a:pt x="4138185" y="3116972"/>
                  </a:lnTo>
                  <a:lnTo>
                    <a:pt x="4139040" y="3116972"/>
                  </a:lnTo>
                  <a:lnTo>
                    <a:pt x="4139896" y="3116972"/>
                  </a:lnTo>
                  <a:lnTo>
                    <a:pt x="4140751" y="3116972"/>
                  </a:lnTo>
                  <a:lnTo>
                    <a:pt x="4141607" y="3116972"/>
                  </a:lnTo>
                  <a:lnTo>
                    <a:pt x="4142462" y="3116972"/>
                  </a:lnTo>
                  <a:lnTo>
                    <a:pt x="4143318" y="3116972"/>
                  </a:lnTo>
                  <a:lnTo>
                    <a:pt x="4144173" y="3106034"/>
                  </a:lnTo>
                  <a:lnTo>
                    <a:pt x="4145029" y="3051277"/>
                  </a:lnTo>
                  <a:lnTo>
                    <a:pt x="4145884" y="3078038"/>
                  </a:lnTo>
                  <a:lnTo>
                    <a:pt x="4146740" y="3029164"/>
                  </a:lnTo>
                  <a:lnTo>
                    <a:pt x="4147595" y="3015293"/>
                  </a:lnTo>
                  <a:lnTo>
                    <a:pt x="4148451" y="2947195"/>
                  </a:lnTo>
                  <a:lnTo>
                    <a:pt x="4149306" y="2952266"/>
                  </a:lnTo>
                  <a:lnTo>
                    <a:pt x="4150162" y="3012050"/>
                  </a:lnTo>
                  <a:lnTo>
                    <a:pt x="4151017" y="3016519"/>
                  </a:lnTo>
                  <a:lnTo>
                    <a:pt x="4151873" y="2972555"/>
                  </a:lnTo>
                  <a:lnTo>
                    <a:pt x="4152729" y="2948843"/>
                  </a:lnTo>
                  <a:lnTo>
                    <a:pt x="4153584" y="3044024"/>
                  </a:lnTo>
                  <a:lnTo>
                    <a:pt x="4154440" y="3045084"/>
                  </a:lnTo>
                  <a:lnTo>
                    <a:pt x="4155295" y="2984723"/>
                  </a:lnTo>
                  <a:lnTo>
                    <a:pt x="4156151" y="2978820"/>
                  </a:lnTo>
                  <a:lnTo>
                    <a:pt x="4157006" y="3005285"/>
                  </a:lnTo>
                  <a:lnTo>
                    <a:pt x="4157862" y="2920538"/>
                  </a:lnTo>
                  <a:lnTo>
                    <a:pt x="4158717" y="2835173"/>
                  </a:lnTo>
                  <a:lnTo>
                    <a:pt x="4159573" y="2841974"/>
                  </a:lnTo>
                  <a:lnTo>
                    <a:pt x="4160428" y="2838910"/>
                  </a:lnTo>
                  <a:lnTo>
                    <a:pt x="4161284" y="2761258"/>
                  </a:lnTo>
                  <a:lnTo>
                    <a:pt x="4162139" y="2778042"/>
                  </a:lnTo>
                  <a:lnTo>
                    <a:pt x="4162995" y="2909882"/>
                  </a:lnTo>
                  <a:lnTo>
                    <a:pt x="4163850" y="2979306"/>
                  </a:lnTo>
                  <a:lnTo>
                    <a:pt x="4164706" y="2979228"/>
                  </a:lnTo>
                  <a:lnTo>
                    <a:pt x="4165561" y="2946423"/>
                  </a:lnTo>
                  <a:lnTo>
                    <a:pt x="4166417" y="2949751"/>
                  </a:lnTo>
                  <a:lnTo>
                    <a:pt x="4167273" y="2918198"/>
                  </a:lnTo>
                  <a:lnTo>
                    <a:pt x="4168128" y="2917930"/>
                  </a:lnTo>
                  <a:lnTo>
                    <a:pt x="4168984" y="2917931"/>
                  </a:lnTo>
                  <a:lnTo>
                    <a:pt x="4169839" y="2901019"/>
                  </a:lnTo>
                  <a:lnTo>
                    <a:pt x="4170695" y="2869615"/>
                  </a:lnTo>
                  <a:lnTo>
                    <a:pt x="4171550" y="2890092"/>
                  </a:lnTo>
                  <a:lnTo>
                    <a:pt x="4172406" y="2964425"/>
                  </a:lnTo>
                  <a:lnTo>
                    <a:pt x="4173261" y="2909758"/>
                  </a:lnTo>
                  <a:lnTo>
                    <a:pt x="4174117" y="2859943"/>
                  </a:lnTo>
                  <a:lnTo>
                    <a:pt x="4174972" y="2869385"/>
                  </a:lnTo>
                  <a:lnTo>
                    <a:pt x="4175828" y="2907637"/>
                  </a:lnTo>
                  <a:lnTo>
                    <a:pt x="4176683" y="2930610"/>
                  </a:lnTo>
                  <a:lnTo>
                    <a:pt x="4177539" y="2887839"/>
                  </a:lnTo>
                  <a:lnTo>
                    <a:pt x="4178394" y="2969603"/>
                  </a:lnTo>
                  <a:lnTo>
                    <a:pt x="4179250" y="3037922"/>
                  </a:lnTo>
                  <a:lnTo>
                    <a:pt x="4180105" y="3006242"/>
                  </a:lnTo>
                  <a:lnTo>
                    <a:pt x="4180961" y="3012378"/>
                  </a:lnTo>
                  <a:lnTo>
                    <a:pt x="4181816" y="3082019"/>
                  </a:lnTo>
                  <a:lnTo>
                    <a:pt x="4182672" y="3116972"/>
                  </a:lnTo>
                  <a:lnTo>
                    <a:pt x="4183528" y="3101217"/>
                  </a:lnTo>
                  <a:lnTo>
                    <a:pt x="4184383" y="3116972"/>
                  </a:lnTo>
                  <a:lnTo>
                    <a:pt x="4185239" y="3116972"/>
                  </a:lnTo>
                  <a:lnTo>
                    <a:pt x="4186094" y="3116972"/>
                  </a:lnTo>
                  <a:lnTo>
                    <a:pt x="4186950" y="3098941"/>
                  </a:lnTo>
                  <a:lnTo>
                    <a:pt x="4187805" y="3076714"/>
                  </a:lnTo>
                  <a:lnTo>
                    <a:pt x="4188661" y="3076314"/>
                  </a:lnTo>
                  <a:lnTo>
                    <a:pt x="4189516" y="3017738"/>
                  </a:lnTo>
                  <a:lnTo>
                    <a:pt x="4190372" y="2954191"/>
                  </a:lnTo>
                  <a:lnTo>
                    <a:pt x="4191227" y="2957298"/>
                  </a:lnTo>
                  <a:lnTo>
                    <a:pt x="4192083" y="2971223"/>
                  </a:lnTo>
                  <a:lnTo>
                    <a:pt x="4192938" y="2944780"/>
                  </a:lnTo>
                  <a:lnTo>
                    <a:pt x="4193794" y="2917002"/>
                  </a:lnTo>
                  <a:lnTo>
                    <a:pt x="4194649" y="2949066"/>
                  </a:lnTo>
                  <a:lnTo>
                    <a:pt x="4195505" y="3063282"/>
                  </a:lnTo>
                  <a:lnTo>
                    <a:pt x="4196360" y="3116972"/>
                  </a:lnTo>
                  <a:lnTo>
                    <a:pt x="4197216" y="3113520"/>
                  </a:lnTo>
                  <a:lnTo>
                    <a:pt x="4198071" y="3116972"/>
                  </a:lnTo>
                  <a:lnTo>
                    <a:pt x="4198927" y="3116972"/>
                  </a:lnTo>
                  <a:lnTo>
                    <a:pt x="4199783" y="3116972"/>
                  </a:lnTo>
                  <a:lnTo>
                    <a:pt x="4200638" y="3058358"/>
                  </a:lnTo>
                  <a:lnTo>
                    <a:pt x="4201494" y="3053114"/>
                  </a:lnTo>
                  <a:lnTo>
                    <a:pt x="4202349" y="3116972"/>
                  </a:lnTo>
                  <a:lnTo>
                    <a:pt x="4203205" y="3116972"/>
                  </a:lnTo>
                  <a:lnTo>
                    <a:pt x="4204060" y="3116972"/>
                  </a:lnTo>
                  <a:lnTo>
                    <a:pt x="4204916" y="3034693"/>
                  </a:lnTo>
                  <a:lnTo>
                    <a:pt x="4205771" y="2957593"/>
                  </a:lnTo>
                  <a:lnTo>
                    <a:pt x="4206627" y="2886958"/>
                  </a:lnTo>
                  <a:lnTo>
                    <a:pt x="4207482" y="2865180"/>
                  </a:lnTo>
                  <a:lnTo>
                    <a:pt x="4208338" y="2876481"/>
                  </a:lnTo>
                  <a:lnTo>
                    <a:pt x="4209193" y="2923182"/>
                  </a:lnTo>
                  <a:lnTo>
                    <a:pt x="4210049" y="3010892"/>
                  </a:lnTo>
                  <a:lnTo>
                    <a:pt x="4210904" y="3081264"/>
                  </a:lnTo>
                  <a:lnTo>
                    <a:pt x="4211760" y="3114051"/>
                  </a:lnTo>
                  <a:lnTo>
                    <a:pt x="4212615" y="3055479"/>
                  </a:lnTo>
                  <a:lnTo>
                    <a:pt x="4213471" y="2973169"/>
                  </a:lnTo>
                  <a:lnTo>
                    <a:pt x="4214326" y="2893892"/>
                  </a:lnTo>
                  <a:lnTo>
                    <a:pt x="4215182" y="2857913"/>
                  </a:lnTo>
                  <a:lnTo>
                    <a:pt x="4216038" y="2873553"/>
                  </a:lnTo>
                  <a:lnTo>
                    <a:pt x="4216893" y="2967283"/>
                  </a:lnTo>
                  <a:lnTo>
                    <a:pt x="4217749" y="3090954"/>
                  </a:lnTo>
                  <a:lnTo>
                    <a:pt x="4218604" y="3116972"/>
                  </a:lnTo>
                  <a:lnTo>
                    <a:pt x="4219460" y="3116972"/>
                  </a:lnTo>
                  <a:lnTo>
                    <a:pt x="4220315" y="3116972"/>
                  </a:lnTo>
                  <a:lnTo>
                    <a:pt x="4221171" y="3116972"/>
                  </a:lnTo>
                  <a:lnTo>
                    <a:pt x="4222026" y="3116972"/>
                  </a:lnTo>
                  <a:lnTo>
                    <a:pt x="4222882" y="3116972"/>
                  </a:lnTo>
                  <a:lnTo>
                    <a:pt x="4223737" y="3116972"/>
                  </a:lnTo>
                  <a:lnTo>
                    <a:pt x="4224593" y="3116972"/>
                  </a:lnTo>
                  <a:lnTo>
                    <a:pt x="4225448" y="3116972"/>
                  </a:lnTo>
                  <a:lnTo>
                    <a:pt x="4226304" y="3106649"/>
                  </a:lnTo>
                  <a:lnTo>
                    <a:pt x="4227159" y="3078911"/>
                  </a:lnTo>
                  <a:lnTo>
                    <a:pt x="4228015" y="3066005"/>
                  </a:lnTo>
                  <a:lnTo>
                    <a:pt x="4228870" y="3067062"/>
                  </a:lnTo>
                  <a:lnTo>
                    <a:pt x="4229726" y="3031876"/>
                  </a:lnTo>
                  <a:lnTo>
                    <a:pt x="4230582" y="3009144"/>
                  </a:lnTo>
                  <a:lnTo>
                    <a:pt x="4231437" y="3009145"/>
                  </a:lnTo>
                  <a:lnTo>
                    <a:pt x="4232293" y="3009145"/>
                  </a:lnTo>
                  <a:lnTo>
                    <a:pt x="4233148" y="3014726"/>
                  </a:lnTo>
                  <a:lnTo>
                    <a:pt x="4234004" y="3013669"/>
                  </a:lnTo>
                  <a:lnTo>
                    <a:pt x="4234859" y="3048854"/>
                  </a:lnTo>
                  <a:lnTo>
                    <a:pt x="4235715" y="3071586"/>
                  </a:lnTo>
                  <a:lnTo>
                    <a:pt x="4236570" y="3061449"/>
                  </a:lnTo>
                  <a:lnTo>
                    <a:pt x="4237426" y="3032275"/>
                  </a:lnTo>
                  <a:lnTo>
                    <a:pt x="4238281" y="3031950"/>
                  </a:lnTo>
                  <a:lnTo>
                    <a:pt x="4239137" y="3034489"/>
                  </a:lnTo>
                  <a:lnTo>
                    <a:pt x="4239992" y="2998964"/>
                  </a:lnTo>
                  <a:lnTo>
                    <a:pt x="4240848" y="2944468"/>
                  </a:lnTo>
                  <a:lnTo>
                    <a:pt x="4241703" y="2950435"/>
                  </a:lnTo>
                  <a:lnTo>
                    <a:pt x="4242559" y="2979610"/>
                  </a:lnTo>
                  <a:lnTo>
                    <a:pt x="4243414" y="2979935"/>
                  </a:lnTo>
                  <a:lnTo>
                    <a:pt x="4244270" y="2958720"/>
                  </a:lnTo>
                  <a:lnTo>
                    <a:pt x="4245125" y="2984751"/>
                  </a:lnTo>
                  <a:lnTo>
                    <a:pt x="4245981" y="3087811"/>
                  </a:lnTo>
                  <a:lnTo>
                    <a:pt x="4246837" y="3116972"/>
                  </a:lnTo>
                  <a:lnTo>
                    <a:pt x="4247692" y="3116972"/>
                  </a:lnTo>
                  <a:lnTo>
                    <a:pt x="4248548" y="3116972"/>
                  </a:lnTo>
                  <a:lnTo>
                    <a:pt x="4249403" y="3116972"/>
                  </a:lnTo>
                  <a:lnTo>
                    <a:pt x="4250259" y="3116972"/>
                  </a:lnTo>
                  <a:lnTo>
                    <a:pt x="4251114" y="3116972"/>
                  </a:lnTo>
                  <a:lnTo>
                    <a:pt x="4251970" y="3116972"/>
                  </a:lnTo>
                  <a:lnTo>
                    <a:pt x="4252825" y="3116972"/>
                  </a:lnTo>
                  <a:lnTo>
                    <a:pt x="4253681" y="3116972"/>
                  </a:lnTo>
                  <a:lnTo>
                    <a:pt x="4254536" y="3064883"/>
                  </a:lnTo>
                  <a:lnTo>
                    <a:pt x="4255392" y="3015281"/>
                  </a:lnTo>
                  <a:lnTo>
                    <a:pt x="4256247" y="3016748"/>
                  </a:lnTo>
                  <a:lnTo>
                    <a:pt x="4257103" y="2998804"/>
                  </a:lnTo>
                  <a:lnTo>
                    <a:pt x="4257958" y="2943646"/>
                  </a:lnTo>
                  <a:lnTo>
                    <a:pt x="4258814" y="2950920"/>
                  </a:lnTo>
                  <a:lnTo>
                    <a:pt x="4259669" y="2976638"/>
                  </a:lnTo>
                  <a:lnTo>
                    <a:pt x="4260525" y="2938296"/>
                  </a:lnTo>
                  <a:lnTo>
                    <a:pt x="4261380" y="2875024"/>
                  </a:lnTo>
                  <a:lnTo>
                    <a:pt x="4262236" y="2897363"/>
                  </a:lnTo>
                  <a:lnTo>
                    <a:pt x="4263092" y="2990689"/>
                  </a:lnTo>
                  <a:lnTo>
                    <a:pt x="4263947" y="2977142"/>
                  </a:lnTo>
                  <a:lnTo>
                    <a:pt x="4264803" y="2946148"/>
                  </a:lnTo>
                  <a:lnTo>
                    <a:pt x="4265658" y="2998283"/>
                  </a:lnTo>
                  <a:lnTo>
                    <a:pt x="4266514" y="3035468"/>
                  </a:lnTo>
                  <a:lnTo>
                    <a:pt x="4267369" y="3025102"/>
                  </a:lnTo>
                  <a:lnTo>
                    <a:pt x="4268225" y="2987709"/>
                  </a:lnTo>
                  <a:lnTo>
                    <a:pt x="4269080" y="3005435"/>
                  </a:lnTo>
                  <a:lnTo>
                    <a:pt x="4269936" y="3027678"/>
                  </a:lnTo>
                  <a:lnTo>
                    <a:pt x="4270791" y="3026075"/>
                  </a:lnTo>
                  <a:lnTo>
                    <a:pt x="4271647" y="3046986"/>
                  </a:lnTo>
                  <a:lnTo>
                    <a:pt x="4272502" y="3068716"/>
                  </a:lnTo>
                  <a:lnTo>
                    <a:pt x="4273358" y="3107282"/>
                  </a:lnTo>
                  <a:lnTo>
                    <a:pt x="4274213" y="3116972"/>
                  </a:lnTo>
                  <a:lnTo>
                    <a:pt x="4275069" y="3116972"/>
                  </a:lnTo>
                  <a:lnTo>
                    <a:pt x="4275924" y="3099823"/>
                  </a:lnTo>
                  <a:lnTo>
                    <a:pt x="4276780" y="3073905"/>
                  </a:lnTo>
                  <a:lnTo>
                    <a:pt x="4277636" y="3056926"/>
                  </a:lnTo>
                  <a:lnTo>
                    <a:pt x="4278491" y="3003620"/>
                  </a:lnTo>
                  <a:lnTo>
                    <a:pt x="4279347" y="3010893"/>
                  </a:lnTo>
                  <a:lnTo>
                    <a:pt x="4280202" y="3018217"/>
                  </a:lnTo>
                  <a:lnTo>
                    <a:pt x="4281058" y="3018084"/>
                  </a:lnTo>
                  <a:lnTo>
                    <a:pt x="4281913" y="2973590"/>
                  </a:lnTo>
                  <a:lnTo>
                    <a:pt x="4282769" y="2962523"/>
                  </a:lnTo>
                  <a:lnTo>
                    <a:pt x="4283624" y="3015827"/>
                  </a:lnTo>
                  <a:lnTo>
                    <a:pt x="4284480" y="3008553"/>
                  </a:lnTo>
                  <a:lnTo>
                    <a:pt x="4285335" y="3000960"/>
                  </a:lnTo>
                  <a:lnTo>
                    <a:pt x="4286191" y="2961764"/>
                  </a:lnTo>
                  <a:lnTo>
                    <a:pt x="4287046" y="2982218"/>
                  </a:lnTo>
                  <a:lnTo>
                    <a:pt x="4287902" y="3035685"/>
                  </a:lnTo>
                  <a:lnTo>
                    <a:pt x="4288757" y="3045642"/>
                  </a:lnTo>
                  <a:lnTo>
                    <a:pt x="4289613" y="3075953"/>
                  </a:lnTo>
                  <a:lnTo>
                    <a:pt x="4290468" y="3116972"/>
                  </a:lnTo>
                  <a:lnTo>
                    <a:pt x="4291324" y="3116972"/>
                  </a:lnTo>
                  <a:lnTo>
                    <a:pt x="4292179" y="3116972"/>
                  </a:lnTo>
                  <a:lnTo>
                    <a:pt x="4293035" y="3116972"/>
                  </a:lnTo>
                  <a:lnTo>
                    <a:pt x="4293891" y="3116972"/>
                  </a:lnTo>
                  <a:lnTo>
                    <a:pt x="4294746" y="3116972"/>
                  </a:lnTo>
                  <a:lnTo>
                    <a:pt x="4295602" y="3096346"/>
                  </a:lnTo>
                  <a:lnTo>
                    <a:pt x="4296457" y="3054488"/>
                  </a:lnTo>
                  <a:lnTo>
                    <a:pt x="4297313" y="3092729"/>
                  </a:lnTo>
                  <a:lnTo>
                    <a:pt x="4298168" y="3109277"/>
                  </a:lnTo>
                  <a:lnTo>
                    <a:pt x="4299024" y="3089259"/>
                  </a:lnTo>
                  <a:lnTo>
                    <a:pt x="4299879" y="3107044"/>
                  </a:lnTo>
                  <a:lnTo>
                    <a:pt x="4300735" y="3114909"/>
                  </a:lnTo>
                  <a:lnTo>
                    <a:pt x="4301590" y="3114909"/>
                  </a:lnTo>
                  <a:lnTo>
                    <a:pt x="4302446" y="3116972"/>
                  </a:lnTo>
                  <a:lnTo>
                    <a:pt x="4303301" y="3116972"/>
                  </a:lnTo>
                  <a:lnTo>
                    <a:pt x="4304157" y="3116972"/>
                  </a:lnTo>
                  <a:lnTo>
                    <a:pt x="4305012" y="3116972"/>
                  </a:lnTo>
                  <a:lnTo>
                    <a:pt x="4305868" y="3116972"/>
                  </a:lnTo>
                  <a:lnTo>
                    <a:pt x="4306723" y="3116972"/>
                  </a:lnTo>
                  <a:lnTo>
                    <a:pt x="4307579" y="3050226"/>
                  </a:lnTo>
                  <a:lnTo>
                    <a:pt x="4308434" y="2979987"/>
                  </a:lnTo>
                  <a:lnTo>
                    <a:pt x="4309290" y="2914659"/>
                  </a:lnTo>
                  <a:lnTo>
                    <a:pt x="4310146" y="2871480"/>
                  </a:lnTo>
                  <a:lnTo>
                    <a:pt x="4311001" y="2866784"/>
                  </a:lnTo>
                  <a:lnTo>
                    <a:pt x="4311857" y="2881693"/>
                  </a:lnTo>
                  <a:lnTo>
                    <a:pt x="4312712" y="2948837"/>
                  </a:lnTo>
                  <a:lnTo>
                    <a:pt x="4313568" y="3018288"/>
                  </a:lnTo>
                  <a:lnTo>
                    <a:pt x="4314423" y="3085658"/>
                  </a:lnTo>
                  <a:lnTo>
                    <a:pt x="4315279" y="3116972"/>
                  </a:lnTo>
                  <a:lnTo>
                    <a:pt x="4316134" y="3116972"/>
                  </a:lnTo>
                  <a:lnTo>
                    <a:pt x="4316990" y="3090175"/>
                  </a:lnTo>
                  <a:lnTo>
                    <a:pt x="4317845" y="3090176"/>
                  </a:lnTo>
                  <a:lnTo>
                    <a:pt x="4318701" y="3074677"/>
                  </a:lnTo>
                  <a:lnTo>
                    <a:pt x="4319556" y="3039374"/>
                  </a:lnTo>
                  <a:lnTo>
                    <a:pt x="4320412" y="3007985"/>
                  </a:lnTo>
                  <a:lnTo>
                    <a:pt x="4321267" y="3078132"/>
                  </a:lnTo>
                  <a:lnTo>
                    <a:pt x="4322123" y="3116972"/>
                  </a:lnTo>
                  <a:lnTo>
                    <a:pt x="4322978" y="3116972"/>
                  </a:lnTo>
                  <a:lnTo>
                    <a:pt x="4323834" y="3116972"/>
                  </a:lnTo>
                  <a:lnTo>
                    <a:pt x="4324690" y="3116972"/>
                  </a:lnTo>
                  <a:lnTo>
                    <a:pt x="4325545" y="3116972"/>
                  </a:lnTo>
                  <a:lnTo>
                    <a:pt x="4326401" y="3116972"/>
                  </a:lnTo>
                  <a:lnTo>
                    <a:pt x="4327256" y="3070581"/>
                  </a:lnTo>
                  <a:lnTo>
                    <a:pt x="4328112" y="3043549"/>
                  </a:lnTo>
                  <a:lnTo>
                    <a:pt x="4328967" y="3019891"/>
                  </a:lnTo>
                  <a:lnTo>
                    <a:pt x="4329823" y="2939734"/>
                  </a:lnTo>
                  <a:lnTo>
                    <a:pt x="4330678" y="2886013"/>
                  </a:lnTo>
                  <a:lnTo>
                    <a:pt x="4331534" y="2901350"/>
                  </a:lnTo>
                  <a:lnTo>
                    <a:pt x="4332389" y="2963875"/>
                  </a:lnTo>
                  <a:lnTo>
                    <a:pt x="4333245" y="3032996"/>
                  </a:lnTo>
                  <a:lnTo>
                    <a:pt x="4334100" y="3045854"/>
                  </a:lnTo>
                  <a:lnTo>
                    <a:pt x="4334956" y="3070483"/>
                  </a:lnTo>
                  <a:lnTo>
                    <a:pt x="4335811" y="3086101"/>
                  </a:lnTo>
                  <a:lnTo>
                    <a:pt x="4336667" y="3034285"/>
                  </a:lnTo>
                  <a:lnTo>
                    <a:pt x="4337522" y="2928021"/>
                  </a:lnTo>
                  <a:lnTo>
                    <a:pt x="4338378" y="2843829"/>
                  </a:lnTo>
                  <a:lnTo>
                    <a:pt x="4339233" y="2880820"/>
                  </a:lnTo>
                  <a:lnTo>
                    <a:pt x="4340089" y="3015341"/>
                  </a:lnTo>
                  <a:lnTo>
                    <a:pt x="4340945" y="3116972"/>
                  </a:lnTo>
                  <a:lnTo>
                    <a:pt x="4341800" y="3116972"/>
                  </a:lnTo>
                  <a:lnTo>
                    <a:pt x="4342656" y="3116972"/>
                  </a:lnTo>
                  <a:lnTo>
                    <a:pt x="4343511" y="3116972"/>
                  </a:lnTo>
                  <a:lnTo>
                    <a:pt x="4344367" y="3116972"/>
                  </a:lnTo>
                  <a:lnTo>
                    <a:pt x="4345222" y="3116972"/>
                  </a:lnTo>
                  <a:lnTo>
                    <a:pt x="4346078" y="3098432"/>
                  </a:lnTo>
                  <a:lnTo>
                    <a:pt x="4346933" y="3116972"/>
                  </a:lnTo>
                  <a:lnTo>
                    <a:pt x="4347789" y="3112570"/>
                  </a:lnTo>
                  <a:lnTo>
                    <a:pt x="4348644" y="3116972"/>
                  </a:lnTo>
                  <a:lnTo>
                    <a:pt x="4349500" y="3116972"/>
                  </a:lnTo>
                  <a:lnTo>
                    <a:pt x="4350355" y="3116972"/>
                  </a:lnTo>
                  <a:lnTo>
                    <a:pt x="4351211" y="3068935"/>
                  </a:lnTo>
                  <a:lnTo>
                    <a:pt x="4352066" y="3011171"/>
                  </a:lnTo>
                  <a:lnTo>
                    <a:pt x="4352922" y="2998359"/>
                  </a:lnTo>
                  <a:lnTo>
                    <a:pt x="4353777" y="2998360"/>
                  </a:lnTo>
                  <a:lnTo>
                    <a:pt x="4354633" y="2986091"/>
                  </a:lnTo>
                  <a:lnTo>
                    <a:pt x="4355488" y="2952057"/>
                  </a:lnTo>
                  <a:lnTo>
                    <a:pt x="4356344" y="2908940"/>
                  </a:lnTo>
                  <a:lnTo>
                    <a:pt x="4357200" y="2863418"/>
                  </a:lnTo>
                  <a:lnTo>
                    <a:pt x="4358055" y="2764555"/>
                  </a:lnTo>
                  <a:lnTo>
                    <a:pt x="4358911" y="2699763"/>
                  </a:lnTo>
                  <a:lnTo>
                    <a:pt x="4359766" y="2704881"/>
                  </a:lnTo>
                  <a:lnTo>
                    <a:pt x="4360622" y="2742436"/>
                  </a:lnTo>
                  <a:lnTo>
                    <a:pt x="4361477" y="2767239"/>
                  </a:lnTo>
                  <a:lnTo>
                    <a:pt x="4362333" y="2810132"/>
                  </a:lnTo>
                  <a:lnTo>
                    <a:pt x="4363188" y="2903902"/>
                  </a:lnTo>
                  <a:lnTo>
                    <a:pt x="4364044" y="2946227"/>
                  </a:lnTo>
                  <a:lnTo>
                    <a:pt x="4364899" y="2906487"/>
                  </a:lnTo>
                  <a:lnTo>
                    <a:pt x="4365755" y="2907745"/>
                  </a:lnTo>
                  <a:lnTo>
                    <a:pt x="4366610" y="3028518"/>
                  </a:lnTo>
                  <a:lnTo>
                    <a:pt x="4367466" y="3055512"/>
                  </a:lnTo>
                  <a:lnTo>
                    <a:pt x="4368321" y="3005372"/>
                  </a:lnTo>
                  <a:lnTo>
                    <a:pt x="4369177" y="3006703"/>
                  </a:lnTo>
                  <a:lnTo>
                    <a:pt x="4370032" y="3053594"/>
                  </a:lnTo>
                  <a:lnTo>
                    <a:pt x="4370888" y="3079928"/>
                  </a:lnTo>
                  <a:lnTo>
                    <a:pt x="4371744" y="3042843"/>
                  </a:lnTo>
                  <a:lnTo>
                    <a:pt x="4372599" y="3044112"/>
                  </a:lnTo>
                  <a:lnTo>
                    <a:pt x="4373455" y="3099343"/>
                  </a:lnTo>
                  <a:lnTo>
                    <a:pt x="4374310" y="3116972"/>
                  </a:lnTo>
                  <a:lnTo>
                    <a:pt x="4375166" y="3084079"/>
                  </a:lnTo>
                  <a:lnTo>
                    <a:pt x="4376021" y="2971924"/>
                  </a:lnTo>
                  <a:lnTo>
                    <a:pt x="4376877" y="2860898"/>
                  </a:lnTo>
                  <a:lnTo>
                    <a:pt x="4377732" y="2817500"/>
                  </a:lnTo>
                  <a:lnTo>
                    <a:pt x="4378588" y="2792397"/>
                  </a:lnTo>
                  <a:lnTo>
                    <a:pt x="4379443" y="2787350"/>
                  </a:lnTo>
                  <a:lnTo>
                    <a:pt x="4380299" y="2823891"/>
                  </a:lnTo>
                  <a:lnTo>
                    <a:pt x="4381154" y="2938335"/>
                  </a:lnTo>
                  <a:lnTo>
                    <a:pt x="4382010" y="3038395"/>
                  </a:lnTo>
                  <a:lnTo>
                    <a:pt x="4382865" y="3088252"/>
                  </a:lnTo>
                  <a:lnTo>
                    <a:pt x="4383721" y="3116972"/>
                  </a:lnTo>
                  <a:lnTo>
                    <a:pt x="4384576" y="3087484"/>
                  </a:lnTo>
                  <a:lnTo>
                    <a:pt x="4385432" y="3014459"/>
                  </a:lnTo>
                  <a:lnTo>
                    <a:pt x="4386287" y="2936236"/>
                  </a:lnTo>
                  <a:lnTo>
                    <a:pt x="4387143" y="2889498"/>
                  </a:lnTo>
                  <a:lnTo>
                    <a:pt x="4387999" y="2869542"/>
                  </a:lnTo>
                  <a:lnTo>
                    <a:pt x="4388854" y="2835908"/>
                  </a:lnTo>
                  <a:lnTo>
                    <a:pt x="4389710" y="2839272"/>
                  </a:lnTo>
                  <a:lnTo>
                    <a:pt x="4390565" y="2890308"/>
                  </a:lnTo>
                  <a:lnTo>
                    <a:pt x="4391421" y="2881281"/>
                  </a:lnTo>
                  <a:lnTo>
                    <a:pt x="4392276" y="2861017"/>
                  </a:lnTo>
                  <a:lnTo>
                    <a:pt x="4393132" y="2852770"/>
                  </a:lnTo>
                  <a:lnTo>
                    <a:pt x="4393987" y="2887811"/>
                  </a:lnTo>
                  <a:lnTo>
                    <a:pt x="4394843" y="2957854"/>
                  </a:lnTo>
                  <a:lnTo>
                    <a:pt x="4395698" y="2978272"/>
                  </a:lnTo>
                  <a:lnTo>
                    <a:pt x="4396554" y="3012242"/>
                  </a:lnTo>
                  <a:lnTo>
                    <a:pt x="4397409" y="3062445"/>
                  </a:lnTo>
                  <a:lnTo>
                    <a:pt x="4398265" y="3070725"/>
                  </a:lnTo>
                  <a:lnTo>
                    <a:pt x="4399120" y="3046463"/>
                  </a:lnTo>
                  <a:lnTo>
                    <a:pt x="4399976" y="3004151"/>
                  </a:lnTo>
                  <a:lnTo>
                    <a:pt x="4400831" y="3025420"/>
                  </a:lnTo>
                  <a:lnTo>
                    <a:pt x="4401687" y="3075733"/>
                  </a:lnTo>
                  <a:lnTo>
                    <a:pt x="4402542" y="3054522"/>
                  </a:lnTo>
                  <a:lnTo>
                    <a:pt x="4403398" y="3024190"/>
                  </a:lnTo>
                  <a:lnTo>
                    <a:pt x="4404254" y="3047670"/>
                  </a:lnTo>
                  <a:lnTo>
                    <a:pt x="4405109" y="3051895"/>
                  </a:lnTo>
                  <a:lnTo>
                    <a:pt x="4405965" y="3082149"/>
                  </a:lnTo>
                  <a:lnTo>
                    <a:pt x="4406820" y="3116972"/>
                  </a:lnTo>
                  <a:lnTo>
                    <a:pt x="4407676" y="3116972"/>
                  </a:lnTo>
                  <a:lnTo>
                    <a:pt x="4408531" y="3116972"/>
                  </a:lnTo>
                  <a:lnTo>
                    <a:pt x="4409387" y="3116972"/>
                  </a:lnTo>
                  <a:lnTo>
                    <a:pt x="4410242" y="3116972"/>
                  </a:lnTo>
                  <a:lnTo>
                    <a:pt x="4411098" y="3116972"/>
                  </a:lnTo>
                  <a:lnTo>
                    <a:pt x="4411953" y="3116972"/>
                  </a:lnTo>
                  <a:lnTo>
                    <a:pt x="4412809" y="3116972"/>
                  </a:lnTo>
                  <a:lnTo>
                    <a:pt x="4413664" y="3116972"/>
                  </a:lnTo>
                  <a:lnTo>
                    <a:pt x="4414520" y="3116972"/>
                  </a:lnTo>
                  <a:lnTo>
                    <a:pt x="4415375" y="3116972"/>
                  </a:lnTo>
                  <a:lnTo>
                    <a:pt x="4416231" y="3116972"/>
                  </a:lnTo>
                  <a:lnTo>
                    <a:pt x="4417086" y="3116972"/>
                  </a:lnTo>
                  <a:lnTo>
                    <a:pt x="4417942" y="3116972"/>
                  </a:lnTo>
                  <a:lnTo>
                    <a:pt x="4418798" y="3116972"/>
                  </a:lnTo>
                  <a:lnTo>
                    <a:pt x="4419653" y="3116972"/>
                  </a:lnTo>
                  <a:lnTo>
                    <a:pt x="4420509" y="3116972"/>
                  </a:lnTo>
                  <a:lnTo>
                    <a:pt x="4421364" y="3071280"/>
                  </a:lnTo>
                  <a:lnTo>
                    <a:pt x="4422220" y="3037536"/>
                  </a:lnTo>
                  <a:lnTo>
                    <a:pt x="4423075" y="3026927"/>
                  </a:lnTo>
                  <a:lnTo>
                    <a:pt x="4423931" y="3017077"/>
                  </a:lnTo>
                  <a:lnTo>
                    <a:pt x="4424786" y="3014388"/>
                  </a:lnTo>
                  <a:lnTo>
                    <a:pt x="4425642" y="3018058"/>
                  </a:lnTo>
                  <a:lnTo>
                    <a:pt x="4426497" y="3073303"/>
                  </a:lnTo>
                  <a:lnTo>
                    <a:pt x="4427353" y="3094853"/>
                  </a:lnTo>
                  <a:lnTo>
                    <a:pt x="4428208" y="3068251"/>
                  </a:lnTo>
                  <a:lnTo>
                    <a:pt x="4429064" y="3044739"/>
                  </a:lnTo>
                  <a:lnTo>
                    <a:pt x="4429919" y="3042936"/>
                  </a:lnTo>
                  <a:lnTo>
                    <a:pt x="4430775" y="3093237"/>
                  </a:lnTo>
                  <a:lnTo>
                    <a:pt x="4431630" y="3116972"/>
                  </a:lnTo>
                  <a:lnTo>
                    <a:pt x="4432486" y="3116972"/>
                  </a:lnTo>
                  <a:lnTo>
                    <a:pt x="4433341" y="3116972"/>
                  </a:lnTo>
                  <a:lnTo>
                    <a:pt x="4434197" y="3116972"/>
                  </a:lnTo>
                  <a:lnTo>
                    <a:pt x="4435053" y="3116972"/>
                  </a:lnTo>
                  <a:lnTo>
                    <a:pt x="4435908" y="3116972"/>
                  </a:lnTo>
                  <a:lnTo>
                    <a:pt x="4436764" y="3116972"/>
                  </a:lnTo>
                  <a:lnTo>
                    <a:pt x="4437619" y="3116972"/>
                  </a:lnTo>
                  <a:lnTo>
                    <a:pt x="4438475" y="3116972"/>
                  </a:lnTo>
                  <a:lnTo>
                    <a:pt x="4439330" y="3116972"/>
                  </a:lnTo>
                  <a:lnTo>
                    <a:pt x="4440186" y="3116972"/>
                  </a:lnTo>
                  <a:lnTo>
                    <a:pt x="4441041" y="3116972"/>
                  </a:lnTo>
                  <a:lnTo>
                    <a:pt x="4441897" y="3083338"/>
                  </a:lnTo>
                  <a:lnTo>
                    <a:pt x="4442752" y="3010795"/>
                  </a:lnTo>
                  <a:lnTo>
                    <a:pt x="4443608" y="3006385"/>
                  </a:lnTo>
                  <a:lnTo>
                    <a:pt x="4444463" y="3002941"/>
                  </a:lnTo>
                  <a:lnTo>
                    <a:pt x="4445319" y="3058659"/>
                  </a:lnTo>
                  <a:lnTo>
                    <a:pt x="4446174" y="3048613"/>
                  </a:lnTo>
                  <a:lnTo>
                    <a:pt x="4447030" y="3066286"/>
                  </a:lnTo>
                  <a:lnTo>
                    <a:pt x="4447885" y="3096007"/>
                  </a:lnTo>
                  <a:lnTo>
                    <a:pt x="4448741" y="3105651"/>
                  </a:lnTo>
                  <a:lnTo>
                    <a:pt x="4449596" y="3116972"/>
                  </a:lnTo>
                  <a:lnTo>
                    <a:pt x="4450452" y="3116972"/>
                  </a:lnTo>
                  <a:lnTo>
                    <a:pt x="4451308" y="3116972"/>
                  </a:lnTo>
                  <a:lnTo>
                    <a:pt x="4452163" y="3116972"/>
                  </a:lnTo>
                  <a:lnTo>
                    <a:pt x="4453019" y="3116972"/>
                  </a:lnTo>
                  <a:lnTo>
                    <a:pt x="4453874" y="3116972"/>
                  </a:lnTo>
                  <a:lnTo>
                    <a:pt x="4454730" y="3116972"/>
                  </a:lnTo>
                  <a:lnTo>
                    <a:pt x="4455585" y="3047208"/>
                  </a:lnTo>
                  <a:lnTo>
                    <a:pt x="4456441" y="3044709"/>
                  </a:lnTo>
                  <a:lnTo>
                    <a:pt x="4457296" y="3035535"/>
                  </a:lnTo>
                  <a:lnTo>
                    <a:pt x="4458152" y="3038365"/>
                  </a:lnTo>
                  <a:lnTo>
                    <a:pt x="4459007" y="3010587"/>
                  </a:lnTo>
                  <a:lnTo>
                    <a:pt x="4459863" y="3044641"/>
                  </a:lnTo>
                  <a:lnTo>
                    <a:pt x="4460718" y="3060434"/>
                  </a:lnTo>
                  <a:lnTo>
                    <a:pt x="4461574" y="3062936"/>
                  </a:lnTo>
                  <a:lnTo>
                    <a:pt x="4462429" y="3072109"/>
                  </a:lnTo>
                  <a:lnTo>
                    <a:pt x="4463285" y="3058782"/>
                  </a:lnTo>
                  <a:lnTo>
                    <a:pt x="4464140" y="3102461"/>
                  </a:lnTo>
                  <a:lnTo>
                    <a:pt x="4464996" y="3110133"/>
                  </a:lnTo>
                  <a:lnTo>
                    <a:pt x="4465851" y="3073776"/>
                  </a:lnTo>
                  <a:lnTo>
                    <a:pt x="4466707" y="3073777"/>
                  </a:lnTo>
                  <a:lnTo>
                    <a:pt x="4467563" y="3068185"/>
                  </a:lnTo>
                  <a:lnTo>
                    <a:pt x="4468418" y="3048655"/>
                  </a:lnTo>
                  <a:lnTo>
                    <a:pt x="4469274" y="3039222"/>
                  </a:lnTo>
                  <a:lnTo>
                    <a:pt x="4470129" y="3060955"/>
                  </a:lnTo>
                  <a:lnTo>
                    <a:pt x="4470985" y="3116972"/>
                  </a:lnTo>
                  <a:lnTo>
                    <a:pt x="4471840" y="3116972"/>
                  </a:lnTo>
                  <a:lnTo>
                    <a:pt x="4472696" y="3116972"/>
                  </a:lnTo>
                  <a:lnTo>
                    <a:pt x="4473551" y="3116972"/>
                  </a:lnTo>
                  <a:lnTo>
                    <a:pt x="4474407" y="3116972"/>
                  </a:lnTo>
                  <a:lnTo>
                    <a:pt x="4475262" y="3116972"/>
                  </a:lnTo>
                  <a:lnTo>
                    <a:pt x="4476118" y="3093081"/>
                  </a:lnTo>
                  <a:lnTo>
                    <a:pt x="4476973" y="3038586"/>
                  </a:lnTo>
                  <a:lnTo>
                    <a:pt x="4477829" y="3000992"/>
                  </a:lnTo>
                  <a:lnTo>
                    <a:pt x="4478684" y="2927491"/>
                  </a:lnTo>
                  <a:lnTo>
                    <a:pt x="4479540" y="2924414"/>
                  </a:lnTo>
                  <a:lnTo>
                    <a:pt x="4480395" y="2942752"/>
                  </a:lnTo>
                  <a:lnTo>
                    <a:pt x="4481251" y="3003739"/>
                  </a:lnTo>
                  <a:lnTo>
                    <a:pt x="4482107" y="3022854"/>
                  </a:lnTo>
                  <a:lnTo>
                    <a:pt x="4482962" y="3014751"/>
                  </a:lnTo>
                  <a:lnTo>
                    <a:pt x="4483818" y="3028178"/>
                  </a:lnTo>
                  <a:lnTo>
                    <a:pt x="4484673" y="3025010"/>
                  </a:lnTo>
                  <a:lnTo>
                    <a:pt x="4485529" y="3012398"/>
                  </a:lnTo>
                  <a:lnTo>
                    <a:pt x="4486384" y="2983825"/>
                  </a:lnTo>
                  <a:lnTo>
                    <a:pt x="4487240" y="3027685"/>
                  </a:lnTo>
                  <a:lnTo>
                    <a:pt x="4488095" y="3052670"/>
                  </a:lnTo>
                  <a:lnTo>
                    <a:pt x="4488951" y="3065292"/>
                  </a:lnTo>
                  <a:lnTo>
                    <a:pt x="4489806" y="3093188"/>
                  </a:lnTo>
                  <a:lnTo>
                    <a:pt x="4490662" y="3090179"/>
                  </a:lnTo>
                  <a:lnTo>
                    <a:pt x="4491517" y="3075317"/>
                  </a:lnTo>
                  <a:lnTo>
                    <a:pt x="4492373" y="2986964"/>
                  </a:lnTo>
                  <a:lnTo>
                    <a:pt x="4493228" y="2956126"/>
                  </a:lnTo>
                  <a:lnTo>
                    <a:pt x="4494084" y="3001992"/>
                  </a:lnTo>
                  <a:lnTo>
                    <a:pt x="4494939" y="3016600"/>
                  </a:lnTo>
                  <a:lnTo>
                    <a:pt x="4495795" y="3052386"/>
                  </a:lnTo>
                  <a:lnTo>
                    <a:pt x="4496650" y="3046147"/>
                  </a:lnTo>
                  <a:lnTo>
                    <a:pt x="4497506" y="3072788"/>
                  </a:lnTo>
                  <a:lnTo>
                    <a:pt x="4498362" y="3113907"/>
                  </a:lnTo>
                  <a:lnTo>
                    <a:pt x="4499217" y="3057060"/>
                  </a:lnTo>
                  <a:lnTo>
                    <a:pt x="4500073" y="2988544"/>
                  </a:lnTo>
                  <a:lnTo>
                    <a:pt x="4500928" y="2983412"/>
                  </a:lnTo>
                  <a:lnTo>
                    <a:pt x="4501784" y="3038512"/>
                  </a:lnTo>
                  <a:lnTo>
                    <a:pt x="4502639" y="3103547"/>
                  </a:lnTo>
                  <a:lnTo>
                    <a:pt x="4503495" y="3094263"/>
                  </a:lnTo>
                  <a:lnTo>
                    <a:pt x="4504350" y="3116972"/>
                  </a:lnTo>
                  <a:lnTo>
                    <a:pt x="4505206" y="3116972"/>
                  </a:lnTo>
                  <a:lnTo>
                    <a:pt x="4506061" y="3116972"/>
                  </a:lnTo>
                  <a:lnTo>
                    <a:pt x="4506917" y="3116972"/>
                  </a:lnTo>
                  <a:lnTo>
                    <a:pt x="4507772" y="3116972"/>
                  </a:lnTo>
                  <a:lnTo>
                    <a:pt x="4508628" y="3116972"/>
                  </a:lnTo>
                  <a:lnTo>
                    <a:pt x="4509483" y="3056541"/>
                  </a:lnTo>
                  <a:lnTo>
                    <a:pt x="4510339" y="2958651"/>
                  </a:lnTo>
                  <a:lnTo>
                    <a:pt x="4511194" y="2931982"/>
                  </a:lnTo>
                  <a:lnTo>
                    <a:pt x="4512050" y="2924222"/>
                  </a:lnTo>
                  <a:lnTo>
                    <a:pt x="4512905" y="2858639"/>
                  </a:lnTo>
                  <a:lnTo>
                    <a:pt x="4513761" y="2796538"/>
                  </a:lnTo>
                  <a:lnTo>
                    <a:pt x="4514617" y="2812248"/>
                  </a:lnTo>
                  <a:lnTo>
                    <a:pt x="4515472" y="2755744"/>
                  </a:lnTo>
                  <a:lnTo>
                    <a:pt x="4516328" y="2678369"/>
                  </a:lnTo>
                  <a:lnTo>
                    <a:pt x="4517183" y="2624159"/>
                  </a:lnTo>
                  <a:lnTo>
                    <a:pt x="4518039" y="2673073"/>
                  </a:lnTo>
                  <a:lnTo>
                    <a:pt x="4518894" y="2739685"/>
                  </a:lnTo>
                  <a:lnTo>
                    <a:pt x="4519750" y="2826372"/>
                  </a:lnTo>
                  <a:lnTo>
                    <a:pt x="4520605" y="2971763"/>
                  </a:lnTo>
                  <a:lnTo>
                    <a:pt x="4521461" y="3064902"/>
                  </a:lnTo>
                  <a:lnTo>
                    <a:pt x="4522316" y="3099795"/>
                  </a:lnTo>
                  <a:lnTo>
                    <a:pt x="4523172" y="3103595"/>
                  </a:lnTo>
                  <a:lnTo>
                    <a:pt x="4524027" y="3101586"/>
                  </a:lnTo>
                  <a:lnTo>
                    <a:pt x="4524883" y="3059212"/>
                  </a:lnTo>
                  <a:lnTo>
                    <a:pt x="4525738" y="3056417"/>
                  </a:lnTo>
                  <a:lnTo>
                    <a:pt x="4526594" y="3055901"/>
                  </a:lnTo>
                  <a:lnTo>
                    <a:pt x="4527449" y="3010188"/>
                  </a:lnTo>
                  <a:lnTo>
                    <a:pt x="4528305" y="2991907"/>
                  </a:lnTo>
                  <a:lnTo>
                    <a:pt x="4529161" y="2998637"/>
                  </a:lnTo>
                  <a:lnTo>
                    <a:pt x="4530016" y="2987629"/>
                  </a:lnTo>
                  <a:lnTo>
                    <a:pt x="4530872" y="2940970"/>
                  </a:lnTo>
                  <a:lnTo>
                    <a:pt x="4531727" y="2943318"/>
                  </a:lnTo>
                  <a:lnTo>
                    <a:pt x="4532583" y="2989031"/>
                  </a:lnTo>
                  <a:lnTo>
                    <a:pt x="4533438" y="3007311"/>
                  </a:lnTo>
                  <a:lnTo>
                    <a:pt x="4534294" y="3000582"/>
                  </a:lnTo>
                  <a:lnTo>
                    <a:pt x="4535149" y="3020987"/>
                  </a:lnTo>
                  <a:lnTo>
                    <a:pt x="4536005" y="3116972"/>
                  </a:lnTo>
                  <a:lnTo>
                    <a:pt x="4536860" y="3110450"/>
                  </a:lnTo>
                  <a:lnTo>
                    <a:pt x="4537716" y="3044302"/>
                  </a:lnTo>
                  <a:lnTo>
                    <a:pt x="4538571" y="2971185"/>
                  </a:lnTo>
                  <a:lnTo>
                    <a:pt x="4539427" y="2896496"/>
                  </a:lnTo>
                  <a:lnTo>
                    <a:pt x="4540282" y="2884963"/>
                  </a:lnTo>
                  <a:lnTo>
                    <a:pt x="4541138" y="2890738"/>
                  </a:lnTo>
                  <a:lnTo>
                    <a:pt x="4541993" y="2936452"/>
                  </a:lnTo>
                  <a:lnTo>
                    <a:pt x="4542849" y="3052009"/>
                  </a:lnTo>
                  <a:lnTo>
                    <a:pt x="4543704" y="3116972"/>
                  </a:lnTo>
                  <a:lnTo>
                    <a:pt x="4544560" y="3116972"/>
                  </a:lnTo>
                  <a:lnTo>
                    <a:pt x="4545416" y="3116972"/>
                  </a:lnTo>
                  <a:lnTo>
                    <a:pt x="4546271" y="3116972"/>
                  </a:lnTo>
                  <a:lnTo>
                    <a:pt x="4547127" y="3116972"/>
                  </a:lnTo>
                  <a:lnTo>
                    <a:pt x="4547982" y="3089670"/>
                  </a:lnTo>
                  <a:lnTo>
                    <a:pt x="4548838" y="3047457"/>
                  </a:lnTo>
                  <a:lnTo>
                    <a:pt x="4549693" y="3023953"/>
                  </a:lnTo>
                  <a:lnTo>
                    <a:pt x="4550549" y="3020408"/>
                  </a:lnTo>
                  <a:lnTo>
                    <a:pt x="4551404" y="3020408"/>
                  </a:lnTo>
                  <a:lnTo>
                    <a:pt x="4552260" y="3020629"/>
                  </a:lnTo>
                  <a:lnTo>
                    <a:pt x="4553115" y="3019070"/>
                  </a:lnTo>
                  <a:lnTo>
                    <a:pt x="4553971" y="2944092"/>
                  </a:lnTo>
                  <a:lnTo>
                    <a:pt x="4554826" y="2902752"/>
                  </a:lnTo>
                  <a:lnTo>
                    <a:pt x="4555682" y="2831053"/>
                  </a:lnTo>
                  <a:lnTo>
                    <a:pt x="4556537" y="2791233"/>
                  </a:lnTo>
                  <a:lnTo>
                    <a:pt x="4557393" y="2847609"/>
                  </a:lnTo>
                  <a:lnTo>
                    <a:pt x="4558248" y="2893595"/>
                  </a:lnTo>
                  <a:lnTo>
                    <a:pt x="4559104" y="3009783"/>
                  </a:lnTo>
                  <a:lnTo>
                    <a:pt x="4559959" y="3049580"/>
                  </a:lnTo>
                  <a:lnTo>
                    <a:pt x="4560815" y="3094812"/>
                  </a:lnTo>
                  <a:lnTo>
                    <a:pt x="4561671" y="3116972"/>
                  </a:lnTo>
                  <a:lnTo>
                    <a:pt x="4562526" y="3071348"/>
                  </a:lnTo>
                  <a:lnTo>
                    <a:pt x="4563382" y="3028654"/>
                  </a:lnTo>
                  <a:lnTo>
                    <a:pt x="4564237" y="3045535"/>
                  </a:lnTo>
                  <a:lnTo>
                    <a:pt x="4565093" y="3085805"/>
                  </a:lnTo>
                  <a:lnTo>
                    <a:pt x="4565948" y="3045346"/>
                  </a:lnTo>
                  <a:lnTo>
                    <a:pt x="4566804" y="3022700"/>
                  </a:lnTo>
                  <a:lnTo>
                    <a:pt x="4567659" y="3022700"/>
                  </a:lnTo>
                  <a:lnTo>
                    <a:pt x="4568515" y="3022700"/>
                  </a:lnTo>
                  <a:lnTo>
                    <a:pt x="4569370" y="2986786"/>
                  </a:lnTo>
                  <a:lnTo>
                    <a:pt x="4570226" y="2989312"/>
                  </a:lnTo>
                  <a:lnTo>
                    <a:pt x="4571081" y="3064047"/>
                  </a:lnTo>
                  <a:lnTo>
                    <a:pt x="4571937" y="3088663"/>
                  </a:lnTo>
                  <a:lnTo>
                    <a:pt x="4572792" y="3116401"/>
                  </a:lnTo>
                  <a:lnTo>
                    <a:pt x="4573648" y="3116972"/>
                  </a:lnTo>
                  <a:lnTo>
                    <a:pt x="4574503" y="3116972"/>
                  </a:lnTo>
                  <a:lnTo>
                    <a:pt x="4575359" y="3116972"/>
                  </a:lnTo>
                  <a:lnTo>
                    <a:pt x="4576215" y="3116972"/>
                  </a:lnTo>
                  <a:lnTo>
                    <a:pt x="4577070" y="3116972"/>
                  </a:lnTo>
                  <a:lnTo>
                    <a:pt x="4577926" y="3105591"/>
                  </a:lnTo>
                  <a:lnTo>
                    <a:pt x="4578781" y="3030074"/>
                  </a:lnTo>
                  <a:lnTo>
                    <a:pt x="4579637" y="2976948"/>
                  </a:lnTo>
                  <a:lnTo>
                    <a:pt x="4580492" y="2990194"/>
                  </a:lnTo>
                  <a:lnTo>
                    <a:pt x="4581348" y="3028935"/>
                  </a:lnTo>
                  <a:lnTo>
                    <a:pt x="4582203" y="3095260"/>
                  </a:lnTo>
                  <a:lnTo>
                    <a:pt x="4583059" y="3116972"/>
                  </a:lnTo>
                  <a:lnTo>
                    <a:pt x="4583914" y="3116972"/>
                  </a:lnTo>
                  <a:lnTo>
                    <a:pt x="4584770" y="3116972"/>
                  </a:lnTo>
                  <a:lnTo>
                    <a:pt x="4585625" y="3116972"/>
                  </a:lnTo>
                  <a:lnTo>
                    <a:pt x="4586481" y="3116972"/>
                  </a:lnTo>
                  <a:lnTo>
                    <a:pt x="4587336" y="3116039"/>
                  </a:lnTo>
                  <a:lnTo>
                    <a:pt x="4588192" y="3116972"/>
                  </a:lnTo>
                  <a:lnTo>
                    <a:pt x="4589047" y="3116972"/>
                  </a:lnTo>
                  <a:lnTo>
                    <a:pt x="4589903" y="3116972"/>
                  </a:lnTo>
                  <a:lnTo>
                    <a:pt x="4590758" y="3116972"/>
                  </a:lnTo>
                  <a:lnTo>
                    <a:pt x="4591614" y="3116972"/>
                  </a:lnTo>
                  <a:lnTo>
                    <a:pt x="4592470" y="3116972"/>
                  </a:lnTo>
                  <a:lnTo>
                    <a:pt x="4593325" y="3111764"/>
                  </a:lnTo>
                  <a:lnTo>
                    <a:pt x="4594181" y="2991286"/>
                  </a:lnTo>
                  <a:lnTo>
                    <a:pt x="4595036" y="2937151"/>
                  </a:lnTo>
                  <a:lnTo>
                    <a:pt x="4595892" y="2991897"/>
                  </a:lnTo>
                  <a:lnTo>
                    <a:pt x="4596747" y="3023531"/>
                  </a:lnTo>
                  <a:lnTo>
                    <a:pt x="4597603" y="2984358"/>
                  </a:lnTo>
                  <a:lnTo>
                    <a:pt x="4598458" y="2936221"/>
                  </a:lnTo>
                  <a:lnTo>
                    <a:pt x="4599314" y="3045370"/>
                  </a:lnTo>
                  <a:lnTo>
                    <a:pt x="4600169" y="3083475"/>
                  </a:lnTo>
                  <a:lnTo>
                    <a:pt x="4601025" y="3067963"/>
                  </a:lnTo>
                  <a:lnTo>
                    <a:pt x="4601880" y="3051240"/>
                  </a:lnTo>
                  <a:lnTo>
                    <a:pt x="4602736" y="3055022"/>
                  </a:lnTo>
                  <a:lnTo>
                    <a:pt x="4603591" y="3116972"/>
                  </a:lnTo>
                  <a:lnTo>
                    <a:pt x="4604447" y="3116972"/>
                  </a:lnTo>
                  <a:lnTo>
                    <a:pt x="4605302" y="3116972"/>
                  </a:lnTo>
                  <a:lnTo>
                    <a:pt x="4606158" y="3116972"/>
                  </a:lnTo>
                  <a:lnTo>
                    <a:pt x="4607013" y="3116972"/>
                  </a:lnTo>
                  <a:lnTo>
                    <a:pt x="4607869" y="3116972"/>
                  </a:lnTo>
                  <a:lnTo>
                    <a:pt x="4608725" y="3116972"/>
                  </a:lnTo>
                  <a:lnTo>
                    <a:pt x="4609580" y="3116972"/>
                  </a:lnTo>
                  <a:lnTo>
                    <a:pt x="4610436" y="3116972"/>
                  </a:lnTo>
                  <a:lnTo>
                    <a:pt x="4611291" y="3017754"/>
                  </a:lnTo>
                  <a:lnTo>
                    <a:pt x="4612147" y="2935346"/>
                  </a:lnTo>
                  <a:lnTo>
                    <a:pt x="4613002" y="2888439"/>
                  </a:lnTo>
                  <a:lnTo>
                    <a:pt x="4613858" y="2835458"/>
                  </a:lnTo>
                  <a:lnTo>
                    <a:pt x="4614713" y="2797424"/>
                  </a:lnTo>
                  <a:lnTo>
                    <a:pt x="4615569" y="2877297"/>
                  </a:lnTo>
                  <a:lnTo>
                    <a:pt x="4616424" y="3007021"/>
                  </a:lnTo>
                  <a:lnTo>
                    <a:pt x="4617280" y="3051129"/>
                  </a:lnTo>
                  <a:lnTo>
                    <a:pt x="4618135" y="3042759"/>
                  </a:lnTo>
                  <a:lnTo>
                    <a:pt x="4618991" y="3099593"/>
                  </a:lnTo>
                  <a:lnTo>
                    <a:pt x="4619846" y="3116972"/>
                  </a:lnTo>
                  <a:lnTo>
                    <a:pt x="4620702" y="3116972"/>
                  </a:lnTo>
                  <a:lnTo>
                    <a:pt x="4621557" y="3056356"/>
                  </a:lnTo>
                  <a:lnTo>
                    <a:pt x="4622413" y="3010585"/>
                  </a:lnTo>
                  <a:lnTo>
                    <a:pt x="4623269" y="3029402"/>
                  </a:lnTo>
                  <a:lnTo>
                    <a:pt x="4624124" y="3043814"/>
                  </a:lnTo>
                  <a:lnTo>
                    <a:pt x="4624980" y="3050829"/>
                  </a:lnTo>
                  <a:lnTo>
                    <a:pt x="4625835" y="3090565"/>
                  </a:lnTo>
                  <a:lnTo>
                    <a:pt x="4626691" y="3116972"/>
                  </a:lnTo>
                  <a:lnTo>
                    <a:pt x="4627546" y="3116972"/>
                  </a:lnTo>
                  <a:lnTo>
                    <a:pt x="4628402" y="3116972"/>
                  </a:lnTo>
                  <a:lnTo>
                    <a:pt x="4629257" y="3116972"/>
                  </a:lnTo>
                  <a:lnTo>
                    <a:pt x="4630113" y="3116972"/>
                  </a:lnTo>
                  <a:lnTo>
                    <a:pt x="4630968" y="3116972"/>
                  </a:lnTo>
                  <a:lnTo>
                    <a:pt x="4631824" y="3116972"/>
                  </a:lnTo>
                  <a:lnTo>
                    <a:pt x="4632679" y="3109573"/>
                  </a:lnTo>
                  <a:lnTo>
                    <a:pt x="4633535" y="3116972"/>
                  </a:lnTo>
                  <a:lnTo>
                    <a:pt x="4634390" y="3069204"/>
                  </a:lnTo>
                  <a:lnTo>
                    <a:pt x="4635246" y="2983424"/>
                  </a:lnTo>
                  <a:lnTo>
                    <a:pt x="4636101" y="2937639"/>
                  </a:lnTo>
                  <a:lnTo>
                    <a:pt x="4636957" y="2933113"/>
                  </a:lnTo>
                  <a:lnTo>
                    <a:pt x="4637812" y="2909799"/>
                  </a:lnTo>
                  <a:lnTo>
                    <a:pt x="4638668" y="2923440"/>
                  </a:lnTo>
                  <a:lnTo>
                    <a:pt x="4639524" y="3014516"/>
                  </a:lnTo>
                  <a:lnTo>
                    <a:pt x="4640379" y="3034025"/>
                  </a:lnTo>
                  <a:lnTo>
                    <a:pt x="4641235" y="3004622"/>
                  </a:lnTo>
                  <a:lnTo>
                    <a:pt x="4642090" y="3019792"/>
                  </a:lnTo>
                  <a:lnTo>
                    <a:pt x="4642946" y="3071952"/>
                  </a:lnTo>
                  <a:lnTo>
                    <a:pt x="4643801" y="3090209"/>
                  </a:lnTo>
                  <a:lnTo>
                    <a:pt x="4644657" y="3045622"/>
                  </a:lnTo>
                  <a:lnTo>
                    <a:pt x="4645512" y="3068048"/>
                  </a:lnTo>
                  <a:lnTo>
                    <a:pt x="4646368" y="3112540"/>
                  </a:lnTo>
                  <a:lnTo>
                    <a:pt x="4647223" y="3116972"/>
                  </a:lnTo>
                  <a:lnTo>
                    <a:pt x="4648079" y="3112890"/>
                  </a:lnTo>
                  <a:lnTo>
                    <a:pt x="4648934" y="3090515"/>
                  </a:lnTo>
                  <a:lnTo>
                    <a:pt x="4649790" y="3110292"/>
                  </a:lnTo>
                  <a:lnTo>
                    <a:pt x="4650645" y="3086354"/>
                  </a:lnTo>
                  <a:lnTo>
                    <a:pt x="4651501" y="3044608"/>
                  </a:lnTo>
                  <a:lnTo>
                    <a:pt x="4652356" y="2984025"/>
                  </a:lnTo>
                  <a:lnTo>
                    <a:pt x="4653212" y="2944355"/>
                  </a:lnTo>
                  <a:lnTo>
                    <a:pt x="4654067" y="2943641"/>
                  </a:lnTo>
                  <a:lnTo>
                    <a:pt x="4654923" y="2975994"/>
                  </a:lnTo>
                  <a:lnTo>
                    <a:pt x="4655779" y="3045285"/>
                  </a:lnTo>
                  <a:lnTo>
                    <a:pt x="4656634" y="3116972"/>
                  </a:lnTo>
                  <a:lnTo>
                    <a:pt x="4657490" y="3116972"/>
                  </a:lnTo>
                  <a:lnTo>
                    <a:pt x="4658345" y="3116972"/>
                  </a:lnTo>
                  <a:lnTo>
                    <a:pt x="4659201" y="3116972"/>
                  </a:lnTo>
                  <a:lnTo>
                    <a:pt x="4660056" y="3116972"/>
                  </a:lnTo>
                  <a:lnTo>
                    <a:pt x="4660912" y="3116972"/>
                  </a:lnTo>
                  <a:lnTo>
                    <a:pt x="4661767" y="3110850"/>
                  </a:lnTo>
                  <a:lnTo>
                    <a:pt x="4662623" y="3108959"/>
                  </a:lnTo>
                  <a:lnTo>
                    <a:pt x="4663478" y="3098598"/>
                  </a:lnTo>
                  <a:lnTo>
                    <a:pt x="4664334" y="3115749"/>
                  </a:lnTo>
                  <a:lnTo>
                    <a:pt x="4665189" y="3116972"/>
                  </a:lnTo>
                  <a:lnTo>
                    <a:pt x="4666045" y="3116972"/>
                  </a:lnTo>
                  <a:lnTo>
                    <a:pt x="4666900" y="3080783"/>
                  </a:lnTo>
                  <a:lnTo>
                    <a:pt x="4667756" y="3003415"/>
                  </a:lnTo>
                  <a:lnTo>
                    <a:pt x="4668611" y="2953624"/>
                  </a:lnTo>
                  <a:lnTo>
                    <a:pt x="4669467" y="3024526"/>
                  </a:lnTo>
                  <a:lnTo>
                    <a:pt x="4670322" y="3063261"/>
                  </a:lnTo>
                  <a:lnTo>
                    <a:pt x="4671178" y="3087680"/>
                  </a:lnTo>
                  <a:lnTo>
                    <a:pt x="4672034" y="3116972"/>
                  </a:lnTo>
                  <a:lnTo>
                    <a:pt x="4672889" y="3116972"/>
                  </a:lnTo>
                  <a:lnTo>
                    <a:pt x="4673745" y="3116972"/>
                  </a:lnTo>
                  <a:lnTo>
                    <a:pt x="4674600" y="3116972"/>
                  </a:lnTo>
                  <a:lnTo>
                    <a:pt x="4675456" y="3058649"/>
                  </a:lnTo>
                  <a:lnTo>
                    <a:pt x="4676311" y="3050876"/>
                  </a:lnTo>
                  <a:lnTo>
                    <a:pt x="4677167" y="3007594"/>
                  </a:lnTo>
                  <a:lnTo>
                    <a:pt x="4678022" y="3027601"/>
                  </a:lnTo>
                  <a:lnTo>
                    <a:pt x="4678878" y="3102986"/>
                  </a:lnTo>
                  <a:lnTo>
                    <a:pt x="4679733" y="3116972"/>
                  </a:lnTo>
                  <a:lnTo>
                    <a:pt x="4680589" y="3116972"/>
                  </a:lnTo>
                  <a:lnTo>
                    <a:pt x="4681444" y="3109598"/>
                  </a:lnTo>
                  <a:lnTo>
                    <a:pt x="4682300" y="3104013"/>
                  </a:lnTo>
                  <a:lnTo>
                    <a:pt x="4683155" y="3041380"/>
                  </a:lnTo>
                  <a:lnTo>
                    <a:pt x="4684011" y="2958465"/>
                  </a:lnTo>
                  <a:lnTo>
                    <a:pt x="4684866" y="2944546"/>
                  </a:lnTo>
                  <a:lnTo>
                    <a:pt x="4685722" y="2947796"/>
                  </a:lnTo>
                  <a:lnTo>
                    <a:pt x="4686578" y="2903892"/>
                  </a:lnTo>
                  <a:lnTo>
                    <a:pt x="4687433" y="2837311"/>
                  </a:lnTo>
                  <a:lnTo>
                    <a:pt x="4688289" y="2829023"/>
                  </a:lnTo>
                  <a:lnTo>
                    <a:pt x="4689144" y="2862615"/>
                  </a:lnTo>
                  <a:lnTo>
                    <a:pt x="4690000" y="2845443"/>
                  </a:lnTo>
                  <a:lnTo>
                    <a:pt x="4690855" y="2818465"/>
                  </a:lnTo>
                  <a:lnTo>
                    <a:pt x="4691711" y="2820823"/>
                  </a:lnTo>
                  <a:lnTo>
                    <a:pt x="4692566" y="2936733"/>
                  </a:lnTo>
                  <a:lnTo>
                    <a:pt x="4693422" y="2948744"/>
                  </a:lnTo>
                  <a:lnTo>
                    <a:pt x="4694277" y="2855851"/>
                  </a:lnTo>
                  <a:lnTo>
                    <a:pt x="4695133" y="2840209"/>
                  </a:lnTo>
                  <a:lnTo>
                    <a:pt x="4695988" y="2888587"/>
                  </a:lnTo>
                  <a:lnTo>
                    <a:pt x="4696844" y="2988588"/>
                  </a:lnTo>
                  <a:lnTo>
                    <a:pt x="4697699" y="2979964"/>
                  </a:lnTo>
                  <a:lnTo>
                    <a:pt x="4698555" y="2991393"/>
                  </a:lnTo>
                  <a:lnTo>
                    <a:pt x="4699410" y="3033055"/>
                  </a:lnTo>
                  <a:lnTo>
                    <a:pt x="4700266" y="3038900"/>
                  </a:lnTo>
                  <a:lnTo>
                    <a:pt x="4701121" y="2994328"/>
                  </a:lnTo>
                  <a:lnTo>
                    <a:pt x="4701977" y="2963555"/>
                  </a:lnTo>
                  <a:lnTo>
                    <a:pt x="4702833" y="2979137"/>
                  </a:lnTo>
                  <a:lnTo>
                    <a:pt x="4703688" y="3001832"/>
                  </a:lnTo>
                  <a:lnTo>
                    <a:pt x="4704544" y="3035007"/>
                  </a:lnTo>
                  <a:lnTo>
                    <a:pt x="4705399" y="3010103"/>
                  </a:lnTo>
                  <a:lnTo>
                    <a:pt x="4706255" y="2965979"/>
                  </a:lnTo>
                  <a:lnTo>
                    <a:pt x="4707110" y="2866315"/>
                  </a:lnTo>
                  <a:lnTo>
                    <a:pt x="4707966" y="2818256"/>
                  </a:lnTo>
                  <a:lnTo>
                    <a:pt x="4708821" y="2769210"/>
                  </a:lnTo>
                  <a:lnTo>
                    <a:pt x="4709677" y="2756246"/>
                  </a:lnTo>
                  <a:lnTo>
                    <a:pt x="4710532" y="2739762"/>
                  </a:lnTo>
                  <a:lnTo>
                    <a:pt x="4711388" y="2768713"/>
                  </a:lnTo>
                  <a:lnTo>
                    <a:pt x="4712243" y="2781512"/>
                  </a:lnTo>
                  <a:lnTo>
                    <a:pt x="4713099" y="2742297"/>
                  </a:lnTo>
                  <a:lnTo>
                    <a:pt x="4713954" y="2769577"/>
                  </a:lnTo>
                  <a:lnTo>
                    <a:pt x="4714810" y="2802569"/>
                  </a:lnTo>
                  <a:lnTo>
                    <a:pt x="4715665" y="2881361"/>
                  </a:lnTo>
                  <a:lnTo>
                    <a:pt x="4716521" y="2865563"/>
                  </a:lnTo>
                  <a:lnTo>
                    <a:pt x="4717376" y="2882657"/>
                  </a:lnTo>
                  <a:lnTo>
                    <a:pt x="4718232" y="2961024"/>
                  </a:lnTo>
                  <a:lnTo>
                    <a:pt x="4719088" y="3017973"/>
                  </a:lnTo>
                  <a:lnTo>
                    <a:pt x="4719943" y="3044821"/>
                  </a:lnTo>
                  <a:lnTo>
                    <a:pt x="4720799" y="2973796"/>
                  </a:lnTo>
                  <a:lnTo>
                    <a:pt x="4721654" y="2937748"/>
                  </a:lnTo>
                  <a:lnTo>
                    <a:pt x="4722510" y="2971567"/>
                  </a:lnTo>
                  <a:lnTo>
                    <a:pt x="4723365" y="2991034"/>
                  </a:lnTo>
                  <a:lnTo>
                    <a:pt x="4724221" y="2943272"/>
                  </a:lnTo>
                  <a:lnTo>
                    <a:pt x="4725076" y="2879697"/>
                  </a:lnTo>
                  <a:lnTo>
                    <a:pt x="4725932" y="2939067"/>
                  </a:lnTo>
                  <a:lnTo>
                    <a:pt x="4726787" y="3031165"/>
                  </a:lnTo>
                  <a:lnTo>
                    <a:pt x="4727643" y="3068543"/>
                  </a:lnTo>
                  <a:lnTo>
                    <a:pt x="4728498" y="3052112"/>
                  </a:lnTo>
                  <a:lnTo>
                    <a:pt x="4729354" y="3059189"/>
                  </a:lnTo>
                  <a:lnTo>
                    <a:pt x="4730209" y="3061865"/>
                  </a:lnTo>
                  <a:lnTo>
                    <a:pt x="4731065" y="3043749"/>
                  </a:lnTo>
                  <a:lnTo>
                    <a:pt x="4731920" y="3050256"/>
                  </a:lnTo>
                  <a:lnTo>
                    <a:pt x="4732776" y="3085294"/>
                  </a:lnTo>
                  <a:lnTo>
                    <a:pt x="4733632" y="3105973"/>
                  </a:lnTo>
                  <a:lnTo>
                    <a:pt x="4734487" y="3116972"/>
                  </a:lnTo>
                  <a:lnTo>
                    <a:pt x="4735343" y="3116972"/>
                  </a:lnTo>
                  <a:lnTo>
                    <a:pt x="4736198" y="3116972"/>
                  </a:lnTo>
                  <a:lnTo>
                    <a:pt x="4737054" y="3116972"/>
                  </a:lnTo>
                  <a:lnTo>
                    <a:pt x="4737909" y="3116972"/>
                  </a:lnTo>
                  <a:lnTo>
                    <a:pt x="4738765" y="3116972"/>
                  </a:lnTo>
                  <a:lnTo>
                    <a:pt x="4739620" y="3116972"/>
                  </a:lnTo>
                  <a:lnTo>
                    <a:pt x="4740476" y="3116972"/>
                  </a:lnTo>
                  <a:lnTo>
                    <a:pt x="4741331" y="3074041"/>
                  </a:lnTo>
                  <a:lnTo>
                    <a:pt x="4742187" y="3077872"/>
                  </a:lnTo>
                  <a:lnTo>
                    <a:pt x="4743042" y="3116972"/>
                  </a:lnTo>
                  <a:lnTo>
                    <a:pt x="4743898" y="3116972"/>
                  </a:lnTo>
                  <a:lnTo>
                    <a:pt x="4744753" y="3080299"/>
                  </a:lnTo>
                  <a:lnTo>
                    <a:pt x="4745609" y="3107951"/>
                  </a:lnTo>
                  <a:lnTo>
                    <a:pt x="4746464" y="3116972"/>
                  </a:lnTo>
                  <a:lnTo>
                    <a:pt x="4747320" y="3097794"/>
                  </a:lnTo>
                  <a:lnTo>
                    <a:pt x="4748175" y="3082936"/>
                  </a:lnTo>
                  <a:lnTo>
                    <a:pt x="4749031" y="3107648"/>
                  </a:lnTo>
                  <a:lnTo>
                    <a:pt x="4749887" y="3116972"/>
                  </a:lnTo>
                  <a:lnTo>
                    <a:pt x="4750742" y="3116972"/>
                  </a:lnTo>
                  <a:lnTo>
                    <a:pt x="4751598" y="3116972"/>
                  </a:lnTo>
                  <a:lnTo>
                    <a:pt x="4752453" y="3116972"/>
                  </a:lnTo>
                  <a:lnTo>
                    <a:pt x="4753309" y="3116972"/>
                  </a:lnTo>
                  <a:lnTo>
                    <a:pt x="4754164" y="3116972"/>
                  </a:lnTo>
                  <a:lnTo>
                    <a:pt x="4755020" y="3116972"/>
                  </a:lnTo>
                  <a:lnTo>
                    <a:pt x="4755875" y="3116972"/>
                  </a:lnTo>
                  <a:lnTo>
                    <a:pt x="4756731" y="3116972"/>
                  </a:lnTo>
                  <a:lnTo>
                    <a:pt x="4757586" y="3101344"/>
                  </a:lnTo>
                  <a:lnTo>
                    <a:pt x="4758442" y="3019671"/>
                  </a:lnTo>
                  <a:lnTo>
                    <a:pt x="4759297" y="3020763"/>
                  </a:lnTo>
                  <a:lnTo>
                    <a:pt x="4760153" y="3042498"/>
                  </a:lnTo>
                  <a:lnTo>
                    <a:pt x="4761008" y="3042497"/>
                  </a:lnTo>
                  <a:lnTo>
                    <a:pt x="4761864" y="3059389"/>
                  </a:lnTo>
                  <a:lnTo>
                    <a:pt x="4762719" y="3096054"/>
                  </a:lnTo>
                  <a:lnTo>
                    <a:pt x="4763575" y="3116972"/>
                  </a:lnTo>
                  <a:lnTo>
                    <a:pt x="4764430" y="3116972"/>
                  </a:lnTo>
                  <a:lnTo>
                    <a:pt x="4765286" y="3046968"/>
                  </a:lnTo>
                  <a:lnTo>
                    <a:pt x="4766142" y="2976474"/>
                  </a:lnTo>
                  <a:lnTo>
                    <a:pt x="4766997" y="2942891"/>
                  </a:lnTo>
                  <a:lnTo>
                    <a:pt x="4767853" y="2940748"/>
                  </a:lnTo>
                  <a:lnTo>
                    <a:pt x="4768708" y="2952170"/>
                  </a:lnTo>
                  <a:lnTo>
                    <a:pt x="4769564" y="2960613"/>
                  </a:lnTo>
                  <a:lnTo>
                    <a:pt x="4770419" y="3040415"/>
                  </a:lnTo>
                  <a:lnTo>
                    <a:pt x="4771275" y="3116972"/>
                  </a:lnTo>
                  <a:lnTo>
                    <a:pt x="4772130" y="3107974"/>
                  </a:lnTo>
                  <a:lnTo>
                    <a:pt x="4772986" y="3077379"/>
                  </a:lnTo>
                  <a:lnTo>
                    <a:pt x="4773841" y="3044377"/>
                  </a:lnTo>
                  <a:lnTo>
                    <a:pt x="4774697" y="3008860"/>
                  </a:lnTo>
                  <a:lnTo>
                    <a:pt x="4775552" y="2979249"/>
                  </a:lnTo>
                  <a:lnTo>
                    <a:pt x="4776408" y="2953455"/>
                  </a:lnTo>
                  <a:lnTo>
                    <a:pt x="4777263" y="2998866"/>
                  </a:lnTo>
                  <a:lnTo>
                    <a:pt x="4778119" y="3027453"/>
                  </a:lnTo>
                  <a:lnTo>
                    <a:pt x="4778974" y="3029578"/>
                  </a:lnTo>
                  <a:lnTo>
                    <a:pt x="4779830" y="3051008"/>
                  </a:lnTo>
                  <a:lnTo>
                    <a:pt x="4780686" y="3069908"/>
                  </a:lnTo>
                  <a:lnTo>
                    <a:pt x="4781541" y="3075109"/>
                  </a:lnTo>
                  <a:lnTo>
                    <a:pt x="4782397" y="3050899"/>
                  </a:lnTo>
                  <a:lnTo>
                    <a:pt x="4783252" y="3005724"/>
                  </a:lnTo>
                  <a:lnTo>
                    <a:pt x="4784108" y="2993897"/>
                  </a:lnTo>
                  <a:lnTo>
                    <a:pt x="4784963" y="2995103"/>
                  </a:lnTo>
                  <a:lnTo>
                    <a:pt x="4785819" y="3003163"/>
                  </a:lnTo>
                  <a:lnTo>
                    <a:pt x="4786674" y="2973559"/>
                  </a:lnTo>
                  <a:lnTo>
                    <a:pt x="4787530" y="2935231"/>
                  </a:lnTo>
                  <a:lnTo>
                    <a:pt x="4788385" y="2966586"/>
                  </a:lnTo>
                  <a:lnTo>
                    <a:pt x="4789241" y="3001630"/>
                  </a:lnTo>
                  <a:lnTo>
                    <a:pt x="4790096" y="3000425"/>
                  </a:lnTo>
                  <a:lnTo>
                    <a:pt x="4790952" y="2999631"/>
                  </a:lnTo>
                  <a:lnTo>
                    <a:pt x="4791807" y="3014187"/>
                  </a:lnTo>
                  <a:lnTo>
                    <a:pt x="4792663" y="3082759"/>
                  </a:lnTo>
                  <a:lnTo>
                    <a:pt x="4793518" y="3069292"/>
                  </a:lnTo>
                  <a:lnTo>
                    <a:pt x="4794374" y="3008826"/>
                  </a:lnTo>
                  <a:lnTo>
                    <a:pt x="4795229" y="3008826"/>
                  </a:lnTo>
                  <a:lnTo>
                    <a:pt x="4796085" y="3014288"/>
                  </a:lnTo>
                  <a:lnTo>
                    <a:pt x="4796941" y="3057074"/>
                  </a:lnTo>
                  <a:lnTo>
                    <a:pt x="4797796" y="3012118"/>
                  </a:lnTo>
                  <a:lnTo>
                    <a:pt x="4798652" y="2923376"/>
                  </a:lnTo>
                  <a:lnTo>
                    <a:pt x="4799507" y="2915581"/>
                  </a:lnTo>
                  <a:lnTo>
                    <a:pt x="4800363" y="2873249"/>
                  </a:lnTo>
                  <a:lnTo>
                    <a:pt x="4801218" y="2844526"/>
                  </a:lnTo>
                  <a:lnTo>
                    <a:pt x="4802074" y="2801348"/>
                  </a:lnTo>
                  <a:lnTo>
                    <a:pt x="4802929" y="2799267"/>
                  </a:lnTo>
                  <a:lnTo>
                    <a:pt x="4803785" y="2916770"/>
                  </a:lnTo>
                  <a:lnTo>
                    <a:pt x="4804640" y="3009850"/>
                  </a:lnTo>
                  <a:lnTo>
                    <a:pt x="4805496" y="3060790"/>
                  </a:lnTo>
                  <a:lnTo>
                    <a:pt x="4806351" y="3017751"/>
                  </a:lnTo>
                  <a:lnTo>
                    <a:pt x="4807207" y="3040913"/>
                  </a:lnTo>
                  <a:lnTo>
                    <a:pt x="4808062" y="3080482"/>
                  </a:lnTo>
                  <a:lnTo>
                    <a:pt x="4808918" y="3079007"/>
                  </a:lnTo>
                  <a:lnTo>
                    <a:pt x="4809773" y="2998342"/>
                  </a:lnTo>
                  <a:lnTo>
                    <a:pt x="4810629" y="2951744"/>
                  </a:lnTo>
                  <a:lnTo>
                    <a:pt x="4811484" y="3007877"/>
                  </a:lnTo>
                  <a:lnTo>
                    <a:pt x="4812340" y="2967761"/>
                  </a:lnTo>
                  <a:lnTo>
                    <a:pt x="4813196" y="2955498"/>
                  </a:lnTo>
                  <a:lnTo>
                    <a:pt x="4814051" y="2978504"/>
                  </a:lnTo>
                  <a:lnTo>
                    <a:pt x="4814907" y="3001572"/>
                  </a:lnTo>
                  <a:lnTo>
                    <a:pt x="4815762" y="2969419"/>
                  </a:lnTo>
                  <a:lnTo>
                    <a:pt x="4816618" y="2937691"/>
                  </a:lnTo>
                  <a:lnTo>
                    <a:pt x="4817473" y="2962627"/>
                  </a:lnTo>
                  <a:lnTo>
                    <a:pt x="4818329" y="2950482"/>
                  </a:lnTo>
                  <a:lnTo>
                    <a:pt x="4819184" y="2925408"/>
                  </a:lnTo>
                  <a:lnTo>
                    <a:pt x="4820040" y="2976622"/>
                  </a:lnTo>
                  <a:lnTo>
                    <a:pt x="4820895" y="3085403"/>
                  </a:lnTo>
                  <a:lnTo>
                    <a:pt x="4821751" y="3116972"/>
                  </a:lnTo>
                  <a:lnTo>
                    <a:pt x="4822606" y="3116972"/>
                  </a:lnTo>
                  <a:lnTo>
                    <a:pt x="4823462" y="3116972"/>
                  </a:lnTo>
                  <a:lnTo>
                    <a:pt x="4824317" y="3116972"/>
                  </a:lnTo>
                  <a:lnTo>
                    <a:pt x="4825173" y="3116972"/>
                  </a:lnTo>
                  <a:lnTo>
                    <a:pt x="4826028" y="3112605"/>
                  </a:lnTo>
                  <a:lnTo>
                    <a:pt x="4826884" y="3051337"/>
                  </a:lnTo>
                  <a:lnTo>
                    <a:pt x="4827740" y="2980937"/>
                  </a:lnTo>
                  <a:lnTo>
                    <a:pt x="4828595" y="2895579"/>
                  </a:lnTo>
                  <a:lnTo>
                    <a:pt x="4829451" y="2846994"/>
                  </a:lnTo>
                  <a:lnTo>
                    <a:pt x="4830306" y="2882647"/>
                  </a:lnTo>
                  <a:lnTo>
                    <a:pt x="4831162" y="2841642"/>
                  </a:lnTo>
                  <a:lnTo>
                    <a:pt x="4832017" y="2863770"/>
                  </a:lnTo>
                  <a:lnTo>
                    <a:pt x="4832873" y="2928577"/>
                  </a:lnTo>
                  <a:lnTo>
                    <a:pt x="4833728" y="2920870"/>
                  </a:lnTo>
                  <a:lnTo>
                    <a:pt x="4834584" y="2885177"/>
                  </a:lnTo>
                  <a:lnTo>
                    <a:pt x="4835439" y="2906763"/>
                  </a:lnTo>
                  <a:lnTo>
                    <a:pt x="4836295" y="2970555"/>
                  </a:lnTo>
                  <a:lnTo>
                    <a:pt x="4837150" y="2983315"/>
                  </a:lnTo>
                  <a:lnTo>
                    <a:pt x="4838006" y="2975121"/>
                  </a:lnTo>
                  <a:lnTo>
                    <a:pt x="4838861" y="3015458"/>
                  </a:lnTo>
                  <a:lnTo>
                    <a:pt x="4839717" y="3041188"/>
                  </a:lnTo>
                  <a:lnTo>
                    <a:pt x="4840572" y="3031010"/>
                  </a:lnTo>
                  <a:lnTo>
                    <a:pt x="4841428" y="3047944"/>
                  </a:lnTo>
                  <a:lnTo>
                    <a:pt x="4842283" y="3057784"/>
                  </a:lnTo>
                  <a:lnTo>
                    <a:pt x="4843139" y="3092946"/>
                  </a:lnTo>
                  <a:lnTo>
                    <a:pt x="4843995" y="3059978"/>
                  </a:lnTo>
                  <a:lnTo>
                    <a:pt x="4844850" y="3092802"/>
                  </a:lnTo>
                  <a:lnTo>
                    <a:pt x="4845706" y="3105649"/>
                  </a:lnTo>
                  <a:lnTo>
                    <a:pt x="4846561" y="3096743"/>
                  </a:lnTo>
                  <a:lnTo>
                    <a:pt x="4847417" y="3083829"/>
                  </a:lnTo>
                  <a:lnTo>
                    <a:pt x="4848272" y="3046166"/>
                  </a:lnTo>
                  <a:lnTo>
                    <a:pt x="4849128" y="3037464"/>
                  </a:lnTo>
                  <a:lnTo>
                    <a:pt x="4849983" y="3005588"/>
                  </a:lnTo>
                  <a:lnTo>
                    <a:pt x="4850839" y="2976851"/>
                  </a:lnTo>
                  <a:lnTo>
                    <a:pt x="4851694" y="2927980"/>
                  </a:lnTo>
                  <a:lnTo>
                    <a:pt x="4852550" y="2932898"/>
                  </a:lnTo>
                  <a:lnTo>
                    <a:pt x="4853405" y="2963138"/>
                  </a:lnTo>
                  <a:lnTo>
                    <a:pt x="4854261" y="3043226"/>
                  </a:lnTo>
                  <a:lnTo>
                    <a:pt x="4855116" y="3116972"/>
                  </a:lnTo>
                  <a:lnTo>
                    <a:pt x="4855972" y="3116972"/>
                  </a:lnTo>
                  <a:lnTo>
                    <a:pt x="4856827" y="3116972"/>
                  </a:lnTo>
                  <a:lnTo>
                    <a:pt x="4857683" y="3116972"/>
                  </a:lnTo>
                  <a:lnTo>
                    <a:pt x="4858538" y="3054467"/>
                  </a:lnTo>
                  <a:lnTo>
                    <a:pt x="4859394" y="2975909"/>
                  </a:lnTo>
                  <a:lnTo>
                    <a:pt x="4860250" y="2885903"/>
                  </a:lnTo>
                  <a:lnTo>
                    <a:pt x="4861105" y="2867630"/>
                  </a:lnTo>
                  <a:lnTo>
                    <a:pt x="4861961" y="2926986"/>
                  </a:lnTo>
                  <a:lnTo>
                    <a:pt x="4862816" y="2995627"/>
                  </a:lnTo>
                  <a:lnTo>
                    <a:pt x="4863672" y="3112083"/>
                  </a:lnTo>
                  <a:lnTo>
                    <a:pt x="4864527" y="3116972"/>
                  </a:lnTo>
                  <a:lnTo>
                    <a:pt x="4865383" y="3116972"/>
                  </a:lnTo>
                  <a:lnTo>
                    <a:pt x="4866238" y="3116972"/>
                  </a:lnTo>
                  <a:lnTo>
                    <a:pt x="4867094" y="3116972"/>
                  </a:lnTo>
                  <a:lnTo>
                    <a:pt x="4867949" y="3116972"/>
                  </a:lnTo>
                  <a:lnTo>
                    <a:pt x="4868805" y="3116972"/>
                  </a:lnTo>
                  <a:lnTo>
                    <a:pt x="4869660" y="3054286"/>
                  </a:lnTo>
                  <a:lnTo>
                    <a:pt x="4870516" y="3013101"/>
                  </a:lnTo>
                  <a:lnTo>
                    <a:pt x="4871371" y="2954159"/>
                  </a:lnTo>
                  <a:lnTo>
                    <a:pt x="4872227" y="2953781"/>
                  </a:lnTo>
                  <a:lnTo>
                    <a:pt x="4873082" y="3004196"/>
                  </a:lnTo>
                  <a:lnTo>
                    <a:pt x="4873938" y="2994942"/>
                  </a:lnTo>
                  <a:lnTo>
                    <a:pt x="4874793" y="3015502"/>
                  </a:lnTo>
                  <a:lnTo>
                    <a:pt x="4875649" y="3007653"/>
                  </a:lnTo>
                  <a:lnTo>
                    <a:pt x="4876505" y="3015705"/>
                  </a:lnTo>
                  <a:lnTo>
                    <a:pt x="4877360" y="2959520"/>
                  </a:lnTo>
                  <a:lnTo>
                    <a:pt x="4878216" y="2798263"/>
                  </a:lnTo>
                  <a:lnTo>
                    <a:pt x="4879071" y="2683968"/>
                  </a:lnTo>
                  <a:lnTo>
                    <a:pt x="4879927" y="2643356"/>
                  </a:lnTo>
                  <a:lnTo>
                    <a:pt x="4880782" y="2621814"/>
                  </a:lnTo>
                  <a:lnTo>
                    <a:pt x="4881638" y="2637757"/>
                  </a:lnTo>
                  <a:lnTo>
                    <a:pt x="4882493" y="2707424"/>
                  </a:lnTo>
                  <a:lnTo>
                    <a:pt x="4883349" y="2737357"/>
                  </a:lnTo>
                  <a:lnTo>
                    <a:pt x="4884204" y="2778570"/>
                  </a:lnTo>
                  <a:lnTo>
                    <a:pt x="4885060" y="2775971"/>
                  </a:lnTo>
                  <a:lnTo>
                    <a:pt x="4885915" y="2775659"/>
                  </a:lnTo>
                  <a:lnTo>
                    <a:pt x="4886771" y="2800952"/>
                  </a:lnTo>
                  <a:lnTo>
                    <a:pt x="4887626" y="2797404"/>
                  </a:lnTo>
                  <a:lnTo>
                    <a:pt x="4888482" y="2878479"/>
                  </a:lnTo>
                  <a:lnTo>
                    <a:pt x="4889337" y="2951166"/>
                  </a:lnTo>
                  <a:lnTo>
                    <a:pt x="4890193" y="2956253"/>
                  </a:lnTo>
                  <a:lnTo>
                    <a:pt x="4891049" y="2948362"/>
                  </a:lnTo>
                  <a:lnTo>
                    <a:pt x="4891904" y="2908269"/>
                  </a:lnTo>
                  <a:lnTo>
                    <a:pt x="4892760" y="2837212"/>
                  </a:lnTo>
                  <a:lnTo>
                    <a:pt x="4893615" y="2772540"/>
                  </a:lnTo>
                  <a:lnTo>
                    <a:pt x="4894471" y="2752604"/>
                  </a:lnTo>
                  <a:lnTo>
                    <a:pt x="4895326" y="2735416"/>
                  </a:lnTo>
                  <a:lnTo>
                    <a:pt x="4896182" y="2622406"/>
                  </a:lnTo>
                  <a:lnTo>
                    <a:pt x="4897037" y="2508681"/>
                  </a:lnTo>
                  <a:lnTo>
                    <a:pt x="4897893" y="2430482"/>
                  </a:lnTo>
                  <a:lnTo>
                    <a:pt x="4898748" y="2464259"/>
                  </a:lnTo>
                  <a:lnTo>
                    <a:pt x="4899604" y="2426233"/>
                  </a:lnTo>
                  <a:lnTo>
                    <a:pt x="4900459" y="2366282"/>
                  </a:lnTo>
                  <a:lnTo>
                    <a:pt x="4901315" y="2548773"/>
                  </a:lnTo>
                  <a:lnTo>
                    <a:pt x="4902170" y="2716731"/>
                  </a:lnTo>
                  <a:lnTo>
                    <a:pt x="4903026" y="2833850"/>
                  </a:lnTo>
                  <a:lnTo>
                    <a:pt x="4903881" y="2789349"/>
                  </a:lnTo>
                  <a:lnTo>
                    <a:pt x="4904737" y="2739131"/>
                  </a:lnTo>
                  <a:lnTo>
                    <a:pt x="4905592" y="2723487"/>
                  </a:lnTo>
                  <a:lnTo>
                    <a:pt x="4906448" y="2577117"/>
                  </a:lnTo>
                  <a:lnTo>
                    <a:pt x="4907304" y="2497128"/>
                  </a:lnTo>
                  <a:lnTo>
                    <a:pt x="4908159" y="2481083"/>
                  </a:lnTo>
                  <a:lnTo>
                    <a:pt x="4909015" y="2476631"/>
                  </a:lnTo>
                  <a:lnTo>
                    <a:pt x="4909870" y="2530539"/>
                  </a:lnTo>
                  <a:lnTo>
                    <a:pt x="4910726" y="2621425"/>
                  </a:lnTo>
                  <a:lnTo>
                    <a:pt x="4911581" y="2748241"/>
                  </a:lnTo>
                  <a:lnTo>
                    <a:pt x="4912437" y="2781645"/>
                  </a:lnTo>
                  <a:lnTo>
                    <a:pt x="4913292" y="2719244"/>
                  </a:lnTo>
                  <a:lnTo>
                    <a:pt x="4914148" y="2783840"/>
                  </a:lnTo>
                  <a:lnTo>
                    <a:pt x="4915003" y="2849571"/>
                  </a:lnTo>
                  <a:lnTo>
                    <a:pt x="4915859" y="2875257"/>
                  </a:lnTo>
                  <a:lnTo>
                    <a:pt x="4916714" y="2833244"/>
                  </a:lnTo>
                  <a:lnTo>
                    <a:pt x="4917570" y="2747064"/>
                  </a:lnTo>
                  <a:lnTo>
                    <a:pt x="4918425" y="2758609"/>
                  </a:lnTo>
                  <a:lnTo>
                    <a:pt x="4919281" y="2745124"/>
                  </a:lnTo>
                  <a:lnTo>
                    <a:pt x="4920136" y="2759415"/>
                  </a:lnTo>
                  <a:lnTo>
                    <a:pt x="4920992" y="2802439"/>
                  </a:lnTo>
                  <a:lnTo>
                    <a:pt x="4921847" y="2850556"/>
                  </a:lnTo>
                  <a:lnTo>
                    <a:pt x="4922703" y="2974233"/>
                  </a:lnTo>
                  <a:lnTo>
                    <a:pt x="4923559" y="3016198"/>
                  </a:lnTo>
                  <a:lnTo>
                    <a:pt x="4924414" y="3008180"/>
                  </a:lnTo>
                  <a:lnTo>
                    <a:pt x="4925270" y="3006559"/>
                  </a:lnTo>
                  <a:lnTo>
                    <a:pt x="4926125" y="2985454"/>
                  </a:lnTo>
                  <a:lnTo>
                    <a:pt x="4926981" y="2999872"/>
                  </a:lnTo>
                  <a:lnTo>
                    <a:pt x="4927836" y="2928047"/>
                  </a:lnTo>
                  <a:lnTo>
                    <a:pt x="4928692" y="2922421"/>
                  </a:lnTo>
                  <a:lnTo>
                    <a:pt x="4929547" y="2941491"/>
                  </a:lnTo>
                  <a:lnTo>
                    <a:pt x="4930403" y="2947526"/>
                  </a:lnTo>
                  <a:lnTo>
                    <a:pt x="4931258" y="2944080"/>
                  </a:lnTo>
                  <a:lnTo>
                    <a:pt x="4932114" y="2858882"/>
                  </a:lnTo>
                  <a:lnTo>
                    <a:pt x="4932969" y="2808305"/>
                  </a:lnTo>
                  <a:lnTo>
                    <a:pt x="4933825" y="2737805"/>
                  </a:lnTo>
                  <a:lnTo>
                    <a:pt x="4934680" y="2684347"/>
                  </a:lnTo>
                  <a:lnTo>
                    <a:pt x="4935536" y="2585621"/>
                  </a:lnTo>
                  <a:lnTo>
                    <a:pt x="4936391" y="2525297"/>
                  </a:lnTo>
                  <a:lnTo>
                    <a:pt x="4937247" y="2464493"/>
                  </a:lnTo>
                  <a:lnTo>
                    <a:pt x="4938103" y="2404045"/>
                  </a:lnTo>
                  <a:lnTo>
                    <a:pt x="4938958" y="2407572"/>
                  </a:lnTo>
                  <a:lnTo>
                    <a:pt x="4939814" y="2356738"/>
                  </a:lnTo>
                  <a:lnTo>
                    <a:pt x="4940669" y="2277561"/>
                  </a:lnTo>
                  <a:lnTo>
                    <a:pt x="4941525" y="2203185"/>
                  </a:lnTo>
                  <a:lnTo>
                    <a:pt x="4942380" y="2260118"/>
                  </a:lnTo>
                  <a:lnTo>
                    <a:pt x="4943236" y="2338975"/>
                  </a:lnTo>
                  <a:lnTo>
                    <a:pt x="4944091" y="2395269"/>
                  </a:lnTo>
                  <a:lnTo>
                    <a:pt x="4944947" y="2386843"/>
                  </a:lnTo>
                  <a:lnTo>
                    <a:pt x="4945802" y="2363992"/>
                  </a:lnTo>
                  <a:lnTo>
                    <a:pt x="4946658" y="2378644"/>
                  </a:lnTo>
                  <a:lnTo>
                    <a:pt x="4947513" y="2409540"/>
                  </a:lnTo>
                  <a:lnTo>
                    <a:pt x="4948369" y="2429272"/>
                  </a:lnTo>
                  <a:lnTo>
                    <a:pt x="4949224" y="2390706"/>
                  </a:lnTo>
                  <a:lnTo>
                    <a:pt x="4950080" y="2388498"/>
                  </a:lnTo>
                  <a:lnTo>
                    <a:pt x="4950935" y="2456628"/>
                  </a:lnTo>
                  <a:lnTo>
                    <a:pt x="4951791" y="2551126"/>
                  </a:lnTo>
                  <a:lnTo>
                    <a:pt x="4952646" y="2562117"/>
                  </a:lnTo>
                  <a:lnTo>
                    <a:pt x="4953502" y="2601365"/>
                  </a:lnTo>
                  <a:lnTo>
                    <a:pt x="4954358" y="2642441"/>
                  </a:lnTo>
                  <a:lnTo>
                    <a:pt x="4955213" y="2634633"/>
                  </a:lnTo>
                  <a:lnTo>
                    <a:pt x="4956069" y="2524110"/>
                  </a:lnTo>
                  <a:lnTo>
                    <a:pt x="4956924" y="2349646"/>
                  </a:lnTo>
                  <a:lnTo>
                    <a:pt x="4957780" y="2266312"/>
                  </a:lnTo>
                  <a:lnTo>
                    <a:pt x="4958635" y="2284469"/>
                  </a:lnTo>
                  <a:lnTo>
                    <a:pt x="4959491" y="2312533"/>
                  </a:lnTo>
                  <a:lnTo>
                    <a:pt x="4960346" y="2409011"/>
                  </a:lnTo>
                  <a:lnTo>
                    <a:pt x="4961202" y="2493634"/>
                  </a:lnTo>
                  <a:lnTo>
                    <a:pt x="4962057" y="2533457"/>
                  </a:lnTo>
                  <a:lnTo>
                    <a:pt x="4962913" y="2523692"/>
                  </a:lnTo>
                  <a:lnTo>
                    <a:pt x="4963768" y="2459120"/>
                  </a:lnTo>
                  <a:lnTo>
                    <a:pt x="4964624" y="2453749"/>
                  </a:lnTo>
                  <a:lnTo>
                    <a:pt x="4965479" y="2353904"/>
                  </a:lnTo>
                  <a:lnTo>
                    <a:pt x="4966335" y="2303562"/>
                  </a:lnTo>
                  <a:lnTo>
                    <a:pt x="4967190" y="2404747"/>
                  </a:lnTo>
                  <a:lnTo>
                    <a:pt x="4968046" y="2495759"/>
                  </a:lnTo>
                  <a:lnTo>
                    <a:pt x="4968901" y="2541162"/>
                  </a:lnTo>
                  <a:lnTo>
                    <a:pt x="4969757" y="2553337"/>
                  </a:lnTo>
                  <a:lnTo>
                    <a:pt x="4970613" y="2645561"/>
                  </a:lnTo>
                  <a:lnTo>
                    <a:pt x="4971468" y="2800087"/>
                  </a:lnTo>
                  <a:lnTo>
                    <a:pt x="4972324" y="2721492"/>
                  </a:lnTo>
                  <a:lnTo>
                    <a:pt x="4973179" y="2567814"/>
                  </a:lnTo>
                  <a:lnTo>
                    <a:pt x="4974035" y="2449106"/>
                  </a:lnTo>
                  <a:lnTo>
                    <a:pt x="4974890" y="2317382"/>
                  </a:lnTo>
                  <a:lnTo>
                    <a:pt x="4975746" y="2214866"/>
                  </a:lnTo>
                  <a:lnTo>
                    <a:pt x="4976601" y="2103473"/>
                  </a:lnTo>
                  <a:lnTo>
                    <a:pt x="4977457" y="2109225"/>
                  </a:lnTo>
                  <a:lnTo>
                    <a:pt x="4978312" y="2169052"/>
                  </a:lnTo>
                  <a:lnTo>
                    <a:pt x="4979168" y="2174302"/>
                  </a:lnTo>
                  <a:lnTo>
                    <a:pt x="4980023" y="2182759"/>
                  </a:lnTo>
                  <a:lnTo>
                    <a:pt x="4980879" y="2172710"/>
                  </a:lnTo>
                  <a:lnTo>
                    <a:pt x="4981734" y="2175102"/>
                  </a:lnTo>
                  <a:lnTo>
                    <a:pt x="4982590" y="2194762"/>
                  </a:lnTo>
                  <a:lnTo>
                    <a:pt x="4983445" y="2191663"/>
                  </a:lnTo>
                  <a:lnTo>
                    <a:pt x="4984301" y="2170287"/>
                  </a:lnTo>
                  <a:lnTo>
                    <a:pt x="4985157" y="2148033"/>
                  </a:lnTo>
                  <a:lnTo>
                    <a:pt x="4986012" y="2151300"/>
                  </a:lnTo>
                  <a:lnTo>
                    <a:pt x="4986868" y="2177997"/>
                  </a:lnTo>
                  <a:lnTo>
                    <a:pt x="4987723" y="2192691"/>
                  </a:lnTo>
                  <a:lnTo>
                    <a:pt x="4988579" y="2212672"/>
                  </a:lnTo>
                  <a:lnTo>
                    <a:pt x="4989434" y="2213389"/>
                  </a:lnTo>
                  <a:lnTo>
                    <a:pt x="4990290" y="2256004"/>
                  </a:lnTo>
                  <a:lnTo>
                    <a:pt x="4991145" y="2324720"/>
                  </a:lnTo>
                  <a:lnTo>
                    <a:pt x="4992001" y="2359560"/>
                  </a:lnTo>
                  <a:lnTo>
                    <a:pt x="4992856" y="2263763"/>
                  </a:lnTo>
                  <a:lnTo>
                    <a:pt x="4993712" y="2183222"/>
                  </a:lnTo>
                  <a:lnTo>
                    <a:pt x="4994567" y="2228489"/>
                  </a:lnTo>
                  <a:lnTo>
                    <a:pt x="4995423" y="2298754"/>
                  </a:lnTo>
                  <a:lnTo>
                    <a:pt x="4996278" y="2347197"/>
                  </a:lnTo>
                  <a:lnTo>
                    <a:pt x="4997134" y="2355380"/>
                  </a:lnTo>
                  <a:lnTo>
                    <a:pt x="4997989" y="2461376"/>
                  </a:lnTo>
                  <a:lnTo>
                    <a:pt x="4998845" y="2636449"/>
                  </a:lnTo>
                  <a:lnTo>
                    <a:pt x="4999700" y="2715507"/>
                  </a:lnTo>
                  <a:lnTo>
                    <a:pt x="5000556" y="2729591"/>
                  </a:lnTo>
                  <a:lnTo>
                    <a:pt x="5001412" y="2726608"/>
                  </a:lnTo>
                  <a:lnTo>
                    <a:pt x="5002267" y="2694055"/>
                  </a:lnTo>
                  <a:lnTo>
                    <a:pt x="5003123" y="2681467"/>
                  </a:lnTo>
                  <a:lnTo>
                    <a:pt x="5003978" y="2651310"/>
                  </a:lnTo>
                  <a:lnTo>
                    <a:pt x="5004834" y="2670477"/>
                  </a:lnTo>
                  <a:lnTo>
                    <a:pt x="5005689" y="2659757"/>
                  </a:lnTo>
                  <a:lnTo>
                    <a:pt x="5006545" y="2587773"/>
                  </a:lnTo>
                  <a:lnTo>
                    <a:pt x="5007400" y="2594901"/>
                  </a:lnTo>
                  <a:lnTo>
                    <a:pt x="5008256" y="2613393"/>
                  </a:lnTo>
                  <a:lnTo>
                    <a:pt x="5009111" y="2544525"/>
                  </a:lnTo>
                  <a:lnTo>
                    <a:pt x="5009967" y="2413440"/>
                  </a:lnTo>
                  <a:lnTo>
                    <a:pt x="5010822" y="2256109"/>
                  </a:lnTo>
                  <a:lnTo>
                    <a:pt x="5011678" y="2182653"/>
                  </a:lnTo>
                  <a:lnTo>
                    <a:pt x="5012533" y="2149407"/>
                  </a:lnTo>
                  <a:lnTo>
                    <a:pt x="5013389" y="2120801"/>
                  </a:lnTo>
                  <a:lnTo>
                    <a:pt x="5014244" y="2139110"/>
                  </a:lnTo>
                  <a:lnTo>
                    <a:pt x="5015100" y="2208460"/>
                  </a:lnTo>
                  <a:lnTo>
                    <a:pt x="5015955" y="2257671"/>
                  </a:lnTo>
                  <a:lnTo>
                    <a:pt x="5016811" y="2235854"/>
                  </a:lnTo>
                  <a:lnTo>
                    <a:pt x="5017667" y="2184742"/>
                  </a:lnTo>
                  <a:lnTo>
                    <a:pt x="5018522" y="2097708"/>
                  </a:lnTo>
                  <a:lnTo>
                    <a:pt x="5019378" y="2026233"/>
                  </a:lnTo>
                  <a:lnTo>
                    <a:pt x="5020233" y="1894195"/>
                  </a:lnTo>
                  <a:lnTo>
                    <a:pt x="5021089" y="1820084"/>
                  </a:lnTo>
                  <a:lnTo>
                    <a:pt x="5021944" y="1825518"/>
                  </a:lnTo>
                  <a:lnTo>
                    <a:pt x="5022800" y="1815082"/>
                  </a:lnTo>
                  <a:lnTo>
                    <a:pt x="5023655" y="1803635"/>
                  </a:lnTo>
                  <a:lnTo>
                    <a:pt x="5024511" y="1742715"/>
                  </a:lnTo>
                  <a:lnTo>
                    <a:pt x="5025366" y="1717017"/>
                  </a:lnTo>
                  <a:lnTo>
                    <a:pt x="5026222" y="1682714"/>
                  </a:lnTo>
                  <a:lnTo>
                    <a:pt x="5027077" y="1621922"/>
                  </a:lnTo>
                  <a:lnTo>
                    <a:pt x="5027933" y="1595095"/>
                  </a:lnTo>
                  <a:lnTo>
                    <a:pt x="5028788" y="1638558"/>
                  </a:lnTo>
                  <a:lnTo>
                    <a:pt x="5029644" y="1725183"/>
                  </a:lnTo>
                  <a:lnTo>
                    <a:pt x="5030499" y="1766099"/>
                  </a:lnTo>
                  <a:lnTo>
                    <a:pt x="5031355" y="1859736"/>
                  </a:lnTo>
                  <a:lnTo>
                    <a:pt x="5032211" y="1986012"/>
                  </a:lnTo>
                  <a:lnTo>
                    <a:pt x="5033066" y="2038972"/>
                  </a:lnTo>
                  <a:lnTo>
                    <a:pt x="5033922" y="1915749"/>
                  </a:lnTo>
                  <a:lnTo>
                    <a:pt x="5034777" y="1757957"/>
                  </a:lnTo>
                  <a:lnTo>
                    <a:pt x="5035633" y="1692163"/>
                  </a:lnTo>
                  <a:lnTo>
                    <a:pt x="5036488" y="1633986"/>
                  </a:lnTo>
                  <a:lnTo>
                    <a:pt x="5037344" y="1520451"/>
                  </a:lnTo>
                  <a:lnTo>
                    <a:pt x="5038199" y="1437053"/>
                  </a:lnTo>
                  <a:lnTo>
                    <a:pt x="5039055" y="1493015"/>
                  </a:lnTo>
                  <a:lnTo>
                    <a:pt x="5039910" y="1631231"/>
                  </a:lnTo>
                  <a:lnTo>
                    <a:pt x="5040766" y="1695956"/>
                  </a:lnTo>
                  <a:lnTo>
                    <a:pt x="5041621" y="1680150"/>
                  </a:lnTo>
                  <a:lnTo>
                    <a:pt x="5042477" y="1652081"/>
                  </a:lnTo>
                  <a:lnTo>
                    <a:pt x="5043332" y="1563622"/>
                  </a:lnTo>
                  <a:lnTo>
                    <a:pt x="5044188" y="1483678"/>
                  </a:lnTo>
                  <a:lnTo>
                    <a:pt x="5045043" y="1380482"/>
                  </a:lnTo>
                  <a:lnTo>
                    <a:pt x="5045899" y="1288418"/>
                  </a:lnTo>
                  <a:lnTo>
                    <a:pt x="5046754" y="1244191"/>
                  </a:lnTo>
                  <a:lnTo>
                    <a:pt x="5047610" y="1191075"/>
                  </a:lnTo>
                  <a:lnTo>
                    <a:pt x="5048466" y="1246348"/>
                  </a:lnTo>
                  <a:lnTo>
                    <a:pt x="5049321" y="1273108"/>
                  </a:lnTo>
                  <a:lnTo>
                    <a:pt x="5050177" y="1176756"/>
                  </a:lnTo>
                  <a:lnTo>
                    <a:pt x="5051032" y="1096603"/>
                  </a:lnTo>
                  <a:lnTo>
                    <a:pt x="5051888" y="980428"/>
                  </a:lnTo>
                  <a:lnTo>
                    <a:pt x="5052743" y="883329"/>
                  </a:lnTo>
                  <a:lnTo>
                    <a:pt x="5053599" y="753670"/>
                  </a:lnTo>
                  <a:lnTo>
                    <a:pt x="5054454" y="705899"/>
                  </a:lnTo>
                  <a:lnTo>
                    <a:pt x="5055310" y="826620"/>
                  </a:lnTo>
                  <a:lnTo>
                    <a:pt x="5056165" y="949064"/>
                  </a:lnTo>
                  <a:lnTo>
                    <a:pt x="5057021" y="1138604"/>
                  </a:lnTo>
                  <a:lnTo>
                    <a:pt x="5057876" y="1341736"/>
                  </a:lnTo>
                  <a:lnTo>
                    <a:pt x="5058732" y="1457908"/>
                  </a:lnTo>
                  <a:lnTo>
                    <a:pt x="5059587" y="1457856"/>
                  </a:lnTo>
                  <a:lnTo>
                    <a:pt x="5060443" y="1341797"/>
                  </a:lnTo>
                  <a:lnTo>
                    <a:pt x="5061298" y="1220412"/>
                  </a:lnTo>
                  <a:lnTo>
                    <a:pt x="5062154" y="1079481"/>
                  </a:lnTo>
                  <a:lnTo>
                    <a:pt x="5063009" y="930630"/>
                  </a:lnTo>
                  <a:lnTo>
                    <a:pt x="5063865" y="896065"/>
                  </a:lnTo>
                  <a:lnTo>
                    <a:pt x="5064721" y="889139"/>
                  </a:lnTo>
                  <a:lnTo>
                    <a:pt x="5065576" y="921813"/>
                  </a:lnTo>
                  <a:lnTo>
                    <a:pt x="5066432" y="1004268"/>
                  </a:lnTo>
                  <a:lnTo>
                    <a:pt x="5067287" y="1023685"/>
                  </a:lnTo>
                  <a:lnTo>
                    <a:pt x="5068143" y="1034163"/>
                  </a:lnTo>
                  <a:lnTo>
                    <a:pt x="5068998" y="1031156"/>
                  </a:lnTo>
                  <a:lnTo>
                    <a:pt x="5069854" y="1023827"/>
                  </a:lnTo>
                  <a:lnTo>
                    <a:pt x="5070709" y="1036319"/>
                  </a:lnTo>
                  <a:lnTo>
                    <a:pt x="5071565" y="1108367"/>
                  </a:lnTo>
                  <a:lnTo>
                    <a:pt x="5072420" y="1181514"/>
                  </a:lnTo>
                  <a:lnTo>
                    <a:pt x="5073276" y="1223978"/>
                  </a:lnTo>
                  <a:lnTo>
                    <a:pt x="5074131" y="1220774"/>
                  </a:lnTo>
                  <a:lnTo>
                    <a:pt x="5074987" y="1242382"/>
                  </a:lnTo>
                  <a:lnTo>
                    <a:pt x="5075842" y="1253609"/>
                  </a:lnTo>
                  <a:lnTo>
                    <a:pt x="5076698" y="1161004"/>
                  </a:lnTo>
                  <a:lnTo>
                    <a:pt x="5077553" y="1170145"/>
                  </a:lnTo>
                  <a:lnTo>
                    <a:pt x="5078409" y="1301664"/>
                  </a:lnTo>
                  <a:lnTo>
                    <a:pt x="5079265" y="1370872"/>
                  </a:lnTo>
                  <a:lnTo>
                    <a:pt x="5080120" y="1359911"/>
                  </a:lnTo>
                  <a:lnTo>
                    <a:pt x="5080976" y="1297053"/>
                  </a:lnTo>
                  <a:lnTo>
                    <a:pt x="5081831" y="1256686"/>
                  </a:lnTo>
                  <a:lnTo>
                    <a:pt x="5082687" y="1227303"/>
                  </a:lnTo>
                  <a:lnTo>
                    <a:pt x="5083542" y="1177826"/>
                  </a:lnTo>
                  <a:lnTo>
                    <a:pt x="5084398" y="1219498"/>
                  </a:lnTo>
                  <a:lnTo>
                    <a:pt x="5085253" y="1316890"/>
                  </a:lnTo>
                  <a:lnTo>
                    <a:pt x="5086109" y="1437482"/>
                  </a:lnTo>
                  <a:lnTo>
                    <a:pt x="5086964" y="1566719"/>
                  </a:lnTo>
                  <a:lnTo>
                    <a:pt x="5087820" y="1655123"/>
                  </a:lnTo>
                  <a:lnTo>
                    <a:pt x="5088675" y="1694491"/>
                  </a:lnTo>
                  <a:lnTo>
                    <a:pt x="5089531" y="1631871"/>
                  </a:lnTo>
                  <a:lnTo>
                    <a:pt x="5090386" y="1621154"/>
                  </a:lnTo>
                  <a:lnTo>
                    <a:pt x="5091242" y="1730243"/>
                  </a:lnTo>
                  <a:lnTo>
                    <a:pt x="5092097" y="1843991"/>
                  </a:lnTo>
                  <a:lnTo>
                    <a:pt x="5092953" y="1842350"/>
                  </a:lnTo>
                  <a:lnTo>
                    <a:pt x="5093808" y="1873852"/>
                  </a:lnTo>
                  <a:lnTo>
                    <a:pt x="5094664" y="2027863"/>
                  </a:lnTo>
                  <a:lnTo>
                    <a:pt x="5095520" y="2210925"/>
                  </a:lnTo>
                  <a:lnTo>
                    <a:pt x="5096375" y="2285112"/>
                  </a:lnTo>
                  <a:lnTo>
                    <a:pt x="5097231" y="2314126"/>
                  </a:lnTo>
                  <a:lnTo>
                    <a:pt x="5098086" y="2458449"/>
                  </a:lnTo>
                  <a:lnTo>
                    <a:pt x="5098942" y="2485626"/>
                  </a:lnTo>
                  <a:lnTo>
                    <a:pt x="5099797" y="2427166"/>
                  </a:lnTo>
                  <a:lnTo>
                    <a:pt x="5100653" y="2344290"/>
                  </a:lnTo>
                  <a:lnTo>
                    <a:pt x="5101508" y="2300216"/>
                  </a:lnTo>
                  <a:lnTo>
                    <a:pt x="5102364" y="2212496"/>
                  </a:lnTo>
                  <a:lnTo>
                    <a:pt x="5103219" y="2134806"/>
                  </a:lnTo>
                  <a:lnTo>
                    <a:pt x="5104075" y="2180648"/>
                  </a:lnTo>
                  <a:lnTo>
                    <a:pt x="5104930" y="2328357"/>
                  </a:lnTo>
                  <a:lnTo>
                    <a:pt x="5105786" y="2482083"/>
                  </a:lnTo>
                  <a:lnTo>
                    <a:pt x="5106641" y="2551309"/>
                  </a:lnTo>
                  <a:lnTo>
                    <a:pt x="5107497" y="2650804"/>
                  </a:lnTo>
                  <a:lnTo>
                    <a:pt x="5108352" y="2736781"/>
                  </a:lnTo>
                  <a:lnTo>
                    <a:pt x="5109208" y="2765334"/>
                  </a:lnTo>
                  <a:lnTo>
                    <a:pt x="5110063" y="2674521"/>
                  </a:lnTo>
                  <a:lnTo>
                    <a:pt x="5110919" y="2536323"/>
                  </a:lnTo>
                  <a:lnTo>
                    <a:pt x="5111775" y="2534208"/>
                  </a:lnTo>
                  <a:lnTo>
                    <a:pt x="5112630" y="2636790"/>
                  </a:lnTo>
                  <a:lnTo>
                    <a:pt x="5113486" y="2655303"/>
                  </a:lnTo>
                  <a:lnTo>
                    <a:pt x="5114341" y="2614702"/>
                  </a:lnTo>
                  <a:lnTo>
                    <a:pt x="5115197" y="2595704"/>
                  </a:lnTo>
                  <a:lnTo>
                    <a:pt x="5116052" y="2585494"/>
                  </a:lnTo>
                  <a:lnTo>
                    <a:pt x="5116908" y="2504737"/>
                  </a:lnTo>
                  <a:lnTo>
                    <a:pt x="5117763" y="2408016"/>
                  </a:lnTo>
                  <a:lnTo>
                    <a:pt x="5118619" y="2424397"/>
                  </a:lnTo>
                  <a:lnTo>
                    <a:pt x="5119474" y="2516795"/>
                  </a:lnTo>
                  <a:lnTo>
                    <a:pt x="5120330" y="2622083"/>
                  </a:lnTo>
                  <a:lnTo>
                    <a:pt x="5121185" y="2657165"/>
                  </a:lnTo>
                  <a:lnTo>
                    <a:pt x="5122041" y="2649331"/>
                  </a:lnTo>
                  <a:lnTo>
                    <a:pt x="5122896" y="2593927"/>
                  </a:lnTo>
                  <a:lnTo>
                    <a:pt x="5123752" y="2492350"/>
                  </a:lnTo>
                  <a:lnTo>
                    <a:pt x="5124607" y="2412631"/>
                  </a:lnTo>
                  <a:lnTo>
                    <a:pt x="5125463" y="2317630"/>
                  </a:lnTo>
                  <a:lnTo>
                    <a:pt x="5126318" y="2243214"/>
                  </a:lnTo>
                  <a:lnTo>
                    <a:pt x="5127174" y="2218531"/>
                  </a:lnTo>
                  <a:lnTo>
                    <a:pt x="5128030" y="2166565"/>
                  </a:lnTo>
                  <a:lnTo>
                    <a:pt x="5128885" y="2046122"/>
                  </a:lnTo>
                  <a:lnTo>
                    <a:pt x="5129741" y="1872249"/>
                  </a:lnTo>
                  <a:lnTo>
                    <a:pt x="5130596" y="1807501"/>
                  </a:lnTo>
                  <a:lnTo>
                    <a:pt x="5131452" y="1787992"/>
                  </a:lnTo>
                  <a:lnTo>
                    <a:pt x="5132307" y="1778231"/>
                  </a:lnTo>
                  <a:lnTo>
                    <a:pt x="5133163" y="1803401"/>
                  </a:lnTo>
                  <a:lnTo>
                    <a:pt x="5134018" y="1967981"/>
                  </a:lnTo>
                  <a:lnTo>
                    <a:pt x="5134874" y="2208632"/>
                  </a:lnTo>
                  <a:lnTo>
                    <a:pt x="5135729" y="2264975"/>
                  </a:lnTo>
                  <a:lnTo>
                    <a:pt x="5136585" y="2283917"/>
                  </a:lnTo>
                  <a:lnTo>
                    <a:pt x="5137440" y="2353416"/>
                  </a:lnTo>
                  <a:lnTo>
                    <a:pt x="5138296" y="2407866"/>
                  </a:lnTo>
                  <a:lnTo>
                    <a:pt x="5139151" y="2325825"/>
                  </a:lnTo>
                  <a:lnTo>
                    <a:pt x="5140007" y="2237333"/>
                  </a:lnTo>
                  <a:lnTo>
                    <a:pt x="5140862" y="2206315"/>
                  </a:lnTo>
                  <a:lnTo>
                    <a:pt x="5141718" y="2188918"/>
                  </a:lnTo>
                  <a:lnTo>
                    <a:pt x="5142574" y="2149622"/>
                  </a:lnTo>
                  <a:lnTo>
                    <a:pt x="5143429" y="2195064"/>
                  </a:lnTo>
                  <a:lnTo>
                    <a:pt x="5144285" y="2335137"/>
                  </a:lnTo>
                  <a:lnTo>
                    <a:pt x="5145140" y="2411111"/>
                  </a:lnTo>
                  <a:lnTo>
                    <a:pt x="5145996" y="2472833"/>
                  </a:lnTo>
                  <a:lnTo>
                    <a:pt x="5146851" y="2525768"/>
                  </a:lnTo>
                  <a:lnTo>
                    <a:pt x="5147707" y="2560223"/>
                  </a:lnTo>
                  <a:lnTo>
                    <a:pt x="5148562" y="2506749"/>
                  </a:lnTo>
                  <a:lnTo>
                    <a:pt x="5149418" y="2329186"/>
                  </a:lnTo>
                  <a:lnTo>
                    <a:pt x="5150273" y="2202659"/>
                  </a:lnTo>
                  <a:lnTo>
                    <a:pt x="5151129" y="2182314"/>
                  </a:lnTo>
                  <a:lnTo>
                    <a:pt x="5151984" y="2192842"/>
                  </a:lnTo>
                  <a:lnTo>
                    <a:pt x="5152840" y="2170026"/>
                  </a:lnTo>
                  <a:lnTo>
                    <a:pt x="5153695" y="2157123"/>
                  </a:lnTo>
                  <a:lnTo>
                    <a:pt x="5154551" y="2247495"/>
                  </a:lnTo>
                  <a:lnTo>
                    <a:pt x="5155406" y="2268468"/>
                  </a:lnTo>
                  <a:lnTo>
                    <a:pt x="5156262" y="2277184"/>
                  </a:lnTo>
                  <a:lnTo>
                    <a:pt x="5157117" y="2331386"/>
                  </a:lnTo>
                  <a:lnTo>
                    <a:pt x="5157973" y="2373605"/>
                  </a:lnTo>
                  <a:lnTo>
                    <a:pt x="5158829" y="2446774"/>
                  </a:lnTo>
                  <a:lnTo>
                    <a:pt x="5159684" y="2495220"/>
                  </a:lnTo>
                  <a:lnTo>
                    <a:pt x="5160540" y="2586447"/>
                  </a:lnTo>
                  <a:lnTo>
                    <a:pt x="5161395" y="2644813"/>
                  </a:lnTo>
                  <a:lnTo>
                    <a:pt x="5162251" y="2645224"/>
                  </a:lnTo>
                  <a:lnTo>
                    <a:pt x="5163106" y="2641523"/>
                  </a:lnTo>
                  <a:lnTo>
                    <a:pt x="5163962" y="2613857"/>
                  </a:lnTo>
                  <a:lnTo>
                    <a:pt x="5164817" y="2640237"/>
                  </a:lnTo>
                  <a:lnTo>
                    <a:pt x="5165673" y="2676660"/>
                  </a:lnTo>
                  <a:lnTo>
                    <a:pt x="5166528" y="2761165"/>
                  </a:lnTo>
                  <a:lnTo>
                    <a:pt x="5167384" y="2779934"/>
                  </a:lnTo>
                  <a:lnTo>
                    <a:pt x="5168239" y="2818322"/>
                  </a:lnTo>
                  <a:lnTo>
                    <a:pt x="5169095" y="2902948"/>
                  </a:lnTo>
                  <a:lnTo>
                    <a:pt x="5169950" y="2932524"/>
                  </a:lnTo>
                  <a:lnTo>
                    <a:pt x="5170806" y="2957067"/>
                  </a:lnTo>
                  <a:lnTo>
                    <a:pt x="5171661" y="2949563"/>
                  </a:lnTo>
                  <a:lnTo>
                    <a:pt x="5172517" y="2971961"/>
                  </a:lnTo>
                  <a:lnTo>
                    <a:pt x="5173372" y="2959243"/>
                  </a:lnTo>
                  <a:lnTo>
                    <a:pt x="5174228" y="2892876"/>
                  </a:lnTo>
                  <a:lnTo>
                    <a:pt x="5175084" y="2836405"/>
                  </a:lnTo>
                  <a:lnTo>
                    <a:pt x="5175939" y="2794561"/>
                  </a:lnTo>
                  <a:lnTo>
                    <a:pt x="5176795" y="2715669"/>
                  </a:lnTo>
                  <a:lnTo>
                    <a:pt x="5177650" y="2644645"/>
                  </a:lnTo>
                  <a:lnTo>
                    <a:pt x="5178506" y="2616591"/>
                  </a:lnTo>
                  <a:lnTo>
                    <a:pt x="5179361" y="2572992"/>
                  </a:lnTo>
                  <a:lnTo>
                    <a:pt x="5180217" y="2508146"/>
                  </a:lnTo>
                  <a:lnTo>
                    <a:pt x="5181072" y="2458106"/>
                  </a:lnTo>
                  <a:lnTo>
                    <a:pt x="5181928" y="2486240"/>
                  </a:lnTo>
                  <a:lnTo>
                    <a:pt x="5182783" y="2551742"/>
                  </a:lnTo>
                  <a:lnTo>
                    <a:pt x="5183639" y="2559816"/>
                  </a:lnTo>
                  <a:lnTo>
                    <a:pt x="5184494" y="2558413"/>
                  </a:lnTo>
                  <a:lnTo>
                    <a:pt x="5185350" y="2581355"/>
                  </a:lnTo>
                  <a:lnTo>
                    <a:pt x="5186205" y="2567233"/>
                  </a:lnTo>
                  <a:lnTo>
                    <a:pt x="5187061" y="2542460"/>
                  </a:lnTo>
                  <a:lnTo>
                    <a:pt x="5187916" y="2518285"/>
                  </a:lnTo>
                  <a:lnTo>
                    <a:pt x="5188772" y="2535155"/>
                  </a:lnTo>
                  <a:lnTo>
                    <a:pt x="5189628" y="2475493"/>
                  </a:lnTo>
                  <a:lnTo>
                    <a:pt x="5190483" y="2406630"/>
                  </a:lnTo>
                  <a:lnTo>
                    <a:pt x="5191339" y="2328504"/>
                  </a:lnTo>
                  <a:lnTo>
                    <a:pt x="5192194" y="2233578"/>
                  </a:lnTo>
                  <a:lnTo>
                    <a:pt x="5193050" y="2124941"/>
                  </a:lnTo>
                  <a:lnTo>
                    <a:pt x="5193905" y="2050803"/>
                  </a:lnTo>
                  <a:lnTo>
                    <a:pt x="5194761" y="2066760"/>
                  </a:lnTo>
                  <a:lnTo>
                    <a:pt x="5195616" y="2032300"/>
                  </a:lnTo>
                  <a:lnTo>
                    <a:pt x="5196472" y="1949986"/>
                  </a:lnTo>
                  <a:lnTo>
                    <a:pt x="5197327" y="1895486"/>
                  </a:lnTo>
                  <a:lnTo>
                    <a:pt x="5198183" y="1986037"/>
                  </a:lnTo>
                  <a:lnTo>
                    <a:pt x="5199038" y="2090436"/>
                  </a:lnTo>
                  <a:lnTo>
                    <a:pt x="5199894" y="2184276"/>
                  </a:lnTo>
                  <a:lnTo>
                    <a:pt x="5200749" y="2251169"/>
                  </a:lnTo>
                  <a:lnTo>
                    <a:pt x="5201605" y="2333172"/>
                  </a:lnTo>
                  <a:lnTo>
                    <a:pt x="5202460" y="2387084"/>
                  </a:lnTo>
                  <a:lnTo>
                    <a:pt x="5203316" y="2339982"/>
                  </a:lnTo>
                  <a:lnTo>
                    <a:pt x="5204171" y="2224173"/>
                  </a:lnTo>
                  <a:lnTo>
                    <a:pt x="5205027" y="2168544"/>
                  </a:lnTo>
                  <a:lnTo>
                    <a:pt x="5205883" y="2179011"/>
                  </a:lnTo>
                  <a:lnTo>
                    <a:pt x="5206738" y="2226570"/>
                  </a:lnTo>
                  <a:lnTo>
                    <a:pt x="5207594" y="2266146"/>
                  </a:lnTo>
                  <a:lnTo>
                    <a:pt x="5208449" y="2250482"/>
                  </a:lnTo>
                  <a:lnTo>
                    <a:pt x="5209305" y="2233551"/>
                  </a:lnTo>
                  <a:lnTo>
                    <a:pt x="5210160" y="2204559"/>
                  </a:lnTo>
                  <a:lnTo>
                    <a:pt x="5211016" y="2177972"/>
                  </a:lnTo>
                  <a:lnTo>
                    <a:pt x="5211871" y="2128593"/>
                  </a:lnTo>
                  <a:lnTo>
                    <a:pt x="5212727" y="2147739"/>
                  </a:lnTo>
                  <a:lnTo>
                    <a:pt x="5213582" y="2195047"/>
                  </a:lnTo>
                  <a:lnTo>
                    <a:pt x="5214438" y="2211892"/>
                  </a:lnTo>
                  <a:lnTo>
                    <a:pt x="5215293" y="2140207"/>
                  </a:lnTo>
                  <a:lnTo>
                    <a:pt x="5216149" y="2091878"/>
                  </a:lnTo>
                  <a:lnTo>
                    <a:pt x="5217004" y="2117315"/>
                  </a:lnTo>
                  <a:lnTo>
                    <a:pt x="5217860" y="2035175"/>
                  </a:lnTo>
                  <a:lnTo>
                    <a:pt x="5218715" y="1968474"/>
                  </a:lnTo>
                  <a:lnTo>
                    <a:pt x="5219571" y="2030233"/>
                  </a:lnTo>
                  <a:lnTo>
                    <a:pt x="5220426" y="2215310"/>
                  </a:lnTo>
                  <a:lnTo>
                    <a:pt x="5221282" y="2396583"/>
                  </a:lnTo>
                  <a:lnTo>
                    <a:pt x="5222138" y="2473532"/>
                  </a:lnTo>
                  <a:lnTo>
                    <a:pt x="5222993" y="2615185"/>
                  </a:lnTo>
                  <a:lnTo>
                    <a:pt x="5223849" y="2760121"/>
                  </a:lnTo>
                  <a:lnTo>
                    <a:pt x="5224704" y="2736098"/>
                  </a:lnTo>
                  <a:lnTo>
                    <a:pt x="5225560" y="2611904"/>
                  </a:lnTo>
                  <a:lnTo>
                    <a:pt x="5226415" y="2453443"/>
                  </a:lnTo>
                  <a:lnTo>
                    <a:pt x="5227271" y="2370768"/>
                  </a:lnTo>
                  <a:lnTo>
                    <a:pt x="5228126" y="2303897"/>
                  </a:lnTo>
                  <a:lnTo>
                    <a:pt x="5228982" y="2211060"/>
                  </a:lnTo>
                  <a:lnTo>
                    <a:pt x="5229837" y="2211568"/>
                  </a:lnTo>
                  <a:lnTo>
                    <a:pt x="5230693" y="2212651"/>
                  </a:lnTo>
                  <a:lnTo>
                    <a:pt x="5231548" y="2183995"/>
                  </a:lnTo>
                  <a:lnTo>
                    <a:pt x="5232404" y="2174148"/>
                  </a:lnTo>
                  <a:lnTo>
                    <a:pt x="5233259" y="2211395"/>
                  </a:lnTo>
                  <a:lnTo>
                    <a:pt x="5234115" y="2294369"/>
                  </a:lnTo>
                  <a:lnTo>
                    <a:pt x="5234970" y="2342658"/>
                  </a:lnTo>
                  <a:lnTo>
                    <a:pt x="5235826" y="2389599"/>
                  </a:lnTo>
                  <a:lnTo>
                    <a:pt x="5236682" y="2485232"/>
                  </a:lnTo>
                  <a:lnTo>
                    <a:pt x="5237537" y="2601914"/>
                  </a:lnTo>
                  <a:lnTo>
                    <a:pt x="5238393" y="2577065"/>
                  </a:lnTo>
                  <a:lnTo>
                    <a:pt x="5239248" y="2452155"/>
                  </a:lnTo>
                  <a:lnTo>
                    <a:pt x="5240104" y="2408619"/>
                  </a:lnTo>
                  <a:lnTo>
                    <a:pt x="5240959" y="2440386"/>
                  </a:lnTo>
                  <a:lnTo>
                    <a:pt x="5241815" y="2492538"/>
                  </a:lnTo>
                  <a:lnTo>
                    <a:pt x="5242670" y="2484442"/>
                  </a:lnTo>
                  <a:lnTo>
                    <a:pt x="5243526" y="2474165"/>
                  </a:lnTo>
                  <a:lnTo>
                    <a:pt x="5244381" y="2487518"/>
                  </a:lnTo>
                  <a:lnTo>
                    <a:pt x="5245237" y="2529589"/>
                  </a:lnTo>
                  <a:lnTo>
                    <a:pt x="5246092" y="2516792"/>
                  </a:lnTo>
                  <a:lnTo>
                    <a:pt x="5246948" y="2412900"/>
                  </a:lnTo>
                  <a:lnTo>
                    <a:pt x="5247803" y="2383920"/>
                  </a:lnTo>
                  <a:lnTo>
                    <a:pt x="5248659" y="2476118"/>
                  </a:lnTo>
                  <a:lnTo>
                    <a:pt x="5249514" y="2535145"/>
                  </a:lnTo>
                  <a:lnTo>
                    <a:pt x="5250370" y="2495348"/>
                  </a:lnTo>
                  <a:lnTo>
                    <a:pt x="5251225" y="2434496"/>
                  </a:lnTo>
                  <a:lnTo>
                    <a:pt x="5252081" y="2557203"/>
                  </a:lnTo>
                  <a:lnTo>
                    <a:pt x="5252937" y="2640027"/>
                  </a:lnTo>
                  <a:lnTo>
                    <a:pt x="5253792" y="2647632"/>
                  </a:lnTo>
                  <a:lnTo>
                    <a:pt x="5254648" y="2697003"/>
                  </a:lnTo>
                  <a:lnTo>
                    <a:pt x="5255503" y="2717176"/>
                  </a:lnTo>
                  <a:lnTo>
                    <a:pt x="5256359" y="2774870"/>
                  </a:lnTo>
                  <a:lnTo>
                    <a:pt x="5257214" y="2706914"/>
                  </a:lnTo>
                  <a:lnTo>
                    <a:pt x="5258070" y="2608539"/>
                  </a:lnTo>
                  <a:lnTo>
                    <a:pt x="5258925" y="2437774"/>
                  </a:lnTo>
                  <a:lnTo>
                    <a:pt x="5259781" y="2346670"/>
                  </a:lnTo>
                  <a:lnTo>
                    <a:pt x="5260636" y="2416493"/>
                  </a:lnTo>
                  <a:lnTo>
                    <a:pt x="5261492" y="2516884"/>
                  </a:lnTo>
                  <a:lnTo>
                    <a:pt x="5262347" y="2598324"/>
                  </a:lnTo>
                  <a:lnTo>
                    <a:pt x="5263203" y="2684617"/>
                  </a:lnTo>
                  <a:lnTo>
                    <a:pt x="5264058" y="2811818"/>
                  </a:lnTo>
                  <a:lnTo>
                    <a:pt x="5264914" y="2865555"/>
                  </a:lnTo>
                  <a:lnTo>
                    <a:pt x="5265769" y="2789828"/>
                  </a:lnTo>
                  <a:lnTo>
                    <a:pt x="5266625" y="2690787"/>
                  </a:lnTo>
                  <a:lnTo>
                    <a:pt x="5267480" y="2643608"/>
                  </a:lnTo>
                  <a:lnTo>
                    <a:pt x="5268336" y="2605088"/>
                  </a:lnTo>
                  <a:lnTo>
                    <a:pt x="5269192" y="2602837"/>
                  </a:lnTo>
                  <a:lnTo>
                    <a:pt x="5270047" y="2596289"/>
                  </a:lnTo>
                  <a:lnTo>
                    <a:pt x="5270903" y="2647108"/>
                  </a:lnTo>
                  <a:lnTo>
                    <a:pt x="5271758" y="2650005"/>
                  </a:lnTo>
                  <a:lnTo>
                    <a:pt x="5272614" y="2614783"/>
                  </a:lnTo>
                  <a:lnTo>
                    <a:pt x="5273469" y="2574549"/>
                  </a:lnTo>
                  <a:lnTo>
                    <a:pt x="5274325" y="2598328"/>
                  </a:lnTo>
                  <a:lnTo>
                    <a:pt x="5275180" y="2647688"/>
                  </a:lnTo>
                  <a:lnTo>
                    <a:pt x="5276036" y="2633999"/>
                  </a:lnTo>
                  <a:lnTo>
                    <a:pt x="5276891" y="2638973"/>
                  </a:lnTo>
                  <a:lnTo>
                    <a:pt x="5277747" y="2636612"/>
                  </a:lnTo>
                  <a:lnTo>
                    <a:pt x="5278602" y="2644426"/>
                  </a:lnTo>
                  <a:lnTo>
                    <a:pt x="5279458" y="2617926"/>
                  </a:lnTo>
                  <a:lnTo>
                    <a:pt x="5280313" y="2602090"/>
                  </a:lnTo>
                  <a:lnTo>
                    <a:pt x="5281169" y="2626493"/>
                  </a:lnTo>
                  <a:lnTo>
                    <a:pt x="5282024" y="2736716"/>
                  </a:lnTo>
                  <a:lnTo>
                    <a:pt x="5282880" y="2864589"/>
                  </a:lnTo>
                  <a:lnTo>
                    <a:pt x="5283736" y="2951175"/>
                  </a:lnTo>
                  <a:lnTo>
                    <a:pt x="5284591" y="2939736"/>
                  </a:lnTo>
                  <a:lnTo>
                    <a:pt x="5285447" y="2853044"/>
                  </a:lnTo>
                  <a:lnTo>
                    <a:pt x="5286302" y="2780829"/>
                  </a:lnTo>
                  <a:lnTo>
                    <a:pt x="5287158" y="2745669"/>
                  </a:lnTo>
                  <a:lnTo>
                    <a:pt x="5288013" y="2587594"/>
                  </a:lnTo>
                  <a:lnTo>
                    <a:pt x="5288869" y="2368873"/>
                  </a:lnTo>
                  <a:lnTo>
                    <a:pt x="5289724" y="2208301"/>
                  </a:lnTo>
                  <a:lnTo>
                    <a:pt x="5290580" y="2127585"/>
                  </a:lnTo>
                  <a:lnTo>
                    <a:pt x="5291435" y="2054860"/>
                  </a:lnTo>
                  <a:lnTo>
                    <a:pt x="5292291" y="1814912"/>
                  </a:lnTo>
                  <a:lnTo>
                    <a:pt x="5293146" y="1733730"/>
                  </a:lnTo>
                  <a:lnTo>
                    <a:pt x="5294002" y="1728562"/>
                  </a:lnTo>
                  <a:lnTo>
                    <a:pt x="5294857" y="1769319"/>
                  </a:lnTo>
                  <a:lnTo>
                    <a:pt x="5295713" y="1774088"/>
                  </a:lnTo>
                  <a:lnTo>
                    <a:pt x="5296568" y="1709174"/>
                  </a:lnTo>
                  <a:lnTo>
                    <a:pt x="5297424" y="1716288"/>
                  </a:lnTo>
                  <a:lnTo>
                    <a:pt x="5298279" y="1652123"/>
                  </a:lnTo>
                  <a:lnTo>
                    <a:pt x="5299135" y="1614409"/>
                  </a:lnTo>
                  <a:lnTo>
                    <a:pt x="5299991" y="1615446"/>
                  </a:lnTo>
                  <a:lnTo>
                    <a:pt x="5300846" y="1705084"/>
                  </a:lnTo>
                  <a:lnTo>
                    <a:pt x="5301702" y="1872679"/>
                  </a:lnTo>
                  <a:lnTo>
                    <a:pt x="5302557" y="1961875"/>
                  </a:lnTo>
                  <a:lnTo>
                    <a:pt x="5303413" y="2009468"/>
                  </a:lnTo>
                  <a:lnTo>
                    <a:pt x="5304268" y="1993642"/>
                  </a:lnTo>
                  <a:lnTo>
                    <a:pt x="5305124" y="1951046"/>
                  </a:lnTo>
                  <a:lnTo>
                    <a:pt x="5305979" y="1942634"/>
                  </a:lnTo>
                  <a:lnTo>
                    <a:pt x="5306835" y="1882854"/>
                  </a:lnTo>
                  <a:lnTo>
                    <a:pt x="5307690" y="1959284"/>
                  </a:lnTo>
                  <a:lnTo>
                    <a:pt x="5308546" y="2153821"/>
                  </a:lnTo>
                  <a:lnTo>
                    <a:pt x="5309401" y="2320652"/>
                  </a:lnTo>
                  <a:lnTo>
                    <a:pt x="5310257" y="2412678"/>
                  </a:lnTo>
                  <a:lnTo>
                    <a:pt x="5311112" y="2437063"/>
                  </a:lnTo>
                  <a:lnTo>
                    <a:pt x="5311968" y="2457641"/>
                  </a:lnTo>
                  <a:lnTo>
                    <a:pt x="5312823" y="2385792"/>
                  </a:lnTo>
                  <a:lnTo>
                    <a:pt x="5313679" y="2296349"/>
                  </a:lnTo>
                  <a:lnTo>
                    <a:pt x="5314534" y="2271826"/>
                  </a:lnTo>
                  <a:lnTo>
                    <a:pt x="5315390" y="2304924"/>
                  </a:lnTo>
                  <a:lnTo>
                    <a:pt x="5316246" y="2342233"/>
                  </a:lnTo>
                  <a:lnTo>
                    <a:pt x="5317101" y="2386604"/>
                  </a:lnTo>
                  <a:lnTo>
                    <a:pt x="5317957" y="2387510"/>
                  </a:lnTo>
                  <a:lnTo>
                    <a:pt x="5318812" y="2314197"/>
                  </a:lnTo>
                  <a:lnTo>
                    <a:pt x="5319668" y="2214132"/>
                  </a:lnTo>
                  <a:lnTo>
                    <a:pt x="5320523" y="2193177"/>
                  </a:lnTo>
                  <a:lnTo>
                    <a:pt x="5321379" y="2199386"/>
                  </a:lnTo>
                  <a:lnTo>
                    <a:pt x="5322234" y="2168059"/>
                  </a:lnTo>
                  <a:lnTo>
                    <a:pt x="5323090" y="2125497"/>
                  </a:lnTo>
                  <a:lnTo>
                    <a:pt x="5323945" y="2089873"/>
                  </a:lnTo>
                  <a:lnTo>
                    <a:pt x="5324801" y="2100601"/>
                  </a:lnTo>
                  <a:lnTo>
                    <a:pt x="5325656" y="2104179"/>
                  </a:lnTo>
                  <a:lnTo>
                    <a:pt x="5326512" y="2024398"/>
                  </a:lnTo>
                  <a:lnTo>
                    <a:pt x="5327367" y="2000289"/>
                  </a:lnTo>
                  <a:lnTo>
                    <a:pt x="5328223" y="2140210"/>
                  </a:lnTo>
                  <a:lnTo>
                    <a:pt x="5329078" y="2306957"/>
                  </a:lnTo>
                  <a:lnTo>
                    <a:pt x="5329934" y="2404264"/>
                  </a:lnTo>
                  <a:lnTo>
                    <a:pt x="5330789" y="2389584"/>
                  </a:lnTo>
                  <a:lnTo>
                    <a:pt x="5331645" y="2422112"/>
                  </a:lnTo>
                  <a:lnTo>
                    <a:pt x="5332501" y="2431342"/>
                  </a:lnTo>
                  <a:lnTo>
                    <a:pt x="5333356" y="2308641"/>
                  </a:lnTo>
                  <a:lnTo>
                    <a:pt x="5334212" y="2107026"/>
                  </a:lnTo>
                  <a:lnTo>
                    <a:pt x="5335067" y="1867341"/>
                  </a:lnTo>
                  <a:lnTo>
                    <a:pt x="5335923" y="1618528"/>
                  </a:lnTo>
                  <a:lnTo>
                    <a:pt x="5336778" y="1391118"/>
                  </a:lnTo>
                  <a:lnTo>
                    <a:pt x="5337634" y="1165593"/>
                  </a:lnTo>
                  <a:lnTo>
                    <a:pt x="5338489" y="965096"/>
                  </a:lnTo>
                  <a:lnTo>
                    <a:pt x="5339345" y="954523"/>
                  </a:lnTo>
                  <a:lnTo>
                    <a:pt x="5340200" y="1073959"/>
                  </a:lnTo>
                  <a:lnTo>
                    <a:pt x="5341056" y="1177635"/>
                  </a:lnTo>
                  <a:lnTo>
                    <a:pt x="5341911" y="1268881"/>
                  </a:lnTo>
                  <a:lnTo>
                    <a:pt x="5342767" y="1430272"/>
                  </a:lnTo>
                  <a:lnTo>
                    <a:pt x="5343622" y="1608445"/>
                  </a:lnTo>
                  <a:lnTo>
                    <a:pt x="5344478" y="1699100"/>
                  </a:lnTo>
                  <a:lnTo>
                    <a:pt x="5345333" y="1775088"/>
                  </a:lnTo>
                  <a:lnTo>
                    <a:pt x="5346189" y="1891863"/>
                  </a:lnTo>
                  <a:lnTo>
                    <a:pt x="5347045" y="1875808"/>
                  </a:lnTo>
                  <a:lnTo>
                    <a:pt x="5347900" y="1800344"/>
                  </a:lnTo>
                  <a:lnTo>
                    <a:pt x="5348756" y="1743310"/>
                  </a:lnTo>
                  <a:lnTo>
                    <a:pt x="5349611" y="1754340"/>
                  </a:lnTo>
                  <a:lnTo>
                    <a:pt x="5350467" y="1763932"/>
                  </a:lnTo>
                  <a:lnTo>
                    <a:pt x="5351322" y="1712366"/>
                  </a:lnTo>
                  <a:lnTo>
                    <a:pt x="5352178" y="1728868"/>
                  </a:lnTo>
                  <a:lnTo>
                    <a:pt x="5353033" y="1773057"/>
                  </a:lnTo>
                  <a:lnTo>
                    <a:pt x="5353889" y="1810560"/>
                  </a:lnTo>
                  <a:lnTo>
                    <a:pt x="5354744" y="1774856"/>
                  </a:lnTo>
                  <a:lnTo>
                    <a:pt x="5355600" y="1741506"/>
                  </a:lnTo>
                  <a:lnTo>
                    <a:pt x="5356455" y="1704028"/>
                  </a:lnTo>
                  <a:lnTo>
                    <a:pt x="5357311" y="1719227"/>
                  </a:lnTo>
                  <a:lnTo>
                    <a:pt x="5358166" y="1746719"/>
                  </a:lnTo>
                  <a:lnTo>
                    <a:pt x="5359022" y="1799553"/>
                  </a:lnTo>
                  <a:lnTo>
                    <a:pt x="5359877" y="1918418"/>
                  </a:lnTo>
                  <a:lnTo>
                    <a:pt x="5360733" y="2019918"/>
                  </a:lnTo>
                  <a:lnTo>
                    <a:pt x="5361588" y="2163118"/>
                  </a:lnTo>
                  <a:lnTo>
                    <a:pt x="5362444" y="2293870"/>
                  </a:lnTo>
                  <a:lnTo>
                    <a:pt x="5363300" y="2420579"/>
                  </a:lnTo>
                  <a:lnTo>
                    <a:pt x="5364155" y="2453797"/>
                  </a:lnTo>
                  <a:lnTo>
                    <a:pt x="5365011" y="2357273"/>
                  </a:lnTo>
                  <a:lnTo>
                    <a:pt x="5365866" y="2183413"/>
                  </a:lnTo>
                  <a:lnTo>
                    <a:pt x="5366722" y="2079364"/>
                  </a:lnTo>
                  <a:lnTo>
                    <a:pt x="5367577" y="2073222"/>
                  </a:lnTo>
                  <a:lnTo>
                    <a:pt x="5368433" y="2072968"/>
                  </a:lnTo>
                  <a:lnTo>
                    <a:pt x="5369288" y="2072640"/>
                  </a:lnTo>
                  <a:lnTo>
                    <a:pt x="5370144" y="2125047"/>
                  </a:lnTo>
                  <a:lnTo>
                    <a:pt x="5370999" y="2343567"/>
                  </a:lnTo>
                  <a:lnTo>
                    <a:pt x="5371855" y="2480514"/>
                  </a:lnTo>
                  <a:lnTo>
                    <a:pt x="5372710" y="2435809"/>
                  </a:lnTo>
                  <a:lnTo>
                    <a:pt x="5373566" y="2353467"/>
                  </a:lnTo>
                  <a:lnTo>
                    <a:pt x="5374421" y="2416029"/>
                  </a:lnTo>
                  <a:lnTo>
                    <a:pt x="5375277" y="2540505"/>
                  </a:lnTo>
                  <a:lnTo>
                    <a:pt x="5376132" y="2560471"/>
                  </a:lnTo>
                  <a:lnTo>
                    <a:pt x="5376988" y="2631780"/>
                  </a:lnTo>
                  <a:lnTo>
                    <a:pt x="5377843" y="2773294"/>
                  </a:lnTo>
                  <a:lnTo>
                    <a:pt x="5378699" y="2866409"/>
                  </a:lnTo>
                  <a:lnTo>
                    <a:pt x="5379555" y="2865391"/>
                  </a:lnTo>
                  <a:lnTo>
                    <a:pt x="5380410" y="2839598"/>
                  </a:lnTo>
                  <a:lnTo>
                    <a:pt x="5381266" y="2783175"/>
                  </a:lnTo>
                  <a:lnTo>
                    <a:pt x="5382121" y="2651945"/>
                  </a:lnTo>
                  <a:lnTo>
                    <a:pt x="5382977" y="2529250"/>
                  </a:lnTo>
                  <a:lnTo>
                    <a:pt x="5383832" y="2475856"/>
                  </a:lnTo>
                  <a:lnTo>
                    <a:pt x="5384688" y="2399687"/>
                  </a:lnTo>
                  <a:lnTo>
                    <a:pt x="5385543" y="2315828"/>
                  </a:lnTo>
                  <a:lnTo>
                    <a:pt x="5386399" y="2328584"/>
                  </a:lnTo>
                  <a:lnTo>
                    <a:pt x="5387254" y="2441731"/>
                  </a:lnTo>
                  <a:lnTo>
                    <a:pt x="5388110" y="2538374"/>
                  </a:lnTo>
                  <a:lnTo>
                    <a:pt x="5388965" y="2560957"/>
                  </a:lnTo>
                  <a:lnTo>
                    <a:pt x="5389821" y="2538719"/>
                  </a:lnTo>
                  <a:lnTo>
                    <a:pt x="5390676" y="2490451"/>
                  </a:lnTo>
                  <a:lnTo>
                    <a:pt x="5391532" y="2405229"/>
                  </a:lnTo>
                  <a:lnTo>
                    <a:pt x="5392387" y="2285088"/>
                  </a:lnTo>
                  <a:lnTo>
                    <a:pt x="5393243" y="2096001"/>
                  </a:lnTo>
                  <a:lnTo>
                    <a:pt x="5394099" y="1953558"/>
                  </a:lnTo>
                  <a:lnTo>
                    <a:pt x="5394954" y="1957592"/>
                  </a:lnTo>
                  <a:lnTo>
                    <a:pt x="5395810" y="1980895"/>
                  </a:lnTo>
                  <a:lnTo>
                    <a:pt x="5396665" y="2056443"/>
                  </a:lnTo>
                  <a:lnTo>
                    <a:pt x="5397521" y="2207553"/>
                  </a:lnTo>
                  <a:lnTo>
                    <a:pt x="5398376" y="2417461"/>
                  </a:lnTo>
                  <a:lnTo>
                    <a:pt x="5399232" y="2598843"/>
                  </a:lnTo>
                  <a:lnTo>
                    <a:pt x="5400087" y="2748066"/>
                  </a:lnTo>
                  <a:lnTo>
                    <a:pt x="5400943" y="2872592"/>
                  </a:lnTo>
                  <a:lnTo>
                    <a:pt x="5401798" y="2839132"/>
                  </a:lnTo>
                  <a:lnTo>
                    <a:pt x="5402654" y="2669685"/>
                  </a:lnTo>
                  <a:lnTo>
                    <a:pt x="5403509" y="2552236"/>
                  </a:lnTo>
                  <a:lnTo>
                    <a:pt x="5404365" y="2543240"/>
                  </a:lnTo>
                  <a:lnTo>
                    <a:pt x="5405220" y="2486373"/>
                  </a:lnTo>
                  <a:lnTo>
                    <a:pt x="5406076" y="2392724"/>
                  </a:lnTo>
                  <a:lnTo>
                    <a:pt x="5406931" y="2310021"/>
                  </a:lnTo>
                  <a:lnTo>
                    <a:pt x="5407787" y="2334734"/>
                  </a:lnTo>
                  <a:lnTo>
                    <a:pt x="5408642" y="2325429"/>
                  </a:lnTo>
                  <a:lnTo>
                    <a:pt x="5409498" y="2119727"/>
                  </a:lnTo>
                  <a:lnTo>
                    <a:pt x="5410354" y="1931808"/>
                  </a:lnTo>
                  <a:lnTo>
                    <a:pt x="5411209" y="1909019"/>
                  </a:lnTo>
                  <a:lnTo>
                    <a:pt x="5412065" y="1925126"/>
                  </a:lnTo>
                  <a:lnTo>
                    <a:pt x="5412920" y="1829920"/>
                  </a:lnTo>
                  <a:lnTo>
                    <a:pt x="5413776" y="1670436"/>
                  </a:lnTo>
                  <a:lnTo>
                    <a:pt x="5414631" y="1553424"/>
                  </a:lnTo>
                  <a:lnTo>
                    <a:pt x="5415487" y="1426873"/>
                  </a:lnTo>
                  <a:lnTo>
                    <a:pt x="5416342" y="1275718"/>
                  </a:lnTo>
                  <a:lnTo>
                    <a:pt x="5417198" y="1286394"/>
                  </a:lnTo>
                  <a:lnTo>
                    <a:pt x="5418053" y="1293910"/>
                  </a:lnTo>
                  <a:lnTo>
                    <a:pt x="5418909" y="1286618"/>
                  </a:lnTo>
                  <a:lnTo>
                    <a:pt x="5419764" y="1337504"/>
                  </a:lnTo>
                  <a:lnTo>
                    <a:pt x="5420620" y="1357790"/>
                  </a:lnTo>
                  <a:lnTo>
                    <a:pt x="5421475" y="1391545"/>
                  </a:lnTo>
                  <a:lnTo>
                    <a:pt x="5422331" y="1303664"/>
                  </a:lnTo>
                  <a:lnTo>
                    <a:pt x="5423186" y="1186215"/>
                  </a:lnTo>
                  <a:lnTo>
                    <a:pt x="5424042" y="1174682"/>
                  </a:lnTo>
                  <a:lnTo>
                    <a:pt x="5424897" y="1140381"/>
                  </a:lnTo>
                  <a:lnTo>
                    <a:pt x="5425753" y="1089780"/>
                  </a:lnTo>
                  <a:lnTo>
                    <a:pt x="5426609" y="943528"/>
                  </a:lnTo>
                  <a:lnTo>
                    <a:pt x="5427464" y="810614"/>
                  </a:lnTo>
                  <a:lnTo>
                    <a:pt x="5428320" y="735441"/>
                  </a:lnTo>
                  <a:lnTo>
                    <a:pt x="5429175" y="668355"/>
                  </a:lnTo>
                  <a:lnTo>
                    <a:pt x="5430031" y="664287"/>
                  </a:lnTo>
                  <a:lnTo>
                    <a:pt x="5430886" y="622676"/>
                  </a:lnTo>
                  <a:lnTo>
                    <a:pt x="5431742" y="555831"/>
                  </a:lnTo>
                  <a:lnTo>
                    <a:pt x="5432597" y="508784"/>
                  </a:lnTo>
                  <a:lnTo>
                    <a:pt x="5433453" y="480395"/>
                  </a:lnTo>
                  <a:lnTo>
                    <a:pt x="5434308" y="427103"/>
                  </a:lnTo>
                  <a:lnTo>
                    <a:pt x="5435164" y="454572"/>
                  </a:lnTo>
                  <a:lnTo>
                    <a:pt x="5436019" y="570394"/>
                  </a:lnTo>
                  <a:lnTo>
                    <a:pt x="5436875" y="704586"/>
                  </a:lnTo>
                  <a:lnTo>
                    <a:pt x="5437730" y="889911"/>
                  </a:lnTo>
                  <a:lnTo>
                    <a:pt x="5438586" y="1211450"/>
                  </a:lnTo>
                  <a:lnTo>
                    <a:pt x="5439441" y="1560135"/>
                  </a:lnTo>
                  <a:lnTo>
                    <a:pt x="5440297" y="1782946"/>
                  </a:lnTo>
                  <a:lnTo>
                    <a:pt x="5441153" y="2006756"/>
                  </a:lnTo>
                  <a:lnTo>
                    <a:pt x="5442008" y="2246044"/>
                  </a:lnTo>
                  <a:lnTo>
                    <a:pt x="5442864" y="2320887"/>
                  </a:lnTo>
                  <a:lnTo>
                    <a:pt x="5443719" y="2248033"/>
                  </a:lnTo>
                  <a:lnTo>
                    <a:pt x="5444575" y="2183360"/>
                  </a:lnTo>
                  <a:lnTo>
                    <a:pt x="5445430" y="2079221"/>
                  </a:lnTo>
                  <a:lnTo>
                    <a:pt x="5446286" y="2037195"/>
                  </a:lnTo>
                  <a:lnTo>
                    <a:pt x="5447141" y="2035949"/>
                  </a:lnTo>
                  <a:lnTo>
                    <a:pt x="5447997" y="2113258"/>
                  </a:lnTo>
                  <a:lnTo>
                    <a:pt x="5448852" y="2254210"/>
                  </a:lnTo>
                  <a:lnTo>
                    <a:pt x="5449708" y="2329792"/>
                  </a:lnTo>
                  <a:lnTo>
                    <a:pt x="5450563" y="2422578"/>
                  </a:lnTo>
                  <a:lnTo>
                    <a:pt x="5451419" y="2429900"/>
                  </a:lnTo>
                  <a:lnTo>
                    <a:pt x="5452274" y="2417379"/>
                  </a:lnTo>
                  <a:lnTo>
                    <a:pt x="5453130" y="2500637"/>
                  </a:lnTo>
                  <a:lnTo>
                    <a:pt x="5453985" y="2567600"/>
                  </a:lnTo>
                  <a:lnTo>
                    <a:pt x="5454841" y="2636480"/>
                  </a:lnTo>
                  <a:lnTo>
                    <a:pt x="5455696" y="2728674"/>
                  </a:lnTo>
                  <a:lnTo>
                    <a:pt x="5456552" y="2735624"/>
                  </a:lnTo>
                  <a:lnTo>
                    <a:pt x="5457408" y="2672767"/>
                  </a:lnTo>
                  <a:lnTo>
                    <a:pt x="5458263" y="2511225"/>
                  </a:lnTo>
                  <a:lnTo>
                    <a:pt x="5459119" y="2302396"/>
                  </a:lnTo>
                  <a:lnTo>
                    <a:pt x="5459974" y="2117492"/>
                  </a:lnTo>
                  <a:lnTo>
                    <a:pt x="5460830" y="2044897"/>
                  </a:lnTo>
                  <a:lnTo>
                    <a:pt x="5461685" y="2094172"/>
                  </a:lnTo>
                  <a:lnTo>
                    <a:pt x="5462541" y="2163045"/>
                  </a:lnTo>
                  <a:lnTo>
                    <a:pt x="5463396" y="2221213"/>
                  </a:lnTo>
                  <a:lnTo>
                    <a:pt x="5464252" y="2223011"/>
                  </a:lnTo>
                  <a:lnTo>
                    <a:pt x="5465107" y="2202123"/>
                  </a:lnTo>
                  <a:lnTo>
                    <a:pt x="5465963" y="2153494"/>
                  </a:lnTo>
                  <a:lnTo>
                    <a:pt x="5466818" y="2155688"/>
                  </a:lnTo>
                  <a:lnTo>
                    <a:pt x="5467674" y="2198100"/>
                  </a:lnTo>
                  <a:lnTo>
                    <a:pt x="5468529" y="2224445"/>
                  </a:lnTo>
                  <a:lnTo>
                    <a:pt x="5469385" y="2264114"/>
                  </a:lnTo>
                  <a:lnTo>
                    <a:pt x="5470240" y="2264481"/>
                  </a:lnTo>
                  <a:lnTo>
                    <a:pt x="5471096" y="2271406"/>
                  </a:lnTo>
                  <a:lnTo>
                    <a:pt x="5471951" y="2252594"/>
                  </a:lnTo>
                  <a:lnTo>
                    <a:pt x="5472807" y="2160494"/>
                  </a:lnTo>
                  <a:lnTo>
                    <a:pt x="5473663" y="2155567"/>
                  </a:lnTo>
                  <a:lnTo>
                    <a:pt x="5474518" y="2209948"/>
                  </a:lnTo>
                  <a:lnTo>
                    <a:pt x="5475374" y="2300207"/>
                  </a:lnTo>
                  <a:lnTo>
                    <a:pt x="5476229" y="2339131"/>
                  </a:lnTo>
                  <a:lnTo>
                    <a:pt x="5477085" y="2380106"/>
                  </a:lnTo>
                  <a:lnTo>
                    <a:pt x="5477940" y="2526339"/>
                  </a:lnTo>
                  <a:lnTo>
                    <a:pt x="5478796" y="2583085"/>
                  </a:lnTo>
                  <a:lnTo>
                    <a:pt x="5479651" y="2597469"/>
                  </a:lnTo>
                  <a:lnTo>
                    <a:pt x="5480507" y="2643121"/>
                  </a:lnTo>
                  <a:lnTo>
                    <a:pt x="5481362" y="2718540"/>
                  </a:lnTo>
                  <a:lnTo>
                    <a:pt x="5482218" y="2802784"/>
                  </a:lnTo>
                  <a:lnTo>
                    <a:pt x="5483073" y="2801247"/>
                  </a:lnTo>
                  <a:lnTo>
                    <a:pt x="5483929" y="2768530"/>
                  </a:lnTo>
                  <a:lnTo>
                    <a:pt x="5484784" y="2745794"/>
                  </a:lnTo>
                  <a:lnTo>
                    <a:pt x="5485640" y="2725016"/>
                  </a:lnTo>
                  <a:lnTo>
                    <a:pt x="5486495" y="2719579"/>
                  </a:lnTo>
                  <a:lnTo>
                    <a:pt x="5487351" y="2671587"/>
                  </a:lnTo>
                  <a:lnTo>
                    <a:pt x="5488207" y="2597474"/>
                  </a:lnTo>
                  <a:lnTo>
                    <a:pt x="5489062" y="2564486"/>
                  </a:lnTo>
                  <a:lnTo>
                    <a:pt x="5489918" y="2643073"/>
                  </a:lnTo>
                  <a:lnTo>
                    <a:pt x="5490773" y="2743638"/>
                  </a:lnTo>
                  <a:lnTo>
                    <a:pt x="5491629" y="2783762"/>
                  </a:lnTo>
                  <a:lnTo>
                    <a:pt x="5492484" y="2816458"/>
                  </a:lnTo>
                  <a:lnTo>
                    <a:pt x="5493340" y="2892104"/>
                  </a:lnTo>
                  <a:lnTo>
                    <a:pt x="5494195" y="2966843"/>
                  </a:lnTo>
                  <a:lnTo>
                    <a:pt x="5495051" y="2949554"/>
                  </a:lnTo>
                  <a:lnTo>
                    <a:pt x="5495906" y="2878083"/>
                  </a:lnTo>
                  <a:lnTo>
                    <a:pt x="5496762" y="2723922"/>
                  </a:lnTo>
                  <a:lnTo>
                    <a:pt x="5497617" y="2662392"/>
                  </a:lnTo>
                  <a:lnTo>
                    <a:pt x="5498473" y="2675392"/>
                  </a:lnTo>
                  <a:lnTo>
                    <a:pt x="5499328" y="2720844"/>
                  </a:lnTo>
                  <a:lnTo>
                    <a:pt x="5500184" y="2780878"/>
                  </a:lnTo>
                  <a:lnTo>
                    <a:pt x="5501039" y="2852347"/>
                  </a:lnTo>
                  <a:lnTo>
                    <a:pt x="5501895" y="2996741"/>
                  </a:lnTo>
                  <a:lnTo>
                    <a:pt x="5502750" y="2963939"/>
                  </a:lnTo>
                  <a:lnTo>
                    <a:pt x="5503606" y="2838572"/>
                  </a:lnTo>
                  <a:lnTo>
                    <a:pt x="5504462" y="2763256"/>
                  </a:lnTo>
                  <a:lnTo>
                    <a:pt x="5505317" y="2750663"/>
                  </a:lnTo>
                  <a:lnTo>
                    <a:pt x="5506173" y="2775392"/>
                  </a:lnTo>
                  <a:lnTo>
                    <a:pt x="5507028" y="2805573"/>
                  </a:lnTo>
                  <a:lnTo>
                    <a:pt x="5507884" y="2918227"/>
                  </a:lnTo>
                  <a:lnTo>
                    <a:pt x="5508739" y="3047142"/>
                  </a:lnTo>
                  <a:lnTo>
                    <a:pt x="5509595" y="3116972"/>
                  </a:lnTo>
                  <a:lnTo>
                    <a:pt x="5510450" y="3116972"/>
                  </a:lnTo>
                  <a:lnTo>
                    <a:pt x="5511306" y="3066592"/>
                  </a:lnTo>
                  <a:lnTo>
                    <a:pt x="5512161" y="2962769"/>
                  </a:lnTo>
                  <a:lnTo>
                    <a:pt x="5513017" y="2896852"/>
                  </a:lnTo>
                  <a:lnTo>
                    <a:pt x="5513872" y="2893791"/>
                  </a:lnTo>
                  <a:lnTo>
                    <a:pt x="5514728" y="2826920"/>
                  </a:lnTo>
                  <a:lnTo>
                    <a:pt x="5515583" y="2725505"/>
                  </a:lnTo>
                  <a:lnTo>
                    <a:pt x="5516439" y="2635349"/>
                  </a:lnTo>
                  <a:lnTo>
                    <a:pt x="5517294" y="2596947"/>
                  </a:lnTo>
                  <a:lnTo>
                    <a:pt x="5518150" y="2566503"/>
                  </a:lnTo>
                  <a:lnTo>
                    <a:pt x="5519005" y="2467959"/>
                  </a:lnTo>
                  <a:lnTo>
                    <a:pt x="5519861" y="2388560"/>
                  </a:lnTo>
                  <a:lnTo>
                    <a:pt x="5520717" y="2393276"/>
                  </a:lnTo>
                  <a:lnTo>
                    <a:pt x="5521572" y="2473429"/>
                  </a:lnTo>
                  <a:lnTo>
                    <a:pt x="5522428" y="2495430"/>
                  </a:lnTo>
                  <a:lnTo>
                    <a:pt x="5523283" y="2489719"/>
                  </a:lnTo>
                  <a:lnTo>
                    <a:pt x="5524139" y="2585515"/>
                  </a:lnTo>
                  <a:lnTo>
                    <a:pt x="5524994" y="2731785"/>
                  </a:lnTo>
                  <a:lnTo>
                    <a:pt x="5525850" y="2810215"/>
                  </a:lnTo>
                  <a:lnTo>
                    <a:pt x="5526705" y="2822236"/>
                  </a:lnTo>
                  <a:lnTo>
                    <a:pt x="5527561" y="2875940"/>
                  </a:lnTo>
                  <a:lnTo>
                    <a:pt x="5528416" y="2904961"/>
                  </a:lnTo>
                  <a:lnTo>
                    <a:pt x="5529272" y="2869673"/>
                  </a:lnTo>
                  <a:lnTo>
                    <a:pt x="5530127" y="2809186"/>
                  </a:lnTo>
                  <a:lnTo>
                    <a:pt x="5530983" y="2800830"/>
                  </a:lnTo>
                  <a:lnTo>
                    <a:pt x="5531838" y="2828211"/>
                  </a:lnTo>
                  <a:lnTo>
                    <a:pt x="5532694" y="2761164"/>
                  </a:lnTo>
                  <a:lnTo>
                    <a:pt x="5533549" y="2691196"/>
                  </a:lnTo>
                  <a:lnTo>
                    <a:pt x="5534405" y="2656145"/>
                  </a:lnTo>
                  <a:lnTo>
                    <a:pt x="5535261" y="2609409"/>
                  </a:lnTo>
                  <a:lnTo>
                    <a:pt x="5536116" y="2511435"/>
                  </a:lnTo>
                  <a:lnTo>
                    <a:pt x="5536972" y="2407590"/>
                  </a:lnTo>
                  <a:lnTo>
                    <a:pt x="5537827" y="2410386"/>
                  </a:lnTo>
                  <a:lnTo>
                    <a:pt x="5538683" y="2491202"/>
                  </a:lnTo>
                  <a:lnTo>
                    <a:pt x="5539538" y="2563429"/>
                  </a:lnTo>
                  <a:lnTo>
                    <a:pt x="5540394" y="2657425"/>
                  </a:lnTo>
                  <a:lnTo>
                    <a:pt x="5541249" y="2746085"/>
                  </a:lnTo>
                  <a:lnTo>
                    <a:pt x="5542105" y="2827329"/>
                  </a:lnTo>
                  <a:lnTo>
                    <a:pt x="5542960" y="2937689"/>
                  </a:lnTo>
                  <a:lnTo>
                    <a:pt x="5543816" y="2981568"/>
                  </a:lnTo>
                  <a:lnTo>
                    <a:pt x="5544671" y="2985491"/>
                  </a:lnTo>
                  <a:lnTo>
                    <a:pt x="5545527" y="2998716"/>
                  </a:lnTo>
                  <a:lnTo>
                    <a:pt x="5546382" y="3035187"/>
                  </a:lnTo>
                  <a:lnTo>
                    <a:pt x="5547238" y="3071586"/>
                  </a:lnTo>
                  <a:lnTo>
                    <a:pt x="5548093" y="3071586"/>
                  </a:lnTo>
                  <a:lnTo>
                    <a:pt x="5548949" y="3071586"/>
                  </a:lnTo>
                  <a:lnTo>
                    <a:pt x="5549804" y="3071586"/>
                  </a:lnTo>
                  <a:lnTo>
                    <a:pt x="5550660" y="3071586"/>
                  </a:lnTo>
                  <a:lnTo>
                    <a:pt x="5551516" y="3071586"/>
                  </a:lnTo>
                  <a:lnTo>
                    <a:pt x="5552371" y="3071586"/>
                  </a:lnTo>
                  <a:lnTo>
                    <a:pt x="5553227" y="3071586"/>
                  </a:lnTo>
                  <a:lnTo>
                    <a:pt x="5554082" y="3071586"/>
                  </a:lnTo>
                  <a:lnTo>
                    <a:pt x="5554938" y="3071586"/>
                  </a:lnTo>
                  <a:lnTo>
                    <a:pt x="5555793" y="3071586"/>
                  </a:lnTo>
                  <a:lnTo>
                    <a:pt x="5556649" y="3071586"/>
                  </a:lnTo>
                  <a:lnTo>
                    <a:pt x="5557504" y="3076678"/>
                  </a:lnTo>
                  <a:lnTo>
                    <a:pt x="5558360" y="3104416"/>
                  </a:lnTo>
                  <a:lnTo>
                    <a:pt x="5559215" y="3114909"/>
                  </a:lnTo>
                  <a:lnTo>
                    <a:pt x="5560071" y="3116972"/>
                  </a:lnTo>
                  <a:lnTo>
                    <a:pt x="5560926" y="3077780"/>
                  </a:lnTo>
                  <a:lnTo>
                    <a:pt x="5561782" y="2990053"/>
                  </a:lnTo>
                  <a:lnTo>
                    <a:pt x="5562637" y="2931236"/>
                  </a:lnTo>
                  <a:lnTo>
                    <a:pt x="5563493" y="2837969"/>
                  </a:lnTo>
                  <a:lnTo>
                    <a:pt x="5564348" y="2690171"/>
                  </a:lnTo>
                  <a:lnTo>
                    <a:pt x="5565204" y="2581842"/>
                  </a:lnTo>
                  <a:lnTo>
                    <a:pt x="5566059" y="2550847"/>
                  </a:lnTo>
                  <a:lnTo>
                    <a:pt x="5566915" y="2601302"/>
                  </a:lnTo>
                  <a:lnTo>
                    <a:pt x="5567771" y="2647252"/>
                  </a:lnTo>
                  <a:lnTo>
                    <a:pt x="5568626" y="2624527"/>
                  </a:lnTo>
                  <a:lnTo>
                    <a:pt x="5569482" y="2684427"/>
                  </a:lnTo>
                  <a:lnTo>
                    <a:pt x="5570337" y="2699031"/>
                  </a:lnTo>
                  <a:lnTo>
                    <a:pt x="5571193" y="2632440"/>
                  </a:lnTo>
                  <a:lnTo>
                    <a:pt x="5572048" y="2524486"/>
                  </a:lnTo>
                  <a:lnTo>
                    <a:pt x="5572904" y="2439635"/>
                  </a:lnTo>
                  <a:lnTo>
                    <a:pt x="5573759" y="2425209"/>
                  </a:lnTo>
                  <a:lnTo>
                    <a:pt x="5574615" y="2320649"/>
                  </a:lnTo>
                  <a:lnTo>
                    <a:pt x="5575470" y="2252367"/>
                  </a:lnTo>
                  <a:lnTo>
                    <a:pt x="5576326" y="2306753"/>
                  </a:lnTo>
                  <a:lnTo>
                    <a:pt x="5577181" y="2374232"/>
                  </a:lnTo>
                  <a:lnTo>
                    <a:pt x="5578037" y="2385920"/>
                  </a:lnTo>
                  <a:lnTo>
                    <a:pt x="5578892" y="2420346"/>
                  </a:lnTo>
                  <a:lnTo>
                    <a:pt x="5579748" y="2536772"/>
                  </a:lnTo>
                  <a:lnTo>
                    <a:pt x="5580603" y="2657977"/>
                  </a:lnTo>
                  <a:lnTo>
                    <a:pt x="5581459" y="2672312"/>
                  </a:lnTo>
                  <a:lnTo>
                    <a:pt x="5582314" y="2645072"/>
                  </a:lnTo>
                  <a:lnTo>
                    <a:pt x="5583170" y="2645117"/>
                  </a:lnTo>
                  <a:lnTo>
                    <a:pt x="5584026" y="2686254"/>
                  </a:lnTo>
                  <a:lnTo>
                    <a:pt x="5584881" y="2702427"/>
                  </a:lnTo>
                  <a:lnTo>
                    <a:pt x="5585737" y="2553183"/>
                  </a:lnTo>
                  <a:lnTo>
                    <a:pt x="5586592" y="2488884"/>
                  </a:lnTo>
                  <a:lnTo>
                    <a:pt x="5587448" y="2513531"/>
                  </a:lnTo>
                  <a:lnTo>
                    <a:pt x="5588303" y="2503982"/>
                  </a:lnTo>
                  <a:lnTo>
                    <a:pt x="5589159" y="2398473"/>
                  </a:lnTo>
                  <a:lnTo>
                    <a:pt x="5590014" y="2331655"/>
                  </a:lnTo>
                  <a:lnTo>
                    <a:pt x="5590870" y="2382658"/>
                  </a:lnTo>
                  <a:lnTo>
                    <a:pt x="5591725" y="2337943"/>
                  </a:lnTo>
                  <a:lnTo>
                    <a:pt x="5592581" y="2238805"/>
                  </a:lnTo>
                  <a:lnTo>
                    <a:pt x="5593436" y="2117958"/>
                  </a:lnTo>
                  <a:lnTo>
                    <a:pt x="5594292" y="2035735"/>
                  </a:lnTo>
                  <a:lnTo>
                    <a:pt x="5595147" y="1975088"/>
                  </a:lnTo>
                  <a:lnTo>
                    <a:pt x="5596003" y="2040205"/>
                  </a:lnTo>
                  <a:lnTo>
                    <a:pt x="5596858" y="2136321"/>
                  </a:lnTo>
                  <a:lnTo>
                    <a:pt x="5597714" y="2240727"/>
                  </a:lnTo>
                  <a:lnTo>
                    <a:pt x="5598570" y="2393168"/>
                  </a:lnTo>
                  <a:lnTo>
                    <a:pt x="5599425" y="2515805"/>
                  </a:lnTo>
                  <a:lnTo>
                    <a:pt x="5600281" y="2582917"/>
                  </a:lnTo>
                  <a:lnTo>
                    <a:pt x="5601136" y="2555503"/>
                  </a:lnTo>
                  <a:lnTo>
                    <a:pt x="5601992" y="2566782"/>
                  </a:lnTo>
                  <a:lnTo>
                    <a:pt x="5602847" y="2586368"/>
                  </a:lnTo>
                  <a:lnTo>
                    <a:pt x="5603703" y="2613599"/>
                  </a:lnTo>
                  <a:lnTo>
                    <a:pt x="5604558" y="2594138"/>
                  </a:lnTo>
                  <a:lnTo>
                    <a:pt x="5605414" y="2572915"/>
                  </a:lnTo>
                  <a:lnTo>
                    <a:pt x="5606269" y="2631207"/>
                  </a:lnTo>
                  <a:lnTo>
                    <a:pt x="5607125" y="2619901"/>
                  </a:lnTo>
                  <a:lnTo>
                    <a:pt x="5607980" y="2623350"/>
                  </a:lnTo>
                  <a:lnTo>
                    <a:pt x="5608836" y="2585886"/>
                  </a:lnTo>
                  <a:lnTo>
                    <a:pt x="5609691" y="2536026"/>
                  </a:lnTo>
                  <a:lnTo>
                    <a:pt x="5610547" y="2504446"/>
                  </a:lnTo>
                  <a:lnTo>
                    <a:pt x="5611402" y="2405834"/>
                  </a:lnTo>
                  <a:lnTo>
                    <a:pt x="5612258" y="2327600"/>
                  </a:lnTo>
                  <a:lnTo>
                    <a:pt x="5613113" y="2289722"/>
                  </a:lnTo>
                  <a:lnTo>
                    <a:pt x="5613969" y="2328389"/>
                  </a:lnTo>
                  <a:lnTo>
                    <a:pt x="5614825" y="2394398"/>
                  </a:lnTo>
                  <a:lnTo>
                    <a:pt x="5615680" y="2467168"/>
                  </a:lnTo>
                  <a:lnTo>
                    <a:pt x="5616536" y="2505340"/>
                  </a:lnTo>
                  <a:lnTo>
                    <a:pt x="5617391" y="2558080"/>
                  </a:lnTo>
                  <a:lnTo>
                    <a:pt x="5618247" y="2552813"/>
                  </a:lnTo>
                  <a:lnTo>
                    <a:pt x="5619102" y="2508808"/>
                  </a:lnTo>
                  <a:lnTo>
                    <a:pt x="5619958" y="2620607"/>
                  </a:lnTo>
                  <a:lnTo>
                    <a:pt x="5620813" y="2664588"/>
                  </a:lnTo>
                  <a:lnTo>
                    <a:pt x="5621669" y="2572008"/>
                  </a:lnTo>
                  <a:lnTo>
                    <a:pt x="5622524" y="2485241"/>
                  </a:lnTo>
                  <a:lnTo>
                    <a:pt x="5623380" y="2396297"/>
                  </a:lnTo>
                  <a:lnTo>
                    <a:pt x="5624235" y="2357677"/>
                  </a:lnTo>
                  <a:lnTo>
                    <a:pt x="5625091" y="2195166"/>
                  </a:lnTo>
                  <a:lnTo>
                    <a:pt x="5625946" y="2056595"/>
                  </a:lnTo>
                  <a:lnTo>
                    <a:pt x="5626802" y="2022667"/>
                  </a:lnTo>
                  <a:lnTo>
                    <a:pt x="5627657" y="2050925"/>
                  </a:lnTo>
                  <a:lnTo>
                    <a:pt x="5628513" y="2131171"/>
                  </a:lnTo>
                  <a:lnTo>
                    <a:pt x="5629368" y="2118919"/>
                  </a:lnTo>
                  <a:lnTo>
                    <a:pt x="5630224" y="2108050"/>
                  </a:lnTo>
                  <a:lnTo>
                    <a:pt x="5631080" y="2171047"/>
                  </a:lnTo>
                  <a:lnTo>
                    <a:pt x="5631935" y="2295328"/>
                  </a:lnTo>
                  <a:lnTo>
                    <a:pt x="5632791" y="2393338"/>
                  </a:lnTo>
                  <a:lnTo>
                    <a:pt x="5633646" y="2419459"/>
                  </a:lnTo>
                  <a:lnTo>
                    <a:pt x="5634502" y="2453727"/>
                  </a:lnTo>
                  <a:lnTo>
                    <a:pt x="5635357" y="2462004"/>
                  </a:lnTo>
                  <a:lnTo>
                    <a:pt x="5636213" y="2381620"/>
                  </a:lnTo>
                  <a:lnTo>
                    <a:pt x="5637068" y="2264031"/>
                  </a:lnTo>
                  <a:lnTo>
                    <a:pt x="5637924" y="2148482"/>
                  </a:lnTo>
                  <a:lnTo>
                    <a:pt x="5638779" y="2020976"/>
                  </a:lnTo>
                  <a:lnTo>
                    <a:pt x="5639635" y="1863775"/>
                  </a:lnTo>
                  <a:lnTo>
                    <a:pt x="5640490" y="1829476"/>
                  </a:lnTo>
                  <a:lnTo>
                    <a:pt x="5641346" y="1857796"/>
                  </a:lnTo>
                  <a:lnTo>
                    <a:pt x="5642201" y="1894411"/>
                  </a:lnTo>
                  <a:lnTo>
                    <a:pt x="5643057" y="1984315"/>
                  </a:lnTo>
                  <a:lnTo>
                    <a:pt x="5643912" y="2125619"/>
                  </a:lnTo>
                  <a:lnTo>
                    <a:pt x="5644768" y="2255169"/>
                  </a:lnTo>
                  <a:lnTo>
                    <a:pt x="5645624" y="2314380"/>
                  </a:lnTo>
                  <a:lnTo>
                    <a:pt x="5646479" y="2347361"/>
                  </a:lnTo>
                  <a:lnTo>
                    <a:pt x="5647335" y="2352441"/>
                  </a:lnTo>
                  <a:lnTo>
                    <a:pt x="5648190" y="2289686"/>
                  </a:lnTo>
                  <a:lnTo>
                    <a:pt x="5649046" y="2133659"/>
                  </a:lnTo>
                  <a:lnTo>
                    <a:pt x="5649901" y="2132227"/>
                  </a:lnTo>
                  <a:lnTo>
                    <a:pt x="5650757" y="2156299"/>
                  </a:lnTo>
                  <a:lnTo>
                    <a:pt x="5651612" y="2099206"/>
                  </a:lnTo>
                  <a:lnTo>
                    <a:pt x="5652468" y="2062447"/>
                  </a:lnTo>
                  <a:lnTo>
                    <a:pt x="5653323" y="2041229"/>
                  </a:lnTo>
                  <a:lnTo>
                    <a:pt x="5654179" y="2063944"/>
                  </a:lnTo>
                  <a:lnTo>
                    <a:pt x="5655034" y="2028419"/>
                  </a:lnTo>
                  <a:lnTo>
                    <a:pt x="5655890" y="1926952"/>
                  </a:lnTo>
                  <a:lnTo>
                    <a:pt x="5656745" y="1907704"/>
                  </a:lnTo>
                  <a:lnTo>
                    <a:pt x="5657601" y="1907508"/>
                  </a:lnTo>
                  <a:lnTo>
                    <a:pt x="5658456" y="1951881"/>
                  </a:lnTo>
                  <a:lnTo>
                    <a:pt x="5659312" y="1932098"/>
                  </a:lnTo>
                  <a:lnTo>
                    <a:pt x="5660167" y="1877555"/>
                  </a:lnTo>
                  <a:lnTo>
                    <a:pt x="5661023" y="1944196"/>
                  </a:lnTo>
                  <a:lnTo>
                    <a:pt x="5661879" y="2051440"/>
                  </a:lnTo>
                  <a:lnTo>
                    <a:pt x="5662734" y="2090780"/>
                  </a:lnTo>
                  <a:lnTo>
                    <a:pt x="5663590" y="2110973"/>
                  </a:lnTo>
                  <a:lnTo>
                    <a:pt x="5664445" y="2199741"/>
                  </a:lnTo>
                  <a:lnTo>
                    <a:pt x="5665301" y="2222139"/>
                  </a:lnTo>
                  <a:lnTo>
                    <a:pt x="5666156" y="2311660"/>
                  </a:lnTo>
                  <a:lnTo>
                    <a:pt x="5667012" y="2364615"/>
                  </a:lnTo>
                  <a:lnTo>
                    <a:pt x="5667867" y="2337664"/>
                  </a:lnTo>
                  <a:lnTo>
                    <a:pt x="5668723" y="2192469"/>
                  </a:lnTo>
                  <a:lnTo>
                    <a:pt x="5669578" y="2015186"/>
                  </a:lnTo>
                  <a:lnTo>
                    <a:pt x="5670434" y="1889692"/>
                  </a:lnTo>
                  <a:lnTo>
                    <a:pt x="5671289" y="1662284"/>
                  </a:lnTo>
                  <a:lnTo>
                    <a:pt x="5672145" y="1447124"/>
                  </a:lnTo>
                  <a:lnTo>
                    <a:pt x="5673000" y="1360903"/>
                  </a:lnTo>
                  <a:lnTo>
                    <a:pt x="5673856" y="1358259"/>
                  </a:lnTo>
                  <a:lnTo>
                    <a:pt x="5674711" y="1396281"/>
                  </a:lnTo>
                  <a:lnTo>
                    <a:pt x="5675567" y="1469032"/>
                  </a:lnTo>
                  <a:lnTo>
                    <a:pt x="5676422" y="1598204"/>
                  </a:lnTo>
                  <a:lnTo>
                    <a:pt x="5677278" y="1781778"/>
                  </a:lnTo>
                  <a:lnTo>
                    <a:pt x="5678134" y="1942485"/>
                  </a:lnTo>
                  <a:lnTo>
                    <a:pt x="5678989" y="2078242"/>
                  </a:lnTo>
                  <a:lnTo>
                    <a:pt x="5679845" y="2262298"/>
                  </a:lnTo>
                  <a:lnTo>
                    <a:pt x="5680700" y="2476184"/>
                  </a:lnTo>
                  <a:lnTo>
                    <a:pt x="5681556" y="2578862"/>
                  </a:lnTo>
                  <a:lnTo>
                    <a:pt x="5682411" y="2563878"/>
                  </a:lnTo>
                  <a:lnTo>
                    <a:pt x="5683267" y="2540935"/>
                  </a:lnTo>
                  <a:lnTo>
                    <a:pt x="5684122" y="2496256"/>
                  </a:lnTo>
                  <a:lnTo>
                    <a:pt x="5684978" y="2383732"/>
                  </a:lnTo>
                  <a:lnTo>
                    <a:pt x="5685833" y="2187684"/>
                  </a:lnTo>
                  <a:lnTo>
                    <a:pt x="5686689" y="2020542"/>
                  </a:lnTo>
                  <a:lnTo>
                    <a:pt x="5687544" y="1864340"/>
                  </a:lnTo>
                  <a:lnTo>
                    <a:pt x="5688400" y="1698840"/>
                  </a:lnTo>
                  <a:lnTo>
                    <a:pt x="5689255" y="1622188"/>
                  </a:lnTo>
                  <a:lnTo>
                    <a:pt x="5690111" y="1687871"/>
                  </a:lnTo>
                  <a:lnTo>
                    <a:pt x="5690966" y="1753634"/>
                  </a:lnTo>
                  <a:lnTo>
                    <a:pt x="5691822" y="1832380"/>
                  </a:lnTo>
                  <a:lnTo>
                    <a:pt x="5692678" y="2002548"/>
                  </a:lnTo>
                  <a:lnTo>
                    <a:pt x="5693533" y="2183564"/>
                  </a:lnTo>
                  <a:lnTo>
                    <a:pt x="5694389" y="2285426"/>
                  </a:lnTo>
                  <a:lnTo>
                    <a:pt x="5695244" y="2330884"/>
                  </a:lnTo>
                  <a:lnTo>
                    <a:pt x="5696100" y="2370262"/>
                  </a:lnTo>
                  <a:lnTo>
                    <a:pt x="5696955" y="2345569"/>
                  </a:lnTo>
                  <a:lnTo>
                    <a:pt x="5697811" y="2291483"/>
                  </a:lnTo>
                  <a:lnTo>
                    <a:pt x="5698666" y="2291836"/>
                  </a:lnTo>
                  <a:lnTo>
                    <a:pt x="5699522" y="2282390"/>
                  </a:lnTo>
                  <a:lnTo>
                    <a:pt x="5700377" y="2256854"/>
                  </a:lnTo>
                  <a:lnTo>
                    <a:pt x="5701233" y="2287241"/>
                  </a:lnTo>
                  <a:lnTo>
                    <a:pt x="5702088" y="2376771"/>
                  </a:lnTo>
                  <a:lnTo>
                    <a:pt x="5702944" y="2467883"/>
                  </a:lnTo>
                  <a:lnTo>
                    <a:pt x="5703799" y="2522335"/>
                  </a:lnTo>
                  <a:lnTo>
                    <a:pt x="5704655" y="2572920"/>
                  </a:lnTo>
                  <a:lnTo>
                    <a:pt x="5705510" y="2524787"/>
                  </a:lnTo>
                  <a:lnTo>
                    <a:pt x="5706366" y="2429650"/>
                  </a:lnTo>
                  <a:lnTo>
                    <a:pt x="5707221" y="2310649"/>
                  </a:lnTo>
                  <a:lnTo>
                    <a:pt x="5708077" y="2277586"/>
                  </a:lnTo>
                  <a:lnTo>
                    <a:pt x="5708933" y="2336453"/>
                  </a:lnTo>
                  <a:lnTo>
                    <a:pt x="5709788" y="2332594"/>
                  </a:lnTo>
                  <a:lnTo>
                    <a:pt x="5710644" y="2359522"/>
                  </a:lnTo>
                  <a:lnTo>
                    <a:pt x="5711499" y="2368654"/>
                  </a:lnTo>
                  <a:lnTo>
                    <a:pt x="5712355" y="2350254"/>
                  </a:lnTo>
                  <a:lnTo>
                    <a:pt x="5713210" y="2284417"/>
                  </a:lnTo>
                  <a:lnTo>
                    <a:pt x="5714066" y="2163737"/>
                  </a:lnTo>
                  <a:lnTo>
                    <a:pt x="5714921" y="2157633"/>
                  </a:lnTo>
                  <a:lnTo>
                    <a:pt x="5715777" y="2192565"/>
                  </a:lnTo>
                  <a:lnTo>
                    <a:pt x="5716632" y="2222435"/>
                  </a:lnTo>
                  <a:lnTo>
                    <a:pt x="5717488" y="2318177"/>
                  </a:lnTo>
                  <a:lnTo>
                    <a:pt x="5718343" y="2437871"/>
                  </a:lnTo>
                  <a:lnTo>
                    <a:pt x="5719199" y="2475361"/>
                  </a:lnTo>
                  <a:lnTo>
                    <a:pt x="5720054" y="2461174"/>
                  </a:lnTo>
                  <a:lnTo>
                    <a:pt x="5720910" y="2437884"/>
                  </a:lnTo>
                  <a:lnTo>
                    <a:pt x="5721765" y="2526921"/>
                  </a:lnTo>
                  <a:lnTo>
                    <a:pt x="5722621" y="2534118"/>
                  </a:lnTo>
                  <a:lnTo>
                    <a:pt x="5723476" y="2411069"/>
                  </a:lnTo>
                  <a:lnTo>
                    <a:pt x="5724332" y="2396255"/>
                  </a:lnTo>
                  <a:lnTo>
                    <a:pt x="5725188" y="2396715"/>
                  </a:lnTo>
                  <a:lnTo>
                    <a:pt x="5726043" y="2419111"/>
                  </a:lnTo>
                  <a:lnTo>
                    <a:pt x="5726899" y="2368831"/>
                  </a:lnTo>
                  <a:lnTo>
                    <a:pt x="5727754" y="2296792"/>
                  </a:lnTo>
                  <a:lnTo>
                    <a:pt x="5728610" y="2325398"/>
                  </a:lnTo>
                  <a:lnTo>
                    <a:pt x="5729465" y="2289764"/>
                  </a:lnTo>
                  <a:lnTo>
                    <a:pt x="5730321" y="2226089"/>
                  </a:lnTo>
                  <a:lnTo>
                    <a:pt x="5731176" y="2143917"/>
                  </a:lnTo>
                  <a:lnTo>
                    <a:pt x="5732032" y="2119630"/>
                  </a:lnTo>
                  <a:lnTo>
                    <a:pt x="5732887" y="2134863"/>
                  </a:lnTo>
                  <a:lnTo>
                    <a:pt x="5733743" y="2087194"/>
                  </a:lnTo>
                  <a:lnTo>
                    <a:pt x="5734598" y="2078809"/>
                  </a:lnTo>
                  <a:lnTo>
                    <a:pt x="5735454" y="2114124"/>
                  </a:lnTo>
                  <a:lnTo>
                    <a:pt x="5736309" y="2169895"/>
                  </a:lnTo>
                  <a:lnTo>
                    <a:pt x="5737165" y="2239134"/>
                  </a:lnTo>
                  <a:lnTo>
                    <a:pt x="5738020" y="2316317"/>
                  </a:lnTo>
                  <a:lnTo>
                    <a:pt x="5738876" y="2355914"/>
                  </a:lnTo>
                  <a:lnTo>
                    <a:pt x="5739732" y="2373662"/>
                  </a:lnTo>
                  <a:lnTo>
                    <a:pt x="5740587" y="2438138"/>
                  </a:lnTo>
                  <a:lnTo>
                    <a:pt x="5741443" y="2496993"/>
                  </a:lnTo>
                  <a:lnTo>
                    <a:pt x="5742298" y="2485989"/>
                  </a:lnTo>
                  <a:lnTo>
                    <a:pt x="5743154" y="2540721"/>
                  </a:lnTo>
                  <a:lnTo>
                    <a:pt x="5744009" y="2624198"/>
                  </a:lnTo>
                  <a:lnTo>
                    <a:pt x="5744865" y="2688096"/>
                  </a:lnTo>
                  <a:lnTo>
                    <a:pt x="5745720" y="2653850"/>
                  </a:lnTo>
                  <a:lnTo>
                    <a:pt x="5746576" y="2690427"/>
                  </a:lnTo>
                  <a:lnTo>
                    <a:pt x="5747431" y="2693090"/>
                  </a:lnTo>
                  <a:lnTo>
                    <a:pt x="5748287" y="2549680"/>
                  </a:lnTo>
                  <a:lnTo>
                    <a:pt x="5749142" y="2434848"/>
                  </a:lnTo>
                  <a:lnTo>
                    <a:pt x="5749998" y="2437630"/>
                  </a:lnTo>
                  <a:lnTo>
                    <a:pt x="5750853" y="2492544"/>
                  </a:lnTo>
                  <a:lnTo>
                    <a:pt x="5751709" y="2449526"/>
                  </a:lnTo>
                  <a:lnTo>
                    <a:pt x="5752564" y="2444959"/>
                  </a:lnTo>
                  <a:lnTo>
                    <a:pt x="5753420" y="2489872"/>
                  </a:lnTo>
                  <a:lnTo>
                    <a:pt x="5754275" y="2528200"/>
                  </a:lnTo>
                  <a:lnTo>
                    <a:pt x="5755131" y="2458057"/>
                  </a:lnTo>
                  <a:lnTo>
                    <a:pt x="5755987" y="2386303"/>
                  </a:lnTo>
                  <a:lnTo>
                    <a:pt x="5756842" y="2264745"/>
                  </a:lnTo>
                  <a:lnTo>
                    <a:pt x="5757698" y="2131979"/>
                  </a:lnTo>
                  <a:lnTo>
                    <a:pt x="5758553" y="2098412"/>
                  </a:lnTo>
                  <a:lnTo>
                    <a:pt x="5759409" y="2073254"/>
                  </a:lnTo>
                  <a:lnTo>
                    <a:pt x="5760264" y="2122740"/>
                  </a:lnTo>
                  <a:lnTo>
                    <a:pt x="5761120" y="2178044"/>
                  </a:lnTo>
                  <a:lnTo>
                    <a:pt x="5761975" y="2281381"/>
                  </a:lnTo>
                  <a:lnTo>
                    <a:pt x="5762831" y="2432063"/>
                  </a:lnTo>
                  <a:lnTo>
                    <a:pt x="5763686" y="2521595"/>
                  </a:lnTo>
                  <a:lnTo>
                    <a:pt x="5764542" y="2537139"/>
                  </a:lnTo>
                  <a:lnTo>
                    <a:pt x="5765397" y="2441339"/>
                  </a:lnTo>
                  <a:lnTo>
                    <a:pt x="5766253" y="2330803"/>
                  </a:lnTo>
                  <a:lnTo>
                    <a:pt x="5767108" y="2242928"/>
                  </a:lnTo>
                  <a:lnTo>
                    <a:pt x="5767964" y="2100604"/>
                  </a:lnTo>
                  <a:lnTo>
                    <a:pt x="5768819" y="1943257"/>
                  </a:lnTo>
                  <a:lnTo>
                    <a:pt x="5769675" y="1847215"/>
                  </a:lnTo>
                  <a:lnTo>
                    <a:pt x="5770530" y="1846685"/>
                  </a:lnTo>
                  <a:lnTo>
                    <a:pt x="5771386" y="1839306"/>
                  </a:lnTo>
                  <a:lnTo>
                    <a:pt x="5772242" y="1877372"/>
                  </a:lnTo>
                  <a:lnTo>
                    <a:pt x="5773097" y="1918509"/>
                  </a:lnTo>
                  <a:lnTo>
                    <a:pt x="5773953" y="1874425"/>
                  </a:lnTo>
                  <a:lnTo>
                    <a:pt x="5774808" y="1850826"/>
                  </a:lnTo>
                  <a:lnTo>
                    <a:pt x="5775664" y="1798723"/>
                  </a:lnTo>
                  <a:lnTo>
                    <a:pt x="5776519" y="1815154"/>
                  </a:lnTo>
                  <a:lnTo>
                    <a:pt x="5777375" y="1828094"/>
                  </a:lnTo>
                  <a:lnTo>
                    <a:pt x="5778230" y="1894776"/>
                  </a:lnTo>
                  <a:lnTo>
                    <a:pt x="5779086" y="2075602"/>
                  </a:lnTo>
                  <a:lnTo>
                    <a:pt x="5779941" y="2214947"/>
                  </a:lnTo>
                  <a:lnTo>
                    <a:pt x="5780797" y="2322856"/>
                  </a:lnTo>
                  <a:lnTo>
                    <a:pt x="5781652" y="2363253"/>
                  </a:lnTo>
                  <a:lnTo>
                    <a:pt x="5782508" y="2302314"/>
                  </a:lnTo>
                  <a:lnTo>
                    <a:pt x="5783363" y="2237245"/>
                  </a:lnTo>
                  <a:lnTo>
                    <a:pt x="5784219" y="2202996"/>
                  </a:lnTo>
                  <a:lnTo>
                    <a:pt x="5785074" y="2169236"/>
                  </a:lnTo>
                  <a:lnTo>
                    <a:pt x="5785930" y="2151586"/>
                  </a:lnTo>
                  <a:lnTo>
                    <a:pt x="5786785" y="2052179"/>
                  </a:lnTo>
                  <a:lnTo>
                    <a:pt x="5787641" y="1957224"/>
                  </a:lnTo>
                  <a:lnTo>
                    <a:pt x="5788497" y="1897418"/>
                  </a:lnTo>
                  <a:lnTo>
                    <a:pt x="5789352" y="1890722"/>
                  </a:lnTo>
                  <a:lnTo>
                    <a:pt x="5790208" y="1942578"/>
                  </a:lnTo>
                  <a:lnTo>
                    <a:pt x="5791063" y="1979614"/>
                  </a:lnTo>
                  <a:lnTo>
                    <a:pt x="5791919" y="2154740"/>
                  </a:lnTo>
                  <a:lnTo>
                    <a:pt x="5792774" y="2311188"/>
                  </a:lnTo>
                  <a:lnTo>
                    <a:pt x="5793630" y="2377055"/>
                  </a:lnTo>
                  <a:lnTo>
                    <a:pt x="5794485" y="2379776"/>
                  </a:lnTo>
                  <a:lnTo>
                    <a:pt x="5795341" y="2321206"/>
                  </a:lnTo>
                  <a:lnTo>
                    <a:pt x="5796196" y="2333125"/>
                  </a:lnTo>
                  <a:lnTo>
                    <a:pt x="5797052" y="2300776"/>
                  </a:lnTo>
                  <a:lnTo>
                    <a:pt x="5797907" y="2269261"/>
                  </a:lnTo>
                  <a:lnTo>
                    <a:pt x="5798763" y="2266108"/>
                  </a:lnTo>
                  <a:lnTo>
                    <a:pt x="5799618" y="2271110"/>
                  </a:lnTo>
                  <a:lnTo>
                    <a:pt x="5800474" y="2312983"/>
                  </a:lnTo>
                  <a:lnTo>
                    <a:pt x="5801329" y="2254132"/>
                  </a:lnTo>
                  <a:lnTo>
                    <a:pt x="5802185" y="2231384"/>
                  </a:lnTo>
                  <a:lnTo>
                    <a:pt x="5803041" y="2248094"/>
                  </a:lnTo>
                  <a:lnTo>
                    <a:pt x="5803896" y="2283038"/>
                  </a:lnTo>
                  <a:lnTo>
                    <a:pt x="5804752" y="2319232"/>
                  </a:lnTo>
                  <a:lnTo>
                    <a:pt x="5805607" y="2301599"/>
                  </a:lnTo>
                  <a:lnTo>
                    <a:pt x="5806463" y="2341084"/>
                  </a:lnTo>
                  <a:lnTo>
                    <a:pt x="5807318" y="2391531"/>
                  </a:lnTo>
                  <a:lnTo>
                    <a:pt x="5808174" y="2454585"/>
                  </a:lnTo>
                  <a:lnTo>
                    <a:pt x="5809029" y="2552119"/>
                  </a:lnTo>
                  <a:lnTo>
                    <a:pt x="5809885" y="2619231"/>
                  </a:lnTo>
                  <a:lnTo>
                    <a:pt x="5810740" y="2731742"/>
                  </a:lnTo>
                  <a:lnTo>
                    <a:pt x="5811596" y="2801270"/>
                  </a:lnTo>
                  <a:lnTo>
                    <a:pt x="5812451" y="2811771"/>
                  </a:lnTo>
                  <a:lnTo>
                    <a:pt x="5813307" y="2780068"/>
                  </a:lnTo>
                  <a:lnTo>
                    <a:pt x="5814162" y="2690334"/>
                  </a:lnTo>
                  <a:lnTo>
                    <a:pt x="5815018" y="2642740"/>
                  </a:lnTo>
                  <a:lnTo>
                    <a:pt x="5815873" y="2623037"/>
                  </a:lnTo>
                  <a:lnTo>
                    <a:pt x="5816729" y="2660296"/>
                  </a:lnTo>
                  <a:lnTo>
                    <a:pt x="5817584" y="2672064"/>
                  </a:lnTo>
                  <a:lnTo>
                    <a:pt x="5818440" y="2587391"/>
                  </a:lnTo>
                  <a:lnTo>
                    <a:pt x="5819296" y="2448586"/>
                  </a:lnTo>
                  <a:lnTo>
                    <a:pt x="5820151" y="2344753"/>
                  </a:lnTo>
                  <a:lnTo>
                    <a:pt x="5821007" y="2293917"/>
                  </a:lnTo>
                  <a:lnTo>
                    <a:pt x="5821862" y="2289652"/>
                  </a:lnTo>
                  <a:lnTo>
                    <a:pt x="5822718" y="2303599"/>
                  </a:lnTo>
                  <a:lnTo>
                    <a:pt x="5823573" y="2472755"/>
                  </a:lnTo>
                  <a:lnTo>
                    <a:pt x="5824429" y="2640595"/>
                  </a:lnTo>
                  <a:lnTo>
                    <a:pt x="5825284" y="2711131"/>
                  </a:lnTo>
                  <a:lnTo>
                    <a:pt x="5826140" y="2687663"/>
                  </a:lnTo>
                  <a:lnTo>
                    <a:pt x="5826995" y="2571873"/>
                  </a:lnTo>
                  <a:lnTo>
                    <a:pt x="5827851" y="2495041"/>
                  </a:lnTo>
                  <a:lnTo>
                    <a:pt x="5828706" y="2341701"/>
                  </a:lnTo>
                  <a:lnTo>
                    <a:pt x="5829562" y="2273797"/>
                  </a:lnTo>
                  <a:lnTo>
                    <a:pt x="5830417" y="2214380"/>
                  </a:lnTo>
                  <a:lnTo>
                    <a:pt x="5831273" y="2134287"/>
                  </a:lnTo>
                  <a:lnTo>
                    <a:pt x="5832128" y="2062889"/>
                  </a:lnTo>
                  <a:lnTo>
                    <a:pt x="5832984" y="1966806"/>
                  </a:lnTo>
                  <a:lnTo>
                    <a:pt x="5833839" y="1943889"/>
                  </a:lnTo>
                  <a:lnTo>
                    <a:pt x="5834695" y="1883368"/>
                  </a:lnTo>
                  <a:lnTo>
                    <a:pt x="5835551" y="1834707"/>
                  </a:lnTo>
                  <a:lnTo>
                    <a:pt x="5836406" y="1835406"/>
                  </a:lnTo>
                  <a:lnTo>
                    <a:pt x="5837262" y="1836641"/>
                  </a:lnTo>
                  <a:lnTo>
                    <a:pt x="5838117" y="1913595"/>
                  </a:lnTo>
                  <a:lnTo>
                    <a:pt x="5838973" y="2108470"/>
                  </a:lnTo>
                  <a:lnTo>
                    <a:pt x="5839828" y="2248152"/>
                  </a:lnTo>
                  <a:lnTo>
                    <a:pt x="5840684" y="2293658"/>
                  </a:lnTo>
                  <a:lnTo>
                    <a:pt x="5841539" y="2349238"/>
                  </a:lnTo>
                  <a:lnTo>
                    <a:pt x="5842395" y="2345389"/>
                  </a:lnTo>
                  <a:lnTo>
                    <a:pt x="5843250" y="2207958"/>
                  </a:lnTo>
                  <a:lnTo>
                    <a:pt x="5844106" y="1963650"/>
                  </a:lnTo>
                  <a:lnTo>
                    <a:pt x="5844961" y="1776840"/>
                  </a:lnTo>
                  <a:lnTo>
                    <a:pt x="5845817" y="1779360"/>
                  </a:lnTo>
                  <a:lnTo>
                    <a:pt x="5846672" y="1796662"/>
                  </a:lnTo>
                  <a:lnTo>
                    <a:pt x="5847528" y="1758906"/>
                  </a:lnTo>
                  <a:lnTo>
                    <a:pt x="5848383" y="1746832"/>
                  </a:lnTo>
                  <a:lnTo>
                    <a:pt x="5849239" y="1697435"/>
                  </a:lnTo>
                  <a:lnTo>
                    <a:pt x="5850095" y="1684917"/>
                  </a:lnTo>
                  <a:lnTo>
                    <a:pt x="5850950" y="1534468"/>
                  </a:lnTo>
                  <a:lnTo>
                    <a:pt x="5851806" y="1327738"/>
                  </a:lnTo>
                  <a:lnTo>
                    <a:pt x="5852661" y="1254468"/>
                  </a:lnTo>
                  <a:lnTo>
                    <a:pt x="5853517" y="1259679"/>
                  </a:lnTo>
                  <a:lnTo>
                    <a:pt x="5854372" y="1299301"/>
                  </a:lnTo>
                  <a:lnTo>
                    <a:pt x="5855228" y="1350582"/>
                  </a:lnTo>
                  <a:lnTo>
                    <a:pt x="5856083" y="1499040"/>
                  </a:lnTo>
                  <a:lnTo>
                    <a:pt x="5856939" y="1641773"/>
                  </a:lnTo>
                  <a:lnTo>
                    <a:pt x="5857794" y="1759109"/>
                  </a:lnTo>
                  <a:lnTo>
                    <a:pt x="5858650" y="1814114"/>
                  </a:lnTo>
                  <a:lnTo>
                    <a:pt x="5859505" y="1828649"/>
                  </a:lnTo>
                  <a:lnTo>
                    <a:pt x="5860361" y="1741530"/>
                  </a:lnTo>
                  <a:lnTo>
                    <a:pt x="5861216" y="1576500"/>
                  </a:lnTo>
                  <a:lnTo>
                    <a:pt x="5862072" y="1448700"/>
                  </a:lnTo>
                  <a:lnTo>
                    <a:pt x="5862927" y="1381340"/>
                  </a:lnTo>
                  <a:lnTo>
                    <a:pt x="5863783" y="1343400"/>
                  </a:lnTo>
                  <a:lnTo>
                    <a:pt x="5864638" y="1333719"/>
                  </a:lnTo>
                  <a:lnTo>
                    <a:pt x="5865494" y="1461712"/>
                  </a:lnTo>
                  <a:lnTo>
                    <a:pt x="5866350" y="1586698"/>
                  </a:lnTo>
                  <a:lnTo>
                    <a:pt x="5867205" y="1602472"/>
                  </a:lnTo>
                  <a:lnTo>
                    <a:pt x="5868061" y="1572368"/>
                  </a:lnTo>
                  <a:lnTo>
                    <a:pt x="5868916" y="1622362"/>
                  </a:lnTo>
                  <a:lnTo>
                    <a:pt x="5869772" y="1731364"/>
                  </a:lnTo>
                  <a:lnTo>
                    <a:pt x="5870627" y="1828330"/>
                  </a:lnTo>
                  <a:lnTo>
                    <a:pt x="5871483" y="1917422"/>
                  </a:lnTo>
                  <a:lnTo>
                    <a:pt x="5872338" y="2100688"/>
                  </a:lnTo>
                  <a:lnTo>
                    <a:pt x="5873194" y="2289975"/>
                  </a:lnTo>
                  <a:lnTo>
                    <a:pt x="5874049" y="2370532"/>
                  </a:lnTo>
                  <a:lnTo>
                    <a:pt x="5874905" y="2385377"/>
                  </a:lnTo>
                  <a:lnTo>
                    <a:pt x="5875760" y="2202430"/>
                  </a:lnTo>
                  <a:lnTo>
                    <a:pt x="5876616" y="2042121"/>
                  </a:lnTo>
                  <a:lnTo>
                    <a:pt x="5877471" y="1950942"/>
                  </a:lnTo>
                  <a:lnTo>
                    <a:pt x="5878327" y="1888373"/>
                  </a:lnTo>
                  <a:lnTo>
                    <a:pt x="5879182" y="1911327"/>
                  </a:lnTo>
                  <a:lnTo>
                    <a:pt x="5880038" y="1952188"/>
                  </a:lnTo>
                  <a:lnTo>
                    <a:pt x="5880893" y="1885539"/>
                  </a:lnTo>
                  <a:lnTo>
                    <a:pt x="5881749" y="1896568"/>
                  </a:lnTo>
                  <a:lnTo>
                    <a:pt x="5882605" y="1948960"/>
                  </a:lnTo>
                  <a:lnTo>
                    <a:pt x="5883460" y="2009067"/>
                  </a:lnTo>
                  <a:lnTo>
                    <a:pt x="5884316" y="1978150"/>
                  </a:lnTo>
                  <a:lnTo>
                    <a:pt x="5885171" y="1866797"/>
                  </a:lnTo>
                  <a:lnTo>
                    <a:pt x="5886027" y="1944682"/>
                  </a:lnTo>
                  <a:lnTo>
                    <a:pt x="5886882" y="1918061"/>
                  </a:lnTo>
                  <a:lnTo>
                    <a:pt x="5887738" y="1791234"/>
                  </a:lnTo>
                  <a:lnTo>
                    <a:pt x="5888593" y="1718897"/>
                  </a:lnTo>
                  <a:lnTo>
                    <a:pt x="5889449" y="1708457"/>
                  </a:lnTo>
                  <a:lnTo>
                    <a:pt x="5890304" y="1656638"/>
                  </a:lnTo>
                  <a:lnTo>
                    <a:pt x="5891160" y="1630408"/>
                  </a:lnTo>
                  <a:lnTo>
                    <a:pt x="5892015" y="1605822"/>
                  </a:lnTo>
                  <a:lnTo>
                    <a:pt x="5892871" y="1524147"/>
                  </a:lnTo>
                  <a:lnTo>
                    <a:pt x="5893726" y="1306768"/>
                  </a:lnTo>
                  <a:lnTo>
                    <a:pt x="5894582" y="1097275"/>
                  </a:lnTo>
                  <a:lnTo>
                    <a:pt x="5895437" y="1029228"/>
                  </a:lnTo>
                  <a:lnTo>
                    <a:pt x="5896293" y="979397"/>
                  </a:lnTo>
                  <a:lnTo>
                    <a:pt x="5897149" y="924506"/>
                  </a:lnTo>
                  <a:lnTo>
                    <a:pt x="5898004" y="940528"/>
                  </a:lnTo>
                  <a:lnTo>
                    <a:pt x="5898860" y="1000828"/>
                  </a:lnTo>
                  <a:lnTo>
                    <a:pt x="5899715" y="1048879"/>
                  </a:lnTo>
                  <a:lnTo>
                    <a:pt x="5900571" y="1087326"/>
                  </a:lnTo>
                  <a:lnTo>
                    <a:pt x="5901426" y="1176288"/>
                  </a:lnTo>
                  <a:lnTo>
                    <a:pt x="5902282" y="1332542"/>
                  </a:lnTo>
                  <a:lnTo>
                    <a:pt x="5903137" y="1536427"/>
                  </a:lnTo>
                  <a:lnTo>
                    <a:pt x="5903993" y="1763813"/>
                  </a:lnTo>
                  <a:lnTo>
                    <a:pt x="5904848" y="1926297"/>
                  </a:lnTo>
                  <a:lnTo>
                    <a:pt x="5905704" y="1989638"/>
                  </a:lnTo>
                  <a:lnTo>
                    <a:pt x="5906559" y="1992893"/>
                  </a:lnTo>
                  <a:lnTo>
                    <a:pt x="5907415" y="1921886"/>
                  </a:lnTo>
                  <a:lnTo>
                    <a:pt x="5908270" y="1687797"/>
                  </a:lnTo>
                  <a:lnTo>
                    <a:pt x="5909126" y="1452693"/>
                  </a:lnTo>
                  <a:lnTo>
                    <a:pt x="5909981" y="1230003"/>
                  </a:lnTo>
                  <a:lnTo>
                    <a:pt x="5910837" y="996882"/>
                  </a:lnTo>
                  <a:lnTo>
                    <a:pt x="5911692" y="744892"/>
                  </a:lnTo>
                  <a:lnTo>
                    <a:pt x="5912548" y="548384"/>
                  </a:lnTo>
                  <a:lnTo>
                    <a:pt x="5913404" y="454352"/>
                  </a:lnTo>
                  <a:lnTo>
                    <a:pt x="5914259" y="338146"/>
                  </a:lnTo>
                  <a:lnTo>
                    <a:pt x="5915115" y="271010"/>
                  </a:lnTo>
                  <a:lnTo>
                    <a:pt x="5915970" y="255809"/>
                  </a:lnTo>
                  <a:lnTo>
                    <a:pt x="5916826" y="307800"/>
                  </a:lnTo>
                  <a:lnTo>
                    <a:pt x="5917681" y="356684"/>
                  </a:lnTo>
                  <a:lnTo>
                    <a:pt x="5918537" y="458305"/>
                  </a:lnTo>
                  <a:lnTo>
                    <a:pt x="5919392" y="578203"/>
                  </a:lnTo>
                  <a:lnTo>
                    <a:pt x="5920248" y="626622"/>
                  </a:lnTo>
                  <a:lnTo>
                    <a:pt x="5921103" y="733988"/>
                  </a:lnTo>
                  <a:lnTo>
                    <a:pt x="5921959" y="809249"/>
                  </a:lnTo>
                  <a:lnTo>
                    <a:pt x="5922814" y="935986"/>
                  </a:lnTo>
                  <a:lnTo>
                    <a:pt x="5923670" y="1016131"/>
                  </a:lnTo>
                  <a:lnTo>
                    <a:pt x="5924525" y="1022228"/>
                  </a:lnTo>
                  <a:lnTo>
                    <a:pt x="5925381" y="1101349"/>
                  </a:lnTo>
                  <a:lnTo>
                    <a:pt x="5926236" y="1120750"/>
                  </a:lnTo>
                  <a:lnTo>
                    <a:pt x="5927092" y="1124967"/>
                  </a:lnTo>
                  <a:lnTo>
                    <a:pt x="5927947" y="1118848"/>
                  </a:lnTo>
                  <a:lnTo>
                    <a:pt x="5928803" y="1105765"/>
                  </a:lnTo>
                  <a:lnTo>
                    <a:pt x="5929659" y="1165314"/>
                  </a:lnTo>
                  <a:lnTo>
                    <a:pt x="5930514" y="1246652"/>
                  </a:lnTo>
                  <a:lnTo>
                    <a:pt x="5931370" y="1306102"/>
                  </a:lnTo>
                  <a:lnTo>
                    <a:pt x="5932225" y="1403685"/>
                  </a:lnTo>
                  <a:lnTo>
                    <a:pt x="5933081" y="1441099"/>
                  </a:lnTo>
                  <a:lnTo>
                    <a:pt x="5933936" y="1480417"/>
                  </a:lnTo>
                  <a:lnTo>
                    <a:pt x="5934792" y="1486283"/>
                  </a:lnTo>
                  <a:lnTo>
                    <a:pt x="5935647" y="1505518"/>
                  </a:lnTo>
                  <a:lnTo>
                    <a:pt x="5936503" y="1660872"/>
                  </a:lnTo>
                  <a:lnTo>
                    <a:pt x="5937358" y="1763228"/>
                  </a:lnTo>
                  <a:lnTo>
                    <a:pt x="5938214" y="1850418"/>
                  </a:lnTo>
                  <a:lnTo>
                    <a:pt x="5939069" y="1914811"/>
                  </a:lnTo>
                  <a:lnTo>
                    <a:pt x="5939925" y="1974706"/>
                  </a:lnTo>
                  <a:lnTo>
                    <a:pt x="5940780" y="1978737"/>
                  </a:lnTo>
                  <a:lnTo>
                    <a:pt x="5941636" y="1827492"/>
                  </a:lnTo>
                  <a:lnTo>
                    <a:pt x="5942491" y="1731927"/>
                  </a:lnTo>
                  <a:lnTo>
                    <a:pt x="5943347" y="1697600"/>
                  </a:lnTo>
                  <a:lnTo>
                    <a:pt x="5944203" y="1681149"/>
                  </a:lnTo>
                  <a:lnTo>
                    <a:pt x="5945058" y="1690335"/>
                  </a:lnTo>
                  <a:lnTo>
                    <a:pt x="5945914" y="1711832"/>
                  </a:lnTo>
                  <a:lnTo>
                    <a:pt x="5946769" y="1789053"/>
                  </a:lnTo>
                  <a:lnTo>
                    <a:pt x="5947625" y="1837942"/>
                  </a:lnTo>
                  <a:lnTo>
                    <a:pt x="5948480" y="1834936"/>
                  </a:lnTo>
                  <a:lnTo>
                    <a:pt x="5949336" y="1787173"/>
                  </a:lnTo>
                  <a:lnTo>
                    <a:pt x="5950191" y="1747429"/>
                  </a:lnTo>
                  <a:lnTo>
                    <a:pt x="5951047" y="1733307"/>
                  </a:lnTo>
                  <a:lnTo>
                    <a:pt x="5951902" y="1707173"/>
                  </a:lnTo>
                  <a:lnTo>
                    <a:pt x="5952758" y="1681783"/>
                  </a:lnTo>
                  <a:lnTo>
                    <a:pt x="5953613" y="1680064"/>
                  </a:lnTo>
                  <a:lnTo>
                    <a:pt x="5954469" y="1677168"/>
                  </a:lnTo>
                  <a:lnTo>
                    <a:pt x="5955324" y="1680102"/>
                  </a:lnTo>
                  <a:lnTo>
                    <a:pt x="5956180" y="1647759"/>
                  </a:lnTo>
                  <a:lnTo>
                    <a:pt x="5957035" y="1627272"/>
                  </a:lnTo>
                  <a:lnTo>
                    <a:pt x="5957891" y="1624748"/>
                  </a:lnTo>
                  <a:lnTo>
                    <a:pt x="5958746" y="1615922"/>
                  </a:lnTo>
                  <a:lnTo>
                    <a:pt x="5959602" y="1689543"/>
                  </a:lnTo>
                  <a:lnTo>
                    <a:pt x="5960458" y="1732620"/>
                  </a:lnTo>
                  <a:lnTo>
                    <a:pt x="5961313" y="1701466"/>
                  </a:lnTo>
                  <a:lnTo>
                    <a:pt x="5962169" y="1672904"/>
                  </a:lnTo>
                  <a:lnTo>
                    <a:pt x="5963024" y="1631262"/>
                  </a:lnTo>
                  <a:lnTo>
                    <a:pt x="5963880" y="1624394"/>
                  </a:lnTo>
                  <a:lnTo>
                    <a:pt x="5964735" y="1594688"/>
                  </a:lnTo>
                  <a:lnTo>
                    <a:pt x="5965591" y="1585104"/>
                  </a:lnTo>
                  <a:lnTo>
                    <a:pt x="5966446" y="1621571"/>
                  </a:lnTo>
                  <a:lnTo>
                    <a:pt x="5967302" y="1646953"/>
                  </a:lnTo>
                  <a:lnTo>
                    <a:pt x="5968157" y="1687338"/>
                  </a:lnTo>
                  <a:lnTo>
                    <a:pt x="5969013" y="1706252"/>
                  </a:lnTo>
                  <a:lnTo>
                    <a:pt x="5969868" y="1710049"/>
                  </a:lnTo>
                  <a:lnTo>
                    <a:pt x="5970724" y="1638070"/>
                  </a:lnTo>
                  <a:lnTo>
                    <a:pt x="5971579" y="1666737"/>
                  </a:lnTo>
                  <a:lnTo>
                    <a:pt x="5972435" y="1712926"/>
                  </a:lnTo>
                  <a:lnTo>
                    <a:pt x="5973290" y="1762092"/>
                  </a:lnTo>
                  <a:lnTo>
                    <a:pt x="5974146" y="1714758"/>
                  </a:lnTo>
                  <a:lnTo>
                    <a:pt x="5975001" y="1682209"/>
                  </a:lnTo>
                  <a:lnTo>
                    <a:pt x="5975857" y="1802791"/>
                  </a:lnTo>
                  <a:lnTo>
                    <a:pt x="5976713" y="1852091"/>
                  </a:lnTo>
                  <a:lnTo>
                    <a:pt x="5977568" y="1858490"/>
                  </a:lnTo>
                  <a:lnTo>
                    <a:pt x="5978424" y="1804966"/>
                  </a:lnTo>
                  <a:lnTo>
                    <a:pt x="5979279" y="1886069"/>
                  </a:lnTo>
                  <a:lnTo>
                    <a:pt x="5980135" y="2011234"/>
                  </a:lnTo>
                  <a:lnTo>
                    <a:pt x="5980990" y="2048453"/>
                  </a:lnTo>
                  <a:lnTo>
                    <a:pt x="5981846" y="2101694"/>
                  </a:lnTo>
                  <a:lnTo>
                    <a:pt x="5982701" y="2249156"/>
                  </a:lnTo>
                  <a:lnTo>
                    <a:pt x="5983557" y="2373636"/>
                  </a:lnTo>
                  <a:lnTo>
                    <a:pt x="5984412" y="2442230"/>
                  </a:lnTo>
                  <a:lnTo>
                    <a:pt x="5985268" y="2423490"/>
                  </a:lnTo>
                  <a:lnTo>
                    <a:pt x="5986123" y="2411406"/>
                  </a:lnTo>
                  <a:lnTo>
                    <a:pt x="5986979" y="2349077"/>
                  </a:lnTo>
                  <a:lnTo>
                    <a:pt x="5987834" y="2276237"/>
                  </a:lnTo>
                  <a:lnTo>
                    <a:pt x="5988690" y="2330598"/>
                  </a:lnTo>
                  <a:lnTo>
                    <a:pt x="5989545" y="2401316"/>
                  </a:lnTo>
                  <a:lnTo>
                    <a:pt x="5990401" y="2417746"/>
                  </a:lnTo>
                  <a:lnTo>
                    <a:pt x="5991256" y="2345903"/>
                  </a:lnTo>
                  <a:lnTo>
                    <a:pt x="5992112" y="2324305"/>
                  </a:lnTo>
                  <a:lnTo>
                    <a:pt x="5992968" y="2315500"/>
                  </a:lnTo>
                  <a:lnTo>
                    <a:pt x="5993823" y="2204978"/>
                  </a:lnTo>
                  <a:lnTo>
                    <a:pt x="5994679" y="2038493"/>
                  </a:lnTo>
                  <a:lnTo>
                    <a:pt x="5995534" y="1926555"/>
                  </a:lnTo>
                  <a:lnTo>
                    <a:pt x="5996390" y="1907474"/>
                  </a:lnTo>
                  <a:lnTo>
                    <a:pt x="5997245" y="1858418"/>
                  </a:lnTo>
                  <a:lnTo>
                    <a:pt x="5998101" y="1754924"/>
                  </a:lnTo>
                  <a:lnTo>
                    <a:pt x="5998956" y="1798311"/>
                  </a:lnTo>
                  <a:lnTo>
                    <a:pt x="5999812" y="1917508"/>
                  </a:lnTo>
                  <a:lnTo>
                    <a:pt x="6000667" y="2005898"/>
                  </a:lnTo>
                  <a:lnTo>
                    <a:pt x="6001523" y="2032143"/>
                  </a:lnTo>
                  <a:lnTo>
                    <a:pt x="6002378" y="2040273"/>
                  </a:lnTo>
                  <a:lnTo>
                    <a:pt x="6003234" y="2035098"/>
                  </a:lnTo>
                  <a:lnTo>
                    <a:pt x="6004089" y="1925036"/>
                  </a:lnTo>
                  <a:lnTo>
                    <a:pt x="6004945" y="1826679"/>
                  </a:lnTo>
                  <a:lnTo>
                    <a:pt x="6005800" y="1753218"/>
                  </a:lnTo>
                  <a:lnTo>
                    <a:pt x="6006656" y="1773296"/>
                  </a:lnTo>
                  <a:lnTo>
                    <a:pt x="6007512" y="1808578"/>
                  </a:lnTo>
                  <a:lnTo>
                    <a:pt x="6008367" y="1834990"/>
                  </a:lnTo>
                  <a:lnTo>
                    <a:pt x="6009223" y="1861854"/>
                  </a:lnTo>
                  <a:lnTo>
                    <a:pt x="6010078" y="1925680"/>
                  </a:lnTo>
                  <a:lnTo>
                    <a:pt x="6010934" y="2041396"/>
                  </a:lnTo>
                  <a:lnTo>
                    <a:pt x="6011789" y="2113522"/>
                  </a:lnTo>
                  <a:lnTo>
                    <a:pt x="6012645" y="2189863"/>
                  </a:lnTo>
                  <a:lnTo>
                    <a:pt x="6013500" y="2251922"/>
                  </a:lnTo>
                  <a:lnTo>
                    <a:pt x="6014356" y="2352501"/>
                  </a:lnTo>
                  <a:lnTo>
                    <a:pt x="6015211" y="2463001"/>
                  </a:lnTo>
                  <a:lnTo>
                    <a:pt x="6016067" y="2565412"/>
                  </a:lnTo>
                  <a:lnTo>
                    <a:pt x="6016922" y="2580721"/>
                  </a:lnTo>
                  <a:lnTo>
                    <a:pt x="6017778" y="2544145"/>
                  </a:lnTo>
                  <a:lnTo>
                    <a:pt x="6018633" y="2560410"/>
                  </a:lnTo>
                  <a:lnTo>
                    <a:pt x="6019489" y="2536402"/>
                  </a:lnTo>
                  <a:lnTo>
                    <a:pt x="6020344" y="2407733"/>
                  </a:lnTo>
                  <a:lnTo>
                    <a:pt x="6021200" y="2322150"/>
                  </a:lnTo>
                  <a:lnTo>
                    <a:pt x="6022055" y="2432706"/>
                  </a:lnTo>
                  <a:lnTo>
                    <a:pt x="6022911" y="2576509"/>
                  </a:lnTo>
                  <a:lnTo>
                    <a:pt x="6023767" y="2632144"/>
                  </a:lnTo>
                  <a:lnTo>
                    <a:pt x="6024622" y="2710816"/>
                  </a:lnTo>
                  <a:lnTo>
                    <a:pt x="6025478" y="2806943"/>
                  </a:lnTo>
                  <a:lnTo>
                    <a:pt x="6026333" y="2731279"/>
                  </a:lnTo>
                  <a:lnTo>
                    <a:pt x="6027189" y="2504201"/>
                  </a:lnTo>
                  <a:lnTo>
                    <a:pt x="6028044" y="2351088"/>
                  </a:lnTo>
                  <a:lnTo>
                    <a:pt x="6028900" y="2330008"/>
                  </a:lnTo>
                  <a:lnTo>
                    <a:pt x="6029755" y="2234351"/>
                  </a:lnTo>
                  <a:lnTo>
                    <a:pt x="6030611" y="2165550"/>
                  </a:lnTo>
                  <a:lnTo>
                    <a:pt x="6031466" y="2181406"/>
                  </a:lnTo>
                  <a:lnTo>
                    <a:pt x="6032322" y="2241579"/>
                  </a:lnTo>
                  <a:lnTo>
                    <a:pt x="6033177" y="2321362"/>
                  </a:lnTo>
                  <a:lnTo>
                    <a:pt x="6034033" y="2327827"/>
                  </a:lnTo>
                  <a:lnTo>
                    <a:pt x="6034888" y="2299218"/>
                  </a:lnTo>
                  <a:lnTo>
                    <a:pt x="6035744" y="2242725"/>
                  </a:lnTo>
                  <a:lnTo>
                    <a:pt x="6036599" y="2276661"/>
                  </a:lnTo>
                  <a:lnTo>
                    <a:pt x="6037455" y="2226881"/>
                  </a:lnTo>
                  <a:lnTo>
                    <a:pt x="6038310" y="2053278"/>
                  </a:lnTo>
                  <a:lnTo>
                    <a:pt x="6039166" y="1938515"/>
                  </a:lnTo>
                  <a:lnTo>
                    <a:pt x="6040022" y="1929237"/>
                  </a:lnTo>
                  <a:lnTo>
                    <a:pt x="6040877" y="1924679"/>
                  </a:lnTo>
                  <a:lnTo>
                    <a:pt x="6041733" y="1818483"/>
                  </a:lnTo>
                  <a:lnTo>
                    <a:pt x="6042588" y="1862174"/>
                  </a:lnTo>
                  <a:lnTo>
                    <a:pt x="6043444" y="2024971"/>
                  </a:lnTo>
                  <a:lnTo>
                    <a:pt x="6044299" y="2108635"/>
                  </a:lnTo>
                  <a:lnTo>
                    <a:pt x="6045155" y="2125777"/>
                  </a:lnTo>
                  <a:lnTo>
                    <a:pt x="6046010" y="2140153"/>
                  </a:lnTo>
                  <a:lnTo>
                    <a:pt x="6046866" y="2219963"/>
                  </a:lnTo>
                  <a:lnTo>
                    <a:pt x="6047721" y="2220109"/>
                  </a:lnTo>
                  <a:lnTo>
                    <a:pt x="6048577" y="2195276"/>
                  </a:lnTo>
                  <a:lnTo>
                    <a:pt x="6049432" y="2156009"/>
                  </a:lnTo>
                  <a:lnTo>
                    <a:pt x="6050288" y="2143349"/>
                  </a:lnTo>
                  <a:lnTo>
                    <a:pt x="6051143" y="2159428"/>
                  </a:lnTo>
                  <a:lnTo>
                    <a:pt x="6051999" y="2168060"/>
                  </a:lnTo>
                  <a:lnTo>
                    <a:pt x="6052854" y="2143308"/>
                  </a:lnTo>
                  <a:lnTo>
                    <a:pt x="6053710" y="2114182"/>
                  </a:lnTo>
                  <a:lnTo>
                    <a:pt x="6054566" y="2168717"/>
                  </a:lnTo>
                  <a:lnTo>
                    <a:pt x="6055421" y="2217355"/>
                  </a:lnTo>
                  <a:lnTo>
                    <a:pt x="6056277" y="2242107"/>
                  </a:lnTo>
                  <a:lnTo>
                    <a:pt x="6057132" y="2330091"/>
                  </a:lnTo>
                  <a:lnTo>
                    <a:pt x="6057988" y="2474399"/>
                  </a:lnTo>
                  <a:lnTo>
                    <a:pt x="6058843" y="2615154"/>
                  </a:lnTo>
                  <a:lnTo>
                    <a:pt x="6059699" y="2749199"/>
                  </a:lnTo>
                  <a:lnTo>
                    <a:pt x="6060554" y="2880624"/>
                  </a:lnTo>
                  <a:lnTo>
                    <a:pt x="6061410" y="3004970"/>
                  </a:lnTo>
                  <a:lnTo>
                    <a:pt x="6062265" y="3051080"/>
                  </a:lnTo>
                  <a:lnTo>
                    <a:pt x="6063121" y="3088180"/>
                  </a:lnTo>
                  <a:lnTo>
                    <a:pt x="6063976" y="3094307"/>
                  </a:lnTo>
                  <a:lnTo>
                    <a:pt x="6064832" y="3048626"/>
                  </a:lnTo>
                  <a:lnTo>
                    <a:pt x="6065687" y="2967620"/>
                  </a:lnTo>
                  <a:lnTo>
                    <a:pt x="6066543" y="2869316"/>
                  </a:lnTo>
                  <a:lnTo>
                    <a:pt x="6067398" y="2666661"/>
                  </a:lnTo>
                  <a:lnTo>
                    <a:pt x="6068254" y="2489729"/>
                  </a:lnTo>
                  <a:lnTo>
                    <a:pt x="6069109" y="2345059"/>
                  </a:lnTo>
                  <a:lnTo>
                    <a:pt x="6069965" y="2183987"/>
                  </a:lnTo>
                  <a:lnTo>
                    <a:pt x="6070821" y="2108819"/>
                  </a:lnTo>
                  <a:lnTo>
                    <a:pt x="6071676" y="2098092"/>
                  </a:lnTo>
                  <a:lnTo>
                    <a:pt x="6072532" y="2178857"/>
                  </a:lnTo>
                  <a:lnTo>
                    <a:pt x="6073387" y="2184172"/>
                  </a:lnTo>
                  <a:lnTo>
                    <a:pt x="6074243" y="2122333"/>
                  </a:lnTo>
                  <a:lnTo>
                    <a:pt x="6075098" y="2138891"/>
                  </a:lnTo>
                  <a:lnTo>
                    <a:pt x="6075954" y="2180845"/>
                  </a:lnTo>
                  <a:lnTo>
                    <a:pt x="6076809" y="2232377"/>
                  </a:lnTo>
                  <a:lnTo>
                    <a:pt x="6077665" y="2280326"/>
                  </a:lnTo>
                  <a:lnTo>
                    <a:pt x="6078520" y="2433656"/>
                  </a:lnTo>
                  <a:lnTo>
                    <a:pt x="6079376" y="2638256"/>
                  </a:lnTo>
                  <a:lnTo>
                    <a:pt x="6080231" y="2754440"/>
                  </a:lnTo>
                  <a:lnTo>
                    <a:pt x="6081087" y="2731914"/>
                  </a:lnTo>
                  <a:lnTo>
                    <a:pt x="6081942" y="2600411"/>
                  </a:lnTo>
                  <a:lnTo>
                    <a:pt x="6082798" y="2423738"/>
                  </a:lnTo>
                  <a:lnTo>
                    <a:pt x="6083653" y="2172710"/>
                  </a:lnTo>
                  <a:lnTo>
                    <a:pt x="6084509" y="1978440"/>
                  </a:lnTo>
                  <a:lnTo>
                    <a:pt x="6085364" y="1882239"/>
                  </a:lnTo>
                  <a:lnTo>
                    <a:pt x="6086220" y="1876699"/>
                  </a:lnTo>
                  <a:lnTo>
                    <a:pt x="6087076" y="1834232"/>
                  </a:lnTo>
                  <a:lnTo>
                    <a:pt x="6087931" y="1798897"/>
                  </a:lnTo>
                  <a:lnTo>
                    <a:pt x="6088787" y="1844072"/>
                  </a:lnTo>
                  <a:lnTo>
                    <a:pt x="6089642" y="1864009"/>
                  </a:lnTo>
                  <a:lnTo>
                    <a:pt x="6090498" y="1835513"/>
                  </a:lnTo>
                  <a:lnTo>
                    <a:pt x="6091353" y="1795956"/>
                  </a:lnTo>
                  <a:lnTo>
                    <a:pt x="6092209" y="1843512"/>
                  </a:lnTo>
                  <a:lnTo>
                    <a:pt x="6093064" y="1886744"/>
                  </a:lnTo>
                  <a:lnTo>
                    <a:pt x="6093920" y="1814161"/>
                  </a:lnTo>
                  <a:lnTo>
                    <a:pt x="6094775" y="1661509"/>
                  </a:lnTo>
                  <a:lnTo>
                    <a:pt x="6095631" y="1572557"/>
                  </a:lnTo>
                  <a:lnTo>
                    <a:pt x="6096486" y="1482981"/>
                  </a:lnTo>
                  <a:lnTo>
                    <a:pt x="6097342" y="1441036"/>
                  </a:lnTo>
                  <a:lnTo>
                    <a:pt x="6098197" y="1489118"/>
                  </a:lnTo>
                  <a:lnTo>
                    <a:pt x="6099053" y="1620362"/>
                  </a:lnTo>
                  <a:lnTo>
                    <a:pt x="6099908" y="1741571"/>
                  </a:lnTo>
                  <a:lnTo>
                    <a:pt x="6100764" y="1822688"/>
                  </a:lnTo>
                  <a:lnTo>
                    <a:pt x="6101620" y="1924698"/>
                  </a:lnTo>
                  <a:lnTo>
                    <a:pt x="6102475" y="1942536"/>
                  </a:lnTo>
                  <a:lnTo>
                    <a:pt x="6103331" y="1892525"/>
                  </a:lnTo>
                  <a:lnTo>
                    <a:pt x="6104186" y="1852422"/>
                  </a:lnTo>
                  <a:lnTo>
                    <a:pt x="6105042" y="1854538"/>
                  </a:lnTo>
                  <a:lnTo>
                    <a:pt x="6105897" y="1771461"/>
                  </a:lnTo>
                  <a:lnTo>
                    <a:pt x="6106753" y="1649016"/>
                  </a:lnTo>
                  <a:lnTo>
                    <a:pt x="6107608" y="1564049"/>
                  </a:lnTo>
                  <a:lnTo>
                    <a:pt x="6108464" y="1556002"/>
                  </a:lnTo>
                  <a:lnTo>
                    <a:pt x="6109319" y="1571942"/>
                  </a:lnTo>
                  <a:lnTo>
                    <a:pt x="6110175" y="1602415"/>
                  </a:lnTo>
                  <a:lnTo>
                    <a:pt x="6111030" y="1601829"/>
                  </a:lnTo>
                  <a:lnTo>
                    <a:pt x="6111886" y="1661127"/>
                  </a:lnTo>
                  <a:lnTo>
                    <a:pt x="6112741" y="1780195"/>
                  </a:lnTo>
                  <a:lnTo>
                    <a:pt x="6113597" y="1919345"/>
                  </a:lnTo>
                  <a:lnTo>
                    <a:pt x="6114452" y="2011398"/>
                  </a:lnTo>
                  <a:lnTo>
                    <a:pt x="6115308" y="2058942"/>
                  </a:lnTo>
                  <a:lnTo>
                    <a:pt x="6116163" y="2144841"/>
                  </a:lnTo>
                  <a:lnTo>
                    <a:pt x="6117019" y="2167261"/>
                  </a:lnTo>
                  <a:lnTo>
                    <a:pt x="6117875" y="2174968"/>
                  </a:lnTo>
                  <a:lnTo>
                    <a:pt x="6118730" y="2148566"/>
                  </a:lnTo>
                  <a:lnTo>
                    <a:pt x="6119586" y="2072599"/>
                  </a:lnTo>
                  <a:lnTo>
                    <a:pt x="6120441" y="2039373"/>
                  </a:lnTo>
                  <a:lnTo>
                    <a:pt x="6121297" y="2053215"/>
                  </a:lnTo>
                  <a:lnTo>
                    <a:pt x="6122152" y="2032060"/>
                  </a:lnTo>
                  <a:lnTo>
                    <a:pt x="6123008" y="1983549"/>
                  </a:lnTo>
                  <a:lnTo>
                    <a:pt x="6123863" y="1946081"/>
                  </a:lnTo>
                  <a:lnTo>
                    <a:pt x="6124719" y="1930916"/>
                  </a:lnTo>
                  <a:lnTo>
                    <a:pt x="6125574" y="1825389"/>
                  </a:lnTo>
                  <a:lnTo>
                    <a:pt x="6126430" y="1703066"/>
                  </a:lnTo>
                  <a:lnTo>
                    <a:pt x="6127285" y="1652623"/>
                  </a:lnTo>
                  <a:lnTo>
                    <a:pt x="6128141" y="1571150"/>
                  </a:lnTo>
                  <a:lnTo>
                    <a:pt x="6128996" y="1449522"/>
                  </a:lnTo>
                  <a:lnTo>
                    <a:pt x="6129852" y="1367947"/>
                  </a:lnTo>
                  <a:lnTo>
                    <a:pt x="6130707" y="1381670"/>
                  </a:lnTo>
                  <a:lnTo>
                    <a:pt x="6131563" y="1398245"/>
                  </a:lnTo>
                  <a:lnTo>
                    <a:pt x="6132418" y="1382205"/>
                  </a:lnTo>
                  <a:lnTo>
                    <a:pt x="6133274" y="1378379"/>
                  </a:lnTo>
                  <a:lnTo>
                    <a:pt x="6134130" y="1360606"/>
                  </a:lnTo>
                  <a:lnTo>
                    <a:pt x="6134985" y="1370879"/>
                  </a:lnTo>
                  <a:lnTo>
                    <a:pt x="6135841" y="1390424"/>
                  </a:lnTo>
                  <a:lnTo>
                    <a:pt x="6136696" y="1429340"/>
                  </a:lnTo>
                  <a:lnTo>
                    <a:pt x="6137552" y="1539504"/>
                  </a:lnTo>
                  <a:lnTo>
                    <a:pt x="6138407" y="1674946"/>
                  </a:lnTo>
                  <a:lnTo>
                    <a:pt x="6139263" y="1870038"/>
                  </a:lnTo>
                  <a:lnTo>
                    <a:pt x="6140118" y="2041573"/>
                  </a:lnTo>
                  <a:lnTo>
                    <a:pt x="6140974" y="2158601"/>
                  </a:lnTo>
                  <a:lnTo>
                    <a:pt x="6141829" y="2277568"/>
                  </a:lnTo>
                  <a:lnTo>
                    <a:pt x="6142685" y="2360069"/>
                  </a:lnTo>
                  <a:lnTo>
                    <a:pt x="6143540" y="2393434"/>
                  </a:lnTo>
                  <a:lnTo>
                    <a:pt x="6144396" y="2371262"/>
                  </a:lnTo>
                  <a:lnTo>
                    <a:pt x="6145251" y="2301952"/>
                  </a:lnTo>
                  <a:lnTo>
                    <a:pt x="6146107" y="2213064"/>
                  </a:lnTo>
                  <a:lnTo>
                    <a:pt x="6146962" y="2168489"/>
                  </a:lnTo>
                  <a:lnTo>
                    <a:pt x="6147818" y="2051636"/>
                  </a:lnTo>
                  <a:lnTo>
                    <a:pt x="6148674" y="1967747"/>
                  </a:lnTo>
                  <a:lnTo>
                    <a:pt x="6149529" y="1931585"/>
                  </a:lnTo>
                  <a:lnTo>
                    <a:pt x="6150385" y="1921564"/>
                  </a:lnTo>
                  <a:lnTo>
                    <a:pt x="6151240" y="1960126"/>
                  </a:lnTo>
                  <a:lnTo>
                    <a:pt x="6152096" y="2023612"/>
                  </a:lnTo>
                  <a:lnTo>
                    <a:pt x="6152951" y="2155501"/>
                  </a:lnTo>
                  <a:lnTo>
                    <a:pt x="6153807" y="2277193"/>
                  </a:lnTo>
                  <a:lnTo>
                    <a:pt x="6154662" y="2320867"/>
                  </a:lnTo>
                  <a:lnTo>
                    <a:pt x="6155518" y="2364402"/>
                  </a:lnTo>
                  <a:lnTo>
                    <a:pt x="6156373" y="2397182"/>
                  </a:lnTo>
                  <a:lnTo>
                    <a:pt x="6157229" y="2373301"/>
                  </a:lnTo>
                  <a:lnTo>
                    <a:pt x="6158084" y="2392031"/>
                  </a:lnTo>
                  <a:lnTo>
                    <a:pt x="6158940" y="2359651"/>
                  </a:lnTo>
                  <a:lnTo>
                    <a:pt x="6159795" y="2303127"/>
                  </a:lnTo>
                  <a:lnTo>
                    <a:pt x="6160651" y="2205743"/>
                  </a:lnTo>
                  <a:lnTo>
                    <a:pt x="6161506" y="2098801"/>
                  </a:lnTo>
                  <a:lnTo>
                    <a:pt x="6162362" y="1990235"/>
                  </a:lnTo>
                  <a:lnTo>
                    <a:pt x="6163217" y="1848346"/>
                  </a:lnTo>
                  <a:lnTo>
                    <a:pt x="6164073" y="1792077"/>
                  </a:lnTo>
                  <a:lnTo>
                    <a:pt x="6164929" y="1775670"/>
                  </a:lnTo>
                  <a:lnTo>
                    <a:pt x="6165784" y="1746001"/>
                  </a:lnTo>
                  <a:lnTo>
                    <a:pt x="6166640" y="1767946"/>
                  </a:lnTo>
                  <a:lnTo>
                    <a:pt x="6167495" y="1836444"/>
                  </a:lnTo>
                  <a:lnTo>
                    <a:pt x="6168351" y="1863515"/>
                  </a:lnTo>
                  <a:lnTo>
                    <a:pt x="6169206" y="1860733"/>
                  </a:lnTo>
                  <a:lnTo>
                    <a:pt x="6170062" y="1894317"/>
                  </a:lnTo>
                  <a:lnTo>
                    <a:pt x="6170917" y="2016354"/>
                  </a:lnTo>
                  <a:lnTo>
                    <a:pt x="6171773" y="2149763"/>
                  </a:lnTo>
                  <a:lnTo>
                    <a:pt x="6172628" y="2303611"/>
                  </a:lnTo>
                  <a:lnTo>
                    <a:pt x="6173484" y="2375069"/>
                  </a:lnTo>
                  <a:lnTo>
                    <a:pt x="6174339" y="2374977"/>
                  </a:lnTo>
                  <a:lnTo>
                    <a:pt x="6175195" y="2453809"/>
                  </a:lnTo>
                  <a:lnTo>
                    <a:pt x="6176050" y="2440846"/>
                  </a:lnTo>
                  <a:lnTo>
                    <a:pt x="6176906" y="2355637"/>
                  </a:lnTo>
                  <a:lnTo>
                    <a:pt x="6177761" y="2256122"/>
                  </a:lnTo>
                  <a:lnTo>
                    <a:pt x="6178617" y="2309974"/>
                  </a:lnTo>
                  <a:lnTo>
                    <a:pt x="6179472" y="2420417"/>
                  </a:lnTo>
                  <a:lnTo>
                    <a:pt x="6180328" y="2429324"/>
                  </a:lnTo>
                  <a:lnTo>
                    <a:pt x="6181184" y="2426980"/>
                  </a:lnTo>
                  <a:lnTo>
                    <a:pt x="6182039" y="2429634"/>
                  </a:lnTo>
                  <a:lnTo>
                    <a:pt x="6182895" y="2368616"/>
                  </a:lnTo>
                  <a:lnTo>
                    <a:pt x="6183750" y="2302562"/>
                  </a:lnTo>
                  <a:lnTo>
                    <a:pt x="6184606" y="2228695"/>
                  </a:lnTo>
                  <a:lnTo>
                    <a:pt x="6185461" y="2112192"/>
                  </a:lnTo>
                  <a:lnTo>
                    <a:pt x="6186317" y="2068927"/>
                  </a:lnTo>
                  <a:lnTo>
                    <a:pt x="6187172" y="1967393"/>
                  </a:lnTo>
                  <a:lnTo>
                    <a:pt x="6188028" y="1847130"/>
                  </a:lnTo>
                  <a:lnTo>
                    <a:pt x="6188883" y="1752975"/>
                  </a:lnTo>
                  <a:lnTo>
                    <a:pt x="6189739" y="1787111"/>
                  </a:lnTo>
                  <a:lnTo>
                    <a:pt x="6190594" y="1852258"/>
                  </a:lnTo>
                  <a:lnTo>
                    <a:pt x="6191450" y="1812054"/>
                  </a:lnTo>
                  <a:lnTo>
                    <a:pt x="6192305" y="1851339"/>
                  </a:lnTo>
                  <a:lnTo>
                    <a:pt x="6193161" y="1961959"/>
                  </a:lnTo>
                  <a:lnTo>
                    <a:pt x="6194016" y="2037495"/>
                  </a:lnTo>
                  <a:lnTo>
                    <a:pt x="6194872" y="1978293"/>
                  </a:lnTo>
                  <a:lnTo>
                    <a:pt x="6195728" y="1904181"/>
                  </a:lnTo>
                  <a:lnTo>
                    <a:pt x="6196583" y="1938929"/>
                  </a:lnTo>
                  <a:lnTo>
                    <a:pt x="6197439" y="2088484"/>
                  </a:lnTo>
                  <a:lnTo>
                    <a:pt x="6198294" y="2214810"/>
                  </a:lnTo>
                  <a:lnTo>
                    <a:pt x="6199150" y="2233916"/>
                  </a:lnTo>
                  <a:lnTo>
                    <a:pt x="6200005" y="2335198"/>
                  </a:lnTo>
                  <a:lnTo>
                    <a:pt x="6200861" y="2510988"/>
                  </a:lnTo>
                  <a:lnTo>
                    <a:pt x="6201716" y="2574959"/>
                  </a:lnTo>
                  <a:lnTo>
                    <a:pt x="6202572" y="2492416"/>
                  </a:lnTo>
                  <a:lnTo>
                    <a:pt x="6203427" y="2356457"/>
                  </a:lnTo>
                  <a:lnTo>
                    <a:pt x="6204283" y="2314101"/>
                  </a:lnTo>
                  <a:lnTo>
                    <a:pt x="6205138" y="2205928"/>
                  </a:lnTo>
                  <a:lnTo>
                    <a:pt x="6205994" y="2138598"/>
                  </a:lnTo>
                  <a:lnTo>
                    <a:pt x="6206849" y="2147861"/>
                  </a:lnTo>
                  <a:lnTo>
                    <a:pt x="6207705" y="2201422"/>
                  </a:lnTo>
                  <a:lnTo>
                    <a:pt x="6208560" y="2284918"/>
                  </a:lnTo>
                  <a:lnTo>
                    <a:pt x="6209416" y="2248566"/>
                  </a:lnTo>
                  <a:lnTo>
                    <a:pt x="6210271" y="2188236"/>
                  </a:lnTo>
                  <a:lnTo>
                    <a:pt x="6211127" y="2011315"/>
                  </a:lnTo>
                  <a:lnTo>
                    <a:pt x="6211983" y="1847756"/>
                  </a:lnTo>
                  <a:lnTo>
                    <a:pt x="6212838" y="1747823"/>
                  </a:lnTo>
                  <a:lnTo>
                    <a:pt x="6213694" y="1634276"/>
                  </a:lnTo>
                  <a:lnTo>
                    <a:pt x="6214549" y="1582734"/>
                  </a:lnTo>
                  <a:lnTo>
                    <a:pt x="6215405" y="1583772"/>
                  </a:lnTo>
                  <a:lnTo>
                    <a:pt x="6216260" y="1584723"/>
                  </a:lnTo>
                  <a:lnTo>
                    <a:pt x="6217116" y="1604520"/>
                  </a:lnTo>
                  <a:lnTo>
                    <a:pt x="6217971" y="1581684"/>
                  </a:lnTo>
                  <a:lnTo>
                    <a:pt x="6218827" y="1519988"/>
                  </a:lnTo>
                  <a:lnTo>
                    <a:pt x="6219682" y="1493178"/>
                  </a:lnTo>
                  <a:lnTo>
                    <a:pt x="6220538" y="1431769"/>
                  </a:lnTo>
                  <a:lnTo>
                    <a:pt x="6221393" y="1403865"/>
                  </a:lnTo>
                  <a:lnTo>
                    <a:pt x="6222249" y="1435916"/>
                  </a:lnTo>
                  <a:lnTo>
                    <a:pt x="6223104" y="1498360"/>
                  </a:lnTo>
                  <a:lnTo>
                    <a:pt x="6223960" y="1581547"/>
                  </a:lnTo>
                  <a:lnTo>
                    <a:pt x="6224815" y="1662044"/>
                  </a:lnTo>
                  <a:lnTo>
                    <a:pt x="6225671" y="1725208"/>
                  </a:lnTo>
                  <a:lnTo>
                    <a:pt x="6226526" y="1715980"/>
                  </a:lnTo>
                  <a:lnTo>
                    <a:pt x="6227382" y="1631231"/>
                  </a:lnTo>
                  <a:lnTo>
                    <a:pt x="6228238" y="1492927"/>
                  </a:lnTo>
                  <a:lnTo>
                    <a:pt x="6229093" y="1398918"/>
                  </a:lnTo>
                  <a:lnTo>
                    <a:pt x="6229949" y="1367893"/>
                  </a:lnTo>
                  <a:lnTo>
                    <a:pt x="6230804" y="1388954"/>
                  </a:lnTo>
                  <a:lnTo>
                    <a:pt x="6231660" y="1452632"/>
                  </a:lnTo>
                  <a:lnTo>
                    <a:pt x="6232515" y="1518570"/>
                  </a:lnTo>
                  <a:lnTo>
                    <a:pt x="6233371" y="1599293"/>
                  </a:lnTo>
                  <a:lnTo>
                    <a:pt x="6234226" y="1679505"/>
                  </a:lnTo>
                  <a:lnTo>
                    <a:pt x="6235082" y="1686157"/>
                  </a:lnTo>
                  <a:lnTo>
                    <a:pt x="6235937" y="1626660"/>
                  </a:lnTo>
                  <a:lnTo>
                    <a:pt x="6236793" y="1589265"/>
                  </a:lnTo>
                  <a:lnTo>
                    <a:pt x="6237648" y="1551688"/>
                  </a:lnTo>
                  <a:lnTo>
                    <a:pt x="6238504" y="1475329"/>
                  </a:lnTo>
                  <a:lnTo>
                    <a:pt x="6239359" y="1414790"/>
                  </a:lnTo>
                  <a:lnTo>
                    <a:pt x="6240215" y="1407863"/>
                  </a:lnTo>
                  <a:lnTo>
                    <a:pt x="6241070" y="1474636"/>
                  </a:lnTo>
                  <a:lnTo>
                    <a:pt x="6241926" y="1559832"/>
                  </a:lnTo>
                  <a:lnTo>
                    <a:pt x="6242781" y="1661394"/>
                  </a:lnTo>
                  <a:lnTo>
                    <a:pt x="6243637" y="1834949"/>
                  </a:lnTo>
                  <a:lnTo>
                    <a:pt x="6244493" y="1959678"/>
                  </a:lnTo>
                  <a:lnTo>
                    <a:pt x="6245348" y="2027860"/>
                  </a:lnTo>
                  <a:lnTo>
                    <a:pt x="6246204" y="2088940"/>
                  </a:lnTo>
                  <a:lnTo>
                    <a:pt x="6247059" y="2096979"/>
                  </a:lnTo>
                  <a:lnTo>
                    <a:pt x="6247915" y="2108017"/>
                  </a:lnTo>
                  <a:lnTo>
                    <a:pt x="6248770" y="2107315"/>
                  </a:lnTo>
                  <a:lnTo>
                    <a:pt x="6249626" y="2122246"/>
                  </a:lnTo>
                  <a:lnTo>
                    <a:pt x="6250481" y="2068144"/>
                  </a:lnTo>
                  <a:lnTo>
                    <a:pt x="6251337" y="1984756"/>
                  </a:lnTo>
                  <a:lnTo>
                    <a:pt x="6252192" y="2009327"/>
                  </a:lnTo>
                  <a:lnTo>
                    <a:pt x="6253048" y="2046207"/>
                  </a:lnTo>
                  <a:lnTo>
                    <a:pt x="6253903" y="2026651"/>
                  </a:lnTo>
                  <a:lnTo>
                    <a:pt x="6254759" y="1979498"/>
                  </a:lnTo>
                  <a:lnTo>
                    <a:pt x="6255614" y="1984928"/>
                  </a:lnTo>
                  <a:lnTo>
                    <a:pt x="6256470" y="2077127"/>
                  </a:lnTo>
                  <a:lnTo>
                    <a:pt x="6257325" y="2135461"/>
                  </a:lnTo>
                  <a:lnTo>
                    <a:pt x="6258181" y="2128823"/>
                  </a:lnTo>
                  <a:lnTo>
                    <a:pt x="6259037" y="2165701"/>
                  </a:lnTo>
                  <a:lnTo>
                    <a:pt x="6259892" y="2293680"/>
                  </a:lnTo>
                  <a:lnTo>
                    <a:pt x="6260748" y="2452122"/>
                  </a:lnTo>
                  <a:lnTo>
                    <a:pt x="6261603" y="2455991"/>
                  </a:lnTo>
                  <a:lnTo>
                    <a:pt x="6262459" y="2364694"/>
                  </a:lnTo>
                  <a:lnTo>
                    <a:pt x="6263314" y="2263416"/>
                  </a:lnTo>
                  <a:lnTo>
                    <a:pt x="6264170" y="2075223"/>
                  </a:lnTo>
                  <a:lnTo>
                    <a:pt x="6265025" y="1850972"/>
                  </a:lnTo>
                  <a:lnTo>
                    <a:pt x="6265881" y="1590511"/>
                  </a:lnTo>
                  <a:lnTo>
                    <a:pt x="6266736" y="1394401"/>
                  </a:lnTo>
                  <a:lnTo>
                    <a:pt x="6267592" y="1324002"/>
                  </a:lnTo>
                  <a:lnTo>
                    <a:pt x="6268447" y="1231854"/>
                  </a:lnTo>
                  <a:lnTo>
                    <a:pt x="6269303" y="1161092"/>
                  </a:lnTo>
                  <a:lnTo>
                    <a:pt x="6270158" y="1045732"/>
                  </a:lnTo>
                  <a:lnTo>
                    <a:pt x="6271014" y="958079"/>
                  </a:lnTo>
                  <a:lnTo>
                    <a:pt x="6271869" y="892008"/>
                  </a:lnTo>
                  <a:lnTo>
                    <a:pt x="6272725" y="757855"/>
                  </a:lnTo>
                  <a:lnTo>
                    <a:pt x="6273580" y="713821"/>
                  </a:lnTo>
                  <a:lnTo>
                    <a:pt x="6274436" y="749481"/>
                  </a:lnTo>
                  <a:lnTo>
                    <a:pt x="6275292" y="769127"/>
                  </a:lnTo>
                  <a:lnTo>
                    <a:pt x="6276147" y="828844"/>
                  </a:lnTo>
                  <a:lnTo>
                    <a:pt x="6277003" y="921330"/>
                  </a:lnTo>
                  <a:lnTo>
                    <a:pt x="6277858" y="1068638"/>
                  </a:lnTo>
                  <a:lnTo>
                    <a:pt x="6278714" y="1263897"/>
                  </a:lnTo>
                  <a:lnTo>
                    <a:pt x="6279569" y="1441780"/>
                  </a:lnTo>
                  <a:lnTo>
                    <a:pt x="6280425" y="1614122"/>
                  </a:lnTo>
                  <a:lnTo>
                    <a:pt x="6281280" y="1673989"/>
                  </a:lnTo>
                  <a:lnTo>
                    <a:pt x="6282136" y="1587333"/>
                  </a:lnTo>
                  <a:lnTo>
                    <a:pt x="6282991" y="1508903"/>
                  </a:lnTo>
                  <a:lnTo>
                    <a:pt x="6283847" y="1411457"/>
                  </a:lnTo>
                  <a:lnTo>
                    <a:pt x="6284702" y="1236720"/>
                  </a:lnTo>
                  <a:lnTo>
                    <a:pt x="6285558" y="1090684"/>
                  </a:lnTo>
                  <a:lnTo>
                    <a:pt x="6286413" y="1037921"/>
                  </a:lnTo>
                  <a:lnTo>
                    <a:pt x="6287269" y="1121982"/>
                  </a:lnTo>
                  <a:lnTo>
                    <a:pt x="6288124" y="1133271"/>
                  </a:lnTo>
                  <a:lnTo>
                    <a:pt x="6288980" y="1152597"/>
                  </a:lnTo>
                  <a:lnTo>
                    <a:pt x="6289835" y="1258532"/>
                  </a:lnTo>
                  <a:lnTo>
                    <a:pt x="6290691" y="1362661"/>
                  </a:lnTo>
                  <a:lnTo>
                    <a:pt x="6291547" y="1544336"/>
                  </a:lnTo>
                  <a:lnTo>
                    <a:pt x="6292402" y="1713130"/>
                  </a:lnTo>
                  <a:lnTo>
                    <a:pt x="6293258" y="1964390"/>
                  </a:lnTo>
                  <a:lnTo>
                    <a:pt x="6294113" y="2191714"/>
                  </a:lnTo>
                  <a:lnTo>
                    <a:pt x="6294969" y="2412433"/>
                  </a:lnTo>
                  <a:lnTo>
                    <a:pt x="6295824" y="2663182"/>
                  </a:lnTo>
                  <a:lnTo>
                    <a:pt x="6296680" y="2855277"/>
                  </a:lnTo>
                  <a:lnTo>
                    <a:pt x="6297535" y="2974087"/>
                  </a:lnTo>
                  <a:lnTo>
                    <a:pt x="6298391" y="2985954"/>
                  </a:lnTo>
                  <a:lnTo>
                    <a:pt x="6299246" y="2956798"/>
                  </a:lnTo>
                  <a:lnTo>
                    <a:pt x="6300102" y="2949526"/>
                  </a:lnTo>
                  <a:lnTo>
                    <a:pt x="6300957" y="2940269"/>
                  </a:lnTo>
                  <a:lnTo>
                    <a:pt x="6301813" y="2882437"/>
                  </a:lnTo>
                  <a:lnTo>
                    <a:pt x="6302668" y="2847534"/>
                  </a:lnTo>
                  <a:lnTo>
                    <a:pt x="6303524" y="2885443"/>
                  </a:lnTo>
                  <a:lnTo>
                    <a:pt x="6304379" y="2911073"/>
                  </a:lnTo>
                  <a:lnTo>
                    <a:pt x="6305235" y="2885608"/>
                  </a:lnTo>
                  <a:lnTo>
                    <a:pt x="6306091" y="2921474"/>
                  </a:lnTo>
                  <a:lnTo>
                    <a:pt x="6306946" y="2968807"/>
                  </a:lnTo>
                  <a:lnTo>
                    <a:pt x="6307802" y="2999614"/>
                  </a:lnTo>
                  <a:lnTo>
                    <a:pt x="6308657" y="3063929"/>
                  </a:lnTo>
                  <a:lnTo>
                    <a:pt x="6309513" y="3116972"/>
                  </a:lnTo>
                  <a:lnTo>
                    <a:pt x="6310368" y="3115279"/>
                  </a:lnTo>
                  <a:lnTo>
                    <a:pt x="6311224" y="3069436"/>
                  </a:lnTo>
                  <a:lnTo>
                    <a:pt x="6312079" y="3116972"/>
                  </a:lnTo>
                  <a:lnTo>
                    <a:pt x="6312935" y="3116972"/>
                  </a:lnTo>
                  <a:lnTo>
                    <a:pt x="6313790" y="3116972"/>
                  </a:lnTo>
                  <a:lnTo>
                    <a:pt x="6314646" y="3082688"/>
                  </a:lnTo>
                  <a:lnTo>
                    <a:pt x="6315501" y="3116972"/>
                  </a:lnTo>
                  <a:lnTo>
                    <a:pt x="6316357" y="3116972"/>
                  </a:lnTo>
                  <a:lnTo>
                    <a:pt x="6317212" y="3101668"/>
                  </a:lnTo>
                  <a:lnTo>
                    <a:pt x="6318068" y="3025052"/>
                  </a:lnTo>
                  <a:lnTo>
                    <a:pt x="6318923" y="2998979"/>
                  </a:lnTo>
                  <a:lnTo>
                    <a:pt x="6319779" y="3022712"/>
                  </a:lnTo>
                  <a:lnTo>
                    <a:pt x="6320634" y="3005161"/>
                  </a:lnTo>
                  <a:lnTo>
                    <a:pt x="6321490" y="3049945"/>
                  </a:lnTo>
                  <a:lnTo>
                    <a:pt x="6322346" y="3105388"/>
                  </a:lnTo>
                  <a:lnTo>
                    <a:pt x="6323201" y="3116972"/>
                  </a:lnTo>
                  <a:lnTo>
                    <a:pt x="6324057" y="3116972"/>
                  </a:lnTo>
                  <a:lnTo>
                    <a:pt x="6324912" y="3116972"/>
                  </a:lnTo>
                  <a:lnTo>
                    <a:pt x="6325768" y="3116972"/>
                  </a:lnTo>
                  <a:lnTo>
                    <a:pt x="6326623" y="3116972"/>
                  </a:lnTo>
                  <a:lnTo>
                    <a:pt x="6327479" y="3116972"/>
                  </a:lnTo>
                  <a:lnTo>
                    <a:pt x="6328334" y="3116972"/>
                  </a:lnTo>
                  <a:lnTo>
                    <a:pt x="6329190" y="3116972"/>
                  </a:lnTo>
                  <a:lnTo>
                    <a:pt x="6330045" y="3116972"/>
                  </a:lnTo>
                  <a:lnTo>
                    <a:pt x="6330901" y="3105950"/>
                  </a:lnTo>
                  <a:lnTo>
                    <a:pt x="6331756" y="3087998"/>
                  </a:lnTo>
                  <a:lnTo>
                    <a:pt x="6332612" y="3116972"/>
                  </a:lnTo>
                  <a:lnTo>
                    <a:pt x="6333467" y="3116972"/>
                  </a:lnTo>
                  <a:lnTo>
                    <a:pt x="6334323" y="3116972"/>
                  </a:lnTo>
                  <a:lnTo>
                    <a:pt x="6335178" y="3116972"/>
                  </a:lnTo>
                  <a:lnTo>
                    <a:pt x="6336034" y="3112943"/>
                  </a:lnTo>
                  <a:lnTo>
                    <a:pt x="6336889" y="3094256"/>
                  </a:lnTo>
                  <a:lnTo>
                    <a:pt x="6337745" y="3116972"/>
                  </a:lnTo>
                  <a:lnTo>
                    <a:pt x="6338601" y="3033439"/>
                  </a:lnTo>
                  <a:lnTo>
                    <a:pt x="6339456" y="2915635"/>
                  </a:lnTo>
                  <a:lnTo>
                    <a:pt x="6340312" y="2952034"/>
                  </a:lnTo>
                  <a:lnTo>
                    <a:pt x="6341167" y="2998864"/>
                  </a:lnTo>
                  <a:lnTo>
                    <a:pt x="6342023" y="3022572"/>
                  </a:lnTo>
                  <a:lnTo>
                    <a:pt x="6342878" y="2919326"/>
                  </a:lnTo>
                  <a:lnTo>
                    <a:pt x="6343734" y="2865308"/>
                  </a:lnTo>
                  <a:lnTo>
                    <a:pt x="6344589" y="2915873"/>
                  </a:lnTo>
                  <a:lnTo>
                    <a:pt x="6345445" y="2860702"/>
                  </a:lnTo>
                  <a:lnTo>
                    <a:pt x="6346300" y="2829980"/>
                  </a:lnTo>
                  <a:lnTo>
                    <a:pt x="6347156" y="2780948"/>
                  </a:lnTo>
                  <a:lnTo>
                    <a:pt x="6348011" y="2813921"/>
                  </a:lnTo>
                  <a:lnTo>
                    <a:pt x="6348867" y="2850572"/>
                  </a:lnTo>
                  <a:lnTo>
                    <a:pt x="6349722" y="2825642"/>
                  </a:lnTo>
                  <a:lnTo>
                    <a:pt x="6350578" y="2847584"/>
                  </a:lnTo>
                  <a:lnTo>
                    <a:pt x="6351433" y="2860559"/>
                  </a:lnTo>
                  <a:lnTo>
                    <a:pt x="6352289" y="2839712"/>
                  </a:lnTo>
                  <a:lnTo>
                    <a:pt x="6353145" y="2759445"/>
                  </a:lnTo>
                  <a:lnTo>
                    <a:pt x="6354000" y="2730128"/>
                  </a:lnTo>
                  <a:lnTo>
                    <a:pt x="6354856" y="2714829"/>
                  </a:lnTo>
                  <a:lnTo>
                    <a:pt x="6355711" y="2714773"/>
                  </a:lnTo>
                  <a:lnTo>
                    <a:pt x="6356567" y="2700412"/>
                  </a:lnTo>
                  <a:lnTo>
                    <a:pt x="6357422" y="2612179"/>
                  </a:lnTo>
                  <a:lnTo>
                    <a:pt x="6358278" y="2550123"/>
                  </a:lnTo>
                  <a:lnTo>
                    <a:pt x="6359133" y="2485607"/>
                  </a:lnTo>
                  <a:lnTo>
                    <a:pt x="6359989" y="2411538"/>
                  </a:lnTo>
                  <a:lnTo>
                    <a:pt x="6360844" y="2345246"/>
                  </a:lnTo>
                  <a:lnTo>
                    <a:pt x="6361700" y="2311572"/>
                  </a:lnTo>
                  <a:lnTo>
                    <a:pt x="6362555" y="2393939"/>
                  </a:lnTo>
                  <a:lnTo>
                    <a:pt x="6363411" y="2508956"/>
                  </a:lnTo>
                  <a:lnTo>
                    <a:pt x="6364266" y="2631546"/>
                  </a:lnTo>
                  <a:lnTo>
                    <a:pt x="6365122" y="2717833"/>
                  </a:lnTo>
                  <a:lnTo>
                    <a:pt x="6365977" y="2734066"/>
                  </a:lnTo>
                  <a:lnTo>
                    <a:pt x="6366833" y="2721024"/>
                  </a:lnTo>
                  <a:lnTo>
                    <a:pt x="6367688" y="2720989"/>
                  </a:lnTo>
                  <a:lnTo>
                    <a:pt x="6368544" y="2672080"/>
                  </a:lnTo>
                  <a:lnTo>
                    <a:pt x="6369400" y="2620735"/>
                  </a:lnTo>
                  <a:lnTo>
                    <a:pt x="6370255" y="2645087"/>
                  </a:lnTo>
                  <a:lnTo>
                    <a:pt x="6371111" y="2711386"/>
                  </a:lnTo>
                  <a:lnTo>
                    <a:pt x="6371966" y="2782154"/>
                  </a:lnTo>
                  <a:lnTo>
                    <a:pt x="6372822" y="2801264"/>
                  </a:lnTo>
                  <a:lnTo>
                    <a:pt x="6373677" y="2796667"/>
                  </a:lnTo>
                  <a:lnTo>
                    <a:pt x="6374533" y="2738634"/>
                  </a:lnTo>
                  <a:lnTo>
                    <a:pt x="6375388" y="2687926"/>
                  </a:lnTo>
                  <a:lnTo>
                    <a:pt x="6376244" y="2703302"/>
                  </a:lnTo>
                  <a:lnTo>
                    <a:pt x="6377099" y="2748553"/>
                  </a:lnTo>
                  <a:lnTo>
                    <a:pt x="6377955" y="2799445"/>
                  </a:lnTo>
                  <a:lnTo>
                    <a:pt x="6378810" y="2874006"/>
                  </a:lnTo>
                  <a:lnTo>
                    <a:pt x="6379666" y="2974296"/>
                  </a:lnTo>
                  <a:lnTo>
                    <a:pt x="6380521" y="2972406"/>
                  </a:lnTo>
                  <a:lnTo>
                    <a:pt x="6381377" y="2905932"/>
                  </a:lnTo>
                  <a:lnTo>
                    <a:pt x="6382232" y="2866894"/>
                  </a:lnTo>
                  <a:lnTo>
                    <a:pt x="6383088" y="2866423"/>
                  </a:lnTo>
                  <a:lnTo>
                    <a:pt x="6383943" y="2879379"/>
                  </a:lnTo>
                  <a:lnTo>
                    <a:pt x="6384799" y="2905855"/>
                  </a:lnTo>
                  <a:lnTo>
                    <a:pt x="6385655" y="2994269"/>
                  </a:lnTo>
                  <a:lnTo>
                    <a:pt x="6386510" y="3058138"/>
                  </a:lnTo>
                  <a:lnTo>
                    <a:pt x="6387366" y="3045030"/>
                  </a:lnTo>
                  <a:lnTo>
                    <a:pt x="6388221" y="2954494"/>
                  </a:lnTo>
                  <a:lnTo>
                    <a:pt x="6389077" y="2835283"/>
                  </a:lnTo>
                  <a:lnTo>
                    <a:pt x="6389932" y="2755785"/>
                  </a:lnTo>
                  <a:lnTo>
                    <a:pt x="6390788" y="2727856"/>
                  </a:lnTo>
                  <a:lnTo>
                    <a:pt x="6391643" y="2656822"/>
                  </a:lnTo>
                  <a:lnTo>
                    <a:pt x="6392499" y="2619843"/>
                  </a:lnTo>
                  <a:lnTo>
                    <a:pt x="6393354" y="2624626"/>
                  </a:lnTo>
                  <a:lnTo>
                    <a:pt x="6394210" y="2632165"/>
                  </a:lnTo>
                  <a:lnTo>
                    <a:pt x="6395065" y="2594243"/>
                  </a:lnTo>
                  <a:lnTo>
                    <a:pt x="6395921" y="2504729"/>
                  </a:lnTo>
                  <a:lnTo>
                    <a:pt x="6396776" y="2407727"/>
                  </a:lnTo>
                  <a:lnTo>
                    <a:pt x="6397632" y="2333185"/>
                  </a:lnTo>
                  <a:lnTo>
                    <a:pt x="6398487" y="2303268"/>
                  </a:lnTo>
                  <a:lnTo>
                    <a:pt x="6399343" y="2295030"/>
                  </a:lnTo>
                  <a:lnTo>
                    <a:pt x="6400199" y="2245521"/>
                  </a:lnTo>
                  <a:lnTo>
                    <a:pt x="6401054" y="2243591"/>
                  </a:lnTo>
                  <a:lnTo>
                    <a:pt x="6401910" y="2309955"/>
                  </a:lnTo>
                  <a:lnTo>
                    <a:pt x="6402765" y="2310733"/>
                  </a:lnTo>
                  <a:lnTo>
                    <a:pt x="6403621" y="2349176"/>
                  </a:lnTo>
                  <a:lnTo>
                    <a:pt x="6404476" y="2376956"/>
                  </a:lnTo>
                  <a:lnTo>
                    <a:pt x="6405332" y="2415774"/>
                  </a:lnTo>
                  <a:lnTo>
                    <a:pt x="6406187" y="2421609"/>
                  </a:lnTo>
                  <a:lnTo>
                    <a:pt x="6407043" y="2493669"/>
                  </a:lnTo>
                  <a:lnTo>
                    <a:pt x="6407898" y="2584082"/>
                  </a:lnTo>
                  <a:lnTo>
                    <a:pt x="6408754" y="2570664"/>
                  </a:lnTo>
                  <a:lnTo>
                    <a:pt x="6409609" y="2571657"/>
                  </a:lnTo>
                  <a:lnTo>
                    <a:pt x="6410465" y="2582219"/>
                  </a:lnTo>
                  <a:lnTo>
                    <a:pt x="6411320" y="2538561"/>
                  </a:lnTo>
                  <a:lnTo>
                    <a:pt x="6412176" y="2391435"/>
                  </a:lnTo>
                  <a:lnTo>
                    <a:pt x="6413031" y="2281829"/>
                  </a:lnTo>
                  <a:lnTo>
                    <a:pt x="6413887" y="2207591"/>
                  </a:lnTo>
                  <a:lnTo>
                    <a:pt x="6414742" y="2166923"/>
                  </a:lnTo>
                  <a:lnTo>
                    <a:pt x="6415598" y="2242062"/>
                  </a:lnTo>
                  <a:lnTo>
                    <a:pt x="6416454" y="2400988"/>
                  </a:lnTo>
                  <a:lnTo>
                    <a:pt x="6417309" y="2590137"/>
                  </a:lnTo>
                  <a:lnTo>
                    <a:pt x="6418165" y="2731135"/>
                  </a:lnTo>
                  <a:lnTo>
                    <a:pt x="6419020" y="2859507"/>
                  </a:lnTo>
                  <a:lnTo>
                    <a:pt x="6419876" y="2933079"/>
                  </a:lnTo>
                  <a:lnTo>
                    <a:pt x="6420731" y="2832807"/>
                  </a:lnTo>
                  <a:lnTo>
                    <a:pt x="6421587" y="2703385"/>
                  </a:lnTo>
                  <a:lnTo>
                    <a:pt x="6422442" y="2563346"/>
                  </a:lnTo>
                  <a:lnTo>
                    <a:pt x="6423298" y="2473201"/>
                  </a:lnTo>
                  <a:lnTo>
                    <a:pt x="6424153" y="2410128"/>
                  </a:lnTo>
                  <a:lnTo>
                    <a:pt x="6425009" y="2428375"/>
                  </a:lnTo>
                  <a:lnTo>
                    <a:pt x="6425864" y="2526818"/>
                  </a:lnTo>
                  <a:lnTo>
                    <a:pt x="6426720" y="2590629"/>
                  </a:lnTo>
                  <a:lnTo>
                    <a:pt x="6427575" y="2652754"/>
                  </a:lnTo>
                  <a:lnTo>
                    <a:pt x="6428431" y="2746033"/>
                  </a:lnTo>
                  <a:lnTo>
                    <a:pt x="6429286" y="2789877"/>
                  </a:lnTo>
                  <a:lnTo>
                    <a:pt x="6430142" y="2758523"/>
                  </a:lnTo>
                  <a:lnTo>
                    <a:pt x="6430997" y="2759721"/>
                  </a:lnTo>
                  <a:lnTo>
                    <a:pt x="6431853" y="2771214"/>
                  </a:lnTo>
                  <a:lnTo>
                    <a:pt x="6432709" y="2812349"/>
                  </a:lnTo>
                  <a:lnTo>
                    <a:pt x="6433564" y="2801688"/>
                  </a:lnTo>
                  <a:lnTo>
                    <a:pt x="6434420" y="2794856"/>
                  </a:lnTo>
                  <a:lnTo>
                    <a:pt x="6435275" y="2692584"/>
                  </a:lnTo>
                  <a:lnTo>
                    <a:pt x="6436131" y="2542445"/>
                  </a:lnTo>
                  <a:lnTo>
                    <a:pt x="6436986" y="2532964"/>
                  </a:lnTo>
                  <a:lnTo>
                    <a:pt x="6437842" y="2525069"/>
                  </a:lnTo>
                  <a:lnTo>
                    <a:pt x="6438697" y="2547059"/>
                  </a:lnTo>
                  <a:lnTo>
                    <a:pt x="6439553" y="2637375"/>
                  </a:lnTo>
                  <a:lnTo>
                    <a:pt x="6440408" y="2820558"/>
                  </a:lnTo>
                  <a:lnTo>
                    <a:pt x="6441264" y="2993242"/>
                  </a:lnTo>
                  <a:lnTo>
                    <a:pt x="6442119" y="3026068"/>
                  </a:lnTo>
                  <a:lnTo>
                    <a:pt x="6442975" y="3020845"/>
                  </a:lnTo>
                  <a:lnTo>
                    <a:pt x="6443830" y="2912500"/>
                  </a:lnTo>
                  <a:lnTo>
                    <a:pt x="6444686" y="2772608"/>
                  </a:lnTo>
                  <a:lnTo>
                    <a:pt x="6445541" y="2705819"/>
                  </a:lnTo>
                  <a:lnTo>
                    <a:pt x="6446397" y="2679657"/>
                  </a:lnTo>
                  <a:lnTo>
                    <a:pt x="6447252" y="2681702"/>
                  </a:lnTo>
                  <a:lnTo>
                    <a:pt x="6448108" y="2624876"/>
                  </a:lnTo>
                  <a:lnTo>
                    <a:pt x="6448964" y="2597626"/>
                  </a:lnTo>
                  <a:lnTo>
                    <a:pt x="6449819" y="2657760"/>
                  </a:lnTo>
                  <a:lnTo>
                    <a:pt x="6450675" y="2711282"/>
                  </a:lnTo>
                  <a:lnTo>
                    <a:pt x="6451530" y="2701220"/>
                  </a:lnTo>
                  <a:lnTo>
                    <a:pt x="6452386" y="2657015"/>
                  </a:lnTo>
                  <a:lnTo>
                    <a:pt x="6453241" y="2701798"/>
                  </a:lnTo>
                  <a:lnTo>
                    <a:pt x="6454097" y="2838419"/>
                  </a:lnTo>
                  <a:lnTo>
                    <a:pt x="6454952" y="2892531"/>
                  </a:lnTo>
                  <a:lnTo>
                    <a:pt x="6455808" y="2951451"/>
                  </a:lnTo>
                  <a:lnTo>
                    <a:pt x="6456663" y="3070923"/>
                  </a:lnTo>
                  <a:lnTo>
                    <a:pt x="6457519" y="3116972"/>
                  </a:lnTo>
                  <a:lnTo>
                    <a:pt x="6458374" y="3116972"/>
                  </a:lnTo>
                  <a:lnTo>
                    <a:pt x="6459230" y="3116972"/>
                  </a:lnTo>
                  <a:lnTo>
                    <a:pt x="6460085" y="3116972"/>
                  </a:lnTo>
                  <a:lnTo>
                    <a:pt x="6460941" y="3116972"/>
                  </a:lnTo>
                  <a:lnTo>
                    <a:pt x="6461796" y="3006657"/>
                  </a:lnTo>
                  <a:lnTo>
                    <a:pt x="6462652" y="2878933"/>
                  </a:lnTo>
                  <a:lnTo>
                    <a:pt x="6463508" y="2845077"/>
                  </a:lnTo>
                  <a:lnTo>
                    <a:pt x="6464363" y="2850670"/>
                  </a:lnTo>
                  <a:lnTo>
                    <a:pt x="6465219" y="2860446"/>
                  </a:lnTo>
                  <a:lnTo>
                    <a:pt x="6466074" y="2842422"/>
                  </a:lnTo>
                  <a:lnTo>
                    <a:pt x="6466930" y="2870387"/>
                  </a:lnTo>
                  <a:lnTo>
                    <a:pt x="6467785" y="2861735"/>
                  </a:lnTo>
                  <a:lnTo>
                    <a:pt x="6468641" y="2789806"/>
                  </a:lnTo>
                  <a:lnTo>
                    <a:pt x="6469496" y="2738275"/>
                  </a:lnTo>
                  <a:lnTo>
                    <a:pt x="6470352" y="2634079"/>
                  </a:lnTo>
                  <a:lnTo>
                    <a:pt x="6471207" y="2581762"/>
                  </a:lnTo>
                  <a:lnTo>
                    <a:pt x="6472063" y="2639549"/>
                  </a:lnTo>
                  <a:lnTo>
                    <a:pt x="6472918" y="2770554"/>
                  </a:lnTo>
                  <a:lnTo>
                    <a:pt x="6473774" y="2858907"/>
                  </a:lnTo>
                  <a:lnTo>
                    <a:pt x="6474629" y="2885749"/>
                  </a:lnTo>
                  <a:lnTo>
                    <a:pt x="6475485" y="2931502"/>
                  </a:lnTo>
                  <a:lnTo>
                    <a:pt x="6476340" y="2927970"/>
                  </a:lnTo>
                  <a:lnTo>
                    <a:pt x="6477196" y="2823034"/>
                  </a:lnTo>
                  <a:lnTo>
                    <a:pt x="6478051" y="2742026"/>
                  </a:lnTo>
                  <a:lnTo>
                    <a:pt x="6478907" y="2697441"/>
                  </a:lnTo>
                  <a:lnTo>
                    <a:pt x="6479763" y="2702860"/>
                  </a:lnTo>
                  <a:lnTo>
                    <a:pt x="6480618" y="2756980"/>
                  </a:lnTo>
                  <a:lnTo>
                    <a:pt x="6481474" y="2842011"/>
                  </a:lnTo>
                  <a:lnTo>
                    <a:pt x="6482329" y="2898015"/>
                  </a:lnTo>
                  <a:lnTo>
                    <a:pt x="6483185" y="2888167"/>
                  </a:lnTo>
                  <a:lnTo>
                    <a:pt x="6484040" y="2952303"/>
                  </a:lnTo>
                  <a:lnTo>
                    <a:pt x="6484896" y="2986565"/>
                  </a:lnTo>
                  <a:lnTo>
                    <a:pt x="6485751" y="2925626"/>
                  </a:lnTo>
                  <a:lnTo>
                    <a:pt x="6486607" y="2877438"/>
                  </a:lnTo>
                  <a:lnTo>
                    <a:pt x="6487462" y="2769271"/>
                  </a:lnTo>
                  <a:lnTo>
                    <a:pt x="6488318" y="2722279"/>
                  </a:lnTo>
                  <a:lnTo>
                    <a:pt x="6489173" y="2638388"/>
                  </a:lnTo>
                  <a:lnTo>
                    <a:pt x="6490029" y="2589205"/>
                  </a:lnTo>
                  <a:lnTo>
                    <a:pt x="6490884" y="2634820"/>
                  </a:lnTo>
                  <a:lnTo>
                    <a:pt x="6491740" y="2671686"/>
                  </a:lnTo>
                  <a:lnTo>
                    <a:pt x="6492595" y="2761513"/>
                  </a:lnTo>
                  <a:lnTo>
                    <a:pt x="6493451" y="2809040"/>
                  </a:lnTo>
                  <a:lnTo>
                    <a:pt x="6494306" y="2893880"/>
                  </a:lnTo>
                  <a:lnTo>
                    <a:pt x="6495162" y="2937536"/>
                  </a:lnTo>
                  <a:lnTo>
                    <a:pt x="6496018" y="2937422"/>
                  </a:lnTo>
                  <a:lnTo>
                    <a:pt x="6496873" y="2944233"/>
                  </a:lnTo>
                  <a:lnTo>
                    <a:pt x="6497729" y="2937773"/>
                  </a:lnTo>
                  <a:lnTo>
                    <a:pt x="6498584" y="2921671"/>
                  </a:lnTo>
                  <a:lnTo>
                    <a:pt x="6499440" y="2895999"/>
                  </a:lnTo>
                  <a:lnTo>
                    <a:pt x="6500295" y="2887454"/>
                  </a:lnTo>
                  <a:lnTo>
                    <a:pt x="6501151" y="2872901"/>
                  </a:lnTo>
                  <a:lnTo>
                    <a:pt x="6502006" y="2877121"/>
                  </a:lnTo>
                  <a:lnTo>
                    <a:pt x="6502862" y="2870961"/>
                  </a:lnTo>
                  <a:lnTo>
                    <a:pt x="6503717" y="2896074"/>
                  </a:lnTo>
                  <a:lnTo>
                    <a:pt x="6504573" y="2879060"/>
                  </a:lnTo>
                  <a:lnTo>
                    <a:pt x="6505428" y="2747003"/>
                  </a:lnTo>
                  <a:lnTo>
                    <a:pt x="6506284" y="2716282"/>
                  </a:lnTo>
                  <a:lnTo>
                    <a:pt x="6507139" y="2779061"/>
                  </a:lnTo>
                  <a:lnTo>
                    <a:pt x="6507995" y="2846748"/>
                  </a:lnTo>
                  <a:lnTo>
                    <a:pt x="6508850" y="2859997"/>
                  </a:lnTo>
                  <a:lnTo>
                    <a:pt x="6509706" y="2854905"/>
                  </a:lnTo>
                  <a:lnTo>
                    <a:pt x="6510562" y="2975277"/>
                  </a:lnTo>
                  <a:lnTo>
                    <a:pt x="6511417" y="2951324"/>
                  </a:lnTo>
                  <a:lnTo>
                    <a:pt x="6512273" y="2808491"/>
                  </a:lnTo>
                  <a:lnTo>
                    <a:pt x="6513128" y="2738567"/>
                  </a:lnTo>
                  <a:lnTo>
                    <a:pt x="6513984" y="2699569"/>
                  </a:lnTo>
                  <a:lnTo>
                    <a:pt x="6514839" y="2740828"/>
                  </a:lnTo>
                  <a:lnTo>
                    <a:pt x="6515695" y="2805673"/>
                  </a:lnTo>
                  <a:lnTo>
                    <a:pt x="6516550" y="2916891"/>
                  </a:lnTo>
                  <a:lnTo>
                    <a:pt x="6517406" y="2948950"/>
                  </a:lnTo>
                  <a:lnTo>
                    <a:pt x="6518261" y="2971091"/>
                  </a:lnTo>
                  <a:lnTo>
                    <a:pt x="6519117" y="3022431"/>
                  </a:lnTo>
                  <a:lnTo>
                    <a:pt x="6519972" y="2984015"/>
                  </a:lnTo>
                  <a:lnTo>
                    <a:pt x="6520828" y="2918609"/>
                  </a:lnTo>
                  <a:lnTo>
                    <a:pt x="6521683" y="2902191"/>
                  </a:lnTo>
                  <a:lnTo>
                    <a:pt x="6522539" y="2977538"/>
                  </a:lnTo>
                  <a:lnTo>
                    <a:pt x="6523394" y="3029879"/>
                  </a:lnTo>
                  <a:lnTo>
                    <a:pt x="6524250" y="3032248"/>
                  </a:lnTo>
                  <a:lnTo>
                    <a:pt x="6525105" y="3057278"/>
                  </a:lnTo>
                  <a:lnTo>
                    <a:pt x="6525961" y="3031261"/>
                  </a:lnTo>
                  <a:lnTo>
                    <a:pt x="6526817" y="2963721"/>
                  </a:lnTo>
                  <a:lnTo>
                    <a:pt x="6527672" y="2906966"/>
                  </a:lnTo>
                  <a:lnTo>
                    <a:pt x="6528528" y="2856476"/>
                  </a:lnTo>
                  <a:lnTo>
                    <a:pt x="6529383" y="2748082"/>
                  </a:lnTo>
                  <a:lnTo>
                    <a:pt x="6530239" y="2704213"/>
                  </a:lnTo>
                  <a:lnTo>
                    <a:pt x="6531094" y="2771200"/>
                  </a:lnTo>
                  <a:lnTo>
                    <a:pt x="6531950" y="2883951"/>
                  </a:lnTo>
                  <a:lnTo>
                    <a:pt x="6532805" y="2955444"/>
                  </a:lnTo>
                  <a:lnTo>
                    <a:pt x="6533661" y="2978196"/>
                  </a:lnTo>
                  <a:lnTo>
                    <a:pt x="6534516" y="3068502"/>
                  </a:lnTo>
                  <a:lnTo>
                    <a:pt x="6535372" y="3070752"/>
                  </a:lnTo>
                  <a:lnTo>
                    <a:pt x="6536227" y="2957541"/>
                  </a:lnTo>
                  <a:lnTo>
                    <a:pt x="6537083" y="2876389"/>
                  </a:lnTo>
                  <a:lnTo>
                    <a:pt x="6537938" y="2756431"/>
                  </a:lnTo>
                  <a:lnTo>
                    <a:pt x="6538794" y="2619808"/>
                  </a:lnTo>
                  <a:lnTo>
                    <a:pt x="6539649" y="2491257"/>
                  </a:lnTo>
                  <a:lnTo>
                    <a:pt x="6540505" y="2420809"/>
                  </a:lnTo>
                  <a:lnTo>
                    <a:pt x="6541360" y="2422950"/>
                  </a:lnTo>
                  <a:lnTo>
                    <a:pt x="6542216" y="2313634"/>
                  </a:lnTo>
                  <a:lnTo>
                    <a:pt x="6543072" y="2240080"/>
                  </a:lnTo>
                  <a:lnTo>
                    <a:pt x="6543927" y="2214636"/>
                  </a:lnTo>
                  <a:lnTo>
                    <a:pt x="6544783" y="2262687"/>
                  </a:lnTo>
                  <a:lnTo>
                    <a:pt x="6545638" y="2350630"/>
                  </a:lnTo>
                  <a:lnTo>
                    <a:pt x="6546494" y="2316317"/>
                  </a:lnTo>
                  <a:lnTo>
                    <a:pt x="6547349" y="2270676"/>
                  </a:lnTo>
                  <a:lnTo>
                    <a:pt x="6548205" y="2239298"/>
                  </a:lnTo>
                  <a:lnTo>
                    <a:pt x="6549060" y="2171380"/>
                  </a:lnTo>
                  <a:lnTo>
                    <a:pt x="6549916" y="2056949"/>
                  </a:lnTo>
                  <a:lnTo>
                    <a:pt x="6550771" y="1908248"/>
                  </a:lnTo>
                  <a:lnTo>
                    <a:pt x="6551627" y="1867398"/>
                  </a:lnTo>
                  <a:lnTo>
                    <a:pt x="6552482" y="1931357"/>
                  </a:lnTo>
                  <a:lnTo>
                    <a:pt x="6553338" y="2097218"/>
                  </a:lnTo>
                  <a:lnTo>
                    <a:pt x="6554193" y="2297412"/>
                  </a:lnTo>
                  <a:lnTo>
                    <a:pt x="6555049" y="2455497"/>
                  </a:lnTo>
                  <a:lnTo>
                    <a:pt x="6555904" y="2592232"/>
                  </a:lnTo>
                  <a:lnTo>
                    <a:pt x="6556760" y="2682132"/>
                  </a:lnTo>
                  <a:lnTo>
                    <a:pt x="6557616" y="2639786"/>
                  </a:lnTo>
                  <a:lnTo>
                    <a:pt x="6558471" y="2499723"/>
                  </a:lnTo>
                  <a:lnTo>
                    <a:pt x="6559327" y="2323030"/>
                  </a:lnTo>
                  <a:lnTo>
                    <a:pt x="6560182" y="2132875"/>
                  </a:lnTo>
                  <a:lnTo>
                    <a:pt x="6561038" y="1973112"/>
                  </a:lnTo>
                  <a:lnTo>
                    <a:pt x="6561893" y="1856416"/>
                  </a:lnTo>
                  <a:lnTo>
                    <a:pt x="6562749" y="1847289"/>
                  </a:lnTo>
                  <a:lnTo>
                    <a:pt x="6563604" y="1831938"/>
                  </a:lnTo>
                  <a:lnTo>
                    <a:pt x="6564460" y="1816921"/>
                  </a:lnTo>
                  <a:lnTo>
                    <a:pt x="6565315" y="1911088"/>
                  </a:lnTo>
                  <a:lnTo>
                    <a:pt x="6566171" y="1915862"/>
                  </a:lnTo>
                  <a:lnTo>
                    <a:pt x="6567026" y="1789523"/>
                  </a:lnTo>
                  <a:lnTo>
                    <a:pt x="6567882" y="1613321"/>
                  </a:lnTo>
                  <a:lnTo>
                    <a:pt x="6568737" y="1468779"/>
                  </a:lnTo>
                  <a:lnTo>
                    <a:pt x="6569593" y="1371091"/>
                  </a:lnTo>
                  <a:lnTo>
                    <a:pt x="6570448" y="1232948"/>
                  </a:lnTo>
                  <a:lnTo>
                    <a:pt x="6571304" y="1214295"/>
                  </a:lnTo>
                  <a:lnTo>
                    <a:pt x="6572159" y="1328407"/>
                  </a:lnTo>
                  <a:lnTo>
                    <a:pt x="6573015" y="1416941"/>
                  </a:lnTo>
                  <a:lnTo>
                    <a:pt x="6573871" y="1494880"/>
                  </a:lnTo>
                  <a:lnTo>
                    <a:pt x="6574726" y="1584912"/>
                  </a:lnTo>
                  <a:lnTo>
                    <a:pt x="6575582" y="1640957"/>
                  </a:lnTo>
                  <a:lnTo>
                    <a:pt x="6576437" y="1661663"/>
                  </a:lnTo>
                  <a:lnTo>
                    <a:pt x="6577293" y="1730305"/>
                  </a:lnTo>
                  <a:lnTo>
                    <a:pt x="6578148" y="1809559"/>
                  </a:lnTo>
                  <a:lnTo>
                    <a:pt x="6579004" y="1853926"/>
                  </a:lnTo>
                  <a:lnTo>
                    <a:pt x="6579859" y="1926082"/>
                  </a:lnTo>
                  <a:lnTo>
                    <a:pt x="6580715" y="1960341"/>
                  </a:lnTo>
                  <a:lnTo>
                    <a:pt x="6581570" y="1882865"/>
                  </a:lnTo>
                  <a:lnTo>
                    <a:pt x="6582426" y="1817340"/>
                  </a:lnTo>
                  <a:lnTo>
                    <a:pt x="6583281" y="1792960"/>
                  </a:lnTo>
                  <a:lnTo>
                    <a:pt x="6584137" y="1756000"/>
                  </a:lnTo>
                  <a:lnTo>
                    <a:pt x="6584992" y="1702009"/>
                  </a:lnTo>
                  <a:lnTo>
                    <a:pt x="6585848" y="1730982"/>
                  </a:lnTo>
                  <a:lnTo>
                    <a:pt x="6586703" y="1741810"/>
                  </a:lnTo>
                  <a:lnTo>
                    <a:pt x="6587559" y="1654732"/>
                  </a:lnTo>
                  <a:lnTo>
                    <a:pt x="6588414" y="1599818"/>
                  </a:lnTo>
                  <a:lnTo>
                    <a:pt x="6589270" y="1579316"/>
                  </a:lnTo>
                  <a:lnTo>
                    <a:pt x="6590126" y="1545687"/>
                  </a:lnTo>
                  <a:lnTo>
                    <a:pt x="6590981" y="1467052"/>
                  </a:lnTo>
                  <a:lnTo>
                    <a:pt x="6591837" y="1505137"/>
                  </a:lnTo>
                  <a:lnTo>
                    <a:pt x="6592692" y="1614600"/>
                  </a:lnTo>
                  <a:lnTo>
                    <a:pt x="6593548" y="1736442"/>
                  </a:lnTo>
                  <a:lnTo>
                    <a:pt x="6594403" y="1861640"/>
                  </a:lnTo>
                  <a:lnTo>
                    <a:pt x="6595259" y="1940818"/>
                  </a:lnTo>
                  <a:lnTo>
                    <a:pt x="6596114" y="2014794"/>
                  </a:lnTo>
                  <a:lnTo>
                    <a:pt x="6596970" y="2070138"/>
                  </a:lnTo>
                  <a:lnTo>
                    <a:pt x="6597825" y="2119425"/>
                  </a:lnTo>
                  <a:lnTo>
                    <a:pt x="6598681" y="2111956"/>
                  </a:lnTo>
                  <a:lnTo>
                    <a:pt x="6599536" y="2015678"/>
                  </a:lnTo>
                  <a:lnTo>
                    <a:pt x="6600392" y="1938839"/>
                  </a:lnTo>
                  <a:lnTo>
                    <a:pt x="6601247" y="1888273"/>
                  </a:lnTo>
                  <a:lnTo>
                    <a:pt x="6602103" y="1964698"/>
                  </a:lnTo>
                  <a:lnTo>
                    <a:pt x="6602958" y="1999258"/>
                  </a:lnTo>
                  <a:lnTo>
                    <a:pt x="6603814" y="1925342"/>
                  </a:lnTo>
                  <a:lnTo>
                    <a:pt x="6604670" y="1963173"/>
                  </a:lnTo>
                  <a:lnTo>
                    <a:pt x="6605525" y="1964731"/>
                  </a:lnTo>
                  <a:lnTo>
                    <a:pt x="6606381" y="1922575"/>
                  </a:lnTo>
                  <a:lnTo>
                    <a:pt x="6607236" y="1810381"/>
                  </a:lnTo>
                  <a:lnTo>
                    <a:pt x="6608092" y="1734640"/>
                  </a:lnTo>
                  <a:lnTo>
                    <a:pt x="6608947" y="1780603"/>
                  </a:lnTo>
                  <a:lnTo>
                    <a:pt x="6609803" y="1824253"/>
                  </a:lnTo>
                  <a:lnTo>
                    <a:pt x="6610658" y="1929027"/>
                  </a:lnTo>
                  <a:lnTo>
                    <a:pt x="6611514" y="2076761"/>
                  </a:lnTo>
                  <a:lnTo>
                    <a:pt x="6612369" y="2220657"/>
                  </a:lnTo>
                  <a:lnTo>
                    <a:pt x="6613225" y="2326944"/>
                  </a:lnTo>
                  <a:lnTo>
                    <a:pt x="6614080" y="2481033"/>
                  </a:lnTo>
                  <a:lnTo>
                    <a:pt x="6614936" y="2595064"/>
                  </a:lnTo>
                  <a:lnTo>
                    <a:pt x="6615791" y="2656989"/>
                  </a:lnTo>
                  <a:lnTo>
                    <a:pt x="6616647" y="2766334"/>
                  </a:lnTo>
                  <a:lnTo>
                    <a:pt x="6617502" y="2826772"/>
                  </a:lnTo>
                  <a:lnTo>
                    <a:pt x="6618358" y="2801868"/>
                  </a:lnTo>
                  <a:lnTo>
                    <a:pt x="6619213" y="2760730"/>
                  </a:lnTo>
                  <a:lnTo>
                    <a:pt x="6620069" y="2754975"/>
                  </a:lnTo>
                  <a:lnTo>
                    <a:pt x="6620925" y="2835559"/>
                  </a:lnTo>
                  <a:lnTo>
                    <a:pt x="6621780" y="2796909"/>
                  </a:lnTo>
                  <a:lnTo>
                    <a:pt x="6622636" y="2731922"/>
                  </a:lnTo>
                  <a:lnTo>
                    <a:pt x="6623491" y="2751207"/>
                  </a:lnTo>
                  <a:lnTo>
                    <a:pt x="6624347" y="2656399"/>
                  </a:lnTo>
                  <a:lnTo>
                    <a:pt x="6625202" y="2532856"/>
                  </a:lnTo>
                  <a:lnTo>
                    <a:pt x="6626058" y="2380244"/>
                  </a:lnTo>
                  <a:lnTo>
                    <a:pt x="6626913" y="2322944"/>
                  </a:lnTo>
                  <a:lnTo>
                    <a:pt x="6627769" y="2366993"/>
                  </a:lnTo>
                  <a:lnTo>
                    <a:pt x="6628624" y="2434176"/>
                  </a:lnTo>
                  <a:lnTo>
                    <a:pt x="6629480" y="2572027"/>
                  </a:lnTo>
                  <a:lnTo>
                    <a:pt x="6630335" y="2651396"/>
                  </a:lnTo>
                  <a:lnTo>
                    <a:pt x="6631191" y="2689050"/>
                  </a:lnTo>
                  <a:lnTo>
                    <a:pt x="6632046" y="2669865"/>
                  </a:lnTo>
                  <a:lnTo>
                    <a:pt x="6632902" y="2620565"/>
                  </a:lnTo>
                  <a:lnTo>
                    <a:pt x="6633757" y="2657128"/>
                  </a:lnTo>
                  <a:lnTo>
                    <a:pt x="6634613" y="2643579"/>
                  </a:lnTo>
                  <a:lnTo>
                    <a:pt x="6635468" y="2634848"/>
                  </a:lnTo>
                  <a:lnTo>
                    <a:pt x="6636324" y="2624938"/>
                  </a:lnTo>
                  <a:lnTo>
                    <a:pt x="6637180" y="2639155"/>
                  </a:lnTo>
                  <a:lnTo>
                    <a:pt x="6638035" y="2616580"/>
                  </a:lnTo>
                  <a:lnTo>
                    <a:pt x="6638891" y="2489960"/>
                  </a:lnTo>
                  <a:lnTo>
                    <a:pt x="6639746" y="2432812"/>
                  </a:lnTo>
                  <a:lnTo>
                    <a:pt x="6640602" y="2445357"/>
                  </a:lnTo>
                  <a:lnTo>
                    <a:pt x="6641457" y="2442998"/>
                  </a:lnTo>
                  <a:lnTo>
                    <a:pt x="6642313" y="2479054"/>
                  </a:lnTo>
                  <a:lnTo>
                    <a:pt x="6643168" y="2583380"/>
                  </a:lnTo>
                  <a:lnTo>
                    <a:pt x="6644024" y="2658275"/>
                  </a:lnTo>
                  <a:lnTo>
                    <a:pt x="6644879" y="2680553"/>
                  </a:lnTo>
                  <a:lnTo>
                    <a:pt x="6645735" y="2683029"/>
                  </a:lnTo>
                  <a:lnTo>
                    <a:pt x="6646590" y="2773501"/>
                  </a:lnTo>
                  <a:lnTo>
                    <a:pt x="6647446" y="2788764"/>
                  </a:lnTo>
                  <a:lnTo>
                    <a:pt x="6648301" y="2668052"/>
                  </a:lnTo>
                  <a:lnTo>
                    <a:pt x="6649157" y="2631903"/>
                  </a:lnTo>
                  <a:lnTo>
                    <a:pt x="6650012" y="2688446"/>
                  </a:lnTo>
                  <a:lnTo>
                    <a:pt x="6650868" y="2710775"/>
                  </a:lnTo>
                  <a:lnTo>
                    <a:pt x="6651723" y="2656827"/>
                  </a:lnTo>
                  <a:lnTo>
                    <a:pt x="6652579" y="2694902"/>
                  </a:lnTo>
                  <a:lnTo>
                    <a:pt x="6653435" y="2774016"/>
                  </a:lnTo>
                  <a:lnTo>
                    <a:pt x="6654290" y="2781646"/>
                  </a:lnTo>
                  <a:lnTo>
                    <a:pt x="6655146" y="2687893"/>
                  </a:lnTo>
                  <a:lnTo>
                    <a:pt x="6656001" y="2695424"/>
                  </a:lnTo>
                  <a:lnTo>
                    <a:pt x="6656857" y="2751705"/>
                  </a:lnTo>
                  <a:lnTo>
                    <a:pt x="6657712" y="2707369"/>
                  </a:lnTo>
                  <a:lnTo>
                    <a:pt x="6658568" y="2666904"/>
                  </a:lnTo>
                  <a:lnTo>
                    <a:pt x="6659423" y="2611227"/>
                  </a:lnTo>
                  <a:lnTo>
                    <a:pt x="6660279" y="2563570"/>
                  </a:lnTo>
                  <a:lnTo>
                    <a:pt x="6661134" y="2508105"/>
                  </a:lnTo>
                  <a:lnTo>
                    <a:pt x="6661990" y="2401312"/>
                  </a:lnTo>
                  <a:lnTo>
                    <a:pt x="6662845" y="2304083"/>
                  </a:lnTo>
                  <a:lnTo>
                    <a:pt x="6663701" y="2281554"/>
                  </a:lnTo>
                  <a:lnTo>
                    <a:pt x="6664556" y="2421075"/>
                  </a:lnTo>
                  <a:lnTo>
                    <a:pt x="6665412" y="2588515"/>
                  </a:lnTo>
                  <a:lnTo>
                    <a:pt x="6666267" y="2698941"/>
                  </a:lnTo>
                  <a:lnTo>
                    <a:pt x="6667123" y="2743186"/>
                  </a:lnTo>
                  <a:lnTo>
                    <a:pt x="6667979" y="2808314"/>
                  </a:lnTo>
                  <a:lnTo>
                    <a:pt x="6668834" y="2799869"/>
                  </a:lnTo>
                  <a:lnTo>
                    <a:pt x="6669690" y="2606734"/>
                  </a:lnTo>
                  <a:lnTo>
                    <a:pt x="6670545" y="2373422"/>
                  </a:lnTo>
                  <a:lnTo>
                    <a:pt x="6671401" y="2117876"/>
                  </a:lnTo>
                  <a:lnTo>
                    <a:pt x="6672256" y="1991299"/>
                  </a:lnTo>
                  <a:lnTo>
                    <a:pt x="6673112" y="1913038"/>
                  </a:lnTo>
                  <a:lnTo>
                    <a:pt x="6673967" y="1860550"/>
                  </a:lnTo>
                  <a:lnTo>
                    <a:pt x="6674823" y="1853029"/>
                  </a:lnTo>
                  <a:lnTo>
                    <a:pt x="6675678" y="1911184"/>
                  </a:lnTo>
                  <a:lnTo>
                    <a:pt x="6676534" y="2013754"/>
                  </a:lnTo>
                  <a:lnTo>
                    <a:pt x="6677389" y="2038460"/>
                  </a:lnTo>
                  <a:lnTo>
                    <a:pt x="6678245" y="2054599"/>
                  </a:lnTo>
                  <a:lnTo>
                    <a:pt x="6679100" y="2036456"/>
                  </a:lnTo>
                  <a:lnTo>
                    <a:pt x="6679956" y="2008999"/>
                  </a:lnTo>
                  <a:lnTo>
                    <a:pt x="6680811" y="2013731"/>
                  </a:lnTo>
                  <a:lnTo>
                    <a:pt x="6681667" y="2005724"/>
                  </a:lnTo>
                  <a:lnTo>
                    <a:pt x="6682522" y="1972240"/>
                  </a:lnTo>
                  <a:lnTo>
                    <a:pt x="6683378" y="1937914"/>
                  </a:lnTo>
                  <a:lnTo>
                    <a:pt x="6684234" y="1968690"/>
                  </a:lnTo>
                  <a:lnTo>
                    <a:pt x="6685089" y="1984290"/>
                  </a:lnTo>
                  <a:lnTo>
                    <a:pt x="6685945" y="1926237"/>
                  </a:lnTo>
                  <a:lnTo>
                    <a:pt x="6686800" y="1888922"/>
                  </a:lnTo>
                  <a:lnTo>
                    <a:pt x="6687656" y="1960739"/>
                  </a:lnTo>
                  <a:lnTo>
                    <a:pt x="6688511" y="2013330"/>
                  </a:lnTo>
                  <a:lnTo>
                    <a:pt x="6689367" y="2014578"/>
                  </a:lnTo>
                  <a:lnTo>
                    <a:pt x="6690222" y="2024272"/>
                  </a:lnTo>
                  <a:lnTo>
                    <a:pt x="6691078" y="2053514"/>
                  </a:lnTo>
                  <a:lnTo>
                    <a:pt x="6691933" y="2062595"/>
                  </a:lnTo>
                  <a:lnTo>
                    <a:pt x="6692789" y="2003325"/>
                  </a:lnTo>
                  <a:lnTo>
                    <a:pt x="6693644" y="1944434"/>
                  </a:lnTo>
                  <a:lnTo>
                    <a:pt x="6694500" y="1904752"/>
                  </a:lnTo>
                  <a:lnTo>
                    <a:pt x="6695355" y="1840397"/>
                  </a:lnTo>
                  <a:lnTo>
                    <a:pt x="6696211" y="1818341"/>
                  </a:lnTo>
                  <a:lnTo>
                    <a:pt x="6697066" y="1838462"/>
                  </a:lnTo>
                  <a:lnTo>
                    <a:pt x="6697922" y="1878025"/>
                  </a:lnTo>
                  <a:lnTo>
                    <a:pt x="6698777" y="1959872"/>
                  </a:lnTo>
                  <a:lnTo>
                    <a:pt x="6699633" y="2038461"/>
                  </a:lnTo>
                  <a:lnTo>
                    <a:pt x="6700489" y="2132609"/>
                  </a:lnTo>
                  <a:lnTo>
                    <a:pt x="6701344" y="2170423"/>
                  </a:lnTo>
                  <a:lnTo>
                    <a:pt x="6702200" y="2239905"/>
                  </a:lnTo>
                  <a:lnTo>
                    <a:pt x="6703055" y="2365971"/>
                  </a:lnTo>
                  <a:lnTo>
                    <a:pt x="6703911" y="2409947"/>
                  </a:lnTo>
                  <a:lnTo>
                    <a:pt x="6704766" y="2474595"/>
                  </a:lnTo>
                  <a:lnTo>
                    <a:pt x="6705622" y="2521681"/>
                  </a:lnTo>
                  <a:lnTo>
                    <a:pt x="6706477" y="2526004"/>
                  </a:lnTo>
                  <a:lnTo>
                    <a:pt x="6707333" y="2486916"/>
                  </a:lnTo>
                  <a:lnTo>
                    <a:pt x="6708188" y="2397399"/>
                  </a:lnTo>
                  <a:lnTo>
                    <a:pt x="6709044" y="2330582"/>
                  </a:lnTo>
                  <a:lnTo>
                    <a:pt x="6709899" y="2215531"/>
                  </a:lnTo>
                  <a:lnTo>
                    <a:pt x="6710755" y="2171707"/>
                  </a:lnTo>
                  <a:lnTo>
                    <a:pt x="6711610" y="2185755"/>
                  </a:lnTo>
                  <a:lnTo>
                    <a:pt x="6712466" y="2136113"/>
                  </a:lnTo>
                  <a:lnTo>
                    <a:pt x="6713321" y="2083778"/>
                  </a:lnTo>
                  <a:lnTo>
                    <a:pt x="6714177" y="2006376"/>
                  </a:lnTo>
                  <a:lnTo>
                    <a:pt x="6715033" y="1962485"/>
                  </a:lnTo>
                  <a:lnTo>
                    <a:pt x="6715888" y="1893739"/>
                  </a:lnTo>
                  <a:lnTo>
                    <a:pt x="6716744" y="1842222"/>
                  </a:lnTo>
                  <a:lnTo>
                    <a:pt x="6717599" y="1836901"/>
                  </a:lnTo>
                  <a:lnTo>
                    <a:pt x="6718455" y="1838279"/>
                  </a:lnTo>
                  <a:lnTo>
                    <a:pt x="6719310" y="1948242"/>
                  </a:lnTo>
                  <a:lnTo>
                    <a:pt x="6720166" y="2053290"/>
                  </a:lnTo>
                  <a:lnTo>
                    <a:pt x="6721021" y="2139870"/>
                  </a:lnTo>
                  <a:lnTo>
                    <a:pt x="6721877" y="2243932"/>
                  </a:lnTo>
                  <a:lnTo>
                    <a:pt x="6722732" y="2371669"/>
                  </a:lnTo>
                  <a:lnTo>
                    <a:pt x="6723588" y="2503481"/>
                  </a:lnTo>
                  <a:lnTo>
                    <a:pt x="6724443" y="2409675"/>
                  </a:lnTo>
                  <a:lnTo>
                    <a:pt x="6725299" y="2286584"/>
                  </a:lnTo>
                  <a:lnTo>
                    <a:pt x="6726154" y="2271801"/>
                  </a:lnTo>
                  <a:lnTo>
                    <a:pt x="6727010" y="2173513"/>
                  </a:lnTo>
                  <a:lnTo>
                    <a:pt x="6727865" y="2060253"/>
                  </a:lnTo>
                  <a:lnTo>
                    <a:pt x="6728721" y="2027386"/>
                  </a:lnTo>
                  <a:lnTo>
                    <a:pt x="6729576" y="2167925"/>
                  </a:lnTo>
                  <a:lnTo>
                    <a:pt x="6730432" y="2319150"/>
                  </a:lnTo>
                  <a:lnTo>
                    <a:pt x="6731288" y="2430420"/>
                  </a:lnTo>
                  <a:lnTo>
                    <a:pt x="6732143" y="2576559"/>
                  </a:lnTo>
                  <a:lnTo>
                    <a:pt x="6732999" y="2618057"/>
                  </a:lnTo>
                  <a:lnTo>
                    <a:pt x="6733854" y="2487807"/>
                  </a:lnTo>
                  <a:lnTo>
                    <a:pt x="6734710" y="2352343"/>
                  </a:lnTo>
                  <a:lnTo>
                    <a:pt x="6735565" y="2256172"/>
                  </a:lnTo>
                  <a:lnTo>
                    <a:pt x="6736421" y="2150137"/>
                  </a:lnTo>
                  <a:lnTo>
                    <a:pt x="6737276" y="2083336"/>
                  </a:lnTo>
                  <a:lnTo>
                    <a:pt x="6738132" y="2120530"/>
                  </a:lnTo>
                  <a:lnTo>
                    <a:pt x="6738987" y="2259576"/>
                  </a:lnTo>
                  <a:lnTo>
                    <a:pt x="6739843" y="2377436"/>
                  </a:lnTo>
                  <a:lnTo>
                    <a:pt x="6740698" y="2409531"/>
                  </a:lnTo>
                  <a:lnTo>
                    <a:pt x="6741554" y="2423368"/>
                  </a:lnTo>
                  <a:lnTo>
                    <a:pt x="6742409" y="2448416"/>
                  </a:lnTo>
                  <a:lnTo>
                    <a:pt x="6743265" y="2536515"/>
                  </a:lnTo>
                  <a:lnTo>
                    <a:pt x="6744120" y="2603297"/>
                  </a:lnTo>
                  <a:lnTo>
                    <a:pt x="6744976" y="2638806"/>
                  </a:lnTo>
                  <a:lnTo>
                    <a:pt x="6745831" y="2662379"/>
                  </a:lnTo>
                  <a:lnTo>
                    <a:pt x="6746687" y="2676389"/>
                  </a:lnTo>
                  <a:lnTo>
                    <a:pt x="6747543" y="2707003"/>
                  </a:lnTo>
                  <a:lnTo>
                    <a:pt x="6748398" y="2677582"/>
                  </a:lnTo>
                  <a:lnTo>
                    <a:pt x="6749254" y="2645219"/>
                  </a:lnTo>
                  <a:lnTo>
                    <a:pt x="6750109" y="2579714"/>
                  </a:lnTo>
                  <a:lnTo>
                    <a:pt x="6750965" y="2595510"/>
                  </a:lnTo>
                  <a:lnTo>
                    <a:pt x="6751820" y="2615208"/>
                  </a:lnTo>
                  <a:lnTo>
                    <a:pt x="6752676" y="2525956"/>
                  </a:lnTo>
                  <a:lnTo>
                    <a:pt x="6753531" y="2477047"/>
                  </a:lnTo>
                  <a:lnTo>
                    <a:pt x="6754387" y="2443998"/>
                  </a:lnTo>
                  <a:lnTo>
                    <a:pt x="6755242" y="2372349"/>
                  </a:lnTo>
                  <a:lnTo>
                    <a:pt x="6756098" y="2324014"/>
                  </a:lnTo>
                  <a:lnTo>
                    <a:pt x="6756953" y="2339744"/>
                  </a:lnTo>
                  <a:lnTo>
                    <a:pt x="6757809" y="2384273"/>
                  </a:lnTo>
                  <a:lnTo>
                    <a:pt x="6758664" y="2315666"/>
                  </a:lnTo>
                  <a:lnTo>
                    <a:pt x="6759520" y="2219091"/>
                  </a:lnTo>
                  <a:lnTo>
                    <a:pt x="6760375" y="2268511"/>
                  </a:lnTo>
                  <a:lnTo>
                    <a:pt x="6761231" y="2277885"/>
                  </a:lnTo>
                  <a:lnTo>
                    <a:pt x="6762087" y="2137797"/>
                  </a:lnTo>
                  <a:lnTo>
                    <a:pt x="6762942" y="2052603"/>
                  </a:lnTo>
                  <a:lnTo>
                    <a:pt x="6763798" y="2085227"/>
                  </a:lnTo>
                  <a:lnTo>
                    <a:pt x="6764653" y="2085191"/>
                  </a:lnTo>
                  <a:lnTo>
                    <a:pt x="6765509" y="2010422"/>
                  </a:lnTo>
                  <a:lnTo>
                    <a:pt x="6766364" y="2021251"/>
                  </a:lnTo>
                  <a:lnTo>
                    <a:pt x="6767220" y="2130159"/>
                  </a:lnTo>
                  <a:lnTo>
                    <a:pt x="6768075" y="2136229"/>
                  </a:lnTo>
                  <a:lnTo>
                    <a:pt x="6768931" y="2130486"/>
                  </a:lnTo>
                  <a:lnTo>
                    <a:pt x="6769786" y="2249542"/>
                  </a:lnTo>
                  <a:lnTo>
                    <a:pt x="6770642" y="2330751"/>
                  </a:lnTo>
                  <a:lnTo>
                    <a:pt x="6771497" y="2359341"/>
                  </a:lnTo>
                  <a:lnTo>
                    <a:pt x="6772353" y="2433590"/>
                  </a:lnTo>
                  <a:lnTo>
                    <a:pt x="6773208" y="2594790"/>
                  </a:lnTo>
                  <a:lnTo>
                    <a:pt x="6774064" y="2668897"/>
                  </a:lnTo>
                  <a:lnTo>
                    <a:pt x="6774919" y="2666723"/>
                  </a:lnTo>
                  <a:lnTo>
                    <a:pt x="6775775" y="2762239"/>
                  </a:lnTo>
                  <a:lnTo>
                    <a:pt x="6776630" y="2802841"/>
                  </a:lnTo>
                  <a:lnTo>
                    <a:pt x="6777486" y="2819888"/>
                  </a:lnTo>
                  <a:lnTo>
                    <a:pt x="6778342" y="2814862"/>
                  </a:lnTo>
                  <a:lnTo>
                    <a:pt x="6779197" y="2795494"/>
                  </a:lnTo>
                  <a:lnTo>
                    <a:pt x="6780053" y="2834219"/>
                  </a:lnTo>
                  <a:lnTo>
                    <a:pt x="6780908" y="2889932"/>
                  </a:lnTo>
                  <a:lnTo>
                    <a:pt x="6781764" y="2960052"/>
                  </a:lnTo>
                  <a:lnTo>
                    <a:pt x="6782619" y="2951867"/>
                  </a:lnTo>
                  <a:lnTo>
                    <a:pt x="6783475" y="2929905"/>
                  </a:lnTo>
                  <a:lnTo>
                    <a:pt x="6784330" y="2925936"/>
                  </a:lnTo>
                  <a:lnTo>
                    <a:pt x="6785186" y="2856564"/>
                  </a:lnTo>
                  <a:lnTo>
                    <a:pt x="6786041" y="2702981"/>
                  </a:lnTo>
                  <a:lnTo>
                    <a:pt x="6786897" y="2606481"/>
                  </a:lnTo>
                  <a:lnTo>
                    <a:pt x="6787752" y="2456314"/>
                  </a:lnTo>
                  <a:lnTo>
                    <a:pt x="6788608" y="2371527"/>
                  </a:lnTo>
                  <a:lnTo>
                    <a:pt x="6789463" y="2402731"/>
                  </a:lnTo>
                  <a:lnTo>
                    <a:pt x="6790319" y="2437304"/>
                  </a:lnTo>
                  <a:lnTo>
                    <a:pt x="6791174" y="2462580"/>
                  </a:lnTo>
                  <a:lnTo>
                    <a:pt x="6792030" y="2459386"/>
                  </a:lnTo>
                  <a:lnTo>
                    <a:pt x="6792885" y="2475742"/>
                  </a:lnTo>
                  <a:lnTo>
                    <a:pt x="6793741" y="2476948"/>
                  </a:lnTo>
                  <a:lnTo>
                    <a:pt x="6794597" y="2419042"/>
                  </a:lnTo>
                  <a:lnTo>
                    <a:pt x="6795452" y="2332148"/>
                  </a:lnTo>
                  <a:lnTo>
                    <a:pt x="6796308" y="2324034"/>
                  </a:lnTo>
                  <a:lnTo>
                    <a:pt x="6797163" y="2238879"/>
                  </a:lnTo>
                  <a:lnTo>
                    <a:pt x="6798019" y="2223051"/>
                  </a:lnTo>
                  <a:lnTo>
                    <a:pt x="6798874" y="2293177"/>
                  </a:lnTo>
                  <a:lnTo>
                    <a:pt x="6799730" y="2349585"/>
                  </a:lnTo>
                  <a:lnTo>
                    <a:pt x="6800585" y="2411672"/>
                  </a:lnTo>
                  <a:lnTo>
                    <a:pt x="6801441" y="2416754"/>
                  </a:lnTo>
                  <a:lnTo>
                    <a:pt x="6802296" y="2495009"/>
                  </a:lnTo>
                  <a:lnTo>
                    <a:pt x="6803152" y="2546385"/>
                  </a:lnTo>
                  <a:lnTo>
                    <a:pt x="6804007" y="2449023"/>
                  </a:lnTo>
                  <a:lnTo>
                    <a:pt x="6804863" y="2332734"/>
                  </a:lnTo>
                  <a:lnTo>
                    <a:pt x="6805718" y="2243418"/>
                  </a:lnTo>
                  <a:lnTo>
                    <a:pt x="6806574" y="2176458"/>
                  </a:lnTo>
                  <a:lnTo>
                    <a:pt x="6807429" y="2125852"/>
                  </a:lnTo>
                  <a:lnTo>
                    <a:pt x="6808285" y="2146886"/>
                  </a:lnTo>
                  <a:lnTo>
                    <a:pt x="6809141" y="2203435"/>
                  </a:lnTo>
                  <a:lnTo>
                    <a:pt x="6809996" y="2223815"/>
                  </a:lnTo>
                  <a:lnTo>
                    <a:pt x="6810852" y="2203324"/>
                  </a:lnTo>
                  <a:lnTo>
                    <a:pt x="6811707" y="2227859"/>
                  </a:lnTo>
                  <a:lnTo>
                    <a:pt x="6812563" y="2329101"/>
                  </a:lnTo>
                  <a:lnTo>
                    <a:pt x="6813418" y="2366843"/>
                  </a:lnTo>
                  <a:lnTo>
                    <a:pt x="6814274" y="2405989"/>
                  </a:lnTo>
                  <a:lnTo>
                    <a:pt x="6815129" y="2467819"/>
                  </a:lnTo>
                  <a:lnTo>
                    <a:pt x="6815985" y="2623861"/>
                  </a:lnTo>
                  <a:lnTo>
                    <a:pt x="6816840" y="2684448"/>
                  </a:lnTo>
                  <a:lnTo>
                    <a:pt x="6817696" y="2566797"/>
                  </a:lnTo>
                  <a:lnTo>
                    <a:pt x="6818551" y="2516000"/>
                  </a:lnTo>
                  <a:lnTo>
                    <a:pt x="6819407" y="2445437"/>
                  </a:lnTo>
                  <a:lnTo>
                    <a:pt x="6820262" y="2422524"/>
                  </a:lnTo>
                  <a:lnTo>
                    <a:pt x="6821118" y="2326485"/>
                  </a:lnTo>
                  <a:lnTo>
                    <a:pt x="6821973" y="2280159"/>
                  </a:lnTo>
                  <a:lnTo>
                    <a:pt x="6822829" y="2332744"/>
                  </a:lnTo>
                  <a:lnTo>
                    <a:pt x="6823684" y="2353626"/>
                  </a:lnTo>
                  <a:lnTo>
                    <a:pt x="6824540" y="2391913"/>
                  </a:lnTo>
                  <a:lnTo>
                    <a:pt x="6825396" y="2363449"/>
                  </a:lnTo>
                  <a:lnTo>
                    <a:pt x="6826251" y="2328748"/>
                  </a:lnTo>
                  <a:lnTo>
                    <a:pt x="6827107" y="2337959"/>
                  </a:lnTo>
                  <a:lnTo>
                    <a:pt x="6827962" y="2332537"/>
                  </a:lnTo>
                  <a:lnTo>
                    <a:pt x="6828818" y="2322403"/>
                  </a:lnTo>
                  <a:lnTo>
                    <a:pt x="6829673" y="2295618"/>
                  </a:lnTo>
                  <a:lnTo>
                    <a:pt x="6830529" y="2368538"/>
                  </a:lnTo>
                  <a:lnTo>
                    <a:pt x="6831384" y="2475861"/>
                  </a:lnTo>
                  <a:lnTo>
                    <a:pt x="6832240" y="2461800"/>
                  </a:lnTo>
                  <a:lnTo>
                    <a:pt x="6833095" y="2495453"/>
                  </a:lnTo>
                  <a:lnTo>
                    <a:pt x="6833951" y="2592481"/>
                  </a:lnTo>
                  <a:lnTo>
                    <a:pt x="6834806" y="2694997"/>
                  </a:lnTo>
                  <a:lnTo>
                    <a:pt x="6835662" y="2742465"/>
                  </a:lnTo>
                  <a:lnTo>
                    <a:pt x="6836517" y="2743623"/>
                  </a:lnTo>
                  <a:lnTo>
                    <a:pt x="6837373" y="2858818"/>
                  </a:lnTo>
                  <a:lnTo>
                    <a:pt x="6838228" y="2976219"/>
                  </a:lnTo>
                  <a:lnTo>
                    <a:pt x="6839084" y="2989841"/>
                  </a:lnTo>
                  <a:lnTo>
                    <a:pt x="6839939" y="2988451"/>
                  </a:lnTo>
                  <a:lnTo>
                    <a:pt x="6840795" y="2983963"/>
                  </a:lnTo>
                  <a:lnTo>
                    <a:pt x="6841651" y="2951087"/>
                  </a:lnTo>
                  <a:lnTo>
                    <a:pt x="6842506" y="2833703"/>
                  </a:lnTo>
                  <a:lnTo>
                    <a:pt x="6843362" y="2701733"/>
                  </a:lnTo>
                  <a:lnTo>
                    <a:pt x="6844217" y="2613001"/>
                  </a:lnTo>
                  <a:lnTo>
                    <a:pt x="6845073" y="2610721"/>
                  </a:lnTo>
                  <a:lnTo>
                    <a:pt x="6845928" y="2593650"/>
                  </a:lnTo>
                  <a:lnTo>
                    <a:pt x="6846784" y="2618221"/>
                  </a:lnTo>
                  <a:lnTo>
                    <a:pt x="6847639" y="2646576"/>
                  </a:lnTo>
                  <a:lnTo>
                    <a:pt x="6848495" y="2661659"/>
                  </a:lnTo>
                  <a:lnTo>
                    <a:pt x="6849350" y="2720059"/>
                  </a:lnTo>
                  <a:lnTo>
                    <a:pt x="6850206" y="2663540"/>
                  </a:lnTo>
                  <a:lnTo>
                    <a:pt x="6851061" y="2630014"/>
                  </a:lnTo>
                  <a:lnTo>
                    <a:pt x="6851917" y="2686124"/>
                  </a:lnTo>
                  <a:lnTo>
                    <a:pt x="6852772" y="2721235"/>
                  </a:lnTo>
                  <a:lnTo>
                    <a:pt x="6853628" y="2704182"/>
                  </a:lnTo>
                  <a:lnTo>
                    <a:pt x="6854483" y="2635794"/>
                  </a:lnTo>
                  <a:lnTo>
                    <a:pt x="6855339" y="2641313"/>
                  </a:lnTo>
                  <a:lnTo>
                    <a:pt x="6856195" y="2670853"/>
                  </a:lnTo>
                  <a:lnTo>
                    <a:pt x="6857050" y="2623721"/>
                  </a:lnTo>
                  <a:lnTo>
                    <a:pt x="6857906" y="2619688"/>
                  </a:lnTo>
                  <a:lnTo>
                    <a:pt x="6858761" y="2673179"/>
                  </a:lnTo>
                  <a:lnTo>
                    <a:pt x="6859617" y="2721034"/>
                  </a:lnTo>
                  <a:lnTo>
                    <a:pt x="6860472" y="2726963"/>
                  </a:lnTo>
                  <a:lnTo>
                    <a:pt x="6861328" y="2717355"/>
                  </a:lnTo>
                  <a:lnTo>
                    <a:pt x="6862183" y="2684464"/>
                  </a:lnTo>
                  <a:lnTo>
                    <a:pt x="6863039" y="2597111"/>
                  </a:lnTo>
                  <a:lnTo>
                    <a:pt x="6863894" y="2528131"/>
                  </a:lnTo>
                  <a:lnTo>
                    <a:pt x="6864750" y="2470132"/>
                  </a:lnTo>
                  <a:lnTo>
                    <a:pt x="6865605" y="2436088"/>
                  </a:lnTo>
                  <a:lnTo>
                    <a:pt x="6866461" y="2338958"/>
                  </a:lnTo>
                  <a:lnTo>
                    <a:pt x="6867316" y="2304649"/>
                  </a:lnTo>
                  <a:lnTo>
                    <a:pt x="6868172" y="2338287"/>
                  </a:lnTo>
                  <a:lnTo>
                    <a:pt x="6869027" y="2312309"/>
                  </a:lnTo>
                  <a:lnTo>
                    <a:pt x="6869883" y="2239084"/>
                  </a:lnTo>
                  <a:lnTo>
                    <a:pt x="6870738" y="2242058"/>
                  </a:lnTo>
                  <a:lnTo>
                    <a:pt x="6871594" y="2348488"/>
                  </a:lnTo>
                  <a:lnTo>
                    <a:pt x="6872450" y="2393841"/>
                  </a:lnTo>
                  <a:lnTo>
                    <a:pt x="6873305" y="2412790"/>
                  </a:lnTo>
                  <a:lnTo>
                    <a:pt x="6874161" y="2482137"/>
                  </a:lnTo>
                  <a:lnTo>
                    <a:pt x="6875016" y="2616942"/>
                  </a:lnTo>
                  <a:lnTo>
                    <a:pt x="6875872" y="2622716"/>
                  </a:lnTo>
                  <a:lnTo>
                    <a:pt x="6876727" y="2576286"/>
                  </a:lnTo>
                  <a:lnTo>
                    <a:pt x="6877583" y="2621533"/>
                  </a:lnTo>
                  <a:lnTo>
                    <a:pt x="6878438" y="2718114"/>
                  </a:lnTo>
                  <a:lnTo>
                    <a:pt x="6879294" y="2716729"/>
                  </a:lnTo>
                  <a:lnTo>
                    <a:pt x="6880149" y="2714563"/>
                  </a:lnTo>
                  <a:lnTo>
                    <a:pt x="6881005" y="2799152"/>
                  </a:lnTo>
                  <a:lnTo>
                    <a:pt x="6881860" y="2876883"/>
                  </a:lnTo>
                  <a:lnTo>
                    <a:pt x="6882716" y="2840821"/>
                  </a:lnTo>
                  <a:lnTo>
                    <a:pt x="6883571" y="2792641"/>
                  </a:lnTo>
                  <a:lnTo>
                    <a:pt x="6884427" y="2833216"/>
                  </a:lnTo>
                  <a:lnTo>
                    <a:pt x="6885282" y="2825992"/>
                  </a:lnTo>
                  <a:lnTo>
                    <a:pt x="6886138" y="2826321"/>
                  </a:lnTo>
                  <a:lnTo>
                    <a:pt x="6886993" y="2868866"/>
                  </a:lnTo>
                  <a:lnTo>
                    <a:pt x="6887849" y="2930323"/>
                  </a:lnTo>
                  <a:lnTo>
                    <a:pt x="6888705" y="2935110"/>
                  </a:lnTo>
                  <a:lnTo>
                    <a:pt x="6889560" y="2880268"/>
                  </a:lnTo>
                  <a:lnTo>
                    <a:pt x="6890416" y="2850997"/>
                  </a:lnTo>
                  <a:lnTo>
                    <a:pt x="6891271" y="2732984"/>
                  </a:lnTo>
                  <a:lnTo>
                    <a:pt x="6892127" y="2571834"/>
                  </a:lnTo>
                  <a:lnTo>
                    <a:pt x="6892982" y="2524164"/>
                  </a:lnTo>
                  <a:lnTo>
                    <a:pt x="6893838" y="2570869"/>
                  </a:lnTo>
                  <a:lnTo>
                    <a:pt x="6894693" y="2615575"/>
                  </a:lnTo>
                  <a:lnTo>
                    <a:pt x="6895549" y="2653999"/>
                  </a:lnTo>
                  <a:lnTo>
                    <a:pt x="6896404" y="2650463"/>
                  </a:lnTo>
                  <a:lnTo>
                    <a:pt x="6897260" y="2612496"/>
                  </a:lnTo>
                  <a:lnTo>
                    <a:pt x="6898115" y="2550005"/>
                  </a:lnTo>
                  <a:lnTo>
                    <a:pt x="6898971" y="2465039"/>
                  </a:lnTo>
                  <a:lnTo>
                    <a:pt x="6899826" y="2410490"/>
                  </a:lnTo>
                  <a:lnTo>
                    <a:pt x="6900682" y="2365468"/>
                  </a:lnTo>
                  <a:lnTo>
                    <a:pt x="6901537" y="2426201"/>
                  </a:lnTo>
                  <a:lnTo>
                    <a:pt x="6902393" y="2619979"/>
                  </a:lnTo>
                  <a:lnTo>
                    <a:pt x="6903248" y="2753167"/>
                  </a:lnTo>
                  <a:lnTo>
                    <a:pt x="6904104" y="2797110"/>
                  </a:lnTo>
                  <a:lnTo>
                    <a:pt x="6904960" y="2776565"/>
                  </a:lnTo>
                  <a:lnTo>
                    <a:pt x="6905815" y="2696766"/>
                  </a:lnTo>
                  <a:lnTo>
                    <a:pt x="6906671" y="2633630"/>
                  </a:lnTo>
                  <a:lnTo>
                    <a:pt x="6907526" y="2516582"/>
                  </a:lnTo>
                  <a:lnTo>
                    <a:pt x="6908382" y="2474390"/>
                  </a:lnTo>
                  <a:lnTo>
                    <a:pt x="6909237" y="2499782"/>
                  </a:lnTo>
                  <a:lnTo>
                    <a:pt x="6910093" y="2547162"/>
                  </a:lnTo>
                  <a:lnTo>
                    <a:pt x="6910948" y="2657787"/>
                  </a:lnTo>
                  <a:lnTo>
                    <a:pt x="6911804" y="2688953"/>
                  </a:lnTo>
                  <a:lnTo>
                    <a:pt x="6912659" y="2566484"/>
                  </a:lnTo>
                  <a:lnTo>
                    <a:pt x="6913515" y="2339283"/>
                  </a:lnTo>
                  <a:lnTo>
                    <a:pt x="6914370" y="2134060"/>
                  </a:lnTo>
                  <a:lnTo>
                    <a:pt x="6915226" y="2011249"/>
                  </a:lnTo>
                  <a:lnTo>
                    <a:pt x="6916081" y="1855245"/>
                  </a:lnTo>
                  <a:lnTo>
                    <a:pt x="6916937" y="1825706"/>
                  </a:lnTo>
                  <a:lnTo>
                    <a:pt x="6917792" y="1911561"/>
                  </a:lnTo>
                  <a:lnTo>
                    <a:pt x="6918648" y="1958609"/>
                  </a:lnTo>
                  <a:lnTo>
                    <a:pt x="6919504" y="1915217"/>
                  </a:lnTo>
                  <a:lnTo>
                    <a:pt x="6920359" y="1882690"/>
                  </a:lnTo>
                  <a:lnTo>
                    <a:pt x="6921215" y="1916051"/>
                  </a:lnTo>
                  <a:lnTo>
                    <a:pt x="6922070" y="1906335"/>
                  </a:lnTo>
                  <a:lnTo>
                    <a:pt x="6922926" y="1848200"/>
                  </a:lnTo>
                  <a:lnTo>
                    <a:pt x="6923781" y="1728612"/>
                  </a:lnTo>
                  <a:lnTo>
                    <a:pt x="6924637" y="1672586"/>
                  </a:lnTo>
                  <a:lnTo>
                    <a:pt x="6925492" y="1537306"/>
                  </a:lnTo>
                  <a:lnTo>
                    <a:pt x="6926348" y="1395706"/>
                  </a:lnTo>
                  <a:lnTo>
                    <a:pt x="6927203" y="1230066"/>
                  </a:lnTo>
                  <a:lnTo>
                    <a:pt x="6928059" y="1201594"/>
                  </a:lnTo>
                  <a:lnTo>
                    <a:pt x="6928914" y="1295586"/>
                  </a:lnTo>
                  <a:lnTo>
                    <a:pt x="6929770" y="1331924"/>
                  </a:lnTo>
                  <a:lnTo>
                    <a:pt x="6930625" y="1343534"/>
                  </a:lnTo>
                  <a:lnTo>
                    <a:pt x="6931481" y="1263633"/>
                  </a:lnTo>
                  <a:lnTo>
                    <a:pt x="6932336" y="1206583"/>
                  </a:lnTo>
                  <a:lnTo>
                    <a:pt x="6933192" y="1052136"/>
                  </a:lnTo>
                  <a:lnTo>
                    <a:pt x="6934047" y="901360"/>
                  </a:lnTo>
                  <a:lnTo>
                    <a:pt x="6934903" y="770853"/>
                  </a:lnTo>
                  <a:lnTo>
                    <a:pt x="6935759" y="690768"/>
                  </a:lnTo>
                  <a:lnTo>
                    <a:pt x="6936614" y="678339"/>
                  </a:lnTo>
                  <a:lnTo>
                    <a:pt x="6937470" y="669596"/>
                  </a:lnTo>
                  <a:lnTo>
                    <a:pt x="6938325" y="668577"/>
                  </a:lnTo>
                  <a:lnTo>
                    <a:pt x="6939181" y="721195"/>
                  </a:lnTo>
                  <a:lnTo>
                    <a:pt x="6940036" y="766337"/>
                  </a:lnTo>
                  <a:lnTo>
                    <a:pt x="6940892" y="769884"/>
                  </a:lnTo>
                  <a:lnTo>
                    <a:pt x="6941747" y="765055"/>
                  </a:lnTo>
                  <a:lnTo>
                    <a:pt x="6942603" y="649299"/>
                  </a:lnTo>
                  <a:lnTo>
                    <a:pt x="6943458" y="513324"/>
                  </a:lnTo>
                  <a:lnTo>
                    <a:pt x="6944314" y="349410"/>
                  </a:lnTo>
                  <a:lnTo>
                    <a:pt x="6945169" y="208902"/>
                  </a:lnTo>
                  <a:lnTo>
                    <a:pt x="6946025" y="87643"/>
                  </a:lnTo>
                  <a:lnTo>
                    <a:pt x="6946880" y="0"/>
                  </a:lnTo>
                  <a:lnTo>
                    <a:pt x="6947736" y="7693"/>
                  </a:lnTo>
                  <a:lnTo>
                    <a:pt x="6948591" y="44380"/>
                  </a:lnTo>
                  <a:lnTo>
                    <a:pt x="6949447" y="144534"/>
                  </a:lnTo>
                  <a:lnTo>
                    <a:pt x="6950302" y="353611"/>
                  </a:lnTo>
                  <a:lnTo>
                    <a:pt x="6951158" y="629724"/>
                  </a:lnTo>
                  <a:lnTo>
                    <a:pt x="6952014" y="867124"/>
                  </a:lnTo>
                  <a:lnTo>
                    <a:pt x="6952869" y="1073838"/>
                  </a:lnTo>
                  <a:lnTo>
                    <a:pt x="6953725" y="1237615"/>
                  </a:lnTo>
                  <a:lnTo>
                    <a:pt x="6954580" y="1302619"/>
                  </a:lnTo>
                  <a:lnTo>
                    <a:pt x="6955436" y="1273315"/>
                  </a:lnTo>
                  <a:lnTo>
                    <a:pt x="6956291" y="1277402"/>
                  </a:lnTo>
                  <a:lnTo>
                    <a:pt x="6957147" y="1292084"/>
                  </a:lnTo>
                  <a:lnTo>
                    <a:pt x="6958002" y="1252361"/>
                  </a:lnTo>
                  <a:lnTo>
                    <a:pt x="6958858" y="1230242"/>
                  </a:lnTo>
                  <a:lnTo>
                    <a:pt x="6959713" y="1179527"/>
                  </a:lnTo>
                  <a:lnTo>
                    <a:pt x="6960569" y="1128718"/>
                  </a:lnTo>
                  <a:lnTo>
                    <a:pt x="6961424" y="1004528"/>
                  </a:lnTo>
                  <a:lnTo>
                    <a:pt x="6962280" y="874307"/>
                  </a:lnTo>
                  <a:lnTo>
                    <a:pt x="6963135" y="781461"/>
                  </a:lnTo>
                  <a:lnTo>
                    <a:pt x="6963991" y="701215"/>
                  </a:lnTo>
                  <a:lnTo>
                    <a:pt x="6964846" y="687569"/>
                  </a:lnTo>
                  <a:lnTo>
                    <a:pt x="6965702" y="688220"/>
                  </a:lnTo>
                  <a:lnTo>
                    <a:pt x="6966558" y="665614"/>
                  </a:lnTo>
                  <a:lnTo>
                    <a:pt x="6967413" y="633920"/>
                  </a:lnTo>
                  <a:lnTo>
                    <a:pt x="6968269" y="644601"/>
                  </a:lnTo>
                  <a:lnTo>
                    <a:pt x="6969124" y="707081"/>
                  </a:lnTo>
                  <a:lnTo>
                    <a:pt x="6969980" y="759148"/>
                  </a:lnTo>
                  <a:lnTo>
                    <a:pt x="6970835" y="773097"/>
                  </a:lnTo>
                  <a:lnTo>
                    <a:pt x="6971691" y="820910"/>
                  </a:lnTo>
                  <a:lnTo>
                    <a:pt x="6972546" y="874230"/>
                  </a:lnTo>
                  <a:lnTo>
                    <a:pt x="6973402" y="895064"/>
                  </a:lnTo>
                  <a:lnTo>
                    <a:pt x="6974257" y="891416"/>
                  </a:lnTo>
                  <a:lnTo>
                    <a:pt x="6975113" y="919252"/>
                  </a:lnTo>
                  <a:lnTo>
                    <a:pt x="6975968" y="1009168"/>
                  </a:lnTo>
                  <a:lnTo>
                    <a:pt x="6976824" y="1130600"/>
                  </a:lnTo>
                  <a:lnTo>
                    <a:pt x="6977679" y="1181198"/>
                  </a:lnTo>
                  <a:lnTo>
                    <a:pt x="6978535" y="1225908"/>
                  </a:lnTo>
                  <a:lnTo>
                    <a:pt x="6979390" y="1309239"/>
                  </a:lnTo>
                  <a:lnTo>
                    <a:pt x="6980246" y="1353132"/>
                  </a:lnTo>
                  <a:lnTo>
                    <a:pt x="6981101" y="1400587"/>
                  </a:lnTo>
                  <a:lnTo>
                    <a:pt x="6981957" y="1459508"/>
                  </a:lnTo>
                  <a:lnTo>
                    <a:pt x="6982813" y="1587305"/>
                  </a:lnTo>
                  <a:lnTo>
                    <a:pt x="6983668" y="1740150"/>
                  </a:lnTo>
                  <a:lnTo>
                    <a:pt x="6984524" y="1770038"/>
                  </a:lnTo>
                  <a:lnTo>
                    <a:pt x="6985379" y="1807429"/>
                  </a:lnTo>
                  <a:lnTo>
                    <a:pt x="6986235" y="1813037"/>
                  </a:lnTo>
                  <a:lnTo>
                    <a:pt x="6987090" y="1705364"/>
                  </a:lnTo>
                  <a:lnTo>
                    <a:pt x="6987946" y="1626808"/>
                  </a:lnTo>
                  <a:lnTo>
                    <a:pt x="6988801" y="1555346"/>
                  </a:lnTo>
                  <a:lnTo>
                    <a:pt x="6989657" y="1494582"/>
                  </a:lnTo>
                  <a:lnTo>
                    <a:pt x="6990512" y="1450459"/>
                  </a:lnTo>
                  <a:lnTo>
                    <a:pt x="6991368" y="1467137"/>
                  </a:lnTo>
                  <a:lnTo>
                    <a:pt x="6992223" y="1598765"/>
                  </a:lnTo>
                  <a:lnTo>
                    <a:pt x="6993079" y="1630633"/>
                  </a:lnTo>
                  <a:lnTo>
                    <a:pt x="6993934" y="1584641"/>
                  </a:lnTo>
                  <a:lnTo>
                    <a:pt x="6994790" y="1558329"/>
                  </a:lnTo>
                  <a:lnTo>
                    <a:pt x="6995645" y="1582131"/>
                  </a:lnTo>
                  <a:lnTo>
                    <a:pt x="6996501" y="1590650"/>
                  </a:lnTo>
                  <a:lnTo>
                    <a:pt x="6997356" y="1581260"/>
                  </a:lnTo>
                  <a:lnTo>
                    <a:pt x="6998212" y="1639993"/>
                  </a:lnTo>
                  <a:lnTo>
                    <a:pt x="6999068" y="1741818"/>
                  </a:lnTo>
                  <a:lnTo>
                    <a:pt x="6999923" y="1902038"/>
                  </a:lnTo>
                  <a:lnTo>
                    <a:pt x="7000779" y="1994512"/>
                  </a:lnTo>
                  <a:lnTo>
                    <a:pt x="7001634" y="2009311"/>
                  </a:lnTo>
                  <a:lnTo>
                    <a:pt x="7002490" y="2036734"/>
                  </a:lnTo>
                  <a:lnTo>
                    <a:pt x="7003345" y="2097206"/>
                  </a:lnTo>
                  <a:lnTo>
                    <a:pt x="7004201" y="2168741"/>
                  </a:lnTo>
                  <a:lnTo>
                    <a:pt x="7005056" y="2126202"/>
                  </a:lnTo>
                  <a:lnTo>
                    <a:pt x="7005912" y="2107263"/>
                  </a:lnTo>
                  <a:lnTo>
                    <a:pt x="7006767" y="2157084"/>
                  </a:lnTo>
                  <a:lnTo>
                    <a:pt x="7007623" y="2117998"/>
                  </a:lnTo>
                  <a:lnTo>
                    <a:pt x="7008478" y="2010653"/>
                  </a:lnTo>
                  <a:lnTo>
                    <a:pt x="7009334" y="1967563"/>
                  </a:lnTo>
                  <a:lnTo>
                    <a:pt x="7010189" y="1975772"/>
                  </a:lnTo>
                  <a:lnTo>
                    <a:pt x="7011045" y="1882048"/>
                  </a:lnTo>
                  <a:lnTo>
                    <a:pt x="7011900" y="1750141"/>
                  </a:lnTo>
                  <a:lnTo>
                    <a:pt x="7012756" y="1699247"/>
                  </a:lnTo>
                  <a:lnTo>
                    <a:pt x="7013612" y="1708706"/>
                  </a:lnTo>
                  <a:lnTo>
                    <a:pt x="7014467" y="1679857"/>
                  </a:lnTo>
                  <a:lnTo>
                    <a:pt x="7015323" y="1678951"/>
                  </a:lnTo>
                  <a:lnTo>
                    <a:pt x="7016178" y="1788039"/>
                  </a:lnTo>
                  <a:lnTo>
                    <a:pt x="7017034" y="1803845"/>
                  </a:lnTo>
                  <a:lnTo>
                    <a:pt x="7017889" y="1786769"/>
                  </a:lnTo>
                  <a:lnTo>
                    <a:pt x="7018745" y="1781923"/>
                  </a:lnTo>
                  <a:lnTo>
                    <a:pt x="7019600" y="1718912"/>
                  </a:lnTo>
                  <a:lnTo>
                    <a:pt x="7020456" y="1693039"/>
                  </a:lnTo>
                  <a:lnTo>
                    <a:pt x="7021311" y="1616148"/>
                  </a:lnTo>
                  <a:lnTo>
                    <a:pt x="7022167" y="1687671"/>
                  </a:lnTo>
                  <a:lnTo>
                    <a:pt x="7023022" y="1854986"/>
                  </a:lnTo>
                  <a:lnTo>
                    <a:pt x="7023878" y="1998631"/>
                  </a:lnTo>
                  <a:lnTo>
                    <a:pt x="7024733" y="2248758"/>
                  </a:lnTo>
                  <a:lnTo>
                    <a:pt x="7025589" y="2404543"/>
                  </a:lnTo>
                  <a:lnTo>
                    <a:pt x="7026444" y="2470278"/>
                  </a:lnTo>
                  <a:lnTo>
                    <a:pt x="7027300" y="2476772"/>
                  </a:lnTo>
                  <a:lnTo>
                    <a:pt x="7028155" y="2421325"/>
                  </a:lnTo>
                  <a:lnTo>
                    <a:pt x="7029011" y="2313462"/>
                  </a:lnTo>
                  <a:lnTo>
                    <a:pt x="7029867" y="2131030"/>
                  </a:lnTo>
                  <a:lnTo>
                    <a:pt x="7030722" y="2037311"/>
                  </a:lnTo>
                  <a:lnTo>
                    <a:pt x="7031578" y="2073415"/>
                  </a:lnTo>
                  <a:lnTo>
                    <a:pt x="7032433" y="2096842"/>
                  </a:lnTo>
                  <a:lnTo>
                    <a:pt x="7033289" y="2085994"/>
                  </a:lnTo>
                  <a:lnTo>
                    <a:pt x="7034144" y="2209929"/>
                  </a:lnTo>
                  <a:lnTo>
                    <a:pt x="7035000" y="2386589"/>
                  </a:lnTo>
                  <a:lnTo>
                    <a:pt x="7035855" y="2483808"/>
                  </a:lnTo>
                  <a:lnTo>
                    <a:pt x="7036711" y="2589805"/>
                  </a:lnTo>
                  <a:lnTo>
                    <a:pt x="7037566" y="2752354"/>
                  </a:lnTo>
                  <a:lnTo>
                    <a:pt x="7038422" y="2875786"/>
                  </a:lnTo>
                  <a:lnTo>
                    <a:pt x="7039277" y="2858827"/>
                  </a:lnTo>
                  <a:lnTo>
                    <a:pt x="7040133" y="2853976"/>
                  </a:lnTo>
                  <a:lnTo>
                    <a:pt x="7040988" y="2911027"/>
                  </a:lnTo>
                  <a:lnTo>
                    <a:pt x="7041844" y="2901785"/>
                  </a:lnTo>
                  <a:lnTo>
                    <a:pt x="7042699" y="2854952"/>
                  </a:lnTo>
                  <a:lnTo>
                    <a:pt x="7043555" y="2800451"/>
                  </a:lnTo>
                  <a:lnTo>
                    <a:pt x="7044410" y="2802060"/>
                  </a:lnTo>
                  <a:lnTo>
                    <a:pt x="7045266" y="2793376"/>
                  </a:lnTo>
                  <a:lnTo>
                    <a:pt x="7046122" y="2763765"/>
                  </a:lnTo>
                  <a:lnTo>
                    <a:pt x="7046977" y="2784048"/>
                  </a:lnTo>
                  <a:lnTo>
                    <a:pt x="7047833" y="2779019"/>
                  </a:lnTo>
                  <a:lnTo>
                    <a:pt x="7048688" y="2730837"/>
                  </a:lnTo>
                  <a:lnTo>
                    <a:pt x="7049544" y="2681021"/>
                  </a:lnTo>
                  <a:lnTo>
                    <a:pt x="7050399" y="2571292"/>
                  </a:lnTo>
                  <a:lnTo>
                    <a:pt x="7051255" y="2431660"/>
                  </a:lnTo>
                  <a:lnTo>
                    <a:pt x="7052110" y="2308854"/>
                  </a:lnTo>
                  <a:lnTo>
                    <a:pt x="7052966" y="2213259"/>
                  </a:lnTo>
                  <a:lnTo>
                    <a:pt x="7053821" y="2200420"/>
                  </a:lnTo>
                  <a:lnTo>
                    <a:pt x="7054677" y="2215946"/>
                  </a:lnTo>
                  <a:lnTo>
                    <a:pt x="7055532" y="2128580"/>
                  </a:lnTo>
                  <a:lnTo>
                    <a:pt x="7056388" y="2045565"/>
                  </a:lnTo>
                  <a:lnTo>
                    <a:pt x="7057243" y="1969686"/>
                  </a:lnTo>
                  <a:lnTo>
                    <a:pt x="7058099" y="1908114"/>
                  </a:lnTo>
                  <a:lnTo>
                    <a:pt x="7058954" y="1807213"/>
                  </a:lnTo>
                  <a:lnTo>
                    <a:pt x="7059810" y="1716162"/>
                  </a:lnTo>
                  <a:lnTo>
                    <a:pt x="7060666" y="1818972"/>
                  </a:lnTo>
                  <a:lnTo>
                    <a:pt x="7061521" y="1919089"/>
                  </a:lnTo>
                  <a:lnTo>
                    <a:pt x="7062377" y="1947153"/>
                  </a:lnTo>
                  <a:lnTo>
                    <a:pt x="7063232" y="1996912"/>
                  </a:lnTo>
                  <a:lnTo>
                    <a:pt x="7064088" y="2166829"/>
                  </a:lnTo>
                  <a:lnTo>
                    <a:pt x="7064943" y="2334466"/>
                  </a:lnTo>
                  <a:lnTo>
                    <a:pt x="7065799" y="2422134"/>
                  </a:lnTo>
                  <a:lnTo>
                    <a:pt x="7066654" y="2460431"/>
                  </a:lnTo>
                  <a:lnTo>
                    <a:pt x="7067510" y="2521752"/>
                  </a:lnTo>
                  <a:lnTo>
                    <a:pt x="7068365" y="2584669"/>
                  </a:lnTo>
                  <a:lnTo>
                    <a:pt x="7069221" y="2585640"/>
                  </a:lnTo>
                  <a:lnTo>
                    <a:pt x="7070076" y="2558369"/>
                  </a:lnTo>
                  <a:lnTo>
                    <a:pt x="7070932" y="2462344"/>
                  </a:lnTo>
                  <a:lnTo>
                    <a:pt x="7071787" y="2377938"/>
                  </a:lnTo>
                  <a:lnTo>
                    <a:pt x="7072643" y="2306526"/>
                  </a:lnTo>
                  <a:lnTo>
                    <a:pt x="7073498" y="2200115"/>
                  </a:lnTo>
                  <a:lnTo>
                    <a:pt x="7074354" y="2101282"/>
                  </a:lnTo>
                  <a:lnTo>
                    <a:pt x="7075209" y="1969712"/>
                  </a:lnTo>
                  <a:lnTo>
                    <a:pt x="7076065" y="1924931"/>
                  </a:lnTo>
                  <a:lnTo>
                    <a:pt x="7076921" y="1939076"/>
                  </a:lnTo>
                  <a:lnTo>
                    <a:pt x="7077776" y="1924674"/>
                  </a:lnTo>
                  <a:lnTo>
                    <a:pt x="7078632" y="1962482"/>
                  </a:lnTo>
                  <a:lnTo>
                    <a:pt x="7079487" y="1957837"/>
                  </a:lnTo>
                  <a:lnTo>
                    <a:pt x="7080343" y="1949099"/>
                  </a:lnTo>
                  <a:lnTo>
                    <a:pt x="7081198" y="1947371"/>
                  </a:lnTo>
                  <a:lnTo>
                    <a:pt x="7082054" y="2004174"/>
                  </a:lnTo>
                  <a:lnTo>
                    <a:pt x="7082909" y="2148421"/>
                  </a:lnTo>
                  <a:lnTo>
                    <a:pt x="7083765" y="2273403"/>
                  </a:lnTo>
                  <a:lnTo>
                    <a:pt x="7084620" y="2377953"/>
                  </a:lnTo>
                  <a:lnTo>
                    <a:pt x="7085476" y="2483255"/>
                  </a:lnTo>
                  <a:lnTo>
                    <a:pt x="7086331" y="2623049"/>
                  </a:lnTo>
                  <a:lnTo>
                    <a:pt x="7087187" y="2728888"/>
                  </a:lnTo>
                  <a:lnTo>
                    <a:pt x="7088042" y="2770081"/>
                  </a:lnTo>
                  <a:lnTo>
                    <a:pt x="7088898" y="2738246"/>
                  </a:lnTo>
                  <a:lnTo>
                    <a:pt x="7089753" y="2677765"/>
                  </a:lnTo>
                  <a:lnTo>
                    <a:pt x="7090609" y="2656848"/>
                  </a:lnTo>
                  <a:lnTo>
                    <a:pt x="7091464" y="2560135"/>
                  </a:lnTo>
                  <a:lnTo>
                    <a:pt x="7092320" y="2388719"/>
                  </a:lnTo>
                  <a:lnTo>
                    <a:pt x="7093176" y="2210968"/>
                  </a:lnTo>
                  <a:lnTo>
                    <a:pt x="7094031" y="2205220"/>
                  </a:lnTo>
                  <a:lnTo>
                    <a:pt x="7094887" y="2233872"/>
                  </a:lnTo>
                  <a:lnTo>
                    <a:pt x="7095742" y="2215882"/>
                  </a:lnTo>
                  <a:lnTo>
                    <a:pt x="7096598" y="2192698"/>
                  </a:lnTo>
                  <a:lnTo>
                    <a:pt x="7097453" y="2229105"/>
                  </a:lnTo>
                  <a:lnTo>
                    <a:pt x="7098309" y="2276857"/>
                  </a:lnTo>
                  <a:lnTo>
                    <a:pt x="7099164" y="2147684"/>
                  </a:lnTo>
                  <a:lnTo>
                    <a:pt x="7100020" y="2084370"/>
                  </a:lnTo>
                  <a:lnTo>
                    <a:pt x="7100875" y="2045777"/>
                  </a:lnTo>
                  <a:lnTo>
                    <a:pt x="7101731" y="1963111"/>
                  </a:lnTo>
                  <a:lnTo>
                    <a:pt x="7102586" y="1859591"/>
                  </a:lnTo>
                  <a:lnTo>
                    <a:pt x="7103442" y="1809288"/>
                  </a:lnTo>
                  <a:lnTo>
                    <a:pt x="7104297" y="1805022"/>
                  </a:lnTo>
                  <a:lnTo>
                    <a:pt x="7105153" y="1746062"/>
                  </a:lnTo>
                  <a:lnTo>
                    <a:pt x="7106008" y="1706868"/>
                  </a:lnTo>
                  <a:lnTo>
                    <a:pt x="7106864" y="1823915"/>
                  </a:lnTo>
                  <a:lnTo>
                    <a:pt x="7107719" y="1937646"/>
                  </a:lnTo>
                  <a:lnTo>
                    <a:pt x="7108575" y="1895202"/>
                  </a:lnTo>
                  <a:lnTo>
                    <a:pt x="7109431" y="1918513"/>
                  </a:lnTo>
                  <a:lnTo>
                    <a:pt x="7110286" y="1988929"/>
                  </a:lnTo>
                  <a:lnTo>
                    <a:pt x="7111142" y="2064941"/>
                  </a:lnTo>
                  <a:lnTo>
                    <a:pt x="7111997" y="2104392"/>
                  </a:lnTo>
                  <a:lnTo>
                    <a:pt x="7112853" y="2132205"/>
                  </a:lnTo>
                  <a:lnTo>
                    <a:pt x="7113708" y="2176448"/>
                  </a:lnTo>
                  <a:lnTo>
                    <a:pt x="7114564" y="2168817"/>
                  </a:lnTo>
                  <a:lnTo>
                    <a:pt x="7115419" y="2236693"/>
                  </a:lnTo>
                  <a:lnTo>
                    <a:pt x="7116275" y="2280405"/>
                  </a:lnTo>
                  <a:lnTo>
                    <a:pt x="7117130" y="2215487"/>
                  </a:lnTo>
                  <a:lnTo>
                    <a:pt x="7117986" y="2138580"/>
                  </a:lnTo>
                  <a:lnTo>
                    <a:pt x="7118841" y="2148442"/>
                  </a:lnTo>
                  <a:lnTo>
                    <a:pt x="7119697" y="2151562"/>
                  </a:lnTo>
                  <a:lnTo>
                    <a:pt x="7120552" y="2016799"/>
                  </a:lnTo>
                  <a:lnTo>
                    <a:pt x="7121408" y="1899189"/>
                  </a:lnTo>
                  <a:lnTo>
                    <a:pt x="7122263" y="1914064"/>
                  </a:lnTo>
                  <a:lnTo>
                    <a:pt x="7123119" y="1914140"/>
                  </a:lnTo>
                  <a:lnTo>
                    <a:pt x="7123975" y="1913046"/>
                  </a:lnTo>
                  <a:lnTo>
                    <a:pt x="7124830" y="1954129"/>
                  </a:lnTo>
                  <a:lnTo>
                    <a:pt x="7125686" y="2049830"/>
                  </a:lnTo>
                  <a:lnTo>
                    <a:pt x="7126541" y="2102666"/>
                  </a:lnTo>
                  <a:lnTo>
                    <a:pt x="7127397" y="2040232"/>
                  </a:lnTo>
                  <a:lnTo>
                    <a:pt x="7128252" y="2057030"/>
                  </a:lnTo>
                  <a:lnTo>
                    <a:pt x="7129108" y="2125801"/>
                  </a:lnTo>
                  <a:lnTo>
                    <a:pt x="7129963" y="2149368"/>
                  </a:lnTo>
                  <a:lnTo>
                    <a:pt x="7130819" y="2156387"/>
                  </a:lnTo>
                  <a:lnTo>
                    <a:pt x="7131674" y="2161624"/>
                  </a:lnTo>
                  <a:lnTo>
                    <a:pt x="7132530" y="2185896"/>
                  </a:lnTo>
                  <a:lnTo>
                    <a:pt x="7133385" y="2194876"/>
                  </a:lnTo>
                  <a:lnTo>
                    <a:pt x="7134241" y="2121698"/>
                  </a:lnTo>
                  <a:lnTo>
                    <a:pt x="7135096" y="2044932"/>
                  </a:lnTo>
                  <a:lnTo>
                    <a:pt x="7135952" y="1961996"/>
                  </a:lnTo>
                  <a:lnTo>
                    <a:pt x="7136807" y="1918054"/>
                  </a:lnTo>
                  <a:lnTo>
                    <a:pt x="7137663" y="1937595"/>
                  </a:lnTo>
                  <a:lnTo>
                    <a:pt x="7138518" y="2019937"/>
                  </a:lnTo>
                  <a:lnTo>
                    <a:pt x="7139374" y="2110227"/>
                  </a:lnTo>
                  <a:lnTo>
                    <a:pt x="7140230" y="2201333"/>
                  </a:lnTo>
                  <a:lnTo>
                    <a:pt x="7141085" y="2310593"/>
                  </a:lnTo>
                  <a:lnTo>
                    <a:pt x="7141941" y="2422054"/>
                  </a:lnTo>
                  <a:lnTo>
                    <a:pt x="7142796" y="2543056"/>
                  </a:lnTo>
                  <a:lnTo>
                    <a:pt x="7143652" y="2606740"/>
                  </a:lnTo>
                  <a:lnTo>
                    <a:pt x="7144507" y="2609464"/>
                  </a:lnTo>
                  <a:lnTo>
                    <a:pt x="7145363" y="2595199"/>
                  </a:lnTo>
                  <a:lnTo>
                    <a:pt x="7146218" y="2650561"/>
                  </a:lnTo>
                  <a:lnTo>
                    <a:pt x="7147074" y="2717337"/>
                  </a:lnTo>
                  <a:lnTo>
                    <a:pt x="7147929" y="2665103"/>
                  </a:lnTo>
                  <a:lnTo>
                    <a:pt x="7148785" y="2669734"/>
                  </a:lnTo>
                  <a:lnTo>
                    <a:pt x="7149640" y="2738555"/>
                  </a:lnTo>
                  <a:lnTo>
                    <a:pt x="7150496" y="2789020"/>
                  </a:lnTo>
                  <a:lnTo>
                    <a:pt x="7151351" y="2774063"/>
                  </a:lnTo>
                  <a:lnTo>
                    <a:pt x="7152207" y="2754539"/>
                  </a:lnTo>
                  <a:lnTo>
                    <a:pt x="7153062" y="2780593"/>
                  </a:lnTo>
                  <a:lnTo>
                    <a:pt x="7153918" y="2722121"/>
                  </a:lnTo>
                  <a:lnTo>
                    <a:pt x="7154773" y="2655214"/>
                  </a:lnTo>
                  <a:lnTo>
                    <a:pt x="7155629" y="2607204"/>
                  </a:lnTo>
                  <a:lnTo>
                    <a:pt x="7156485" y="2577259"/>
                  </a:lnTo>
                  <a:lnTo>
                    <a:pt x="7157340" y="2517799"/>
                  </a:lnTo>
                  <a:lnTo>
                    <a:pt x="7158196" y="2469279"/>
                  </a:lnTo>
                  <a:lnTo>
                    <a:pt x="7159051" y="2453582"/>
                  </a:lnTo>
                  <a:lnTo>
                    <a:pt x="7159907" y="2414664"/>
                  </a:lnTo>
                  <a:lnTo>
                    <a:pt x="7160762" y="2356852"/>
                  </a:lnTo>
                  <a:lnTo>
                    <a:pt x="7161618" y="2269062"/>
                  </a:lnTo>
                  <a:lnTo>
                    <a:pt x="7162473" y="2294857"/>
                  </a:lnTo>
                  <a:lnTo>
                    <a:pt x="7163329" y="2368556"/>
                  </a:lnTo>
                  <a:lnTo>
                    <a:pt x="7164184" y="2389813"/>
                  </a:lnTo>
                  <a:lnTo>
                    <a:pt x="7165040" y="2421189"/>
                  </a:lnTo>
                  <a:lnTo>
                    <a:pt x="7165895" y="2480444"/>
                  </a:lnTo>
                  <a:lnTo>
                    <a:pt x="7166751" y="2541414"/>
                  </a:lnTo>
                  <a:lnTo>
                    <a:pt x="7167606" y="2473098"/>
                  </a:lnTo>
                  <a:lnTo>
                    <a:pt x="7168462" y="2390970"/>
                  </a:lnTo>
                  <a:lnTo>
                    <a:pt x="7169317" y="2382626"/>
                  </a:lnTo>
                  <a:lnTo>
                    <a:pt x="7170173" y="2472300"/>
                  </a:lnTo>
                  <a:lnTo>
                    <a:pt x="7171029" y="2560125"/>
                  </a:lnTo>
                  <a:lnTo>
                    <a:pt x="7171884" y="2628799"/>
                  </a:lnTo>
                  <a:lnTo>
                    <a:pt x="7172740" y="2697965"/>
                  </a:lnTo>
                  <a:lnTo>
                    <a:pt x="7173595" y="2750754"/>
                  </a:lnTo>
                  <a:lnTo>
                    <a:pt x="7174451" y="2783930"/>
                  </a:lnTo>
                  <a:lnTo>
                    <a:pt x="7175306" y="2728728"/>
                  </a:lnTo>
                  <a:lnTo>
                    <a:pt x="7176162" y="2678003"/>
                  </a:lnTo>
                  <a:lnTo>
                    <a:pt x="7177017" y="2666793"/>
                  </a:lnTo>
                  <a:lnTo>
                    <a:pt x="7177873" y="2668768"/>
                  </a:lnTo>
                  <a:lnTo>
                    <a:pt x="7178728" y="2716809"/>
                  </a:lnTo>
                  <a:lnTo>
                    <a:pt x="7179584" y="2738334"/>
                  </a:lnTo>
                  <a:lnTo>
                    <a:pt x="7180439" y="2698886"/>
                  </a:lnTo>
                  <a:lnTo>
                    <a:pt x="7181295" y="2740983"/>
                  </a:lnTo>
                  <a:lnTo>
                    <a:pt x="7182150" y="2781342"/>
                  </a:lnTo>
                  <a:lnTo>
                    <a:pt x="7183006" y="2738192"/>
                  </a:lnTo>
                  <a:lnTo>
                    <a:pt x="7183861" y="2687881"/>
                  </a:lnTo>
                  <a:lnTo>
                    <a:pt x="7184717" y="2635850"/>
                  </a:lnTo>
                  <a:lnTo>
                    <a:pt x="7185572" y="2703400"/>
                  </a:lnTo>
                  <a:lnTo>
                    <a:pt x="7186428" y="2678587"/>
                  </a:lnTo>
                  <a:lnTo>
                    <a:pt x="7187284" y="2583764"/>
                  </a:lnTo>
                  <a:lnTo>
                    <a:pt x="7188139" y="2608438"/>
                  </a:lnTo>
                  <a:lnTo>
                    <a:pt x="7188995" y="2574980"/>
                  </a:lnTo>
                  <a:lnTo>
                    <a:pt x="7189850" y="2621224"/>
                  </a:lnTo>
                  <a:lnTo>
                    <a:pt x="7190706" y="2675638"/>
                  </a:lnTo>
                  <a:lnTo>
                    <a:pt x="7191561" y="2711934"/>
                  </a:lnTo>
                  <a:lnTo>
                    <a:pt x="7192417" y="2720174"/>
                  </a:lnTo>
                  <a:lnTo>
                    <a:pt x="7193272" y="2645241"/>
                  </a:lnTo>
                  <a:lnTo>
                    <a:pt x="7194128" y="2545721"/>
                  </a:lnTo>
                  <a:lnTo>
                    <a:pt x="7194983" y="2483863"/>
                  </a:lnTo>
                  <a:lnTo>
                    <a:pt x="7195839" y="2394674"/>
                  </a:lnTo>
                  <a:lnTo>
                    <a:pt x="7196694" y="2372733"/>
                  </a:lnTo>
                  <a:lnTo>
                    <a:pt x="7197550" y="2434106"/>
                  </a:lnTo>
                  <a:lnTo>
                    <a:pt x="7198405" y="2525858"/>
                  </a:lnTo>
                  <a:lnTo>
                    <a:pt x="7199261" y="2671290"/>
                  </a:lnTo>
                  <a:lnTo>
                    <a:pt x="7200116" y="2753450"/>
                  </a:lnTo>
                  <a:lnTo>
                    <a:pt x="7200972" y="2754355"/>
                  </a:lnTo>
                  <a:lnTo>
                    <a:pt x="7201827" y="2696602"/>
                  </a:lnTo>
                  <a:lnTo>
                    <a:pt x="7202683" y="2652988"/>
                  </a:lnTo>
                  <a:lnTo>
                    <a:pt x="7203539" y="2661607"/>
                  </a:lnTo>
                  <a:lnTo>
                    <a:pt x="7204394" y="2609698"/>
                  </a:lnTo>
                  <a:lnTo>
                    <a:pt x="7205250" y="2499271"/>
                  </a:lnTo>
                  <a:lnTo>
                    <a:pt x="7206105" y="2416330"/>
                  </a:lnTo>
                  <a:lnTo>
                    <a:pt x="7206961" y="2311481"/>
                  </a:lnTo>
                  <a:lnTo>
                    <a:pt x="7207816" y="2258585"/>
                  </a:lnTo>
                  <a:lnTo>
                    <a:pt x="7208672" y="2270201"/>
                  </a:lnTo>
                  <a:lnTo>
                    <a:pt x="7209527" y="2272882"/>
                  </a:lnTo>
                  <a:lnTo>
                    <a:pt x="7210383" y="2334469"/>
                  </a:lnTo>
                  <a:lnTo>
                    <a:pt x="7211238" y="2434122"/>
                  </a:lnTo>
                  <a:lnTo>
                    <a:pt x="7212094" y="2505934"/>
                  </a:lnTo>
                  <a:lnTo>
                    <a:pt x="7212949" y="2482168"/>
                  </a:lnTo>
                  <a:lnTo>
                    <a:pt x="7213805" y="2433123"/>
                  </a:lnTo>
                  <a:lnTo>
                    <a:pt x="7214660" y="2488047"/>
                  </a:lnTo>
                  <a:lnTo>
                    <a:pt x="7215516" y="2474768"/>
                  </a:lnTo>
                  <a:lnTo>
                    <a:pt x="7216371" y="2475553"/>
                  </a:lnTo>
                  <a:lnTo>
                    <a:pt x="7217227" y="2606418"/>
                  </a:lnTo>
                  <a:lnTo>
                    <a:pt x="7218083" y="2762093"/>
                  </a:lnTo>
                  <a:lnTo>
                    <a:pt x="7218938" y="2852976"/>
                  </a:lnTo>
                  <a:lnTo>
                    <a:pt x="7219794" y="2858388"/>
                  </a:lnTo>
                  <a:lnTo>
                    <a:pt x="7220649" y="2847312"/>
                  </a:lnTo>
                  <a:lnTo>
                    <a:pt x="7221505" y="2790829"/>
                  </a:lnTo>
                  <a:lnTo>
                    <a:pt x="7222360" y="2736253"/>
                  </a:lnTo>
                  <a:lnTo>
                    <a:pt x="7223216" y="2685513"/>
                  </a:lnTo>
                  <a:lnTo>
                    <a:pt x="7224071" y="2617447"/>
                  </a:lnTo>
                  <a:lnTo>
                    <a:pt x="7224927" y="2609179"/>
                  </a:lnTo>
                  <a:lnTo>
                    <a:pt x="7225782" y="2645780"/>
                  </a:lnTo>
                  <a:lnTo>
                    <a:pt x="7226638" y="2679709"/>
                  </a:lnTo>
                  <a:lnTo>
                    <a:pt x="7227493" y="2567855"/>
                  </a:lnTo>
                  <a:lnTo>
                    <a:pt x="7228349" y="2411121"/>
                  </a:lnTo>
                  <a:lnTo>
                    <a:pt x="7229204" y="2270711"/>
                  </a:lnTo>
                  <a:lnTo>
                    <a:pt x="7230060" y="2147453"/>
                  </a:lnTo>
                  <a:lnTo>
                    <a:pt x="7230915" y="2035688"/>
                  </a:lnTo>
                  <a:lnTo>
                    <a:pt x="7231771" y="1981924"/>
                  </a:lnTo>
                  <a:lnTo>
                    <a:pt x="7232626" y="2003701"/>
                  </a:lnTo>
                  <a:lnTo>
                    <a:pt x="7233482" y="2007334"/>
                  </a:lnTo>
                  <a:lnTo>
                    <a:pt x="7234338" y="2070225"/>
                  </a:lnTo>
                  <a:lnTo>
                    <a:pt x="7235193" y="2171829"/>
                  </a:lnTo>
                  <a:lnTo>
                    <a:pt x="7236049" y="2279589"/>
                  </a:lnTo>
                  <a:lnTo>
                    <a:pt x="7236904" y="2369734"/>
                  </a:lnTo>
                  <a:lnTo>
                    <a:pt x="7237760" y="2451581"/>
                  </a:lnTo>
                  <a:lnTo>
                    <a:pt x="7238615" y="2555984"/>
                  </a:lnTo>
                  <a:lnTo>
                    <a:pt x="7239471" y="2651733"/>
                  </a:lnTo>
                  <a:lnTo>
                    <a:pt x="7240326" y="2713589"/>
                  </a:lnTo>
                  <a:lnTo>
                    <a:pt x="7241182" y="2759895"/>
                  </a:lnTo>
                  <a:lnTo>
                    <a:pt x="7242037" y="2769259"/>
                  </a:lnTo>
                  <a:lnTo>
                    <a:pt x="7242893" y="2765508"/>
                  </a:lnTo>
                  <a:lnTo>
                    <a:pt x="7243748" y="2789626"/>
                  </a:lnTo>
                  <a:lnTo>
                    <a:pt x="7244604" y="2772544"/>
                  </a:lnTo>
                  <a:lnTo>
                    <a:pt x="7245459" y="2679972"/>
                  </a:lnTo>
                  <a:lnTo>
                    <a:pt x="7246315" y="2579648"/>
                  </a:lnTo>
                  <a:lnTo>
                    <a:pt x="7247170" y="2470053"/>
                  </a:lnTo>
                  <a:lnTo>
                    <a:pt x="7248026" y="2367948"/>
                  </a:lnTo>
                  <a:lnTo>
                    <a:pt x="7248881" y="2247547"/>
                  </a:lnTo>
                  <a:lnTo>
                    <a:pt x="7249737" y="2148419"/>
                  </a:lnTo>
                  <a:lnTo>
                    <a:pt x="7250593" y="2103914"/>
                  </a:lnTo>
                  <a:lnTo>
                    <a:pt x="7251448" y="2037354"/>
                  </a:lnTo>
                  <a:lnTo>
                    <a:pt x="7252304" y="2027792"/>
                  </a:lnTo>
                  <a:lnTo>
                    <a:pt x="7253159" y="2099922"/>
                  </a:lnTo>
                  <a:lnTo>
                    <a:pt x="7254015" y="2216888"/>
                  </a:lnTo>
                  <a:lnTo>
                    <a:pt x="7254870" y="2271169"/>
                  </a:lnTo>
                  <a:lnTo>
                    <a:pt x="7255726" y="2294057"/>
                  </a:lnTo>
                  <a:lnTo>
                    <a:pt x="7256581" y="2312650"/>
                  </a:lnTo>
                  <a:lnTo>
                    <a:pt x="7257437" y="2332215"/>
                  </a:lnTo>
                  <a:lnTo>
                    <a:pt x="7258292" y="2339198"/>
                  </a:lnTo>
                  <a:lnTo>
                    <a:pt x="7259148" y="2300518"/>
                  </a:lnTo>
                  <a:lnTo>
                    <a:pt x="7260003" y="2266806"/>
                  </a:lnTo>
                  <a:lnTo>
                    <a:pt x="7260859" y="2269794"/>
                  </a:lnTo>
                  <a:lnTo>
                    <a:pt x="7261714" y="2325681"/>
                  </a:lnTo>
                  <a:lnTo>
                    <a:pt x="7262570" y="2320408"/>
                  </a:lnTo>
                  <a:lnTo>
                    <a:pt x="7263425" y="2274659"/>
                  </a:lnTo>
                  <a:lnTo>
                    <a:pt x="7264281" y="2275691"/>
                  </a:lnTo>
                  <a:lnTo>
                    <a:pt x="7265137" y="2333557"/>
                  </a:lnTo>
                  <a:lnTo>
                    <a:pt x="7265992" y="2410321"/>
                  </a:lnTo>
                  <a:lnTo>
                    <a:pt x="7266848" y="2531074"/>
                  </a:lnTo>
                  <a:lnTo>
                    <a:pt x="7267703" y="2686578"/>
                  </a:lnTo>
                  <a:lnTo>
                    <a:pt x="7268559" y="2730593"/>
                  </a:lnTo>
                  <a:lnTo>
                    <a:pt x="7269414" y="2757982"/>
                  </a:lnTo>
                  <a:lnTo>
                    <a:pt x="7270270" y="2762777"/>
                  </a:lnTo>
                  <a:lnTo>
                    <a:pt x="7271125" y="2665448"/>
                  </a:lnTo>
                  <a:lnTo>
                    <a:pt x="7271981" y="2454543"/>
                  </a:lnTo>
                  <a:lnTo>
                    <a:pt x="7272836" y="2216174"/>
                  </a:lnTo>
                  <a:lnTo>
                    <a:pt x="7273692" y="2137478"/>
                  </a:lnTo>
                  <a:lnTo>
                    <a:pt x="7274547" y="2144488"/>
                  </a:lnTo>
                  <a:lnTo>
                    <a:pt x="7275403" y="2112970"/>
                  </a:lnTo>
                  <a:lnTo>
                    <a:pt x="7276258" y="2015950"/>
                  </a:lnTo>
                  <a:lnTo>
                    <a:pt x="7277114" y="1984010"/>
                  </a:lnTo>
                  <a:lnTo>
                    <a:pt x="7277969" y="2059228"/>
                  </a:lnTo>
                  <a:lnTo>
                    <a:pt x="7278825" y="2089350"/>
                  </a:lnTo>
                  <a:lnTo>
                    <a:pt x="7279680" y="2020352"/>
                  </a:lnTo>
                  <a:lnTo>
                    <a:pt x="7280536" y="2030524"/>
                  </a:lnTo>
                  <a:lnTo>
                    <a:pt x="7281392" y="2238630"/>
                  </a:lnTo>
                  <a:lnTo>
                    <a:pt x="7282247" y="2448774"/>
                  </a:lnTo>
                  <a:lnTo>
                    <a:pt x="7283103" y="2611138"/>
                  </a:lnTo>
                  <a:lnTo>
                    <a:pt x="7283958" y="2707357"/>
                  </a:lnTo>
                  <a:lnTo>
                    <a:pt x="7284814" y="2718107"/>
                  </a:lnTo>
                  <a:lnTo>
                    <a:pt x="7285669" y="2704058"/>
                  </a:lnTo>
                  <a:lnTo>
                    <a:pt x="7286525" y="2654310"/>
                  </a:lnTo>
                  <a:lnTo>
                    <a:pt x="7287380" y="2538608"/>
                  </a:lnTo>
                  <a:lnTo>
                    <a:pt x="7288236" y="2410888"/>
                  </a:lnTo>
                  <a:lnTo>
                    <a:pt x="7289091" y="2311656"/>
                  </a:lnTo>
                  <a:lnTo>
                    <a:pt x="7289947" y="2307613"/>
                  </a:lnTo>
                  <a:lnTo>
                    <a:pt x="7290802" y="2315097"/>
                  </a:lnTo>
                  <a:lnTo>
                    <a:pt x="7291658" y="2206206"/>
                  </a:lnTo>
                  <a:lnTo>
                    <a:pt x="7292513" y="2105063"/>
                  </a:lnTo>
                  <a:lnTo>
                    <a:pt x="7293369" y="2017832"/>
                  </a:lnTo>
                  <a:lnTo>
                    <a:pt x="7294224" y="1985879"/>
                  </a:lnTo>
                  <a:lnTo>
                    <a:pt x="7295080" y="1927478"/>
                  </a:lnTo>
                  <a:lnTo>
                    <a:pt x="7295935" y="1830726"/>
                  </a:lnTo>
                  <a:lnTo>
                    <a:pt x="7296791" y="1844898"/>
                  </a:lnTo>
                  <a:lnTo>
                    <a:pt x="7297647" y="1907894"/>
                  </a:lnTo>
                  <a:lnTo>
                    <a:pt x="7298502" y="1982681"/>
                  </a:lnTo>
                  <a:lnTo>
                    <a:pt x="7299358" y="2068654"/>
                  </a:lnTo>
                  <a:lnTo>
                    <a:pt x="7300213" y="2131852"/>
                  </a:lnTo>
                  <a:lnTo>
                    <a:pt x="7301069" y="2228431"/>
                  </a:lnTo>
                  <a:lnTo>
                    <a:pt x="7301924" y="2319207"/>
                  </a:lnTo>
                  <a:lnTo>
                    <a:pt x="7302780" y="2365120"/>
                  </a:lnTo>
                  <a:lnTo>
                    <a:pt x="7303635" y="2349146"/>
                  </a:lnTo>
                  <a:lnTo>
                    <a:pt x="7304491" y="2273312"/>
                  </a:lnTo>
                  <a:lnTo>
                    <a:pt x="7305346" y="2259950"/>
                  </a:lnTo>
                  <a:lnTo>
                    <a:pt x="7306202" y="2158572"/>
                  </a:lnTo>
                  <a:lnTo>
                    <a:pt x="7307057" y="1991935"/>
                  </a:lnTo>
                  <a:lnTo>
                    <a:pt x="7307913" y="1823204"/>
                  </a:lnTo>
                  <a:lnTo>
                    <a:pt x="7308768" y="1770845"/>
                  </a:lnTo>
                  <a:lnTo>
                    <a:pt x="7309624" y="1781560"/>
                  </a:lnTo>
                  <a:lnTo>
                    <a:pt x="7310479" y="1787524"/>
                  </a:lnTo>
                  <a:lnTo>
                    <a:pt x="7311335" y="1883106"/>
                  </a:lnTo>
                  <a:lnTo>
                    <a:pt x="7312190" y="2014585"/>
                  </a:lnTo>
                  <a:lnTo>
                    <a:pt x="7313046" y="2220915"/>
                  </a:lnTo>
                  <a:lnTo>
                    <a:pt x="7313902" y="2252620"/>
                  </a:lnTo>
                  <a:lnTo>
                    <a:pt x="7314757" y="2275120"/>
                  </a:lnTo>
                  <a:lnTo>
                    <a:pt x="7315613" y="2310721"/>
                  </a:lnTo>
                  <a:lnTo>
                    <a:pt x="7316468" y="2361981"/>
                  </a:lnTo>
                  <a:lnTo>
                    <a:pt x="7317324" y="2413110"/>
                  </a:lnTo>
                  <a:lnTo>
                    <a:pt x="7318179" y="2362111"/>
                  </a:lnTo>
                  <a:lnTo>
                    <a:pt x="7319035" y="2362259"/>
                  </a:lnTo>
                  <a:lnTo>
                    <a:pt x="7319890" y="2305184"/>
                  </a:lnTo>
                  <a:lnTo>
                    <a:pt x="7320746" y="2255885"/>
                  </a:lnTo>
                  <a:lnTo>
                    <a:pt x="7321601" y="2152832"/>
                  </a:lnTo>
                  <a:lnTo>
                    <a:pt x="7322457" y="2020979"/>
                  </a:lnTo>
                  <a:lnTo>
                    <a:pt x="7323312" y="1981703"/>
                  </a:lnTo>
                  <a:lnTo>
                    <a:pt x="7324168" y="2022928"/>
                  </a:lnTo>
                  <a:lnTo>
                    <a:pt x="7325023" y="2065758"/>
                  </a:lnTo>
                  <a:lnTo>
                    <a:pt x="7325879" y="2023981"/>
                  </a:lnTo>
                  <a:lnTo>
                    <a:pt x="7326734" y="1995109"/>
                  </a:lnTo>
                  <a:lnTo>
                    <a:pt x="7327590" y="1965673"/>
                  </a:lnTo>
                  <a:lnTo>
                    <a:pt x="7328446" y="1923176"/>
                  </a:lnTo>
                  <a:lnTo>
                    <a:pt x="7329301" y="1906973"/>
                  </a:lnTo>
                  <a:lnTo>
                    <a:pt x="7330157" y="2013960"/>
                  </a:lnTo>
                  <a:lnTo>
                    <a:pt x="7331012" y="2118561"/>
                  </a:lnTo>
                  <a:lnTo>
                    <a:pt x="7331868" y="2172671"/>
                  </a:lnTo>
                  <a:lnTo>
                    <a:pt x="7332723" y="2245505"/>
                  </a:lnTo>
                  <a:lnTo>
                    <a:pt x="7333579" y="2294020"/>
                  </a:lnTo>
                  <a:lnTo>
                    <a:pt x="7334434" y="2258238"/>
                  </a:lnTo>
                  <a:lnTo>
                    <a:pt x="7335290" y="2209672"/>
                  </a:lnTo>
                  <a:lnTo>
                    <a:pt x="7336145" y="2239251"/>
                  </a:lnTo>
                  <a:lnTo>
                    <a:pt x="7337001" y="2338637"/>
                  </a:lnTo>
                  <a:lnTo>
                    <a:pt x="7337856" y="2429015"/>
                  </a:lnTo>
                  <a:lnTo>
                    <a:pt x="7338712" y="2536491"/>
                  </a:lnTo>
                  <a:lnTo>
                    <a:pt x="7339567" y="2591977"/>
                  </a:lnTo>
                  <a:lnTo>
                    <a:pt x="7340423" y="2532880"/>
                  </a:lnTo>
                  <a:lnTo>
                    <a:pt x="7341278" y="2513707"/>
                  </a:lnTo>
                  <a:lnTo>
                    <a:pt x="7342134" y="2479830"/>
                  </a:lnTo>
                  <a:lnTo>
                    <a:pt x="7342989" y="2446155"/>
                  </a:lnTo>
                  <a:lnTo>
                    <a:pt x="7343845" y="2471063"/>
                  </a:lnTo>
                  <a:lnTo>
                    <a:pt x="7344701" y="2585947"/>
                  </a:lnTo>
                  <a:lnTo>
                    <a:pt x="7345556" y="2679559"/>
                  </a:lnTo>
                  <a:lnTo>
                    <a:pt x="7346412" y="2671239"/>
                  </a:lnTo>
                  <a:lnTo>
                    <a:pt x="7347267" y="2651679"/>
                  </a:lnTo>
                  <a:lnTo>
                    <a:pt x="7348123" y="2648635"/>
                  </a:lnTo>
                  <a:lnTo>
                    <a:pt x="7348978" y="2634134"/>
                  </a:lnTo>
                  <a:lnTo>
                    <a:pt x="7349834" y="2636834"/>
                  </a:lnTo>
                  <a:lnTo>
                    <a:pt x="7350689" y="2692799"/>
                  </a:lnTo>
                  <a:lnTo>
                    <a:pt x="7351545" y="2781717"/>
                  </a:lnTo>
                  <a:lnTo>
                    <a:pt x="7352400" y="2838670"/>
                  </a:lnTo>
                  <a:lnTo>
                    <a:pt x="7353256" y="2862838"/>
                  </a:lnTo>
                  <a:lnTo>
                    <a:pt x="7354111" y="2814489"/>
                  </a:lnTo>
                  <a:lnTo>
                    <a:pt x="7354967" y="2748804"/>
                  </a:lnTo>
                  <a:lnTo>
                    <a:pt x="7355822" y="2689784"/>
                  </a:lnTo>
                  <a:lnTo>
                    <a:pt x="7356678" y="2606259"/>
                  </a:lnTo>
                  <a:lnTo>
                    <a:pt x="7357533" y="2593932"/>
                  </a:lnTo>
                  <a:lnTo>
                    <a:pt x="7358389" y="2633749"/>
                  </a:lnTo>
                  <a:lnTo>
                    <a:pt x="7359244" y="2679000"/>
                  </a:lnTo>
                  <a:lnTo>
                    <a:pt x="7360100" y="2669684"/>
                  </a:lnTo>
                  <a:lnTo>
                    <a:pt x="7360956" y="2631748"/>
                  </a:lnTo>
                  <a:lnTo>
                    <a:pt x="7361811" y="2652971"/>
                  </a:lnTo>
                  <a:lnTo>
                    <a:pt x="7362667" y="2684182"/>
                  </a:lnTo>
                  <a:lnTo>
                    <a:pt x="7363522" y="2725945"/>
                  </a:lnTo>
                  <a:lnTo>
                    <a:pt x="7364378" y="2787072"/>
                  </a:lnTo>
                  <a:lnTo>
                    <a:pt x="7365233" y="2874146"/>
                  </a:lnTo>
                  <a:lnTo>
                    <a:pt x="7366089" y="2975150"/>
                  </a:lnTo>
                  <a:lnTo>
                    <a:pt x="7366944" y="3045094"/>
                  </a:lnTo>
                  <a:lnTo>
                    <a:pt x="7367800" y="3107584"/>
                  </a:lnTo>
                  <a:lnTo>
                    <a:pt x="7368655" y="3116972"/>
                  </a:lnTo>
                  <a:lnTo>
                    <a:pt x="7369511" y="3116972"/>
                  </a:lnTo>
                  <a:lnTo>
                    <a:pt x="7370366" y="3116972"/>
                  </a:lnTo>
                  <a:lnTo>
                    <a:pt x="7371222" y="3116972"/>
                  </a:lnTo>
                  <a:lnTo>
                    <a:pt x="7372077" y="3116972"/>
                  </a:lnTo>
                  <a:lnTo>
                    <a:pt x="7372933" y="3116972"/>
                  </a:lnTo>
                  <a:lnTo>
                    <a:pt x="7373788" y="3116972"/>
                  </a:lnTo>
                  <a:lnTo>
                    <a:pt x="7374644" y="3116972"/>
                  </a:lnTo>
                  <a:lnTo>
                    <a:pt x="7375500" y="3116972"/>
                  </a:lnTo>
                  <a:lnTo>
                    <a:pt x="7376355" y="3116972"/>
                  </a:lnTo>
                  <a:lnTo>
                    <a:pt x="7377211" y="3116972"/>
                  </a:lnTo>
                  <a:lnTo>
                    <a:pt x="7378066" y="3109877"/>
                  </a:lnTo>
                  <a:lnTo>
                    <a:pt x="7378922" y="3116972"/>
                  </a:lnTo>
                  <a:lnTo>
                    <a:pt x="7379777" y="3116972"/>
                  </a:lnTo>
                  <a:lnTo>
                    <a:pt x="7380633" y="3112295"/>
                  </a:lnTo>
                  <a:lnTo>
                    <a:pt x="7381488" y="3078287"/>
                  </a:lnTo>
                  <a:lnTo>
                    <a:pt x="7382344" y="3036001"/>
                  </a:lnTo>
                  <a:lnTo>
                    <a:pt x="7383199" y="3006115"/>
                  </a:lnTo>
                  <a:lnTo>
                    <a:pt x="7384055" y="2998931"/>
                  </a:lnTo>
                  <a:lnTo>
                    <a:pt x="7384910" y="2998931"/>
                  </a:lnTo>
                  <a:lnTo>
                    <a:pt x="7385766" y="3003699"/>
                  </a:lnTo>
                  <a:lnTo>
                    <a:pt x="7386621" y="3037708"/>
                  </a:lnTo>
                  <a:lnTo>
                    <a:pt x="7387477" y="3069437"/>
                  </a:lnTo>
                  <a:lnTo>
                    <a:pt x="7388332" y="3071586"/>
                  </a:lnTo>
                  <a:lnTo>
                    <a:pt x="7389188" y="3071586"/>
                  </a:lnTo>
                  <a:lnTo>
                    <a:pt x="7390043" y="3071586"/>
                  </a:lnTo>
                  <a:lnTo>
                    <a:pt x="7390899" y="3073904"/>
                  </a:lnTo>
                  <a:lnTo>
                    <a:pt x="7391755" y="3101556"/>
                  </a:lnTo>
                  <a:lnTo>
                    <a:pt x="7392610" y="3116972"/>
                  </a:lnTo>
                  <a:lnTo>
                    <a:pt x="7393466" y="3116972"/>
                  </a:lnTo>
                  <a:lnTo>
                    <a:pt x="7394321" y="3116972"/>
                  </a:lnTo>
                  <a:lnTo>
                    <a:pt x="7395177" y="3116972"/>
                  </a:lnTo>
                  <a:lnTo>
                    <a:pt x="7396032" y="3070536"/>
                  </a:lnTo>
                  <a:lnTo>
                    <a:pt x="7396888" y="2970217"/>
                  </a:lnTo>
                  <a:lnTo>
                    <a:pt x="7397743" y="2851099"/>
                  </a:lnTo>
                  <a:lnTo>
                    <a:pt x="7398599" y="2721572"/>
                  </a:lnTo>
                  <a:lnTo>
                    <a:pt x="7399454" y="2620040"/>
                  </a:lnTo>
                  <a:lnTo>
                    <a:pt x="7400310" y="2573570"/>
                  </a:lnTo>
                  <a:lnTo>
                    <a:pt x="7401165" y="2603096"/>
                  </a:lnTo>
                  <a:lnTo>
                    <a:pt x="7402021" y="2666723"/>
                  </a:lnTo>
                  <a:lnTo>
                    <a:pt x="7402876" y="2661617"/>
                  </a:lnTo>
                  <a:lnTo>
                    <a:pt x="7403732" y="2625261"/>
                  </a:lnTo>
                  <a:lnTo>
                    <a:pt x="7404587" y="2664814"/>
                  </a:lnTo>
                  <a:lnTo>
                    <a:pt x="7405443" y="2738885"/>
                  </a:lnTo>
                  <a:lnTo>
                    <a:pt x="7406298" y="2694716"/>
                  </a:lnTo>
                  <a:lnTo>
                    <a:pt x="7407154" y="2609288"/>
                  </a:lnTo>
                  <a:lnTo>
                    <a:pt x="7408010" y="2699111"/>
                  </a:lnTo>
                  <a:lnTo>
                    <a:pt x="7408865" y="2759226"/>
                  </a:lnTo>
                  <a:lnTo>
                    <a:pt x="7409721" y="2698092"/>
                  </a:lnTo>
                  <a:lnTo>
                    <a:pt x="7410576" y="2624149"/>
                  </a:lnTo>
                  <a:lnTo>
                    <a:pt x="7411432" y="2694877"/>
                  </a:lnTo>
                  <a:lnTo>
                    <a:pt x="7412287" y="2758682"/>
                  </a:lnTo>
                  <a:lnTo>
                    <a:pt x="7413143" y="2671635"/>
                  </a:lnTo>
                  <a:lnTo>
                    <a:pt x="7413998" y="2673681"/>
                  </a:lnTo>
                  <a:lnTo>
                    <a:pt x="7414854" y="2745392"/>
                  </a:lnTo>
                  <a:lnTo>
                    <a:pt x="7415709" y="2796993"/>
                  </a:lnTo>
                  <a:lnTo>
                    <a:pt x="7416565" y="2735420"/>
                  </a:lnTo>
                  <a:lnTo>
                    <a:pt x="7417420" y="2713481"/>
                  </a:lnTo>
                  <a:lnTo>
                    <a:pt x="7418276" y="2792776"/>
                  </a:lnTo>
                  <a:lnTo>
                    <a:pt x="7419131" y="2864978"/>
                  </a:lnTo>
                  <a:lnTo>
                    <a:pt x="7419987" y="2903779"/>
                  </a:lnTo>
                  <a:lnTo>
                    <a:pt x="7420842" y="2861341"/>
                  </a:lnTo>
                  <a:lnTo>
                    <a:pt x="7421698" y="2863580"/>
                  </a:lnTo>
                  <a:lnTo>
                    <a:pt x="7422554" y="2852240"/>
                  </a:lnTo>
                  <a:lnTo>
                    <a:pt x="7423409" y="2835682"/>
                  </a:lnTo>
                  <a:lnTo>
                    <a:pt x="7424265" y="2832760"/>
                  </a:lnTo>
                  <a:lnTo>
                    <a:pt x="7425120" y="2796786"/>
                  </a:lnTo>
                  <a:lnTo>
                    <a:pt x="7425976" y="2830499"/>
                  </a:lnTo>
                  <a:lnTo>
                    <a:pt x="7426831" y="2898358"/>
                  </a:lnTo>
                  <a:lnTo>
                    <a:pt x="7427687" y="2962299"/>
                  </a:lnTo>
                  <a:lnTo>
                    <a:pt x="7428542" y="3002925"/>
                  </a:lnTo>
                  <a:lnTo>
                    <a:pt x="7429398" y="2966108"/>
                  </a:lnTo>
                  <a:lnTo>
                    <a:pt x="7430253" y="2973904"/>
                  </a:lnTo>
                  <a:lnTo>
                    <a:pt x="7431109" y="3015664"/>
                  </a:lnTo>
                  <a:lnTo>
                    <a:pt x="7431964" y="2959708"/>
                  </a:lnTo>
                  <a:lnTo>
                    <a:pt x="7432820" y="2872700"/>
                  </a:lnTo>
                  <a:lnTo>
                    <a:pt x="7433675" y="2771882"/>
                  </a:lnTo>
                  <a:lnTo>
                    <a:pt x="7434531" y="2746237"/>
                  </a:lnTo>
                  <a:lnTo>
                    <a:pt x="7435386" y="2767014"/>
                  </a:lnTo>
                  <a:lnTo>
                    <a:pt x="7436242" y="2699660"/>
                  </a:lnTo>
                  <a:lnTo>
                    <a:pt x="7437097" y="2649295"/>
                  </a:lnTo>
                  <a:lnTo>
                    <a:pt x="7437953" y="2674601"/>
                  </a:lnTo>
                  <a:lnTo>
                    <a:pt x="7438809" y="2771352"/>
                  </a:lnTo>
                  <a:lnTo>
                    <a:pt x="7439664" y="2853169"/>
                  </a:lnTo>
                  <a:lnTo>
                    <a:pt x="7440520" y="2871683"/>
                  </a:lnTo>
                  <a:lnTo>
                    <a:pt x="7441375" y="2894046"/>
                  </a:lnTo>
                  <a:lnTo>
                    <a:pt x="7442231" y="2984466"/>
                  </a:lnTo>
                  <a:lnTo>
                    <a:pt x="7443086" y="3020753"/>
                  </a:lnTo>
                  <a:lnTo>
                    <a:pt x="7443942" y="2928283"/>
                  </a:lnTo>
                  <a:lnTo>
                    <a:pt x="7444797" y="2845917"/>
                  </a:lnTo>
                  <a:lnTo>
                    <a:pt x="7445653" y="2822835"/>
                  </a:lnTo>
                  <a:lnTo>
                    <a:pt x="7446508" y="2825842"/>
                  </a:lnTo>
                  <a:lnTo>
                    <a:pt x="7447364" y="2814893"/>
                  </a:lnTo>
                  <a:lnTo>
                    <a:pt x="7448219" y="2799217"/>
                  </a:lnTo>
                  <a:lnTo>
                    <a:pt x="7449075" y="2805626"/>
                  </a:lnTo>
                  <a:lnTo>
                    <a:pt x="7449930" y="2735077"/>
                  </a:lnTo>
                  <a:lnTo>
                    <a:pt x="7450786" y="2664418"/>
                  </a:lnTo>
                  <a:lnTo>
                    <a:pt x="7451641" y="2623338"/>
                  </a:lnTo>
                  <a:lnTo>
                    <a:pt x="7452497" y="2562576"/>
                  </a:lnTo>
                  <a:lnTo>
                    <a:pt x="7453352" y="2481402"/>
                  </a:lnTo>
                  <a:lnTo>
                    <a:pt x="7454208" y="2434225"/>
                  </a:lnTo>
                  <a:lnTo>
                    <a:pt x="7455064" y="2409781"/>
                  </a:lnTo>
                  <a:lnTo>
                    <a:pt x="7455919" y="2388239"/>
                  </a:lnTo>
                  <a:lnTo>
                    <a:pt x="7456775" y="2427558"/>
                  </a:lnTo>
                  <a:lnTo>
                    <a:pt x="7457630" y="2448816"/>
                  </a:lnTo>
                  <a:lnTo>
                    <a:pt x="7458486" y="2484976"/>
                  </a:lnTo>
                  <a:lnTo>
                    <a:pt x="7459341" y="2474719"/>
                  </a:lnTo>
                  <a:lnTo>
                    <a:pt x="7460197" y="2477577"/>
                  </a:lnTo>
                  <a:lnTo>
                    <a:pt x="7461052" y="2511385"/>
                  </a:lnTo>
                  <a:lnTo>
                    <a:pt x="7461908" y="2483790"/>
                  </a:lnTo>
                  <a:lnTo>
                    <a:pt x="7462763" y="2468785"/>
                  </a:lnTo>
                  <a:lnTo>
                    <a:pt x="7463619" y="2500824"/>
                  </a:lnTo>
                  <a:lnTo>
                    <a:pt x="7464474" y="2644880"/>
                  </a:lnTo>
                  <a:lnTo>
                    <a:pt x="7465330" y="2809666"/>
                  </a:lnTo>
                  <a:lnTo>
                    <a:pt x="7466185" y="2835596"/>
                  </a:lnTo>
                  <a:lnTo>
                    <a:pt x="7467041" y="2871911"/>
                  </a:lnTo>
                  <a:lnTo>
                    <a:pt x="7467896" y="2934867"/>
                  </a:lnTo>
                  <a:lnTo>
                    <a:pt x="7468752" y="2929081"/>
                  </a:lnTo>
                  <a:lnTo>
                    <a:pt x="7469608" y="2862917"/>
                  </a:lnTo>
                  <a:lnTo>
                    <a:pt x="7470463" y="2813052"/>
                  </a:lnTo>
                  <a:lnTo>
                    <a:pt x="7471319" y="2845120"/>
                  </a:lnTo>
                  <a:lnTo>
                    <a:pt x="7472174" y="2831604"/>
                  </a:lnTo>
                  <a:lnTo>
                    <a:pt x="7473030" y="2791828"/>
                  </a:lnTo>
                  <a:lnTo>
                    <a:pt x="7473885" y="2818529"/>
                  </a:lnTo>
                  <a:lnTo>
                    <a:pt x="7474741" y="2873599"/>
                  </a:lnTo>
                  <a:lnTo>
                    <a:pt x="7475596" y="2910991"/>
                  </a:lnTo>
                  <a:lnTo>
                    <a:pt x="7476452" y="2869666"/>
                  </a:lnTo>
                  <a:lnTo>
                    <a:pt x="7477307" y="2829442"/>
                  </a:lnTo>
                  <a:lnTo>
                    <a:pt x="7478163" y="2835975"/>
                  </a:lnTo>
                  <a:lnTo>
                    <a:pt x="7479018" y="2862828"/>
                  </a:lnTo>
                  <a:lnTo>
                    <a:pt x="7479874" y="2873361"/>
                  </a:lnTo>
                  <a:lnTo>
                    <a:pt x="7480729" y="2882988"/>
                  </a:lnTo>
                  <a:lnTo>
                    <a:pt x="7481585" y="2936225"/>
                  </a:lnTo>
                  <a:lnTo>
                    <a:pt x="7482440" y="3013246"/>
                  </a:lnTo>
                  <a:lnTo>
                    <a:pt x="7483296" y="3043610"/>
                  </a:lnTo>
                  <a:lnTo>
                    <a:pt x="7484151" y="3029132"/>
                  </a:lnTo>
                  <a:lnTo>
                    <a:pt x="7485007" y="3044025"/>
                  </a:lnTo>
                  <a:lnTo>
                    <a:pt x="7485863" y="3050661"/>
                  </a:lnTo>
                  <a:lnTo>
                    <a:pt x="7486718" y="3039958"/>
                  </a:lnTo>
                  <a:lnTo>
                    <a:pt x="7487574" y="3021271"/>
                  </a:lnTo>
                  <a:lnTo>
                    <a:pt x="7488429" y="3042948"/>
                  </a:lnTo>
                  <a:lnTo>
                    <a:pt x="7489285" y="3063724"/>
                  </a:lnTo>
                  <a:lnTo>
                    <a:pt x="7490140" y="3073110"/>
                  </a:lnTo>
                  <a:lnTo>
                    <a:pt x="7490996" y="3087443"/>
                  </a:lnTo>
                  <a:lnTo>
                    <a:pt x="7491851" y="3098146"/>
                  </a:lnTo>
                  <a:lnTo>
                    <a:pt x="7492707" y="3116833"/>
                  </a:lnTo>
                  <a:lnTo>
                    <a:pt x="7493562" y="3116834"/>
                  </a:lnTo>
                  <a:lnTo>
                    <a:pt x="7494418" y="3116834"/>
                  </a:lnTo>
                  <a:lnTo>
                    <a:pt x="7495273" y="3092558"/>
                  </a:lnTo>
                  <a:lnTo>
                    <a:pt x="7496129" y="3071586"/>
                  </a:lnTo>
                  <a:lnTo>
                    <a:pt x="7496984" y="3081545"/>
                  </a:lnTo>
                  <a:lnTo>
                    <a:pt x="7497840" y="3077867"/>
                  </a:lnTo>
                  <a:lnTo>
                    <a:pt x="7498695" y="3040944"/>
                  </a:lnTo>
                  <a:lnTo>
                    <a:pt x="7499551" y="2939132"/>
                  </a:lnTo>
                  <a:lnTo>
                    <a:pt x="7500406" y="2858580"/>
                  </a:lnTo>
                  <a:lnTo>
                    <a:pt x="7501262" y="2858581"/>
                  </a:lnTo>
                  <a:lnTo>
                    <a:pt x="7502118" y="2848622"/>
                  </a:lnTo>
                  <a:lnTo>
                    <a:pt x="7502973" y="2852300"/>
                  </a:lnTo>
                  <a:lnTo>
                    <a:pt x="7503829" y="2889223"/>
                  </a:lnTo>
                  <a:lnTo>
                    <a:pt x="7504684" y="2991034"/>
                  </a:lnTo>
                  <a:lnTo>
                    <a:pt x="7505540" y="3074742"/>
                  </a:lnTo>
                  <a:lnTo>
                    <a:pt x="7506395" y="3041138"/>
                  </a:lnTo>
                  <a:lnTo>
                    <a:pt x="7507251" y="3004999"/>
                  </a:lnTo>
                  <a:lnTo>
                    <a:pt x="7508106" y="3004180"/>
                  </a:lnTo>
                  <a:lnTo>
                    <a:pt x="7508962" y="2937558"/>
                  </a:lnTo>
                  <a:lnTo>
                    <a:pt x="7509817" y="2879686"/>
                  </a:lnTo>
                  <a:lnTo>
                    <a:pt x="7510673" y="2807757"/>
                  </a:lnTo>
                  <a:lnTo>
                    <a:pt x="7511528" y="2819016"/>
                  </a:lnTo>
                  <a:lnTo>
                    <a:pt x="7512384" y="2849870"/>
                  </a:lnTo>
                  <a:lnTo>
                    <a:pt x="7513239" y="2844068"/>
                  </a:lnTo>
                  <a:lnTo>
                    <a:pt x="7514095" y="2910691"/>
                  </a:lnTo>
                  <a:lnTo>
                    <a:pt x="7514950" y="2968563"/>
                  </a:lnTo>
                  <a:lnTo>
                    <a:pt x="7515806" y="3053439"/>
                  </a:lnTo>
                  <a:lnTo>
                    <a:pt x="7516662" y="3103064"/>
                  </a:lnTo>
                  <a:lnTo>
                    <a:pt x="7517517" y="3110440"/>
                  </a:lnTo>
                  <a:lnTo>
                    <a:pt x="7518373" y="3116972"/>
                  </a:lnTo>
                  <a:lnTo>
                    <a:pt x="7519228" y="3091355"/>
                  </a:lnTo>
                  <a:lnTo>
                    <a:pt x="7520084" y="3013712"/>
                  </a:lnTo>
                  <a:lnTo>
                    <a:pt x="7520939" y="2940861"/>
                  </a:lnTo>
                  <a:lnTo>
                    <a:pt x="7521795" y="2873615"/>
                  </a:lnTo>
                  <a:lnTo>
                    <a:pt x="7522650" y="2871523"/>
                  </a:lnTo>
                  <a:lnTo>
                    <a:pt x="7523506" y="2871525"/>
                  </a:lnTo>
                  <a:lnTo>
                    <a:pt x="7524361" y="2897231"/>
                  </a:lnTo>
                  <a:lnTo>
                    <a:pt x="7525217" y="2971713"/>
                  </a:lnTo>
                  <a:lnTo>
                    <a:pt x="7526072" y="2996169"/>
                  </a:lnTo>
                  <a:lnTo>
                    <a:pt x="7526928" y="3002981"/>
                  </a:lnTo>
                  <a:lnTo>
                    <a:pt x="7527783" y="2998813"/>
                  </a:lnTo>
                  <a:lnTo>
                    <a:pt x="7528639" y="2998814"/>
                  </a:lnTo>
                  <a:lnTo>
                    <a:pt x="7529494" y="2998814"/>
                  </a:lnTo>
                  <a:lnTo>
                    <a:pt x="7530350" y="2941740"/>
                  </a:lnTo>
                  <a:lnTo>
                    <a:pt x="7531205" y="2902294"/>
                  </a:lnTo>
                  <a:lnTo>
                    <a:pt x="7532061" y="2902293"/>
                  </a:lnTo>
                  <a:lnTo>
                    <a:pt x="7532917" y="2870604"/>
                  </a:lnTo>
                  <a:lnTo>
                    <a:pt x="7533772" y="2840490"/>
                  </a:lnTo>
                  <a:lnTo>
                    <a:pt x="7534628" y="2833438"/>
                  </a:lnTo>
                  <a:lnTo>
                    <a:pt x="7535483" y="2862366"/>
                  </a:lnTo>
                  <a:lnTo>
                    <a:pt x="7536339" y="2848563"/>
                  </a:lnTo>
                  <a:lnTo>
                    <a:pt x="7537194" y="2834113"/>
                  </a:lnTo>
                  <a:lnTo>
                    <a:pt x="7538050" y="2823310"/>
                  </a:lnTo>
                  <a:lnTo>
                    <a:pt x="7538905" y="2837820"/>
                  </a:lnTo>
                  <a:lnTo>
                    <a:pt x="7539761" y="2804707"/>
                  </a:lnTo>
                  <a:lnTo>
                    <a:pt x="7540616" y="2773076"/>
                  </a:lnTo>
                  <a:lnTo>
                    <a:pt x="7541472" y="2788703"/>
                  </a:lnTo>
                  <a:lnTo>
                    <a:pt x="7542327" y="2793153"/>
                  </a:lnTo>
                  <a:lnTo>
                    <a:pt x="7543183" y="2801135"/>
                  </a:lnTo>
                  <a:lnTo>
                    <a:pt x="7544038" y="2785441"/>
                  </a:lnTo>
                  <a:lnTo>
                    <a:pt x="7544894" y="2810475"/>
                  </a:lnTo>
                  <a:lnTo>
                    <a:pt x="7545749" y="2891692"/>
                  </a:lnTo>
                  <a:lnTo>
                    <a:pt x="7546605" y="2988658"/>
                  </a:lnTo>
                  <a:lnTo>
                    <a:pt x="7547460" y="3057577"/>
                  </a:lnTo>
                  <a:lnTo>
                    <a:pt x="7548316" y="3116972"/>
                  </a:lnTo>
                  <a:lnTo>
                    <a:pt x="7549172" y="3116972"/>
                  </a:lnTo>
                  <a:lnTo>
                    <a:pt x="7550027" y="3116972"/>
                  </a:lnTo>
                  <a:lnTo>
                    <a:pt x="7550883" y="3116972"/>
                  </a:lnTo>
                  <a:lnTo>
                    <a:pt x="7551738" y="3116972"/>
                  </a:lnTo>
                  <a:lnTo>
                    <a:pt x="7552594" y="3093105"/>
                  </a:lnTo>
                  <a:lnTo>
                    <a:pt x="7553449" y="3034695"/>
                  </a:lnTo>
                  <a:lnTo>
                    <a:pt x="7554305" y="3013740"/>
                  </a:lnTo>
                  <a:lnTo>
                    <a:pt x="7555160" y="2942437"/>
                  </a:lnTo>
                  <a:lnTo>
                    <a:pt x="7556016" y="2914351"/>
                  </a:lnTo>
                  <a:lnTo>
                    <a:pt x="7556871" y="2903142"/>
                  </a:lnTo>
                  <a:lnTo>
                    <a:pt x="7557727" y="2906067"/>
                  </a:lnTo>
                  <a:lnTo>
                    <a:pt x="7558582" y="2893421"/>
                  </a:lnTo>
                  <a:lnTo>
                    <a:pt x="7559438" y="2864235"/>
                  </a:lnTo>
                  <a:lnTo>
                    <a:pt x="7560293" y="2879074"/>
                  </a:lnTo>
                  <a:lnTo>
                    <a:pt x="7561149" y="2896242"/>
                  </a:lnTo>
                  <a:lnTo>
                    <a:pt x="7562004" y="2926827"/>
                  </a:lnTo>
                  <a:lnTo>
                    <a:pt x="7562860" y="2957312"/>
                  </a:lnTo>
                  <a:lnTo>
                    <a:pt x="7563715" y="3005373"/>
                  </a:lnTo>
                  <a:lnTo>
                    <a:pt x="7564571" y="3001838"/>
                  </a:lnTo>
                  <a:lnTo>
                    <a:pt x="7565427" y="3008242"/>
                  </a:lnTo>
                  <a:lnTo>
                    <a:pt x="7566282" y="3035980"/>
                  </a:lnTo>
                  <a:lnTo>
                    <a:pt x="7567138" y="3043517"/>
                  </a:lnTo>
                  <a:lnTo>
                    <a:pt x="7567993" y="2977841"/>
                  </a:lnTo>
                  <a:lnTo>
                    <a:pt x="7568849" y="2898019"/>
                  </a:lnTo>
                  <a:lnTo>
                    <a:pt x="7569704" y="2898474"/>
                  </a:lnTo>
                  <a:lnTo>
                    <a:pt x="7570560" y="2898674"/>
                  </a:lnTo>
                  <a:lnTo>
                    <a:pt x="7571415" y="2802238"/>
                  </a:lnTo>
                  <a:lnTo>
                    <a:pt x="7572271" y="2780373"/>
                  </a:lnTo>
                  <a:lnTo>
                    <a:pt x="7573126" y="2846050"/>
                  </a:lnTo>
                  <a:lnTo>
                    <a:pt x="7573982" y="2925871"/>
                  </a:lnTo>
                  <a:lnTo>
                    <a:pt x="7574837" y="2966441"/>
                  </a:lnTo>
                  <a:lnTo>
                    <a:pt x="7575693" y="2988561"/>
                  </a:lnTo>
                  <a:lnTo>
                    <a:pt x="7576548" y="3038396"/>
                  </a:lnTo>
                  <a:lnTo>
                    <a:pt x="7577404" y="2991351"/>
                  </a:lnTo>
                  <a:lnTo>
                    <a:pt x="7578259" y="2932701"/>
                  </a:lnTo>
                  <a:lnTo>
                    <a:pt x="7579115" y="2877037"/>
                  </a:lnTo>
                  <a:lnTo>
                    <a:pt x="7579971" y="2824549"/>
                  </a:lnTo>
                  <a:lnTo>
                    <a:pt x="7580826" y="2773993"/>
                  </a:lnTo>
                  <a:lnTo>
                    <a:pt x="7581682" y="2736013"/>
                  </a:lnTo>
                  <a:lnTo>
                    <a:pt x="7582537" y="2730282"/>
                  </a:lnTo>
                  <a:lnTo>
                    <a:pt x="7583393" y="2735720"/>
                  </a:lnTo>
                  <a:lnTo>
                    <a:pt x="7584248" y="2786500"/>
                  </a:lnTo>
                  <a:lnTo>
                    <a:pt x="7585104" y="2818499"/>
                  </a:lnTo>
                  <a:lnTo>
                    <a:pt x="7585959" y="2779378"/>
                  </a:lnTo>
                  <a:lnTo>
                    <a:pt x="7586815" y="2751341"/>
                  </a:lnTo>
                  <a:lnTo>
                    <a:pt x="7587670" y="2808668"/>
                  </a:lnTo>
                  <a:lnTo>
                    <a:pt x="7588526" y="2842868"/>
                  </a:lnTo>
                  <a:lnTo>
                    <a:pt x="7589381" y="2810062"/>
                  </a:lnTo>
                  <a:lnTo>
                    <a:pt x="7590237" y="2820020"/>
                  </a:lnTo>
                  <a:lnTo>
                    <a:pt x="7591092" y="2909701"/>
                  </a:lnTo>
                  <a:lnTo>
                    <a:pt x="7591948" y="2996589"/>
                  </a:lnTo>
                  <a:lnTo>
                    <a:pt x="7592803" y="3029549"/>
                  </a:lnTo>
                  <a:lnTo>
                    <a:pt x="7593659" y="3071293"/>
                  </a:lnTo>
                  <a:lnTo>
                    <a:pt x="7594514" y="3116972"/>
                  </a:lnTo>
                  <a:lnTo>
                    <a:pt x="7595370" y="3116972"/>
                  </a:lnTo>
                  <a:lnTo>
                    <a:pt x="7596226" y="3116972"/>
                  </a:lnTo>
                  <a:lnTo>
                    <a:pt x="7597081" y="3116972"/>
                  </a:lnTo>
                  <a:lnTo>
                    <a:pt x="7597937" y="3100924"/>
                  </a:lnTo>
                  <a:lnTo>
                    <a:pt x="7598792" y="3043918"/>
                  </a:lnTo>
                  <a:lnTo>
                    <a:pt x="7599648" y="2999936"/>
                  </a:lnTo>
                  <a:lnTo>
                    <a:pt x="7600503" y="3004492"/>
                  </a:lnTo>
                  <a:lnTo>
                    <a:pt x="7601359" y="3032231"/>
                  </a:lnTo>
                  <a:lnTo>
                    <a:pt x="7602214" y="3023469"/>
                  </a:lnTo>
                  <a:lnTo>
                    <a:pt x="7603070" y="2995083"/>
                  </a:lnTo>
                  <a:lnTo>
                    <a:pt x="7603925" y="3004423"/>
                  </a:lnTo>
                  <a:lnTo>
                    <a:pt x="7604781" y="3019804"/>
                  </a:lnTo>
                  <a:lnTo>
                    <a:pt x="7605636" y="3014764"/>
                  </a:lnTo>
                  <a:lnTo>
                    <a:pt x="7606492" y="2911876"/>
                  </a:lnTo>
                  <a:lnTo>
                    <a:pt x="7607347" y="2825143"/>
                  </a:lnTo>
                  <a:lnTo>
                    <a:pt x="7608203" y="2831290"/>
                  </a:lnTo>
                  <a:lnTo>
                    <a:pt x="7609058" y="2790121"/>
                  </a:lnTo>
                  <a:lnTo>
                    <a:pt x="7609914" y="2740767"/>
                  </a:lnTo>
                  <a:lnTo>
                    <a:pt x="7610769" y="2703096"/>
                  </a:lnTo>
                  <a:lnTo>
                    <a:pt x="7611625" y="2712396"/>
                  </a:lnTo>
                  <a:lnTo>
                    <a:pt x="7612481" y="2734820"/>
                  </a:lnTo>
                  <a:lnTo>
                    <a:pt x="7613336" y="2666267"/>
                  </a:lnTo>
                  <a:lnTo>
                    <a:pt x="7614192" y="2628545"/>
                  </a:lnTo>
                  <a:lnTo>
                    <a:pt x="7615047" y="2576843"/>
                  </a:lnTo>
                  <a:lnTo>
                    <a:pt x="7615903" y="2526712"/>
                  </a:lnTo>
                  <a:lnTo>
                    <a:pt x="7616758" y="2525342"/>
                  </a:lnTo>
                  <a:lnTo>
                    <a:pt x="7617614" y="2501960"/>
                  </a:lnTo>
                  <a:lnTo>
                    <a:pt x="7618469" y="2566605"/>
                  </a:lnTo>
                  <a:lnTo>
                    <a:pt x="7619325" y="2635583"/>
                  </a:lnTo>
                  <a:lnTo>
                    <a:pt x="7620180" y="2678432"/>
                  </a:lnTo>
                  <a:lnTo>
                    <a:pt x="7621036" y="2692588"/>
                  </a:lnTo>
                  <a:lnTo>
                    <a:pt x="7621891" y="2721698"/>
                  </a:lnTo>
                  <a:lnTo>
                    <a:pt x="7622747" y="2772863"/>
                  </a:lnTo>
                  <a:lnTo>
                    <a:pt x="7623602" y="2801121"/>
                  </a:lnTo>
                  <a:lnTo>
                    <a:pt x="7624458" y="2835968"/>
                  </a:lnTo>
                  <a:lnTo>
                    <a:pt x="7625313" y="2899589"/>
                  </a:lnTo>
                  <a:lnTo>
                    <a:pt x="7626169" y="2981045"/>
                  </a:lnTo>
                  <a:lnTo>
                    <a:pt x="7627025" y="3046890"/>
                  </a:lnTo>
                  <a:lnTo>
                    <a:pt x="7627880" y="3116972"/>
                  </a:lnTo>
                  <a:lnTo>
                    <a:pt x="7628736" y="3116972"/>
                  </a:lnTo>
                  <a:lnTo>
                    <a:pt x="7629591" y="3116972"/>
                  </a:lnTo>
                  <a:lnTo>
                    <a:pt x="7630447" y="3116972"/>
                  </a:lnTo>
                  <a:lnTo>
                    <a:pt x="7631302" y="3116972"/>
                  </a:lnTo>
                  <a:lnTo>
                    <a:pt x="7632158" y="3116972"/>
                  </a:lnTo>
                  <a:lnTo>
                    <a:pt x="7633013" y="3088159"/>
                  </a:lnTo>
                  <a:lnTo>
                    <a:pt x="7633869" y="3085343"/>
                  </a:lnTo>
                  <a:lnTo>
                    <a:pt x="7634724" y="3069186"/>
                  </a:lnTo>
                  <a:lnTo>
                    <a:pt x="7635580" y="3058853"/>
                  </a:lnTo>
                  <a:lnTo>
                    <a:pt x="7636435" y="2998867"/>
                  </a:lnTo>
                  <a:lnTo>
                    <a:pt x="7637291" y="2983200"/>
                  </a:lnTo>
                  <a:lnTo>
                    <a:pt x="7638146" y="2981902"/>
                  </a:lnTo>
                  <a:lnTo>
                    <a:pt x="7639002" y="2899004"/>
                  </a:lnTo>
                  <a:lnTo>
                    <a:pt x="7639857" y="2834452"/>
                  </a:lnTo>
                  <a:lnTo>
                    <a:pt x="7640713" y="2899871"/>
                  </a:lnTo>
                  <a:lnTo>
                    <a:pt x="7641568" y="2842524"/>
                  </a:lnTo>
                  <a:lnTo>
                    <a:pt x="7642424" y="2780568"/>
                  </a:lnTo>
                  <a:lnTo>
                    <a:pt x="7643280" y="2758603"/>
                  </a:lnTo>
                  <a:lnTo>
                    <a:pt x="7644135" y="2822192"/>
                  </a:lnTo>
                  <a:lnTo>
                    <a:pt x="7644991" y="2792425"/>
                  </a:lnTo>
                  <a:lnTo>
                    <a:pt x="7645846" y="2637449"/>
                  </a:lnTo>
                  <a:lnTo>
                    <a:pt x="7646702" y="2628650"/>
                  </a:lnTo>
                  <a:lnTo>
                    <a:pt x="7647557" y="2663853"/>
                  </a:lnTo>
                  <a:lnTo>
                    <a:pt x="7648413" y="2694953"/>
                  </a:lnTo>
                  <a:lnTo>
                    <a:pt x="7649268" y="2678583"/>
                  </a:lnTo>
                  <a:lnTo>
                    <a:pt x="7650124" y="2752597"/>
                  </a:lnTo>
                  <a:lnTo>
                    <a:pt x="7650979" y="2846214"/>
                  </a:lnTo>
                  <a:lnTo>
                    <a:pt x="7651835" y="2930051"/>
                  </a:lnTo>
                  <a:lnTo>
                    <a:pt x="7652690" y="2936756"/>
                  </a:lnTo>
                  <a:lnTo>
                    <a:pt x="7653546" y="2843180"/>
                  </a:lnTo>
                  <a:lnTo>
                    <a:pt x="7654401" y="2838844"/>
                  </a:lnTo>
                  <a:lnTo>
                    <a:pt x="7655257" y="2867353"/>
                  </a:lnTo>
                  <a:lnTo>
                    <a:pt x="7656112" y="2854315"/>
                  </a:lnTo>
                  <a:lnTo>
                    <a:pt x="7656968" y="2820208"/>
                  </a:lnTo>
                  <a:lnTo>
                    <a:pt x="7657823" y="2784974"/>
                  </a:lnTo>
                  <a:lnTo>
                    <a:pt x="7658679" y="2701619"/>
                  </a:lnTo>
                  <a:lnTo>
                    <a:pt x="7659535" y="2587345"/>
                  </a:lnTo>
                  <a:lnTo>
                    <a:pt x="7660390" y="2459363"/>
                  </a:lnTo>
                  <a:lnTo>
                    <a:pt x="7661246" y="2430649"/>
                  </a:lnTo>
                  <a:lnTo>
                    <a:pt x="7662101" y="2359936"/>
                  </a:lnTo>
                  <a:lnTo>
                    <a:pt x="7662957" y="2344926"/>
                  </a:lnTo>
                  <a:lnTo>
                    <a:pt x="7663812" y="2450023"/>
                  </a:lnTo>
                  <a:lnTo>
                    <a:pt x="7664668" y="2539822"/>
                  </a:lnTo>
                  <a:lnTo>
                    <a:pt x="7665523" y="2557070"/>
                  </a:lnTo>
                  <a:lnTo>
                    <a:pt x="7666379" y="2514904"/>
                  </a:lnTo>
                  <a:lnTo>
                    <a:pt x="7667234" y="2586583"/>
                  </a:lnTo>
                  <a:lnTo>
                    <a:pt x="7668090" y="2582910"/>
                  </a:lnTo>
                  <a:lnTo>
                    <a:pt x="7668945" y="2556012"/>
                  </a:lnTo>
                  <a:lnTo>
                    <a:pt x="7669801" y="2534938"/>
                  </a:lnTo>
                  <a:lnTo>
                    <a:pt x="7670656" y="2495855"/>
                  </a:lnTo>
                  <a:lnTo>
                    <a:pt x="7671512" y="2479255"/>
                  </a:lnTo>
                  <a:lnTo>
                    <a:pt x="7672367" y="2370066"/>
                  </a:lnTo>
                  <a:lnTo>
                    <a:pt x="7673223" y="2283787"/>
                  </a:lnTo>
                  <a:lnTo>
                    <a:pt x="7674079" y="2268291"/>
                  </a:lnTo>
                  <a:lnTo>
                    <a:pt x="7674934" y="2233305"/>
                  </a:lnTo>
                  <a:lnTo>
                    <a:pt x="7675790" y="2195607"/>
                  </a:lnTo>
                  <a:lnTo>
                    <a:pt x="7676645" y="2184387"/>
                  </a:lnTo>
                  <a:lnTo>
                    <a:pt x="7677501" y="2256115"/>
                  </a:lnTo>
                  <a:lnTo>
                    <a:pt x="7678356" y="2289199"/>
                  </a:lnTo>
                  <a:lnTo>
                    <a:pt x="7679212" y="2256430"/>
                  </a:lnTo>
                  <a:lnTo>
                    <a:pt x="7680067" y="2285405"/>
                  </a:lnTo>
                  <a:lnTo>
                    <a:pt x="7680923" y="2351482"/>
                  </a:lnTo>
                  <a:lnTo>
                    <a:pt x="7681778" y="2345411"/>
                  </a:lnTo>
                  <a:lnTo>
                    <a:pt x="7682634" y="2222822"/>
                  </a:lnTo>
                  <a:lnTo>
                    <a:pt x="7683489" y="2149179"/>
                  </a:lnTo>
                  <a:lnTo>
                    <a:pt x="7684345" y="2084350"/>
                  </a:lnTo>
                  <a:lnTo>
                    <a:pt x="7685200" y="1957106"/>
                  </a:lnTo>
                  <a:lnTo>
                    <a:pt x="7686056" y="1893925"/>
                  </a:lnTo>
                  <a:lnTo>
                    <a:pt x="7686911" y="1851101"/>
                  </a:lnTo>
                  <a:lnTo>
                    <a:pt x="7687767" y="1873292"/>
                  </a:lnTo>
                  <a:lnTo>
                    <a:pt x="7688622" y="1937390"/>
                  </a:lnTo>
                  <a:lnTo>
                    <a:pt x="7689478" y="1948038"/>
                  </a:lnTo>
                  <a:lnTo>
                    <a:pt x="7690334" y="1999201"/>
                  </a:lnTo>
                  <a:lnTo>
                    <a:pt x="7691189" y="2038196"/>
                  </a:lnTo>
                  <a:lnTo>
                    <a:pt x="7692045" y="2121941"/>
                  </a:lnTo>
                  <a:lnTo>
                    <a:pt x="7692900" y="2156442"/>
                  </a:lnTo>
                  <a:lnTo>
                    <a:pt x="7693756" y="2056277"/>
                  </a:lnTo>
                  <a:lnTo>
                    <a:pt x="7694611" y="2037717"/>
                  </a:lnTo>
                  <a:lnTo>
                    <a:pt x="7695467" y="2079302"/>
                  </a:lnTo>
                  <a:lnTo>
                    <a:pt x="7696322" y="2129771"/>
                  </a:lnTo>
                  <a:lnTo>
                    <a:pt x="7697178" y="2116075"/>
                  </a:lnTo>
                  <a:lnTo>
                    <a:pt x="7698033" y="2115512"/>
                  </a:lnTo>
                  <a:lnTo>
                    <a:pt x="7698889" y="2210192"/>
                  </a:lnTo>
                  <a:lnTo>
                    <a:pt x="7699744" y="2343112"/>
                  </a:lnTo>
                  <a:lnTo>
                    <a:pt x="7700600" y="2404243"/>
                  </a:lnTo>
                  <a:lnTo>
                    <a:pt x="7701455" y="2419033"/>
                  </a:lnTo>
                  <a:lnTo>
                    <a:pt x="7702311" y="2428571"/>
                  </a:lnTo>
                  <a:lnTo>
                    <a:pt x="7703166" y="2501312"/>
                  </a:lnTo>
                  <a:lnTo>
                    <a:pt x="7704022" y="2612207"/>
                  </a:lnTo>
                  <a:lnTo>
                    <a:pt x="7704877" y="2633511"/>
                  </a:lnTo>
                  <a:lnTo>
                    <a:pt x="7705733" y="2576658"/>
                  </a:lnTo>
                  <a:lnTo>
                    <a:pt x="7706589" y="2581455"/>
                  </a:lnTo>
                  <a:lnTo>
                    <a:pt x="7707444" y="2691091"/>
                  </a:lnTo>
                  <a:lnTo>
                    <a:pt x="7708300" y="2770266"/>
                  </a:lnTo>
                  <a:lnTo>
                    <a:pt x="7709155" y="2769577"/>
                  </a:lnTo>
                  <a:lnTo>
                    <a:pt x="7710011" y="2810983"/>
                  </a:lnTo>
                  <a:lnTo>
                    <a:pt x="7710866" y="2870391"/>
                  </a:lnTo>
                  <a:lnTo>
                    <a:pt x="7711722" y="2781039"/>
                  </a:lnTo>
                  <a:lnTo>
                    <a:pt x="7712577" y="2660500"/>
                  </a:lnTo>
                  <a:lnTo>
                    <a:pt x="7713433" y="2650427"/>
                  </a:lnTo>
                  <a:lnTo>
                    <a:pt x="7714288" y="2639416"/>
                  </a:lnTo>
                  <a:lnTo>
                    <a:pt x="7715144" y="2612176"/>
                  </a:lnTo>
                  <a:lnTo>
                    <a:pt x="7715999" y="2571552"/>
                  </a:lnTo>
                  <a:lnTo>
                    <a:pt x="7716855" y="2674507"/>
                  </a:lnTo>
                  <a:lnTo>
                    <a:pt x="7717710" y="2781476"/>
                  </a:lnTo>
                  <a:lnTo>
                    <a:pt x="7718566" y="2823587"/>
                  </a:lnTo>
                  <a:lnTo>
                    <a:pt x="7719421" y="2889473"/>
                  </a:lnTo>
                  <a:lnTo>
                    <a:pt x="7720277" y="2895048"/>
                  </a:lnTo>
                  <a:lnTo>
                    <a:pt x="7721133" y="2983477"/>
                  </a:lnTo>
                  <a:lnTo>
                    <a:pt x="7721988" y="3021661"/>
                  </a:lnTo>
                  <a:lnTo>
                    <a:pt x="7722844" y="3037912"/>
                  </a:lnTo>
                  <a:lnTo>
                    <a:pt x="7723699" y="3036219"/>
                  </a:lnTo>
                  <a:lnTo>
                    <a:pt x="7724555" y="3028996"/>
                  </a:lnTo>
                  <a:lnTo>
                    <a:pt x="7725410" y="3035012"/>
                  </a:lnTo>
                  <a:lnTo>
                    <a:pt x="7726266" y="3021516"/>
                  </a:lnTo>
                  <a:lnTo>
                    <a:pt x="7727121" y="3002636"/>
                  </a:lnTo>
                  <a:lnTo>
                    <a:pt x="7727977" y="2947736"/>
                  </a:lnTo>
                  <a:lnTo>
                    <a:pt x="7728832" y="2892709"/>
                  </a:lnTo>
                  <a:lnTo>
                    <a:pt x="7729688" y="2830566"/>
                  </a:lnTo>
                  <a:lnTo>
                    <a:pt x="7730543" y="2807729"/>
                  </a:lnTo>
                  <a:lnTo>
                    <a:pt x="7731399" y="2799537"/>
                  </a:lnTo>
                  <a:lnTo>
                    <a:pt x="7732254" y="2776921"/>
                  </a:lnTo>
                  <a:lnTo>
                    <a:pt x="7733110" y="2812929"/>
                  </a:lnTo>
                  <a:lnTo>
                    <a:pt x="7733965" y="2890629"/>
                  </a:lnTo>
                  <a:lnTo>
                    <a:pt x="7734821" y="2951710"/>
                  </a:lnTo>
                  <a:lnTo>
                    <a:pt x="7735676" y="2951124"/>
                  </a:lnTo>
                  <a:lnTo>
                    <a:pt x="7736532" y="2955734"/>
                  </a:lnTo>
                  <a:lnTo>
                    <a:pt x="7737388" y="2997231"/>
                  </a:lnTo>
                  <a:lnTo>
                    <a:pt x="7738243" y="3023716"/>
                  </a:lnTo>
                  <a:lnTo>
                    <a:pt x="7739099" y="3002828"/>
                  </a:lnTo>
                  <a:lnTo>
                    <a:pt x="7739954" y="3009027"/>
                  </a:lnTo>
                  <a:lnTo>
                    <a:pt x="7740810" y="3010078"/>
                  </a:lnTo>
                  <a:lnTo>
                    <a:pt x="7741665" y="2973764"/>
                  </a:lnTo>
                  <a:lnTo>
                    <a:pt x="7742521" y="2888725"/>
                  </a:lnTo>
                  <a:lnTo>
                    <a:pt x="7743376" y="2751846"/>
                  </a:lnTo>
                  <a:lnTo>
                    <a:pt x="7744232" y="2651455"/>
                  </a:lnTo>
                  <a:lnTo>
                    <a:pt x="7745087" y="2603858"/>
                  </a:lnTo>
                  <a:lnTo>
                    <a:pt x="7745943" y="2656484"/>
                  </a:lnTo>
                  <a:lnTo>
                    <a:pt x="7746798" y="2703861"/>
                  </a:lnTo>
                  <a:lnTo>
                    <a:pt x="7747654" y="2740250"/>
                  </a:lnTo>
                  <a:lnTo>
                    <a:pt x="7748509" y="2806429"/>
                  </a:lnTo>
                  <a:lnTo>
                    <a:pt x="7749365" y="2805327"/>
                  </a:lnTo>
                  <a:lnTo>
                    <a:pt x="7750220" y="2780084"/>
                  </a:lnTo>
                  <a:lnTo>
                    <a:pt x="7751076" y="2733037"/>
                  </a:lnTo>
                  <a:lnTo>
                    <a:pt x="7751931" y="2724889"/>
                  </a:lnTo>
                  <a:lnTo>
                    <a:pt x="7752787" y="2746446"/>
                  </a:lnTo>
                  <a:lnTo>
                    <a:pt x="7753643" y="2750380"/>
                  </a:lnTo>
                  <a:lnTo>
                    <a:pt x="7754498" y="2748644"/>
                  </a:lnTo>
                  <a:lnTo>
                    <a:pt x="7755354" y="2671806"/>
                  </a:lnTo>
                  <a:lnTo>
                    <a:pt x="7756209" y="2665980"/>
                  </a:lnTo>
                  <a:lnTo>
                    <a:pt x="7757065" y="2695494"/>
                  </a:lnTo>
                  <a:lnTo>
                    <a:pt x="7757920" y="2740416"/>
                  </a:lnTo>
                  <a:lnTo>
                    <a:pt x="7758776" y="2827325"/>
                  </a:lnTo>
                  <a:lnTo>
                    <a:pt x="7759631" y="2933629"/>
                  </a:lnTo>
                  <a:lnTo>
                    <a:pt x="7760487" y="3063403"/>
                  </a:lnTo>
                  <a:lnTo>
                    <a:pt x="7761342" y="3074275"/>
                  </a:lnTo>
                  <a:lnTo>
                    <a:pt x="7762198" y="3016124"/>
                  </a:lnTo>
                  <a:lnTo>
                    <a:pt x="7763053" y="3033603"/>
                  </a:lnTo>
                  <a:lnTo>
                    <a:pt x="7763909" y="3055145"/>
                  </a:lnTo>
                  <a:lnTo>
                    <a:pt x="7764764" y="3065800"/>
                  </a:lnTo>
                  <a:lnTo>
                    <a:pt x="7765620" y="3086172"/>
                  </a:lnTo>
                  <a:lnTo>
                    <a:pt x="7766475" y="3082087"/>
                  </a:lnTo>
                  <a:lnTo>
                    <a:pt x="7767331" y="3070848"/>
                  </a:lnTo>
                  <a:lnTo>
                    <a:pt x="7768186" y="3016866"/>
                  </a:lnTo>
                  <a:lnTo>
                    <a:pt x="7769042" y="2967588"/>
                  </a:lnTo>
                  <a:lnTo>
                    <a:pt x="7769898" y="2967578"/>
                  </a:lnTo>
                  <a:lnTo>
                    <a:pt x="7770753" y="2989628"/>
                  </a:lnTo>
                  <a:lnTo>
                    <a:pt x="7771609" y="3032404"/>
                  </a:lnTo>
                  <a:lnTo>
                    <a:pt x="7772464" y="3043241"/>
                  </a:lnTo>
                  <a:lnTo>
                    <a:pt x="7773320" y="3033106"/>
                  </a:lnTo>
                  <a:lnTo>
                    <a:pt x="7774175" y="3032636"/>
                  </a:lnTo>
                  <a:lnTo>
                    <a:pt x="7775031" y="3048284"/>
                  </a:lnTo>
                  <a:lnTo>
                    <a:pt x="7775886" y="3048436"/>
                  </a:lnTo>
                  <a:lnTo>
                    <a:pt x="7776742" y="3069429"/>
                  </a:lnTo>
                  <a:lnTo>
                    <a:pt x="7777597" y="3116972"/>
                  </a:lnTo>
                  <a:lnTo>
                    <a:pt x="7778453" y="3116972"/>
                  </a:lnTo>
                  <a:lnTo>
                    <a:pt x="7779308" y="3105347"/>
                  </a:lnTo>
                  <a:lnTo>
                    <a:pt x="7780164" y="3043485"/>
                  </a:lnTo>
                  <a:lnTo>
                    <a:pt x="7781019" y="3015680"/>
                  </a:lnTo>
                  <a:lnTo>
                    <a:pt x="7781875" y="2957008"/>
                  </a:lnTo>
                  <a:lnTo>
                    <a:pt x="7782730" y="2929044"/>
                  </a:lnTo>
                  <a:lnTo>
                    <a:pt x="7783586" y="2932464"/>
                  </a:lnTo>
                  <a:lnTo>
                    <a:pt x="7784442" y="2970257"/>
                  </a:lnTo>
                  <a:lnTo>
                    <a:pt x="7785297" y="3000964"/>
                  </a:lnTo>
                  <a:lnTo>
                    <a:pt x="7786153" y="2985551"/>
                  </a:lnTo>
                  <a:lnTo>
                    <a:pt x="7787008" y="2981548"/>
                  </a:lnTo>
                  <a:lnTo>
                    <a:pt x="7787864" y="2996816"/>
                  </a:lnTo>
                  <a:lnTo>
                    <a:pt x="7788719" y="2969851"/>
                  </a:lnTo>
                  <a:lnTo>
                    <a:pt x="7789575" y="2913344"/>
                  </a:lnTo>
                  <a:lnTo>
                    <a:pt x="7790430" y="2802035"/>
                  </a:lnTo>
                  <a:lnTo>
                    <a:pt x="7791286" y="2710660"/>
                  </a:lnTo>
                  <a:lnTo>
                    <a:pt x="7792141" y="2708827"/>
                  </a:lnTo>
                  <a:lnTo>
                    <a:pt x="7792997" y="2630056"/>
                  </a:lnTo>
                  <a:lnTo>
                    <a:pt x="7793852" y="2631117"/>
                  </a:lnTo>
                  <a:lnTo>
                    <a:pt x="7794708" y="2696385"/>
                  </a:lnTo>
                  <a:lnTo>
                    <a:pt x="7795563" y="2777849"/>
                  </a:lnTo>
                  <a:lnTo>
                    <a:pt x="7796419" y="2801514"/>
                  </a:lnTo>
                  <a:lnTo>
                    <a:pt x="7797274" y="2761284"/>
                  </a:lnTo>
                  <a:lnTo>
                    <a:pt x="7798130" y="2825461"/>
                  </a:lnTo>
                  <a:lnTo>
                    <a:pt x="7798985" y="2817553"/>
                  </a:lnTo>
                  <a:lnTo>
                    <a:pt x="7799841" y="2790908"/>
                  </a:lnTo>
                  <a:lnTo>
                    <a:pt x="7800697" y="2820753"/>
                  </a:lnTo>
                  <a:lnTo>
                    <a:pt x="7801552" y="2896913"/>
                  </a:lnTo>
                  <a:lnTo>
                    <a:pt x="7802408" y="2907253"/>
                  </a:lnTo>
                  <a:lnTo>
                    <a:pt x="7803263" y="2810424"/>
                  </a:lnTo>
                  <a:lnTo>
                    <a:pt x="7804119" y="2731699"/>
                  </a:lnTo>
                  <a:lnTo>
                    <a:pt x="7804974" y="2705815"/>
                  </a:lnTo>
                  <a:lnTo>
                    <a:pt x="7805830" y="2651847"/>
                  </a:lnTo>
                  <a:lnTo>
                    <a:pt x="7806685" y="2596885"/>
                  </a:lnTo>
                  <a:lnTo>
                    <a:pt x="7807541" y="2592007"/>
                  </a:lnTo>
                  <a:lnTo>
                    <a:pt x="7808396" y="2625851"/>
                  </a:lnTo>
                  <a:lnTo>
                    <a:pt x="7809252" y="2689051"/>
                  </a:lnTo>
                  <a:lnTo>
                    <a:pt x="7810107" y="2709143"/>
                  </a:lnTo>
                  <a:lnTo>
                    <a:pt x="7810963" y="2706311"/>
                  </a:lnTo>
                  <a:lnTo>
                    <a:pt x="7811818" y="2706904"/>
                  </a:lnTo>
                  <a:lnTo>
                    <a:pt x="7812674" y="2780382"/>
                  </a:lnTo>
                  <a:lnTo>
                    <a:pt x="7813529" y="2855495"/>
                  </a:lnTo>
                  <a:lnTo>
                    <a:pt x="7814385" y="2907837"/>
                  </a:lnTo>
                  <a:lnTo>
                    <a:pt x="7815240" y="2926439"/>
                  </a:lnTo>
                  <a:lnTo>
                    <a:pt x="7816096" y="2943620"/>
                  </a:lnTo>
                  <a:lnTo>
                    <a:pt x="7816952" y="2974207"/>
                  </a:lnTo>
                  <a:lnTo>
                    <a:pt x="7817807" y="2942532"/>
                  </a:lnTo>
                  <a:lnTo>
                    <a:pt x="7818663" y="2922892"/>
                  </a:lnTo>
                  <a:lnTo>
                    <a:pt x="7819518" y="2862828"/>
                  </a:lnTo>
                  <a:lnTo>
                    <a:pt x="7820374" y="2822075"/>
                  </a:lnTo>
                  <a:lnTo>
                    <a:pt x="7821229" y="2788606"/>
                  </a:lnTo>
                  <a:lnTo>
                    <a:pt x="7822085" y="2811502"/>
                  </a:lnTo>
                  <a:lnTo>
                    <a:pt x="7822940" y="2879446"/>
                  </a:lnTo>
                  <a:lnTo>
                    <a:pt x="7823796" y="2883154"/>
                  </a:lnTo>
                  <a:lnTo>
                    <a:pt x="7824651" y="2892537"/>
                  </a:lnTo>
                  <a:lnTo>
                    <a:pt x="7825507" y="2825253"/>
                  </a:lnTo>
                  <a:lnTo>
                    <a:pt x="7826362" y="2811913"/>
                  </a:lnTo>
                  <a:lnTo>
                    <a:pt x="7827218" y="2762493"/>
                  </a:lnTo>
                  <a:lnTo>
                    <a:pt x="7828073" y="2696651"/>
                  </a:lnTo>
                  <a:lnTo>
                    <a:pt x="7828929" y="2723571"/>
                  </a:lnTo>
                  <a:lnTo>
                    <a:pt x="7829784" y="2728577"/>
                  </a:lnTo>
                  <a:lnTo>
                    <a:pt x="7830640" y="2781694"/>
                  </a:lnTo>
                  <a:lnTo>
                    <a:pt x="7831496" y="2855908"/>
                  </a:lnTo>
                  <a:lnTo>
                    <a:pt x="7832351" y="2891873"/>
                  </a:lnTo>
                  <a:lnTo>
                    <a:pt x="7833207" y="2872207"/>
                  </a:lnTo>
                  <a:lnTo>
                    <a:pt x="7834062" y="2819908"/>
                  </a:lnTo>
                  <a:lnTo>
                    <a:pt x="7834918" y="2850296"/>
                  </a:lnTo>
                  <a:lnTo>
                    <a:pt x="7835773" y="2897816"/>
                  </a:lnTo>
                  <a:lnTo>
                    <a:pt x="7836629" y="2850925"/>
                  </a:lnTo>
                  <a:lnTo>
                    <a:pt x="7837484" y="2812596"/>
                  </a:lnTo>
                  <a:lnTo>
                    <a:pt x="7838340" y="2817796"/>
                  </a:lnTo>
                  <a:lnTo>
                    <a:pt x="7839195" y="2840523"/>
                  </a:lnTo>
                  <a:lnTo>
                    <a:pt x="7840051" y="2845422"/>
                  </a:lnTo>
                  <a:lnTo>
                    <a:pt x="7840906" y="2826805"/>
                  </a:lnTo>
                  <a:lnTo>
                    <a:pt x="7841762" y="2812102"/>
                  </a:lnTo>
                  <a:lnTo>
                    <a:pt x="7842617" y="2792994"/>
                  </a:lnTo>
                  <a:lnTo>
                    <a:pt x="7843473" y="2851628"/>
                  </a:lnTo>
                  <a:lnTo>
                    <a:pt x="7844328" y="2937809"/>
                  </a:lnTo>
                  <a:lnTo>
                    <a:pt x="7845184" y="2919761"/>
                  </a:lnTo>
                  <a:lnTo>
                    <a:pt x="7846039" y="2941423"/>
                  </a:lnTo>
                  <a:lnTo>
                    <a:pt x="7846895" y="3015235"/>
                  </a:lnTo>
                  <a:lnTo>
                    <a:pt x="7847751" y="3093974"/>
                  </a:lnTo>
                  <a:lnTo>
                    <a:pt x="7848606" y="3089162"/>
                  </a:lnTo>
                  <a:lnTo>
                    <a:pt x="7849462" y="3036721"/>
                  </a:lnTo>
                  <a:lnTo>
                    <a:pt x="7850317" y="3062155"/>
                  </a:lnTo>
                  <a:lnTo>
                    <a:pt x="7851173" y="3071586"/>
                  </a:lnTo>
                  <a:lnTo>
                    <a:pt x="7852028" y="3071586"/>
                  </a:lnTo>
                  <a:lnTo>
                    <a:pt x="7852884" y="3090191"/>
                  </a:lnTo>
                  <a:lnTo>
                    <a:pt x="7853739" y="3090963"/>
                  </a:lnTo>
                  <a:lnTo>
                    <a:pt x="7854595" y="3056013"/>
                  </a:lnTo>
                  <a:lnTo>
                    <a:pt x="7855450" y="3041047"/>
                  </a:lnTo>
                  <a:lnTo>
                    <a:pt x="7856306" y="3041048"/>
                  </a:lnTo>
                  <a:lnTo>
                    <a:pt x="7857161" y="3035818"/>
                  </a:lnTo>
                  <a:lnTo>
                    <a:pt x="7858017" y="3023483"/>
                  </a:lnTo>
                  <a:lnTo>
                    <a:pt x="7858872" y="3089353"/>
                  </a:lnTo>
                  <a:lnTo>
                    <a:pt x="7859728" y="3116972"/>
                  </a:lnTo>
                  <a:lnTo>
                    <a:pt x="7860583" y="3116972"/>
                  </a:lnTo>
                  <a:lnTo>
                    <a:pt x="7861439" y="3116972"/>
                  </a:lnTo>
                  <a:lnTo>
                    <a:pt x="7862294" y="3116972"/>
                  </a:lnTo>
                  <a:lnTo>
                    <a:pt x="7863150" y="3116972"/>
                  </a:lnTo>
                  <a:lnTo>
                    <a:pt x="7864006" y="3116972"/>
                  </a:lnTo>
                  <a:lnTo>
                    <a:pt x="7864861" y="3116972"/>
                  </a:lnTo>
                  <a:lnTo>
                    <a:pt x="7865717" y="3114194"/>
                  </a:lnTo>
                  <a:lnTo>
                    <a:pt x="7866572" y="3116972"/>
                  </a:lnTo>
                  <a:lnTo>
                    <a:pt x="7867428" y="3116972"/>
                  </a:lnTo>
                  <a:lnTo>
                    <a:pt x="7868283" y="3116972"/>
                  </a:lnTo>
                  <a:lnTo>
                    <a:pt x="7869139" y="3116972"/>
                  </a:lnTo>
                  <a:lnTo>
                    <a:pt x="7869994" y="3116972"/>
                  </a:lnTo>
                  <a:lnTo>
                    <a:pt x="7870850" y="3116972"/>
                  </a:lnTo>
                  <a:lnTo>
                    <a:pt x="7871705" y="3116972"/>
                  </a:lnTo>
                  <a:lnTo>
                    <a:pt x="7872561" y="3116972"/>
                  </a:lnTo>
                  <a:lnTo>
                    <a:pt x="7873416" y="3116972"/>
                  </a:lnTo>
                  <a:lnTo>
                    <a:pt x="7874272" y="3116972"/>
                  </a:lnTo>
                  <a:lnTo>
                    <a:pt x="7875127" y="3116972"/>
                  </a:lnTo>
                  <a:lnTo>
                    <a:pt x="7875983" y="3116972"/>
                  </a:lnTo>
                  <a:lnTo>
                    <a:pt x="7876838" y="3116972"/>
                  </a:lnTo>
                  <a:lnTo>
                    <a:pt x="7877694" y="3116972"/>
                  </a:lnTo>
                  <a:lnTo>
                    <a:pt x="7878550" y="3116972"/>
                  </a:lnTo>
                  <a:lnTo>
                    <a:pt x="7879405" y="3116003"/>
                  </a:lnTo>
                  <a:lnTo>
                    <a:pt x="7880261" y="3102927"/>
                  </a:lnTo>
                  <a:lnTo>
                    <a:pt x="7881116" y="3114787"/>
                  </a:lnTo>
                  <a:lnTo>
                    <a:pt x="7881972" y="3116972"/>
                  </a:lnTo>
                  <a:lnTo>
                    <a:pt x="7882827" y="3086685"/>
                  </a:lnTo>
                  <a:lnTo>
                    <a:pt x="7883683" y="3018549"/>
                  </a:lnTo>
                  <a:lnTo>
                    <a:pt x="7884538" y="3038784"/>
                  </a:lnTo>
                  <a:lnTo>
                    <a:pt x="7885394" y="3042728"/>
                  </a:lnTo>
                  <a:lnTo>
                    <a:pt x="7886249" y="3043425"/>
                  </a:lnTo>
                  <a:lnTo>
                    <a:pt x="7887105" y="3019570"/>
                  </a:lnTo>
                  <a:lnTo>
                    <a:pt x="7887960" y="3043615"/>
                  </a:lnTo>
                  <a:lnTo>
                    <a:pt x="7888816" y="3100030"/>
                  </a:lnTo>
                  <a:lnTo>
                    <a:pt x="7889671" y="3116972"/>
                  </a:lnTo>
                  <a:lnTo>
                    <a:pt x="7890527" y="3085732"/>
                  </a:lnTo>
                  <a:lnTo>
                    <a:pt x="7891382" y="3059373"/>
                  </a:lnTo>
                  <a:lnTo>
                    <a:pt x="7892238" y="3032551"/>
                  </a:lnTo>
                  <a:lnTo>
                    <a:pt x="7893093" y="3009138"/>
                  </a:lnTo>
                  <a:lnTo>
                    <a:pt x="7893949" y="2962363"/>
                  </a:lnTo>
                  <a:lnTo>
                    <a:pt x="7894805" y="2950816"/>
                  </a:lnTo>
                  <a:lnTo>
                    <a:pt x="7895660" y="2983881"/>
                  </a:lnTo>
                  <a:lnTo>
                    <a:pt x="7896516" y="2997842"/>
                  </a:lnTo>
                  <a:lnTo>
                    <a:pt x="7897371" y="3016152"/>
                  </a:lnTo>
                  <a:lnTo>
                    <a:pt x="7898227" y="3026601"/>
                  </a:lnTo>
                  <a:lnTo>
                    <a:pt x="7899082" y="3044275"/>
                  </a:lnTo>
                  <a:lnTo>
                    <a:pt x="7899938" y="3055824"/>
                  </a:lnTo>
                  <a:lnTo>
                    <a:pt x="7900793" y="3022759"/>
                  </a:lnTo>
                  <a:lnTo>
                    <a:pt x="7901649" y="2999017"/>
                  </a:lnTo>
                  <a:lnTo>
                    <a:pt x="7902504" y="3012626"/>
                  </a:lnTo>
                  <a:lnTo>
                    <a:pt x="7903360" y="3094410"/>
                  </a:lnTo>
                  <a:lnTo>
                    <a:pt x="7904215" y="3116972"/>
                  </a:lnTo>
                  <a:lnTo>
                    <a:pt x="7905071" y="3116972"/>
                  </a:lnTo>
                  <a:lnTo>
                    <a:pt x="7905926" y="3116972"/>
                  </a:lnTo>
                  <a:lnTo>
                    <a:pt x="7906782" y="3116972"/>
                  </a:lnTo>
                  <a:lnTo>
                    <a:pt x="7907637" y="3116972"/>
                  </a:lnTo>
                  <a:lnTo>
                    <a:pt x="7908493" y="3116972"/>
                  </a:lnTo>
                  <a:lnTo>
                    <a:pt x="7909348" y="3116972"/>
                  </a:lnTo>
                  <a:lnTo>
                    <a:pt x="7910204" y="3084167"/>
                  </a:lnTo>
                  <a:lnTo>
                    <a:pt x="7911060" y="3045724"/>
                  </a:lnTo>
                  <a:lnTo>
                    <a:pt x="7911915" y="2995235"/>
                  </a:lnTo>
                  <a:lnTo>
                    <a:pt x="7912771" y="2978445"/>
                  </a:lnTo>
                  <a:lnTo>
                    <a:pt x="7913626" y="2996641"/>
                  </a:lnTo>
                  <a:lnTo>
                    <a:pt x="7914482" y="3070154"/>
                  </a:lnTo>
                  <a:lnTo>
                    <a:pt x="7915337" y="3116972"/>
                  </a:lnTo>
                  <a:lnTo>
                    <a:pt x="7916193" y="3116972"/>
                  </a:lnTo>
                  <a:lnTo>
                    <a:pt x="7917048" y="3116972"/>
                  </a:lnTo>
                  <a:lnTo>
                    <a:pt x="7917904" y="3116972"/>
                  </a:lnTo>
                  <a:lnTo>
                    <a:pt x="7918759" y="3116972"/>
                  </a:lnTo>
                  <a:lnTo>
                    <a:pt x="7919615" y="3101006"/>
                  </a:lnTo>
                  <a:lnTo>
                    <a:pt x="7920470" y="3007692"/>
                  </a:lnTo>
                  <a:lnTo>
                    <a:pt x="7921326" y="2995041"/>
                  </a:lnTo>
                  <a:lnTo>
                    <a:pt x="7922181" y="3034645"/>
                  </a:lnTo>
                  <a:lnTo>
                    <a:pt x="7923037" y="3093098"/>
                  </a:lnTo>
                  <a:lnTo>
                    <a:pt x="7923892" y="3114790"/>
                  </a:lnTo>
                  <a:lnTo>
                    <a:pt x="7924748" y="3116972"/>
                  </a:lnTo>
                  <a:lnTo>
                    <a:pt x="7925604" y="3116972"/>
                  </a:lnTo>
                  <a:lnTo>
                    <a:pt x="7926459" y="3116972"/>
                  </a:lnTo>
                  <a:lnTo>
                    <a:pt x="7927315" y="3116972"/>
                  </a:lnTo>
                  <a:lnTo>
                    <a:pt x="7928170" y="3116972"/>
                  </a:lnTo>
                  <a:lnTo>
                    <a:pt x="7929026" y="3116972"/>
                  </a:lnTo>
                  <a:lnTo>
                    <a:pt x="7929881" y="3116972"/>
                  </a:lnTo>
                  <a:lnTo>
                    <a:pt x="7930737" y="3090921"/>
                  </a:lnTo>
                  <a:lnTo>
                    <a:pt x="7931592" y="2981507"/>
                  </a:lnTo>
                  <a:lnTo>
                    <a:pt x="7932448" y="3020522"/>
                  </a:lnTo>
                  <a:lnTo>
                    <a:pt x="7933303" y="3116972"/>
                  </a:lnTo>
                  <a:lnTo>
                    <a:pt x="7934159" y="3116972"/>
                  </a:lnTo>
                  <a:lnTo>
                    <a:pt x="7935014" y="3116972"/>
                  </a:lnTo>
                  <a:lnTo>
                    <a:pt x="7935870" y="3116972"/>
                  </a:lnTo>
                  <a:lnTo>
                    <a:pt x="7936725" y="3116972"/>
                  </a:lnTo>
                  <a:lnTo>
                    <a:pt x="7937581" y="3116972"/>
                  </a:lnTo>
                  <a:lnTo>
                    <a:pt x="7938436" y="3116972"/>
                  </a:lnTo>
                  <a:lnTo>
                    <a:pt x="7939292" y="3116972"/>
                  </a:lnTo>
                  <a:lnTo>
                    <a:pt x="7940147" y="3116972"/>
                  </a:lnTo>
                  <a:lnTo>
                    <a:pt x="7941003" y="3116972"/>
                  </a:lnTo>
                  <a:lnTo>
                    <a:pt x="7941859" y="3116972"/>
                  </a:lnTo>
                  <a:lnTo>
                    <a:pt x="7942714" y="3116972"/>
                  </a:lnTo>
                  <a:lnTo>
                    <a:pt x="7943570" y="3104585"/>
                  </a:lnTo>
                  <a:lnTo>
                    <a:pt x="7944425" y="3116972"/>
                  </a:lnTo>
                  <a:lnTo>
                    <a:pt x="7945281" y="3116972"/>
                  </a:lnTo>
                  <a:lnTo>
                    <a:pt x="7946136" y="3116972"/>
                  </a:lnTo>
                  <a:lnTo>
                    <a:pt x="7946992" y="3116972"/>
                  </a:lnTo>
                  <a:lnTo>
                    <a:pt x="7947847" y="3116972"/>
                  </a:lnTo>
                  <a:lnTo>
                    <a:pt x="7948703" y="3116972"/>
                  </a:lnTo>
                  <a:lnTo>
                    <a:pt x="7949558" y="3116972"/>
                  </a:lnTo>
                  <a:lnTo>
                    <a:pt x="7950414" y="3109002"/>
                  </a:lnTo>
                  <a:lnTo>
                    <a:pt x="7951269" y="3000832"/>
                  </a:lnTo>
                  <a:lnTo>
                    <a:pt x="7952125" y="2888061"/>
                  </a:lnTo>
                  <a:lnTo>
                    <a:pt x="7952980" y="2735422"/>
                  </a:lnTo>
                  <a:lnTo>
                    <a:pt x="7953836" y="2684971"/>
                  </a:lnTo>
                  <a:lnTo>
                    <a:pt x="7954691" y="2612200"/>
                  </a:lnTo>
                  <a:lnTo>
                    <a:pt x="7955547" y="2624574"/>
                  </a:lnTo>
                  <a:lnTo>
                    <a:pt x="7956402" y="2566727"/>
                  </a:lnTo>
                  <a:lnTo>
                    <a:pt x="7957258" y="2476713"/>
                  </a:lnTo>
                  <a:lnTo>
                    <a:pt x="7958114" y="2496588"/>
                  </a:lnTo>
                  <a:lnTo>
                    <a:pt x="7958969" y="2512756"/>
                  </a:lnTo>
                  <a:lnTo>
                    <a:pt x="7959825" y="2479960"/>
                  </a:lnTo>
                  <a:lnTo>
                    <a:pt x="7960680" y="2408886"/>
                  </a:lnTo>
                  <a:lnTo>
                    <a:pt x="7961536" y="2369306"/>
                  </a:lnTo>
                  <a:lnTo>
                    <a:pt x="7962391" y="2382581"/>
                  </a:lnTo>
                  <a:lnTo>
                    <a:pt x="7963247" y="2404393"/>
                  </a:lnTo>
                  <a:lnTo>
                    <a:pt x="7964102" y="2410951"/>
                  </a:lnTo>
                  <a:lnTo>
                    <a:pt x="7964958" y="2425904"/>
                  </a:lnTo>
                  <a:lnTo>
                    <a:pt x="7965813" y="2431682"/>
                  </a:lnTo>
                  <a:lnTo>
                    <a:pt x="7966669" y="2412010"/>
                  </a:lnTo>
                  <a:lnTo>
                    <a:pt x="7967524" y="2348538"/>
                  </a:lnTo>
                  <a:lnTo>
                    <a:pt x="7968380" y="2285710"/>
                  </a:lnTo>
                  <a:lnTo>
                    <a:pt x="7969235" y="2315536"/>
                  </a:lnTo>
                  <a:lnTo>
                    <a:pt x="7970091" y="2363175"/>
                  </a:lnTo>
                  <a:lnTo>
                    <a:pt x="7970946" y="2474705"/>
                  </a:lnTo>
                  <a:lnTo>
                    <a:pt x="7971802" y="2618799"/>
                  </a:lnTo>
                  <a:lnTo>
                    <a:pt x="7972658" y="2770735"/>
                  </a:lnTo>
                  <a:lnTo>
                    <a:pt x="7973513" y="2815682"/>
                  </a:lnTo>
                  <a:lnTo>
                    <a:pt x="7974369" y="2776709"/>
                  </a:lnTo>
                  <a:lnTo>
                    <a:pt x="7975224" y="2785506"/>
                  </a:lnTo>
                  <a:lnTo>
                    <a:pt x="7976080" y="2804848"/>
                  </a:lnTo>
                  <a:lnTo>
                    <a:pt x="7976935" y="2780875"/>
                  </a:lnTo>
                  <a:lnTo>
                    <a:pt x="7977791" y="2707762"/>
                  </a:lnTo>
                  <a:lnTo>
                    <a:pt x="7978646" y="2654776"/>
                  </a:lnTo>
                  <a:lnTo>
                    <a:pt x="7979502" y="2542095"/>
                  </a:lnTo>
                  <a:lnTo>
                    <a:pt x="7980357" y="2408656"/>
                  </a:lnTo>
                  <a:lnTo>
                    <a:pt x="7981213" y="2287095"/>
                  </a:lnTo>
                  <a:lnTo>
                    <a:pt x="7982068" y="2222911"/>
                  </a:lnTo>
                  <a:lnTo>
                    <a:pt x="7982924" y="2248271"/>
                  </a:lnTo>
                  <a:lnTo>
                    <a:pt x="7983779" y="2238780"/>
                  </a:lnTo>
                  <a:lnTo>
                    <a:pt x="7984635" y="2314263"/>
                  </a:lnTo>
                  <a:lnTo>
                    <a:pt x="7985490" y="2299016"/>
                  </a:lnTo>
                  <a:lnTo>
                    <a:pt x="7986346" y="2297746"/>
                  </a:lnTo>
                  <a:lnTo>
                    <a:pt x="7987201" y="2360290"/>
                  </a:lnTo>
                  <a:lnTo>
                    <a:pt x="7988057" y="2341138"/>
                  </a:lnTo>
                  <a:lnTo>
                    <a:pt x="7988913" y="2334257"/>
                  </a:lnTo>
                  <a:lnTo>
                    <a:pt x="7989768" y="2328445"/>
                  </a:lnTo>
                  <a:lnTo>
                    <a:pt x="7990624" y="2491975"/>
                  </a:lnTo>
                  <a:lnTo>
                    <a:pt x="7991479" y="2647865"/>
                  </a:lnTo>
                  <a:lnTo>
                    <a:pt x="7992335" y="2701917"/>
                  </a:lnTo>
                  <a:lnTo>
                    <a:pt x="7993190" y="2702138"/>
                  </a:lnTo>
                  <a:lnTo>
                    <a:pt x="7994046" y="2728423"/>
                  </a:lnTo>
                  <a:lnTo>
                    <a:pt x="7994901" y="2710549"/>
                  </a:lnTo>
                  <a:lnTo>
                    <a:pt x="7995757" y="2685538"/>
                  </a:lnTo>
                  <a:lnTo>
                    <a:pt x="7996612" y="2565202"/>
                  </a:lnTo>
                  <a:lnTo>
                    <a:pt x="7997468" y="2427396"/>
                  </a:lnTo>
                  <a:lnTo>
                    <a:pt x="7998323" y="2433829"/>
                  </a:lnTo>
                  <a:lnTo>
                    <a:pt x="7999179" y="2470792"/>
                  </a:lnTo>
                  <a:lnTo>
                    <a:pt x="8000034" y="2467665"/>
                  </a:lnTo>
                  <a:lnTo>
                    <a:pt x="8000890" y="2421819"/>
                  </a:lnTo>
                  <a:lnTo>
                    <a:pt x="8001745" y="2518799"/>
                  </a:lnTo>
                  <a:lnTo>
                    <a:pt x="8002601" y="2597670"/>
                  </a:lnTo>
                  <a:lnTo>
                    <a:pt x="8003456" y="2567657"/>
                  </a:lnTo>
                  <a:lnTo>
                    <a:pt x="8004312" y="2519679"/>
                  </a:lnTo>
                  <a:lnTo>
                    <a:pt x="8005168" y="2515802"/>
                  </a:lnTo>
                  <a:lnTo>
                    <a:pt x="8006023" y="2511220"/>
                  </a:lnTo>
                  <a:lnTo>
                    <a:pt x="8006879" y="2452415"/>
                  </a:lnTo>
                  <a:lnTo>
                    <a:pt x="8007734" y="2500797"/>
                  </a:lnTo>
                  <a:lnTo>
                    <a:pt x="8008590" y="2574155"/>
                  </a:lnTo>
                  <a:lnTo>
                    <a:pt x="8009445" y="2627733"/>
                  </a:lnTo>
                  <a:lnTo>
                    <a:pt x="8010301" y="2697733"/>
                  </a:lnTo>
                  <a:lnTo>
                    <a:pt x="8011156" y="2766681"/>
                  </a:lnTo>
                  <a:lnTo>
                    <a:pt x="8012012" y="2763045"/>
                  </a:lnTo>
                  <a:lnTo>
                    <a:pt x="8012867" y="2691558"/>
                  </a:lnTo>
                  <a:lnTo>
                    <a:pt x="8013723" y="2666983"/>
                  </a:lnTo>
                  <a:lnTo>
                    <a:pt x="8014578" y="2683238"/>
                  </a:lnTo>
                  <a:lnTo>
                    <a:pt x="8015434" y="2668096"/>
                  </a:lnTo>
                  <a:lnTo>
                    <a:pt x="8016289" y="2658151"/>
                  </a:lnTo>
                  <a:lnTo>
                    <a:pt x="8017145" y="2675807"/>
                  </a:lnTo>
                  <a:lnTo>
                    <a:pt x="8018000" y="2683181"/>
                  </a:lnTo>
                  <a:lnTo>
                    <a:pt x="8018856" y="2648698"/>
                  </a:lnTo>
                  <a:lnTo>
                    <a:pt x="8019711" y="2549875"/>
                  </a:lnTo>
                  <a:lnTo>
                    <a:pt x="8020567" y="2496838"/>
                  </a:lnTo>
                  <a:lnTo>
                    <a:pt x="8021423" y="2442837"/>
                  </a:lnTo>
                  <a:lnTo>
                    <a:pt x="8022278" y="2378799"/>
                  </a:lnTo>
                  <a:lnTo>
                    <a:pt x="8023134" y="2369978"/>
                  </a:lnTo>
                  <a:lnTo>
                    <a:pt x="8023989" y="2357177"/>
                  </a:lnTo>
                  <a:lnTo>
                    <a:pt x="8024845" y="2393213"/>
                  </a:lnTo>
                  <a:lnTo>
                    <a:pt x="8025700" y="2386056"/>
                  </a:lnTo>
                  <a:lnTo>
                    <a:pt x="8026556" y="2323600"/>
                  </a:lnTo>
                  <a:lnTo>
                    <a:pt x="8027411" y="2313045"/>
                  </a:lnTo>
                  <a:lnTo>
                    <a:pt x="8028267" y="2339304"/>
                  </a:lnTo>
                  <a:lnTo>
                    <a:pt x="8029122" y="2362620"/>
                  </a:lnTo>
                  <a:lnTo>
                    <a:pt x="8029978" y="2362660"/>
                  </a:lnTo>
                  <a:lnTo>
                    <a:pt x="8030833" y="2374075"/>
                  </a:lnTo>
                  <a:lnTo>
                    <a:pt x="8031689" y="2514046"/>
                  </a:lnTo>
                  <a:lnTo>
                    <a:pt x="8032544" y="2701886"/>
                  </a:lnTo>
                  <a:lnTo>
                    <a:pt x="8033400" y="2811425"/>
                  </a:lnTo>
                  <a:lnTo>
                    <a:pt x="8034255" y="2913624"/>
                  </a:lnTo>
                  <a:lnTo>
                    <a:pt x="8035111" y="2968143"/>
                  </a:lnTo>
                  <a:lnTo>
                    <a:pt x="8035967" y="3038618"/>
                  </a:lnTo>
                  <a:lnTo>
                    <a:pt x="8036822" y="3008742"/>
                  </a:lnTo>
                  <a:lnTo>
                    <a:pt x="8037678" y="2883687"/>
                  </a:lnTo>
                  <a:lnTo>
                    <a:pt x="8038533" y="2777862"/>
                  </a:lnTo>
                  <a:lnTo>
                    <a:pt x="8039389" y="2713426"/>
                  </a:lnTo>
                  <a:lnTo>
                    <a:pt x="8040244" y="2700864"/>
                  </a:lnTo>
                  <a:lnTo>
                    <a:pt x="8041100" y="2724401"/>
                  </a:lnTo>
                  <a:lnTo>
                    <a:pt x="8041955" y="2732693"/>
                  </a:lnTo>
                  <a:lnTo>
                    <a:pt x="8042811" y="2745328"/>
                  </a:lnTo>
                  <a:lnTo>
                    <a:pt x="8043666" y="2799408"/>
                  </a:lnTo>
                  <a:lnTo>
                    <a:pt x="8044522" y="2811256"/>
                  </a:lnTo>
                  <a:lnTo>
                    <a:pt x="8045377" y="2826705"/>
                  </a:lnTo>
                  <a:lnTo>
                    <a:pt x="8046233" y="2778789"/>
                  </a:lnTo>
                  <a:lnTo>
                    <a:pt x="8047088" y="2759555"/>
                  </a:lnTo>
                  <a:lnTo>
                    <a:pt x="8047944" y="2753005"/>
                  </a:lnTo>
                  <a:lnTo>
                    <a:pt x="8048799" y="2739927"/>
                  </a:lnTo>
                  <a:lnTo>
                    <a:pt x="8049655" y="2777428"/>
                  </a:lnTo>
                  <a:lnTo>
                    <a:pt x="8050510" y="2813356"/>
                  </a:lnTo>
                  <a:lnTo>
                    <a:pt x="8051366" y="2891632"/>
                  </a:lnTo>
                  <a:lnTo>
                    <a:pt x="8052222" y="2944503"/>
                  </a:lnTo>
                  <a:lnTo>
                    <a:pt x="8053077" y="2960789"/>
                  </a:lnTo>
                  <a:lnTo>
                    <a:pt x="8053933" y="2924592"/>
                  </a:lnTo>
                  <a:lnTo>
                    <a:pt x="8054788" y="2810037"/>
                  </a:lnTo>
                  <a:lnTo>
                    <a:pt x="8055644" y="2673407"/>
                  </a:lnTo>
                  <a:lnTo>
                    <a:pt x="8056499" y="2539140"/>
                  </a:lnTo>
                  <a:lnTo>
                    <a:pt x="8057355" y="2428397"/>
                  </a:lnTo>
                  <a:lnTo>
                    <a:pt x="8058210" y="2374840"/>
                  </a:lnTo>
                  <a:lnTo>
                    <a:pt x="8059066" y="2292913"/>
                  </a:lnTo>
                  <a:lnTo>
                    <a:pt x="8059921" y="2194560"/>
                  </a:lnTo>
                  <a:lnTo>
                    <a:pt x="8060777" y="2214257"/>
                  </a:lnTo>
                  <a:lnTo>
                    <a:pt x="8061632" y="2299604"/>
                  </a:lnTo>
                  <a:lnTo>
                    <a:pt x="8062488" y="2429114"/>
                  </a:lnTo>
                  <a:lnTo>
                    <a:pt x="8063343" y="2574315"/>
                  </a:lnTo>
                  <a:lnTo>
                    <a:pt x="8064199" y="2684579"/>
                  </a:lnTo>
                  <a:lnTo>
                    <a:pt x="8065054" y="2826335"/>
                  </a:lnTo>
                  <a:lnTo>
                    <a:pt x="8065910" y="2932895"/>
                  </a:lnTo>
                  <a:lnTo>
                    <a:pt x="8066765" y="2993717"/>
                  </a:lnTo>
                  <a:lnTo>
                    <a:pt x="8067621" y="2990999"/>
                  </a:lnTo>
                  <a:lnTo>
                    <a:pt x="8068477" y="2942822"/>
                  </a:lnTo>
                  <a:lnTo>
                    <a:pt x="8069332" y="2944185"/>
                  </a:lnTo>
                  <a:lnTo>
                    <a:pt x="8070188" y="2941951"/>
                  </a:lnTo>
                  <a:lnTo>
                    <a:pt x="8071043" y="2932898"/>
                  </a:lnTo>
                  <a:lnTo>
                    <a:pt x="8071899" y="2881675"/>
                  </a:lnTo>
                  <a:lnTo>
                    <a:pt x="8072754" y="2809138"/>
                  </a:lnTo>
                  <a:lnTo>
                    <a:pt x="8073610" y="2794665"/>
                  </a:lnTo>
                  <a:lnTo>
                    <a:pt x="8074465" y="2821787"/>
                  </a:lnTo>
                  <a:lnTo>
                    <a:pt x="8075321" y="2800141"/>
                  </a:lnTo>
                  <a:lnTo>
                    <a:pt x="8076176" y="2725495"/>
                  </a:lnTo>
                  <a:lnTo>
                    <a:pt x="8077032" y="2706348"/>
                  </a:lnTo>
                  <a:lnTo>
                    <a:pt x="8077887" y="2694523"/>
                  </a:lnTo>
                  <a:lnTo>
                    <a:pt x="8078743" y="2655558"/>
                  </a:lnTo>
                  <a:lnTo>
                    <a:pt x="8079598" y="2635811"/>
                  </a:lnTo>
                  <a:lnTo>
                    <a:pt x="8080454" y="2696102"/>
                  </a:lnTo>
                  <a:lnTo>
                    <a:pt x="8081309" y="2769641"/>
                  </a:lnTo>
                  <a:lnTo>
                    <a:pt x="8082165" y="2796584"/>
                  </a:lnTo>
                  <a:lnTo>
                    <a:pt x="8083021" y="2741172"/>
                  </a:lnTo>
                  <a:lnTo>
                    <a:pt x="8083876" y="2644572"/>
                  </a:lnTo>
                  <a:lnTo>
                    <a:pt x="8084732" y="2550510"/>
                  </a:lnTo>
                  <a:lnTo>
                    <a:pt x="8085587" y="2555172"/>
                  </a:lnTo>
                  <a:lnTo>
                    <a:pt x="8086443" y="2463215"/>
                  </a:lnTo>
                  <a:lnTo>
                    <a:pt x="8087298" y="2371260"/>
                  </a:lnTo>
                  <a:lnTo>
                    <a:pt x="8088154" y="2461059"/>
                  </a:lnTo>
                  <a:lnTo>
                    <a:pt x="8089009" y="2583998"/>
                  </a:lnTo>
                  <a:lnTo>
                    <a:pt x="8089865" y="2642237"/>
                  </a:lnTo>
                  <a:lnTo>
                    <a:pt x="8090720" y="2512316"/>
                  </a:lnTo>
                  <a:lnTo>
                    <a:pt x="8091576" y="2493466"/>
                  </a:lnTo>
                  <a:lnTo>
                    <a:pt x="8092431" y="2494398"/>
                  </a:lnTo>
                  <a:lnTo>
                    <a:pt x="8093287" y="2358881"/>
                  </a:lnTo>
                  <a:lnTo>
                    <a:pt x="8094142" y="2257412"/>
                  </a:lnTo>
                  <a:lnTo>
                    <a:pt x="8094998" y="2315077"/>
                  </a:lnTo>
                  <a:lnTo>
                    <a:pt x="8095853" y="2413645"/>
                  </a:lnTo>
                  <a:lnTo>
                    <a:pt x="8096709" y="2454225"/>
                  </a:lnTo>
                  <a:lnTo>
                    <a:pt x="8097564" y="2491124"/>
                  </a:lnTo>
                  <a:lnTo>
                    <a:pt x="8098420" y="2591524"/>
                  </a:lnTo>
                  <a:lnTo>
                    <a:pt x="8099276" y="2596580"/>
                  </a:lnTo>
                  <a:lnTo>
                    <a:pt x="8100131" y="2494611"/>
                  </a:lnTo>
                  <a:lnTo>
                    <a:pt x="8100987" y="2472031"/>
                  </a:lnTo>
                  <a:lnTo>
                    <a:pt x="8101842" y="2526195"/>
                  </a:lnTo>
                  <a:lnTo>
                    <a:pt x="8102698" y="2562888"/>
                  </a:lnTo>
                  <a:lnTo>
                    <a:pt x="8103553" y="2557043"/>
                  </a:lnTo>
                  <a:lnTo>
                    <a:pt x="8104409" y="2566495"/>
                  </a:lnTo>
                  <a:lnTo>
                    <a:pt x="8105264" y="2599749"/>
                  </a:lnTo>
                  <a:lnTo>
                    <a:pt x="8106120" y="2574022"/>
                  </a:lnTo>
                  <a:lnTo>
                    <a:pt x="8106975" y="2457127"/>
                  </a:lnTo>
                  <a:lnTo>
                    <a:pt x="8107831" y="2347343"/>
                  </a:lnTo>
                  <a:lnTo>
                    <a:pt x="8108686" y="2322280"/>
                  </a:lnTo>
                  <a:lnTo>
                    <a:pt x="8109542" y="2289121"/>
                  </a:lnTo>
                  <a:lnTo>
                    <a:pt x="8110397" y="2205251"/>
                  </a:lnTo>
                  <a:lnTo>
                    <a:pt x="8111253" y="2226198"/>
                  </a:lnTo>
                  <a:lnTo>
                    <a:pt x="8112108" y="2325035"/>
                  </a:lnTo>
                  <a:lnTo>
                    <a:pt x="8112964" y="2426877"/>
                  </a:lnTo>
                  <a:lnTo>
                    <a:pt x="8113819" y="2473286"/>
                  </a:lnTo>
                  <a:lnTo>
                    <a:pt x="8114675" y="2541033"/>
                  </a:lnTo>
                  <a:lnTo>
                    <a:pt x="8115531" y="2664564"/>
                  </a:lnTo>
                  <a:lnTo>
                    <a:pt x="8116386" y="2734680"/>
                  </a:lnTo>
                  <a:lnTo>
                    <a:pt x="8117242" y="2736009"/>
                  </a:lnTo>
                  <a:lnTo>
                    <a:pt x="8118097" y="2738256"/>
                  </a:lnTo>
                  <a:lnTo>
                    <a:pt x="8118953" y="2763118"/>
                  </a:lnTo>
                  <a:lnTo>
                    <a:pt x="8119808" y="2829052"/>
                  </a:lnTo>
                  <a:lnTo>
                    <a:pt x="8120664" y="2786658"/>
                  </a:lnTo>
                  <a:lnTo>
                    <a:pt x="8121519" y="2762005"/>
                  </a:lnTo>
                  <a:lnTo>
                    <a:pt x="8122375" y="2777676"/>
                  </a:lnTo>
                  <a:lnTo>
                    <a:pt x="8123230" y="2780511"/>
                  </a:lnTo>
                  <a:lnTo>
                    <a:pt x="8124086" y="2769394"/>
                  </a:lnTo>
                  <a:lnTo>
                    <a:pt x="8124941" y="2773768"/>
                  </a:lnTo>
                  <a:lnTo>
                    <a:pt x="8125797" y="2828862"/>
                  </a:lnTo>
                  <a:lnTo>
                    <a:pt x="8126652" y="2799607"/>
                  </a:lnTo>
                  <a:lnTo>
                    <a:pt x="8127508" y="2763163"/>
                  </a:lnTo>
                  <a:lnTo>
                    <a:pt x="8128363" y="2788804"/>
                  </a:lnTo>
                  <a:lnTo>
                    <a:pt x="8129219" y="2761070"/>
                  </a:lnTo>
                  <a:lnTo>
                    <a:pt x="8130075" y="2667839"/>
                  </a:lnTo>
                  <a:lnTo>
                    <a:pt x="8130930" y="2612814"/>
                  </a:lnTo>
                  <a:lnTo>
                    <a:pt x="8131786" y="2575447"/>
                  </a:lnTo>
                  <a:lnTo>
                    <a:pt x="8132641" y="2452122"/>
                  </a:lnTo>
                  <a:lnTo>
                    <a:pt x="8133497" y="2269320"/>
                  </a:lnTo>
                  <a:lnTo>
                    <a:pt x="8134352" y="2249483"/>
                  </a:lnTo>
                  <a:lnTo>
                    <a:pt x="8135208" y="2321893"/>
                  </a:lnTo>
                  <a:lnTo>
                    <a:pt x="8136063" y="2359457"/>
                  </a:lnTo>
                  <a:lnTo>
                    <a:pt x="8136919" y="2355130"/>
                  </a:lnTo>
                  <a:lnTo>
                    <a:pt x="8137774" y="2458514"/>
                  </a:lnTo>
                  <a:lnTo>
                    <a:pt x="8138630" y="2511563"/>
                  </a:lnTo>
                  <a:lnTo>
                    <a:pt x="8139485" y="2466265"/>
                  </a:lnTo>
                  <a:lnTo>
                    <a:pt x="8140341" y="2445211"/>
                  </a:lnTo>
                  <a:lnTo>
                    <a:pt x="8141196" y="2452692"/>
                  </a:lnTo>
                  <a:lnTo>
                    <a:pt x="8142052" y="2554819"/>
                  </a:lnTo>
                  <a:lnTo>
                    <a:pt x="8142907" y="2638360"/>
                  </a:lnTo>
                  <a:lnTo>
                    <a:pt x="8143763" y="2716126"/>
                  </a:lnTo>
                  <a:lnTo>
                    <a:pt x="8144618" y="2701236"/>
                  </a:lnTo>
                  <a:lnTo>
                    <a:pt x="8145474" y="2657620"/>
                  </a:lnTo>
                  <a:lnTo>
                    <a:pt x="8146330" y="2681167"/>
                  </a:lnTo>
                  <a:lnTo>
                    <a:pt x="8147185" y="2668311"/>
                  </a:lnTo>
                  <a:lnTo>
                    <a:pt x="8148041" y="2600664"/>
                  </a:lnTo>
                  <a:lnTo>
                    <a:pt x="8148896" y="2582563"/>
                  </a:lnTo>
                  <a:lnTo>
                    <a:pt x="8149752" y="2658296"/>
                  </a:lnTo>
                  <a:lnTo>
                    <a:pt x="8150607" y="2694677"/>
                  </a:lnTo>
                  <a:lnTo>
                    <a:pt x="8151463" y="2636575"/>
                  </a:lnTo>
                  <a:lnTo>
                    <a:pt x="8152318" y="2611922"/>
                  </a:lnTo>
                  <a:lnTo>
                    <a:pt x="8153174" y="2658602"/>
                  </a:lnTo>
                  <a:lnTo>
                    <a:pt x="8154029" y="2683048"/>
                  </a:lnTo>
                  <a:lnTo>
                    <a:pt x="8154885" y="2747168"/>
                  </a:lnTo>
                  <a:lnTo>
                    <a:pt x="8155740" y="2814972"/>
                  </a:lnTo>
                  <a:lnTo>
                    <a:pt x="8156596" y="2822113"/>
                  </a:lnTo>
                  <a:lnTo>
                    <a:pt x="8157451" y="2793417"/>
                  </a:lnTo>
                  <a:lnTo>
                    <a:pt x="8158307" y="2743043"/>
                  </a:lnTo>
                  <a:lnTo>
                    <a:pt x="8159162" y="2777061"/>
                  </a:lnTo>
                  <a:lnTo>
                    <a:pt x="8160018" y="2781005"/>
                  </a:lnTo>
                  <a:lnTo>
                    <a:pt x="8160873" y="2736089"/>
                  </a:lnTo>
                  <a:lnTo>
                    <a:pt x="8161729" y="2684368"/>
                  </a:lnTo>
                  <a:lnTo>
                    <a:pt x="8162585" y="2675777"/>
                  </a:lnTo>
                  <a:lnTo>
                    <a:pt x="8163440" y="2708175"/>
                  </a:lnTo>
                  <a:lnTo>
                    <a:pt x="8164296" y="2687035"/>
                  </a:lnTo>
                  <a:lnTo>
                    <a:pt x="8165151" y="2687333"/>
                  </a:lnTo>
                  <a:lnTo>
                    <a:pt x="8166007" y="2680442"/>
                  </a:lnTo>
                  <a:lnTo>
                    <a:pt x="8166862" y="2696483"/>
                  </a:lnTo>
                  <a:lnTo>
                    <a:pt x="8167718" y="2745963"/>
                  </a:lnTo>
                  <a:lnTo>
                    <a:pt x="8168573" y="2735564"/>
                  </a:lnTo>
                  <a:lnTo>
                    <a:pt x="8169429" y="2723244"/>
                  </a:lnTo>
                  <a:lnTo>
                    <a:pt x="8170284" y="2666325"/>
                  </a:lnTo>
                  <a:lnTo>
                    <a:pt x="8171140" y="2605948"/>
                  </a:lnTo>
                  <a:lnTo>
                    <a:pt x="8171995" y="2528357"/>
                  </a:lnTo>
                  <a:lnTo>
                    <a:pt x="8172851" y="2412895"/>
                  </a:lnTo>
                  <a:lnTo>
                    <a:pt x="8173706" y="2353196"/>
                  </a:lnTo>
                  <a:lnTo>
                    <a:pt x="8174562" y="2277884"/>
                  </a:lnTo>
                  <a:lnTo>
                    <a:pt x="8175417" y="2196668"/>
                  </a:lnTo>
                  <a:lnTo>
                    <a:pt x="8176273" y="2122055"/>
                  </a:lnTo>
                  <a:lnTo>
                    <a:pt x="8177129" y="2080213"/>
                  </a:lnTo>
                  <a:lnTo>
                    <a:pt x="8177984" y="2010249"/>
                  </a:lnTo>
                  <a:lnTo>
                    <a:pt x="8178840" y="1878773"/>
                  </a:lnTo>
                  <a:lnTo>
                    <a:pt x="8179695" y="1771291"/>
                  </a:lnTo>
                  <a:lnTo>
                    <a:pt x="8180551" y="1722761"/>
                  </a:lnTo>
                  <a:lnTo>
                    <a:pt x="8181406" y="1669801"/>
                  </a:lnTo>
                  <a:lnTo>
                    <a:pt x="8182262" y="1653247"/>
                  </a:lnTo>
                  <a:lnTo>
                    <a:pt x="8183117" y="1605342"/>
                  </a:lnTo>
                  <a:lnTo>
                    <a:pt x="8183973" y="1569469"/>
                  </a:lnTo>
                  <a:lnTo>
                    <a:pt x="8184828" y="1551820"/>
                  </a:lnTo>
                  <a:lnTo>
                    <a:pt x="8185684" y="1504967"/>
                  </a:lnTo>
                  <a:lnTo>
                    <a:pt x="8186539" y="1516118"/>
                  </a:lnTo>
                  <a:lnTo>
                    <a:pt x="8187395" y="1484752"/>
                  </a:lnTo>
                  <a:lnTo>
                    <a:pt x="8188250" y="1480204"/>
                  </a:lnTo>
                  <a:lnTo>
                    <a:pt x="8189106" y="1559919"/>
                  </a:lnTo>
                  <a:lnTo>
                    <a:pt x="8189961" y="1688014"/>
                  </a:lnTo>
                  <a:lnTo>
                    <a:pt x="8190817" y="1754061"/>
                  </a:lnTo>
                  <a:lnTo>
                    <a:pt x="8191672" y="1763962"/>
                  </a:lnTo>
                  <a:lnTo>
                    <a:pt x="8192528" y="1837688"/>
                  </a:lnTo>
                  <a:lnTo>
                    <a:pt x="8193384" y="1921401"/>
                  </a:lnTo>
                  <a:lnTo>
                    <a:pt x="8194239" y="1929697"/>
                  </a:lnTo>
                  <a:lnTo>
                    <a:pt x="8195095" y="1913176"/>
                  </a:lnTo>
                  <a:lnTo>
                    <a:pt x="8195950" y="1921637"/>
                  </a:lnTo>
                  <a:lnTo>
                    <a:pt x="8196806" y="1961448"/>
                  </a:lnTo>
                  <a:lnTo>
                    <a:pt x="8197661" y="1995956"/>
                  </a:lnTo>
                  <a:lnTo>
                    <a:pt x="8198517" y="2044224"/>
                  </a:lnTo>
                  <a:lnTo>
                    <a:pt x="8199372" y="2076980"/>
                  </a:lnTo>
                  <a:lnTo>
                    <a:pt x="8200228" y="2033079"/>
                  </a:lnTo>
                  <a:lnTo>
                    <a:pt x="8201083" y="1982482"/>
                  </a:lnTo>
                  <a:lnTo>
                    <a:pt x="8201939" y="1908756"/>
                  </a:lnTo>
                  <a:lnTo>
                    <a:pt x="8202794" y="1824223"/>
                  </a:lnTo>
                  <a:lnTo>
                    <a:pt x="8203650" y="1740306"/>
                  </a:lnTo>
                  <a:lnTo>
                    <a:pt x="8204505" y="1696523"/>
                  </a:lnTo>
                  <a:lnTo>
                    <a:pt x="8205361" y="1709062"/>
                  </a:lnTo>
                  <a:lnTo>
                    <a:pt x="8206216" y="1752381"/>
                  </a:lnTo>
                  <a:lnTo>
                    <a:pt x="8207072" y="1873278"/>
                  </a:lnTo>
                  <a:lnTo>
                    <a:pt x="8207927" y="2012175"/>
                  </a:lnTo>
                  <a:lnTo>
                    <a:pt x="8208783" y="2160630"/>
                  </a:lnTo>
                  <a:lnTo>
                    <a:pt x="8209639" y="2248818"/>
                  </a:lnTo>
                  <a:lnTo>
                    <a:pt x="8210494" y="2301882"/>
                  </a:lnTo>
                  <a:lnTo>
                    <a:pt x="8211350" y="2410025"/>
                  </a:lnTo>
                  <a:lnTo>
                    <a:pt x="8212205" y="2538386"/>
                  </a:lnTo>
                  <a:lnTo>
                    <a:pt x="8213061" y="2631060"/>
                  </a:lnTo>
                  <a:lnTo>
                    <a:pt x="8213916" y="2657982"/>
                  </a:lnTo>
                  <a:lnTo>
                    <a:pt x="8214772" y="2685921"/>
                  </a:lnTo>
                  <a:lnTo>
                    <a:pt x="8215627" y="2755890"/>
                  </a:lnTo>
                  <a:lnTo>
                    <a:pt x="8216483" y="2785120"/>
                  </a:lnTo>
                  <a:lnTo>
                    <a:pt x="8217338" y="2817761"/>
                  </a:lnTo>
                  <a:lnTo>
                    <a:pt x="8218194" y="2855957"/>
                  </a:lnTo>
                  <a:lnTo>
                    <a:pt x="8219049" y="2928917"/>
                  </a:lnTo>
                  <a:lnTo>
                    <a:pt x="8219905" y="3034955"/>
                  </a:lnTo>
                  <a:lnTo>
                    <a:pt x="8220760" y="3032885"/>
                  </a:lnTo>
                  <a:lnTo>
                    <a:pt x="8221616" y="3028082"/>
                  </a:lnTo>
                  <a:lnTo>
                    <a:pt x="8222471" y="3010109"/>
                  </a:lnTo>
                  <a:lnTo>
                    <a:pt x="8223327" y="3019557"/>
                  </a:lnTo>
                  <a:lnTo>
                    <a:pt x="8224182" y="3027726"/>
                  </a:lnTo>
                  <a:lnTo>
                    <a:pt x="8225038" y="2999482"/>
                  </a:lnTo>
                  <a:lnTo>
                    <a:pt x="8225894" y="3039346"/>
                  </a:lnTo>
                  <a:lnTo>
                    <a:pt x="8226749" y="3045410"/>
                  </a:lnTo>
                  <a:lnTo>
                    <a:pt x="8227605" y="2950047"/>
                  </a:lnTo>
                  <a:lnTo>
                    <a:pt x="8228460" y="2891229"/>
                  </a:lnTo>
                  <a:lnTo>
                    <a:pt x="8229316" y="2844762"/>
                  </a:lnTo>
                  <a:lnTo>
                    <a:pt x="8230171" y="2830703"/>
                  </a:lnTo>
                  <a:lnTo>
                    <a:pt x="8231027" y="2808273"/>
                  </a:lnTo>
                  <a:lnTo>
                    <a:pt x="8231882" y="2822807"/>
                  </a:lnTo>
                  <a:lnTo>
                    <a:pt x="8232738" y="2865931"/>
                  </a:lnTo>
                  <a:lnTo>
                    <a:pt x="8233593" y="2897682"/>
                  </a:lnTo>
                  <a:lnTo>
                    <a:pt x="8234449" y="2942664"/>
                  </a:lnTo>
                  <a:lnTo>
                    <a:pt x="8235304" y="2995234"/>
                  </a:lnTo>
                  <a:lnTo>
                    <a:pt x="8236160" y="3076071"/>
                  </a:lnTo>
                  <a:lnTo>
                    <a:pt x="8237015" y="3113559"/>
                  </a:lnTo>
                  <a:lnTo>
                    <a:pt x="8237871" y="3116972"/>
                  </a:lnTo>
                  <a:lnTo>
                    <a:pt x="8238726" y="3116972"/>
                  </a:lnTo>
                  <a:lnTo>
                    <a:pt x="8239582" y="3102080"/>
                  </a:lnTo>
                  <a:lnTo>
                    <a:pt x="8240438" y="3062012"/>
                  </a:lnTo>
                  <a:lnTo>
                    <a:pt x="8241293" y="3067872"/>
                  </a:lnTo>
                  <a:lnTo>
                    <a:pt x="8242149" y="3074982"/>
                  </a:lnTo>
                  <a:lnTo>
                    <a:pt x="8243004" y="3058929"/>
                  </a:lnTo>
                  <a:lnTo>
                    <a:pt x="8243860" y="3031189"/>
                  </a:lnTo>
                  <a:lnTo>
                    <a:pt x="8244715" y="3031117"/>
                  </a:lnTo>
                  <a:lnTo>
                    <a:pt x="8245571" y="3064079"/>
                  </a:lnTo>
                  <a:lnTo>
                    <a:pt x="8246426" y="3058133"/>
                  </a:lnTo>
                  <a:lnTo>
                    <a:pt x="8247282" y="3068042"/>
                  </a:lnTo>
                  <a:lnTo>
                    <a:pt x="8248137" y="3102681"/>
                  </a:lnTo>
                  <a:lnTo>
                    <a:pt x="8248993" y="3116972"/>
                  </a:lnTo>
                  <a:lnTo>
                    <a:pt x="8249848" y="3116972"/>
                  </a:lnTo>
                  <a:lnTo>
                    <a:pt x="8250704" y="3116972"/>
                  </a:lnTo>
                  <a:lnTo>
                    <a:pt x="8251559" y="3113422"/>
                  </a:lnTo>
                  <a:lnTo>
                    <a:pt x="8252415" y="3110191"/>
                  </a:lnTo>
                  <a:lnTo>
                    <a:pt x="8253270" y="3116972"/>
                  </a:lnTo>
                  <a:lnTo>
                    <a:pt x="8254126" y="3116972"/>
                  </a:lnTo>
                  <a:lnTo>
                    <a:pt x="8254981" y="3116972"/>
                  </a:lnTo>
                  <a:lnTo>
                    <a:pt x="8255837" y="3116972"/>
                  </a:lnTo>
                  <a:lnTo>
                    <a:pt x="8256693" y="3116972"/>
                  </a:lnTo>
                  <a:lnTo>
                    <a:pt x="8257548" y="3100423"/>
                  </a:lnTo>
                  <a:lnTo>
                    <a:pt x="8258404" y="3058441"/>
                  </a:lnTo>
                  <a:lnTo>
                    <a:pt x="8259259" y="3075294"/>
                  </a:lnTo>
                  <a:lnTo>
                    <a:pt x="8260115" y="3069876"/>
                  </a:lnTo>
                  <a:lnTo>
                    <a:pt x="8260970" y="3043083"/>
                  </a:lnTo>
                  <a:lnTo>
                    <a:pt x="8261826" y="3027081"/>
                  </a:lnTo>
                  <a:lnTo>
                    <a:pt x="8262681" y="3078532"/>
                  </a:lnTo>
                  <a:lnTo>
                    <a:pt x="8263537" y="3116972"/>
                  </a:lnTo>
                  <a:lnTo>
                    <a:pt x="8264392" y="3116972"/>
                  </a:lnTo>
                  <a:lnTo>
                    <a:pt x="8265248" y="3116972"/>
                  </a:lnTo>
                  <a:lnTo>
                    <a:pt x="8266103" y="3116972"/>
                  </a:lnTo>
                  <a:lnTo>
                    <a:pt x="8266959" y="3116972"/>
                  </a:lnTo>
                  <a:lnTo>
                    <a:pt x="8267814" y="3093912"/>
                  </a:lnTo>
                  <a:lnTo>
                    <a:pt x="8268670" y="3028248"/>
                  </a:lnTo>
                  <a:lnTo>
                    <a:pt x="8269525" y="2953888"/>
                  </a:lnTo>
                  <a:lnTo>
                    <a:pt x="8270381" y="2981057"/>
                  </a:lnTo>
                  <a:lnTo>
                    <a:pt x="8271236" y="3037904"/>
                  </a:lnTo>
                  <a:lnTo>
                    <a:pt x="8272092" y="3032744"/>
                  </a:lnTo>
                  <a:lnTo>
                    <a:pt x="8272948" y="2984224"/>
                  </a:lnTo>
                  <a:lnTo>
                    <a:pt x="8273803" y="2946517"/>
                  </a:lnTo>
                  <a:lnTo>
                    <a:pt x="8274659" y="2939252"/>
                  </a:lnTo>
                  <a:lnTo>
                    <a:pt x="8275514" y="2915106"/>
                  </a:lnTo>
                  <a:lnTo>
                    <a:pt x="8276370" y="2915563"/>
                  </a:lnTo>
                  <a:lnTo>
                    <a:pt x="8277225" y="3007940"/>
                  </a:lnTo>
                  <a:lnTo>
                    <a:pt x="8278081" y="3116972"/>
                  </a:lnTo>
                  <a:lnTo>
                    <a:pt x="8278936" y="3116972"/>
                  </a:lnTo>
                  <a:lnTo>
                    <a:pt x="8279792" y="3116972"/>
                  </a:lnTo>
                  <a:lnTo>
                    <a:pt x="8280647" y="3116972"/>
                  </a:lnTo>
                  <a:lnTo>
                    <a:pt x="8281503" y="3116972"/>
                  </a:lnTo>
                  <a:lnTo>
                    <a:pt x="8282358" y="3116972"/>
                  </a:lnTo>
                  <a:lnTo>
                    <a:pt x="8283214" y="3116972"/>
                  </a:lnTo>
                  <a:lnTo>
                    <a:pt x="8284069" y="3116972"/>
                  </a:lnTo>
                  <a:lnTo>
                    <a:pt x="8284925" y="3116972"/>
                  </a:lnTo>
                  <a:lnTo>
                    <a:pt x="8285780" y="3116972"/>
                  </a:lnTo>
                  <a:lnTo>
                    <a:pt x="8286636" y="3116972"/>
                  </a:lnTo>
                  <a:lnTo>
                    <a:pt x="8287492" y="3116972"/>
                  </a:lnTo>
                  <a:lnTo>
                    <a:pt x="8288347" y="3116972"/>
                  </a:lnTo>
                  <a:lnTo>
                    <a:pt x="8289203" y="3116972"/>
                  </a:lnTo>
                  <a:lnTo>
                    <a:pt x="8290058" y="3116972"/>
                  </a:lnTo>
                  <a:lnTo>
                    <a:pt x="8290914" y="3116972"/>
                  </a:lnTo>
                  <a:lnTo>
                    <a:pt x="8291769" y="3116972"/>
                  </a:lnTo>
                  <a:lnTo>
                    <a:pt x="8292625" y="3098659"/>
                  </a:lnTo>
                  <a:lnTo>
                    <a:pt x="8293480" y="3058956"/>
                  </a:lnTo>
                  <a:lnTo>
                    <a:pt x="8294336" y="3017500"/>
                  </a:lnTo>
                  <a:lnTo>
                    <a:pt x="8295191" y="3000137"/>
                  </a:lnTo>
                  <a:lnTo>
                    <a:pt x="8296047" y="2984977"/>
                  </a:lnTo>
                  <a:lnTo>
                    <a:pt x="8296902" y="2973367"/>
                  </a:lnTo>
                  <a:lnTo>
                    <a:pt x="8297758" y="3022370"/>
                  </a:lnTo>
                  <a:lnTo>
                    <a:pt x="8298613" y="3069334"/>
                  </a:lnTo>
                  <a:lnTo>
                    <a:pt x="8299469" y="3106643"/>
                  </a:lnTo>
                  <a:lnTo>
                    <a:pt x="8300324" y="3116972"/>
                  </a:lnTo>
                  <a:lnTo>
                    <a:pt x="8301180" y="3116972"/>
                  </a:lnTo>
                  <a:lnTo>
                    <a:pt x="8302035" y="3116972"/>
                  </a:lnTo>
                  <a:lnTo>
                    <a:pt x="8302891" y="3116972"/>
                  </a:lnTo>
                  <a:lnTo>
                    <a:pt x="8303747" y="3116972"/>
                  </a:lnTo>
                  <a:lnTo>
                    <a:pt x="8304602" y="3116972"/>
                  </a:lnTo>
                  <a:lnTo>
                    <a:pt x="8305458" y="3116972"/>
                  </a:lnTo>
                  <a:lnTo>
                    <a:pt x="8306313" y="3116972"/>
                  </a:lnTo>
                  <a:lnTo>
                    <a:pt x="8307169" y="3087100"/>
                  </a:lnTo>
                  <a:lnTo>
                    <a:pt x="8308024" y="3056751"/>
                  </a:lnTo>
                  <a:lnTo>
                    <a:pt x="8308880" y="3047997"/>
                  </a:lnTo>
                  <a:lnTo>
                    <a:pt x="8309735" y="3024738"/>
                  </a:lnTo>
                  <a:lnTo>
                    <a:pt x="8310591" y="3020157"/>
                  </a:lnTo>
                  <a:lnTo>
                    <a:pt x="8311446" y="3009914"/>
                  </a:lnTo>
                  <a:lnTo>
                    <a:pt x="8312302" y="3011669"/>
                  </a:lnTo>
                  <a:lnTo>
                    <a:pt x="8313157" y="3106445"/>
                  </a:lnTo>
                  <a:lnTo>
                    <a:pt x="8314013" y="3116972"/>
                  </a:lnTo>
                  <a:lnTo>
                    <a:pt x="8314868" y="3116972"/>
                  </a:lnTo>
                  <a:lnTo>
                    <a:pt x="8315724" y="3116972"/>
                  </a:lnTo>
                  <a:lnTo>
                    <a:pt x="8316579" y="3116972"/>
                  </a:lnTo>
                  <a:lnTo>
                    <a:pt x="8317435" y="3116972"/>
                  </a:lnTo>
                  <a:lnTo>
                    <a:pt x="8318290" y="3116972"/>
                  </a:lnTo>
                  <a:lnTo>
                    <a:pt x="8319146" y="3116972"/>
                  </a:lnTo>
                  <a:lnTo>
                    <a:pt x="8320002" y="3116972"/>
                  </a:lnTo>
                  <a:lnTo>
                    <a:pt x="8320857" y="3116972"/>
                  </a:lnTo>
                  <a:lnTo>
                    <a:pt x="8321713" y="3116972"/>
                  </a:lnTo>
                  <a:lnTo>
                    <a:pt x="8322568" y="3116972"/>
                  </a:lnTo>
                  <a:lnTo>
                    <a:pt x="8323424" y="3116972"/>
                  </a:lnTo>
                  <a:lnTo>
                    <a:pt x="8324279" y="3116972"/>
                  </a:lnTo>
                  <a:lnTo>
                    <a:pt x="8325135" y="3116972"/>
                  </a:lnTo>
                  <a:lnTo>
                    <a:pt x="8325990" y="3116972"/>
                  </a:lnTo>
                  <a:lnTo>
                    <a:pt x="8326846" y="3116972"/>
                  </a:lnTo>
                  <a:lnTo>
                    <a:pt x="8327701" y="3116972"/>
                  </a:lnTo>
                  <a:lnTo>
                    <a:pt x="8328557" y="3116972"/>
                  </a:lnTo>
                  <a:lnTo>
                    <a:pt x="8329412" y="3116972"/>
                  </a:lnTo>
                  <a:lnTo>
                    <a:pt x="8330268" y="3116972"/>
                  </a:lnTo>
                  <a:lnTo>
                    <a:pt x="8331123" y="3116972"/>
                  </a:lnTo>
                  <a:lnTo>
                    <a:pt x="8331979" y="3116972"/>
                  </a:lnTo>
                  <a:lnTo>
                    <a:pt x="8332834" y="3116972"/>
                  </a:lnTo>
                  <a:lnTo>
                    <a:pt x="8333690" y="3116972"/>
                  </a:lnTo>
                  <a:lnTo>
                    <a:pt x="8334546" y="3116972"/>
                  </a:lnTo>
                  <a:lnTo>
                    <a:pt x="8335401" y="3116972"/>
                  </a:lnTo>
                  <a:lnTo>
                    <a:pt x="8336257" y="3116972"/>
                  </a:lnTo>
                  <a:lnTo>
                    <a:pt x="8337112" y="3116972"/>
                  </a:lnTo>
                  <a:lnTo>
                    <a:pt x="8337968" y="3116972"/>
                  </a:lnTo>
                  <a:lnTo>
                    <a:pt x="8338823" y="3116972"/>
                  </a:lnTo>
                  <a:lnTo>
                    <a:pt x="8339679" y="3116972"/>
                  </a:lnTo>
                  <a:lnTo>
                    <a:pt x="8340534" y="3116972"/>
                  </a:lnTo>
                  <a:lnTo>
                    <a:pt x="8341390" y="3116972"/>
                  </a:lnTo>
                  <a:lnTo>
                    <a:pt x="8342245" y="3116972"/>
                  </a:lnTo>
                  <a:lnTo>
                    <a:pt x="8343101" y="3040805"/>
                  </a:lnTo>
                  <a:lnTo>
                    <a:pt x="8343956" y="2961169"/>
                  </a:lnTo>
                  <a:lnTo>
                    <a:pt x="8344812" y="2936672"/>
                  </a:lnTo>
                  <a:lnTo>
                    <a:pt x="8345667" y="2936673"/>
                  </a:lnTo>
                  <a:lnTo>
                    <a:pt x="8346523" y="2960582"/>
                  </a:lnTo>
                  <a:lnTo>
                    <a:pt x="8347378" y="2981717"/>
                  </a:lnTo>
                  <a:lnTo>
                    <a:pt x="8348234" y="3022682"/>
                  </a:lnTo>
                  <a:lnTo>
                    <a:pt x="8349089" y="3092132"/>
                  </a:lnTo>
                  <a:lnTo>
                    <a:pt x="8349945" y="3116629"/>
                  </a:lnTo>
                  <a:lnTo>
                    <a:pt x="8350801" y="3116629"/>
                  </a:lnTo>
                  <a:lnTo>
                    <a:pt x="8351656" y="3092720"/>
                  </a:lnTo>
                  <a:lnTo>
                    <a:pt x="8352512" y="3070303"/>
                  </a:lnTo>
                  <a:lnTo>
                    <a:pt x="8353367" y="3082054"/>
                  </a:lnTo>
                  <a:lnTo>
                    <a:pt x="8354223" y="3116972"/>
                  </a:lnTo>
                  <a:lnTo>
                    <a:pt x="8355078" y="3116972"/>
                  </a:lnTo>
                  <a:lnTo>
                    <a:pt x="8355934" y="3116972"/>
                  </a:lnTo>
                  <a:lnTo>
                    <a:pt x="8356789" y="3116972"/>
                  </a:lnTo>
                  <a:lnTo>
                    <a:pt x="8357645" y="3116972"/>
                  </a:lnTo>
                  <a:lnTo>
                    <a:pt x="8358500" y="3116972"/>
                  </a:lnTo>
                  <a:lnTo>
                    <a:pt x="8359356" y="3116972"/>
                  </a:lnTo>
                  <a:lnTo>
                    <a:pt x="8360211" y="3110412"/>
                  </a:lnTo>
                  <a:lnTo>
                    <a:pt x="8361067" y="3070721"/>
                  </a:lnTo>
                  <a:lnTo>
                    <a:pt x="8361922" y="3044549"/>
                  </a:lnTo>
                  <a:lnTo>
                    <a:pt x="8362778" y="2998866"/>
                  </a:lnTo>
                  <a:lnTo>
                    <a:pt x="8363633" y="2971543"/>
                  </a:lnTo>
                  <a:lnTo>
                    <a:pt x="8364489" y="2975547"/>
                  </a:lnTo>
                  <a:lnTo>
                    <a:pt x="8365344" y="3040094"/>
                  </a:lnTo>
                  <a:lnTo>
                    <a:pt x="8366200" y="3071586"/>
                  </a:lnTo>
                  <a:lnTo>
                    <a:pt x="8367056" y="3053952"/>
                  </a:lnTo>
                  <a:lnTo>
                    <a:pt x="8367911" y="3007292"/>
                  </a:lnTo>
                  <a:lnTo>
                    <a:pt x="8368767" y="3023854"/>
                  </a:lnTo>
                  <a:lnTo>
                    <a:pt x="8369622" y="3047088"/>
                  </a:lnTo>
                  <a:lnTo>
                    <a:pt x="8370478" y="3073233"/>
                  </a:lnTo>
                  <a:lnTo>
                    <a:pt x="8371333" y="3116972"/>
                  </a:lnTo>
                  <a:lnTo>
                    <a:pt x="8372189" y="3116972"/>
                  </a:lnTo>
                  <a:lnTo>
                    <a:pt x="8373044" y="3116972"/>
                  </a:lnTo>
                  <a:lnTo>
                    <a:pt x="8373900" y="3116972"/>
                  </a:lnTo>
                  <a:lnTo>
                    <a:pt x="8374755" y="3116972"/>
                  </a:lnTo>
                  <a:lnTo>
                    <a:pt x="8375611" y="3116972"/>
                  </a:lnTo>
                  <a:lnTo>
                    <a:pt x="8376466" y="3116972"/>
                  </a:lnTo>
                  <a:lnTo>
                    <a:pt x="8377322" y="3101761"/>
                  </a:lnTo>
                  <a:lnTo>
                    <a:pt x="8378177" y="3101762"/>
                  </a:lnTo>
                  <a:lnTo>
                    <a:pt x="8379033" y="3094578"/>
                  </a:lnTo>
                  <a:lnTo>
                    <a:pt x="8379888" y="3065163"/>
                  </a:lnTo>
                  <a:lnTo>
                    <a:pt x="8380744" y="3044501"/>
                  </a:lnTo>
                  <a:lnTo>
                    <a:pt x="8381600" y="3042488"/>
                  </a:lnTo>
                  <a:lnTo>
                    <a:pt x="8382455" y="3084898"/>
                  </a:lnTo>
                  <a:lnTo>
                    <a:pt x="8383311" y="3116972"/>
                  </a:lnTo>
                  <a:lnTo>
                    <a:pt x="8384166" y="3116972"/>
                  </a:lnTo>
                  <a:lnTo>
                    <a:pt x="8385022" y="3116972"/>
                  </a:lnTo>
                  <a:lnTo>
                    <a:pt x="8385877" y="3116972"/>
                  </a:lnTo>
                  <a:lnTo>
                    <a:pt x="8386733" y="3116972"/>
                  </a:lnTo>
                  <a:lnTo>
                    <a:pt x="8387588" y="3106624"/>
                  </a:lnTo>
                  <a:lnTo>
                    <a:pt x="8388444" y="3071586"/>
                  </a:lnTo>
                  <a:lnTo>
                    <a:pt x="8389299" y="3098268"/>
                  </a:lnTo>
                  <a:lnTo>
                    <a:pt x="8390155" y="3116972"/>
                  </a:lnTo>
                  <a:lnTo>
                    <a:pt x="8391010" y="3116972"/>
                  </a:lnTo>
                  <a:lnTo>
                    <a:pt x="8391866" y="3116972"/>
                  </a:lnTo>
                  <a:lnTo>
                    <a:pt x="8392721" y="3116972"/>
                  </a:lnTo>
                  <a:lnTo>
                    <a:pt x="8393577" y="3116972"/>
                  </a:lnTo>
                  <a:lnTo>
                    <a:pt x="8394432" y="3116972"/>
                  </a:lnTo>
                  <a:lnTo>
                    <a:pt x="8395288" y="3116972"/>
                  </a:lnTo>
                  <a:lnTo>
                    <a:pt x="8396143" y="3116972"/>
                  </a:lnTo>
                  <a:lnTo>
                    <a:pt x="8396999" y="3116972"/>
                  </a:lnTo>
                  <a:lnTo>
                    <a:pt x="8397855" y="3116972"/>
                  </a:lnTo>
                  <a:lnTo>
                    <a:pt x="8398710" y="3116972"/>
                  </a:lnTo>
                  <a:lnTo>
                    <a:pt x="8399566" y="3111904"/>
                  </a:lnTo>
                  <a:lnTo>
                    <a:pt x="8400421" y="3111905"/>
                  </a:lnTo>
                  <a:lnTo>
                    <a:pt x="8401277" y="3093549"/>
                  </a:lnTo>
                  <a:lnTo>
                    <a:pt x="8402132" y="3053966"/>
                  </a:lnTo>
                  <a:lnTo>
                    <a:pt x="8402988" y="3083078"/>
                  </a:lnTo>
                  <a:lnTo>
                    <a:pt x="8403843" y="3116972"/>
                  </a:lnTo>
                  <a:lnTo>
                    <a:pt x="8404699" y="3116972"/>
                  </a:lnTo>
                  <a:lnTo>
                    <a:pt x="8405554" y="3116972"/>
                  </a:lnTo>
                  <a:lnTo>
                    <a:pt x="8406410" y="3116972"/>
                  </a:lnTo>
                  <a:lnTo>
                    <a:pt x="8407265" y="3116972"/>
                  </a:lnTo>
                  <a:lnTo>
                    <a:pt x="8408121" y="3116972"/>
                  </a:lnTo>
                  <a:lnTo>
                    <a:pt x="8408976" y="3116972"/>
                  </a:lnTo>
                  <a:lnTo>
                    <a:pt x="8409832" y="3116972"/>
                  </a:lnTo>
                  <a:lnTo>
                    <a:pt x="8410687" y="3116972"/>
                  </a:lnTo>
                  <a:lnTo>
                    <a:pt x="8411543" y="3116972"/>
                  </a:lnTo>
                  <a:lnTo>
                    <a:pt x="8412398" y="3116972"/>
                  </a:lnTo>
                  <a:lnTo>
                    <a:pt x="8413254" y="3116972"/>
                  </a:lnTo>
                  <a:lnTo>
                    <a:pt x="8414110" y="3100228"/>
                  </a:lnTo>
                  <a:lnTo>
                    <a:pt x="8414965" y="3015273"/>
                  </a:lnTo>
                  <a:lnTo>
                    <a:pt x="8415821" y="2924209"/>
                  </a:lnTo>
                  <a:lnTo>
                    <a:pt x="8416676" y="2908127"/>
                  </a:lnTo>
                  <a:lnTo>
                    <a:pt x="8417532" y="2925899"/>
                  </a:lnTo>
                  <a:lnTo>
                    <a:pt x="8418387" y="2960387"/>
                  </a:lnTo>
                  <a:lnTo>
                    <a:pt x="8419243" y="2951385"/>
                  </a:lnTo>
                  <a:lnTo>
                    <a:pt x="8420098" y="2877335"/>
                  </a:lnTo>
                  <a:lnTo>
                    <a:pt x="8420954" y="2816213"/>
                  </a:lnTo>
                  <a:lnTo>
                    <a:pt x="8421809" y="2766891"/>
                  </a:lnTo>
                  <a:lnTo>
                    <a:pt x="8422665" y="2702360"/>
                  </a:lnTo>
                  <a:lnTo>
                    <a:pt x="8423520" y="2687665"/>
                  </a:lnTo>
                  <a:lnTo>
                    <a:pt x="8424376" y="2717470"/>
                  </a:lnTo>
                  <a:lnTo>
                    <a:pt x="8425231" y="2780710"/>
                  </a:lnTo>
                  <a:lnTo>
                    <a:pt x="8426087" y="2814176"/>
                  </a:lnTo>
                  <a:lnTo>
                    <a:pt x="8426942" y="2857318"/>
                  </a:lnTo>
                  <a:lnTo>
                    <a:pt x="8427798" y="2908528"/>
                  </a:lnTo>
                  <a:lnTo>
                    <a:pt x="8428653" y="2920893"/>
                  </a:lnTo>
                  <a:lnTo>
                    <a:pt x="8429509" y="3008529"/>
                  </a:lnTo>
                  <a:lnTo>
                    <a:pt x="8430365" y="3046721"/>
                  </a:lnTo>
                  <a:lnTo>
                    <a:pt x="8431220" y="3083610"/>
                  </a:lnTo>
                  <a:lnTo>
                    <a:pt x="8432076" y="3084895"/>
                  </a:lnTo>
                  <a:lnTo>
                    <a:pt x="8432931" y="3084723"/>
                  </a:lnTo>
                  <a:lnTo>
                    <a:pt x="8433787" y="3072207"/>
                  </a:lnTo>
                  <a:lnTo>
                    <a:pt x="8434642" y="2938635"/>
                  </a:lnTo>
                  <a:lnTo>
                    <a:pt x="8435498" y="2884725"/>
                  </a:lnTo>
                  <a:lnTo>
                    <a:pt x="8436353" y="2861325"/>
                  </a:lnTo>
                  <a:lnTo>
                    <a:pt x="8437209" y="2803064"/>
                  </a:lnTo>
                  <a:lnTo>
                    <a:pt x="8438064" y="2778247"/>
                  </a:lnTo>
                  <a:lnTo>
                    <a:pt x="8438920" y="2836130"/>
                  </a:lnTo>
                  <a:lnTo>
                    <a:pt x="8439775" y="2957521"/>
                  </a:lnTo>
                  <a:lnTo>
                    <a:pt x="8440631" y="3058639"/>
                  </a:lnTo>
                  <a:lnTo>
                    <a:pt x="8441486" y="3116972"/>
                  </a:lnTo>
                  <a:lnTo>
                    <a:pt x="8442342" y="3116972"/>
                  </a:lnTo>
                  <a:lnTo>
                    <a:pt x="8443197" y="3116972"/>
                  </a:lnTo>
                  <a:lnTo>
                    <a:pt x="8444053" y="3116972"/>
                  </a:lnTo>
                  <a:lnTo>
                    <a:pt x="8444909" y="3116972"/>
                  </a:lnTo>
                  <a:lnTo>
                    <a:pt x="8445764" y="3116972"/>
                  </a:lnTo>
                  <a:lnTo>
                    <a:pt x="8446620" y="3116972"/>
                  </a:lnTo>
                  <a:lnTo>
                    <a:pt x="8447475" y="3063513"/>
                  </a:lnTo>
                  <a:lnTo>
                    <a:pt x="8448331" y="2986755"/>
                  </a:lnTo>
                  <a:lnTo>
                    <a:pt x="8449186" y="2895661"/>
                  </a:lnTo>
                  <a:lnTo>
                    <a:pt x="8450042" y="2788233"/>
                  </a:lnTo>
                  <a:lnTo>
                    <a:pt x="8450897" y="2733226"/>
                  </a:lnTo>
                  <a:lnTo>
                    <a:pt x="8451753" y="2752187"/>
                  </a:lnTo>
                  <a:lnTo>
                    <a:pt x="8452608" y="2714701"/>
                  </a:lnTo>
                  <a:lnTo>
                    <a:pt x="8453464" y="2717195"/>
                  </a:lnTo>
                  <a:lnTo>
                    <a:pt x="8454319" y="2816883"/>
                  </a:lnTo>
                  <a:lnTo>
                    <a:pt x="8455175" y="2922989"/>
                  </a:lnTo>
                  <a:lnTo>
                    <a:pt x="8456030" y="2982309"/>
                  </a:lnTo>
                  <a:lnTo>
                    <a:pt x="8456886" y="3022324"/>
                  </a:lnTo>
                  <a:lnTo>
                    <a:pt x="8457741" y="3116972"/>
                  </a:lnTo>
                  <a:lnTo>
                    <a:pt x="8458597" y="3116972"/>
                  </a:lnTo>
                  <a:lnTo>
                    <a:pt x="8459452" y="3116972"/>
                  </a:lnTo>
                  <a:lnTo>
                    <a:pt x="8460308" y="3098828"/>
                  </a:lnTo>
                  <a:lnTo>
                    <a:pt x="8461164" y="3087093"/>
                  </a:lnTo>
                  <a:lnTo>
                    <a:pt x="8462019" y="3107451"/>
                  </a:lnTo>
                  <a:lnTo>
                    <a:pt x="8462875" y="3116972"/>
                  </a:lnTo>
                  <a:lnTo>
                    <a:pt x="8463730" y="3116972"/>
                  </a:lnTo>
                  <a:lnTo>
                    <a:pt x="8464586" y="3116972"/>
                  </a:lnTo>
                  <a:lnTo>
                    <a:pt x="8465441" y="3116972"/>
                  </a:lnTo>
                  <a:lnTo>
                    <a:pt x="8466297" y="3116972"/>
                  </a:lnTo>
                  <a:lnTo>
                    <a:pt x="8467152" y="3116972"/>
                  </a:lnTo>
                  <a:lnTo>
                    <a:pt x="8468008" y="3116972"/>
                  </a:lnTo>
                  <a:lnTo>
                    <a:pt x="8468863" y="3116972"/>
                  </a:lnTo>
                  <a:lnTo>
                    <a:pt x="8469719" y="3085016"/>
                  </a:lnTo>
                  <a:lnTo>
                    <a:pt x="8470574" y="3031860"/>
                  </a:lnTo>
                  <a:lnTo>
                    <a:pt x="8471430" y="2979451"/>
                  </a:lnTo>
                  <a:lnTo>
                    <a:pt x="8472285" y="2909583"/>
                  </a:lnTo>
                  <a:lnTo>
                    <a:pt x="8473141" y="2814904"/>
                  </a:lnTo>
                  <a:lnTo>
                    <a:pt x="8473996" y="2642439"/>
                  </a:lnTo>
                  <a:lnTo>
                    <a:pt x="8474852" y="2553652"/>
                  </a:lnTo>
                  <a:lnTo>
                    <a:pt x="8475707" y="2534286"/>
                  </a:lnTo>
                  <a:lnTo>
                    <a:pt x="8476563" y="2482503"/>
                  </a:lnTo>
                  <a:lnTo>
                    <a:pt x="8477419" y="2493853"/>
                  </a:lnTo>
                  <a:lnTo>
                    <a:pt x="8478274" y="2550758"/>
                  </a:lnTo>
                  <a:lnTo>
                    <a:pt x="8479130" y="2622215"/>
                  </a:lnTo>
                  <a:lnTo>
                    <a:pt x="8479985" y="2627082"/>
                  </a:lnTo>
                  <a:lnTo>
                    <a:pt x="8480841" y="2550232"/>
                  </a:lnTo>
                  <a:lnTo>
                    <a:pt x="8481696" y="2504830"/>
                  </a:lnTo>
                  <a:lnTo>
                    <a:pt x="8482552" y="2423945"/>
                  </a:lnTo>
                  <a:lnTo>
                    <a:pt x="8483407" y="2285805"/>
                  </a:lnTo>
                  <a:lnTo>
                    <a:pt x="8484263" y="2097265"/>
                  </a:lnTo>
                  <a:lnTo>
                    <a:pt x="8485118" y="1985335"/>
                  </a:lnTo>
                  <a:lnTo>
                    <a:pt x="8485974" y="1903527"/>
                  </a:lnTo>
                  <a:lnTo>
                    <a:pt x="8486829" y="1887178"/>
                  </a:lnTo>
                  <a:lnTo>
                    <a:pt x="8487685" y="1837732"/>
                  </a:lnTo>
                  <a:lnTo>
                    <a:pt x="8488540" y="1737211"/>
                  </a:lnTo>
                  <a:lnTo>
                    <a:pt x="8489396" y="1763023"/>
                  </a:lnTo>
                  <a:lnTo>
                    <a:pt x="8490251" y="1832381"/>
                  </a:lnTo>
                  <a:lnTo>
                    <a:pt x="8491107" y="1981389"/>
                  </a:lnTo>
                  <a:lnTo>
                    <a:pt x="8491963" y="1979357"/>
                  </a:lnTo>
                  <a:lnTo>
                    <a:pt x="8492818" y="2029041"/>
                  </a:lnTo>
                  <a:lnTo>
                    <a:pt x="8493674" y="2292302"/>
                  </a:lnTo>
                  <a:lnTo>
                    <a:pt x="8494529" y="2439175"/>
                  </a:lnTo>
                  <a:lnTo>
                    <a:pt x="8495385" y="2377631"/>
                  </a:lnTo>
                  <a:lnTo>
                    <a:pt x="8496240" y="2208591"/>
                  </a:lnTo>
                  <a:lnTo>
                    <a:pt x="8497096" y="2139210"/>
                  </a:lnTo>
                  <a:lnTo>
                    <a:pt x="8497951" y="2022164"/>
                  </a:lnTo>
                  <a:lnTo>
                    <a:pt x="8498807" y="1763792"/>
                  </a:lnTo>
                  <a:lnTo>
                    <a:pt x="8499662" y="1680716"/>
                  </a:lnTo>
                  <a:lnTo>
                    <a:pt x="8500518" y="1769073"/>
                  </a:lnTo>
                  <a:lnTo>
                    <a:pt x="8501373" y="1877268"/>
                  </a:lnTo>
                  <a:lnTo>
                    <a:pt x="8502229" y="2012380"/>
                  </a:lnTo>
                  <a:lnTo>
                    <a:pt x="8503084" y="2173823"/>
                  </a:lnTo>
                  <a:lnTo>
                    <a:pt x="8503940" y="2302632"/>
                  </a:lnTo>
                  <a:lnTo>
                    <a:pt x="8504795" y="2293173"/>
                  </a:lnTo>
                  <a:lnTo>
                    <a:pt x="8505651" y="2293453"/>
                  </a:lnTo>
                  <a:lnTo>
                    <a:pt x="8506506" y="2319323"/>
                  </a:lnTo>
                  <a:lnTo>
                    <a:pt x="8507362" y="2287339"/>
                  </a:lnTo>
                  <a:lnTo>
                    <a:pt x="8508218" y="2210417"/>
                  </a:lnTo>
                  <a:lnTo>
                    <a:pt x="8509073" y="2163219"/>
                  </a:lnTo>
                  <a:lnTo>
                    <a:pt x="8509929" y="2194183"/>
                  </a:lnTo>
                  <a:lnTo>
                    <a:pt x="8510784" y="2236853"/>
                  </a:lnTo>
                  <a:lnTo>
                    <a:pt x="8511640" y="2327091"/>
                  </a:lnTo>
                  <a:lnTo>
                    <a:pt x="8512495" y="2439673"/>
                  </a:lnTo>
                  <a:lnTo>
                    <a:pt x="8513351" y="2556750"/>
                  </a:lnTo>
                  <a:lnTo>
                    <a:pt x="8514206" y="2680030"/>
                  </a:lnTo>
                  <a:lnTo>
                    <a:pt x="8515062" y="2665656"/>
                  </a:lnTo>
                  <a:lnTo>
                    <a:pt x="8515917" y="2615453"/>
                  </a:lnTo>
                  <a:lnTo>
                    <a:pt x="8516773" y="2574127"/>
                  </a:lnTo>
                  <a:lnTo>
                    <a:pt x="8517628" y="2436187"/>
                  </a:lnTo>
                  <a:lnTo>
                    <a:pt x="8518484" y="2380287"/>
                  </a:lnTo>
                  <a:lnTo>
                    <a:pt x="8519339" y="2386980"/>
                  </a:lnTo>
                  <a:lnTo>
                    <a:pt x="8520195" y="2433129"/>
                  </a:lnTo>
                  <a:lnTo>
                    <a:pt x="8521050" y="2397486"/>
                  </a:lnTo>
                  <a:lnTo>
                    <a:pt x="8521906" y="2198073"/>
                  </a:lnTo>
                  <a:lnTo>
                    <a:pt x="8522761" y="2114496"/>
                  </a:lnTo>
                  <a:lnTo>
                    <a:pt x="8523617" y="2047744"/>
                  </a:lnTo>
                  <a:lnTo>
                    <a:pt x="8524473" y="1887911"/>
                  </a:lnTo>
                  <a:lnTo>
                    <a:pt x="8525328" y="1779846"/>
                  </a:lnTo>
                  <a:lnTo>
                    <a:pt x="8526184" y="1806122"/>
                  </a:lnTo>
                  <a:lnTo>
                    <a:pt x="8527039" y="1935370"/>
                  </a:lnTo>
                  <a:lnTo>
                    <a:pt x="8527895" y="2072303"/>
                  </a:lnTo>
                  <a:lnTo>
                    <a:pt x="8528750" y="2212900"/>
                  </a:lnTo>
                  <a:lnTo>
                    <a:pt x="8529606" y="2406379"/>
                  </a:lnTo>
                  <a:lnTo>
                    <a:pt x="8530461" y="2556897"/>
                  </a:lnTo>
                  <a:lnTo>
                    <a:pt x="8531317" y="2620324"/>
                  </a:lnTo>
                  <a:lnTo>
                    <a:pt x="8532172" y="2697061"/>
                  </a:lnTo>
                  <a:lnTo>
                    <a:pt x="8533028" y="2789990"/>
                  </a:lnTo>
                  <a:lnTo>
                    <a:pt x="8533883" y="2759330"/>
                  </a:lnTo>
                  <a:lnTo>
                    <a:pt x="8534739" y="2710686"/>
                  </a:lnTo>
                  <a:lnTo>
                    <a:pt x="8535594" y="2714690"/>
                  </a:lnTo>
                  <a:lnTo>
                    <a:pt x="8536450" y="2733235"/>
                  </a:lnTo>
                  <a:lnTo>
                    <a:pt x="8537305" y="2747767"/>
                  </a:lnTo>
                  <a:lnTo>
                    <a:pt x="8538161" y="2666193"/>
                  </a:lnTo>
                  <a:lnTo>
                    <a:pt x="8539017" y="2648230"/>
                  </a:lnTo>
                  <a:lnTo>
                    <a:pt x="8539872" y="2638256"/>
                  </a:lnTo>
                  <a:lnTo>
                    <a:pt x="8540728" y="2575497"/>
                  </a:lnTo>
                  <a:lnTo>
                    <a:pt x="8541583" y="2512769"/>
                  </a:lnTo>
                  <a:lnTo>
                    <a:pt x="8542439" y="2467701"/>
                  </a:lnTo>
                  <a:lnTo>
                    <a:pt x="8543294" y="2492224"/>
                  </a:lnTo>
                  <a:lnTo>
                    <a:pt x="8544150" y="2495611"/>
                  </a:lnTo>
                  <a:lnTo>
                    <a:pt x="8545005" y="2502117"/>
                  </a:lnTo>
                  <a:lnTo>
                    <a:pt x="8545861" y="2516745"/>
                  </a:lnTo>
                  <a:lnTo>
                    <a:pt x="8546716" y="2469941"/>
                  </a:lnTo>
                  <a:lnTo>
                    <a:pt x="8547572" y="2400315"/>
                  </a:lnTo>
                  <a:lnTo>
                    <a:pt x="8548427" y="2382729"/>
                  </a:lnTo>
                  <a:lnTo>
                    <a:pt x="8549283" y="2476659"/>
                  </a:lnTo>
                  <a:lnTo>
                    <a:pt x="8550138" y="2548753"/>
                  </a:lnTo>
                  <a:lnTo>
                    <a:pt x="8550994" y="2642308"/>
                  </a:lnTo>
                  <a:lnTo>
                    <a:pt x="8551849" y="2824131"/>
                  </a:lnTo>
                  <a:lnTo>
                    <a:pt x="8552705" y="2996327"/>
                  </a:lnTo>
                  <a:lnTo>
                    <a:pt x="8553560" y="3071586"/>
                  </a:lnTo>
                  <a:lnTo>
                    <a:pt x="8553560" y="3116972"/>
                  </a:lnTo>
                  <a:lnTo>
                    <a:pt x="8552705" y="3116972"/>
                  </a:lnTo>
                  <a:lnTo>
                    <a:pt x="8551849" y="3116972"/>
                  </a:lnTo>
                  <a:lnTo>
                    <a:pt x="8550994" y="3116972"/>
                  </a:lnTo>
                  <a:lnTo>
                    <a:pt x="8550138" y="3116972"/>
                  </a:lnTo>
                  <a:lnTo>
                    <a:pt x="8549283" y="3116972"/>
                  </a:lnTo>
                  <a:lnTo>
                    <a:pt x="8548427" y="3116972"/>
                  </a:lnTo>
                  <a:lnTo>
                    <a:pt x="8547572" y="3116972"/>
                  </a:lnTo>
                  <a:lnTo>
                    <a:pt x="8546716" y="3116972"/>
                  </a:lnTo>
                  <a:lnTo>
                    <a:pt x="8545861" y="3116972"/>
                  </a:lnTo>
                  <a:lnTo>
                    <a:pt x="8545005" y="3116972"/>
                  </a:lnTo>
                  <a:lnTo>
                    <a:pt x="8544150" y="3116972"/>
                  </a:lnTo>
                  <a:lnTo>
                    <a:pt x="8543294" y="3116972"/>
                  </a:lnTo>
                  <a:lnTo>
                    <a:pt x="8542439" y="3116972"/>
                  </a:lnTo>
                  <a:lnTo>
                    <a:pt x="8541583" y="3116972"/>
                  </a:lnTo>
                  <a:lnTo>
                    <a:pt x="8540728" y="3116972"/>
                  </a:lnTo>
                  <a:lnTo>
                    <a:pt x="8539872" y="3116972"/>
                  </a:lnTo>
                  <a:lnTo>
                    <a:pt x="8539017" y="3116972"/>
                  </a:lnTo>
                  <a:lnTo>
                    <a:pt x="8538161" y="3116972"/>
                  </a:lnTo>
                  <a:lnTo>
                    <a:pt x="8537305" y="3116972"/>
                  </a:lnTo>
                  <a:lnTo>
                    <a:pt x="8536450" y="3116972"/>
                  </a:lnTo>
                  <a:lnTo>
                    <a:pt x="8535594" y="3116972"/>
                  </a:lnTo>
                  <a:lnTo>
                    <a:pt x="8534739" y="3116972"/>
                  </a:lnTo>
                  <a:lnTo>
                    <a:pt x="8533883" y="3116972"/>
                  </a:lnTo>
                  <a:lnTo>
                    <a:pt x="8533028" y="3116972"/>
                  </a:lnTo>
                  <a:lnTo>
                    <a:pt x="8532172" y="3116972"/>
                  </a:lnTo>
                  <a:lnTo>
                    <a:pt x="8531317" y="3116972"/>
                  </a:lnTo>
                  <a:lnTo>
                    <a:pt x="8530461" y="3116972"/>
                  </a:lnTo>
                  <a:lnTo>
                    <a:pt x="8529606" y="3116972"/>
                  </a:lnTo>
                  <a:lnTo>
                    <a:pt x="8528750" y="3116972"/>
                  </a:lnTo>
                  <a:lnTo>
                    <a:pt x="8527895" y="3116972"/>
                  </a:lnTo>
                  <a:lnTo>
                    <a:pt x="8527039" y="3116972"/>
                  </a:lnTo>
                  <a:lnTo>
                    <a:pt x="8526184" y="3116972"/>
                  </a:lnTo>
                  <a:lnTo>
                    <a:pt x="8525328" y="3116972"/>
                  </a:lnTo>
                  <a:lnTo>
                    <a:pt x="8524473" y="3116972"/>
                  </a:lnTo>
                  <a:lnTo>
                    <a:pt x="8523617" y="3116972"/>
                  </a:lnTo>
                  <a:lnTo>
                    <a:pt x="8522761" y="3116972"/>
                  </a:lnTo>
                  <a:lnTo>
                    <a:pt x="8521906" y="3116972"/>
                  </a:lnTo>
                  <a:lnTo>
                    <a:pt x="8521050" y="3116972"/>
                  </a:lnTo>
                  <a:lnTo>
                    <a:pt x="8520195" y="3116972"/>
                  </a:lnTo>
                  <a:lnTo>
                    <a:pt x="8519339" y="3116972"/>
                  </a:lnTo>
                  <a:lnTo>
                    <a:pt x="8518484" y="3116972"/>
                  </a:lnTo>
                  <a:lnTo>
                    <a:pt x="8517628" y="3116972"/>
                  </a:lnTo>
                  <a:lnTo>
                    <a:pt x="8516773" y="3116972"/>
                  </a:lnTo>
                  <a:lnTo>
                    <a:pt x="8515917" y="3116972"/>
                  </a:lnTo>
                  <a:lnTo>
                    <a:pt x="8515062" y="3116972"/>
                  </a:lnTo>
                  <a:lnTo>
                    <a:pt x="8514206" y="3116972"/>
                  </a:lnTo>
                  <a:lnTo>
                    <a:pt x="8513351" y="3116972"/>
                  </a:lnTo>
                  <a:lnTo>
                    <a:pt x="8512495" y="3116972"/>
                  </a:lnTo>
                  <a:lnTo>
                    <a:pt x="8511640" y="3116972"/>
                  </a:lnTo>
                  <a:lnTo>
                    <a:pt x="8510784" y="3116972"/>
                  </a:lnTo>
                  <a:lnTo>
                    <a:pt x="8509929" y="3116972"/>
                  </a:lnTo>
                  <a:lnTo>
                    <a:pt x="8509073" y="3116972"/>
                  </a:lnTo>
                  <a:lnTo>
                    <a:pt x="8508218" y="3116972"/>
                  </a:lnTo>
                  <a:lnTo>
                    <a:pt x="8507362" y="3116972"/>
                  </a:lnTo>
                  <a:lnTo>
                    <a:pt x="8506506" y="3116972"/>
                  </a:lnTo>
                  <a:lnTo>
                    <a:pt x="8505651" y="3116972"/>
                  </a:lnTo>
                  <a:lnTo>
                    <a:pt x="8504795" y="3116972"/>
                  </a:lnTo>
                  <a:lnTo>
                    <a:pt x="8503940" y="3116972"/>
                  </a:lnTo>
                  <a:lnTo>
                    <a:pt x="8503084" y="3116972"/>
                  </a:lnTo>
                  <a:lnTo>
                    <a:pt x="8502229" y="3116972"/>
                  </a:lnTo>
                  <a:lnTo>
                    <a:pt x="8501373" y="3116972"/>
                  </a:lnTo>
                  <a:lnTo>
                    <a:pt x="8500518" y="3116972"/>
                  </a:lnTo>
                  <a:lnTo>
                    <a:pt x="8499662" y="3116972"/>
                  </a:lnTo>
                  <a:lnTo>
                    <a:pt x="8498807" y="3116972"/>
                  </a:lnTo>
                  <a:lnTo>
                    <a:pt x="8497951" y="3116972"/>
                  </a:lnTo>
                  <a:lnTo>
                    <a:pt x="8497096" y="3116972"/>
                  </a:lnTo>
                  <a:lnTo>
                    <a:pt x="8496240" y="3116972"/>
                  </a:lnTo>
                  <a:lnTo>
                    <a:pt x="8495385" y="3116972"/>
                  </a:lnTo>
                  <a:lnTo>
                    <a:pt x="8494529" y="3116972"/>
                  </a:lnTo>
                  <a:lnTo>
                    <a:pt x="8493674" y="3116972"/>
                  </a:lnTo>
                  <a:lnTo>
                    <a:pt x="8492818" y="3116972"/>
                  </a:lnTo>
                  <a:lnTo>
                    <a:pt x="8491963" y="3116972"/>
                  </a:lnTo>
                  <a:lnTo>
                    <a:pt x="8491107" y="3116972"/>
                  </a:lnTo>
                  <a:lnTo>
                    <a:pt x="8490251" y="3116972"/>
                  </a:lnTo>
                  <a:lnTo>
                    <a:pt x="8489396" y="3116972"/>
                  </a:lnTo>
                  <a:lnTo>
                    <a:pt x="8488540" y="3116972"/>
                  </a:lnTo>
                  <a:lnTo>
                    <a:pt x="8487685" y="3116972"/>
                  </a:lnTo>
                  <a:lnTo>
                    <a:pt x="8486829" y="3116972"/>
                  </a:lnTo>
                  <a:lnTo>
                    <a:pt x="8485974" y="3116972"/>
                  </a:lnTo>
                  <a:lnTo>
                    <a:pt x="8485118" y="3116972"/>
                  </a:lnTo>
                  <a:lnTo>
                    <a:pt x="8484263" y="3116972"/>
                  </a:lnTo>
                  <a:lnTo>
                    <a:pt x="8483407" y="3116972"/>
                  </a:lnTo>
                  <a:lnTo>
                    <a:pt x="8482552" y="3116972"/>
                  </a:lnTo>
                  <a:lnTo>
                    <a:pt x="8481696" y="3116972"/>
                  </a:lnTo>
                  <a:lnTo>
                    <a:pt x="8480841" y="3116972"/>
                  </a:lnTo>
                  <a:lnTo>
                    <a:pt x="8479985" y="3116972"/>
                  </a:lnTo>
                  <a:lnTo>
                    <a:pt x="8479130" y="3116972"/>
                  </a:lnTo>
                  <a:lnTo>
                    <a:pt x="8478274" y="3116972"/>
                  </a:lnTo>
                  <a:lnTo>
                    <a:pt x="8477419" y="3116972"/>
                  </a:lnTo>
                  <a:lnTo>
                    <a:pt x="8476563" y="3116972"/>
                  </a:lnTo>
                  <a:lnTo>
                    <a:pt x="8475707" y="3116972"/>
                  </a:lnTo>
                  <a:lnTo>
                    <a:pt x="8474852" y="3116972"/>
                  </a:lnTo>
                  <a:lnTo>
                    <a:pt x="8473996" y="3116972"/>
                  </a:lnTo>
                  <a:lnTo>
                    <a:pt x="8473141" y="3116972"/>
                  </a:lnTo>
                  <a:lnTo>
                    <a:pt x="8472285" y="3116972"/>
                  </a:lnTo>
                  <a:lnTo>
                    <a:pt x="8471430" y="3116972"/>
                  </a:lnTo>
                  <a:lnTo>
                    <a:pt x="8470574" y="3116972"/>
                  </a:lnTo>
                  <a:lnTo>
                    <a:pt x="8469719" y="3116972"/>
                  </a:lnTo>
                  <a:lnTo>
                    <a:pt x="8468863" y="3116972"/>
                  </a:lnTo>
                  <a:lnTo>
                    <a:pt x="8468008" y="3116972"/>
                  </a:lnTo>
                  <a:lnTo>
                    <a:pt x="8467152" y="3116972"/>
                  </a:lnTo>
                  <a:lnTo>
                    <a:pt x="8466297" y="3116972"/>
                  </a:lnTo>
                  <a:lnTo>
                    <a:pt x="8465441" y="3116972"/>
                  </a:lnTo>
                  <a:lnTo>
                    <a:pt x="8464586" y="3116972"/>
                  </a:lnTo>
                  <a:lnTo>
                    <a:pt x="8463730" y="3116972"/>
                  </a:lnTo>
                  <a:lnTo>
                    <a:pt x="8462875" y="3116972"/>
                  </a:lnTo>
                  <a:lnTo>
                    <a:pt x="8462019" y="3116972"/>
                  </a:lnTo>
                  <a:lnTo>
                    <a:pt x="8461164" y="3116972"/>
                  </a:lnTo>
                  <a:lnTo>
                    <a:pt x="8460308" y="3116972"/>
                  </a:lnTo>
                  <a:lnTo>
                    <a:pt x="8459452" y="3116972"/>
                  </a:lnTo>
                  <a:lnTo>
                    <a:pt x="8458597" y="3116972"/>
                  </a:lnTo>
                  <a:lnTo>
                    <a:pt x="8457741" y="3116972"/>
                  </a:lnTo>
                  <a:lnTo>
                    <a:pt x="8456886" y="3116972"/>
                  </a:lnTo>
                  <a:lnTo>
                    <a:pt x="8456030" y="3116972"/>
                  </a:lnTo>
                  <a:lnTo>
                    <a:pt x="8455175" y="3116972"/>
                  </a:lnTo>
                  <a:lnTo>
                    <a:pt x="8454319" y="3116972"/>
                  </a:lnTo>
                  <a:lnTo>
                    <a:pt x="8453464" y="3116972"/>
                  </a:lnTo>
                  <a:lnTo>
                    <a:pt x="8452608" y="3116972"/>
                  </a:lnTo>
                  <a:lnTo>
                    <a:pt x="8451753" y="3116972"/>
                  </a:lnTo>
                  <a:lnTo>
                    <a:pt x="8450897" y="3116972"/>
                  </a:lnTo>
                  <a:lnTo>
                    <a:pt x="8450042" y="3116972"/>
                  </a:lnTo>
                  <a:lnTo>
                    <a:pt x="8449186" y="3116972"/>
                  </a:lnTo>
                  <a:lnTo>
                    <a:pt x="8448331" y="3116972"/>
                  </a:lnTo>
                  <a:lnTo>
                    <a:pt x="8447475" y="3116972"/>
                  </a:lnTo>
                  <a:lnTo>
                    <a:pt x="8446620" y="3116972"/>
                  </a:lnTo>
                  <a:lnTo>
                    <a:pt x="8445764" y="3116972"/>
                  </a:lnTo>
                  <a:lnTo>
                    <a:pt x="8444909" y="3116972"/>
                  </a:lnTo>
                  <a:lnTo>
                    <a:pt x="8444053" y="3116972"/>
                  </a:lnTo>
                  <a:lnTo>
                    <a:pt x="8443197" y="3116972"/>
                  </a:lnTo>
                  <a:lnTo>
                    <a:pt x="8442342" y="3116972"/>
                  </a:lnTo>
                  <a:lnTo>
                    <a:pt x="8441486" y="3116972"/>
                  </a:lnTo>
                  <a:lnTo>
                    <a:pt x="8440631" y="3116972"/>
                  </a:lnTo>
                  <a:lnTo>
                    <a:pt x="8439775" y="3116972"/>
                  </a:lnTo>
                  <a:lnTo>
                    <a:pt x="8438920" y="3116972"/>
                  </a:lnTo>
                  <a:lnTo>
                    <a:pt x="8438064" y="3116972"/>
                  </a:lnTo>
                  <a:lnTo>
                    <a:pt x="8437209" y="3116972"/>
                  </a:lnTo>
                  <a:lnTo>
                    <a:pt x="8436353" y="3116972"/>
                  </a:lnTo>
                  <a:lnTo>
                    <a:pt x="8435498" y="3116972"/>
                  </a:lnTo>
                  <a:lnTo>
                    <a:pt x="8434642" y="3116972"/>
                  </a:lnTo>
                  <a:lnTo>
                    <a:pt x="8433787" y="3116972"/>
                  </a:lnTo>
                  <a:lnTo>
                    <a:pt x="8432931" y="3116972"/>
                  </a:lnTo>
                  <a:lnTo>
                    <a:pt x="8432076" y="3116972"/>
                  </a:lnTo>
                  <a:lnTo>
                    <a:pt x="8431220" y="3116972"/>
                  </a:lnTo>
                  <a:lnTo>
                    <a:pt x="8430365" y="3116972"/>
                  </a:lnTo>
                  <a:lnTo>
                    <a:pt x="8429509" y="3116972"/>
                  </a:lnTo>
                  <a:lnTo>
                    <a:pt x="8428653" y="3116972"/>
                  </a:lnTo>
                  <a:lnTo>
                    <a:pt x="8427798" y="3116972"/>
                  </a:lnTo>
                  <a:lnTo>
                    <a:pt x="8426942" y="3116972"/>
                  </a:lnTo>
                  <a:lnTo>
                    <a:pt x="8426087" y="3116972"/>
                  </a:lnTo>
                  <a:lnTo>
                    <a:pt x="8425231" y="3116972"/>
                  </a:lnTo>
                  <a:lnTo>
                    <a:pt x="8424376" y="3116972"/>
                  </a:lnTo>
                  <a:lnTo>
                    <a:pt x="8423520" y="3116972"/>
                  </a:lnTo>
                  <a:lnTo>
                    <a:pt x="8422665" y="3116972"/>
                  </a:lnTo>
                  <a:lnTo>
                    <a:pt x="8421809" y="3116972"/>
                  </a:lnTo>
                  <a:lnTo>
                    <a:pt x="8420954" y="3116972"/>
                  </a:lnTo>
                  <a:lnTo>
                    <a:pt x="8420098" y="3116972"/>
                  </a:lnTo>
                  <a:lnTo>
                    <a:pt x="8419243" y="3116972"/>
                  </a:lnTo>
                  <a:lnTo>
                    <a:pt x="8418387" y="3116972"/>
                  </a:lnTo>
                  <a:lnTo>
                    <a:pt x="8417532" y="3116972"/>
                  </a:lnTo>
                  <a:lnTo>
                    <a:pt x="8416676" y="3116972"/>
                  </a:lnTo>
                  <a:lnTo>
                    <a:pt x="8415821" y="3116972"/>
                  </a:lnTo>
                  <a:lnTo>
                    <a:pt x="8414965" y="3116972"/>
                  </a:lnTo>
                  <a:lnTo>
                    <a:pt x="8414110" y="3116972"/>
                  </a:lnTo>
                  <a:lnTo>
                    <a:pt x="8413254" y="3116972"/>
                  </a:lnTo>
                  <a:lnTo>
                    <a:pt x="8412398" y="3116972"/>
                  </a:lnTo>
                  <a:lnTo>
                    <a:pt x="8411543" y="3116972"/>
                  </a:lnTo>
                  <a:lnTo>
                    <a:pt x="8410687" y="3116972"/>
                  </a:lnTo>
                  <a:lnTo>
                    <a:pt x="8409832" y="3116972"/>
                  </a:lnTo>
                  <a:lnTo>
                    <a:pt x="8408976" y="3116972"/>
                  </a:lnTo>
                  <a:lnTo>
                    <a:pt x="8408121" y="3116972"/>
                  </a:lnTo>
                  <a:lnTo>
                    <a:pt x="8407265" y="3116972"/>
                  </a:lnTo>
                  <a:lnTo>
                    <a:pt x="8406410" y="3116972"/>
                  </a:lnTo>
                  <a:lnTo>
                    <a:pt x="8405554" y="3116972"/>
                  </a:lnTo>
                  <a:lnTo>
                    <a:pt x="8404699" y="3116972"/>
                  </a:lnTo>
                  <a:lnTo>
                    <a:pt x="8403843" y="3116972"/>
                  </a:lnTo>
                  <a:lnTo>
                    <a:pt x="8402988" y="3116972"/>
                  </a:lnTo>
                  <a:lnTo>
                    <a:pt x="8402132" y="3116972"/>
                  </a:lnTo>
                  <a:lnTo>
                    <a:pt x="8401277" y="3116972"/>
                  </a:lnTo>
                  <a:lnTo>
                    <a:pt x="8400421" y="3116972"/>
                  </a:lnTo>
                  <a:lnTo>
                    <a:pt x="8399566" y="3116972"/>
                  </a:lnTo>
                  <a:lnTo>
                    <a:pt x="8398710" y="3116972"/>
                  </a:lnTo>
                  <a:lnTo>
                    <a:pt x="8397855" y="3116972"/>
                  </a:lnTo>
                  <a:lnTo>
                    <a:pt x="8396999" y="3116972"/>
                  </a:lnTo>
                  <a:lnTo>
                    <a:pt x="8396143" y="3116972"/>
                  </a:lnTo>
                  <a:lnTo>
                    <a:pt x="8395288" y="3116972"/>
                  </a:lnTo>
                  <a:lnTo>
                    <a:pt x="8394432" y="3116972"/>
                  </a:lnTo>
                  <a:lnTo>
                    <a:pt x="8393577" y="3116972"/>
                  </a:lnTo>
                  <a:lnTo>
                    <a:pt x="8392721" y="3116972"/>
                  </a:lnTo>
                  <a:lnTo>
                    <a:pt x="8391866" y="3116972"/>
                  </a:lnTo>
                  <a:lnTo>
                    <a:pt x="8391010" y="3116972"/>
                  </a:lnTo>
                  <a:lnTo>
                    <a:pt x="8390155" y="3116972"/>
                  </a:lnTo>
                  <a:lnTo>
                    <a:pt x="8389299" y="3116972"/>
                  </a:lnTo>
                  <a:lnTo>
                    <a:pt x="8388444" y="3116972"/>
                  </a:lnTo>
                  <a:lnTo>
                    <a:pt x="8387588" y="3116972"/>
                  </a:lnTo>
                  <a:lnTo>
                    <a:pt x="8386733" y="3116972"/>
                  </a:lnTo>
                  <a:lnTo>
                    <a:pt x="8385877" y="3116972"/>
                  </a:lnTo>
                  <a:lnTo>
                    <a:pt x="8385022" y="3116972"/>
                  </a:lnTo>
                  <a:lnTo>
                    <a:pt x="8384166" y="3116972"/>
                  </a:lnTo>
                  <a:lnTo>
                    <a:pt x="8383311" y="3116972"/>
                  </a:lnTo>
                  <a:lnTo>
                    <a:pt x="8382455" y="3116972"/>
                  </a:lnTo>
                  <a:lnTo>
                    <a:pt x="8381600" y="3116972"/>
                  </a:lnTo>
                  <a:lnTo>
                    <a:pt x="8380744" y="3116972"/>
                  </a:lnTo>
                  <a:lnTo>
                    <a:pt x="8379888" y="3116972"/>
                  </a:lnTo>
                  <a:lnTo>
                    <a:pt x="8379033" y="3116972"/>
                  </a:lnTo>
                  <a:lnTo>
                    <a:pt x="8378177" y="3116972"/>
                  </a:lnTo>
                  <a:lnTo>
                    <a:pt x="8377322" y="3116972"/>
                  </a:lnTo>
                  <a:lnTo>
                    <a:pt x="8376466" y="3116972"/>
                  </a:lnTo>
                  <a:lnTo>
                    <a:pt x="8375611" y="3116972"/>
                  </a:lnTo>
                  <a:lnTo>
                    <a:pt x="8374755" y="3116972"/>
                  </a:lnTo>
                  <a:lnTo>
                    <a:pt x="8373900" y="3116972"/>
                  </a:lnTo>
                  <a:lnTo>
                    <a:pt x="8373044" y="3116972"/>
                  </a:lnTo>
                  <a:lnTo>
                    <a:pt x="8372189" y="3116972"/>
                  </a:lnTo>
                  <a:lnTo>
                    <a:pt x="8371333" y="3116972"/>
                  </a:lnTo>
                  <a:lnTo>
                    <a:pt x="8370478" y="3116972"/>
                  </a:lnTo>
                  <a:lnTo>
                    <a:pt x="8369622" y="3116972"/>
                  </a:lnTo>
                  <a:lnTo>
                    <a:pt x="8368767" y="3116972"/>
                  </a:lnTo>
                  <a:lnTo>
                    <a:pt x="8367911" y="3116972"/>
                  </a:lnTo>
                  <a:lnTo>
                    <a:pt x="8367056" y="3116972"/>
                  </a:lnTo>
                  <a:lnTo>
                    <a:pt x="8366200" y="3116972"/>
                  </a:lnTo>
                  <a:lnTo>
                    <a:pt x="8365344" y="3116972"/>
                  </a:lnTo>
                  <a:lnTo>
                    <a:pt x="8364489" y="3116972"/>
                  </a:lnTo>
                  <a:lnTo>
                    <a:pt x="8363633" y="3116972"/>
                  </a:lnTo>
                  <a:lnTo>
                    <a:pt x="8362778" y="3116972"/>
                  </a:lnTo>
                  <a:lnTo>
                    <a:pt x="8361922" y="3116972"/>
                  </a:lnTo>
                  <a:lnTo>
                    <a:pt x="8361067" y="3116972"/>
                  </a:lnTo>
                  <a:lnTo>
                    <a:pt x="8360211" y="3116972"/>
                  </a:lnTo>
                  <a:lnTo>
                    <a:pt x="8359356" y="3116972"/>
                  </a:lnTo>
                  <a:lnTo>
                    <a:pt x="8358500" y="3116972"/>
                  </a:lnTo>
                  <a:lnTo>
                    <a:pt x="8357645" y="3116972"/>
                  </a:lnTo>
                  <a:lnTo>
                    <a:pt x="8356789" y="3116972"/>
                  </a:lnTo>
                  <a:lnTo>
                    <a:pt x="8355934" y="3116972"/>
                  </a:lnTo>
                  <a:lnTo>
                    <a:pt x="8355078" y="3116972"/>
                  </a:lnTo>
                  <a:lnTo>
                    <a:pt x="8354223" y="3116972"/>
                  </a:lnTo>
                  <a:lnTo>
                    <a:pt x="8353367" y="3116972"/>
                  </a:lnTo>
                  <a:lnTo>
                    <a:pt x="8352512" y="3116972"/>
                  </a:lnTo>
                  <a:lnTo>
                    <a:pt x="8351656" y="3116972"/>
                  </a:lnTo>
                  <a:lnTo>
                    <a:pt x="8350801" y="3116972"/>
                  </a:lnTo>
                  <a:lnTo>
                    <a:pt x="8349945" y="3116972"/>
                  </a:lnTo>
                  <a:lnTo>
                    <a:pt x="8349089" y="3116972"/>
                  </a:lnTo>
                  <a:lnTo>
                    <a:pt x="8348234" y="3116972"/>
                  </a:lnTo>
                  <a:lnTo>
                    <a:pt x="8347378" y="3116972"/>
                  </a:lnTo>
                  <a:lnTo>
                    <a:pt x="8346523" y="3116972"/>
                  </a:lnTo>
                  <a:lnTo>
                    <a:pt x="8345667" y="3116972"/>
                  </a:lnTo>
                  <a:lnTo>
                    <a:pt x="8344812" y="3116972"/>
                  </a:lnTo>
                  <a:lnTo>
                    <a:pt x="8343956" y="3116972"/>
                  </a:lnTo>
                  <a:lnTo>
                    <a:pt x="8343101" y="3116972"/>
                  </a:lnTo>
                  <a:lnTo>
                    <a:pt x="8342245" y="3116972"/>
                  </a:lnTo>
                  <a:lnTo>
                    <a:pt x="8341390" y="3116972"/>
                  </a:lnTo>
                  <a:lnTo>
                    <a:pt x="8340534" y="3116972"/>
                  </a:lnTo>
                  <a:lnTo>
                    <a:pt x="8339679" y="3116972"/>
                  </a:lnTo>
                  <a:lnTo>
                    <a:pt x="8338823" y="3116972"/>
                  </a:lnTo>
                  <a:lnTo>
                    <a:pt x="8337968" y="3116972"/>
                  </a:lnTo>
                  <a:lnTo>
                    <a:pt x="8337112" y="3116972"/>
                  </a:lnTo>
                  <a:lnTo>
                    <a:pt x="8336257" y="3116972"/>
                  </a:lnTo>
                  <a:lnTo>
                    <a:pt x="8335401" y="3116972"/>
                  </a:lnTo>
                  <a:lnTo>
                    <a:pt x="8334546" y="3116972"/>
                  </a:lnTo>
                  <a:lnTo>
                    <a:pt x="8333690" y="3116972"/>
                  </a:lnTo>
                  <a:lnTo>
                    <a:pt x="8332834" y="3116972"/>
                  </a:lnTo>
                  <a:lnTo>
                    <a:pt x="8331979" y="3116972"/>
                  </a:lnTo>
                  <a:lnTo>
                    <a:pt x="8331123" y="3116972"/>
                  </a:lnTo>
                  <a:lnTo>
                    <a:pt x="8330268" y="3116972"/>
                  </a:lnTo>
                  <a:lnTo>
                    <a:pt x="8329412" y="3116972"/>
                  </a:lnTo>
                  <a:lnTo>
                    <a:pt x="8328557" y="3116972"/>
                  </a:lnTo>
                  <a:lnTo>
                    <a:pt x="8327701" y="3116972"/>
                  </a:lnTo>
                  <a:lnTo>
                    <a:pt x="8326846" y="3116972"/>
                  </a:lnTo>
                  <a:lnTo>
                    <a:pt x="8325990" y="3116972"/>
                  </a:lnTo>
                  <a:lnTo>
                    <a:pt x="8325135" y="3116972"/>
                  </a:lnTo>
                  <a:lnTo>
                    <a:pt x="8324279" y="3116972"/>
                  </a:lnTo>
                  <a:lnTo>
                    <a:pt x="8323424" y="3116972"/>
                  </a:lnTo>
                  <a:lnTo>
                    <a:pt x="8322568" y="3116972"/>
                  </a:lnTo>
                  <a:lnTo>
                    <a:pt x="8321713" y="3116972"/>
                  </a:lnTo>
                  <a:lnTo>
                    <a:pt x="8320857" y="3116972"/>
                  </a:lnTo>
                  <a:lnTo>
                    <a:pt x="8320002" y="3116972"/>
                  </a:lnTo>
                  <a:lnTo>
                    <a:pt x="8319146" y="3116972"/>
                  </a:lnTo>
                  <a:lnTo>
                    <a:pt x="8318290" y="3116972"/>
                  </a:lnTo>
                  <a:lnTo>
                    <a:pt x="8317435" y="3116972"/>
                  </a:lnTo>
                  <a:lnTo>
                    <a:pt x="8316579" y="3116972"/>
                  </a:lnTo>
                  <a:lnTo>
                    <a:pt x="8315724" y="3116972"/>
                  </a:lnTo>
                  <a:lnTo>
                    <a:pt x="8314868" y="3116972"/>
                  </a:lnTo>
                  <a:lnTo>
                    <a:pt x="8314013" y="3116972"/>
                  </a:lnTo>
                  <a:lnTo>
                    <a:pt x="8313157" y="3116972"/>
                  </a:lnTo>
                  <a:lnTo>
                    <a:pt x="8312302" y="3116972"/>
                  </a:lnTo>
                  <a:lnTo>
                    <a:pt x="8311446" y="3116972"/>
                  </a:lnTo>
                  <a:lnTo>
                    <a:pt x="8310591" y="3116972"/>
                  </a:lnTo>
                  <a:lnTo>
                    <a:pt x="8309735" y="3116972"/>
                  </a:lnTo>
                  <a:lnTo>
                    <a:pt x="8308880" y="3116972"/>
                  </a:lnTo>
                  <a:lnTo>
                    <a:pt x="8308024" y="3116972"/>
                  </a:lnTo>
                  <a:lnTo>
                    <a:pt x="8307169" y="3116972"/>
                  </a:lnTo>
                  <a:lnTo>
                    <a:pt x="8306313" y="3116972"/>
                  </a:lnTo>
                  <a:lnTo>
                    <a:pt x="8305458" y="3116972"/>
                  </a:lnTo>
                  <a:lnTo>
                    <a:pt x="8304602" y="3116972"/>
                  </a:lnTo>
                  <a:lnTo>
                    <a:pt x="8303747" y="3116972"/>
                  </a:lnTo>
                  <a:lnTo>
                    <a:pt x="8302891" y="3116972"/>
                  </a:lnTo>
                  <a:lnTo>
                    <a:pt x="8302035" y="3116972"/>
                  </a:lnTo>
                  <a:lnTo>
                    <a:pt x="8301180" y="3116972"/>
                  </a:lnTo>
                  <a:lnTo>
                    <a:pt x="8300324" y="3116972"/>
                  </a:lnTo>
                  <a:lnTo>
                    <a:pt x="8299469" y="3116972"/>
                  </a:lnTo>
                  <a:lnTo>
                    <a:pt x="8298613" y="3116972"/>
                  </a:lnTo>
                  <a:lnTo>
                    <a:pt x="8297758" y="3116972"/>
                  </a:lnTo>
                  <a:lnTo>
                    <a:pt x="8296902" y="3116972"/>
                  </a:lnTo>
                  <a:lnTo>
                    <a:pt x="8296047" y="3116972"/>
                  </a:lnTo>
                  <a:lnTo>
                    <a:pt x="8295191" y="3116972"/>
                  </a:lnTo>
                  <a:lnTo>
                    <a:pt x="8294336" y="3116972"/>
                  </a:lnTo>
                  <a:lnTo>
                    <a:pt x="8293480" y="3116972"/>
                  </a:lnTo>
                  <a:lnTo>
                    <a:pt x="8292625" y="3116972"/>
                  </a:lnTo>
                  <a:lnTo>
                    <a:pt x="8291769" y="3116972"/>
                  </a:lnTo>
                  <a:lnTo>
                    <a:pt x="8290914" y="3116972"/>
                  </a:lnTo>
                  <a:lnTo>
                    <a:pt x="8290058" y="3116972"/>
                  </a:lnTo>
                  <a:lnTo>
                    <a:pt x="8289203" y="3116972"/>
                  </a:lnTo>
                  <a:lnTo>
                    <a:pt x="8288347" y="3116972"/>
                  </a:lnTo>
                  <a:lnTo>
                    <a:pt x="8287492" y="3116972"/>
                  </a:lnTo>
                  <a:lnTo>
                    <a:pt x="8286636" y="3116972"/>
                  </a:lnTo>
                  <a:lnTo>
                    <a:pt x="8285780" y="3116972"/>
                  </a:lnTo>
                  <a:lnTo>
                    <a:pt x="8284925" y="3116972"/>
                  </a:lnTo>
                  <a:lnTo>
                    <a:pt x="8284069" y="3116972"/>
                  </a:lnTo>
                  <a:lnTo>
                    <a:pt x="8283214" y="3116972"/>
                  </a:lnTo>
                  <a:lnTo>
                    <a:pt x="8282358" y="3116972"/>
                  </a:lnTo>
                  <a:lnTo>
                    <a:pt x="8281503" y="3116972"/>
                  </a:lnTo>
                  <a:lnTo>
                    <a:pt x="8280647" y="3116972"/>
                  </a:lnTo>
                  <a:lnTo>
                    <a:pt x="8279792" y="3116972"/>
                  </a:lnTo>
                  <a:lnTo>
                    <a:pt x="8278936" y="3116972"/>
                  </a:lnTo>
                  <a:lnTo>
                    <a:pt x="8278081" y="3116972"/>
                  </a:lnTo>
                  <a:lnTo>
                    <a:pt x="8277225" y="3116972"/>
                  </a:lnTo>
                  <a:lnTo>
                    <a:pt x="8276370" y="3116972"/>
                  </a:lnTo>
                  <a:lnTo>
                    <a:pt x="8275514" y="3116972"/>
                  </a:lnTo>
                  <a:lnTo>
                    <a:pt x="8274659" y="3116972"/>
                  </a:lnTo>
                  <a:lnTo>
                    <a:pt x="8273803" y="3116972"/>
                  </a:lnTo>
                  <a:lnTo>
                    <a:pt x="8272948" y="3116972"/>
                  </a:lnTo>
                  <a:lnTo>
                    <a:pt x="8272092" y="3116972"/>
                  </a:lnTo>
                  <a:lnTo>
                    <a:pt x="8271236" y="3116972"/>
                  </a:lnTo>
                  <a:lnTo>
                    <a:pt x="8270381" y="3116972"/>
                  </a:lnTo>
                  <a:lnTo>
                    <a:pt x="8269525" y="3116972"/>
                  </a:lnTo>
                  <a:lnTo>
                    <a:pt x="8268670" y="3116972"/>
                  </a:lnTo>
                  <a:lnTo>
                    <a:pt x="8267814" y="3116972"/>
                  </a:lnTo>
                  <a:lnTo>
                    <a:pt x="8266959" y="3116972"/>
                  </a:lnTo>
                  <a:lnTo>
                    <a:pt x="8266103" y="3116972"/>
                  </a:lnTo>
                  <a:lnTo>
                    <a:pt x="8265248" y="3116972"/>
                  </a:lnTo>
                  <a:lnTo>
                    <a:pt x="8264392" y="3116972"/>
                  </a:lnTo>
                  <a:lnTo>
                    <a:pt x="8263537" y="3116972"/>
                  </a:lnTo>
                  <a:lnTo>
                    <a:pt x="8262681" y="3116972"/>
                  </a:lnTo>
                  <a:lnTo>
                    <a:pt x="8261826" y="3116972"/>
                  </a:lnTo>
                  <a:lnTo>
                    <a:pt x="8260970" y="3116972"/>
                  </a:lnTo>
                  <a:lnTo>
                    <a:pt x="8260115" y="3116972"/>
                  </a:lnTo>
                  <a:lnTo>
                    <a:pt x="8259259" y="3116972"/>
                  </a:lnTo>
                  <a:lnTo>
                    <a:pt x="8258404" y="3116972"/>
                  </a:lnTo>
                  <a:lnTo>
                    <a:pt x="8257548" y="3116972"/>
                  </a:lnTo>
                  <a:lnTo>
                    <a:pt x="8256693" y="3116972"/>
                  </a:lnTo>
                  <a:lnTo>
                    <a:pt x="8255837" y="3116972"/>
                  </a:lnTo>
                  <a:lnTo>
                    <a:pt x="8254981" y="3116972"/>
                  </a:lnTo>
                  <a:lnTo>
                    <a:pt x="8254126" y="3116972"/>
                  </a:lnTo>
                  <a:lnTo>
                    <a:pt x="8253270" y="3116972"/>
                  </a:lnTo>
                  <a:lnTo>
                    <a:pt x="8252415" y="3116972"/>
                  </a:lnTo>
                  <a:lnTo>
                    <a:pt x="8251559" y="3116972"/>
                  </a:lnTo>
                  <a:lnTo>
                    <a:pt x="8250704" y="3116972"/>
                  </a:lnTo>
                  <a:lnTo>
                    <a:pt x="8249848" y="3116972"/>
                  </a:lnTo>
                  <a:lnTo>
                    <a:pt x="8248993" y="3116972"/>
                  </a:lnTo>
                  <a:lnTo>
                    <a:pt x="8248137" y="3116972"/>
                  </a:lnTo>
                  <a:lnTo>
                    <a:pt x="8247282" y="3116972"/>
                  </a:lnTo>
                  <a:lnTo>
                    <a:pt x="8246426" y="3116972"/>
                  </a:lnTo>
                  <a:lnTo>
                    <a:pt x="8245571" y="3116972"/>
                  </a:lnTo>
                  <a:lnTo>
                    <a:pt x="8244715" y="3116972"/>
                  </a:lnTo>
                  <a:lnTo>
                    <a:pt x="8243860" y="3116972"/>
                  </a:lnTo>
                  <a:lnTo>
                    <a:pt x="8243004" y="3116972"/>
                  </a:lnTo>
                  <a:lnTo>
                    <a:pt x="8242149" y="3116972"/>
                  </a:lnTo>
                  <a:lnTo>
                    <a:pt x="8241293" y="3116972"/>
                  </a:lnTo>
                  <a:lnTo>
                    <a:pt x="8240438" y="3116972"/>
                  </a:lnTo>
                  <a:lnTo>
                    <a:pt x="8239582" y="3116972"/>
                  </a:lnTo>
                  <a:lnTo>
                    <a:pt x="8238726" y="3116972"/>
                  </a:lnTo>
                  <a:lnTo>
                    <a:pt x="8237871" y="3116972"/>
                  </a:lnTo>
                  <a:lnTo>
                    <a:pt x="8237015" y="3116972"/>
                  </a:lnTo>
                  <a:lnTo>
                    <a:pt x="8236160" y="3116972"/>
                  </a:lnTo>
                  <a:lnTo>
                    <a:pt x="8235304" y="3116972"/>
                  </a:lnTo>
                  <a:lnTo>
                    <a:pt x="8234449" y="3116972"/>
                  </a:lnTo>
                  <a:lnTo>
                    <a:pt x="8233593" y="3116972"/>
                  </a:lnTo>
                  <a:lnTo>
                    <a:pt x="8232738" y="3116972"/>
                  </a:lnTo>
                  <a:lnTo>
                    <a:pt x="8231882" y="3116972"/>
                  </a:lnTo>
                  <a:lnTo>
                    <a:pt x="8231027" y="3116972"/>
                  </a:lnTo>
                  <a:lnTo>
                    <a:pt x="8230171" y="3116972"/>
                  </a:lnTo>
                  <a:lnTo>
                    <a:pt x="8229316" y="3116972"/>
                  </a:lnTo>
                  <a:lnTo>
                    <a:pt x="8228460" y="3116972"/>
                  </a:lnTo>
                  <a:lnTo>
                    <a:pt x="8227605" y="3116972"/>
                  </a:lnTo>
                  <a:lnTo>
                    <a:pt x="8226749" y="3116972"/>
                  </a:lnTo>
                  <a:lnTo>
                    <a:pt x="8225894" y="3116972"/>
                  </a:lnTo>
                  <a:lnTo>
                    <a:pt x="8225038" y="3116972"/>
                  </a:lnTo>
                  <a:lnTo>
                    <a:pt x="8224182" y="3116972"/>
                  </a:lnTo>
                  <a:lnTo>
                    <a:pt x="8223327" y="3116972"/>
                  </a:lnTo>
                  <a:lnTo>
                    <a:pt x="8222471" y="3116972"/>
                  </a:lnTo>
                  <a:lnTo>
                    <a:pt x="8221616" y="3116972"/>
                  </a:lnTo>
                  <a:lnTo>
                    <a:pt x="8220760" y="3116972"/>
                  </a:lnTo>
                  <a:lnTo>
                    <a:pt x="8219905" y="3116972"/>
                  </a:lnTo>
                  <a:lnTo>
                    <a:pt x="8219049" y="3116972"/>
                  </a:lnTo>
                  <a:lnTo>
                    <a:pt x="8218194" y="3116972"/>
                  </a:lnTo>
                  <a:lnTo>
                    <a:pt x="8217338" y="3116972"/>
                  </a:lnTo>
                  <a:lnTo>
                    <a:pt x="8216483" y="3116972"/>
                  </a:lnTo>
                  <a:lnTo>
                    <a:pt x="8215627" y="3116972"/>
                  </a:lnTo>
                  <a:lnTo>
                    <a:pt x="8214772" y="3116972"/>
                  </a:lnTo>
                  <a:lnTo>
                    <a:pt x="8213916" y="3116972"/>
                  </a:lnTo>
                  <a:lnTo>
                    <a:pt x="8213061" y="3116972"/>
                  </a:lnTo>
                  <a:lnTo>
                    <a:pt x="8212205" y="3116972"/>
                  </a:lnTo>
                  <a:lnTo>
                    <a:pt x="8211350" y="3116972"/>
                  </a:lnTo>
                  <a:lnTo>
                    <a:pt x="8210494" y="3116972"/>
                  </a:lnTo>
                  <a:lnTo>
                    <a:pt x="8209639" y="3116972"/>
                  </a:lnTo>
                  <a:lnTo>
                    <a:pt x="8208783" y="3116972"/>
                  </a:lnTo>
                  <a:lnTo>
                    <a:pt x="8207927" y="3116972"/>
                  </a:lnTo>
                  <a:lnTo>
                    <a:pt x="8207072" y="3116972"/>
                  </a:lnTo>
                  <a:lnTo>
                    <a:pt x="8206216" y="3116972"/>
                  </a:lnTo>
                  <a:lnTo>
                    <a:pt x="8205361" y="3116972"/>
                  </a:lnTo>
                  <a:lnTo>
                    <a:pt x="8204505" y="3116972"/>
                  </a:lnTo>
                  <a:lnTo>
                    <a:pt x="8203650" y="3116972"/>
                  </a:lnTo>
                  <a:lnTo>
                    <a:pt x="8202794" y="3116972"/>
                  </a:lnTo>
                  <a:lnTo>
                    <a:pt x="8201939" y="3116972"/>
                  </a:lnTo>
                  <a:lnTo>
                    <a:pt x="8201083" y="3116972"/>
                  </a:lnTo>
                  <a:lnTo>
                    <a:pt x="8200228" y="3116972"/>
                  </a:lnTo>
                  <a:lnTo>
                    <a:pt x="8199372" y="3116972"/>
                  </a:lnTo>
                  <a:lnTo>
                    <a:pt x="8198517" y="3116972"/>
                  </a:lnTo>
                  <a:lnTo>
                    <a:pt x="8197661" y="3116972"/>
                  </a:lnTo>
                  <a:lnTo>
                    <a:pt x="8196806" y="3116972"/>
                  </a:lnTo>
                  <a:lnTo>
                    <a:pt x="8195950" y="3116972"/>
                  </a:lnTo>
                  <a:lnTo>
                    <a:pt x="8195095" y="3116972"/>
                  </a:lnTo>
                  <a:lnTo>
                    <a:pt x="8194239" y="3116972"/>
                  </a:lnTo>
                  <a:lnTo>
                    <a:pt x="8193384" y="3116972"/>
                  </a:lnTo>
                  <a:lnTo>
                    <a:pt x="8192528" y="3116972"/>
                  </a:lnTo>
                  <a:lnTo>
                    <a:pt x="8191672" y="3116972"/>
                  </a:lnTo>
                  <a:lnTo>
                    <a:pt x="8190817" y="3116972"/>
                  </a:lnTo>
                  <a:lnTo>
                    <a:pt x="8189961" y="3116972"/>
                  </a:lnTo>
                  <a:lnTo>
                    <a:pt x="8189106" y="3116972"/>
                  </a:lnTo>
                  <a:lnTo>
                    <a:pt x="8188250" y="3116972"/>
                  </a:lnTo>
                  <a:lnTo>
                    <a:pt x="8187395" y="3116972"/>
                  </a:lnTo>
                  <a:lnTo>
                    <a:pt x="8186539" y="3116972"/>
                  </a:lnTo>
                  <a:lnTo>
                    <a:pt x="8185684" y="3116972"/>
                  </a:lnTo>
                  <a:lnTo>
                    <a:pt x="8184828" y="3116972"/>
                  </a:lnTo>
                  <a:lnTo>
                    <a:pt x="8183973" y="3116972"/>
                  </a:lnTo>
                  <a:lnTo>
                    <a:pt x="8183117" y="3116972"/>
                  </a:lnTo>
                  <a:lnTo>
                    <a:pt x="8182262" y="3116972"/>
                  </a:lnTo>
                  <a:lnTo>
                    <a:pt x="8181406" y="3116972"/>
                  </a:lnTo>
                  <a:lnTo>
                    <a:pt x="8180551" y="3116972"/>
                  </a:lnTo>
                  <a:lnTo>
                    <a:pt x="8179695" y="3116972"/>
                  </a:lnTo>
                  <a:lnTo>
                    <a:pt x="8178840" y="3116972"/>
                  </a:lnTo>
                  <a:lnTo>
                    <a:pt x="8177984" y="3116972"/>
                  </a:lnTo>
                  <a:lnTo>
                    <a:pt x="8177129" y="3116972"/>
                  </a:lnTo>
                  <a:lnTo>
                    <a:pt x="8176273" y="3116972"/>
                  </a:lnTo>
                  <a:lnTo>
                    <a:pt x="8175417" y="3116972"/>
                  </a:lnTo>
                  <a:lnTo>
                    <a:pt x="8174562" y="3116972"/>
                  </a:lnTo>
                  <a:lnTo>
                    <a:pt x="8173706" y="3116972"/>
                  </a:lnTo>
                  <a:lnTo>
                    <a:pt x="8172851" y="3116972"/>
                  </a:lnTo>
                  <a:lnTo>
                    <a:pt x="8171995" y="3116972"/>
                  </a:lnTo>
                  <a:lnTo>
                    <a:pt x="8171140" y="3116972"/>
                  </a:lnTo>
                  <a:lnTo>
                    <a:pt x="8170284" y="3116972"/>
                  </a:lnTo>
                  <a:lnTo>
                    <a:pt x="8169429" y="3116972"/>
                  </a:lnTo>
                  <a:lnTo>
                    <a:pt x="8168573" y="3116972"/>
                  </a:lnTo>
                  <a:lnTo>
                    <a:pt x="8167718" y="3116972"/>
                  </a:lnTo>
                  <a:lnTo>
                    <a:pt x="8166862" y="3116972"/>
                  </a:lnTo>
                  <a:lnTo>
                    <a:pt x="8166007" y="3116972"/>
                  </a:lnTo>
                  <a:lnTo>
                    <a:pt x="8165151" y="3116972"/>
                  </a:lnTo>
                  <a:lnTo>
                    <a:pt x="8164296" y="3116972"/>
                  </a:lnTo>
                  <a:lnTo>
                    <a:pt x="8163440" y="3116972"/>
                  </a:lnTo>
                  <a:lnTo>
                    <a:pt x="8162585" y="3116972"/>
                  </a:lnTo>
                  <a:lnTo>
                    <a:pt x="8161729" y="3116972"/>
                  </a:lnTo>
                  <a:lnTo>
                    <a:pt x="8160873" y="3116972"/>
                  </a:lnTo>
                  <a:lnTo>
                    <a:pt x="8160018" y="3116972"/>
                  </a:lnTo>
                  <a:lnTo>
                    <a:pt x="8159162" y="3116972"/>
                  </a:lnTo>
                  <a:lnTo>
                    <a:pt x="8158307" y="3116972"/>
                  </a:lnTo>
                  <a:lnTo>
                    <a:pt x="8157451" y="3116972"/>
                  </a:lnTo>
                  <a:lnTo>
                    <a:pt x="8156596" y="3116972"/>
                  </a:lnTo>
                  <a:lnTo>
                    <a:pt x="8155740" y="3116972"/>
                  </a:lnTo>
                  <a:lnTo>
                    <a:pt x="8154885" y="3116972"/>
                  </a:lnTo>
                  <a:lnTo>
                    <a:pt x="8154029" y="3116972"/>
                  </a:lnTo>
                  <a:lnTo>
                    <a:pt x="8153174" y="3116972"/>
                  </a:lnTo>
                  <a:lnTo>
                    <a:pt x="8152318" y="3116972"/>
                  </a:lnTo>
                  <a:lnTo>
                    <a:pt x="8151463" y="3116972"/>
                  </a:lnTo>
                  <a:lnTo>
                    <a:pt x="8150607" y="3116972"/>
                  </a:lnTo>
                  <a:lnTo>
                    <a:pt x="8149752" y="3116972"/>
                  </a:lnTo>
                  <a:lnTo>
                    <a:pt x="8148896" y="3116972"/>
                  </a:lnTo>
                  <a:lnTo>
                    <a:pt x="8148041" y="3116972"/>
                  </a:lnTo>
                  <a:lnTo>
                    <a:pt x="8147185" y="3116972"/>
                  </a:lnTo>
                  <a:lnTo>
                    <a:pt x="8146330" y="3116972"/>
                  </a:lnTo>
                  <a:lnTo>
                    <a:pt x="8145474" y="3116972"/>
                  </a:lnTo>
                  <a:lnTo>
                    <a:pt x="8144618" y="3116972"/>
                  </a:lnTo>
                  <a:lnTo>
                    <a:pt x="8143763" y="3116972"/>
                  </a:lnTo>
                  <a:lnTo>
                    <a:pt x="8142907" y="3116972"/>
                  </a:lnTo>
                  <a:lnTo>
                    <a:pt x="8142052" y="3116972"/>
                  </a:lnTo>
                  <a:lnTo>
                    <a:pt x="8141196" y="3116972"/>
                  </a:lnTo>
                  <a:lnTo>
                    <a:pt x="8140341" y="3116972"/>
                  </a:lnTo>
                  <a:lnTo>
                    <a:pt x="8139485" y="3116972"/>
                  </a:lnTo>
                  <a:lnTo>
                    <a:pt x="8138630" y="3116972"/>
                  </a:lnTo>
                  <a:lnTo>
                    <a:pt x="8137774" y="3116972"/>
                  </a:lnTo>
                  <a:lnTo>
                    <a:pt x="8136919" y="3116972"/>
                  </a:lnTo>
                  <a:lnTo>
                    <a:pt x="8136063" y="3116972"/>
                  </a:lnTo>
                  <a:lnTo>
                    <a:pt x="8135208" y="3116972"/>
                  </a:lnTo>
                  <a:lnTo>
                    <a:pt x="8134352" y="3116972"/>
                  </a:lnTo>
                  <a:lnTo>
                    <a:pt x="8133497" y="3116972"/>
                  </a:lnTo>
                  <a:lnTo>
                    <a:pt x="8132641" y="3116972"/>
                  </a:lnTo>
                  <a:lnTo>
                    <a:pt x="8131786" y="3116972"/>
                  </a:lnTo>
                  <a:lnTo>
                    <a:pt x="8130930" y="3116972"/>
                  </a:lnTo>
                  <a:lnTo>
                    <a:pt x="8130075" y="3116972"/>
                  </a:lnTo>
                  <a:lnTo>
                    <a:pt x="8129219" y="3116972"/>
                  </a:lnTo>
                  <a:lnTo>
                    <a:pt x="8128363" y="3116972"/>
                  </a:lnTo>
                  <a:lnTo>
                    <a:pt x="8127508" y="3116972"/>
                  </a:lnTo>
                  <a:lnTo>
                    <a:pt x="8126652" y="3116972"/>
                  </a:lnTo>
                  <a:lnTo>
                    <a:pt x="8125797" y="3116972"/>
                  </a:lnTo>
                  <a:lnTo>
                    <a:pt x="8124941" y="3116972"/>
                  </a:lnTo>
                  <a:lnTo>
                    <a:pt x="8124086" y="3116972"/>
                  </a:lnTo>
                  <a:lnTo>
                    <a:pt x="8123230" y="3116972"/>
                  </a:lnTo>
                  <a:lnTo>
                    <a:pt x="8122375" y="3116972"/>
                  </a:lnTo>
                  <a:lnTo>
                    <a:pt x="8121519" y="3116972"/>
                  </a:lnTo>
                  <a:lnTo>
                    <a:pt x="8120664" y="3116972"/>
                  </a:lnTo>
                  <a:lnTo>
                    <a:pt x="8119808" y="3116972"/>
                  </a:lnTo>
                  <a:lnTo>
                    <a:pt x="8118953" y="3116972"/>
                  </a:lnTo>
                  <a:lnTo>
                    <a:pt x="8118097" y="3116972"/>
                  </a:lnTo>
                  <a:lnTo>
                    <a:pt x="8117242" y="3116972"/>
                  </a:lnTo>
                  <a:lnTo>
                    <a:pt x="8116386" y="3116972"/>
                  </a:lnTo>
                  <a:lnTo>
                    <a:pt x="8115531" y="3116972"/>
                  </a:lnTo>
                  <a:lnTo>
                    <a:pt x="8114675" y="3116972"/>
                  </a:lnTo>
                  <a:lnTo>
                    <a:pt x="8113819" y="3116972"/>
                  </a:lnTo>
                  <a:lnTo>
                    <a:pt x="8112964" y="3116972"/>
                  </a:lnTo>
                  <a:lnTo>
                    <a:pt x="8112108" y="3116972"/>
                  </a:lnTo>
                  <a:lnTo>
                    <a:pt x="8111253" y="3116972"/>
                  </a:lnTo>
                  <a:lnTo>
                    <a:pt x="8110397" y="3116972"/>
                  </a:lnTo>
                  <a:lnTo>
                    <a:pt x="8109542" y="3116972"/>
                  </a:lnTo>
                  <a:lnTo>
                    <a:pt x="8108686" y="3116972"/>
                  </a:lnTo>
                  <a:lnTo>
                    <a:pt x="8107831" y="3116972"/>
                  </a:lnTo>
                  <a:lnTo>
                    <a:pt x="8106975" y="3116972"/>
                  </a:lnTo>
                  <a:lnTo>
                    <a:pt x="8106120" y="3116972"/>
                  </a:lnTo>
                  <a:lnTo>
                    <a:pt x="8105264" y="3116972"/>
                  </a:lnTo>
                  <a:lnTo>
                    <a:pt x="8104409" y="3116972"/>
                  </a:lnTo>
                  <a:lnTo>
                    <a:pt x="8103553" y="3116972"/>
                  </a:lnTo>
                  <a:lnTo>
                    <a:pt x="8102698" y="3116972"/>
                  </a:lnTo>
                  <a:lnTo>
                    <a:pt x="8101842" y="3116972"/>
                  </a:lnTo>
                  <a:lnTo>
                    <a:pt x="8100987" y="3116972"/>
                  </a:lnTo>
                  <a:lnTo>
                    <a:pt x="8100131" y="3116972"/>
                  </a:lnTo>
                  <a:lnTo>
                    <a:pt x="8099276" y="3116972"/>
                  </a:lnTo>
                  <a:lnTo>
                    <a:pt x="8098420" y="3116972"/>
                  </a:lnTo>
                  <a:lnTo>
                    <a:pt x="8097564" y="3116972"/>
                  </a:lnTo>
                  <a:lnTo>
                    <a:pt x="8096709" y="3116972"/>
                  </a:lnTo>
                  <a:lnTo>
                    <a:pt x="8095853" y="3116972"/>
                  </a:lnTo>
                  <a:lnTo>
                    <a:pt x="8094998" y="3116972"/>
                  </a:lnTo>
                  <a:lnTo>
                    <a:pt x="8094142" y="3116972"/>
                  </a:lnTo>
                  <a:lnTo>
                    <a:pt x="8093287" y="3116972"/>
                  </a:lnTo>
                  <a:lnTo>
                    <a:pt x="8092431" y="3116972"/>
                  </a:lnTo>
                  <a:lnTo>
                    <a:pt x="8091576" y="3116972"/>
                  </a:lnTo>
                  <a:lnTo>
                    <a:pt x="8090720" y="3116972"/>
                  </a:lnTo>
                  <a:lnTo>
                    <a:pt x="8089865" y="3116972"/>
                  </a:lnTo>
                  <a:lnTo>
                    <a:pt x="8089009" y="3116972"/>
                  </a:lnTo>
                  <a:lnTo>
                    <a:pt x="8088154" y="3116972"/>
                  </a:lnTo>
                  <a:lnTo>
                    <a:pt x="8087298" y="3116972"/>
                  </a:lnTo>
                  <a:lnTo>
                    <a:pt x="8086443" y="3116972"/>
                  </a:lnTo>
                  <a:lnTo>
                    <a:pt x="8085587" y="3116972"/>
                  </a:lnTo>
                  <a:lnTo>
                    <a:pt x="8084732" y="3116972"/>
                  </a:lnTo>
                  <a:lnTo>
                    <a:pt x="8083876" y="3116972"/>
                  </a:lnTo>
                  <a:lnTo>
                    <a:pt x="8083021" y="3116972"/>
                  </a:lnTo>
                  <a:lnTo>
                    <a:pt x="8082165" y="3116972"/>
                  </a:lnTo>
                  <a:lnTo>
                    <a:pt x="8081309" y="3116972"/>
                  </a:lnTo>
                  <a:lnTo>
                    <a:pt x="8080454" y="3116972"/>
                  </a:lnTo>
                  <a:lnTo>
                    <a:pt x="8079598" y="3116972"/>
                  </a:lnTo>
                  <a:lnTo>
                    <a:pt x="8078743" y="3116972"/>
                  </a:lnTo>
                  <a:lnTo>
                    <a:pt x="8077887" y="3116972"/>
                  </a:lnTo>
                  <a:lnTo>
                    <a:pt x="8077032" y="3116972"/>
                  </a:lnTo>
                  <a:lnTo>
                    <a:pt x="8076176" y="3116972"/>
                  </a:lnTo>
                  <a:lnTo>
                    <a:pt x="8075321" y="3116972"/>
                  </a:lnTo>
                  <a:lnTo>
                    <a:pt x="8074465" y="3116972"/>
                  </a:lnTo>
                  <a:lnTo>
                    <a:pt x="8073610" y="3116972"/>
                  </a:lnTo>
                  <a:lnTo>
                    <a:pt x="8072754" y="3116972"/>
                  </a:lnTo>
                  <a:lnTo>
                    <a:pt x="8071899" y="3116972"/>
                  </a:lnTo>
                  <a:lnTo>
                    <a:pt x="8071043" y="3116972"/>
                  </a:lnTo>
                  <a:lnTo>
                    <a:pt x="8070188" y="3116972"/>
                  </a:lnTo>
                  <a:lnTo>
                    <a:pt x="8069332" y="3116972"/>
                  </a:lnTo>
                  <a:lnTo>
                    <a:pt x="8068477" y="3116972"/>
                  </a:lnTo>
                  <a:lnTo>
                    <a:pt x="8067621" y="3116972"/>
                  </a:lnTo>
                  <a:lnTo>
                    <a:pt x="8066765" y="3116972"/>
                  </a:lnTo>
                  <a:lnTo>
                    <a:pt x="8065910" y="3116972"/>
                  </a:lnTo>
                  <a:lnTo>
                    <a:pt x="8065054" y="3116972"/>
                  </a:lnTo>
                  <a:lnTo>
                    <a:pt x="8064199" y="3116972"/>
                  </a:lnTo>
                  <a:lnTo>
                    <a:pt x="8063343" y="3116972"/>
                  </a:lnTo>
                  <a:lnTo>
                    <a:pt x="8062488" y="3116972"/>
                  </a:lnTo>
                  <a:lnTo>
                    <a:pt x="8061632" y="3116972"/>
                  </a:lnTo>
                  <a:lnTo>
                    <a:pt x="8060777" y="3116972"/>
                  </a:lnTo>
                  <a:lnTo>
                    <a:pt x="8059921" y="3116972"/>
                  </a:lnTo>
                  <a:lnTo>
                    <a:pt x="8059066" y="3116972"/>
                  </a:lnTo>
                  <a:lnTo>
                    <a:pt x="8058210" y="3116972"/>
                  </a:lnTo>
                  <a:lnTo>
                    <a:pt x="8057355" y="3116972"/>
                  </a:lnTo>
                  <a:lnTo>
                    <a:pt x="8056499" y="3116972"/>
                  </a:lnTo>
                  <a:lnTo>
                    <a:pt x="8055644" y="3116972"/>
                  </a:lnTo>
                  <a:lnTo>
                    <a:pt x="8054788" y="3116972"/>
                  </a:lnTo>
                  <a:lnTo>
                    <a:pt x="8053933" y="3116972"/>
                  </a:lnTo>
                  <a:lnTo>
                    <a:pt x="8053077" y="3116972"/>
                  </a:lnTo>
                  <a:lnTo>
                    <a:pt x="8052222" y="3116972"/>
                  </a:lnTo>
                  <a:lnTo>
                    <a:pt x="8051366" y="3116972"/>
                  </a:lnTo>
                  <a:lnTo>
                    <a:pt x="8050510" y="3116972"/>
                  </a:lnTo>
                  <a:lnTo>
                    <a:pt x="8049655" y="3116972"/>
                  </a:lnTo>
                  <a:lnTo>
                    <a:pt x="8048799" y="3116972"/>
                  </a:lnTo>
                  <a:lnTo>
                    <a:pt x="8047944" y="3116972"/>
                  </a:lnTo>
                  <a:lnTo>
                    <a:pt x="8047088" y="3116972"/>
                  </a:lnTo>
                  <a:lnTo>
                    <a:pt x="8046233" y="3116972"/>
                  </a:lnTo>
                  <a:lnTo>
                    <a:pt x="8045377" y="3116972"/>
                  </a:lnTo>
                  <a:lnTo>
                    <a:pt x="8044522" y="3116972"/>
                  </a:lnTo>
                  <a:lnTo>
                    <a:pt x="8043666" y="3116972"/>
                  </a:lnTo>
                  <a:lnTo>
                    <a:pt x="8042811" y="3116972"/>
                  </a:lnTo>
                  <a:lnTo>
                    <a:pt x="8041955" y="3116972"/>
                  </a:lnTo>
                  <a:lnTo>
                    <a:pt x="8041100" y="3116972"/>
                  </a:lnTo>
                  <a:lnTo>
                    <a:pt x="8040244" y="3116972"/>
                  </a:lnTo>
                  <a:lnTo>
                    <a:pt x="8039389" y="3116972"/>
                  </a:lnTo>
                  <a:lnTo>
                    <a:pt x="8038533" y="3116972"/>
                  </a:lnTo>
                  <a:lnTo>
                    <a:pt x="8037678" y="3116972"/>
                  </a:lnTo>
                  <a:lnTo>
                    <a:pt x="8036822" y="3116972"/>
                  </a:lnTo>
                  <a:lnTo>
                    <a:pt x="8035967" y="3116972"/>
                  </a:lnTo>
                  <a:lnTo>
                    <a:pt x="8035111" y="3116972"/>
                  </a:lnTo>
                  <a:lnTo>
                    <a:pt x="8034255" y="3116972"/>
                  </a:lnTo>
                  <a:lnTo>
                    <a:pt x="8033400" y="3116972"/>
                  </a:lnTo>
                  <a:lnTo>
                    <a:pt x="8032544" y="3116972"/>
                  </a:lnTo>
                  <a:lnTo>
                    <a:pt x="8031689" y="3116972"/>
                  </a:lnTo>
                  <a:lnTo>
                    <a:pt x="8030833" y="3116972"/>
                  </a:lnTo>
                  <a:lnTo>
                    <a:pt x="8029978" y="3116972"/>
                  </a:lnTo>
                  <a:lnTo>
                    <a:pt x="8029122" y="3116972"/>
                  </a:lnTo>
                  <a:lnTo>
                    <a:pt x="8028267" y="3116972"/>
                  </a:lnTo>
                  <a:lnTo>
                    <a:pt x="8027411" y="3116972"/>
                  </a:lnTo>
                  <a:lnTo>
                    <a:pt x="8026556" y="3116972"/>
                  </a:lnTo>
                  <a:lnTo>
                    <a:pt x="8025700" y="3116972"/>
                  </a:lnTo>
                  <a:lnTo>
                    <a:pt x="8024845" y="3116972"/>
                  </a:lnTo>
                  <a:lnTo>
                    <a:pt x="8023989" y="3116972"/>
                  </a:lnTo>
                  <a:lnTo>
                    <a:pt x="8023134" y="3116972"/>
                  </a:lnTo>
                  <a:lnTo>
                    <a:pt x="8022278" y="3116972"/>
                  </a:lnTo>
                  <a:lnTo>
                    <a:pt x="8021423" y="3116972"/>
                  </a:lnTo>
                  <a:lnTo>
                    <a:pt x="8020567" y="3116972"/>
                  </a:lnTo>
                  <a:lnTo>
                    <a:pt x="8019711" y="3116972"/>
                  </a:lnTo>
                  <a:lnTo>
                    <a:pt x="8018856" y="3116972"/>
                  </a:lnTo>
                  <a:lnTo>
                    <a:pt x="8018000" y="3116972"/>
                  </a:lnTo>
                  <a:lnTo>
                    <a:pt x="8017145" y="3116972"/>
                  </a:lnTo>
                  <a:lnTo>
                    <a:pt x="8016289" y="3116972"/>
                  </a:lnTo>
                  <a:lnTo>
                    <a:pt x="8015434" y="3116972"/>
                  </a:lnTo>
                  <a:lnTo>
                    <a:pt x="8014578" y="3116972"/>
                  </a:lnTo>
                  <a:lnTo>
                    <a:pt x="8013723" y="3116972"/>
                  </a:lnTo>
                  <a:lnTo>
                    <a:pt x="8012867" y="3116972"/>
                  </a:lnTo>
                  <a:lnTo>
                    <a:pt x="8012012" y="3116972"/>
                  </a:lnTo>
                  <a:lnTo>
                    <a:pt x="8011156" y="3116972"/>
                  </a:lnTo>
                  <a:lnTo>
                    <a:pt x="8010301" y="3116972"/>
                  </a:lnTo>
                  <a:lnTo>
                    <a:pt x="8009445" y="3116972"/>
                  </a:lnTo>
                  <a:lnTo>
                    <a:pt x="8008590" y="3116972"/>
                  </a:lnTo>
                  <a:lnTo>
                    <a:pt x="8007734" y="3116972"/>
                  </a:lnTo>
                  <a:lnTo>
                    <a:pt x="8006879" y="3116972"/>
                  </a:lnTo>
                  <a:lnTo>
                    <a:pt x="8006023" y="3116972"/>
                  </a:lnTo>
                  <a:lnTo>
                    <a:pt x="8005168" y="3116972"/>
                  </a:lnTo>
                  <a:lnTo>
                    <a:pt x="8004312" y="3116972"/>
                  </a:lnTo>
                  <a:lnTo>
                    <a:pt x="8003456" y="3116972"/>
                  </a:lnTo>
                  <a:lnTo>
                    <a:pt x="8002601" y="3116972"/>
                  </a:lnTo>
                  <a:lnTo>
                    <a:pt x="8001745" y="3116972"/>
                  </a:lnTo>
                  <a:lnTo>
                    <a:pt x="8000890" y="3116972"/>
                  </a:lnTo>
                  <a:lnTo>
                    <a:pt x="8000034" y="3116972"/>
                  </a:lnTo>
                  <a:lnTo>
                    <a:pt x="7999179" y="3116972"/>
                  </a:lnTo>
                  <a:lnTo>
                    <a:pt x="7998323" y="3116972"/>
                  </a:lnTo>
                  <a:lnTo>
                    <a:pt x="7997468" y="3116972"/>
                  </a:lnTo>
                  <a:lnTo>
                    <a:pt x="7996612" y="3116972"/>
                  </a:lnTo>
                  <a:lnTo>
                    <a:pt x="7995757" y="3116972"/>
                  </a:lnTo>
                  <a:lnTo>
                    <a:pt x="7994901" y="3116972"/>
                  </a:lnTo>
                  <a:lnTo>
                    <a:pt x="7994046" y="3116972"/>
                  </a:lnTo>
                  <a:lnTo>
                    <a:pt x="7993190" y="3116972"/>
                  </a:lnTo>
                  <a:lnTo>
                    <a:pt x="7992335" y="3116972"/>
                  </a:lnTo>
                  <a:lnTo>
                    <a:pt x="7991479" y="3116972"/>
                  </a:lnTo>
                  <a:lnTo>
                    <a:pt x="7990624" y="3116972"/>
                  </a:lnTo>
                  <a:lnTo>
                    <a:pt x="7989768" y="3116972"/>
                  </a:lnTo>
                  <a:lnTo>
                    <a:pt x="7988913" y="3116972"/>
                  </a:lnTo>
                  <a:lnTo>
                    <a:pt x="7988057" y="3116972"/>
                  </a:lnTo>
                  <a:lnTo>
                    <a:pt x="7987201" y="3116972"/>
                  </a:lnTo>
                  <a:lnTo>
                    <a:pt x="7986346" y="3116972"/>
                  </a:lnTo>
                  <a:lnTo>
                    <a:pt x="7985490" y="3116972"/>
                  </a:lnTo>
                  <a:lnTo>
                    <a:pt x="7984635" y="3116972"/>
                  </a:lnTo>
                  <a:lnTo>
                    <a:pt x="7983779" y="3116972"/>
                  </a:lnTo>
                  <a:lnTo>
                    <a:pt x="7982924" y="3116972"/>
                  </a:lnTo>
                  <a:lnTo>
                    <a:pt x="7982068" y="3116972"/>
                  </a:lnTo>
                  <a:lnTo>
                    <a:pt x="7981213" y="3116972"/>
                  </a:lnTo>
                  <a:lnTo>
                    <a:pt x="7980357" y="3116972"/>
                  </a:lnTo>
                  <a:lnTo>
                    <a:pt x="7979502" y="3116972"/>
                  </a:lnTo>
                  <a:lnTo>
                    <a:pt x="7978646" y="3116972"/>
                  </a:lnTo>
                  <a:lnTo>
                    <a:pt x="7977791" y="3116972"/>
                  </a:lnTo>
                  <a:lnTo>
                    <a:pt x="7976935" y="3116972"/>
                  </a:lnTo>
                  <a:lnTo>
                    <a:pt x="7976080" y="3116972"/>
                  </a:lnTo>
                  <a:lnTo>
                    <a:pt x="7975224" y="3116972"/>
                  </a:lnTo>
                  <a:lnTo>
                    <a:pt x="7974369" y="3116972"/>
                  </a:lnTo>
                  <a:lnTo>
                    <a:pt x="7973513" y="3116972"/>
                  </a:lnTo>
                  <a:lnTo>
                    <a:pt x="7972658" y="3116972"/>
                  </a:lnTo>
                  <a:lnTo>
                    <a:pt x="7971802" y="3116972"/>
                  </a:lnTo>
                  <a:lnTo>
                    <a:pt x="7970946" y="3116972"/>
                  </a:lnTo>
                  <a:lnTo>
                    <a:pt x="7970091" y="3116972"/>
                  </a:lnTo>
                  <a:lnTo>
                    <a:pt x="7969235" y="3116972"/>
                  </a:lnTo>
                  <a:lnTo>
                    <a:pt x="7968380" y="3116972"/>
                  </a:lnTo>
                  <a:lnTo>
                    <a:pt x="7967524" y="3116972"/>
                  </a:lnTo>
                  <a:lnTo>
                    <a:pt x="7966669" y="3116972"/>
                  </a:lnTo>
                  <a:lnTo>
                    <a:pt x="7965813" y="3116972"/>
                  </a:lnTo>
                  <a:lnTo>
                    <a:pt x="7964958" y="3116972"/>
                  </a:lnTo>
                  <a:lnTo>
                    <a:pt x="7964102" y="3116972"/>
                  </a:lnTo>
                  <a:lnTo>
                    <a:pt x="7963247" y="3116972"/>
                  </a:lnTo>
                  <a:lnTo>
                    <a:pt x="7962391" y="3116972"/>
                  </a:lnTo>
                  <a:lnTo>
                    <a:pt x="7961536" y="3116972"/>
                  </a:lnTo>
                  <a:lnTo>
                    <a:pt x="7960680" y="3116972"/>
                  </a:lnTo>
                  <a:lnTo>
                    <a:pt x="7959825" y="3116972"/>
                  </a:lnTo>
                  <a:lnTo>
                    <a:pt x="7958969" y="3116972"/>
                  </a:lnTo>
                  <a:lnTo>
                    <a:pt x="7958114" y="3116972"/>
                  </a:lnTo>
                  <a:lnTo>
                    <a:pt x="7957258" y="3116972"/>
                  </a:lnTo>
                  <a:lnTo>
                    <a:pt x="7956402" y="3116972"/>
                  </a:lnTo>
                  <a:lnTo>
                    <a:pt x="7955547" y="3116972"/>
                  </a:lnTo>
                  <a:lnTo>
                    <a:pt x="7954691" y="3116972"/>
                  </a:lnTo>
                  <a:lnTo>
                    <a:pt x="7953836" y="3116972"/>
                  </a:lnTo>
                  <a:lnTo>
                    <a:pt x="7952980" y="3116972"/>
                  </a:lnTo>
                  <a:lnTo>
                    <a:pt x="7952125" y="3116972"/>
                  </a:lnTo>
                  <a:lnTo>
                    <a:pt x="7951269" y="3116972"/>
                  </a:lnTo>
                  <a:lnTo>
                    <a:pt x="7950414" y="3116972"/>
                  </a:lnTo>
                  <a:lnTo>
                    <a:pt x="7949558" y="3116972"/>
                  </a:lnTo>
                  <a:lnTo>
                    <a:pt x="7948703" y="3116972"/>
                  </a:lnTo>
                  <a:lnTo>
                    <a:pt x="7947847" y="3116972"/>
                  </a:lnTo>
                  <a:lnTo>
                    <a:pt x="7946992" y="3116972"/>
                  </a:lnTo>
                  <a:lnTo>
                    <a:pt x="7946136" y="3116972"/>
                  </a:lnTo>
                  <a:lnTo>
                    <a:pt x="7945281" y="3116972"/>
                  </a:lnTo>
                  <a:lnTo>
                    <a:pt x="7944425" y="3116972"/>
                  </a:lnTo>
                  <a:lnTo>
                    <a:pt x="7943570" y="3116972"/>
                  </a:lnTo>
                  <a:lnTo>
                    <a:pt x="7942714" y="3116972"/>
                  </a:lnTo>
                  <a:lnTo>
                    <a:pt x="7941859" y="3116972"/>
                  </a:lnTo>
                  <a:lnTo>
                    <a:pt x="7941003" y="3116972"/>
                  </a:lnTo>
                  <a:lnTo>
                    <a:pt x="7940147" y="3116972"/>
                  </a:lnTo>
                  <a:lnTo>
                    <a:pt x="7939292" y="3116972"/>
                  </a:lnTo>
                  <a:lnTo>
                    <a:pt x="7938436" y="3116972"/>
                  </a:lnTo>
                  <a:lnTo>
                    <a:pt x="7937581" y="3116972"/>
                  </a:lnTo>
                  <a:lnTo>
                    <a:pt x="7936725" y="3116972"/>
                  </a:lnTo>
                  <a:lnTo>
                    <a:pt x="7935870" y="3116972"/>
                  </a:lnTo>
                  <a:lnTo>
                    <a:pt x="7935014" y="3116972"/>
                  </a:lnTo>
                  <a:lnTo>
                    <a:pt x="7934159" y="3116972"/>
                  </a:lnTo>
                  <a:lnTo>
                    <a:pt x="7933303" y="3116972"/>
                  </a:lnTo>
                  <a:lnTo>
                    <a:pt x="7932448" y="3116972"/>
                  </a:lnTo>
                  <a:lnTo>
                    <a:pt x="7931592" y="3116972"/>
                  </a:lnTo>
                  <a:lnTo>
                    <a:pt x="7930737" y="3116972"/>
                  </a:lnTo>
                  <a:lnTo>
                    <a:pt x="7929881" y="3116972"/>
                  </a:lnTo>
                  <a:lnTo>
                    <a:pt x="7929026" y="3116972"/>
                  </a:lnTo>
                  <a:lnTo>
                    <a:pt x="7928170" y="3116972"/>
                  </a:lnTo>
                  <a:lnTo>
                    <a:pt x="7927315" y="3116972"/>
                  </a:lnTo>
                  <a:lnTo>
                    <a:pt x="7926459" y="3116972"/>
                  </a:lnTo>
                  <a:lnTo>
                    <a:pt x="7925604" y="3116972"/>
                  </a:lnTo>
                  <a:lnTo>
                    <a:pt x="7924748" y="3116972"/>
                  </a:lnTo>
                  <a:lnTo>
                    <a:pt x="7923892" y="3116972"/>
                  </a:lnTo>
                  <a:lnTo>
                    <a:pt x="7923037" y="3116972"/>
                  </a:lnTo>
                  <a:lnTo>
                    <a:pt x="7922181" y="3116972"/>
                  </a:lnTo>
                  <a:lnTo>
                    <a:pt x="7921326" y="3116972"/>
                  </a:lnTo>
                  <a:lnTo>
                    <a:pt x="7920470" y="3116972"/>
                  </a:lnTo>
                  <a:lnTo>
                    <a:pt x="7919615" y="3116972"/>
                  </a:lnTo>
                  <a:lnTo>
                    <a:pt x="7918759" y="3116972"/>
                  </a:lnTo>
                  <a:lnTo>
                    <a:pt x="7917904" y="3116972"/>
                  </a:lnTo>
                  <a:lnTo>
                    <a:pt x="7917048" y="3116972"/>
                  </a:lnTo>
                  <a:lnTo>
                    <a:pt x="7916193" y="3116972"/>
                  </a:lnTo>
                  <a:lnTo>
                    <a:pt x="7915337" y="3116972"/>
                  </a:lnTo>
                  <a:lnTo>
                    <a:pt x="7914482" y="3116972"/>
                  </a:lnTo>
                  <a:lnTo>
                    <a:pt x="7913626" y="3116972"/>
                  </a:lnTo>
                  <a:lnTo>
                    <a:pt x="7912771" y="3116972"/>
                  </a:lnTo>
                  <a:lnTo>
                    <a:pt x="7911915" y="3116972"/>
                  </a:lnTo>
                  <a:lnTo>
                    <a:pt x="7911060" y="3116972"/>
                  </a:lnTo>
                  <a:lnTo>
                    <a:pt x="7910204" y="3116972"/>
                  </a:lnTo>
                  <a:lnTo>
                    <a:pt x="7909348" y="3116972"/>
                  </a:lnTo>
                  <a:lnTo>
                    <a:pt x="7908493" y="3116972"/>
                  </a:lnTo>
                  <a:lnTo>
                    <a:pt x="7907637" y="3116972"/>
                  </a:lnTo>
                  <a:lnTo>
                    <a:pt x="7906782" y="3116972"/>
                  </a:lnTo>
                  <a:lnTo>
                    <a:pt x="7905926" y="3116972"/>
                  </a:lnTo>
                  <a:lnTo>
                    <a:pt x="7905071" y="3116972"/>
                  </a:lnTo>
                  <a:lnTo>
                    <a:pt x="7904215" y="3116972"/>
                  </a:lnTo>
                  <a:lnTo>
                    <a:pt x="7903360" y="3116972"/>
                  </a:lnTo>
                  <a:lnTo>
                    <a:pt x="7902504" y="3116972"/>
                  </a:lnTo>
                  <a:lnTo>
                    <a:pt x="7901649" y="3116972"/>
                  </a:lnTo>
                  <a:lnTo>
                    <a:pt x="7900793" y="3116972"/>
                  </a:lnTo>
                  <a:lnTo>
                    <a:pt x="7899938" y="3116972"/>
                  </a:lnTo>
                  <a:lnTo>
                    <a:pt x="7899082" y="3116972"/>
                  </a:lnTo>
                  <a:lnTo>
                    <a:pt x="7898227" y="3116972"/>
                  </a:lnTo>
                  <a:lnTo>
                    <a:pt x="7897371" y="3116972"/>
                  </a:lnTo>
                  <a:lnTo>
                    <a:pt x="7896516" y="3116972"/>
                  </a:lnTo>
                  <a:lnTo>
                    <a:pt x="7895660" y="3116972"/>
                  </a:lnTo>
                  <a:lnTo>
                    <a:pt x="7894805" y="3116972"/>
                  </a:lnTo>
                  <a:lnTo>
                    <a:pt x="7893949" y="3116972"/>
                  </a:lnTo>
                  <a:lnTo>
                    <a:pt x="7893093" y="3116972"/>
                  </a:lnTo>
                  <a:lnTo>
                    <a:pt x="7892238" y="3116972"/>
                  </a:lnTo>
                  <a:lnTo>
                    <a:pt x="7891382" y="3116972"/>
                  </a:lnTo>
                  <a:lnTo>
                    <a:pt x="7890527" y="3116972"/>
                  </a:lnTo>
                  <a:lnTo>
                    <a:pt x="7889671" y="3116972"/>
                  </a:lnTo>
                  <a:lnTo>
                    <a:pt x="7888816" y="3116972"/>
                  </a:lnTo>
                  <a:lnTo>
                    <a:pt x="7887960" y="3116972"/>
                  </a:lnTo>
                  <a:lnTo>
                    <a:pt x="7887105" y="3116972"/>
                  </a:lnTo>
                  <a:lnTo>
                    <a:pt x="7886249" y="3116972"/>
                  </a:lnTo>
                  <a:lnTo>
                    <a:pt x="7885394" y="3116972"/>
                  </a:lnTo>
                  <a:lnTo>
                    <a:pt x="7884538" y="3116972"/>
                  </a:lnTo>
                  <a:lnTo>
                    <a:pt x="7883683" y="3116972"/>
                  </a:lnTo>
                  <a:lnTo>
                    <a:pt x="7882827" y="3116972"/>
                  </a:lnTo>
                  <a:lnTo>
                    <a:pt x="7881972" y="3116972"/>
                  </a:lnTo>
                  <a:lnTo>
                    <a:pt x="7881116" y="3116972"/>
                  </a:lnTo>
                  <a:lnTo>
                    <a:pt x="7880261" y="3116972"/>
                  </a:lnTo>
                  <a:lnTo>
                    <a:pt x="7879405" y="3116972"/>
                  </a:lnTo>
                  <a:lnTo>
                    <a:pt x="7878550" y="3116972"/>
                  </a:lnTo>
                  <a:lnTo>
                    <a:pt x="7877694" y="3116972"/>
                  </a:lnTo>
                  <a:lnTo>
                    <a:pt x="7876838" y="3116972"/>
                  </a:lnTo>
                  <a:lnTo>
                    <a:pt x="7875983" y="3116972"/>
                  </a:lnTo>
                  <a:lnTo>
                    <a:pt x="7875127" y="3116972"/>
                  </a:lnTo>
                  <a:lnTo>
                    <a:pt x="7874272" y="3116972"/>
                  </a:lnTo>
                  <a:lnTo>
                    <a:pt x="7873416" y="3116972"/>
                  </a:lnTo>
                  <a:lnTo>
                    <a:pt x="7872561" y="3116972"/>
                  </a:lnTo>
                  <a:lnTo>
                    <a:pt x="7871705" y="3116972"/>
                  </a:lnTo>
                  <a:lnTo>
                    <a:pt x="7870850" y="3116972"/>
                  </a:lnTo>
                  <a:lnTo>
                    <a:pt x="7869994" y="3116972"/>
                  </a:lnTo>
                  <a:lnTo>
                    <a:pt x="7869139" y="3116972"/>
                  </a:lnTo>
                  <a:lnTo>
                    <a:pt x="7868283" y="3116972"/>
                  </a:lnTo>
                  <a:lnTo>
                    <a:pt x="7867428" y="3116972"/>
                  </a:lnTo>
                  <a:lnTo>
                    <a:pt x="7866572" y="3116972"/>
                  </a:lnTo>
                  <a:lnTo>
                    <a:pt x="7865717" y="3116972"/>
                  </a:lnTo>
                  <a:lnTo>
                    <a:pt x="7864861" y="3116972"/>
                  </a:lnTo>
                  <a:lnTo>
                    <a:pt x="7864006" y="3116972"/>
                  </a:lnTo>
                  <a:lnTo>
                    <a:pt x="7863150" y="3116972"/>
                  </a:lnTo>
                  <a:lnTo>
                    <a:pt x="7862294" y="3116972"/>
                  </a:lnTo>
                  <a:lnTo>
                    <a:pt x="7861439" y="3116972"/>
                  </a:lnTo>
                  <a:lnTo>
                    <a:pt x="7860583" y="3116972"/>
                  </a:lnTo>
                  <a:lnTo>
                    <a:pt x="7859728" y="3116972"/>
                  </a:lnTo>
                  <a:lnTo>
                    <a:pt x="7858872" y="3116972"/>
                  </a:lnTo>
                  <a:lnTo>
                    <a:pt x="7858017" y="3116972"/>
                  </a:lnTo>
                  <a:lnTo>
                    <a:pt x="7857161" y="3116972"/>
                  </a:lnTo>
                  <a:lnTo>
                    <a:pt x="7856306" y="3116972"/>
                  </a:lnTo>
                  <a:lnTo>
                    <a:pt x="7855450" y="3116972"/>
                  </a:lnTo>
                  <a:lnTo>
                    <a:pt x="7854595" y="3116972"/>
                  </a:lnTo>
                  <a:lnTo>
                    <a:pt x="7853739" y="3116972"/>
                  </a:lnTo>
                  <a:lnTo>
                    <a:pt x="7852884" y="3116972"/>
                  </a:lnTo>
                  <a:lnTo>
                    <a:pt x="7852028" y="3116972"/>
                  </a:lnTo>
                  <a:lnTo>
                    <a:pt x="7851173" y="3116972"/>
                  </a:lnTo>
                  <a:lnTo>
                    <a:pt x="7850317" y="3116972"/>
                  </a:lnTo>
                  <a:lnTo>
                    <a:pt x="7849462" y="3116972"/>
                  </a:lnTo>
                  <a:lnTo>
                    <a:pt x="7848606" y="3116972"/>
                  </a:lnTo>
                  <a:lnTo>
                    <a:pt x="7847751" y="3116972"/>
                  </a:lnTo>
                  <a:lnTo>
                    <a:pt x="7846895" y="3116972"/>
                  </a:lnTo>
                  <a:lnTo>
                    <a:pt x="7846039" y="3116972"/>
                  </a:lnTo>
                  <a:lnTo>
                    <a:pt x="7845184" y="3116972"/>
                  </a:lnTo>
                  <a:lnTo>
                    <a:pt x="7844328" y="3116972"/>
                  </a:lnTo>
                  <a:lnTo>
                    <a:pt x="7843473" y="3116972"/>
                  </a:lnTo>
                  <a:lnTo>
                    <a:pt x="7842617" y="3116972"/>
                  </a:lnTo>
                  <a:lnTo>
                    <a:pt x="7841762" y="3116972"/>
                  </a:lnTo>
                  <a:lnTo>
                    <a:pt x="7840906" y="3116972"/>
                  </a:lnTo>
                  <a:lnTo>
                    <a:pt x="7840051" y="3116972"/>
                  </a:lnTo>
                  <a:lnTo>
                    <a:pt x="7839195" y="3116972"/>
                  </a:lnTo>
                  <a:lnTo>
                    <a:pt x="7838340" y="3116972"/>
                  </a:lnTo>
                  <a:lnTo>
                    <a:pt x="7837484" y="3116972"/>
                  </a:lnTo>
                  <a:lnTo>
                    <a:pt x="7836629" y="3116972"/>
                  </a:lnTo>
                  <a:lnTo>
                    <a:pt x="7835773" y="3116972"/>
                  </a:lnTo>
                  <a:lnTo>
                    <a:pt x="7834918" y="3116972"/>
                  </a:lnTo>
                  <a:lnTo>
                    <a:pt x="7834062" y="3116972"/>
                  </a:lnTo>
                  <a:lnTo>
                    <a:pt x="7833207" y="3116972"/>
                  </a:lnTo>
                  <a:lnTo>
                    <a:pt x="7832351" y="3116972"/>
                  </a:lnTo>
                  <a:lnTo>
                    <a:pt x="7831496" y="3116972"/>
                  </a:lnTo>
                  <a:lnTo>
                    <a:pt x="7830640" y="3116972"/>
                  </a:lnTo>
                  <a:lnTo>
                    <a:pt x="7829784" y="3116972"/>
                  </a:lnTo>
                  <a:lnTo>
                    <a:pt x="7828929" y="3116972"/>
                  </a:lnTo>
                  <a:lnTo>
                    <a:pt x="7828073" y="3116972"/>
                  </a:lnTo>
                  <a:lnTo>
                    <a:pt x="7827218" y="3116972"/>
                  </a:lnTo>
                  <a:lnTo>
                    <a:pt x="7826362" y="3116972"/>
                  </a:lnTo>
                  <a:lnTo>
                    <a:pt x="7825507" y="3116972"/>
                  </a:lnTo>
                  <a:lnTo>
                    <a:pt x="7824651" y="3116972"/>
                  </a:lnTo>
                  <a:lnTo>
                    <a:pt x="7823796" y="3116972"/>
                  </a:lnTo>
                  <a:lnTo>
                    <a:pt x="7822940" y="3116972"/>
                  </a:lnTo>
                  <a:lnTo>
                    <a:pt x="7822085" y="3116972"/>
                  </a:lnTo>
                  <a:lnTo>
                    <a:pt x="7821229" y="3116972"/>
                  </a:lnTo>
                  <a:lnTo>
                    <a:pt x="7820374" y="3116972"/>
                  </a:lnTo>
                  <a:lnTo>
                    <a:pt x="7819518" y="3116972"/>
                  </a:lnTo>
                  <a:lnTo>
                    <a:pt x="7818663" y="3116972"/>
                  </a:lnTo>
                  <a:lnTo>
                    <a:pt x="7817807" y="3116972"/>
                  </a:lnTo>
                  <a:lnTo>
                    <a:pt x="7816952" y="3116972"/>
                  </a:lnTo>
                  <a:lnTo>
                    <a:pt x="7816096" y="3116972"/>
                  </a:lnTo>
                  <a:lnTo>
                    <a:pt x="7815240" y="3116972"/>
                  </a:lnTo>
                  <a:lnTo>
                    <a:pt x="7814385" y="3116972"/>
                  </a:lnTo>
                  <a:lnTo>
                    <a:pt x="7813529" y="3116972"/>
                  </a:lnTo>
                  <a:lnTo>
                    <a:pt x="7812674" y="3116972"/>
                  </a:lnTo>
                  <a:lnTo>
                    <a:pt x="7811818" y="3116972"/>
                  </a:lnTo>
                  <a:lnTo>
                    <a:pt x="7810963" y="3116972"/>
                  </a:lnTo>
                  <a:lnTo>
                    <a:pt x="7810107" y="3116972"/>
                  </a:lnTo>
                  <a:lnTo>
                    <a:pt x="7809252" y="3116972"/>
                  </a:lnTo>
                  <a:lnTo>
                    <a:pt x="7808396" y="3116972"/>
                  </a:lnTo>
                  <a:lnTo>
                    <a:pt x="7807541" y="3116972"/>
                  </a:lnTo>
                  <a:lnTo>
                    <a:pt x="7806685" y="3116972"/>
                  </a:lnTo>
                  <a:lnTo>
                    <a:pt x="7805830" y="3116972"/>
                  </a:lnTo>
                  <a:lnTo>
                    <a:pt x="7804974" y="3116972"/>
                  </a:lnTo>
                  <a:lnTo>
                    <a:pt x="7804119" y="3116972"/>
                  </a:lnTo>
                  <a:lnTo>
                    <a:pt x="7803263" y="3116972"/>
                  </a:lnTo>
                  <a:lnTo>
                    <a:pt x="7802408" y="3116972"/>
                  </a:lnTo>
                  <a:lnTo>
                    <a:pt x="7801552" y="3116972"/>
                  </a:lnTo>
                  <a:lnTo>
                    <a:pt x="7800697" y="3116972"/>
                  </a:lnTo>
                  <a:lnTo>
                    <a:pt x="7799841" y="3116972"/>
                  </a:lnTo>
                  <a:lnTo>
                    <a:pt x="7798985" y="3116972"/>
                  </a:lnTo>
                  <a:lnTo>
                    <a:pt x="7798130" y="3116972"/>
                  </a:lnTo>
                  <a:lnTo>
                    <a:pt x="7797274" y="3116972"/>
                  </a:lnTo>
                  <a:lnTo>
                    <a:pt x="7796419" y="3116972"/>
                  </a:lnTo>
                  <a:lnTo>
                    <a:pt x="7795563" y="3116972"/>
                  </a:lnTo>
                  <a:lnTo>
                    <a:pt x="7794708" y="3116972"/>
                  </a:lnTo>
                  <a:lnTo>
                    <a:pt x="7793852" y="3116972"/>
                  </a:lnTo>
                  <a:lnTo>
                    <a:pt x="7792997" y="3116972"/>
                  </a:lnTo>
                  <a:lnTo>
                    <a:pt x="7792141" y="3116972"/>
                  </a:lnTo>
                  <a:lnTo>
                    <a:pt x="7791286" y="3116972"/>
                  </a:lnTo>
                  <a:lnTo>
                    <a:pt x="7790430" y="3116972"/>
                  </a:lnTo>
                  <a:lnTo>
                    <a:pt x="7789575" y="3116972"/>
                  </a:lnTo>
                  <a:lnTo>
                    <a:pt x="7788719" y="3116972"/>
                  </a:lnTo>
                  <a:lnTo>
                    <a:pt x="7787864" y="3116972"/>
                  </a:lnTo>
                  <a:lnTo>
                    <a:pt x="7787008" y="3116972"/>
                  </a:lnTo>
                  <a:lnTo>
                    <a:pt x="7786153" y="3116972"/>
                  </a:lnTo>
                  <a:lnTo>
                    <a:pt x="7785297" y="3116972"/>
                  </a:lnTo>
                  <a:lnTo>
                    <a:pt x="7784442" y="3116972"/>
                  </a:lnTo>
                  <a:lnTo>
                    <a:pt x="7783586" y="3116972"/>
                  </a:lnTo>
                  <a:lnTo>
                    <a:pt x="7782730" y="3116972"/>
                  </a:lnTo>
                  <a:lnTo>
                    <a:pt x="7781875" y="3116972"/>
                  </a:lnTo>
                  <a:lnTo>
                    <a:pt x="7781019" y="3116972"/>
                  </a:lnTo>
                  <a:lnTo>
                    <a:pt x="7780164" y="3116972"/>
                  </a:lnTo>
                  <a:lnTo>
                    <a:pt x="7779308" y="3116972"/>
                  </a:lnTo>
                  <a:lnTo>
                    <a:pt x="7778453" y="3116972"/>
                  </a:lnTo>
                  <a:lnTo>
                    <a:pt x="7777597" y="3116972"/>
                  </a:lnTo>
                  <a:lnTo>
                    <a:pt x="7776742" y="3116972"/>
                  </a:lnTo>
                  <a:lnTo>
                    <a:pt x="7775886" y="3116972"/>
                  </a:lnTo>
                  <a:lnTo>
                    <a:pt x="7775031" y="3116972"/>
                  </a:lnTo>
                  <a:lnTo>
                    <a:pt x="7774175" y="3116972"/>
                  </a:lnTo>
                  <a:lnTo>
                    <a:pt x="7773320" y="3116972"/>
                  </a:lnTo>
                  <a:lnTo>
                    <a:pt x="7772464" y="3116972"/>
                  </a:lnTo>
                  <a:lnTo>
                    <a:pt x="7771609" y="3116972"/>
                  </a:lnTo>
                  <a:lnTo>
                    <a:pt x="7770753" y="3116972"/>
                  </a:lnTo>
                  <a:lnTo>
                    <a:pt x="7769898" y="3116972"/>
                  </a:lnTo>
                  <a:lnTo>
                    <a:pt x="7769042" y="3116972"/>
                  </a:lnTo>
                  <a:lnTo>
                    <a:pt x="7768186" y="3116972"/>
                  </a:lnTo>
                  <a:lnTo>
                    <a:pt x="7767331" y="3116972"/>
                  </a:lnTo>
                  <a:lnTo>
                    <a:pt x="7766475" y="3116972"/>
                  </a:lnTo>
                  <a:lnTo>
                    <a:pt x="7765620" y="3116972"/>
                  </a:lnTo>
                  <a:lnTo>
                    <a:pt x="7764764" y="3116972"/>
                  </a:lnTo>
                  <a:lnTo>
                    <a:pt x="7763909" y="3116972"/>
                  </a:lnTo>
                  <a:lnTo>
                    <a:pt x="7763053" y="3116972"/>
                  </a:lnTo>
                  <a:lnTo>
                    <a:pt x="7762198" y="3116972"/>
                  </a:lnTo>
                  <a:lnTo>
                    <a:pt x="7761342" y="3116972"/>
                  </a:lnTo>
                  <a:lnTo>
                    <a:pt x="7760487" y="3116972"/>
                  </a:lnTo>
                  <a:lnTo>
                    <a:pt x="7759631" y="3116972"/>
                  </a:lnTo>
                  <a:lnTo>
                    <a:pt x="7758776" y="3116972"/>
                  </a:lnTo>
                  <a:lnTo>
                    <a:pt x="7757920" y="3116972"/>
                  </a:lnTo>
                  <a:lnTo>
                    <a:pt x="7757065" y="3116972"/>
                  </a:lnTo>
                  <a:lnTo>
                    <a:pt x="7756209" y="3116972"/>
                  </a:lnTo>
                  <a:lnTo>
                    <a:pt x="7755354" y="3116972"/>
                  </a:lnTo>
                  <a:lnTo>
                    <a:pt x="7754498" y="3116972"/>
                  </a:lnTo>
                  <a:lnTo>
                    <a:pt x="7753643" y="3116972"/>
                  </a:lnTo>
                  <a:lnTo>
                    <a:pt x="7752787" y="3116972"/>
                  </a:lnTo>
                  <a:lnTo>
                    <a:pt x="7751931" y="3116972"/>
                  </a:lnTo>
                  <a:lnTo>
                    <a:pt x="7751076" y="3116972"/>
                  </a:lnTo>
                  <a:lnTo>
                    <a:pt x="7750220" y="3116972"/>
                  </a:lnTo>
                  <a:lnTo>
                    <a:pt x="7749365" y="3116972"/>
                  </a:lnTo>
                  <a:lnTo>
                    <a:pt x="7748509" y="3116972"/>
                  </a:lnTo>
                  <a:lnTo>
                    <a:pt x="7747654" y="3116972"/>
                  </a:lnTo>
                  <a:lnTo>
                    <a:pt x="7746798" y="3116972"/>
                  </a:lnTo>
                  <a:lnTo>
                    <a:pt x="7745943" y="3116972"/>
                  </a:lnTo>
                  <a:lnTo>
                    <a:pt x="7745087" y="3116972"/>
                  </a:lnTo>
                  <a:lnTo>
                    <a:pt x="7744232" y="3116972"/>
                  </a:lnTo>
                  <a:lnTo>
                    <a:pt x="7743376" y="3116972"/>
                  </a:lnTo>
                  <a:lnTo>
                    <a:pt x="7742521" y="3116972"/>
                  </a:lnTo>
                  <a:lnTo>
                    <a:pt x="7741665" y="3116972"/>
                  </a:lnTo>
                  <a:lnTo>
                    <a:pt x="7740810" y="3116972"/>
                  </a:lnTo>
                  <a:lnTo>
                    <a:pt x="7739954" y="3116972"/>
                  </a:lnTo>
                  <a:lnTo>
                    <a:pt x="7739099" y="3116972"/>
                  </a:lnTo>
                  <a:lnTo>
                    <a:pt x="7738243" y="3116972"/>
                  </a:lnTo>
                  <a:lnTo>
                    <a:pt x="7737388" y="3116972"/>
                  </a:lnTo>
                  <a:lnTo>
                    <a:pt x="7736532" y="3116972"/>
                  </a:lnTo>
                  <a:lnTo>
                    <a:pt x="7735676" y="3116972"/>
                  </a:lnTo>
                  <a:lnTo>
                    <a:pt x="7734821" y="3116972"/>
                  </a:lnTo>
                  <a:lnTo>
                    <a:pt x="7733965" y="3116972"/>
                  </a:lnTo>
                  <a:lnTo>
                    <a:pt x="7733110" y="3116972"/>
                  </a:lnTo>
                  <a:lnTo>
                    <a:pt x="7732254" y="3116972"/>
                  </a:lnTo>
                  <a:lnTo>
                    <a:pt x="7731399" y="3116972"/>
                  </a:lnTo>
                  <a:lnTo>
                    <a:pt x="7730543" y="3116972"/>
                  </a:lnTo>
                  <a:lnTo>
                    <a:pt x="7729688" y="3116972"/>
                  </a:lnTo>
                  <a:lnTo>
                    <a:pt x="7728832" y="3116972"/>
                  </a:lnTo>
                  <a:lnTo>
                    <a:pt x="7727977" y="3116972"/>
                  </a:lnTo>
                  <a:lnTo>
                    <a:pt x="7727121" y="3116972"/>
                  </a:lnTo>
                  <a:lnTo>
                    <a:pt x="7726266" y="3116972"/>
                  </a:lnTo>
                  <a:lnTo>
                    <a:pt x="7725410" y="3116972"/>
                  </a:lnTo>
                  <a:lnTo>
                    <a:pt x="7724555" y="3116972"/>
                  </a:lnTo>
                  <a:lnTo>
                    <a:pt x="7723699" y="3116972"/>
                  </a:lnTo>
                  <a:lnTo>
                    <a:pt x="7722844" y="3116972"/>
                  </a:lnTo>
                  <a:lnTo>
                    <a:pt x="7721988" y="3116972"/>
                  </a:lnTo>
                  <a:lnTo>
                    <a:pt x="7721133" y="3116972"/>
                  </a:lnTo>
                  <a:lnTo>
                    <a:pt x="7720277" y="3116972"/>
                  </a:lnTo>
                  <a:lnTo>
                    <a:pt x="7719421" y="3116972"/>
                  </a:lnTo>
                  <a:lnTo>
                    <a:pt x="7718566" y="3116972"/>
                  </a:lnTo>
                  <a:lnTo>
                    <a:pt x="7717710" y="3116972"/>
                  </a:lnTo>
                  <a:lnTo>
                    <a:pt x="7716855" y="3116972"/>
                  </a:lnTo>
                  <a:lnTo>
                    <a:pt x="7715999" y="3116972"/>
                  </a:lnTo>
                  <a:lnTo>
                    <a:pt x="7715144" y="3116972"/>
                  </a:lnTo>
                  <a:lnTo>
                    <a:pt x="7714288" y="3116972"/>
                  </a:lnTo>
                  <a:lnTo>
                    <a:pt x="7713433" y="3116972"/>
                  </a:lnTo>
                  <a:lnTo>
                    <a:pt x="7712577" y="3116972"/>
                  </a:lnTo>
                  <a:lnTo>
                    <a:pt x="7711722" y="3116972"/>
                  </a:lnTo>
                  <a:lnTo>
                    <a:pt x="7710866" y="3116972"/>
                  </a:lnTo>
                  <a:lnTo>
                    <a:pt x="7710011" y="3116972"/>
                  </a:lnTo>
                  <a:lnTo>
                    <a:pt x="7709155" y="3116972"/>
                  </a:lnTo>
                  <a:lnTo>
                    <a:pt x="7708300" y="3116972"/>
                  </a:lnTo>
                  <a:lnTo>
                    <a:pt x="7707444" y="3116972"/>
                  </a:lnTo>
                  <a:lnTo>
                    <a:pt x="7706589" y="3116972"/>
                  </a:lnTo>
                  <a:lnTo>
                    <a:pt x="7705733" y="3116972"/>
                  </a:lnTo>
                  <a:lnTo>
                    <a:pt x="7704877" y="3116972"/>
                  </a:lnTo>
                  <a:lnTo>
                    <a:pt x="7704022" y="3116972"/>
                  </a:lnTo>
                  <a:lnTo>
                    <a:pt x="7703166" y="3116972"/>
                  </a:lnTo>
                  <a:lnTo>
                    <a:pt x="7702311" y="3116972"/>
                  </a:lnTo>
                  <a:lnTo>
                    <a:pt x="7701455" y="3116972"/>
                  </a:lnTo>
                  <a:lnTo>
                    <a:pt x="7700600" y="3116972"/>
                  </a:lnTo>
                  <a:lnTo>
                    <a:pt x="7699744" y="3116972"/>
                  </a:lnTo>
                  <a:lnTo>
                    <a:pt x="7698889" y="3116972"/>
                  </a:lnTo>
                  <a:lnTo>
                    <a:pt x="7698033" y="3116972"/>
                  </a:lnTo>
                  <a:lnTo>
                    <a:pt x="7697178" y="3116972"/>
                  </a:lnTo>
                  <a:lnTo>
                    <a:pt x="7696322" y="3116972"/>
                  </a:lnTo>
                  <a:lnTo>
                    <a:pt x="7695467" y="3116972"/>
                  </a:lnTo>
                  <a:lnTo>
                    <a:pt x="7694611" y="3116972"/>
                  </a:lnTo>
                  <a:lnTo>
                    <a:pt x="7693756" y="3116972"/>
                  </a:lnTo>
                  <a:lnTo>
                    <a:pt x="7692900" y="3116972"/>
                  </a:lnTo>
                  <a:lnTo>
                    <a:pt x="7692045" y="3116972"/>
                  </a:lnTo>
                  <a:lnTo>
                    <a:pt x="7691189" y="3116972"/>
                  </a:lnTo>
                  <a:lnTo>
                    <a:pt x="7690334" y="3116972"/>
                  </a:lnTo>
                  <a:lnTo>
                    <a:pt x="7689478" y="3116972"/>
                  </a:lnTo>
                  <a:lnTo>
                    <a:pt x="7688622" y="3116972"/>
                  </a:lnTo>
                  <a:lnTo>
                    <a:pt x="7687767" y="3116972"/>
                  </a:lnTo>
                  <a:lnTo>
                    <a:pt x="7686911" y="3116972"/>
                  </a:lnTo>
                  <a:lnTo>
                    <a:pt x="7686056" y="3116972"/>
                  </a:lnTo>
                  <a:lnTo>
                    <a:pt x="7685200" y="3116972"/>
                  </a:lnTo>
                  <a:lnTo>
                    <a:pt x="7684345" y="3116972"/>
                  </a:lnTo>
                  <a:lnTo>
                    <a:pt x="7683489" y="3116972"/>
                  </a:lnTo>
                  <a:lnTo>
                    <a:pt x="7682634" y="3116972"/>
                  </a:lnTo>
                  <a:lnTo>
                    <a:pt x="7681778" y="3116972"/>
                  </a:lnTo>
                  <a:lnTo>
                    <a:pt x="7680923" y="3116972"/>
                  </a:lnTo>
                  <a:lnTo>
                    <a:pt x="7680067" y="3116972"/>
                  </a:lnTo>
                  <a:lnTo>
                    <a:pt x="7679212" y="3116972"/>
                  </a:lnTo>
                  <a:lnTo>
                    <a:pt x="7678356" y="3116972"/>
                  </a:lnTo>
                  <a:lnTo>
                    <a:pt x="7677501" y="3116972"/>
                  </a:lnTo>
                  <a:lnTo>
                    <a:pt x="7676645" y="3116972"/>
                  </a:lnTo>
                  <a:lnTo>
                    <a:pt x="7675790" y="3116972"/>
                  </a:lnTo>
                  <a:lnTo>
                    <a:pt x="7674934" y="3116972"/>
                  </a:lnTo>
                  <a:lnTo>
                    <a:pt x="7674079" y="3116972"/>
                  </a:lnTo>
                  <a:lnTo>
                    <a:pt x="7673223" y="3116972"/>
                  </a:lnTo>
                  <a:lnTo>
                    <a:pt x="7672367" y="3116972"/>
                  </a:lnTo>
                  <a:lnTo>
                    <a:pt x="7671512" y="3116972"/>
                  </a:lnTo>
                  <a:lnTo>
                    <a:pt x="7670656" y="3116972"/>
                  </a:lnTo>
                  <a:lnTo>
                    <a:pt x="7669801" y="3116972"/>
                  </a:lnTo>
                  <a:lnTo>
                    <a:pt x="7668945" y="3116972"/>
                  </a:lnTo>
                  <a:lnTo>
                    <a:pt x="7668090" y="3116972"/>
                  </a:lnTo>
                  <a:lnTo>
                    <a:pt x="7667234" y="3116972"/>
                  </a:lnTo>
                  <a:lnTo>
                    <a:pt x="7666379" y="3116972"/>
                  </a:lnTo>
                  <a:lnTo>
                    <a:pt x="7665523" y="3116972"/>
                  </a:lnTo>
                  <a:lnTo>
                    <a:pt x="7664668" y="3116972"/>
                  </a:lnTo>
                  <a:lnTo>
                    <a:pt x="7663812" y="3116972"/>
                  </a:lnTo>
                  <a:lnTo>
                    <a:pt x="7662957" y="3116972"/>
                  </a:lnTo>
                  <a:lnTo>
                    <a:pt x="7662101" y="3116972"/>
                  </a:lnTo>
                  <a:lnTo>
                    <a:pt x="7661246" y="3116972"/>
                  </a:lnTo>
                  <a:lnTo>
                    <a:pt x="7660390" y="3116972"/>
                  </a:lnTo>
                  <a:lnTo>
                    <a:pt x="7659535" y="3116972"/>
                  </a:lnTo>
                  <a:lnTo>
                    <a:pt x="7658679" y="3116972"/>
                  </a:lnTo>
                  <a:lnTo>
                    <a:pt x="7657823" y="3116972"/>
                  </a:lnTo>
                  <a:lnTo>
                    <a:pt x="7656968" y="3116972"/>
                  </a:lnTo>
                  <a:lnTo>
                    <a:pt x="7656112" y="3116972"/>
                  </a:lnTo>
                  <a:lnTo>
                    <a:pt x="7655257" y="3116972"/>
                  </a:lnTo>
                  <a:lnTo>
                    <a:pt x="7654401" y="3116972"/>
                  </a:lnTo>
                  <a:lnTo>
                    <a:pt x="7653546" y="3116972"/>
                  </a:lnTo>
                  <a:lnTo>
                    <a:pt x="7652690" y="3116972"/>
                  </a:lnTo>
                  <a:lnTo>
                    <a:pt x="7651835" y="3116972"/>
                  </a:lnTo>
                  <a:lnTo>
                    <a:pt x="7650979" y="3116972"/>
                  </a:lnTo>
                  <a:lnTo>
                    <a:pt x="7650124" y="3116972"/>
                  </a:lnTo>
                  <a:lnTo>
                    <a:pt x="7649268" y="3116972"/>
                  </a:lnTo>
                  <a:lnTo>
                    <a:pt x="7648413" y="3116972"/>
                  </a:lnTo>
                  <a:lnTo>
                    <a:pt x="7647557" y="3116972"/>
                  </a:lnTo>
                  <a:lnTo>
                    <a:pt x="7646702" y="3116972"/>
                  </a:lnTo>
                  <a:lnTo>
                    <a:pt x="7645846" y="3116972"/>
                  </a:lnTo>
                  <a:lnTo>
                    <a:pt x="7644991" y="3116972"/>
                  </a:lnTo>
                  <a:lnTo>
                    <a:pt x="7644135" y="3116972"/>
                  </a:lnTo>
                  <a:lnTo>
                    <a:pt x="7643280" y="3116972"/>
                  </a:lnTo>
                  <a:lnTo>
                    <a:pt x="7642424" y="3116972"/>
                  </a:lnTo>
                  <a:lnTo>
                    <a:pt x="7641568" y="3116972"/>
                  </a:lnTo>
                  <a:lnTo>
                    <a:pt x="7640713" y="3116972"/>
                  </a:lnTo>
                  <a:lnTo>
                    <a:pt x="7639857" y="3116972"/>
                  </a:lnTo>
                  <a:lnTo>
                    <a:pt x="7639002" y="3116972"/>
                  </a:lnTo>
                  <a:lnTo>
                    <a:pt x="7638146" y="3116972"/>
                  </a:lnTo>
                  <a:lnTo>
                    <a:pt x="7637291" y="3116972"/>
                  </a:lnTo>
                  <a:lnTo>
                    <a:pt x="7636435" y="3116972"/>
                  </a:lnTo>
                  <a:lnTo>
                    <a:pt x="7635580" y="3116972"/>
                  </a:lnTo>
                  <a:lnTo>
                    <a:pt x="7634724" y="3116972"/>
                  </a:lnTo>
                  <a:lnTo>
                    <a:pt x="7633869" y="3116972"/>
                  </a:lnTo>
                  <a:lnTo>
                    <a:pt x="7633013" y="3116972"/>
                  </a:lnTo>
                  <a:lnTo>
                    <a:pt x="7632158" y="3116972"/>
                  </a:lnTo>
                  <a:lnTo>
                    <a:pt x="7631302" y="3116972"/>
                  </a:lnTo>
                  <a:lnTo>
                    <a:pt x="7630447" y="3116972"/>
                  </a:lnTo>
                  <a:lnTo>
                    <a:pt x="7629591" y="3116972"/>
                  </a:lnTo>
                  <a:lnTo>
                    <a:pt x="7628736" y="3116972"/>
                  </a:lnTo>
                  <a:lnTo>
                    <a:pt x="7627880" y="3116972"/>
                  </a:lnTo>
                  <a:lnTo>
                    <a:pt x="7627025" y="3116972"/>
                  </a:lnTo>
                  <a:lnTo>
                    <a:pt x="7626169" y="3116972"/>
                  </a:lnTo>
                  <a:lnTo>
                    <a:pt x="7625313" y="3116972"/>
                  </a:lnTo>
                  <a:lnTo>
                    <a:pt x="7624458" y="3116972"/>
                  </a:lnTo>
                  <a:lnTo>
                    <a:pt x="7623602" y="3116972"/>
                  </a:lnTo>
                  <a:lnTo>
                    <a:pt x="7622747" y="3116972"/>
                  </a:lnTo>
                  <a:lnTo>
                    <a:pt x="7621891" y="3116972"/>
                  </a:lnTo>
                  <a:lnTo>
                    <a:pt x="7621036" y="3116972"/>
                  </a:lnTo>
                  <a:lnTo>
                    <a:pt x="7620180" y="3116972"/>
                  </a:lnTo>
                  <a:lnTo>
                    <a:pt x="7619325" y="3116972"/>
                  </a:lnTo>
                  <a:lnTo>
                    <a:pt x="7618469" y="3116972"/>
                  </a:lnTo>
                  <a:lnTo>
                    <a:pt x="7617614" y="3116972"/>
                  </a:lnTo>
                  <a:lnTo>
                    <a:pt x="7616758" y="3116972"/>
                  </a:lnTo>
                  <a:lnTo>
                    <a:pt x="7615903" y="3116972"/>
                  </a:lnTo>
                  <a:lnTo>
                    <a:pt x="7615047" y="3116972"/>
                  </a:lnTo>
                  <a:lnTo>
                    <a:pt x="7614192" y="3116972"/>
                  </a:lnTo>
                  <a:lnTo>
                    <a:pt x="7613336" y="3116972"/>
                  </a:lnTo>
                  <a:lnTo>
                    <a:pt x="7612481" y="3116972"/>
                  </a:lnTo>
                  <a:lnTo>
                    <a:pt x="7611625" y="3116972"/>
                  </a:lnTo>
                  <a:lnTo>
                    <a:pt x="7610769" y="3116972"/>
                  </a:lnTo>
                  <a:lnTo>
                    <a:pt x="7609914" y="3116972"/>
                  </a:lnTo>
                  <a:lnTo>
                    <a:pt x="7609058" y="3116972"/>
                  </a:lnTo>
                  <a:lnTo>
                    <a:pt x="7608203" y="3116972"/>
                  </a:lnTo>
                  <a:lnTo>
                    <a:pt x="7607347" y="3116972"/>
                  </a:lnTo>
                  <a:lnTo>
                    <a:pt x="7606492" y="3116972"/>
                  </a:lnTo>
                  <a:lnTo>
                    <a:pt x="7605636" y="3116972"/>
                  </a:lnTo>
                  <a:lnTo>
                    <a:pt x="7604781" y="3116972"/>
                  </a:lnTo>
                  <a:lnTo>
                    <a:pt x="7603925" y="3116972"/>
                  </a:lnTo>
                  <a:lnTo>
                    <a:pt x="7603070" y="3116972"/>
                  </a:lnTo>
                  <a:lnTo>
                    <a:pt x="7602214" y="3116972"/>
                  </a:lnTo>
                  <a:lnTo>
                    <a:pt x="7601359" y="3116972"/>
                  </a:lnTo>
                  <a:lnTo>
                    <a:pt x="7600503" y="3116972"/>
                  </a:lnTo>
                  <a:lnTo>
                    <a:pt x="7599648" y="3116972"/>
                  </a:lnTo>
                  <a:lnTo>
                    <a:pt x="7598792" y="3116972"/>
                  </a:lnTo>
                  <a:lnTo>
                    <a:pt x="7597937" y="3116972"/>
                  </a:lnTo>
                  <a:lnTo>
                    <a:pt x="7597081" y="3116972"/>
                  </a:lnTo>
                  <a:lnTo>
                    <a:pt x="7596226" y="3116972"/>
                  </a:lnTo>
                  <a:lnTo>
                    <a:pt x="7595370" y="3116972"/>
                  </a:lnTo>
                  <a:lnTo>
                    <a:pt x="7594514" y="3116972"/>
                  </a:lnTo>
                  <a:lnTo>
                    <a:pt x="7593659" y="3116972"/>
                  </a:lnTo>
                  <a:lnTo>
                    <a:pt x="7592803" y="3116972"/>
                  </a:lnTo>
                  <a:lnTo>
                    <a:pt x="7591948" y="3116972"/>
                  </a:lnTo>
                  <a:lnTo>
                    <a:pt x="7591092" y="3116972"/>
                  </a:lnTo>
                  <a:lnTo>
                    <a:pt x="7590237" y="3116972"/>
                  </a:lnTo>
                  <a:lnTo>
                    <a:pt x="7589381" y="3116972"/>
                  </a:lnTo>
                  <a:lnTo>
                    <a:pt x="7588526" y="3116972"/>
                  </a:lnTo>
                  <a:lnTo>
                    <a:pt x="7587670" y="3116972"/>
                  </a:lnTo>
                  <a:lnTo>
                    <a:pt x="7586815" y="3116972"/>
                  </a:lnTo>
                  <a:lnTo>
                    <a:pt x="7585959" y="3116972"/>
                  </a:lnTo>
                  <a:lnTo>
                    <a:pt x="7585104" y="3116972"/>
                  </a:lnTo>
                  <a:lnTo>
                    <a:pt x="7584248" y="3116972"/>
                  </a:lnTo>
                  <a:lnTo>
                    <a:pt x="7583393" y="3116972"/>
                  </a:lnTo>
                  <a:lnTo>
                    <a:pt x="7582537" y="3116972"/>
                  </a:lnTo>
                  <a:lnTo>
                    <a:pt x="7581682" y="3116972"/>
                  </a:lnTo>
                  <a:lnTo>
                    <a:pt x="7580826" y="3116972"/>
                  </a:lnTo>
                  <a:lnTo>
                    <a:pt x="7579971" y="3116972"/>
                  </a:lnTo>
                  <a:lnTo>
                    <a:pt x="7579115" y="3116972"/>
                  </a:lnTo>
                  <a:lnTo>
                    <a:pt x="7578259" y="3116972"/>
                  </a:lnTo>
                  <a:lnTo>
                    <a:pt x="7577404" y="3116972"/>
                  </a:lnTo>
                  <a:lnTo>
                    <a:pt x="7576548" y="3116972"/>
                  </a:lnTo>
                  <a:lnTo>
                    <a:pt x="7575693" y="3116972"/>
                  </a:lnTo>
                  <a:lnTo>
                    <a:pt x="7574837" y="3116972"/>
                  </a:lnTo>
                  <a:lnTo>
                    <a:pt x="7573982" y="3116972"/>
                  </a:lnTo>
                  <a:lnTo>
                    <a:pt x="7573126" y="3116972"/>
                  </a:lnTo>
                  <a:lnTo>
                    <a:pt x="7572271" y="3116972"/>
                  </a:lnTo>
                  <a:lnTo>
                    <a:pt x="7571415" y="3116972"/>
                  </a:lnTo>
                  <a:lnTo>
                    <a:pt x="7570560" y="3116972"/>
                  </a:lnTo>
                  <a:lnTo>
                    <a:pt x="7569704" y="3116972"/>
                  </a:lnTo>
                  <a:lnTo>
                    <a:pt x="7568849" y="3116972"/>
                  </a:lnTo>
                  <a:lnTo>
                    <a:pt x="7567993" y="3116972"/>
                  </a:lnTo>
                  <a:lnTo>
                    <a:pt x="7567138" y="3116972"/>
                  </a:lnTo>
                  <a:lnTo>
                    <a:pt x="7566282" y="3116972"/>
                  </a:lnTo>
                  <a:lnTo>
                    <a:pt x="7565427" y="3116972"/>
                  </a:lnTo>
                  <a:lnTo>
                    <a:pt x="7564571" y="3116972"/>
                  </a:lnTo>
                  <a:lnTo>
                    <a:pt x="7563715" y="3116972"/>
                  </a:lnTo>
                  <a:lnTo>
                    <a:pt x="7562860" y="3116972"/>
                  </a:lnTo>
                  <a:lnTo>
                    <a:pt x="7562004" y="3116972"/>
                  </a:lnTo>
                  <a:lnTo>
                    <a:pt x="7561149" y="3116972"/>
                  </a:lnTo>
                  <a:lnTo>
                    <a:pt x="7560293" y="3116972"/>
                  </a:lnTo>
                  <a:lnTo>
                    <a:pt x="7559438" y="3116972"/>
                  </a:lnTo>
                  <a:lnTo>
                    <a:pt x="7558582" y="3116972"/>
                  </a:lnTo>
                  <a:lnTo>
                    <a:pt x="7557727" y="3116972"/>
                  </a:lnTo>
                  <a:lnTo>
                    <a:pt x="7556871" y="3116972"/>
                  </a:lnTo>
                  <a:lnTo>
                    <a:pt x="7556016" y="3116972"/>
                  </a:lnTo>
                  <a:lnTo>
                    <a:pt x="7555160" y="3116972"/>
                  </a:lnTo>
                  <a:lnTo>
                    <a:pt x="7554305" y="3116972"/>
                  </a:lnTo>
                  <a:lnTo>
                    <a:pt x="7553449" y="3116972"/>
                  </a:lnTo>
                  <a:lnTo>
                    <a:pt x="7552594" y="3116972"/>
                  </a:lnTo>
                  <a:lnTo>
                    <a:pt x="7551738" y="3116972"/>
                  </a:lnTo>
                  <a:lnTo>
                    <a:pt x="7550883" y="3116972"/>
                  </a:lnTo>
                  <a:lnTo>
                    <a:pt x="7550027" y="3116972"/>
                  </a:lnTo>
                  <a:lnTo>
                    <a:pt x="7549172" y="3116972"/>
                  </a:lnTo>
                  <a:lnTo>
                    <a:pt x="7548316" y="3116972"/>
                  </a:lnTo>
                  <a:lnTo>
                    <a:pt x="7547460" y="3116972"/>
                  </a:lnTo>
                  <a:lnTo>
                    <a:pt x="7546605" y="3116972"/>
                  </a:lnTo>
                  <a:lnTo>
                    <a:pt x="7545749" y="3116972"/>
                  </a:lnTo>
                  <a:lnTo>
                    <a:pt x="7544894" y="3116972"/>
                  </a:lnTo>
                  <a:lnTo>
                    <a:pt x="7544038" y="3116972"/>
                  </a:lnTo>
                  <a:lnTo>
                    <a:pt x="7543183" y="3116972"/>
                  </a:lnTo>
                  <a:lnTo>
                    <a:pt x="7542327" y="3116972"/>
                  </a:lnTo>
                  <a:lnTo>
                    <a:pt x="7541472" y="3116972"/>
                  </a:lnTo>
                  <a:lnTo>
                    <a:pt x="7540616" y="3116972"/>
                  </a:lnTo>
                  <a:lnTo>
                    <a:pt x="7539761" y="3116972"/>
                  </a:lnTo>
                  <a:lnTo>
                    <a:pt x="7538905" y="3116972"/>
                  </a:lnTo>
                  <a:lnTo>
                    <a:pt x="7538050" y="3116972"/>
                  </a:lnTo>
                  <a:lnTo>
                    <a:pt x="7537194" y="3116972"/>
                  </a:lnTo>
                  <a:lnTo>
                    <a:pt x="7536339" y="3116972"/>
                  </a:lnTo>
                  <a:lnTo>
                    <a:pt x="7535483" y="3116972"/>
                  </a:lnTo>
                  <a:lnTo>
                    <a:pt x="7534628" y="3116972"/>
                  </a:lnTo>
                  <a:lnTo>
                    <a:pt x="7533772" y="3116972"/>
                  </a:lnTo>
                  <a:lnTo>
                    <a:pt x="7532917" y="3116972"/>
                  </a:lnTo>
                  <a:lnTo>
                    <a:pt x="7532061" y="3116972"/>
                  </a:lnTo>
                  <a:lnTo>
                    <a:pt x="7531205" y="3116972"/>
                  </a:lnTo>
                  <a:lnTo>
                    <a:pt x="7530350" y="3116972"/>
                  </a:lnTo>
                  <a:lnTo>
                    <a:pt x="7529494" y="3116972"/>
                  </a:lnTo>
                  <a:lnTo>
                    <a:pt x="7528639" y="3116972"/>
                  </a:lnTo>
                  <a:lnTo>
                    <a:pt x="7527783" y="3116972"/>
                  </a:lnTo>
                  <a:lnTo>
                    <a:pt x="7526928" y="3116972"/>
                  </a:lnTo>
                  <a:lnTo>
                    <a:pt x="7526072" y="3116972"/>
                  </a:lnTo>
                  <a:lnTo>
                    <a:pt x="7525217" y="3116972"/>
                  </a:lnTo>
                  <a:lnTo>
                    <a:pt x="7524361" y="3116972"/>
                  </a:lnTo>
                  <a:lnTo>
                    <a:pt x="7523506" y="3116972"/>
                  </a:lnTo>
                  <a:lnTo>
                    <a:pt x="7522650" y="3116972"/>
                  </a:lnTo>
                  <a:lnTo>
                    <a:pt x="7521795" y="3116972"/>
                  </a:lnTo>
                  <a:lnTo>
                    <a:pt x="7520939" y="3116972"/>
                  </a:lnTo>
                  <a:lnTo>
                    <a:pt x="7520084" y="3116972"/>
                  </a:lnTo>
                  <a:lnTo>
                    <a:pt x="7519228" y="3116972"/>
                  </a:lnTo>
                  <a:lnTo>
                    <a:pt x="7518373" y="3116972"/>
                  </a:lnTo>
                  <a:lnTo>
                    <a:pt x="7517517" y="3116972"/>
                  </a:lnTo>
                  <a:lnTo>
                    <a:pt x="7516662" y="3116972"/>
                  </a:lnTo>
                  <a:lnTo>
                    <a:pt x="7515806" y="3116972"/>
                  </a:lnTo>
                  <a:lnTo>
                    <a:pt x="7514950" y="3116972"/>
                  </a:lnTo>
                  <a:lnTo>
                    <a:pt x="7514095" y="3116972"/>
                  </a:lnTo>
                  <a:lnTo>
                    <a:pt x="7513239" y="3116972"/>
                  </a:lnTo>
                  <a:lnTo>
                    <a:pt x="7512384" y="3116972"/>
                  </a:lnTo>
                  <a:lnTo>
                    <a:pt x="7511528" y="3116972"/>
                  </a:lnTo>
                  <a:lnTo>
                    <a:pt x="7510673" y="3116972"/>
                  </a:lnTo>
                  <a:lnTo>
                    <a:pt x="7509817" y="3116972"/>
                  </a:lnTo>
                  <a:lnTo>
                    <a:pt x="7508962" y="3116972"/>
                  </a:lnTo>
                  <a:lnTo>
                    <a:pt x="7508106" y="3116972"/>
                  </a:lnTo>
                  <a:lnTo>
                    <a:pt x="7507251" y="3116972"/>
                  </a:lnTo>
                  <a:lnTo>
                    <a:pt x="7506395" y="3116972"/>
                  </a:lnTo>
                  <a:lnTo>
                    <a:pt x="7505540" y="3116972"/>
                  </a:lnTo>
                  <a:lnTo>
                    <a:pt x="7504684" y="3116972"/>
                  </a:lnTo>
                  <a:lnTo>
                    <a:pt x="7503829" y="3116972"/>
                  </a:lnTo>
                  <a:lnTo>
                    <a:pt x="7502973" y="3116972"/>
                  </a:lnTo>
                  <a:lnTo>
                    <a:pt x="7502118" y="3116972"/>
                  </a:lnTo>
                  <a:lnTo>
                    <a:pt x="7501262" y="3116972"/>
                  </a:lnTo>
                  <a:lnTo>
                    <a:pt x="7500406" y="3116972"/>
                  </a:lnTo>
                  <a:lnTo>
                    <a:pt x="7499551" y="3116972"/>
                  </a:lnTo>
                  <a:lnTo>
                    <a:pt x="7498695" y="3116972"/>
                  </a:lnTo>
                  <a:lnTo>
                    <a:pt x="7497840" y="3116972"/>
                  </a:lnTo>
                  <a:lnTo>
                    <a:pt x="7496984" y="3116972"/>
                  </a:lnTo>
                  <a:lnTo>
                    <a:pt x="7496129" y="3116972"/>
                  </a:lnTo>
                  <a:lnTo>
                    <a:pt x="7495273" y="3116972"/>
                  </a:lnTo>
                  <a:lnTo>
                    <a:pt x="7494418" y="3116972"/>
                  </a:lnTo>
                  <a:lnTo>
                    <a:pt x="7493562" y="3116972"/>
                  </a:lnTo>
                  <a:lnTo>
                    <a:pt x="7492707" y="3116972"/>
                  </a:lnTo>
                  <a:lnTo>
                    <a:pt x="7491851" y="3116972"/>
                  </a:lnTo>
                  <a:lnTo>
                    <a:pt x="7490996" y="3116972"/>
                  </a:lnTo>
                  <a:lnTo>
                    <a:pt x="7490140" y="3116972"/>
                  </a:lnTo>
                  <a:lnTo>
                    <a:pt x="7489285" y="3116972"/>
                  </a:lnTo>
                  <a:lnTo>
                    <a:pt x="7488429" y="3116972"/>
                  </a:lnTo>
                  <a:lnTo>
                    <a:pt x="7487574" y="3116972"/>
                  </a:lnTo>
                  <a:lnTo>
                    <a:pt x="7486718" y="3116972"/>
                  </a:lnTo>
                  <a:lnTo>
                    <a:pt x="7485863" y="3116972"/>
                  </a:lnTo>
                  <a:lnTo>
                    <a:pt x="7485007" y="3116972"/>
                  </a:lnTo>
                  <a:lnTo>
                    <a:pt x="7484151" y="3116972"/>
                  </a:lnTo>
                  <a:lnTo>
                    <a:pt x="7483296" y="3116972"/>
                  </a:lnTo>
                  <a:lnTo>
                    <a:pt x="7482440" y="3116972"/>
                  </a:lnTo>
                  <a:lnTo>
                    <a:pt x="7481585" y="3116972"/>
                  </a:lnTo>
                  <a:lnTo>
                    <a:pt x="7480729" y="3116972"/>
                  </a:lnTo>
                  <a:lnTo>
                    <a:pt x="7479874" y="3116972"/>
                  </a:lnTo>
                  <a:lnTo>
                    <a:pt x="7479018" y="3116972"/>
                  </a:lnTo>
                  <a:lnTo>
                    <a:pt x="7478163" y="3116972"/>
                  </a:lnTo>
                  <a:lnTo>
                    <a:pt x="7477307" y="3116972"/>
                  </a:lnTo>
                  <a:lnTo>
                    <a:pt x="7476452" y="3116972"/>
                  </a:lnTo>
                  <a:lnTo>
                    <a:pt x="7475596" y="3116972"/>
                  </a:lnTo>
                  <a:lnTo>
                    <a:pt x="7474741" y="3116972"/>
                  </a:lnTo>
                  <a:lnTo>
                    <a:pt x="7473885" y="3116972"/>
                  </a:lnTo>
                  <a:lnTo>
                    <a:pt x="7473030" y="3116972"/>
                  </a:lnTo>
                  <a:lnTo>
                    <a:pt x="7472174" y="3116972"/>
                  </a:lnTo>
                  <a:lnTo>
                    <a:pt x="7471319" y="3116972"/>
                  </a:lnTo>
                  <a:lnTo>
                    <a:pt x="7470463" y="3116972"/>
                  </a:lnTo>
                  <a:lnTo>
                    <a:pt x="7469608" y="3116972"/>
                  </a:lnTo>
                  <a:lnTo>
                    <a:pt x="7468752" y="3116972"/>
                  </a:lnTo>
                  <a:lnTo>
                    <a:pt x="7467896" y="3116972"/>
                  </a:lnTo>
                  <a:lnTo>
                    <a:pt x="7467041" y="3116972"/>
                  </a:lnTo>
                  <a:lnTo>
                    <a:pt x="7466185" y="3116972"/>
                  </a:lnTo>
                  <a:lnTo>
                    <a:pt x="7465330" y="3116972"/>
                  </a:lnTo>
                  <a:lnTo>
                    <a:pt x="7464474" y="3116972"/>
                  </a:lnTo>
                  <a:lnTo>
                    <a:pt x="7463619" y="3116972"/>
                  </a:lnTo>
                  <a:lnTo>
                    <a:pt x="7462763" y="3116972"/>
                  </a:lnTo>
                  <a:lnTo>
                    <a:pt x="7461908" y="3116972"/>
                  </a:lnTo>
                  <a:lnTo>
                    <a:pt x="7461052" y="3116972"/>
                  </a:lnTo>
                  <a:lnTo>
                    <a:pt x="7460197" y="3116972"/>
                  </a:lnTo>
                  <a:lnTo>
                    <a:pt x="7459341" y="3116972"/>
                  </a:lnTo>
                  <a:lnTo>
                    <a:pt x="7458486" y="3116972"/>
                  </a:lnTo>
                  <a:lnTo>
                    <a:pt x="7457630" y="3116972"/>
                  </a:lnTo>
                  <a:lnTo>
                    <a:pt x="7456775" y="3116972"/>
                  </a:lnTo>
                  <a:lnTo>
                    <a:pt x="7455919" y="3116972"/>
                  </a:lnTo>
                  <a:lnTo>
                    <a:pt x="7455064" y="3116972"/>
                  </a:lnTo>
                  <a:lnTo>
                    <a:pt x="7454208" y="3116972"/>
                  </a:lnTo>
                  <a:lnTo>
                    <a:pt x="7453352" y="3116972"/>
                  </a:lnTo>
                  <a:lnTo>
                    <a:pt x="7452497" y="3116972"/>
                  </a:lnTo>
                  <a:lnTo>
                    <a:pt x="7451641" y="3116972"/>
                  </a:lnTo>
                  <a:lnTo>
                    <a:pt x="7450786" y="3116972"/>
                  </a:lnTo>
                  <a:lnTo>
                    <a:pt x="7449930" y="3116972"/>
                  </a:lnTo>
                  <a:lnTo>
                    <a:pt x="7449075" y="3116972"/>
                  </a:lnTo>
                  <a:lnTo>
                    <a:pt x="7448219" y="3116972"/>
                  </a:lnTo>
                  <a:lnTo>
                    <a:pt x="7447364" y="3116972"/>
                  </a:lnTo>
                  <a:lnTo>
                    <a:pt x="7446508" y="3116972"/>
                  </a:lnTo>
                  <a:lnTo>
                    <a:pt x="7445653" y="3116972"/>
                  </a:lnTo>
                  <a:lnTo>
                    <a:pt x="7444797" y="3116972"/>
                  </a:lnTo>
                  <a:lnTo>
                    <a:pt x="7443942" y="3116972"/>
                  </a:lnTo>
                  <a:lnTo>
                    <a:pt x="7443086" y="3116972"/>
                  </a:lnTo>
                  <a:lnTo>
                    <a:pt x="7442231" y="3116972"/>
                  </a:lnTo>
                  <a:lnTo>
                    <a:pt x="7441375" y="3116972"/>
                  </a:lnTo>
                  <a:lnTo>
                    <a:pt x="7440520" y="3116972"/>
                  </a:lnTo>
                  <a:lnTo>
                    <a:pt x="7439664" y="3116972"/>
                  </a:lnTo>
                  <a:lnTo>
                    <a:pt x="7438809" y="3116972"/>
                  </a:lnTo>
                  <a:lnTo>
                    <a:pt x="7437953" y="3116972"/>
                  </a:lnTo>
                  <a:lnTo>
                    <a:pt x="7437097" y="3116972"/>
                  </a:lnTo>
                  <a:lnTo>
                    <a:pt x="7436242" y="3116972"/>
                  </a:lnTo>
                  <a:lnTo>
                    <a:pt x="7435386" y="3116972"/>
                  </a:lnTo>
                  <a:lnTo>
                    <a:pt x="7434531" y="3116972"/>
                  </a:lnTo>
                  <a:lnTo>
                    <a:pt x="7433675" y="3116972"/>
                  </a:lnTo>
                  <a:lnTo>
                    <a:pt x="7432820" y="3116972"/>
                  </a:lnTo>
                  <a:lnTo>
                    <a:pt x="7431964" y="3116972"/>
                  </a:lnTo>
                  <a:lnTo>
                    <a:pt x="7431109" y="3116972"/>
                  </a:lnTo>
                  <a:lnTo>
                    <a:pt x="7430253" y="3116972"/>
                  </a:lnTo>
                  <a:lnTo>
                    <a:pt x="7429398" y="3116972"/>
                  </a:lnTo>
                  <a:lnTo>
                    <a:pt x="7428542" y="3116972"/>
                  </a:lnTo>
                  <a:lnTo>
                    <a:pt x="7427687" y="3116972"/>
                  </a:lnTo>
                  <a:lnTo>
                    <a:pt x="7426831" y="3116972"/>
                  </a:lnTo>
                  <a:lnTo>
                    <a:pt x="7425976" y="3116972"/>
                  </a:lnTo>
                  <a:lnTo>
                    <a:pt x="7425120" y="3116972"/>
                  </a:lnTo>
                  <a:lnTo>
                    <a:pt x="7424265" y="3116972"/>
                  </a:lnTo>
                  <a:lnTo>
                    <a:pt x="7423409" y="3116972"/>
                  </a:lnTo>
                  <a:lnTo>
                    <a:pt x="7422554" y="3116972"/>
                  </a:lnTo>
                  <a:lnTo>
                    <a:pt x="7421698" y="3116972"/>
                  </a:lnTo>
                  <a:lnTo>
                    <a:pt x="7420842" y="3116972"/>
                  </a:lnTo>
                  <a:lnTo>
                    <a:pt x="7419987" y="3116972"/>
                  </a:lnTo>
                  <a:lnTo>
                    <a:pt x="7419131" y="3116972"/>
                  </a:lnTo>
                  <a:lnTo>
                    <a:pt x="7418276" y="3116972"/>
                  </a:lnTo>
                  <a:lnTo>
                    <a:pt x="7417420" y="3116972"/>
                  </a:lnTo>
                  <a:lnTo>
                    <a:pt x="7416565" y="3116972"/>
                  </a:lnTo>
                  <a:lnTo>
                    <a:pt x="7415709" y="3116972"/>
                  </a:lnTo>
                  <a:lnTo>
                    <a:pt x="7414854" y="3116972"/>
                  </a:lnTo>
                  <a:lnTo>
                    <a:pt x="7413998" y="3116972"/>
                  </a:lnTo>
                  <a:lnTo>
                    <a:pt x="7413143" y="3116972"/>
                  </a:lnTo>
                  <a:lnTo>
                    <a:pt x="7412287" y="3116972"/>
                  </a:lnTo>
                  <a:lnTo>
                    <a:pt x="7411432" y="3116972"/>
                  </a:lnTo>
                  <a:lnTo>
                    <a:pt x="7410576" y="3116972"/>
                  </a:lnTo>
                  <a:lnTo>
                    <a:pt x="7409721" y="3116972"/>
                  </a:lnTo>
                  <a:lnTo>
                    <a:pt x="7408865" y="3116972"/>
                  </a:lnTo>
                  <a:lnTo>
                    <a:pt x="7408010" y="3116972"/>
                  </a:lnTo>
                  <a:lnTo>
                    <a:pt x="7407154" y="3116972"/>
                  </a:lnTo>
                  <a:lnTo>
                    <a:pt x="7406298" y="3116972"/>
                  </a:lnTo>
                  <a:lnTo>
                    <a:pt x="7405443" y="3116972"/>
                  </a:lnTo>
                  <a:lnTo>
                    <a:pt x="7404587" y="3116972"/>
                  </a:lnTo>
                  <a:lnTo>
                    <a:pt x="7403732" y="3116972"/>
                  </a:lnTo>
                  <a:lnTo>
                    <a:pt x="7402876" y="3116972"/>
                  </a:lnTo>
                  <a:lnTo>
                    <a:pt x="7402021" y="3116972"/>
                  </a:lnTo>
                  <a:lnTo>
                    <a:pt x="7401165" y="3116972"/>
                  </a:lnTo>
                  <a:lnTo>
                    <a:pt x="7400310" y="3116972"/>
                  </a:lnTo>
                  <a:lnTo>
                    <a:pt x="7399454" y="3116972"/>
                  </a:lnTo>
                  <a:lnTo>
                    <a:pt x="7398599" y="3116972"/>
                  </a:lnTo>
                  <a:lnTo>
                    <a:pt x="7397743" y="3116972"/>
                  </a:lnTo>
                  <a:lnTo>
                    <a:pt x="7396888" y="3116972"/>
                  </a:lnTo>
                  <a:lnTo>
                    <a:pt x="7396032" y="3116972"/>
                  </a:lnTo>
                  <a:lnTo>
                    <a:pt x="7395177" y="3116972"/>
                  </a:lnTo>
                  <a:lnTo>
                    <a:pt x="7394321" y="3116972"/>
                  </a:lnTo>
                  <a:lnTo>
                    <a:pt x="7393466" y="3116972"/>
                  </a:lnTo>
                  <a:lnTo>
                    <a:pt x="7392610" y="3116972"/>
                  </a:lnTo>
                  <a:lnTo>
                    <a:pt x="7391755" y="3116972"/>
                  </a:lnTo>
                  <a:lnTo>
                    <a:pt x="7390899" y="3116972"/>
                  </a:lnTo>
                  <a:lnTo>
                    <a:pt x="7390043" y="3116972"/>
                  </a:lnTo>
                  <a:lnTo>
                    <a:pt x="7389188" y="3116972"/>
                  </a:lnTo>
                  <a:lnTo>
                    <a:pt x="7388332" y="3116972"/>
                  </a:lnTo>
                  <a:lnTo>
                    <a:pt x="7387477" y="3116972"/>
                  </a:lnTo>
                  <a:lnTo>
                    <a:pt x="7386621" y="3116972"/>
                  </a:lnTo>
                  <a:lnTo>
                    <a:pt x="7385766" y="3116972"/>
                  </a:lnTo>
                  <a:lnTo>
                    <a:pt x="7384910" y="3116972"/>
                  </a:lnTo>
                  <a:lnTo>
                    <a:pt x="7384055" y="3116972"/>
                  </a:lnTo>
                  <a:lnTo>
                    <a:pt x="7383199" y="3116972"/>
                  </a:lnTo>
                  <a:lnTo>
                    <a:pt x="7382344" y="3116972"/>
                  </a:lnTo>
                  <a:lnTo>
                    <a:pt x="7381488" y="3116972"/>
                  </a:lnTo>
                  <a:lnTo>
                    <a:pt x="7380633" y="3116972"/>
                  </a:lnTo>
                  <a:lnTo>
                    <a:pt x="7379777" y="3116972"/>
                  </a:lnTo>
                  <a:lnTo>
                    <a:pt x="7378922" y="3116972"/>
                  </a:lnTo>
                  <a:lnTo>
                    <a:pt x="7378066" y="3116972"/>
                  </a:lnTo>
                  <a:lnTo>
                    <a:pt x="7377211" y="3116972"/>
                  </a:lnTo>
                  <a:lnTo>
                    <a:pt x="7376355" y="3116972"/>
                  </a:lnTo>
                  <a:lnTo>
                    <a:pt x="7375500" y="3116972"/>
                  </a:lnTo>
                  <a:lnTo>
                    <a:pt x="7374644" y="3116972"/>
                  </a:lnTo>
                  <a:lnTo>
                    <a:pt x="7373788" y="3116972"/>
                  </a:lnTo>
                  <a:lnTo>
                    <a:pt x="7372933" y="3116972"/>
                  </a:lnTo>
                  <a:lnTo>
                    <a:pt x="7372077" y="3116972"/>
                  </a:lnTo>
                  <a:lnTo>
                    <a:pt x="7371222" y="3116972"/>
                  </a:lnTo>
                  <a:lnTo>
                    <a:pt x="7370366" y="3116972"/>
                  </a:lnTo>
                  <a:lnTo>
                    <a:pt x="7369511" y="3116972"/>
                  </a:lnTo>
                  <a:lnTo>
                    <a:pt x="7368655" y="3116972"/>
                  </a:lnTo>
                  <a:lnTo>
                    <a:pt x="7367800" y="3116972"/>
                  </a:lnTo>
                  <a:lnTo>
                    <a:pt x="7366944" y="3116972"/>
                  </a:lnTo>
                  <a:lnTo>
                    <a:pt x="7366089" y="3116972"/>
                  </a:lnTo>
                  <a:lnTo>
                    <a:pt x="7365233" y="3116972"/>
                  </a:lnTo>
                  <a:lnTo>
                    <a:pt x="7364378" y="3116972"/>
                  </a:lnTo>
                  <a:lnTo>
                    <a:pt x="7363522" y="3116972"/>
                  </a:lnTo>
                  <a:lnTo>
                    <a:pt x="7362667" y="3116972"/>
                  </a:lnTo>
                  <a:lnTo>
                    <a:pt x="7361811" y="3116972"/>
                  </a:lnTo>
                  <a:lnTo>
                    <a:pt x="7360956" y="3116972"/>
                  </a:lnTo>
                  <a:lnTo>
                    <a:pt x="7360100" y="3116972"/>
                  </a:lnTo>
                  <a:lnTo>
                    <a:pt x="7359244" y="3116972"/>
                  </a:lnTo>
                  <a:lnTo>
                    <a:pt x="7358389" y="3116972"/>
                  </a:lnTo>
                  <a:lnTo>
                    <a:pt x="7357533" y="3116972"/>
                  </a:lnTo>
                  <a:lnTo>
                    <a:pt x="7356678" y="3116972"/>
                  </a:lnTo>
                  <a:lnTo>
                    <a:pt x="7355822" y="3116972"/>
                  </a:lnTo>
                  <a:lnTo>
                    <a:pt x="7354967" y="3116972"/>
                  </a:lnTo>
                  <a:lnTo>
                    <a:pt x="7354111" y="3116972"/>
                  </a:lnTo>
                  <a:lnTo>
                    <a:pt x="7353256" y="3116972"/>
                  </a:lnTo>
                  <a:lnTo>
                    <a:pt x="7352400" y="3116972"/>
                  </a:lnTo>
                  <a:lnTo>
                    <a:pt x="7351545" y="3116972"/>
                  </a:lnTo>
                  <a:lnTo>
                    <a:pt x="7350689" y="3116972"/>
                  </a:lnTo>
                  <a:lnTo>
                    <a:pt x="7349834" y="3116972"/>
                  </a:lnTo>
                  <a:lnTo>
                    <a:pt x="7348978" y="3116972"/>
                  </a:lnTo>
                  <a:lnTo>
                    <a:pt x="7348123" y="3116972"/>
                  </a:lnTo>
                  <a:lnTo>
                    <a:pt x="7347267" y="3116972"/>
                  </a:lnTo>
                  <a:lnTo>
                    <a:pt x="7346412" y="3116972"/>
                  </a:lnTo>
                  <a:lnTo>
                    <a:pt x="7345556" y="3116972"/>
                  </a:lnTo>
                  <a:lnTo>
                    <a:pt x="7344701" y="3116972"/>
                  </a:lnTo>
                  <a:lnTo>
                    <a:pt x="7343845" y="3116972"/>
                  </a:lnTo>
                  <a:lnTo>
                    <a:pt x="7342989" y="3116972"/>
                  </a:lnTo>
                  <a:lnTo>
                    <a:pt x="7342134" y="3116972"/>
                  </a:lnTo>
                  <a:lnTo>
                    <a:pt x="7341278" y="3116972"/>
                  </a:lnTo>
                  <a:lnTo>
                    <a:pt x="7340423" y="3116972"/>
                  </a:lnTo>
                  <a:lnTo>
                    <a:pt x="7339567" y="3116972"/>
                  </a:lnTo>
                  <a:lnTo>
                    <a:pt x="7338712" y="3116972"/>
                  </a:lnTo>
                  <a:lnTo>
                    <a:pt x="7337856" y="3116972"/>
                  </a:lnTo>
                  <a:lnTo>
                    <a:pt x="7337001" y="3116972"/>
                  </a:lnTo>
                  <a:lnTo>
                    <a:pt x="7336145" y="3116972"/>
                  </a:lnTo>
                  <a:lnTo>
                    <a:pt x="7335290" y="3116972"/>
                  </a:lnTo>
                  <a:lnTo>
                    <a:pt x="7334434" y="3116972"/>
                  </a:lnTo>
                  <a:lnTo>
                    <a:pt x="7333579" y="3116972"/>
                  </a:lnTo>
                  <a:lnTo>
                    <a:pt x="7332723" y="3116972"/>
                  </a:lnTo>
                  <a:lnTo>
                    <a:pt x="7331868" y="3116972"/>
                  </a:lnTo>
                  <a:lnTo>
                    <a:pt x="7331012" y="3116972"/>
                  </a:lnTo>
                  <a:lnTo>
                    <a:pt x="7330157" y="3116972"/>
                  </a:lnTo>
                  <a:lnTo>
                    <a:pt x="7329301" y="3116972"/>
                  </a:lnTo>
                  <a:lnTo>
                    <a:pt x="7328446" y="3116972"/>
                  </a:lnTo>
                  <a:lnTo>
                    <a:pt x="7327590" y="3116972"/>
                  </a:lnTo>
                  <a:lnTo>
                    <a:pt x="7326734" y="3116972"/>
                  </a:lnTo>
                  <a:lnTo>
                    <a:pt x="7325879" y="3116972"/>
                  </a:lnTo>
                  <a:lnTo>
                    <a:pt x="7325023" y="3116972"/>
                  </a:lnTo>
                  <a:lnTo>
                    <a:pt x="7324168" y="3116972"/>
                  </a:lnTo>
                  <a:lnTo>
                    <a:pt x="7323312" y="3116972"/>
                  </a:lnTo>
                  <a:lnTo>
                    <a:pt x="7322457" y="3116972"/>
                  </a:lnTo>
                  <a:lnTo>
                    <a:pt x="7321601" y="3116972"/>
                  </a:lnTo>
                  <a:lnTo>
                    <a:pt x="7320746" y="3116972"/>
                  </a:lnTo>
                  <a:lnTo>
                    <a:pt x="7319890" y="3116972"/>
                  </a:lnTo>
                  <a:lnTo>
                    <a:pt x="7319035" y="3116972"/>
                  </a:lnTo>
                  <a:lnTo>
                    <a:pt x="7318179" y="3116972"/>
                  </a:lnTo>
                  <a:lnTo>
                    <a:pt x="7317324" y="3116972"/>
                  </a:lnTo>
                  <a:lnTo>
                    <a:pt x="7316468" y="3116972"/>
                  </a:lnTo>
                  <a:lnTo>
                    <a:pt x="7315613" y="3116972"/>
                  </a:lnTo>
                  <a:lnTo>
                    <a:pt x="7314757" y="3116972"/>
                  </a:lnTo>
                  <a:lnTo>
                    <a:pt x="7313902" y="3116972"/>
                  </a:lnTo>
                  <a:lnTo>
                    <a:pt x="7313046" y="3116972"/>
                  </a:lnTo>
                  <a:lnTo>
                    <a:pt x="7312190" y="3116972"/>
                  </a:lnTo>
                  <a:lnTo>
                    <a:pt x="7311335" y="3116972"/>
                  </a:lnTo>
                  <a:lnTo>
                    <a:pt x="7310479" y="3116972"/>
                  </a:lnTo>
                  <a:lnTo>
                    <a:pt x="7309624" y="3116972"/>
                  </a:lnTo>
                  <a:lnTo>
                    <a:pt x="7308768" y="3116972"/>
                  </a:lnTo>
                  <a:lnTo>
                    <a:pt x="7307913" y="3116972"/>
                  </a:lnTo>
                  <a:lnTo>
                    <a:pt x="7307057" y="3116972"/>
                  </a:lnTo>
                  <a:lnTo>
                    <a:pt x="7306202" y="3116972"/>
                  </a:lnTo>
                  <a:lnTo>
                    <a:pt x="7305346" y="3116972"/>
                  </a:lnTo>
                  <a:lnTo>
                    <a:pt x="7304491" y="3116972"/>
                  </a:lnTo>
                  <a:lnTo>
                    <a:pt x="7303635" y="3116972"/>
                  </a:lnTo>
                  <a:lnTo>
                    <a:pt x="7302780" y="3116972"/>
                  </a:lnTo>
                  <a:lnTo>
                    <a:pt x="7301924" y="3116972"/>
                  </a:lnTo>
                  <a:lnTo>
                    <a:pt x="7301069" y="3116972"/>
                  </a:lnTo>
                  <a:lnTo>
                    <a:pt x="7300213" y="3116972"/>
                  </a:lnTo>
                  <a:lnTo>
                    <a:pt x="7299358" y="3116972"/>
                  </a:lnTo>
                  <a:lnTo>
                    <a:pt x="7298502" y="3116972"/>
                  </a:lnTo>
                  <a:lnTo>
                    <a:pt x="7297647" y="3116972"/>
                  </a:lnTo>
                  <a:lnTo>
                    <a:pt x="7296791" y="3116972"/>
                  </a:lnTo>
                  <a:lnTo>
                    <a:pt x="7295935" y="3116972"/>
                  </a:lnTo>
                  <a:lnTo>
                    <a:pt x="7295080" y="3116972"/>
                  </a:lnTo>
                  <a:lnTo>
                    <a:pt x="7294224" y="3116972"/>
                  </a:lnTo>
                  <a:lnTo>
                    <a:pt x="7293369" y="3116972"/>
                  </a:lnTo>
                  <a:lnTo>
                    <a:pt x="7292513" y="3116972"/>
                  </a:lnTo>
                  <a:lnTo>
                    <a:pt x="7291658" y="3116972"/>
                  </a:lnTo>
                  <a:lnTo>
                    <a:pt x="7290802" y="3116972"/>
                  </a:lnTo>
                  <a:lnTo>
                    <a:pt x="7289947" y="3116972"/>
                  </a:lnTo>
                  <a:lnTo>
                    <a:pt x="7289091" y="3116972"/>
                  </a:lnTo>
                  <a:lnTo>
                    <a:pt x="7288236" y="3116972"/>
                  </a:lnTo>
                  <a:lnTo>
                    <a:pt x="7287380" y="3116972"/>
                  </a:lnTo>
                  <a:lnTo>
                    <a:pt x="7286525" y="3116972"/>
                  </a:lnTo>
                  <a:lnTo>
                    <a:pt x="7285669" y="3116972"/>
                  </a:lnTo>
                  <a:lnTo>
                    <a:pt x="7284814" y="3116972"/>
                  </a:lnTo>
                  <a:lnTo>
                    <a:pt x="7283958" y="3116972"/>
                  </a:lnTo>
                  <a:lnTo>
                    <a:pt x="7283103" y="3116972"/>
                  </a:lnTo>
                  <a:lnTo>
                    <a:pt x="7282247" y="3116972"/>
                  </a:lnTo>
                  <a:lnTo>
                    <a:pt x="7281392" y="3116972"/>
                  </a:lnTo>
                  <a:lnTo>
                    <a:pt x="7280536" y="3116972"/>
                  </a:lnTo>
                  <a:lnTo>
                    <a:pt x="7279680" y="3116972"/>
                  </a:lnTo>
                  <a:lnTo>
                    <a:pt x="7278825" y="3116972"/>
                  </a:lnTo>
                  <a:lnTo>
                    <a:pt x="7277969" y="3116972"/>
                  </a:lnTo>
                  <a:lnTo>
                    <a:pt x="7277114" y="3116972"/>
                  </a:lnTo>
                  <a:lnTo>
                    <a:pt x="7276258" y="3116972"/>
                  </a:lnTo>
                  <a:lnTo>
                    <a:pt x="7275403" y="3116972"/>
                  </a:lnTo>
                  <a:lnTo>
                    <a:pt x="7274547" y="3116972"/>
                  </a:lnTo>
                  <a:lnTo>
                    <a:pt x="7273692" y="3116972"/>
                  </a:lnTo>
                  <a:lnTo>
                    <a:pt x="7272836" y="3116972"/>
                  </a:lnTo>
                  <a:lnTo>
                    <a:pt x="7271981" y="3116972"/>
                  </a:lnTo>
                  <a:lnTo>
                    <a:pt x="7271125" y="3116972"/>
                  </a:lnTo>
                  <a:lnTo>
                    <a:pt x="7270270" y="3116972"/>
                  </a:lnTo>
                  <a:lnTo>
                    <a:pt x="7269414" y="3116972"/>
                  </a:lnTo>
                  <a:lnTo>
                    <a:pt x="7268559" y="3116972"/>
                  </a:lnTo>
                  <a:lnTo>
                    <a:pt x="7267703" y="3116972"/>
                  </a:lnTo>
                  <a:lnTo>
                    <a:pt x="7266848" y="3116972"/>
                  </a:lnTo>
                  <a:lnTo>
                    <a:pt x="7265992" y="3116972"/>
                  </a:lnTo>
                  <a:lnTo>
                    <a:pt x="7265137" y="3116972"/>
                  </a:lnTo>
                  <a:lnTo>
                    <a:pt x="7264281" y="3116972"/>
                  </a:lnTo>
                  <a:lnTo>
                    <a:pt x="7263425" y="3116972"/>
                  </a:lnTo>
                  <a:lnTo>
                    <a:pt x="7262570" y="3116972"/>
                  </a:lnTo>
                  <a:lnTo>
                    <a:pt x="7261714" y="3116972"/>
                  </a:lnTo>
                  <a:lnTo>
                    <a:pt x="7260859" y="3116972"/>
                  </a:lnTo>
                  <a:lnTo>
                    <a:pt x="7260003" y="3116972"/>
                  </a:lnTo>
                  <a:lnTo>
                    <a:pt x="7259148" y="3116972"/>
                  </a:lnTo>
                  <a:lnTo>
                    <a:pt x="7258292" y="3116972"/>
                  </a:lnTo>
                  <a:lnTo>
                    <a:pt x="7257437" y="3116972"/>
                  </a:lnTo>
                  <a:lnTo>
                    <a:pt x="7256581" y="3116972"/>
                  </a:lnTo>
                  <a:lnTo>
                    <a:pt x="7255726" y="3116972"/>
                  </a:lnTo>
                  <a:lnTo>
                    <a:pt x="7254870" y="3116972"/>
                  </a:lnTo>
                  <a:lnTo>
                    <a:pt x="7254015" y="3116972"/>
                  </a:lnTo>
                  <a:lnTo>
                    <a:pt x="7253159" y="3116972"/>
                  </a:lnTo>
                  <a:lnTo>
                    <a:pt x="7252304" y="3116972"/>
                  </a:lnTo>
                  <a:lnTo>
                    <a:pt x="7251448" y="3116972"/>
                  </a:lnTo>
                  <a:lnTo>
                    <a:pt x="7250593" y="3116972"/>
                  </a:lnTo>
                  <a:lnTo>
                    <a:pt x="7249737" y="3116972"/>
                  </a:lnTo>
                  <a:lnTo>
                    <a:pt x="7248881" y="3116972"/>
                  </a:lnTo>
                  <a:lnTo>
                    <a:pt x="7248026" y="3116972"/>
                  </a:lnTo>
                  <a:lnTo>
                    <a:pt x="7247170" y="3116972"/>
                  </a:lnTo>
                  <a:lnTo>
                    <a:pt x="7246315" y="3116972"/>
                  </a:lnTo>
                  <a:lnTo>
                    <a:pt x="7245459" y="3116972"/>
                  </a:lnTo>
                  <a:lnTo>
                    <a:pt x="7244604" y="3116972"/>
                  </a:lnTo>
                  <a:lnTo>
                    <a:pt x="7243748" y="3116972"/>
                  </a:lnTo>
                  <a:lnTo>
                    <a:pt x="7242893" y="3116972"/>
                  </a:lnTo>
                  <a:lnTo>
                    <a:pt x="7242037" y="3116972"/>
                  </a:lnTo>
                  <a:lnTo>
                    <a:pt x="7241182" y="3116972"/>
                  </a:lnTo>
                  <a:lnTo>
                    <a:pt x="7240326" y="3116972"/>
                  </a:lnTo>
                  <a:lnTo>
                    <a:pt x="7239471" y="3116972"/>
                  </a:lnTo>
                  <a:lnTo>
                    <a:pt x="7238615" y="3116972"/>
                  </a:lnTo>
                  <a:lnTo>
                    <a:pt x="7237760" y="3116972"/>
                  </a:lnTo>
                  <a:lnTo>
                    <a:pt x="7236904" y="3116972"/>
                  </a:lnTo>
                  <a:lnTo>
                    <a:pt x="7236049" y="3116972"/>
                  </a:lnTo>
                  <a:lnTo>
                    <a:pt x="7235193" y="3116972"/>
                  </a:lnTo>
                  <a:lnTo>
                    <a:pt x="7234338" y="3116972"/>
                  </a:lnTo>
                  <a:lnTo>
                    <a:pt x="7233482" y="3116972"/>
                  </a:lnTo>
                  <a:lnTo>
                    <a:pt x="7232626" y="3116972"/>
                  </a:lnTo>
                  <a:lnTo>
                    <a:pt x="7231771" y="3116972"/>
                  </a:lnTo>
                  <a:lnTo>
                    <a:pt x="7230915" y="3116972"/>
                  </a:lnTo>
                  <a:lnTo>
                    <a:pt x="7230060" y="3116972"/>
                  </a:lnTo>
                  <a:lnTo>
                    <a:pt x="7229204" y="3116972"/>
                  </a:lnTo>
                  <a:lnTo>
                    <a:pt x="7228349" y="3116972"/>
                  </a:lnTo>
                  <a:lnTo>
                    <a:pt x="7227493" y="3116972"/>
                  </a:lnTo>
                  <a:lnTo>
                    <a:pt x="7226638" y="3116972"/>
                  </a:lnTo>
                  <a:lnTo>
                    <a:pt x="7225782" y="3116972"/>
                  </a:lnTo>
                  <a:lnTo>
                    <a:pt x="7224927" y="3116972"/>
                  </a:lnTo>
                  <a:lnTo>
                    <a:pt x="7224071" y="3116972"/>
                  </a:lnTo>
                  <a:lnTo>
                    <a:pt x="7223216" y="3116972"/>
                  </a:lnTo>
                  <a:lnTo>
                    <a:pt x="7222360" y="3116972"/>
                  </a:lnTo>
                  <a:lnTo>
                    <a:pt x="7221505" y="3116972"/>
                  </a:lnTo>
                  <a:lnTo>
                    <a:pt x="7220649" y="3116972"/>
                  </a:lnTo>
                  <a:lnTo>
                    <a:pt x="7219794" y="3116972"/>
                  </a:lnTo>
                  <a:lnTo>
                    <a:pt x="7218938" y="3116972"/>
                  </a:lnTo>
                  <a:lnTo>
                    <a:pt x="7218083" y="3116972"/>
                  </a:lnTo>
                  <a:lnTo>
                    <a:pt x="7217227" y="3116972"/>
                  </a:lnTo>
                  <a:lnTo>
                    <a:pt x="7216371" y="3116972"/>
                  </a:lnTo>
                  <a:lnTo>
                    <a:pt x="7215516" y="3116972"/>
                  </a:lnTo>
                  <a:lnTo>
                    <a:pt x="7214660" y="3116972"/>
                  </a:lnTo>
                  <a:lnTo>
                    <a:pt x="7213805" y="3116972"/>
                  </a:lnTo>
                  <a:lnTo>
                    <a:pt x="7212949" y="3116972"/>
                  </a:lnTo>
                  <a:lnTo>
                    <a:pt x="7212094" y="3116972"/>
                  </a:lnTo>
                  <a:lnTo>
                    <a:pt x="7211238" y="3116972"/>
                  </a:lnTo>
                  <a:lnTo>
                    <a:pt x="7210383" y="3116972"/>
                  </a:lnTo>
                  <a:lnTo>
                    <a:pt x="7209527" y="3116972"/>
                  </a:lnTo>
                  <a:lnTo>
                    <a:pt x="7208672" y="3116972"/>
                  </a:lnTo>
                  <a:lnTo>
                    <a:pt x="7207816" y="3116972"/>
                  </a:lnTo>
                  <a:lnTo>
                    <a:pt x="7206961" y="3116972"/>
                  </a:lnTo>
                  <a:lnTo>
                    <a:pt x="7206105" y="3116972"/>
                  </a:lnTo>
                  <a:lnTo>
                    <a:pt x="7205250" y="3116972"/>
                  </a:lnTo>
                  <a:lnTo>
                    <a:pt x="7204394" y="3116972"/>
                  </a:lnTo>
                  <a:lnTo>
                    <a:pt x="7203539" y="3116972"/>
                  </a:lnTo>
                  <a:lnTo>
                    <a:pt x="7202683" y="3116972"/>
                  </a:lnTo>
                  <a:lnTo>
                    <a:pt x="7201827" y="3116972"/>
                  </a:lnTo>
                  <a:lnTo>
                    <a:pt x="7200972" y="3116972"/>
                  </a:lnTo>
                  <a:lnTo>
                    <a:pt x="7200116" y="3116972"/>
                  </a:lnTo>
                  <a:lnTo>
                    <a:pt x="7199261" y="3116972"/>
                  </a:lnTo>
                  <a:lnTo>
                    <a:pt x="7198405" y="3116972"/>
                  </a:lnTo>
                  <a:lnTo>
                    <a:pt x="7197550" y="3116972"/>
                  </a:lnTo>
                  <a:lnTo>
                    <a:pt x="7196694" y="3116972"/>
                  </a:lnTo>
                  <a:lnTo>
                    <a:pt x="7195839" y="3116972"/>
                  </a:lnTo>
                  <a:lnTo>
                    <a:pt x="7194983" y="3116972"/>
                  </a:lnTo>
                  <a:lnTo>
                    <a:pt x="7194128" y="3116972"/>
                  </a:lnTo>
                  <a:lnTo>
                    <a:pt x="7193272" y="3116972"/>
                  </a:lnTo>
                  <a:lnTo>
                    <a:pt x="7192417" y="3116972"/>
                  </a:lnTo>
                  <a:lnTo>
                    <a:pt x="7191561" y="3116972"/>
                  </a:lnTo>
                  <a:lnTo>
                    <a:pt x="7190706" y="3116972"/>
                  </a:lnTo>
                  <a:lnTo>
                    <a:pt x="7189850" y="3116972"/>
                  </a:lnTo>
                  <a:lnTo>
                    <a:pt x="7188995" y="3116972"/>
                  </a:lnTo>
                  <a:lnTo>
                    <a:pt x="7188139" y="3116972"/>
                  </a:lnTo>
                  <a:lnTo>
                    <a:pt x="7187284" y="3116972"/>
                  </a:lnTo>
                  <a:lnTo>
                    <a:pt x="7186428" y="3116972"/>
                  </a:lnTo>
                  <a:lnTo>
                    <a:pt x="7185572" y="3116972"/>
                  </a:lnTo>
                  <a:lnTo>
                    <a:pt x="7184717" y="3116972"/>
                  </a:lnTo>
                  <a:lnTo>
                    <a:pt x="7183861" y="3116972"/>
                  </a:lnTo>
                  <a:lnTo>
                    <a:pt x="7183006" y="3116972"/>
                  </a:lnTo>
                  <a:lnTo>
                    <a:pt x="7182150" y="3116972"/>
                  </a:lnTo>
                  <a:lnTo>
                    <a:pt x="7181295" y="3116972"/>
                  </a:lnTo>
                  <a:lnTo>
                    <a:pt x="7180439" y="3116972"/>
                  </a:lnTo>
                  <a:lnTo>
                    <a:pt x="7179584" y="3116972"/>
                  </a:lnTo>
                  <a:lnTo>
                    <a:pt x="7178728" y="3116972"/>
                  </a:lnTo>
                  <a:lnTo>
                    <a:pt x="7177873" y="3116972"/>
                  </a:lnTo>
                  <a:lnTo>
                    <a:pt x="7177017" y="3116972"/>
                  </a:lnTo>
                  <a:lnTo>
                    <a:pt x="7176162" y="3116972"/>
                  </a:lnTo>
                  <a:lnTo>
                    <a:pt x="7175306" y="3116972"/>
                  </a:lnTo>
                  <a:lnTo>
                    <a:pt x="7174451" y="3116972"/>
                  </a:lnTo>
                  <a:lnTo>
                    <a:pt x="7173595" y="3116972"/>
                  </a:lnTo>
                  <a:lnTo>
                    <a:pt x="7172740" y="3116972"/>
                  </a:lnTo>
                  <a:lnTo>
                    <a:pt x="7171884" y="3116972"/>
                  </a:lnTo>
                  <a:lnTo>
                    <a:pt x="7171029" y="3116972"/>
                  </a:lnTo>
                  <a:lnTo>
                    <a:pt x="7170173" y="3116972"/>
                  </a:lnTo>
                  <a:lnTo>
                    <a:pt x="7169317" y="3116972"/>
                  </a:lnTo>
                  <a:lnTo>
                    <a:pt x="7168462" y="3116972"/>
                  </a:lnTo>
                  <a:lnTo>
                    <a:pt x="7167606" y="3116972"/>
                  </a:lnTo>
                  <a:lnTo>
                    <a:pt x="7166751" y="3116972"/>
                  </a:lnTo>
                  <a:lnTo>
                    <a:pt x="7165895" y="3116972"/>
                  </a:lnTo>
                  <a:lnTo>
                    <a:pt x="7165040" y="3116972"/>
                  </a:lnTo>
                  <a:lnTo>
                    <a:pt x="7164184" y="3116972"/>
                  </a:lnTo>
                  <a:lnTo>
                    <a:pt x="7163329" y="3116972"/>
                  </a:lnTo>
                  <a:lnTo>
                    <a:pt x="7162473" y="3116972"/>
                  </a:lnTo>
                  <a:lnTo>
                    <a:pt x="7161618" y="3116972"/>
                  </a:lnTo>
                  <a:lnTo>
                    <a:pt x="7160762" y="3116972"/>
                  </a:lnTo>
                  <a:lnTo>
                    <a:pt x="7159907" y="3116972"/>
                  </a:lnTo>
                  <a:lnTo>
                    <a:pt x="7159051" y="3116972"/>
                  </a:lnTo>
                  <a:lnTo>
                    <a:pt x="7158196" y="3116972"/>
                  </a:lnTo>
                  <a:lnTo>
                    <a:pt x="7157340" y="3116972"/>
                  </a:lnTo>
                  <a:lnTo>
                    <a:pt x="7156485" y="3116972"/>
                  </a:lnTo>
                  <a:lnTo>
                    <a:pt x="7155629" y="3116972"/>
                  </a:lnTo>
                  <a:lnTo>
                    <a:pt x="7154773" y="3116972"/>
                  </a:lnTo>
                  <a:lnTo>
                    <a:pt x="7153918" y="3116972"/>
                  </a:lnTo>
                  <a:lnTo>
                    <a:pt x="7153062" y="3116972"/>
                  </a:lnTo>
                  <a:lnTo>
                    <a:pt x="7152207" y="3116972"/>
                  </a:lnTo>
                  <a:lnTo>
                    <a:pt x="7151351" y="3116972"/>
                  </a:lnTo>
                  <a:lnTo>
                    <a:pt x="7150496" y="3116972"/>
                  </a:lnTo>
                  <a:lnTo>
                    <a:pt x="7149640" y="3116972"/>
                  </a:lnTo>
                  <a:lnTo>
                    <a:pt x="7148785" y="3116972"/>
                  </a:lnTo>
                  <a:lnTo>
                    <a:pt x="7147929" y="3116972"/>
                  </a:lnTo>
                  <a:lnTo>
                    <a:pt x="7147074" y="3116972"/>
                  </a:lnTo>
                  <a:lnTo>
                    <a:pt x="7146218" y="3116972"/>
                  </a:lnTo>
                  <a:lnTo>
                    <a:pt x="7145363" y="3116972"/>
                  </a:lnTo>
                  <a:lnTo>
                    <a:pt x="7144507" y="3116972"/>
                  </a:lnTo>
                  <a:lnTo>
                    <a:pt x="7143652" y="3116972"/>
                  </a:lnTo>
                  <a:lnTo>
                    <a:pt x="7142796" y="3116972"/>
                  </a:lnTo>
                  <a:lnTo>
                    <a:pt x="7141941" y="3116972"/>
                  </a:lnTo>
                  <a:lnTo>
                    <a:pt x="7141085" y="3116972"/>
                  </a:lnTo>
                  <a:lnTo>
                    <a:pt x="7140230" y="3116972"/>
                  </a:lnTo>
                  <a:lnTo>
                    <a:pt x="7139374" y="3116972"/>
                  </a:lnTo>
                  <a:lnTo>
                    <a:pt x="7138518" y="3116972"/>
                  </a:lnTo>
                  <a:lnTo>
                    <a:pt x="7137663" y="3116972"/>
                  </a:lnTo>
                  <a:lnTo>
                    <a:pt x="7136807" y="3116972"/>
                  </a:lnTo>
                  <a:lnTo>
                    <a:pt x="7135952" y="3116972"/>
                  </a:lnTo>
                  <a:lnTo>
                    <a:pt x="7135096" y="3116972"/>
                  </a:lnTo>
                  <a:lnTo>
                    <a:pt x="7134241" y="3116972"/>
                  </a:lnTo>
                  <a:lnTo>
                    <a:pt x="7133385" y="3116972"/>
                  </a:lnTo>
                  <a:lnTo>
                    <a:pt x="7132530" y="3116972"/>
                  </a:lnTo>
                  <a:lnTo>
                    <a:pt x="7131674" y="3116972"/>
                  </a:lnTo>
                  <a:lnTo>
                    <a:pt x="7130819" y="3116972"/>
                  </a:lnTo>
                  <a:lnTo>
                    <a:pt x="7129963" y="3116972"/>
                  </a:lnTo>
                  <a:lnTo>
                    <a:pt x="7129108" y="3116972"/>
                  </a:lnTo>
                  <a:lnTo>
                    <a:pt x="7128252" y="3116972"/>
                  </a:lnTo>
                  <a:lnTo>
                    <a:pt x="7127397" y="3116972"/>
                  </a:lnTo>
                  <a:lnTo>
                    <a:pt x="7126541" y="3116972"/>
                  </a:lnTo>
                  <a:lnTo>
                    <a:pt x="7125686" y="3116972"/>
                  </a:lnTo>
                  <a:lnTo>
                    <a:pt x="7124830" y="3116972"/>
                  </a:lnTo>
                  <a:lnTo>
                    <a:pt x="7123975" y="3116972"/>
                  </a:lnTo>
                  <a:lnTo>
                    <a:pt x="7123119" y="3116972"/>
                  </a:lnTo>
                  <a:lnTo>
                    <a:pt x="7122263" y="3116972"/>
                  </a:lnTo>
                  <a:lnTo>
                    <a:pt x="7121408" y="3116972"/>
                  </a:lnTo>
                  <a:lnTo>
                    <a:pt x="7120552" y="3116972"/>
                  </a:lnTo>
                  <a:lnTo>
                    <a:pt x="7119697" y="3116972"/>
                  </a:lnTo>
                  <a:lnTo>
                    <a:pt x="7118841" y="3116972"/>
                  </a:lnTo>
                  <a:lnTo>
                    <a:pt x="7117986" y="3116972"/>
                  </a:lnTo>
                  <a:lnTo>
                    <a:pt x="7117130" y="3116972"/>
                  </a:lnTo>
                  <a:lnTo>
                    <a:pt x="7116275" y="3116972"/>
                  </a:lnTo>
                  <a:lnTo>
                    <a:pt x="7115419" y="3116972"/>
                  </a:lnTo>
                  <a:lnTo>
                    <a:pt x="7114564" y="3116972"/>
                  </a:lnTo>
                  <a:lnTo>
                    <a:pt x="7113708" y="3116972"/>
                  </a:lnTo>
                  <a:lnTo>
                    <a:pt x="7112853" y="3116972"/>
                  </a:lnTo>
                  <a:lnTo>
                    <a:pt x="7111997" y="3116972"/>
                  </a:lnTo>
                  <a:lnTo>
                    <a:pt x="7111142" y="3116972"/>
                  </a:lnTo>
                  <a:lnTo>
                    <a:pt x="7110286" y="3116972"/>
                  </a:lnTo>
                  <a:lnTo>
                    <a:pt x="7109431" y="3116972"/>
                  </a:lnTo>
                  <a:lnTo>
                    <a:pt x="7108575" y="3116972"/>
                  </a:lnTo>
                  <a:lnTo>
                    <a:pt x="7107719" y="3116972"/>
                  </a:lnTo>
                  <a:lnTo>
                    <a:pt x="7106864" y="3116972"/>
                  </a:lnTo>
                  <a:lnTo>
                    <a:pt x="7106008" y="3116972"/>
                  </a:lnTo>
                  <a:lnTo>
                    <a:pt x="7105153" y="3116972"/>
                  </a:lnTo>
                  <a:lnTo>
                    <a:pt x="7104297" y="3116972"/>
                  </a:lnTo>
                  <a:lnTo>
                    <a:pt x="7103442" y="3116972"/>
                  </a:lnTo>
                  <a:lnTo>
                    <a:pt x="7102586" y="3116972"/>
                  </a:lnTo>
                  <a:lnTo>
                    <a:pt x="7101731" y="3116972"/>
                  </a:lnTo>
                  <a:lnTo>
                    <a:pt x="7100875" y="3116972"/>
                  </a:lnTo>
                  <a:lnTo>
                    <a:pt x="7100020" y="3116972"/>
                  </a:lnTo>
                  <a:lnTo>
                    <a:pt x="7099164" y="3116972"/>
                  </a:lnTo>
                  <a:lnTo>
                    <a:pt x="7098309" y="3116972"/>
                  </a:lnTo>
                  <a:lnTo>
                    <a:pt x="7097453" y="3116972"/>
                  </a:lnTo>
                  <a:lnTo>
                    <a:pt x="7096598" y="3116972"/>
                  </a:lnTo>
                  <a:lnTo>
                    <a:pt x="7095742" y="3116972"/>
                  </a:lnTo>
                  <a:lnTo>
                    <a:pt x="7094887" y="3116972"/>
                  </a:lnTo>
                  <a:lnTo>
                    <a:pt x="7094031" y="3116972"/>
                  </a:lnTo>
                  <a:lnTo>
                    <a:pt x="7093176" y="3116972"/>
                  </a:lnTo>
                  <a:lnTo>
                    <a:pt x="7092320" y="3116972"/>
                  </a:lnTo>
                  <a:lnTo>
                    <a:pt x="7091464" y="3116972"/>
                  </a:lnTo>
                  <a:lnTo>
                    <a:pt x="7090609" y="3116972"/>
                  </a:lnTo>
                  <a:lnTo>
                    <a:pt x="7089753" y="3116972"/>
                  </a:lnTo>
                  <a:lnTo>
                    <a:pt x="7088898" y="3116972"/>
                  </a:lnTo>
                  <a:lnTo>
                    <a:pt x="7088042" y="3116972"/>
                  </a:lnTo>
                  <a:lnTo>
                    <a:pt x="7087187" y="3116972"/>
                  </a:lnTo>
                  <a:lnTo>
                    <a:pt x="7086331" y="3116972"/>
                  </a:lnTo>
                  <a:lnTo>
                    <a:pt x="7085476" y="3116972"/>
                  </a:lnTo>
                  <a:lnTo>
                    <a:pt x="7084620" y="3116972"/>
                  </a:lnTo>
                  <a:lnTo>
                    <a:pt x="7083765" y="3116972"/>
                  </a:lnTo>
                  <a:lnTo>
                    <a:pt x="7082909" y="3116972"/>
                  </a:lnTo>
                  <a:lnTo>
                    <a:pt x="7082054" y="3116972"/>
                  </a:lnTo>
                  <a:lnTo>
                    <a:pt x="7081198" y="3116972"/>
                  </a:lnTo>
                  <a:lnTo>
                    <a:pt x="7080343" y="3116972"/>
                  </a:lnTo>
                  <a:lnTo>
                    <a:pt x="7079487" y="3116972"/>
                  </a:lnTo>
                  <a:lnTo>
                    <a:pt x="7078632" y="3116972"/>
                  </a:lnTo>
                  <a:lnTo>
                    <a:pt x="7077776" y="3116972"/>
                  </a:lnTo>
                  <a:lnTo>
                    <a:pt x="7076921" y="3116972"/>
                  </a:lnTo>
                  <a:lnTo>
                    <a:pt x="7076065" y="3116972"/>
                  </a:lnTo>
                  <a:lnTo>
                    <a:pt x="7075209" y="3116972"/>
                  </a:lnTo>
                  <a:lnTo>
                    <a:pt x="7074354" y="3116972"/>
                  </a:lnTo>
                  <a:lnTo>
                    <a:pt x="7073498" y="3116972"/>
                  </a:lnTo>
                  <a:lnTo>
                    <a:pt x="7072643" y="3116972"/>
                  </a:lnTo>
                  <a:lnTo>
                    <a:pt x="7071787" y="3116972"/>
                  </a:lnTo>
                  <a:lnTo>
                    <a:pt x="7070932" y="3116972"/>
                  </a:lnTo>
                  <a:lnTo>
                    <a:pt x="7070076" y="3116972"/>
                  </a:lnTo>
                  <a:lnTo>
                    <a:pt x="7069221" y="3116972"/>
                  </a:lnTo>
                  <a:lnTo>
                    <a:pt x="7068365" y="3116972"/>
                  </a:lnTo>
                  <a:lnTo>
                    <a:pt x="7067510" y="3116972"/>
                  </a:lnTo>
                  <a:lnTo>
                    <a:pt x="7066654" y="3116972"/>
                  </a:lnTo>
                  <a:lnTo>
                    <a:pt x="7065799" y="3116972"/>
                  </a:lnTo>
                  <a:lnTo>
                    <a:pt x="7064943" y="3116972"/>
                  </a:lnTo>
                  <a:lnTo>
                    <a:pt x="7064088" y="3116972"/>
                  </a:lnTo>
                  <a:lnTo>
                    <a:pt x="7063232" y="3116972"/>
                  </a:lnTo>
                  <a:lnTo>
                    <a:pt x="7062377" y="3116972"/>
                  </a:lnTo>
                  <a:lnTo>
                    <a:pt x="7061521" y="3116972"/>
                  </a:lnTo>
                  <a:lnTo>
                    <a:pt x="7060666" y="3116972"/>
                  </a:lnTo>
                  <a:lnTo>
                    <a:pt x="7059810" y="3116972"/>
                  </a:lnTo>
                  <a:lnTo>
                    <a:pt x="7058954" y="3116972"/>
                  </a:lnTo>
                  <a:lnTo>
                    <a:pt x="7058099" y="3116972"/>
                  </a:lnTo>
                  <a:lnTo>
                    <a:pt x="7057243" y="3116972"/>
                  </a:lnTo>
                  <a:lnTo>
                    <a:pt x="7056388" y="3116972"/>
                  </a:lnTo>
                  <a:lnTo>
                    <a:pt x="7055532" y="3116972"/>
                  </a:lnTo>
                  <a:lnTo>
                    <a:pt x="7054677" y="3116972"/>
                  </a:lnTo>
                  <a:lnTo>
                    <a:pt x="7053821" y="3116972"/>
                  </a:lnTo>
                  <a:lnTo>
                    <a:pt x="7052966" y="3116972"/>
                  </a:lnTo>
                  <a:lnTo>
                    <a:pt x="7052110" y="3116972"/>
                  </a:lnTo>
                  <a:lnTo>
                    <a:pt x="7051255" y="3116972"/>
                  </a:lnTo>
                  <a:lnTo>
                    <a:pt x="7050399" y="3116972"/>
                  </a:lnTo>
                  <a:lnTo>
                    <a:pt x="7049544" y="3116972"/>
                  </a:lnTo>
                  <a:lnTo>
                    <a:pt x="7048688" y="3116972"/>
                  </a:lnTo>
                  <a:lnTo>
                    <a:pt x="7047833" y="3116972"/>
                  </a:lnTo>
                  <a:lnTo>
                    <a:pt x="7046977" y="3116972"/>
                  </a:lnTo>
                  <a:lnTo>
                    <a:pt x="7046122" y="3116972"/>
                  </a:lnTo>
                  <a:lnTo>
                    <a:pt x="7045266" y="3116972"/>
                  </a:lnTo>
                  <a:lnTo>
                    <a:pt x="7044410" y="3116972"/>
                  </a:lnTo>
                  <a:lnTo>
                    <a:pt x="7043555" y="3116972"/>
                  </a:lnTo>
                  <a:lnTo>
                    <a:pt x="7042699" y="3116972"/>
                  </a:lnTo>
                  <a:lnTo>
                    <a:pt x="7041844" y="3116972"/>
                  </a:lnTo>
                  <a:lnTo>
                    <a:pt x="7040988" y="3116972"/>
                  </a:lnTo>
                  <a:lnTo>
                    <a:pt x="7040133" y="3116972"/>
                  </a:lnTo>
                  <a:lnTo>
                    <a:pt x="7039277" y="3116972"/>
                  </a:lnTo>
                  <a:lnTo>
                    <a:pt x="7038422" y="3116972"/>
                  </a:lnTo>
                  <a:lnTo>
                    <a:pt x="7037566" y="3116972"/>
                  </a:lnTo>
                  <a:lnTo>
                    <a:pt x="7036711" y="3116972"/>
                  </a:lnTo>
                  <a:lnTo>
                    <a:pt x="7035855" y="3116972"/>
                  </a:lnTo>
                  <a:lnTo>
                    <a:pt x="7035000" y="3116972"/>
                  </a:lnTo>
                  <a:lnTo>
                    <a:pt x="7034144" y="3116972"/>
                  </a:lnTo>
                  <a:lnTo>
                    <a:pt x="7033289" y="3116972"/>
                  </a:lnTo>
                  <a:lnTo>
                    <a:pt x="7032433" y="3116972"/>
                  </a:lnTo>
                  <a:lnTo>
                    <a:pt x="7031578" y="3116972"/>
                  </a:lnTo>
                  <a:lnTo>
                    <a:pt x="7030722" y="3116972"/>
                  </a:lnTo>
                  <a:lnTo>
                    <a:pt x="7029867" y="3116972"/>
                  </a:lnTo>
                  <a:lnTo>
                    <a:pt x="7029011" y="3116972"/>
                  </a:lnTo>
                  <a:lnTo>
                    <a:pt x="7028155" y="3116972"/>
                  </a:lnTo>
                  <a:lnTo>
                    <a:pt x="7027300" y="3116972"/>
                  </a:lnTo>
                  <a:lnTo>
                    <a:pt x="7026444" y="3116972"/>
                  </a:lnTo>
                  <a:lnTo>
                    <a:pt x="7025589" y="3116972"/>
                  </a:lnTo>
                  <a:lnTo>
                    <a:pt x="7024733" y="3116972"/>
                  </a:lnTo>
                  <a:lnTo>
                    <a:pt x="7023878" y="3116972"/>
                  </a:lnTo>
                  <a:lnTo>
                    <a:pt x="7023022" y="3116972"/>
                  </a:lnTo>
                  <a:lnTo>
                    <a:pt x="7022167" y="3116972"/>
                  </a:lnTo>
                  <a:lnTo>
                    <a:pt x="7021311" y="3116972"/>
                  </a:lnTo>
                  <a:lnTo>
                    <a:pt x="7020456" y="3116972"/>
                  </a:lnTo>
                  <a:lnTo>
                    <a:pt x="7019600" y="3116972"/>
                  </a:lnTo>
                  <a:lnTo>
                    <a:pt x="7018745" y="3116972"/>
                  </a:lnTo>
                  <a:lnTo>
                    <a:pt x="7017889" y="3116972"/>
                  </a:lnTo>
                  <a:lnTo>
                    <a:pt x="7017034" y="3116972"/>
                  </a:lnTo>
                  <a:lnTo>
                    <a:pt x="7016178" y="3116972"/>
                  </a:lnTo>
                  <a:lnTo>
                    <a:pt x="7015323" y="3116972"/>
                  </a:lnTo>
                  <a:lnTo>
                    <a:pt x="7014467" y="3116972"/>
                  </a:lnTo>
                  <a:lnTo>
                    <a:pt x="7013612" y="3116972"/>
                  </a:lnTo>
                  <a:lnTo>
                    <a:pt x="7012756" y="3116972"/>
                  </a:lnTo>
                  <a:lnTo>
                    <a:pt x="7011900" y="3116972"/>
                  </a:lnTo>
                  <a:lnTo>
                    <a:pt x="7011045" y="3116972"/>
                  </a:lnTo>
                  <a:lnTo>
                    <a:pt x="7010189" y="3116972"/>
                  </a:lnTo>
                  <a:lnTo>
                    <a:pt x="7009334" y="3116972"/>
                  </a:lnTo>
                  <a:lnTo>
                    <a:pt x="7008478" y="3116972"/>
                  </a:lnTo>
                  <a:lnTo>
                    <a:pt x="7007623" y="3116972"/>
                  </a:lnTo>
                  <a:lnTo>
                    <a:pt x="7006767" y="3116972"/>
                  </a:lnTo>
                  <a:lnTo>
                    <a:pt x="7005912" y="3116972"/>
                  </a:lnTo>
                  <a:lnTo>
                    <a:pt x="7005056" y="3116972"/>
                  </a:lnTo>
                  <a:lnTo>
                    <a:pt x="7004201" y="3116972"/>
                  </a:lnTo>
                  <a:lnTo>
                    <a:pt x="7003345" y="3116972"/>
                  </a:lnTo>
                  <a:lnTo>
                    <a:pt x="7002490" y="3116972"/>
                  </a:lnTo>
                  <a:lnTo>
                    <a:pt x="7001634" y="3116972"/>
                  </a:lnTo>
                  <a:lnTo>
                    <a:pt x="7000779" y="3116972"/>
                  </a:lnTo>
                  <a:lnTo>
                    <a:pt x="6999923" y="3116972"/>
                  </a:lnTo>
                  <a:lnTo>
                    <a:pt x="6999068" y="3116972"/>
                  </a:lnTo>
                  <a:lnTo>
                    <a:pt x="6998212" y="3116972"/>
                  </a:lnTo>
                  <a:lnTo>
                    <a:pt x="6997356" y="3116972"/>
                  </a:lnTo>
                  <a:lnTo>
                    <a:pt x="6996501" y="3116972"/>
                  </a:lnTo>
                  <a:lnTo>
                    <a:pt x="6995645" y="3116972"/>
                  </a:lnTo>
                  <a:lnTo>
                    <a:pt x="6994790" y="3116972"/>
                  </a:lnTo>
                  <a:lnTo>
                    <a:pt x="6993934" y="3116972"/>
                  </a:lnTo>
                  <a:lnTo>
                    <a:pt x="6993079" y="3116972"/>
                  </a:lnTo>
                  <a:lnTo>
                    <a:pt x="6992223" y="3116972"/>
                  </a:lnTo>
                  <a:lnTo>
                    <a:pt x="6991368" y="3116972"/>
                  </a:lnTo>
                  <a:lnTo>
                    <a:pt x="6990512" y="3116972"/>
                  </a:lnTo>
                  <a:lnTo>
                    <a:pt x="6989657" y="3116972"/>
                  </a:lnTo>
                  <a:lnTo>
                    <a:pt x="6988801" y="3116972"/>
                  </a:lnTo>
                  <a:lnTo>
                    <a:pt x="6987946" y="3116972"/>
                  </a:lnTo>
                  <a:lnTo>
                    <a:pt x="6987090" y="3116972"/>
                  </a:lnTo>
                  <a:lnTo>
                    <a:pt x="6986235" y="3116972"/>
                  </a:lnTo>
                  <a:lnTo>
                    <a:pt x="6985379" y="3116972"/>
                  </a:lnTo>
                  <a:lnTo>
                    <a:pt x="6984524" y="3116972"/>
                  </a:lnTo>
                  <a:lnTo>
                    <a:pt x="6983668" y="3116972"/>
                  </a:lnTo>
                  <a:lnTo>
                    <a:pt x="6982813" y="3116972"/>
                  </a:lnTo>
                  <a:lnTo>
                    <a:pt x="6981957" y="3116972"/>
                  </a:lnTo>
                  <a:lnTo>
                    <a:pt x="6981101" y="3116972"/>
                  </a:lnTo>
                  <a:lnTo>
                    <a:pt x="6980246" y="3116972"/>
                  </a:lnTo>
                  <a:lnTo>
                    <a:pt x="6979390" y="3116972"/>
                  </a:lnTo>
                  <a:lnTo>
                    <a:pt x="6978535" y="3116972"/>
                  </a:lnTo>
                  <a:lnTo>
                    <a:pt x="6977679" y="3116972"/>
                  </a:lnTo>
                  <a:lnTo>
                    <a:pt x="6976824" y="3116972"/>
                  </a:lnTo>
                  <a:lnTo>
                    <a:pt x="6975968" y="3116972"/>
                  </a:lnTo>
                  <a:lnTo>
                    <a:pt x="6975113" y="3116972"/>
                  </a:lnTo>
                  <a:lnTo>
                    <a:pt x="6974257" y="3116972"/>
                  </a:lnTo>
                  <a:lnTo>
                    <a:pt x="6973402" y="3116972"/>
                  </a:lnTo>
                  <a:lnTo>
                    <a:pt x="6972546" y="3116972"/>
                  </a:lnTo>
                  <a:lnTo>
                    <a:pt x="6971691" y="3116972"/>
                  </a:lnTo>
                  <a:lnTo>
                    <a:pt x="6970835" y="3116972"/>
                  </a:lnTo>
                  <a:lnTo>
                    <a:pt x="6969980" y="3116972"/>
                  </a:lnTo>
                  <a:lnTo>
                    <a:pt x="6969124" y="3116972"/>
                  </a:lnTo>
                  <a:lnTo>
                    <a:pt x="6968269" y="3116972"/>
                  </a:lnTo>
                  <a:lnTo>
                    <a:pt x="6967413" y="3116972"/>
                  </a:lnTo>
                  <a:lnTo>
                    <a:pt x="6966558" y="3116972"/>
                  </a:lnTo>
                  <a:lnTo>
                    <a:pt x="6965702" y="3116972"/>
                  </a:lnTo>
                  <a:lnTo>
                    <a:pt x="6964846" y="3116972"/>
                  </a:lnTo>
                  <a:lnTo>
                    <a:pt x="6963991" y="3116972"/>
                  </a:lnTo>
                  <a:lnTo>
                    <a:pt x="6963135" y="3116972"/>
                  </a:lnTo>
                  <a:lnTo>
                    <a:pt x="6962280" y="3116972"/>
                  </a:lnTo>
                  <a:lnTo>
                    <a:pt x="6961424" y="3116972"/>
                  </a:lnTo>
                  <a:lnTo>
                    <a:pt x="6960569" y="3116972"/>
                  </a:lnTo>
                  <a:lnTo>
                    <a:pt x="6959713" y="3116972"/>
                  </a:lnTo>
                  <a:lnTo>
                    <a:pt x="6958858" y="3116972"/>
                  </a:lnTo>
                  <a:lnTo>
                    <a:pt x="6958002" y="3116972"/>
                  </a:lnTo>
                  <a:lnTo>
                    <a:pt x="6957147" y="3116972"/>
                  </a:lnTo>
                  <a:lnTo>
                    <a:pt x="6956291" y="3116972"/>
                  </a:lnTo>
                  <a:lnTo>
                    <a:pt x="6955436" y="3116972"/>
                  </a:lnTo>
                  <a:lnTo>
                    <a:pt x="6954580" y="3116972"/>
                  </a:lnTo>
                  <a:lnTo>
                    <a:pt x="6953725" y="3116972"/>
                  </a:lnTo>
                  <a:lnTo>
                    <a:pt x="6952869" y="3116972"/>
                  </a:lnTo>
                  <a:lnTo>
                    <a:pt x="6952014" y="3116972"/>
                  </a:lnTo>
                  <a:lnTo>
                    <a:pt x="6951158" y="3116972"/>
                  </a:lnTo>
                  <a:lnTo>
                    <a:pt x="6950302" y="3116972"/>
                  </a:lnTo>
                  <a:lnTo>
                    <a:pt x="6949447" y="3116972"/>
                  </a:lnTo>
                  <a:lnTo>
                    <a:pt x="6948591" y="3116972"/>
                  </a:lnTo>
                  <a:lnTo>
                    <a:pt x="6947736" y="3116972"/>
                  </a:lnTo>
                  <a:lnTo>
                    <a:pt x="6946880" y="3116972"/>
                  </a:lnTo>
                  <a:lnTo>
                    <a:pt x="6946025" y="3116972"/>
                  </a:lnTo>
                  <a:lnTo>
                    <a:pt x="6945169" y="3116972"/>
                  </a:lnTo>
                  <a:lnTo>
                    <a:pt x="6944314" y="3116972"/>
                  </a:lnTo>
                  <a:lnTo>
                    <a:pt x="6943458" y="3116972"/>
                  </a:lnTo>
                  <a:lnTo>
                    <a:pt x="6942603" y="3116972"/>
                  </a:lnTo>
                  <a:lnTo>
                    <a:pt x="6941747" y="3116972"/>
                  </a:lnTo>
                  <a:lnTo>
                    <a:pt x="6940892" y="3116972"/>
                  </a:lnTo>
                  <a:lnTo>
                    <a:pt x="6940036" y="3116972"/>
                  </a:lnTo>
                  <a:lnTo>
                    <a:pt x="6939181" y="3116972"/>
                  </a:lnTo>
                  <a:lnTo>
                    <a:pt x="6938325" y="3116972"/>
                  </a:lnTo>
                  <a:lnTo>
                    <a:pt x="6937470" y="3116972"/>
                  </a:lnTo>
                  <a:lnTo>
                    <a:pt x="6936614" y="3116972"/>
                  </a:lnTo>
                  <a:lnTo>
                    <a:pt x="6935759" y="3116972"/>
                  </a:lnTo>
                  <a:lnTo>
                    <a:pt x="6934903" y="3116972"/>
                  </a:lnTo>
                  <a:lnTo>
                    <a:pt x="6934047" y="3116972"/>
                  </a:lnTo>
                  <a:lnTo>
                    <a:pt x="6933192" y="3116972"/>
                  </a:lnTo>
                  <a:lnTo>
                    <a:pt x="6932336" y="3116972"/>
                  </a:lnTo>
                  <a:lnTo>
                    <a:pt x="6931481" y="3116972"/>
                  </a:lnTo>
                  <a:lnTo>
                    <a:pt x="6930625" y="3116972"/>
                  </a:lnTo>
                  <a:lnTo>
                    <a:pt x="6929770" y="3116972"/>
                  </a:lnTo>
                  <a:lnTo>
                    <a:pt x="6928914" y="3116972"/>
                  </a:lnTo>
                  <a:lnTo>
                    <a:pt x="6928059" y="3116972"/>
                  </a:lnTo>
                  <a:lnTo>
                    <a:pt x="6927203" y="3116972"/>
                  </a:lnTo>
                  <a:lnTo>
                    <a:pt x="6926348" y="3116972"/>
                  </a:lnTo>
                  <a:lnTo>
                    <a:pt x="6925492" y="3116972"/>
                  </a:lnTo>
                  <a:lnTo>
                    <a:pt x="6924637" y="3116972"/>
                  </a:lnTo>
                  <a:lnTo>
                    <a:pt x="6923781" y="3116972"/>
                  </a:lnTo>
                  <a:lnTo>
                    <a:pt x="6922926" y="3116972"/>
                  </a:lnTo>
                  <a:lnTo>
                    <a:pt x="6922070" y="3116972"/>
                  </a:lnTo>
                  <a:lnTo>
                    <a:pt x="6921215" y="3116972"/>
                  </a:lnTo>
                  <a:lnTo>
                    <a:pt x="6920359" y="3116972"/>
                  </a:lnTo>
                  <a:lnTo>
                    <a:pt x="6919504" y="3116972"/>
                  </a:lnTo>
                  <a:lnTo>
                    <a:pt x="6918648" y="3116972"/>
                  </a:lnTo>
                  <a:lnTo>
                    <a:pt x="6917792" y="3116972"/>
                  </a:lnTo>
                  <a:lnTo>
                    <a:pt x="6916937" y="3116972"/>
                  </a:lnTo>
                  <a:lnTo>
                    <a:pt x="6916081" y="3116972"/>
                  </a:lnTo>
                  <a:lnTo>
                    <a:pt x="6915226" y="3116972"/>
                  </a:lnTo>
                  <a:lnTo>
                    <a:pt x="6914370" y="3116972"/>
                  </a:lnTo>
                  <a:lnTo>
                    <a:pt x="6913515" y="3116972"/>
                  </a:lnTo>
                  <a:lnTo>
                    <a:pt x="6912659" y="3116972"/>
                  </a:lnTo>
                  <a:lnTo>
                    <a:pt x="6911804" y="3116972"/>
                  </a:lnTo>
                  <a:lnTo>
                    <a:pt x="6910948" y="3116972"/>
                  </a:lnTo>
                  <a:lnTo>
                    <a:pt x="6910093" y="3116972"/>
                  </a:lnTo>
                  <a:lnTo>
                    <a:pt x="6909237" y="3116972"/>
                  </a:lnTo>
                  <a:lnTo>
                    <a:pt x="6908382" y="3116972"/>
                  </a:lnTo>
                  <a:lnTo>
                    <a:pt x="6907526" y="3116972"/>
                  </a:lnTo>
                  <a:lnTo>
                    <a:pt x="6906671" y="3116972"/>
                  </a:lnTo>
                  <a:lnTo>
                    <a:pt x="6905815" y="3116972"/>
                  </a:lnTo>
                  <a:lnTo>
                    <a:pt x="6904960" y="3116972"/>
                  </a:lnTo>
                  <a:lnTo>
                    <a:pt x="6904104" y="3116972"/>
                  </a:lnTo>
                  <a:lnTo>
                    <a:pt x="6903248" y="3116972"/>
                  </a:lnTo>
                  <a:lnTo>
                    <a:pt x="6902393" y="3116972"/>
                  </a:lnTo>
                  <a:lnTo>
                    <a:pt x="6901537" y="3116972"/>
                  </a:lnTo>
                  <a:lnTo>
                    <a:pt x="6900682" y="3116972"/>
                  </a:lnTo>
                  <a:lnTo>
                    <a:pt x="6899826" y="3116972"/>
                  </a:lnTo>
                  <a:lnTo>
                    <a:pt x="6898971" y="3116972"/>
                  </a:lnTo>
                  <a:lnTo>
                    <a:pt x="6898115" y="3116972"/>
                  </a:lnTo>
                  <a:lnTo>
                    <a:pt x="6897260" y="3116972"/>
                  </a:lnTo>
                  <a:lnTo>
                    <a:pt x="6896404" y="3116972"/>
                  </a:lnTo>
                  <a:lnTo>
                    <a:pt x="6895549" y="3116972"/>
                  </a:lnTo>
                  <a:lnTo>
                    <a:pt x="6894693" y="3116972"/>
                  </a:lnTo>
                  <a:lnTo>
                    <a:pt x="6893838" y="3116972"/>
                  </a:lnTo>
                  <a:lnTo>
                    <a:pt x="6892982" y="3116972"/>
                  </a:lnTo>
                  <a:lnTo>
                    <a:pt x="6892127" y="3116972"/>
                  </a:lnTo>
                  <a:lnTo>
                    <a:pt x="6891271" y="3116972"/>
                  </a:lnTo>
                  <a:lnTo>
                    <a:pt x="6890416" y="3116972"/>
                  </a:lnTo>
                  <a:lnTo>
                    <a:pt x="6889560" y="3116972"/>
                  </a:lnTo>
                  <a:lnTo>
                    <a:pt x="6888705" y="3116972"/>
                  </a:lnTo>
                  <a:lnTo>
                    <a:pt x="6887849" y="3116972"/>
                  </a:lnTo>
                  <a:lnTo>
                    <a:pt x="6886993" y="3116972"/>
                  </a:lnTo>
                  <a:lnTo>
                    <a:pt x="6886138" y="3116972"/>
                  </a:lnTo>
                  <a:lnTo>
                    <a:pt x="6885282" y="3116972"/>
                  </a:lnTo>
                  <a:lnTo>
                    <a:pt x="6884427" y="3116972"/>
                  </a:lnTo>
                  <a:lnTo>
                    <a:pt x="6883571" y="3116972"/>
                  </a:lnTo>
                  <a:lnTo>
                    <a:pt x="6882716" y="3116972"/>
                  </a:lnTo>
                  <a:lnTo>
                    <a:pt x="6881860" y="3116972"/>
                  </a:lnTo>
                  <a:lnTo>
                    <a:pt x="6881005" y="3116972"/>
                  </a:lnTo>
                  <a:lnTo>
                    <a:pt x="6880149" y="3116972"/>
                  </a:lnTo>
                  <a:lnTo>
                    <a:pt x="6879294" y="3116972"/>
                  </a:lnTo>
                  <a:lnTo>
                    <a:pt x="6878438" y="3116972"/>
                  </a:lnTo>
                  <a:lnTo>
                    <a:pt x="6877583" y="3116972"/>
                  </a:lnTo>
                  <a:lnTo>
                    <a:pt x="6876727" y="3116972"/>
                  </a:lnTo>
                  <a:lnTo>
                    <a:pt x="6875872" y="3116972"/>
                  </a:lnTo>
                  <a:lnTo>
                    <a:pt x="6875016" y="3116972"/>
                  </a:lnTo>
                  <a:lnTo>
                    <a:pt x="6874161" y="3116972"/>
                  </a:lnTo>
                  <a:lnTo>
                    <a:pt x="6873305" y="3116972"/>
                  </a:lnTo>
                  <a:lnTo>
                    <a:pt x="6872450" y="3116972"/>
                  </a:lnTo>
                  <a:lnTo>
                    <a:pt x="6871594" y="3116972"/>
                  </a:lnTo>
                  <a:lnTo>
                    <a:pt x="6870738" y="3116972"/>
                  </a:lnTo>
                  <a:lnTo>
                    <a:pt x="6869883" y="3116972"/>
                  </a:lnTo>
                  <a:lnTo>
                    <a:pt x="6869027" y="3116972"/>
                  </a:lnTo>
                  <a:lnTo>
                    <a:pt x="6868172" y="3116972"/>
                  </a:lnTo>
                  <a:lnTo>
                    <a:pt x="6867316" y="3116972"/>
                  </a:lnTo>
                  <a:lnTo>
                    <a:pt x="6866461" y="3116972"/>
                  </a:lnTo>
                  <a:lnTo>
                    <a:pt x="6865605" y="3116972"/>
                  </a:lnTo>
                  <a:lnTo>
                    <a:pt x="6864750" y="3116972"/>
                  </a:lnTo>
                  <a:lnTo>
                    <a:pt x="6863894" y="3116972"/>
                  </a:lnTo>
                  <a:lnTo>
                    <a:pt x="6863039" y="3116972"/>
                  </a:lnTo>
                  <a:lnTo>
                    <a:pt x="6862183" y="3116972"/>
                  </a:lnTo>
                  <a:lnTo>
                    <a:pt x="6861328" y="3116972"/>
                  </a:lnTo>
                  <a:lnTo>
                    <a:pt x="6860472" y="3116972"/>
                  </a:lnTo>
                  <a:lnTo>
                    <a:pt x="6859617" y="3116972"/>
                  </a:lnTo>
                  <a:lnTo>
                    <a:pt x="6858761" y="3116972"/>
                  </a:lnTo>
                  <a:lnTo>
                    <a:pt x="6857906" y="3116972"/>
                  </a:lnTo>
                  <a:lnTo>
                    <a:pt x="6857050" y="3116972"/>
                  </a:lnTo>
                  <a:lnTo>
                    <a:pt x="6856195" y="3116972"/>
                  </a:lnTo>
                  <a:lnTo>
                    <a:pt x="6855339" y="3116972"/>
                  </a:lnTo>
                  <a:lnTo>
                    <a:pt x="6854483" y="3116972"/>
                  </a:lnTo>
                  <a:lnTo>
                    <a:pt x="6853628" y="3116972"/>
                  </a:lnTo>
                  <a:lnTo>
                    <a:pt x="6852772" y="3116972"/>
                  </a:lnTo>
                  <a:lnTo>
                    <a:pt x="6851917" y="3116972"/>
                  </a:lnTo>
                  <a:lnTo>
                    <a:pt x="6851061" y="3116972"/>
                  </a:lnTo>
                  <a:lnTo>
                    <a:pt x="6850206" y="3116972"/>
                  </a:lnTo>
                  <a:lnTo>
                    <a:pt x="6849350" y="3116972"/>
                  </a:lnTo>
                  <a:lnTo>
                    <a:pt x="6848495" y="3116972"/>
                  </a:lnTo>
                  <a:lnTo>
                    <a:pt x="6847639" y="3116972"/>
                  </a:lnTo>
                  <a:lnTo>
                    <a:pt x="6846784" y="3116972"/>
                  </a:lnTo>
                  <a:lnTo>
                    <a:pt x="6845928" y="3116972"/>
                  </a:lnTo>
                  <a:lnTo>
                    <a:pt x="6845073" y="3116972"/>
                  </a:lnTo>
                  <a:lnTo>
                    <a:pt x="6844217" y="3116972"/>
                  </a:lnTo>
                  <a:lnTo>
                    <a:pt x="6843362" y="3116972"/>
                  </a:lnTo>
                  <a:lnTo>
                    <a:pt x="6842506" y="3116972"/>
                  </a:lnTo>
                  <a:lnTo>
                    <a:pt x="6841651" y="3116972"/>
                  </a:lnTo>
                  <a:lnTo>
                    <a:pt x="6840795" y="3116972"/>
                  </a:lnTo>
                  <a:lnTo>
                    <a:pt x="6839939" y="3116972"/>
                  </a:lnTo>
                  <a:lnTo>
                    <a:pt x="6839084" y="3116972"/>
                  </a:lnTo>
                  <a:lnTo>
                    <a:pt x="6838228" y="3116972"/>
                  </a:lnTo>
                  <a:lnTo>
                    <a:pt x="6837373" y="3116972"/>
                  </a:lnTo>
                  <a:lnTo>
                    <a:pt x="6836517" y="3116972"/>
                  </a:lnTo>
                  <a:lnTo>
                    <a:pt x="6835662" y="3116972"/>
                  </a:lnTo>
                  <a:lnTo>
                    <a:pt x="6834806" y="3116972"/>
                  </a:lnTo>
                  <a:lnTo>
                    <a:pt x="6833951" y="3116972"/>
                  </a:lnTo>
                  <a:lnTo>
                    <a:pt x="6833095" y="3116972"/>
                  </a:lnTo>
                  <a:lnTo>
                    <a:pt x="6832240" y="3116972"/>
                  </a:lnTo>
                  <a:lnTo>
                    <a:pt x="6831384" y="3116972"/>
                  </a:lnTo>
                  <a:lnTo>
                    <a:pt x="6830529" y="3116972"/>
                  </a:lnTo>
                  <a:lnTo>
                    <a:pt x="6829673" y="3116972"/>
                  </a:lnTo>
                  <a:lnTo>
                    <a:pt x="6828818" y="3116972"/>
                  </a:lnTo>
                  <a:lnTo>
                    <a:pt x="6827962" y="3116972"/>
                  </a:lnTo>
                  <a:lnTo>
                    <a:pt x="6827107" y="3116972"/>
                  </a:lnTo>
                  <a:lnTo>
                    <a:pt x="6826251" y="3116972"/>
                  </a:lnTo>
                  <a:lnTo>
                    <a:pt x="6825396" y="3116972"/>
                  </a:lnTo>
                  <a:lnTo>
                    <a:pt x="6824540" y="3116972"/>
                  </a:lnTo>
                  <a:lnTo>
                    <a:pt x="6823684" y="3116972"/>
                  </a:lnTo>
                  <a:lnTo>
                    <a:pt x="6822829" y="3116972"/>
                  </a:lnTo>
                  <a:lnTo>
                    <a:pt x="6821973" y="3116972"/>
                  </a:lnTo>
                  <a:lnTo>
                    <a:pt x="6821118" y="3116972"/>
                  </a:lnTo>
                  <a:lnTo>
                    <a:pt x="6820262" y="3116972"/>
                  </a:lnTo>
                  <a:lnTo>
                    <a:pt x="6819407" y="3116972"/>
                  </a:lnTo>
                  <a:lnTo>
                    <a:pt x="6818551" y="3116972"/>
                  </a:lnTo>
                  <a:lnTo>
                    <a:pt x="6817696" y="3116972"/>
                  </a:lnTo>
                  <a:lnTo>
                    <a:pt x="6816840" y="3116972"/>
                  </a:lnTo>
                  <a:lnTo>
                    <a:pt x="6815985" y="3116972"/>
                  </a:lnTo>
                  <a:lnTo>
                    <a:pt x="6815129" y="3116972"/>
                  </a:lnTo>
                  <a:lnTo>
                    <a:pt x="6814274" y="3116972"/>
                  </a:lnTo>
                  <a:lnTo>
                    <a:pt x="6813418" y="3116972"/>
                  </a:lnTo>
                  <a:lnTo>
                    <a:pt x="6812563" y="3116972"/>
                  </a:lnTo>
                  <a:lnTo>
                    <a:pt x="6811707" y="3116972"/>
                  </a:lnTo>
                  <a:lnTo>
                    <a:pt x="6810852" y="3116972"/>
                  </a:lnTo>
                  <a:lnTo>
                    <a:pt x="6809996" y="3116972"/>
                  </a:lnTo>
                  <a:lnTo>
                    <a:pt x="6809141" y="3116972"/>
                  </a:lnTo>
                  <a:lnTo>
                    <a:pt x="6808285" y="3116972"/>
                  </a:lnTo>
                  <a:lnTo>
                    <a:pt x="6807429" y="3116972"/>
                  </a:lnTo>
                  <a:lnTo>
                    <a:pt x="6806574" y="3116972"/>
                  </a:lnTo>
                  <a:lnTo>
                    <a:pt x="6805718" y="3116972"/>
                  </a:lnTo>
                  <a:lnTo>
                    <a:pt x="6804863" y="3116972"/>
                  </a:lnTo>
                  <a:lnTo>
                    <a:pt x="6804007" y="3116972"/>
                  </a:lnTo>
                  <a:lnTo>
                    <a:pt x="6803152" y="3116972"/>
                  </a:lnTo>
                  <a:lnTo>
                    <a:pt x="6802296" y="3116972"/>
                  </a:lnTo>
                  <a:lnTo>
                    <a:pt x="6801441" y="3116972"/>
                  </a:lnTo>
                  <a:lnTo>
                    <a:pt x="6800585" y="3116972"/>
                  </a:lnTo>
                  <a:lnTo>
                    <a:pt x="6799730" y="3116972"/>
                  </a:lnTo>
                  <a:lnTo>
                    <a:pt x="6798874" y="3116972"/>
                  </a:lnTo>
                  <a:lnTo>
                    <a:pt x="6798019" y="3116972"/>
                  </a:lnTo>
                  <a:lnTo>
                    <a:pt x="6797163" y="3116972"/>
                  </a:lnTo>
                  <a:lnTo>
                    <a:pt x="6796308" y="3116972"/>
                  </a:lnTo>
                  <a:lnTo>
                    <a:pt x="6795452" y="3116972"/>
                  </a:lnTo>
                  <a:lnTo>
                    <a:pt x="6794597" y="3116972"/>
                  </a:lnTo>
                  <a:lnTo>
                    <a:pt x="6793741" y="3116972"/>
                  </a:lnTo>
                  <a:lnTo>
                    <a:pt x="6792885" y="3116972"/>
                  </a:lnTo>
                  <a:lnTo>
                    <a:pt x="6792030" y="3116972"/>
                  </a:lnTo>
                  <a:lnTo>
                    <a:pt x="6791174" y="3116972"/>
                  </a:lnTo>
                  <a:lnTo>
                    <a:pt x="6790319" y="3116972"/>
                  </a:lnTo>
                  <a:lnTo>
                    <a:pt x="6789463" y="3116972"/>
                  </a:lnTo>
                  <a:lnTo>
                    <a:pt x="6788608" y="3116972"/>
                  </a:lnTo>
                  <a:lnTo>
                    <a:pt x="6787752" y="3116972"/>
                  </a:lnTo>
                  <a:lnTo>
                    <a:pt x="6786897" y="3116972"/>
                  </a:lnTo>
                  <a:lnTo>
                    <a:pt x="6786041" y="3116972"/>
                  </a:lnTo>
                  <a:lnTo>
                    <a:pt x="6785186" y="3116972"/>
                  </a:lnTo>
                  <a:lnTo>
                    <a:pt x="6784330" y="3116972"/>
                  </a:lnTo>
                  <a:lnTo>
                    <a:pt x="6783475" y="3116972"/>
                  </a:lnTo>
                  <a:lnTo>
                    <a:pt x="6782619" y="3116972"/>
                  </a:lnTo>
                  <a:lnTo>
                    <a:pt x="6781764" y="3116972"/>
                  </a:lnTo>
                  <a:lnTo>
                    <a:pt x="6780908" y="3116972"/>
                  </a:lnTo>
                  <a:lnTo>
                    <a:pt x="6780053" y="3116972"/>
                  </a:lnTo>
                  <a:lnTo>
                    <a:pt x="6779197" y="3116972"/>
                  </a:lnTo>
                  <a:lnTo>
                    <a:pt x="6778342" y="3116972"/>
                  </a:lnTo>
                  <a:lnTo>
                    <a:pt x="6777486" y="3116972"/>
                  </a:lnTo>
                  <a:lnTo>
                    <a:pt x="6776630" y="3116972"/>
                  </a:lnTo>
                  <a:lnTo>
                    <a:pt x="6775775" y="3116972"/>
                  </a:lnTo>
                  <a:lnTo>
                    <a:pt x="6774919" y="3116972"/>
                  </a:lnTo>
                  <a:lnTo>
                    <a:pt x="6774064" y="3116972"/>
                  </a:lnTo>
                  <a:lnTo>
                    <a:pt x="6773208" y="3116972"/>
                  </a:lnTo>
                  <a:lnTo>
                    <a:pt x="6772353" y="3116972"/>
                  </a:lnTo>
                  <a:lnTo>
                    <a:pt x="6771497" y="3116972"/>
                  </a:lnTo>
                  <a:lnTo>
                    <a:pt x="6770642" y="3116972"/>
                  </a:lnTo>
                  <a:lnTo>
                    <a:pt x="6769786" y="3116972"/>
                  </a:lnTo>
                  <a:lnTo>
                    <a:pt x="6768931" y="3116972"/>
                  </a:lnTo>
                  <a:lnTo>
                    <a:pt x="6768075" y="3116972"/>
                  </a:lnTo>
                  <a:lnTo>
                    <a:pt x="6767220" y="3116972"/>
                  </a:lnTo>
                  <a:lnTo>
                    <a:pt x="6766364" y="3116972"/>
                  </a:lnTo>
                  <a:lnTo>
                    <a:pt x="6765509" y="3116972"/>
                  </a:lnTo>
                  <a:lnTo>
                    <a:pt x="6764653" y="3116972"/>
                  </a:lnTo>
                  <a:lnTo>
                    <a:pt x="6763798" y="3116972"/>
                  </a:lnTo>
                  <a:lnTo>
                    <a:pt x="6762942" y="3116972"/>
                  </a:lnTo>
                  <a:lnTo>
                    <a:pt x="6762087" y="3116972"/>
                  </a:lnTo>
                  <a:lnTo>
                    <a:pt x="6761231" y="3116972"/>
                  </a:lnTo>
                  <a:lnTo>
                    <a:pt x="6760375" y="3116972"/>
                  </a:lnTo>
                  <a:lnTo>
                    <a:pt x="6759520" y="3116972"/>
                  </a:lnTo>
                  <a:lnTo>
                    <a:pt x="6758664" y="3116972"/>
                  </a:lnTo>
                  <a:lnTo>
                    <a:pt x="6757809" y="3116972"/>
                  </a:lnTo>
                  <a:lnTo>
                    <a:pt x="6756953" y="3116972"/>
                  </a:lnTo>
                  <a:lnTo>
                    <a:pt x="6756098" y="3116972"/>
                  </a:lnTo>
                  <a:lnTo>
                    <a:pt x="6755242" y="3116972"/>
                  </a:lnTo>
                  <a:lnTo>
                    <a:pt x="6754387" y="3116972"/>
                  </a:lnTo>
                  <a:lnTo>
                    <a:pt x="6753531" y="3116972"/>
                  </a:lnTo>
                  <a:lnTo>
                    <a:pt x="6752676" y="3116972"/>
                  </a:lnTo>
                  <a:lnTo>
                    <a:pt x="6751820" y="3116972"/>
                  </a:lnTo>
                  <a:lnTo>
                    <a:pt x="6750965" y="3116972"/>
                  </a:lnTo>
                  <a:lnTo>
                    <a:pt x="6750109" y="3116972"/>
                  </a:lnTo>
                  <a:lnTo>
                    <a:pt x="6749254" y="3116972"/>
                  </a:lnTo>
                  <a:lnTo>
                    <a:pt x="6748398" y="3116972"/>
                  </a:lnTo>
                  <a:lnTo>
                    <a:pt x="6747543" y="3116972"/>
                  </a:lnTo>
                  <a:lnTo>
                    <a:pt x="6746687" y="3116972"/>
                  </a:lnTo>
                  <a:lnTo>
                    <a:pt x="6745831" y="3116972"/>
                  </a:lnTo>
                  <a:lnTo>
                    <a:pt x="6744976" y="3116972"/>
                  </a:lnTo>
                  <a:lnTo>
                    <a:pt x="6744120" y="3116972"/>
                  </a:lnTo>
                  <a:lnTo>
                    <a:pt x="6743265" y="3116972"/>
                  </a:lnTo>
                  <a:lnTo>
                    <a:pt x="6742409" y="3116972"/>
                  </a:lnTo>
                  <a:lnTo>
                    <a:pt x="6741554" y="3116972"/>
                  </a:lnTo>
                  <a:lnTo>
                    <a:pt x="6740698" y="3116972"/>
                  </a:lnTo>
                  <a:lnTo>
                    <a:pt x="6739843" y="3116972"/>
                  </a:lnTo>
                  <a:lnTo>
                    <a:pt x="6738987" y="3116972"/>
                  </a:lnTo>
                  <a:lnTo>
                    <a:pt x="6738132" y="3116972"/>
                  </a:lnTo>
                  <a:lnTo>
                    <a:pt x="6737276" y="3116972"/>
                  </a:lnTo>
                  <a:lnTo>
                    <a:pt x="6736421" y="3116972"/>
                  </a:lnTo>
                  <a:lnTo>
                    <a:pt x="6735565" y="3116972"/>
                  </a:lnTo>
                  <a:lnTo>
                    <a:pt x="6734710" y="3116972"/>
                  </a:lnTo>
                  <a:lnTo>
                    <a:pt x="6733854" y="3116972"/>
                  </a:lnTo>
                  <a:lnTo>
                    <a:pt x="6732999" y="3116972"/>
                  </a:lnTo>
                  <a:lnTo>
                    <a:pt x="6732143" y="3116972"/>
                  </a:lnTo>
                  <a:lnTo>
                    <a:pt x="6731288" y="3116972"/>
                  </a:lnTo>
                  <a:lnTo>
                    <a:pt x="6730432" y="3116972"/>
                  </a:lnTo>
                  <a:lnTo>
                    <a:pt x="6729576" y="3116972"/>
                  </a:lnTo>
                  <a:lnTo>
                    <a:pt x="6728721" y="3116972"/>
                  </a:lnTo>
                  <a:lnTo>
                    <a:pt x="6727865" y="3116972"/>
                  </a:lnTo>
                  <a:lnTo>
                    <a:pt x="6727010" y="3116972"/>
                  </a:lnTo>
                  <a:lnTo>
                    <a:pt x="6726154" y="3116972"/>
                  </a:lnTo>
                  <a:lnTo>
                    <a:pt x="6725299" y="3116972"/>
                  </a:lnTo>
                  <a:lnTo>
                    <a:pt x="6724443" y="3116972"/>
                  </a:lnTo>
                  <a:lnTo>
                    <a:pt x="6723588" y="3116972"/>
                  </a:lnTo>
                  <a:lnTo>
                    <a:pt x="6722732" y="3116972"/>
                  </a:lnTo>
                  <a:lnTo>
                    <a:pt x="6721877" y="3116972"/>
                  </a:lnTo>
                  <a:lnTo>
                    <a:pt x="6721021" y="3116972"/>
                  </a:lnTo>
                  <a:lnTo>
                    <a:pt x="6720166" y="3116972"/>
                  </a:lnTo>
                  <a:lnTo>
                    <a:pt x="6719310" y="3116972"/>
                  </a:lnTo>
                  <a:lnTo>
                    <a:pt x="6718455" y="3116972"/>
                  </a:lnTo>
                  <a:lnTo>
                    <a:pt x="6717599" y="3116972"/>
                  </a:lnTo>
                  <a:lnTo>
                    <a:pt x="6716744" y="3116972"/>
                  </a:lnTo>
                  <a:lnTo>
                    <a:pt x="6715888" y="3116972"/>
                  </a:lnTo>
                  <a:lnTo>
                    <a:pt x="6715033" y="3116972"/>
                  </a:lnTo>
                  <a:lnTo>
                    <a:pt x="6714177" y="3116972"/>
                  </a:lnTo>
                  <a:lnTo>
                    <a:pt x="6713321" y="3116972"/>
                  </a:lnTo>
                  <a:lnTo>
                    <a:pt x="6712466" y="3116972"/>
                  </a:lnTo>
                  <a:lnTo>
                    <a:pt x="6711610" y="3116972"/>
                  </a:lnTo>
                  <a:lnTo>
                    <a:pt x="6710755" y="3116972"/>
                  </a:lnTo>
                  <a:lnTo>
                    <a:pt x="6709899" y="3116972"/>
                  </a:lnTo>
                  <a:lnTo>
                    <a:pt x="6709044" y="3116972"/>
                  </a:lnTo>
                  <a:lnTo>
                    <a:pt x="6708188" y="3116972"/>
                  </a:lnTo>
                  <a:lnTo>
                    <a:pt x="6707333" y="3116972"/>
                  </a:lnTo>
                  <a:lnTo>
                    <a:pt x="6706477" y="3116972"/>
                  </a:lnTo>
                  <a:lnTo>
                    <a:pt x="6705622" y="3116972"/>
                  </a:lnTo>
                  <a:lnTo>
                    <a:pt x="6704766" y="3116972"/>
                  </a:lnTo>
                  <a:lnTo>
                    <a:pt x="6703911" y="3116972"/>
                  </a:lnTo>
                  <a:lnTo>
                    <a:pt x="6703055" y="3116972"/>
                  </a:lnTo>
                  <a:lnTo>
                    <a:pt x="6702200" y="3116972"/>
                  </a:lnTo>
                  <a:lnTo>
                    <a:pt x="6701344" y="3116972"/>
                  </a:lnTo>
                  <a:lnTo>
                    <a:pt x="6700489" y="3116972"/>
                  </a:lnTo>
                  <a:lnTo>
                    <a:pt x="6699633" y="3116972"/>
                  </a:lnTo>
                  <a:lnTo>
                    <a:pt x="6698777" y="3116972"/>
                  </a:lnTo>
                  <a:lnTo>
                    <a:pt x="6697922" y="3116972"/>
                  </a:lnTo>
                  <a:lnTo>
                    <a:pt x="6697066" y="3116972"/>
                  </a:lnTo>
                  <a:lnTo>
                    <a:pt x="6696211" y="3116972"/>
                  </a:lnTo>
                  <a:lnTo>
                    <a:pt x="6695355" y="3116972"/>
                  </a:lnTo>
                  <a:lnTo>
                    <a:pt x="6694500" y="3116972"/>
                  </a:lnTo>
                  <a:lnTo>
                    <a:pt x="6693644" y="3116972"/>
                  </a:lnTo>
                  <a:lnTo>
                    <a:pt x="6692789" y="3116972"/>
                  </a:lnTo>
                  <a:lnTo>
                    <a:pt x="6691933" y="3116972"/>
                  </a:lnTo>
                  <a:lnTo>
                    <a:pt x="6691078" y="3116972"/>
                  </a:lnTo>
                  <a:lnTo>
                    <a:pt x="6690222" y="3116972"/>
                  </a:lnTo>
                  <a:lnTo>
                    <a:pt x="6689367" y="3116972"/>
                  </a:lnTo>
                  <a:lnTo>
                    <a:pt x="6688511" y="3116972"/>
                  </a:lnTo>
                  <a:lnTo>
                    <a:pt x="6687656" y="3116972"/>
                  </a:lnTo>
                  <a:lnTo>
                    <a:pt x="6686800" y="3116972"/>
                  </a:lnTo>
                  <a:lnTo>
                    <a:pt x="6685945" y="3116972"/>
                  </a:lnTo>
                  <a:lnTo>
                    <a:pt x="6685089" y="3116972"/>
                  </a:lnTo>
                  <a:lnTo>
                    <a:pt x="6684234" y="3116972"/>
                  </a:lnTo>
                  <a:lnTo>
                    <a:pt x="6683378" y="3116972"/>
                  </a:lnTo>
                  <a:lnTo>
                    <a:pt x="6682522" y="3116972"/>
                  </a:lnTo>
                  <a:lnTo>
                    <a:pt x="6681667" y="3116972"/>
                  </a:lnTo>
                  <a:lnTo>
                    <a:pt x="6680811" y="3116972"/>
                  </a:lnTo>
                  <a:lnTo>
                    <a:pt x="6679956" y="3116972"/>
                  </a:lnTo>
                  <a:lnTo>
                    <a:pt x="6679100" y="3116972"/>
                  </a:lnTo>
                  <a:lnTo>
                    <a:pt x="6678245" y="3116972"/>
                  </a:lnTo>
                  <a:lnTo>
                    <a:pt x="6677389" y="3116972"/>
                  </a:lnTo>
                  <a:lnTo>
                    <a:pt x="6676534" y="3116972"/>
                  </a:lnTo>
                  <a:lnTo>
                    <a:pt x="6675678" y="3116972"/>
                  </a:lnTo>
                  <a:lnTo>
                    <a:pt x="6674823" y="3116972"/>
                  </a:lnTo>
                  <a:lnTo>
                    <a:pt x="6673967" y="3116972"/>
                  </a:lnTo>
                  <a:lnTo>
                    <a:pt x="6673112" y="3116972"/>
                  </a:lnTo>
                  <a:lnTo>
                    <a:pt x="6672256" y="3116972"/>
                  </a:lnTo>
                  <a:lnTo>
                    <a:pt x="6671401" y="3116972"/>
                  </a:lnTo>
                  <a:lnTo>
                    <a:pt x="6670545" y="3116972"/>
                  </a:lnTo>
                  <a:lnTo>
                    <a:pt x="6669690" y="3116972"/>
                  </a:lnTo>
                  <a:lnTo>
                    <a:pt x="6668834" y="3116972"/>
                  </a:lnTo>
                  <a:lnTo>
                    <a:pt x="6667979" y="3116972"/>
                  </a:lnTo>
                  <a:lnTo>
                    <a:pt x="6667123" y="3116972"/>
                  </a:lnTo>
                  <a:lnTo>
                    <a:pt x="6666267" y="3116972"/>
                  </a:lnTo>
                  <a:lnTo>
                    <a:pt x="6665412" y="3116972"/>
                  </a:lnTo>
                  <a:lnTo>
                    <a:pt x="6664556" y="3116972"/>
                  </a:lnTo>
                  <a:lnTo>
                    <a:pt x="6663701" y="3116972"/>
                  </a:lnTo>
                  <a:lnTo>
                    <a:pt x="6662845" y="3116972"/>
                  </a:lnTo>
                  <a:lnTo>
                    <a:pt x="6661990" y="3116972"/>
                  </a:lnTo>
                  <a:lnTo>
                    <a:pt x="6661134" y="3116972"/>
                  </a:lnTo>
                  <a:lnTo>
                    <a:pt x="6660279" y="3116972"/>
                  </a:lnTo>
                  <a:lnTo>
                    <a:pt x="6659423" y="3116972"/>
                  </a:lnTo>
                  <a:lnTo>
                    <a:pt x="6658568" y="3116972"/>
                  </a:lnTo>
                  <a:lnTo>
                    <a:pt x="6657712" y="3116972"/>
                  </a:lnTo>
                  <a:lnTo>
                    <a:pt x="6656857" y="3116972"/>
                  </a:lnTo>
                  <a:lnTo>
                    <a:pt x="6656001" y="3116972"/>
                  </a:lnTo>
                  <a:lnTo>
                    <a:pt x="6655146" y="3116972"/>
                  </a:lnTo>
                  <a:lnTo>
                    <a:pt x="6654290" y="3116972"/>
                  </a:lnTo>
                  <a:lnTo>
                    <a:pt x="6653435" y="3116972"/>
                  </a:lnTo>
                  <a:lnTo>
                    <a:pt x="6652579" y="3116972"/>
                  </a:lnTo>
                  <a:lnTo>
                    <a:pt x="6651723" y="3116972"/>
                  </a:lnTo>
                  <a:lnTo>
                    <a:pt x="6650868" y="3116972"/>
                  </a:lnTo>
                  <a:lnTo>
                    <a:pt x="6650012" y="3116972"/>
                  </a:lnTo>
                  <a:lnTo>
                    <a:pt x="6649157" y="3116972"/>
                  </a:lnTo>
                  <a:lnTo>
                    <a:pt x="6648301" y="3116972"/>
                  </a:lnTo>
                  <a:lnTo>
                    <a:pt x="6647446" y="3116972"/>
                  </a:lnTo>
                  <a:lnTo>
                    <a:pt x="6646590" y="3116972"/>
                  </a:lnTo>
                  <a:lnTo>
                    <a:pt x="6645735" y="3116972"/>
                  </a:lnTo>
                  <a:lnTo>
                    <a:pt x="6644879" y="3116972"/>
                  </a:lnTo>
                  <a:lnTo>
                    <a:pt x="6644024" y="3116972"/>
                  </a:lnTo>
                  <a:lnTo>
                    <a:pt x="6643168" y="3116972"/>
                  </a:lnTo>
                  <a:lnTo>
                    <a:pt x="6642313" y="3116972"/>
                  </a:lnTo>
                  <a:lnTo>
                    <a:pt x="6641457" y="3116972"/>
                  </a:lnTo>
                  <a:lnTo>
                    <a:pt x="6640602" y="3116972"/>
                  </a:lnTo>
                  <a:lnTo>
                    <a:pt x="6639746" y="3116972"/>
                  </a:lnTo>
                  <a:lnTo>
                    <a:pt x="6638891" y="3116972"/>
                  </a:lnTo>
                  <a:lnTo>
                    <a:pt x="6638035" y="3116972"/>
                  </a:lnTo>
                  <a:lnTo>
                    <a:pt x="6637180" y="3116972"/>
                  </a:lnTo>
                  <a:lnTo>
                    <a:pt x="6636324" y="3116972"/>
                  </a:lnTo>
                  <a:lnTo>
                    <a:pt x="6635468" y="3116972"/>
                  </a:lnTo>
                  <a:lnTo>
                    <a:pt x="6634613" y="3116972"/>
                  </a:lnTo>
                  <a:lnTo>
                    <a:pt x="6633757" y="3116972"/>
                  </a:lnTo>
                  <a:lnTo>
                    <a:pt x="6632902" y="3116972"/>
                  </a:lnTo>
                  <a:lnTo>
                    <a:pt x="6632046" y="3116972"/>
                  </a:lnTo>
                  <a:lnTo>
                    <a:pt x="6631191" y="3116972"/>
                  </a:lnTo>
                  <a:lnTo>
                    <a:pt x="6630335" y="3116972"/>
                  </a:lnTo>
                  <a:lnTo>
                    <a:pt x="6629480" y="3116972"/>
                  </a:lnTo>
                  <a:lnTo>
                    <a:pt x="6628624" y="3116972"/>
                  </a:lnTo>
                  <a:lnTo>
                    <a:pt x="6627769" y="3116972"/>
                  </a:lnTo>
                  <a:lnTo>
                    <a:pt x="6626913" y="3116972"/>
                  </a:lnTo>
                  <a:lnTo>
                    <a:pt x="6626058" y="3116972"/>
                  </a:lnTo>
                  <a:lnTo>
                    <a:pt x="6625202" y="3116972"/>
                  </a:lnTo>
                  <a:lnTo>
                    <a:pt x="6624347" y="3116972"/>
                  </a:lnTo>
                  <a:lnTo>
                    <a:pt x="6623491" y="3116972"/>
                  </a:lnTo>
                  <a:lnTo>
                    <a:pt x="6622636" y="3116972"/>
                  </a:lnTo>
                  <a:lnTo>
                    <a:pt x="6621780" y="3116972"/>
                  </a:lnTo>
                  <a:lnTo>
                    <a:pt x="6620925" y="3116972"/>
                  </a:lnTo>
                  <a:lnTo>
                    <a:pt x="6620069" y="3116972"/>
                  </a:lnTo>
                  <a:lnTo>
                    <a:pt x="6619213" y="3116972"/>
                  </a:lnTo>
                  <a:lnTo>
                    <a:pt x="6618358" y="3116972"/>
                  </a:lnTo>
                  <a:lnTo>
                    <a:pt x="6617502" y="3116972"/>
                  </a:lnTo>
                  <a:lnTo>
                    <a:pt x="6616647" y="3116972"/>
                  </a:lnTo>
                  <a:lnTo>
                    <a:pt x="6615791" y="3116972"/>
                  </a:lnTo>
                  <a:lnTo>
                    <a:pt x="6614936" y="3116972"/>
                  </a:lnTo>
                  <a:lnTo>
                    <a:pt x="6614080" y="3116972"/>
                  </a:lnTo>
                  <a:lnTo>
                    <a:pt x="6613225" y="3116972"/>
                  </a:lnTo>
                  <a:lnTo>
                    <a:pt x="6612369" y="3116972"/>
                  </a:lnTo>
                  <a:lnTo>
                    <a:pt x="6611514" y="3116972"/>
                  </a:lnTo>
                  <a:lnTo>
                    <a:pt x="6610658" y="3116972"/>
                  </a:lnTo>
                  <a:lnTo>
                    <a:pt x="6609803" y="3116972"/>
                  </a:lnTo>
                  <a:lnTo>
                    <a:pt x="6608947" y="3116972"/>
                  </a:lnTo>
                  <a:lnTo>
                    <a:pt x="6608092" y="3116972"/>
                  </a:lnTo>
                  <a:lnTo>
                    <a:pt x="6607236" y="3116972"/>
                  </a:lnTo>
                  <a:lnTo>
                    <a:pt x="6606381" y="3116972"/>
                  </a:lnTo>
                  <a:lnTo>
                    <a:pt x="6605525" y="3116972"/>
                  </a:lnTo>
                  <a:lnTo>
                    <a:pt x="6604670" y="3116972"/>
                  </a:lnTo>
                  <a:lnTo>
                    <a:pt x="6603814" y="3116972"/>
                  </a:lnTo>
                  <a:lnTo>
                    <a:pt x="6602958" y="3116972"/>
                  </a:lnTo>
                  <a:lnTo>
                    <a:pt x="6602103" y="3116972"/>
                  </a:lnTo>
                  <a:lnTo>
                    <a:pt x="6601247" y="3116972"/>
                  </a:lnTo>
                  <a:lnTo>
                    <a:pt x="6600392" y="3116972"/>
                  </a:lnTo>
                  <a:lnTo>
                    <a:pt x="6599536" y="3116972"/>
                  </a:lnTo>
                  <a:lnTo>
                    <a:pt x="6598681" y="3116972"/>
                  </a:lnTo>
                  <a:lnTo>
                    <a:pt x="6597825" y="3116972"/>
                  </a:lnTo>
                  <a:lnTo>
                    <a:pt x="6596970" y="3116972"/>
                  </a:lnTo>
                  <a:lnTo>
                    <a:pt x="6596114" y="3116972"/>
                  </a:lnTo>
                  <a:lnTo>
                    <a:pt x="6595259" y="3116972"/>
                  </a:lnTo>
                  <a:lnTo>
                    <a:pt x="6594403" y="3116972"/>
                  </a:lnTo>
                  <a:lnTo>
                    <a:pt x="6593548" y="3116972"/>
                  </a:lnTo>
                  <a:lnTo>
                    <a:pt x="6592692" y="3116972"/>
                  </a:lnTo>
                  <a:lnTo>
                    <a:pt x="6591837" y="3116972"/>
                  </a:lnTo>
                  <a:lnTo>
                    <a:pt x="6590981" y="3116972"/>
                  </a:lnTo>
                  <a:lnTo>
                    <a:pt x="6590126" y="3116972"/>
                  </a:lnTo>
                  <a:lnTo>
                    <a:pt x="6589270" y="3116972"/>
                  </a:lnTo>
                  <a:lnTo>
                    <a:pt x="6588414" y="3116972"/>
                  </a:lnTo>
                  <a:lnTo>
                    <a:pt x="6587559" y="3116972"/>
                  </a:lnTo>
                  <a:lnTo>
                    <a:pt x="6586703" y="3116972"/>
                  </a:lnTo>
                  <a:lnTo>
                    <a:pt x="6585848" y="3116972"/>
                  </a:lnTo>
                  <a:lnTo>
                    <a:pt x="6584992" y="3116972"/>
                  </a:lnTo>
                  <a:lnTo>
                    <a:pt x="6584137" y="3116972"/>
                  </a:lnTo>
                  <a:lnTo>
                    <a:pt x="6583281" y="3116972"/>
                  </a:lnTo>
                  <a:lnTo>
                    <a:pt x="6582426" y="3116972"/>
                  </a:lnTo>
                  <a:lnTo>
                    <a:pt x="6581570" y="3116972"/>
                  </a:lnTo>
                  <a:lnTo>
                    <a:pt x="6580715" y="3116972"/>
                  </a:lnTo>
                  <a:lnTo>
                    <a:pt x="6579859" y="3116972"/>
                  </a:lnTo>
                  <a:lnTo>
                    <a:pt x="6579004" y="3116972"/>
                  </a:lnTo>
                  <a:lnTo>
                    <a:pt x="6578148" y="3116972"/>
                  </a:lnTo>
                  <a:lnTo>
                    <a:pt x="6577293" y="3116972"/>
                  </a:lnTo>
                  <a:lnTo>
                    <a:pt x="6576437" y="3116972"/>
                  </a:lnTo>
                  <a:lnTo>
                    <a:pt x="6575582" y="3116972"/>
                  </a:lnTo>
                  <a:lnTo>
                    <a:pt x="6574726" y="3116972"/>
                  </a:lnTo>
                  <a:lnTo>
                    <a:pt x="6573871" y="3116972"/>
                  </a:lnTo>
                  <a:lnTo>
                    <a:pt x="6573015" y="3116972"/>
                  </a:lnTo>
                  <a:lnTo>
                    <a:pt x="6572159" y="3116972"/>
                  </a:lnTo>
                  <a:lnTo>
                    <a:pt x="6571304" y="3116972"/>
                  </a:lnTo>
                  <a:lnTo>
                    <a:pt x="6570448" y="3116972"/>
                  </a:lnTo>
                  <a:lnTo>
                    <a:pt x="6569593" y="3116972"/>
                  </a:lnTo>
                  <a:lnTo>
                    <a:pt x="6568737" y="3116972"/>
                  </a:lnTo>
                  <a:lnTo>
                    <a:pt x="6567882" y="3116972"/>
                  </a:lnTo>
                  <a:lnTo>
                    <a:pt x="6567026" y="3116972"/>
                  </a:lnTo>
                  <a:lnTo>
                    <a:pt x="6566171" y="3116972"/>
                  </a:lnTo>
                  <a:lnTo>
                    <a:pt x="6565315" y="3116972"/>
                  </a:lnTo>
                  <a:lnTo>
                    <a:pt x="6564460" y="3116972"/>
                  </a:lnTo>
                  <a:lnTo>
                    <a:pt x="6563604" y="3116972"/>
                  </a:lnTo>
                  <a:lnTo>
                    <a:pt x="6562749" y="3116972"/>
                  </a:lnTo>
                  <a:lnTo>
                    <a:pt x="6561893" y="3116972"/>
                  </a:lnTo>
                  <a:lnTo>
                    <a:pt x="6561038" y="3116972"/>
                  </a:lnTo>
                  <a:lnTo>
                    <a:pt x="6560182" y="3116972"/>
                  </a:lnTo>
                  <a:lnTo>
                    <a:pt x="6559327" y="3116972"/>
                  </a:lnTo>
                  <a:lnTo>
                    <a:pt x="6558471" y="3116972"/>
                  </a:lnTo>
                  <a:lnTo>
                    <a:pt x="6557616" y="3116972"/>
                  </a:lnTo>
                  <a:lnTo>
                    <a:pt x="6556760" y="3116972"/>
                  </a:lnTo>
                  <a:lnTo>
                    <a:pt x="6555904" y="3116972"/>
                  </a:lnTo>
                  <a:lnTo>
                    <a:pt x="6555049" y="3116972"/>
                  </a:lnTo>
                  <a:lnTo>
                    <a:pt x="6554193" y="3116972"/>
                  </a:lnTo>
                  <a:lnTo>
                    <a:pt x="6553338" y="3116972"/>
                  </a:lnTo>
                  <a:lnTo>
                    <a:pt x="6552482" y="3116972"/>
                  </a:lnTo>
                  <a:lnTo>
                    <a:pt x="6551627" y="3116972"/>
                  </a:lnTo>
                  <a:lnTo>
                    <a:pt x="6550771" y="3116972"/>
                  </a:lnTo>
                  <a:lnTo>
                    <a:pt x="6549916" y="3116972"/>
                  </a:lnTo>
                  <a:lnTo>
                    <a:pt x="6549060" y="3116972"/>
                  </a:lnTo>
                  <a:lnTo>
                    <a:pt x="6548205" y="3116972"/>
                  </a:lnTo>
                  <a:lnTo>
                    <a:pt x="6547349" y="3116972"/>
                  </a:lnTo>
                  <a:lnTo>
                    <a:pt x="6546494" y="3116972"/>
                  </a:lnTo>
                  <a:lnTo>
                    <a:pt x="6545638" y="3116972"/>
                  </a:lnTo>
                  <a:lnTo>
                    <a:pt x="6544783" y="3116972"/>
                  </a:lnTo>
                  <a:lnTo>
                    <a:pt x="6543927" y="3116972"/>
                  </a:lnTo>
                  <a:lnTo>
                    <a:pt x="6543072" y="3116972"/>
                  </a:lnTo>
                  <a:lnTo>
                    <a:pt x="6542216" y="3116972"/>
                  </a:lnTo>
                  <a:lnTo>
                    <a:pt x="6541360" y="3116972"/>
                  </a:lnTo>
                  <a:lnTo>
                    <a:pt x="6540505" y="3116972"/>
                  </a:lnTo>
                  <a:lnTo>
                    <a:pt x="6539649" y="3116972"/>
                  </a:lnTo>
                  <a:lnTo>
                    <a:pt x="6538794" y="3116972"/>
                  </a:lnTo>
                  <a:lnTo>
                    <a:pt x="6537938" y="3116972"/>
                  </a:lnTo>
                  <a:lnTo>
                    <a:pt x="6537083" y="3116972"/>
                  </a:lnTo>
                  <a:lnTo>
                    <a:pt x="6536227" y="3116972"/>
                  </a:lnTo>
                  <a:lnTo>
                    <a:pt x="6535372" y="3116972"/>
                  </a:lnTo>
                  <a:lnTo>
                    <a:pt x="6534516" y="3116972"/>
                  </a:lnTo>
                  <a:lnTo>
                    <a:pt x="6533661" y="3116972"/>
                  </a:lnTo>
                  <a:lnTo>
                    <a:pt x="6532805" y="3116972"/>
                  </a:lnTo>
                  <a:lnTo>
                    <a:pt x="6531950" y="3116972"/>
                  </a:lnTo>
                  <a:lnTo>
                    <a:pt x="6531094" y="3116972"/>
                  </a:lnTo>
                  <a:lnTo>
                    <a:pt x="6530239" y="3116972"/>
                  </a:lnTo>
                  <a:lnTo>
                    <a:pt x="6529383" y="3116972"/>
                  </a:lnTo>
                  <a:lnTo>
                    <a:pt x="6528528" y="3116972"/>
                  </a:lnTo>
                  <a:lnTo>
                    <a:pt x="6527672" y="3116972"/>
                  </a:lnTo>
                  <a:lnTo>
                    <a:pt x="6526817" y="3116972"/>
                  </a:lnTo>
                  <a:lnTo>
                    <a:pt x="6525961" y="3116972"/>
                  </a:lnTo>
                  <a:lnTo>
                    <a:pt x="6525105" y="3116972"/>
                  </a:lnTo>
                  <a:lnTo>
                    <a:pt x="6524250" y="3116972"/>
                  </a:lnTo>
                  <a:lnTo>
                    <a:pt x="6523394" y="3116972"/>
                  </a:lnTo>
                  <a:lnTo>
                    <a:pt x="6522539" y="3116972"/>
                  </a:lnTo>
                  <a:lnTo>
                    <a:pt x="6521683" y="3116972"/>
                  </a:lnTo>
                  <a:lnTo>
                    <a:pt x="6520828" y="3116972"/>
                  </a:lnTo>
                  <a:lnTo>
                    <a:pt x="6519972" y="3116972"/>
                  </a:lnTo>
                  <a:lnTo>
                    <a:pt x="6519117" y="3116972"/>
                  </a:lnTo>
                  <a:lnTo>
                    <a:pt x="6518261" y="3116972"/>
                  </a:lnTo>
                  <a:lnTo>
                    <a:pt x="6517406" y="3116972"/>
                  </a:lnTo>
                  <a:lnTo>
                    <a:pt x="6516550" y="3116972"/>
                  </a:lnTo>
                  <a:lnTo>
                    <a:pt x="6515695" y="3116972"/>
                  </a:lnTo>
                  <a:lnTo>
                    <a:pt x="6514839" y="3116972"/>
                  </a:lnTo>
                  <a:lnTo>
                    <a:pt x="6513984" y="3116972"/>
                  </a:lnTo>
                  <a:lnTo>
                    <a:pt x="6513128" y="3116972"/>
                  </a:lnTo>
                  <a:lnTo>
                    <a:pt x="6512273" y="3116972"/>
                  </a:lnTo>
                  <a:lnTo>
                    <a:pt x="6511417" y="3116972"/>
                  </a:lnTo>
                  <a:lnTo>
                    <a:pt x="6510562" y="3116972"/>
                  </a:lnTo>
                  <a:lnTo>
                    <a:pt x="6509706" y="3116972"/>
                  </a:lnTo>
                  <a:lnTo>
                    <a:pt x="6508850" y="3116972"/>
                  </a:lnTo>
                  <a:lnTo>
                    <a:pt x="6507995" y="3116972"/>
                  </a:lnTo>
                  <a:lnTo>
                    <a:pt x="6507139" y="3116972"/>
                  </a:lnTo>
                  <a:lnTo>
                    <a:pt x="6506284" y="3116972"/>
                  </a:lnTo>
                  <a:lnTo>
                    <a:pt x="6505428" y="3116972"/>
                  </a:lnTo>
                  <a:lnTo>
                    <a:pt x="6504573" y="3116972"/>
                  </a:lnTo>
                  <a:lnTo>
                    <a:pt x="6503717" y="3116972"/>
                  </a:lnTo>
                  <a:lnTo>
                    <a:pt x="6502862" y="3116972"/>
                  </a:lnTo>
                  <a:lnTo>
                    <a:pt x="6502006" y="3116972"/>
                  </a:lnTo>
                  <a:lnTo>
                    <a:pt x="6501151" y="3116972"/>
                  </a:lnTo>
                  <a:lnTo>
                    <a:pt x="6500295" y="3116972"/>
                  </a:lnTo>
                  <a:lnTo>
                    <a:pt x="6499440" y="3116972"/>
                  </a:lnTo>
                  <a:lnTo>
                    <a:pt x="6498584" y="3116972"/>
                  </a:lnTo>
                  <a:lnTo>
                    <a:pt x="6497729" y="3116972"/>
                  </a:lnTo>
                  <a:lnTo>
                    <a:pt x="6496873" y="3116972"/>
                  </a:lnTo>
                  <a:lnTo>
                    <a:pt x="6496018" y="3116972"/>
                  </a:lnTo>
                  <a:lnTo>
                    <a:pt x="6495162" y="3116972"/>
                  </a:lnTo>
                  <a:lnTo>
                    <a:pt x="6494306" y="3116972"/>
                  </a:lnTo>
                  <a:lnTo>
                    <a:pt x="6493451" y="3116972"/>
                  </a:lnTo>
                  <a:lnTo>
                    <a:pt x="6492595" y="3116972"/>
                  </a:lnTo>
                  <a:lnTo>
                    <a:pt x="6491740" y="3116972"/>
                  </a:lnTo>
                  <a:lnTo>
                    <a:pt x="6490884" y="3116972"/>
                  </a:lnTo>
                  <a:lnTo>
                    <a:pt x="6490029" y="3116972"/>
                  </a:lnTo>
                  <a:lnTo>
                    <a:pt x="6489173" y="3116972"/>
                  </a:lnTo>
                  <a:lnTo>
                    <a:pt x="6488318" y="3116972"/>
                  </a:lnTo>
                  <a:lnTo>
                    <a:pt x="6487462" y="3116972"/>
                  </a:lnTo>
                  <a:lnTo>
                    <a:pt x="6486607" y="3116972"/>
                  </a:lnTo>
                  <a:lnTo>
                    <a:pt x="6485751" y="3116972"/>
                  </a:lnTo>
                  <a:lnTo>
                    <a:pt x="6484896" y="3116972"/>
                  </a:lnTo>
                  <a:lnTo>
                    <a:pt x="6484040" y="3116972"/>
                  </a:lnTo>
                  <a:lnTo>
                    <a:pt x="6483185" y="3116972"/>
                  </a:lnTo>
                  <a:lnTo>
                    <a:pt x="6482329" y="3116972"/>
                  </a:lnTo>
                  <a:lnTo>
                    <a:pt x="6481474" y="3116972"/>
                  </a:lnTo>
                  <a:lnTo>
                    <a:pt x="6480618" y="3116972"/>
                  </a:lnTo>
                  <a:lnTo>
                    <a:pt x="6479763" y="3116972"/>
                  </a:lnTo>
                  <a:lnTo>
                    <a:pt x="6478907" y="3116972"/>
                  </a:lnTo>
                  <a:lnTo>
                    <a:pt x="6478051" y="3116972"/>
                  </a:lnTo>
                  <a:lnTo>
                    <a:pt x="6477196" y="3116972"/>
                  </a:lnTo>
                  <a:lnTo>
                    <a:pt x="6476340" y="3116972"/>
                  </a:lnTo>
                  <a:lnTo>
                    <a:pt x="6475485" y="3116972"/>
                  </a:lnTo>
                  <a:lnTo>
                    <a:pt x="6474629" y="3116972"/>
                  </a:lnTo>
                  <a:lnTo>
                    <a:pt x="6473774" y="3116972"/>
                  </a:lnTo>
                  <a:lnTo>
                    <a:pt x="6472918" y="3116972"/>
                  </a:lnTo>
                  <a:lnTo>
                    <a:pt x="6472063" y="3116972"/>
                  </a:lnTo>
                  <a:lnTo>
                    <a:pt x="6471207" y="3116972"/>
                  </a:lnTo>
                  <a:lnTo>
                    <a:pt x="6470352" y="3116972"/>
                  </a:lnTo>
                  <a:lnTo>
                    <a:pt x="6469496" y="3116972"/>
                  </a:lnTo>
                  <a:lnTo>
                    <a:pt x="6468641" y="3116972"/>
                  </a:lnTo>
                  <a:lnTo>
                    <a:pt x="6467785" y="3116972"/>
                  </a:lnTo>
                  <a:lnTo>
                    <a:pt x="6466930" y="3116972"/>
                  </a:lnTo>
                  <a:lnTo>
                    <a:pt x="6466074" y="3116972"/>
                  </a:lnTo>
                  <a:lnTo>
                    <a:pt x="6465219" y="3116972"/>
                  </a:lnTo>
                  <a:lnTo>
                    <a:pt x="6464363" y="3116972"/>
                  </a:lnTo>
                  <a:lnTo>
                    <a:pt x="6463508" y="3116972"/>
                  </a:lnTo>
                  <a:lnTo>
                    <a:pt x="6462652" y="3116972"/>
                  </a:lnTo>
                  <a:lnTo>
                    <a:pt x="6461796" y="3116972"/>
                  </a:lnTo>
                  <a:lnTo>
                    <a:pt x="6460941" y="3116972"/>
                  </a:lnTo>
                  <a:lnTo>
                    <a:pt x="6460085" y="3116972"/>
                  </a:lnTo>
                  <a:lnTo>
                    <a:pt x="6459230" y="3116972"/>
                  </a:lnTo>
                  <a:lnTo>
                    <a:pt x="6458374" y="3116972"/>
                  </a:lnTo>
                  <a:lnTo>
                    <a:pt x="6457519" y="3116972"/>
                  </a:lnTo>
                  <a:lnTo>
                    <a:pt x="6456663" y="3116972"/>
                  </a:lnTo>
                  <a:lnTo>
                    <a:pt x="6455808" y="3116972"/>
                  </a:lnTo>
                  <a:lnTo>
                    <a:pt x="6454952" y="3116972"/>
                  </a:lnTo>
                  <a:lnTo>
                    <a:pt x="6454097" y="3116972"/>
                  </a:lnTo>
                  <a:lnTo>
                    <a:pt x="6453241" y="3116972"/>
                  </a:lnTo>
                  <a:lnTo>
                    <a:pt x="6452386" y="3116972"/>
                  </a:lnTo>
                  <a:lnTo>
                    <a:pt x="6451530" y="3116972"/>
                  </a:lnTo>
                  <a:lnTo>
                    <a:pt x="6450675" y="3116972"/>
                  </a:lnTo>
                  <a:lnTo>
                    <a:pt x="6449819" y="3116972"/>
                  </a:lnTo>
                  <a:lnTo>
                    <a:pt x="6448964" y="3116972"/>
                  </a:lnTo>
                  <a:lnTo>
                    <a:pt x="6448108" y="3116972"/>
                  </a:lnTo>
                  <a:lnTo>
                    <a:pt x="6447252" y="3116972"/>
                  </a:lnTo>
                  <a:lnTo>
                    <a:pt x="6446397" y="3116972"/>
                  </a:lnTo>
                  <a:lnTo>
                    <a:pt x="6445541" y="3116972"/>
                  </a:lnTo>
                  <a:lnTo>
                    <a:pt x="6444686" y="3116972"/>
                  </a:lnTo>
                  <a:lnTo>
                    <a:pt x="6443830" y="3116972"/>
                  </a:lnTo>
                  <a:lnTo>
                    <a:pt x="6442975" y="3116972"/>
                  </a:lnTo>
                  <a:lnTo>
                    <a:pt x="6442119" y="3116972"/>
                  </a:lnTo>
                  <a:lnTo>
                    <a:pt x="6441264" y="3116972"/>
                  </a:lnTo>
                  <a:lnTo>
                    <a:pt x="6440408" y="3116972"/>
                  </a:lnTo>
                  <a:lnTo>
                    <a:pt x="6439553" y="3116972"/>
                  </a:lnTo>
                  <a:lnTo>
                    <a:pt x="6438697" y="3116972"/>
                  </a:lnTo>
                  <a:lnTo>
                    <a:pt x="6437842" y="3116972"/>
                  </a:lnTo>
                  <a:lnTo>
                    <a:pt x="6436986" y="3116972"/>
                  </a:lnTo>
                  <a:lnTo>
                    <a:pt x="6436131" y="3116972"/>
                  </a:lnTo>
                  <a:lnTo>
                    <a:pt x="6435275" y="3116972"/>
                  </a:lnTo>
                  <a:lnTo>
                    <a:pt x="6434420" y="3116972"/>
                  </a:lnTo>
                  <a:lnTo>
                    <a:pt x="6433564" y="3116972"/>
                  </a:lnTo>
                  <a:lnTo>
                    <a:pt x="6432709" y="3116972"/>
                  </a:lnTo>
                  <a:lnTo>
                    <a:pt x="6431853" y="3116972"/>
                  </a:lnTo>
                  <a:lnTo>
                    <a:pt x="6430997" y="3116972"/>
                  </a:lnTo>
                  <a:lnTo>
                    <a:pt x="6430142" y="3116972"/>
                  </a:lnTo>
                  <a:lnTo>
                    <a:pt x="6429286" y="3116972"/>
                  </a:lnTo>
                  <a:lnTo>
                    <a:pt x="6428431" y="3116972"/>
                  </a:lnTo>
                  <a:lnTo>
                    <a:pt x="6427575" y="3116972"/>
                  </a:lnTo>
                  <a:lnTo>
                    <a:pt x="6426720" y="3116972"/>
                  </a:lnTo>
                  <a:lnTo>
                    <a:pt x="6425864" y="3116972"/>
                  </a:lnTo>
                  <a:lnTo>
                    <a:pt x="6425009" y="3116972"/>
                  </a:lnTo>
                  <a:lnTo>
                    <a:pt x="6424153" y="3116972"/>
                  </a:lnTo>
                  <a:lnTo>
                    <a:pt x="6423298" y="3116972"/>
                  </a:lnTo>
                  <a:lnTo>
                    <a:pt x="6422442" y="3116972"/>
                  </a:lnTo>
                  <a:lnTo>
                    <a:pt x="6421587" y="3116972"/>
                  </a:lnTo>
                  <a:lnTo>
                    <a:pt x="6420731" y="3116972"/>
                  </a:lnTo>
                  <a:lnTo>
                    <a:pt x="6419876" y="3116972"/>
                  </a:lnTo>
                  <a:lnTo>
                    <a:pt x="6419020" y="3116972"/>
                  </a:lnTo>
                  <a:lnTo>
                    <a:pt x="6418165" y="3116972"/>
                  </a:lnTo>
                  <a:lnTo>
                    <a:pt x="6417309" y="3116972"/>
                  </a:lnTo>
                  <a:lnTo>
                    <a:pt x="6416454" y="3116972"/>
                  </a:lnTo>
                  <a:lnTo>
                    <a:pt x="6415598" y="3116972"/>
                  </a:lnTo>
                  <a:lnTo>
                    <a:pt x="6414742" y="3116972"/>
                  </a:lnTo>
                  <a:lnTo>
                    <a:pt x="6413887" y="3116972"/>
                  </a:lnTo>
                  <a:lnTo>
                    <a:pt x="6413031" y="3116972"/>
                  </a:lnTo>
                  <a:lnTo>
                    <a:pt x="6412176" y="3116972"/>
                  </a:lnTo>
                  <a:lnTo>
                    <a:pt x="6411320" y="3116972"/>
                  </a:lnTo>
                  <a:lnTo>
                    <a:pt x="6410465" y="3116972"/>
                  </a:lnTo>
                  <a:lnTo>
                    <a:pt x="6409609" y="3116972"/>
                  </a:lnTo>
                  <a:lnTo>
                    <a:pt x="6408754" y="3116972"/>
                  </a:lnTo>
                  <a:lnTo>
                    <a:pt x="6407898" y="3116972"/>
                  </a:lnTo>
                  <a:lnTo>
                    <a:pt x="6407043" y="3116972"/>
                  </a:lnTo>
                  <a:lnTo>
                    <a:pt x="6406187" y="3116972"/>
                  </a:lnTo>
                  <a:lnTo>
                    <a:pt x="6405332" y="3116972"/>
                  </a:lnTo>
                  <a:lnTo>
                    <a:pt x="6404476" y="3116972"/>
                  </a:lnTo>
                  <a:lnTo>
                    <a:pt x="6403621" y="3116972"/>
                  </a:lnTo>
                  <a:lnTo>
                    <a:pt x="6402765" y="3116972"/>
                  </a:lnTo>
                  <a:lnTo>
                    <a:pt x="6401910" y="3116972"/>
                  </a:lnTo>
                  <a:lnTo>
                    <a:pt x="6401054" y="3116972"/>
                  </a:lnTo>
                  <a:lnTo>
                    <a:pt x="6400199" y="3116972"/>
                  </a:lnTo>
                  <a:lnTo>
                    <a:pt x="6399343" y="3116972"/>
                  </a:lnTo>
                  <a:lnTo>
                    <a:pt x="6398487" y="3116972"/>
                  </a:lnTo>
                  <a:lnTo>
                    <a:pt x="6397632" y="3116972"/>
                  </a:lnTo>
                  <a:lnTo>
                    <a:pt x="6396776" y="3116972"/>
                  </a:lnTo>
                  <a:lnTo>
                    <a:pt x="6395921" y="3116972"/>
                  </a:lnTo>
                  <a:lnTo>
                    <a:pt x="6395065" y="3116972"/>
                  </a:lnTo>
                  <a:lnTo>
                    <a:pt x="6394210" y="3116972"/>
                  </a:lnTo>
                  <a:lnTo>
                    <a:pt x="6393354" y="3116972"/>
                  </a:lnTo>
                  <a:lnTo>
                    <a:pt x="6392499" y="3116972"/>
                  </a:lnTo>
                  <a:lnTo>
                    <a:pt x="6391643" y="3116972"/>
                  </a:lnTo>
                  <a:lnTo>
                    <a:pt x="6390788" y="3116972"/>
                  </a:lnTo>
                  <a:lnTo>
                    <a:pt x="6389932" y="3116972"/>
                  </a:lnTo>
                  <a:lnTo>
                    <a:pt x="6389077" y="3116972"/>
                  </a:lnTo>
                  <a:lnTo>
                    <a:pt x="6388221" y="3116972"/>
                  </a:lnTo>
                  <a:lnTo>
                    <a:pt x="6387366" y="3116972"/>
                  </a:lnTo>
                  <a:lnTo>
                    <a:pt x="6386510" y="3116972"/>
                  </a:lnTo>
                  <a:lnTo>
                    <a:pt x="6385655" y="3116972"/>
                  </a:lnTo>
                  <a:lnTo>
                    <a:pt x="6384799" y="3116972"/>
                  </a:lnTo>
                  <a:lnTo>
                    <a:pt x="6383943" y="3116972"/>
                  </a:lnTo>
                  <a:lnTo>
                    <a:pt x="6383088" y="3116972"/>
                  </a:lnTo>
                  <a:lnTo>
                    <a:pt x="6382232" y="3116972"/>
                  </a:lnTo>
                  <a:lnTo>
                    <a:pt x="6381377" y="3116972"/>
                  </a:lnTo>
                  <a:lnTo>
                    <a:pt x="6380521" y="3116972"/>
                  </a:lnTo>
                  <a:lnTo>
                    <a:pt x="6379666" y="3116972"/>
                  </a:lnTo>
                  <a:lnTo>
                    <a:pt x="6378810" y="3116972"/>
                  </a:lnTo>
                  <a:lnTo>
                    <a:pt x="6377955" y="3116972"/>
                  </a:lnTo>
                  <a:lnTo>
                    <a:pt x="6377099" y="3116972"/>
                  </a:lnTo>
                  <a:lnTo>
                    <a:pt x="6376244" y="3116972"/>
                  </a:lnTo>
                  <a:lnTo>
                    <a:pt x="6375388" y="3116972"/>
                  </a:lnTo>
                  <a:lnTo>
                    <a:pt x="6374533" y="3116972"/>
                  </a:lnTo>
                  <a:lnTo>
                    <a:pt x="6373677" y="3116972"/>
                  </a:lnTo>
                  <a:lnTo>
                    <a:pt x="6372822" y="3116972"/>
                  </a:lnTo>
                  <a:lnTo>
                    <a:pt x="6371966" y="3116972"/>
                  </a:lnTo>
                  <a:lnTo>
                    <a:pt x="6371111" y="3116972"/>
                  </a:lnTo>
                  <a:lnTo>
                    <a:pt x="6370255" y="3116972"/>
                  </a:lnTo>
                  <a:lnTo>
                    <a:pt x="6369400" y="3116972"/>
                  </a:lnTo>
                  <a:lnTo>
                    <a:pt x="6368544" y="3116972"/>
                  </a:lnTo>
                  <a:lnTo>
                    <a:pt x="6367688" y="3116972"/>
                  </a:lnTo>
                  <a:lnTo>
                    <a:pt x="6366833" y="3116972"/>
                  </a:lnTo>
                  <a:lnTo>
                    <a:pt x="6365977" y="3116972"/>
                  </a:lnTo>
                  <a:lnTo>
                    <a:pt x="6365122" y="3116972"/>
                  </a:lnTo>
                  <a:lnTo>
                    <a:pt x="6364266" y="3116972"/>
                  </a:lnTo>
                  <a:lnTo>
                    <a:pt x="6363411" y="3116972"/>
                  </a:lnTo>
                  <a:lnTo>
                    <a:pt x="6362555" y="3116972"/>
                  </a:lnTo>
                  <a:lnTo>
                    <a:pt x="6361700" y="3116972"/>
                  </a:lnTo>
                  <a:lnTo>
                    <a:pt x="6360844" y="3116972"/>
                  </a:lnTo>
                  <a:lnTo>
                    <a:pt x="6359989" y="3116972"/>
                  </a:lnTo>
                  <a:lnTo>
                    <a:pt x="6359133" y="3116972"/>
                  </a:lnTo>
                  <a:lnTo>
                    <a:pt x="6358278" y="3116972"/>
                  </a:lnTo>
                  <a:lnTo>
                    <a:pt x="6357422" y="3116972"/>
                  </a:lnTo>
                  <a:lnTo>
                    <a:pt x="6356567" y="3116972"/>
                  </a:lnTo>
                  <a:lnTo>
                    <a:pt x="6355711" y="3116972"/>
                  </a:lnTo>
                  <a:lnTo>
                    <a:pt x="6354856" y="3116972"/>
                  </a:lnTo>
                  <a:lnTo>
                    <a:pt x="6354000" y="3116972"/>
                  </a:lnTo>
                  <a:lnTo>
                    <a:pt x="6353145" y="3116972"/>
                  </a:lnTo>
                  <a:lnTo>
                    <a:pt x="6352289" y="3116972"/>
                  </a:lnTo>
                  <a:lnTo>
                    <a:pt x="6351433" y="3116972"/>
                  </a:lnTo>
                  <a:lnTo>
                    <a:pt x="6350578" y="3116972"/>
                  </a:lnTo>
                  <a:lnTo>
                    <a:pt x="6349722" y="3116972"/>
                  </a:lnTo>
                  <a:lnTo>
                    <a:pt x="6348867" y="3116972"/>
                  </a:lnTo>
                  <a:lnTo>
                    <a:pt x="6348011" y="3116972"/>
                  </a:lnTo>
                  <a:lnTo>
                    <a:pt x="6347156" y="3116972"/>
                  </a:lnTo>
                  <a:lnTo>
                    <a:pt x="6346300" y="3116972"/>
                  </a:lnTo>
                  <a:lnTo>
                    <a:pt x="6345445" y="3116972"/>
                  </a:lnTo>
                  <a:lnTo>
                    <a:pt x="6344589" y="3116972"/>
                  </a:lnTo>
                  <a:lnTo>
                    <a:pt x="6343734" y="3116972"/>
                  </a:lnTo>
                  <a:lnTo>
                    <a:pt x="6342878" y="3116972"/>
                  </a:lnTo>
                  <a:lnTo>
                    <a:pt x="6342023" y="3116972"/>
                  </a:lnTo>
                  <a:lnTo>
                    <a:pt x="6341167" y="3116972"/>
                  </a:lnTo>
                  <a:lnTo>
                    <a:pt x="6340312" y="3116972"/>
                  </a:lnTo>
                  <a:lnTo>
                    <a:pt x="6339456" y="3116972"/>
                  </a:lnTo>
                  <a:lnTo>
                    <a:pt x="6338601" y="3116972"/>
                  </a:lnTo>
                  <a:lnTo>
                    <a:pt x="6337745" y="3116972"/>
                  </a:lnTo>
                  <a:lnTo>
                    <a:pt x="6336889" y="3116972"/>
                  </a:lnTo>
                  <a:lnTo>
                    <a:pt x="6336034" y="3116972"/>
                  </a:lnTo>
                  <a:lnTo>
                    <a:pt x="6335178" y="3116972"/>
                  </a:lnTo>
                  <a:lnTo>
                    <a:pt x="6334323" y="3116972"/>
                  </a:lnTo>
                  <a:lnTo>
                    <a:pt x="6333467" y="3116972"/>
                  </a:lnTo>
                  <a:lnTo>
                    <a:pt x="6332612" y="3116972"/>
                  </a:lnTo>
                  <a:lnTo>
                    <a:pt x="6331756" y="3116972"/>
                  </a:lnTo>
                  <a:lnTo>
                    <a:pt x="6330901" y="3116972"/>
                  </a:lnTo>
                  <a:lnTo>
                    <a:pt x="6330045" y="3116972"/>
                  </a:lnTo>
                  <a:lnTo>
                    <a:pt x="6329190" y="3116972"/>
                  </a:lnTo>
                  <a:lnTo>
                    <a:pt x="6328334" y="3116972"/>
                  </a:lnTo>
                  <a:lnTo>
                    <a:pt x="6327479" y="3116972"/>
                  </a:lnTo>
                  <a:lnTo>
                    <a:pt x="6326623" y="3116972"/>
                  </a:lnTo>
                  <a:lnTo>
                    <a:pt x="6325768" y="3116972"/>
                  </a:lnTo>
                  <a:lnTo>
                    <a:pt x="6324912" y="3116972"/>
                  </a:lnTo>
                  <a:lnTo>
                    <a:pt x="6324057" y="3116972"/>
                  </a:lnTo>
                  <a:lnTo>
                    <a:pt x="6323201" y="3116972"/>
                  </a:lnTo>
                  <a:lnTo>
                    <a:pt x="6322346" y="3116972"/>
                  </a:lnTo>
                  <a:lnTo>
                    <a:pt x="6321490" y="3116972"/>
                  </a:lnTo>
                  <a:lnTo>
                    <a:pt x="6320634" y="3116972"/>
                  </a:lnTo>
                  <a:lnTo>
                    <a:pt x="6319779" y="3116972"/>
                  </a:lnTo>
                  <a:lnTo>
                    <a:pt x="6318923" y="3116972"/>
                  </a:lnTo>
                  <a:lnTo>
                    <a:pt x="6318068" y="3116972"/>
                  </a:lnTo>
                  <a:lnTo>
                    <a:pt x="6317212" y="3116972"/>
                  </a:lnTo>
                  <a:lnTo>
                    <a:pt x="6316357" y="3116972"/>
                  </a:lnTo>
                  <a:lnTo>
                    <a:pt x="6315501" y="3116972"/>
                  </a:lnTo>
                  <a:lnTo>
                    <a:pt x="6314646" y="3116972"/>
                  </a:lnTo>
                  <a:lnTo>
                    <a:pt x="6313790" y="3116972"/>
                  </a:lnTo>
                  <a:lnTo>
                    <a:pt x="6312935" y="3116972"/>
                  </a:lnTo>
                  <a:lnTo>
                    <a:pt x="6312079" y="3116972"/>
                  </a:lnTo>
                  <a:lnTo>
                    <a:pt x="6311224" y="3116972"/>
                  </a:lnTo>
                  <a:lnTo>
                    <a:pt x="6310368" y="3116972"/>
                  </a:lnTo>
                  <a:lnTo>
                    <a:pt x="6309513" y="3116972"/>
                  </a:lnTo>
                  <a:lnTo>
                    <a:pt x="6308657" y="3116972"/>
                  </a:lnTo>
                  <a:lnTo>
                    <a:pt x="6307802" y="3116972"/>
                  </a:lnTo>
                  <a:lnTo>
                    <a:pt x="6306946" y="3116972"/>
                  </a:lnTo>
                  <a:lnTo>
                    <a:pt x="6306091" y="3116972"/>
                  </a:lnTo>
                  <a:lnTo>
                    <a:pt x="6305235" y="3116972"/>
                  </a:lnTo>
                  <a:lnTo>
                    <a:pt x="6304379" y="3116972"/>
                  </a:lnTo>
                  <a:lnTo>
                    <a:pt x="6303524" y="3116972"/>
                  </a:lnTo>
                  <a:lnTo>
                    <a:pt x="6302668" y="3116972"/>
                  </a:lnTo>
                  <a:lnTo>
                    <a:pt x="6301813" y="3116972"/>
                  </a:lnTo>
                  <a:lnTo>
                    <a:pt x="6300957" y="3116972"/>
                  </a:lnTo>
                  <a:lnTo>
                    <a:pt x="6300102" y="3116972"/>
                  </a:lnTo>
                  <a:lnTo>
                    <a:pt x="6299246" y="3116972"/>
                  </a:lnTo>
                  <a:lnTo>
                    <a:pt x="6298391" y="3116972"/>
                  </a:lnTo>
                  <a:lnTo>
                    <a:pt x="6297535" y="3116972"/>
                  </a:lnTo>
                  <a:lnTo>
                    <a:pt x="6296680" y="3116972"/>
                  </a:lnTo>
                  <a:lnTo>
                    <a:pt x="6295824" y="3116972"/>
                  </a:lnTo>
                  <a:lnTo>
                    <a:pt x="6294969" y="3116972"/>
                  </a:lnTo>
                  <a:lnTo>
                    <a:pt x="6294113" y="3116972"/>
                  </a:lnTo>
                  <a:lnTo>
                    <a:pt x="6293258" y="3116972"/>
                  </a:lnTo>
                  <a:lnTo>
                    <a:pt x="6292402" y="3116972"/>
                  </a:lnTo>
                  <a:lnTo>
                    <a:pt x="6291547" y="3116972"/>
                  </a:lnTo>
                  <a:lnTo>
                    <a:pt x="6290691" y="3116972"/>
                  </a:lnTo>
                  <a:lnTo>
                    <a:pt x="6289835" y="3116972"/>
                  </a:lnTo>
                  <a:lnTo>
                    <a:pt x="6288980" y="3116972"/>
                  </a:lnTo>
                  <a:lnTo>
                    <a:pt x="6288124" y="3116972"/>
                  </a:lnTo>
                  <a:lnTo>
                    <a:pt x="6287269" y="3116972"/>
                  </a:lnTo>
                  <a:lnTo>
                    <a:pt x="6286413" y="3116972"/>
                  </a:lnTo>
                  <a:lnTo>
                    <a:pt x="6285558" y="3116972"/>
                  </a:lnTo>
                  <a:lnTo>
                    <a:pt x="6284702" y="3116972"/>
                  </a:lnTo>
                  <a:lnTo>
                    <a:pt x="6283847" y="3116972"/>
                  </a:lnTo>
                  <a:lnTo>
                    <a:pt x="6282991" y="3116972"/>
                  </a:lnTo>
                  <a:lnTo>
                    <a:pt x="6282136" y="3116972"/>
                  </a:lnTo>
                  <a:lnTo>
                    <a:pt x="6281280" y="3116972"/>
                  </a:lnTo>
                  <a:lnTo>
                    <a:pt x="6280425" y="3116972"/>
                  </a:lnTo>
                  <a:lnTo>
                    <a:pt x="6279569" y="3116972"/>
                  </a:lnTo>
                  <a:lnTo>
                    <a:pt x="6278714" y="3116972"/>
                  </a:lnTo>
                  <a:lnTo>
                    <a:pt x="6277858" y="3116972"/>
                  </a:lnTo>
                  <a:lnTo>
                    <a:pt x="6277003" y="3116972"/>
                  </a:lnTo>
                  <a:lnTo>
                    <a:pt x="6276147" y="3116972"/>
                  </a:lnTo>
                  <a:lnTo>
                    <a:pt x="6275292" y="3116972"/>
                  </a:lnTo>
                  <a:lnTo>
                    <a:pt x="6274436" y="3116972"/>
                  </a:lnTo>
                  <a:lnTo>
                    <a:pt x="6273580" y="3116972"/>
                  </a:lnTo>
                  <a:lnTo>
                    <a:pt x="6272725" y="3116972"/>
                  </a:lnTo>
                  <a:lnTo>
                    <a:pt x="6271869" y="3116972"/>
                  </a:lnTo>
                  <a:lnTo>
                    <a:pt x="6271014" y="3116972"/>
                  </a:lnTo>
                  <a:lnTo>
                    <a:pt x="6270158" y="3116972"/>
                  </a:lnTo>
                  <a:lnTo>
                    <a:pt x="6269303" y="3116972"/>
                  </a:lnTo>
                  <a:lnTo>
                    <a:pt x="6268447" y="3116972"/>
                  </a:lnTo>
                  <a:lnTo>
                    <a:pt x="6267592" y="3116972"/>
                  </a:lnTo>
                  <a:lnTo>
                    <a:pt x="6266736" y="3116972"/>
                  </a:lnTo>
                  <a:lnTo>
                    <a:pt x="6265881" y="3116972"/>
                  </a:lnTo>
                  <a:lnTo>
                    <a:pt x="6265025" y="3116972"/>
                  </a:lnTo>
                  <a:lnTo>
                    <a:pt x="6264170" y="3116972"/>
                  </a:lnTo>
                  <a:lnTo>
                    <a:pt x="6263314" y="3116972"/>
                  </a:lnTo>
                  <a:lnTo>
                    <a:pt x="6262459" y="3116972"/>
                  </a:lnTo>
                  <a:lnTo>
                    <a:pt x="6261603" y="3116972"/>
                  </a:lnTo>
                  <a:lnTo>
                    <a:pt x="6260748" y="3116972"/>
                  </a:lnTo>
                  <a:lnTo>
                    <a:pt x="6259892" y="3116972"/>
                  </a:lnTo>
                  <a:lnTo>
                    <a:pt x="6259037" y="3116972"/>
                  </a:lnTo>
                  <a:lnTo>
                    <a:pt x="6258181" y="3116972"/>
                  </a:lnTo>
                  <a:lnTo>
                    <a:pt x="6257325" y="3116972"/>
                  </a:lnTo>
                  <a:lnTo>
                    <a:pt x="6256470" y="3116972"/>
                  </a:lnTo>
                  <a:lnTo>
                    <a:pt x="6255614" y="3116972"/>
                  </a:lnTo>
                  <a:lnTo>
                    <a:pt x="6254759" y="3116972"/>
                  </a:lnTo>
                  <a:lnTo>
                    <a:pt x="6253903" y="3116972"/>
                  </a:lnTo>
                  <a:lnTo>
                    <a:pt x="6253048" y="3116972"/>
                  </a:lnTo>
                  <a:lnTo>
                    <a:pt x="6252192" y="3116972"/>
                  </a:lnTo>
                  <a:lnTo>
                    <a:pt x="6251337" y="3116972"/>
                  </a:lnTo>
                  <a:lnTo>
                    <a:pt x="6250481" y="3116972"/>
                  </a:lnTo>
                  <a:lnTo>
                    <a:pt x="6249626" y="3116972"/>
                  </a:lnTo>
                  <a:lnTo>
                    <a:pt x="6248770" y="3116972"/>
                  </a:lnTo>
                  <a:lnTo>
                    <a:pt x="6247915" y="3116972"/>
                  </a:lnTo>
                  <a:lnTo>
                    <a:pt x="6247059" y="3116972"/>
                  </a:lnTo>
                  <a:lnTo>
                    <a:pt x="6246204" y="3116972"/>
                  </a:lnTo>
                  <a:lnTo>
                    <a:pt x="6245348" y="3116972"/>
                  </a:lnTo>
                  <a:lnTo>
                    <a:pt x="6244493" y="3116972"/>
                  </a:lnTo>
                  <a:lnTo>
                    <a:pt x="6243637" y="3116972"/>
                  </a:lnTo>
                  <a:lnTo>
                    <a:pt x="6242781" y="3116972"/>
                  </a:lnTo>
                  <a:lnTo>
                    <a:pt x="6241926" y="3116972"/>
                  </a:lnTo>
                  <a:lnTo>
                    <a:pt x="6241070" y="3116972"/>
                  </a:lnTo>
                  <a:lnTo>
                    <a:pt x="6240215" y="3116972"/>
                  </a:lnTo>
                  <a:lnTo>
                    <a:pt x="6239359" y="3116972"/>
                  </a:lnTo>
                  <a:lnTo>
                    <a:pt x="6238504" y="3116972"/>
                  </a:lnTo>
                  <a:lnTo>
                    <a:pt x="6237648" y="3116972"/>
                  </a:lnTo>
                  <a:lnTo>
                    <a:pt x="6236793" y="3116972"/>
                  </a:lnTo>
                  <a:lnTo>
                    <a:pt x="6235937" y="3116972"/>
                  </a:lnTo>
                  <a:lnTo>
                    <a:pt x="6235082" y="3116972"/>
                  </a:lnTo>
                  <a:lnTo>
                    <a:pt x="6234226" y="3116972"/>
                  </a:lnTo>
                  <a:lnTo>
                    <a:pt x="6233371" y="3116972"/>
                  </a:lnTo>
                  <a:lnTo>
                    <a:pt x="6232515" y="3116972"/>
                  </a:lnTo>
                  <a:lnTo>
                    <a:pt x="6231660" y="3116972"/>
                  </a:lnTo>
                  <a:lnTo>
                    <a:pt x="6230804" y="3116972"/>
                  </a:lnTo>
                  <a:lnTo>
                    <a:pt x="6229949" y="3116972"/>
                  </a:lnTo>
                  <a:lnTo>
                    <a:pt x="6229093" y="3116972"/>
                  </a:lnTo>
                  <a:lnTo>
                    <a:pt x="6228238" y="3116972"/>
                  </a:lnTo>
                  <a:lnTo>
                    <a:pt x="6227382" y="3116972"/>
                  </a:lnTo>
                  <a:lnTo>
                    <a:pt x="6226526" y="3116972"/>
                  </a:lnTo>
                  <a:lnTo>
                    <a:pt x="6225671" y="3116972"/>
                  </a:lnTo>
                  <a:lnTo>
                    <a:pt x="6224815" y="3116972"/>
                  </a:lnTo>
                  <a:lnTo>
                    <a:pt x="6223960" y="3116972"/>
                  </a:lnTo>
                  <a:lnTo>
                    <a:pt x="6223104" y="3116972"/>
                  </a:lnTo>
                  <a:lnTo>
                    <a:pt x="6222249" y="3116972"/>
                  </a:lnTo>
                  <a:lnTo>
                    <a:pt x="6221393" y="3116972"/>
                  </a:lnTo>
                  <a:lnTo>
                    <a:pt x="6220538" y="3116972"/>
                  </a:lnTo>
                  <a:lnTo>
                    <a:pt x="6219682" y="3116972"/>
                  </a:lnTo>
                  <a:lnTo>
                    <a:pt x="6218827" y="3116972"/>
                  </a:lnTo>
                  <a:lnTo>
                    <a:pt x="6217971" y="3116972"/>
                  </a:lnTo>
                  <a:lnTo>
                    <a:pt x="6217116" y="3116972"/>
                  </a:lnTo>
                  <a:lnTo>
                    <a:pt x="6216260" y="3116972"/>
                  </a:lnTo>
                  <a:lnTo>
                    <a:pt x="6215405" y="3116972"/>
                  </a:lnTo>
                  <a:lnTo>
                    <a:pt x="6214549" y="3116972"/>
                  </a:lnTo>
                  <a:lnTo>
                    <a:pt x="6213694" y="3116972"/>
                  </a:lnTo>
                  <a:lnTo>
                    <a:pt x="6212838" y="3116972"/>
                  </a:lnTo>
                  <a:lnTo>
                    <a:pt x="6211983" y="3116972"/>
                  </a:lnTo>
                  <a:lnTo>
                    <a:pt x="6211127" y="3116972"/>
                  </a:lnTo>
                  <a:lnTo>
                    <a:pt x="6210271" y="3116972"/>
                  </a:lnTo>
                  <a:lnTo>
                    <a:pt x="6209416" y="3116972"/>
                  </a:lnTo>
                  <a:lnTo>
                    <a:pt x="6208560" y="3116972"/>
                  </a:lnTo>
                  <a:lnTo>
                    <a:pt x="6207705" y="3116972"/>
                  </a:lnTo>
                  <a:lnTo>
                    <a:pt x="6206849" y="3116972"/>
                  </a:lnTo>
                  <a:lnTo>
                    <a:pt x="6205994" y="3116972"/>
                  </a:lnTo>
                  <a:lnTo>
                    <a:pt x="6205138" y="3116972"/>
                  </a:lnTo>
                  <a:lnTo>
                    <a:pt x="6204283" y="3116972"/>
                  </a:lnTo>
                  <a:lnTo>
                    <a:pt x="6203427" y="3116972"/>
                  </a:lnTo>
                  <a:lnTo>
                    <a:pt x="6202572" y="3116972"/>
                  </a:lnTo>
                  <a:lnTo>
                    <a:pt x="6201716" y="3116972"/>
                  </a:lnTo>
                  <a:lnTo>
                    <a:pt x="6200861" y="3116972"/>
                  </a:lnTo>
                  <a:lnTo>
                    <a:pt x="6200005" y="3116972"/>
                  </a:lnTo>
                  <a:lnTo>
                    <a:pt x="6199150" y="3116972"/>
                  </a:lnTo>
                  <a:lnTo>
                    <a:pt x="6198294" y="3116972"/>
                  </a:lnTo>
                  <a:lnTo>
                    <a:pt x="6197439" y="3116972"/>
                  </a:lnTo>
                  <a:lnTo>
                    <a:pt x="6196583" y="3116972"/>
                  </a:lnTo>
                  <a:lnTo>
                    <a:pt x="6195728" y="3116972"/>
                  </a:lnTo>
                  <a:lnTo>
                    <a:pt x="6194872" y="3116972"/>
                  </a:lnTo>
                  <a:lnTo>
                    <a:pt x="6194016" y="3116972"/>
                  </a:lnTo>
                  <a:lnTo>
                    <a:pt x="6193161" y="3116972"/>
                  </a:lnTo>
                  <a:lnTo>
                    <a:pt x="6192305" y="3116972"/>
                  </a:lnTo>
                  <a:lnTo>
                    <a:pt x="6191450" y="3116972"/>
                  </a:lnTo>
                  <a:lnTo>
                    <a:pt x="6190594" y="3116972"/>
                  </a:lnTo>
                  <a:lnTo>
                    <a:pt x="6189739" y="3116972"/>
                  </a:lnTo>
                  <a:lnTo>
                    <a:pt x="6188883" y="3116972"/>
                  </a:lnTo>
                  <a:lnTo>
                    <a:pt x="6188028" y="3116972"/>
                  </a:lnTo>
                  <a:lnTo>
                    <a:pt x="6187172" y="3116972"/>
                  </a:lnTo>
                  <a:lnTo>
                    <a:pt x="6186317" y="3116972"/>
                  </a:lnTo>
                  <a:lnTo>
                    <a:pt x="6185461" y="3116972"/>
                  </a:lnTo>
                  <a:lnTo>
                    <a:pt x="6184606" y="3116972"/>
                  </a:lnTo>
                  <a:lnTo>
                    <a:pt x="6183750" y="3116972"/>
                  </a:lnTo>
                  <a:lnTo>
                    <a:pt x="6182895" y="3116972"/>
                  </a:lnTo>
                  <a:lnTo>
                    <a:pt x="6182039" y="3116972"/>
                  </a:lnTo>
                  <a:lnTo>
                    <a:pt x="6181184" y="3116972"/>
                  </a:lnTo>
                  <a:lnTo>
                    <a:pt x="6180328" y="3116972"/>
                  </a:lnTo>
                  <a:lnTo>
                    <a:pt x="6179472" y="3116972"/>
                  </a:lnTo>
                  <a:lnTo>
                    <a:pt x="6178617" y="3116972"/>
                  </a:lnTo>
                  <a:lnTo>
                    <a:pt x="6177761" y="3116972"/>
                  </a:lnTo>
                  <a:lnTo>
                    <a:pt x="6176906" y="3116972"/>
                  </a:lnTo>
                  <a:lnTo>
                    <a:pt x="6176050" y="3116972"/>
                  </a:lnTo>
                  <a:lnTo>
                    <a:pt x="6175195" y="3116972"/>
                  </a:lnTo>
                  <a:lnTo>
                    <a:pt x="6174339" y="3116972"/>
                  </a:lnTo>
                  <a:lnTo>
                    <a:pt x="6173484" y="3116972"/>
                  </a:lnTo>
                  <a:lnTo>
                    <a:pt x="6172628" y="3116972"/>
                  </a:lnTo>
                  <a:lnTo>
                    <a:pt x="6171773" y="3116972"/>
                  </a:lnTo>
                  <a:lnTo>
                    <a:pt x="6170917" y="3116972"/>
                  </a:lnTo>
                  <a:lnTo>
                    <a:pt x="6170062" y="3116972"/>
                  </a:lnTo>
                  <a:lnTo>
                    <a:pt x="6169206" y="3116972"/>
                  </a:lnTo>
                  <a:lnTo>
                    <a:pt x="6168351" y="3116972"/>
                  </a:lnTo>
                  <a:lnTo>
                    <a:pt x="6167495" y="3116972"/>
                  </a:lnTo>
                  <a:lnTo>
                    <a:pt x="6166640" y="3116972"/>
                  </a:lnTo>
                  <a:lnTo>
                    <a:pt x="6165784" y="3116972"/>
                  </a:lnTo>
                  <a:lnTo>
                    <a:pt x="6164929" y="3116972"/>
                  </a:lnTo>
                  <a:lnTo>
                    <a:pt x="6164073" y="3116972"/>
                  </a:lnTo>
                  <a:lnTo>
                    <a:pt x="6163217" y="3116972"/>
                  </a:lnTo>
                  <a:lnTo>
                    <a:pt x="6162362" y="3116972"/>
                  </a:lnTo>
                  <a:lnTo>
                    <a:pt x="6161506" y="3116972"/>
                  </a:lnTo>
                  <a:lnTo>
                    <a:pt x="6160651" y="3116972"/>
                  </a:lnTo>
                  <a:lnTo>
                    <a:pt x="6159795" y="3116972"/>
                  </a:lnTo>
                  <a:lnTo>
                    <a:pt x="6158940" y="3116972"/>
                  </a:lnTo>
                  <a:lnTo>
                    <a:pt x="6158084" y="3116972"/>
                  </a:lnTo>
                  <a:lnTo>
                    <a:pt x="6157229" y="3116972"/>
                  </a:lnTo>
                  <a:lnTo>
                    <a:pt x="6156373" y="3116972"/>
                  </a:lnTo>
                  <a:lnTo>
                    <a:pt x="6155518" y="3116972"/>
                  </a:lnTo>
                  <a:lnTo>
                    <a:pt x="6154662" y="3116972"/>
                  </a:lnTo>
                  <a:lnTo>
                    <a:pt x="6153807" y="3116972"/>
                  </a:lnTo>
                  <a:lnTo>
                    <a:pt x="6152951" y="3116972"/>
                  </a:lnTo>
                  <a:lnTo>
                    <a:pt x="6152096" y="3116972"/>
                  </a:lnTo>
                  <a:lnTo>
                    <a:pt x="6151240" y="3116972"/>
                  </a:lnTo>
                  <a:lnTo>
                    <a:pt x="6150385" y="3116972"/>
                  </a:lnTo>
                  <a:lnTo>
                    <a:pt x="6149529" y="3116972"/>
                  </a:lnTo>
                  <a:lnTo>
                    <a:pt x="6148674" y="3116972"/>
                  </a:lnTo>
                  <a:lnTo>
                    <a:pt x="6147818" y="3116972"/>
                  </a:lnTo>
                  <a:lnTo>
                    <a:pt x="6146962" y="3116972"/>
                  </a:lnTo>
                  <a:lnTo>
                    <a:pt x="6146107" y="3116972"/>
                  </a:lnTo>
                  <a:lnTo>
                    <a:pt x="6145251" y="3116972"/>
                  </a:lnTo>
                  <a:lnTo>
                    <a:pt x="6144396" y="3116972"/>
                  </a:lnTo>
                  <a:lnTo>
                    <a:pt x="6143540" y="3116972"/>
                  </a:lnTo>
                  <a:lnTo>
                    <a:pt x="6142685" y="3116972"/>
                  </a:lnTo>
                  <a:lnTo>
                    <a:pt x="6141829" y="3116972"/>
                  </a:lnTo>
                  <a:lnTo>
                    <a:pt x="6140974" y="3116972"/>
                  </a:lnTo>
                  <a:lnTo>
                    <a:pt x="6140118" y="3116972"/>
                  </a:lnTo>
                  <a:lnTo>
                    <a:pt x="6139263" y="3116972"/>
                  </a:lnTo>
                  <a:lnTo>
                    <a:pt x="6138407" y="3116972"/>
                  </a:lnTo>
                  <a:lnTo>
                    <a:pt x="6137552" y="3116972"/>
                  </a:lnTo>
                  <a:lnTo>
                    <a:pt x="6136696" y="3116972"/>
                  </a:lnTo>
                  <a:lnTo>
                    <a:pt x="6135841" y="3116972"/>
                  </a:lnTo>
                  <a:lnTo>
                    <a:pt x="6134985" y="3116972"/>
                  </a:lnTo>
                  <a:lnTo>
                    <a:pt x="6134130" y="3116972"/>
                  </a:lnTo>
                  <a:lnTo>
                    <a:pt x="6133274" y="3116972"/>
                  </a:lnTo>
                  <a:lnTo>
                    <a:pt x="6132418" y="3116972"/>
                  </a:lnTo>
                  <a:lnTo>
                    <a:pt x="6131563" y="3116972"/>
                  </a:lnTo>
                  <a:lnTo>
                    <a:pt x="6130707" y="3116972"/>
                  </a:lnTo>
                  <a:lnTo>
                    <a:pt x="6129852" y="3116972"/>
                  </a:lnTo>
                  <a:lnTo>
                    <a:pt x="6128996" y="3116972"/>
                  </a:lnTo>
                  <a:lnTo>
                    <a:pt x="6128141" y="3116972"/>
                  </a:lnTo>
                  <a:lnTo>
                    <a:pt x="6127285" y="3116972"/>
                  </a:lnTo>
                  <a:lnTo>
                    <a:pt x="6126430" y="3116972"/>
                  </a:lnTo>
                  <a:lnTo>
                    <a:pt x="6125574" y="3116972"/>
                  </a:lnTo>
                  <a:lnTo>
                    <a:pt x="6124719" y="3116972"/>
                  </a:lnTo>
                  <a:lnTo>
                    <a:pt x="6123863" y="3116972"/>
                  </a:lnTo>
                  <a:lnTo>
                    <a:pt x="6123008" y="3116972"/>
                  </a:lnTo>
                  <a:lnTo>
                    <a:pt x="6122152" y="3116972"/>
                  </a:lnTo>
                  <a:lnTo>
                    <a:pt x="6121297" y="3116972"/>
                  </a:lnTo>
                  <a:lnTo>
                    <a:pt x="6120441" y="3116972"/>
                  </a:lnTo>
                  <a:lnTo>
                    <a:pt x="6119586" y="3116972"/>
                  </a:lnTo>
                  <a:lnTo>
                    <a:pt x="6118730" y="3116972"/>
                  </a:lnTo>
                  <a:lnTo>
                    <a:pt x="6117875" y="3116972"/>
                  </a:lnTo>
                  <a:lnTo>
                    <a:pt x="6117019" y="3116972"/>
                  </a:lnTo>
                  <a:lnTo>
                    <a:pt x="6116163" y="3116972"/>
                  </a:lnTo>
                  <a:lnTo>
                    <a:pt x="6115308" y="3116972"/>
                  </a:lnTo>
                  <a:lnTo>
                    <a:pt x="6114452" y="3116972"/>
                  </a:lnTo>
                  <a:lnTo>
                    <a:pt x="6113597" y="3116972"/>
                  </a:lnTo>
                  <a:lnTo>
                    <a:pt x="6112741" y="3116972"/>
                  </a:lnTo>
                  <a:lnTo>
                    <a:pt x="6111886" y="3116972"/>
                  </a:lnTo>
                  <a:lnTo>
                    <a:pt x="6111030" y="3116972"/>
                  </a:lnTo>
                  <a:lnTo>
                    <a:pt x="6110175" y="3116972"/>
                  </a:lnTo>
                  <a:lnTo>
                    <a:pt x="6109319" y="3116972"/>
                  </a:lnTo>
                  <a:lnTo>
                    <a:pt x="6108464" y="3116972"/>
                  </a:lnTo>
                  <a:lnTo>
                    <a:pt x="6107608" y="3116972"/>
                  </a:lnTo>
                  <a:lnTo>
                    <a:pt x="6106753" y="3116972"/>
                  </a:lnTo>
                  <a:lnTo>
                    <a:pt x="6105897" y="3116972"/>
                  </a:lnTo>
                  <a:lnTo>
                    <a:pt x="6105042" y="3116972"/>
                  </a:lnTo>
                  <a:lnTo>
                    <a:pt x="6104186" y="3116972"/>
                  </a:lnTo>
                  <a:lnTo>
                    <a:pt x="6103331" y="3116972"/>
                  </a:lnTo>
                  <a:lnTo>
                    <a:pt x="6102475" y="3116972"/>
                  </a:lnTo>
                  <a:lnTo>
                    <a:pt x="6101620" y="3116972"/>
                  </a:lnTo>
                  <a:lnTo>
                    <a:pt x="6100764" y="3116972"/>
                  </a:lnTo>
                  <a:lnTo>
                    <a:pt x="6099908" y="3116972"/>
                  </a:lnTo>
                  <a:lnTo>
                    <a:pt x="6099053" y="3116972"/>
                  </a:lnTo>
                  <a:lnTo>
                    <a:pt x="6098197" y="3116972"/>
                  </a:lnTo>
                  <a:lnTo>
                    <a:pt x="6097342" y="3116972"/>
                  </a:lnTo>
                  <a:lnTo>
                    <a:pt x="6096486" y="3116972"/>
                  </a:lnTo>
                  <a:lnTo>
                    <a:pt x="6095631" y="3116972"/>
                  </a:lnTo>
                  <a:lnTo>
                    <a:pt x="6094775" y="3116972"/>
                  </a:lnTo>
                  <a:lnTo>
                    <a:pt x="6093920" y="3116972"/>
                  </a:lnTo>
                  <a:lnTo>
                    <a:pt x="6093064" y="3116972"/>
                  </a:lnTo>
                  <a:lnTo>
                    <a:pt x="6092209" y="3116972"/>
                  </a:lnTo>
                  <a:lnTo>
                    <a:pt x="6091353" y="3116972"/>
                  </a:lnTo>
                  <a:lnTo>
                    <a:pt x="6090498" y="3116972"/>
                  </a:lnTo>
                  <a:lnTo>
                    <a:pt x="6089642" y="3116972"/>
                  </a:lnTo>
                  <a:lnTo>
                    <a:pt x="6088787" y="3116972"/>
                  </a:lnTo>
                  <a:lnTo>
                    <a:pt x="6087931" y="3116972"/>
                  </a:lnTo>
                  <a:lnTo>
                    <a:pt x="6087076" y="3116972"/>
                  </a:lnTo>
                  <a:lnTo>
                    <a:pt x="6086220" y="3116972"/>
                  </a:lnTo>
                  <a:lnTo>
                    <a:pt x="6085364" y="3116972"/>
                  </a:lnTo>
                  <a:lnTo>
                    <a:pt x="6084509" y="3116972"/>
                  </a:lnTo>
                  <a:lnTo>
                    <a:pt x="6083653" y="3116972"/>
                  </a:lnTo>
                  <a:lnTo>
                    <a:pt x="6082798" y="3116972"/>
                  </a:lnTo>
                  <a:lnTo>
                    <a:pt x="6081942" y="3116972"/>
                  </a:lnTo>
                  <a:lnTo>
                    <a:pt x="6081087" y="3116972"/>
                  </a:lnTo>
                  <a:lnTo>
                    <a:pt x="6080231" y="3116972"/>
                  </a:lnTo>
                  <a:lnTo>
                    <a:pt x="6079376" y="3116972"/>
                  </a:lnTo>
                  <a:lnTo>
                    <a:pt x="6078520" y="3116972"/>
                  </a:lnTo>
                  <a:lnTo>
                    <a:pt x="6077665" y="3116972"/>
                  </a:lnTo>
                  <a:lnTo>
                    <a:pt x="6076809" y="3116972"/>
                  </a:lnTo>
                  <a:lnTo>
                    <a:pt x="6075954" y="3116972"/>
                  </a:lnTo>
                  <a:lnTo>
                    <a:pt x="6075098" y="3116972"/>
                  </a:lnTo>
                  <a:lnTo>
                    <a:pt x="6074243" y="3116972"/>
                  </a:lnTo>
                  <a:lnTo>
                    <a:pt x="6073387" y="3116972"/>
                  </a:lnTo>
                  <a:lnTo>
                    <a:pt x="6072532" y="3116972"/>
                  </a:lnTo>
                  <a:lnTo>
                    <a:pt x="6071676" y="3116972"/>
                  </a:lnTo>
                  <a:lnTo>
                    <a:pt x="6070821" y="3116972"/>
                  </a:lnTo>
                  <a:lnTo>
                    <a:pt x="6069965" y="3116972"/>
                  </a:lnTo>
                  <a:lnTo>
                    <a:pt x="6069109" y="3116972"/>
                  </a:lnTo>
                  <a:lnTo>
                    <a:pt x="6068254" y="3116972"/>
                  </a:lnTo>
                  <a:lnTo>
                    <a:pt x="6067398" y="3116972"/>
                  </a:lnTo>
                  <a:lnTo>
                    <a:pt x="6066543" y="3116972"/>
                  </a:lnTo>
                  <a:lnTo>
                    <a:pt x="6065687" y="3116972"/>
                  </a:lnTo>
                  <a:lnTo>
                    <a:pt x="6064832" y="3116972"/>
                  </a:lnTo>
                  <a:lnTo>
                    <a:pt x="6063976" y="3116972"/>
                  </a:lnTo>
                  <a:lnTo>
                    <a:pt x="6063121" y="3116972"/>
                  </a:lnTo>
                  <a:lnTo>
                    <a:pt x="6062265" y="3116972"/>
                  </a:lnTo>
                  <a:lnTo>
                    <a:pt x="6061410" y="3116972"/>
                  </a:lnTo>
                  <a:lnTo>
                    <a:pt x="6060554" y="3116972"/>
                  </a:lnTo>
                  <a:lnTo>
                    <a:pt x="6059699" y="3116972"/>
                  </a:lnTo>
                  <a:lnTo>
                    <a:pt x="6058843" y="3116972"/>
                  </a:lnTo>
                  <a:lnTo>
                    <a:pt x="6057988" y="3116972"/>
                  </a:lnTo>
                  <a:lnTo>
                    <a:pt x="6057132" y="3116972"/>
                  </a:lnTo>
                  <a:lnTo>
                    <a:pt x="6056277" y="3116972"/>
                  </a:lnTo>
                  <a:lnTo>
                    <a:pt x="6055421" y="3116972"/>
                  </a:lnTo>
                  <a:lnTo>
                    <a:pt x="6054566" y="3116972"/>
                  </a:lnTo>
                  <a:lnTo>
                    <a:pt x="6053710" y="3116972"/>
                  </a:lnTo>
                  <a:lnTo>
                    <a:pt x="6052854" y="3116972"/>
                  </a:lnTo>
                  <a:lnTo>
                    <a:pt x="6051999" y="3116972"/>
                  </a:lnTo>
                  <a:lnTo>
                    <a:pt x="6051143" y="3116972"/>
                  </a:lnTo>
                  <a:lnTo>
                    <a:pt x="6050288" y="3116972"/>
                  </a:lnTo>
                  <a:lnTo>
                    <a:pt x="6049432" y="3116972"/>
                  </a:lnTo>
                  <a:lnTo>
                    <a:pt x="6048577" y="3116972"/>
                  </a:lnTo>
                  <a:lnTo>
                    <a:pt x="6047721" y="3116972"/>
                  </a:lnTo>
                  <a:lnTo>
                    <a:pt x="6046866" y="3116972"/>
                  </a:lnTo>
                  <a:lnTo>
                    <a:pt x="6046010" y="3116972"/>
                  </a:lnTo>
                  <a:lnTo>
                    <a:pt x="6045155" y="3116972"/>
                  </a:lnTo>
                  <a:lnTo>
                    <a:pt x="6044299" y="3116972"/>
                  </a:lnTo>
                  <a:lnTo>
                    <a:pt x="6043444" y="3116972"/>
                  </a:lnTo>
                  <a:lnTo>
                    <a:pt x="6042588" y="3116972"/>
                  </a:lnTo>
                  <a:lnTo>
                    <a:pt x="6041733" y="3116972"/>
                  </a:lnTo>
                  <a:lnTo>
                    <a:pt x="6040877" y="3116972"/>
                  </a:lnTo>
                  <a:lnTo>
                    <a:pt x="6040022" y="3116972"/>
                  </a:lnTo>
                  <a:lnTo>
                    <a:pt x="6039166" y="3116972"/>
                  </a:lnTo>
                  <a:lnTo>
                    <a:pt x="6038310" y="3116972"/>
                  </a:lnTo>
                  <a:lnTo>
                    <a:pt x="6037455" y="3116972"/>
                  </a:lnTo>
                  <a:lnTo>
                    <a:pt x="6036599" y="3116972"/>
                  </a:lnTo>
                  <a:lnTo>
                    <a:pt x="6035744" y="3116972"/>
                  </a:lnTo>
                  <a:lnTo>
                    <a:pt x="6034888" y="3116972"/>
                  </a:lnTo>
                  <a:lnTo>
                    <a:pt x="6034033" y="3116972"/>
                  </a:lnTo>
                  <a:lnTo>
                    <a:pt x="6033177" y="3116972"/>
                  </a:lnTo>
                  <a:lnTo>
                    <a:pt x="6032322" y="3116972"/>
                  </a:lnTo>
                  <a:lnTo>
                    <a:pt x="6031466" y="3116972"/>
                  </a:lnTo>
                  <a:lnTo>
                    <a:pt x="6030611" y="3116972"/>
                  </a:lnTo>
                  <a:lnTo>
                    <a:pt x="6029755" y="3116972"/>
                  </a:lnTo>
                  <a:lnTo>
                    <a:pt x="6028900" y="3116972"/>
                  </a:lnTo>
                  <a:lnTo>
                    <a:pt x="6028044" y="3116972"/>
                  </a:lnTo>
                  <a:lnTo>
                    <a:pt x="6027189" y="3116972"/>
                  </a:lnTo>
                  <a:lnTo>
                    <a:pt x="6026333" y="3116972"/>
                  </a:lnTo>
                  <a:lnTo>
                    <a:pt x="6025478" y="3116972"/>
                  </a:lnTo>
                  <a:lnTo>
                    <a:pt x="6024622" y="3116972"/>
                  </a:lnTo>
                  <a:lnTo>
                    <a:pt x="6023767" y="3116972"/>
                  </a:lnTo>
                  <a:lnTo>
                    <a:pt x="6022911" y="3116972"/>
                  </a:lnTo>
                  <a:lnTo>
                    <a:pt x="6022055" y="3116972"/>
                  </a:lnTo>
                  <a:lnTo>
                    <a:pt x="6021200" y="3116972"/>
                  </a:lnTo>
                  <a:lnTo>
                    <a:pt x="6020344" y="3116972"/>
                  </a:lnTo>
                  <a:lnTo>
                    <a:pt x="6019489" y="3116972"/>
                  </a:lnTo>
                  <a:lnTo>
                    <a:pt x="6018633" y="3116972"/>
                  </a:lnTo>
                  <a:lnTo>
                    <a:pt x="6017778" y="3116972"/>
                  </a:lnTo>
                  <a:lnTo>
                    <a:pt x="6016922" y="3116972"/>
                  </a:lnTo>
                  <a:lnTo>
                    <a:pt x="6016067" y="3116972"/>
                  </a:lnTo>
                  <a:lnTo>
                    <a:pt x="6015211" y="3116972"/>
                  </a:lnTo>
                  <a:lnTo>
                    <a:pt x="6014356" y="3116972"/>
                  </a:lnTo>
                  <a:lnTo>
                    <a:pt x="6013500" y="3116972"/>
                  </a:lnTo>
                  <a:lnTo>
                    <a:pt x="6012645" y="3116972"/>
                  </a:lnTo>
                  <a:lnTo>
                    <a:pt x="6011789" y="3116972"/>
                  </a:lnTo>
                  <a:lnTo>
                    <a:pt x="6010934" y="3116972"/>
                  </a:lnTo>
                  <a:lnTo>
                    <a:pt x="6010078" y="3116972"/>
                  </a:lnTo>
                  <a:lnTo>
                    <a:pt x="6009223" y="3116972"/>
                  </a:lnTo>
                  <a:lnTo>
                    <a:pt x="6008367" y="3116972"/>
                  </a:lnTo>
                  <a:lnTo>
                    <a:pt x="6007512" y="3116972"/>
                  </a:lnTo>
                  <a:lnTo>
                    <a:pt x="6006656" y="3116972"/>
                  </a:lnTo>
                  <a:lnTo>
                    <a:pt x="6005800" y="3116972"/>
                  </a:lnTo>
                  <a:lnTo>
                    <a:pt x="6004945" y="3116972"/>
                  </a:lnTo>
                  <a:lnTo>
                    <a:pt x="6004089" y="3116972"/>
                  </a:lnTo>
                  <a:lnTo>
                    <a:pt x="6003234" y="3116972"/>
                  </a:lnTo>
                  <a:lnTo>
                    <a:pt x="6002378" y="3116972"/>
                  </a:lnTo>
                  <a:lnTo>
                    <a:pt x="6001523" y="3116972"/>
                  </a:lnTo>
                  <a:lnTo>
                    <a:pt x="6000667" y="3116972"/>
                  </a:lnTo>
                  <a:lnTo>
                    <a:pt x="5999812" y="3116972"/>
                  </a:lnTo>
                  <a:lnTo>
                    <a:pt x="5998956" y="3116972"/>
                  </a:lnTo>
                  <a:lnTo>
                    <a:pt x="5998101" y="3116972"/>
                  </a:lnTo>
                  <a:lnTo>
                    <a:pt x="5997245" y="3116972"/>
                  </a:lnTo>
                  <a:lnTo>
                    <a:pt x="5996390" y="3116972"/>
                  </a:lnTo>
                  <a:lnTo>
                    <a:pt x="5995534" y="3116972"/>
                  </a:lnTo>
                  <a:lnTo>
                    <a:pt x="5994679" y="3116972"/>
                  </a:lnTo>
                  <a:lnTo>
                    <a:pt x="5993823" y="3116972"/>
                  </a:lnTo>
                  <a:lnTo>
                    <a:pt x="5992968" y="3116972"/>
                  </a:lnTo>
                  <a:lnTo>
                    <a:pt x="5992112" y="3116972"/>
                  </a:lnTo>
                  <a:lnTo>
                    <a:pt x="5991256" y="3116972"/>
                  </a:lnTo>
                  <a:lnTo>
                    <a:pt x="5990401" y="3116972"/>
                  </a:lnTo>
                  <a:lnTo>
                    <a:pt x="5989545" y="3116972"/>
                  </a:lnTo>
                  <a:lnTo>
                    <a:pt x="5988690" y="3116972"/>
                  </a:lnTo>
                  <a:lnTo>
                    <a:pt x="5987834" y="3116972"/>
                  </a:lnTo>
                  <a:lnTo>
                    <a:pt x="5986979" y="3116972"/>
                  </a:lnTo>
                  <a:lnTo>
                    <a:pt x="5986123" y="3116972"/>
                  </a:lnTo>
                  <a:lnTo>
                    <a:pt x="5985268" y="3116972"/>
                  </a:lnTo>
                  <a:lnTo>
                    <a:pt x="5984412" y="3116972"/>
                  </a:lnTo>
                  <a:lnTo>
                    <a:pt x="5983557" y="3116972"/>
                  </a:lnTo>
                  <a:lnTo>
                    <a:pt x="5982701" y="3116972"/>
                  </a:lnTo>
                  <a:lnTo>
                    <a:pt x="5981846" y="3116972"/>
                  </a:lnTo>
                  <a:lnTo>
                    <a:pt x="5980990" y="3116972"/>
                  </a:lnTo>
                  <a:lnTo>
                    <a:pt x="5980135" y="3116972"/>
                  </a:lnTo>
                  <a:lnTo>
                    <a:pt x="5979279" y="3116972"/>
                  </a:lnTo>
                  <a:lnTo>
                    <a:pt x="5978424" y="3116972"/>
                  </a:lnTo>
                  <a:lnTo>
                    <a:pt x="5977568" y="3116972"/>
                  </a:lnTo>
                  <a:lnTo>
                    <a:pt x="5976713" y="3116972"/>
                  </a:lnTo>
                  <a:lnTo>
                    <a:pt x="5975857" y="3116972"/>
                  </a:lnTo>
                  <a:lnTo>
                    <a:pt x="5975001" y="3116972"/>
                  </a:lnTo>
                  <a:lnTo>
                    <a:pt x="5974146" y="3116972"/>
                  </a:lnTo>
                  <a:lnTo>
                    <a:pt x="5973290" y="3116972"/>
                  </a:lnTo>
                  <a:lnTo>
                    <a:pt x="5972435" y="3116972"/>
                  </a:lnTo>
                  <a:lnTo>
                    <a:pt x="5971579" y="3116972"/>
                  </a:lnTo>
                  <a:lnTo>
                    <a:pt x="5970724" y="3116972"/>
                  </a:lnTo>
                  <a:lnTo>
                    <a:pt x="5969868" y="3116972"/>
                  </a:lnTo>
                  <a:lnTo>
                    <a:pt x="5969013" y="3116972"/>
                  </a:lnTo>
                  <a:lnTo>
                    <a:pt x="5968157" y="3116972"/>
                  </a:lnTo>
                  <a:lnTo>
                    <a:pt x="5967302" y="3116972"/>
                  </a:lnTo>
                  <a:lnTo>
                    <a:pt x="5966446" y="3116972"/>
                  </a:lnTo>
                  <a:lnTo>
                    <a:pt x="5965591" y="3116972"/>
                  </a:lnTo>
                  <a:lnTo>
                    <a:pt x="5964735" y="3116972"/>
                  </a:lnTo>
                  <a:lnTo>
                    <a:pt x="5963880" y="3116972"/>
                  </a:lnTo>
                  <a:lnTo>
                    <a:pt x="5963024" y="3116972"/>
                  </a:lnTo>
                  <a:lnTo>
                    <a:pt x="5962169" y="3116972"/>
                  </a:lnTo>
                  <a:lnTo>
                    <a:pt x="5961313" y="3116972"/>
                  </a:lnTo>
                  <a:lnTo>
                    <a:pt x="5960458" y="3116972"/>
                  </a:lnTo>
                  <a:lnTo>
                    <a:pt x="5959602" y="3116972"/>
                  </a:lnTo>
                  <a:lnTo>
                    <a:pt x="5958746" y="3116972"/>
                  </a:lnTo>
                  <a:lnTo>
                    <a:pt x="5957891" y="3116972"/>
                  </a:lnTo>
                  <a:lnTo>
                    <a:pt x="5957035" y="3116972"/>
                  </a:lnTo>
                  <a:lnTo>
                    <a:pt x="5956180" y="3116972"/>
                  </a:lnTo>
                  <a:lnTo>
                    <a:pt x="5955324" y="3116972"/>
                  </a:lnTo>
                  <a:lnTo>
                    <a:pt x="5954469" y="3116972"/>
                  </a:lnTo>
                  <a:lnTo>
                    <a:pt x="5953613" y="3116972"/>
                  </a:lnTo>
                  <a:lnTo>
                    <a:pt x="5952758" y="3116972"/>
                  </a:lnTo>
                  <a:lnTo>
                    <a:pt x="5951902" y="3116972"/>
                  </a:lnTo>
                  <a:lnTo>
                    <a:pt x="5951047" y="3116972"/>
                  </a:lnTo>
                  <a:lnTo>
                    <a:pt x="5950191" y="3116972"/>
                  </a:lnTo>
                  <a:lnTo>
                    <a:pt x="5949336" y="3116972"/>
                  </a:lnTo>
                  <a:lnTo>
                    <a:pt x="5948480" y="3116972"/>
                  </a:lnTo>
                  <a:lnTo>
                    <a:pt x="5947625" y="3116972"/>
                  </a:lnTo>
                  <a:lnTo>
                    <a:pt x="5946769" y="3116972"/>
                  </a:lnTo>
                  <a:lnTo>
                    <a:pt x="5945914" y="3116972"/>
                  </a:lnTo>
                  <a:lnTo>
                    <a:pt x="5945058" y="3116972"/>
                  </a:lnTo>
                  <a:lnTo>
                    <a:pt x="5944203" y="3116972"/>
                  </a:lnTo>
                  <a:lnTo>
                    <a:pt x="5943347" y="3116972"/>
                  </a:lnTo>
                  <a:lnTo>
                    <a:pt x="5942491" y="3116972"/>
                  </a:lnTo>
                  <a:lnTo>
                    <a:pt x="5941636" y="3116972"/>
                  </a:lnTo>
                  <a:lnTo>
                    <a:pt x="5940780" y="3116972"/>
                  </a:lnTo>
                  <a:lnTo>
                    <a:pt x="5939925" y="3116972"/>
                  </a:lnTo>
                  <a:lnTo>
                    <a:pt x="5939069" y="3116972"/>
                  </a:lnTo>
                  <a:lnTo>
                    <a:pt x="5938214" y="3116972"/>
                  </a:lnTo>
                  <a:lnTo>
                    <a:pt x="5937358" y="3116972"/>
                  </a:lnTo>
                  <a:lnTo>
                    <a:pt x="5936503" y="3116972"/>
                  </a:lnTo>
                  <a:lnTo>
                    <a:pt x="5935647" y="3116972"/>
                  </a:lnTo>
                  <a:lnTo>
                    <a:pt x="5934792" y="3116972"/>
                  </a:lnTo>
                  <a:lnTo>
                    <a:pt x="5933936" y="3116972"/>
                  </a:lnTo>
                  <a:lnTo>
                    <a:pt x="5933081" y="3116972"/>
                  </a:lnTo>
                  <a:lnTo>
                    <a:pt x="5932225" y="3116972"/>
                  </a:lnTo>
                  <a:lnTo>
                    <a:pt x="5931370" y="3116972"/>
                  </a:lnTo>
                  <a:lnTo>
                    <a:pt x="5930514" y="3116972"/>
                  </a:lnTo>
                  <a:lnTo>
                    <a:pt x="5929659" y="3116972"/>
                  </a:lnTo>
                  <a:lnTo>
                    <a:pt x="5928803" y="3116972"/>
                  </a:lnTo>
                  <a:lnTo>
                    <a:pt x="5927947" y="3116972"/>
                  </a:lnTo>
                  <a:lnTo>
                    <a:pt x="5927092" y="3116972"/>
                  </a:lnTo>
                  <a:lnTo>
                    <a:pt x="5926236" y="3116972"/>
                  </a:lnTo>
                  <a:lnTo>
                    <a:pt x="5925381" y="3116972"/>
                  </a:lnTo>
                  <a:lnTo>
                    <a:pt x="5924525" y="3116972"/>
                  </a:lnTo>
                  <a:lnTo>
                    <a:pt x="5923670" y="3116972"/>
                  </a:lnTo>
                  <a:lnTo>
                    <a:pt x="5922814" y="3116972"/>
                  </a:lnTo>
                  <a:lnTo>
                    <a:pt x="5921959" y="3116972"/>
                  </a:lnTo>
                  <a:lnTo>
                    <a:pt x="5921103" y="3116972"/>
                  </a:lnTo>
                  <a:lnTo>
                    <a:pt x="5920248" y="3116972"/>
                  </a:lnTo>
                  <a:lnTo>
                    <a:pt x="5919392" y="3116972"/>
                  </a:lnTo>
                  <a:lnTo>
                    <a:pt x="5918537" y="3116972"/>
                  </a:lnTo>
                  <a:lnTo>
                    <a:pt x="5917681" y="3116972"/>
                  </a:lnTo>
                  <a:lnTo>
                    <a:pt x="5916826" y="3116972"/>
                  </a:lnTo>
                  <a:lnTo>
                    <a:pt x="5915970" y="3116972"/>
                  </a:lnTo>
                  <a:lnTo>
                    <a:pt x="5915115" y="3116972"/>
                  </a:lnTo>
                  <a:lnTo>
                    <a:pt x="5914259" y="3116972"/>
                  </a:lnTo>
                  <a:lnTo>
                    <a:pt x="5913404" y="3116972"/>
                  </a:lnTo>
                  <a:lnTo>
                    <a:pt x="5912548" y="3116972"/>
                  </a:lnTo>
                  <a:lnTo>
                    <a:pt x="5911692" y="3116972"/>
                  </a:lnTo>
                  <a:lnTo>
                    <a:pt x="5910837" y="3116972"/>
                  </a:lnTo>
                  <a:lnTo>
                    <a:pt x="5909981" y="3116972"/>
                  </a:lnTo>
                  <a:lnTo>
                    <a:pt x="5909126" y="3116972"/>
                  </a:lnTo>
                  <a:lnTo>
                    <a:pt x="5908270" y="3116972"/>
                  </a:lnTo>
                  <a:lnTo>
                    <a:pt x="5907415" y="3116972"/>
                  </a:lnTo>
                  <a:lnTo>
                    <a:pt x="5906559" y="3116972"/>
                  </a:lnTo>
                  <a:lnTo>
                    <a:pt x="5905704" y="3116972"/>
                  </a:lnTo>
                  <a:lnTo>
                    <a:pt x="5904848" y="3116972"/>
                  </a:lnTo>
                  <a:lnTo>
                    <a:pt x="5903993" y="3116972"/>
                  </a:lnTo>
                  <a:lnTo>
                    <a:pt x="5903137" y="3116972"/>
                  </a:lnTo>
                  <a:lnTo>
                    <a:pt x="5902282" y="3116972"/>
                  </a:lnTo>
                  <a:lnTo>
                    <a:pt x="5901426" y="3116972"/>
                  </a:lnTo>
                  <a:lnTo>
                    <a:pt x="5900571" y="3116972"/>
                  </a:lnTo>
                  <a:lnTo>
                    <a:pt x="5899715" y="3116972"/>
                  </a:lnTo>
                  <a:lnTo>
                    <a:pt x="5898860" y="3116972"/>
                  </a:lnTo>
                  <a:lnTo>
                    <a:pt x="5898004" y="3116972"/>
                  </a:lnTo>
                  <a:lnTo>
                    <a:pt x="5897149" y="3116972"/>
                  </a:lnTo>
                  <a:lnTo>
                    <a:pt x="5896293" y="3116972"/>
                  </a:lnTo>
                  <a:lnTo>
                    <a:pt x="5895437" y="3116972"/>
                  </a:lnTo>
                  <a:lnTo>
                    <a:pt x="5894582" y="3116972"/>
                  </a:lnTo>
                  <a:lnTo>
                    <a:pt x="5893726" y="3116972"/>
                  </a:lnTo>
                  <a:lnTo>
                    <a:pt x="5892871" y="3116972"/>
                  </a:lnTo>
                  <a:lnTo>
                    <a:pt x="5892015" y="3116972"/>
                  </a:lnTo>
                  <a:lnTo>
                    <a:pt x="5891160" y="3116972"/>
                  </a:lnTo>
                  <a:lnTo>
                    <a:pt x="5890304" y="3116972"/>
                  </a:lnTo>
                  <a:lnTo>
                    <a:pt x="5889449" y="3116972"/>
                  </a:lnTo>
                  <a:lnTo>
                    <a:pt x="5888593" y="3116972"/>
                  </a:lnTo>
                  <a:lnTo>
                    <a:pt x="5887738" y="3116972"/>
                  </a:lnTo>
                  <a:lnTo>
                    <a:pt x="5886882" y="3116972"/>
                  </a:lnTo>
                  <a:lnTo>
                    <a:pt x="5886027" y="3116972"/>
                  </a:lnTo>
                  <a:lnTo>
                    <a:pt x="5885171" y="3116972"/>
                  </a:lnTo>
                  <a:lnTo>
                    <a:pt x="5884316" y="3116972"/>
                  </a:lnTo>
                  <a:lnTo>
                    <a:pt x="5883460" y="3116972"/>
                  </a:lnTo>
                  <a:lnTo>
                    <a:pt x="5882605" y="3116972"/>
                  </a:lnTo>
                  <a:lnTo>
                    <a:pt x="5881749" y="3116972"/>
                  </a:lnTo>
                  <a:lnTo>
                    <a:pt x="5880893" y="3116972"/>
                  </a:lnTo>
                  <a:lnTo>
                    <a:pt x="5880038" y="3116972"/>
                  </a:lnTo>
                  <a:lnTo>
                    <a:pt x="5879182" y="3116972"/>
                  </a:lnTo>
                  <a:lnTo>
                    <a:pt x="5878327" y="3116972"/>
                  </a:lnTo>
                  <a:lnTo>
                    <a:pt x="5877471" y="3116972"/>
                  </a:lnTo>
                  <a:lnTo>
                    <a:pt x="5876616" y="3116972"/>
                  </a:lnTo>
                  <a:lnTo>
                    <a:pt x="5875760" y="3116972"/>
                  </a:lnTo>
                  <a:lnTo>
                    <a:pt x="5874905" y="3116972"/>
                  </a:lnTo>
                  <a:lnTo>
                    <a:pt x="5874049" y="3116972"/>
                  </a:lnTo>
                  <a:lnTo>
                    <a:pt x="5873194" y="3116972"/>
                  </a:lnTo>
                  <a:lnTo>
                    <a:pt x="5872338" y="3116972"/>
                  </a:lnTo>
                  <a:lnTo>
                    <a:pt x="5871483" y="3116972"/>
                  </a:lnTo>
                  <a:lnTo>
                    <a:pt x="5870627" y="3116972"/>
                  </a:lnTo>
                  <a:lnTo>
                    <a:pt x="5869772" y="3116972"/>
                  </a:lnTo>
                  <a:lnTo>
                    <a:pt x="5868916" y="3116972"/>
                  </a:lnTo>
                  <a:lnTo>
                    <a:pt x="5868061" y="3116972"/>
                  </a:lnTo>
                  <a:lnTo>
                    <a:pt x="5867205" y="3116972"/>
                  </a:lnTo>
                  <a:lnTo>
                    <a:pt x="5866350" y="3116972"/>
                  </a:lnTo>
                  <a:lnTo>
                    <a:pt x="5865494" y="3116972"/>
                  </a:lnTo>
                  <a:lnTo>
                    <a:pt x="5864638" y="3116972"/>
                  </a:lnTo>
                  <a:lnTo>
                    <a:pt x="5863783" y="3116972"/>
                  </a:lnTo>
                  <a:lnTo>
                    <a:pt x="5862927" y="3116972"/>
                  </a:lnTo>
                  <a:lnTo>
                    <a:pt x="5862072" y="3116972"/>
                  </a:lnTo>
                  <a:lnTo>
                    <a:pt x="5861216" y="3116972"/>
                  </a:lnTo>
                  <a:lnTo>
                    <a:pt x="5860361" y="3116972"/>
                  </a:lnTo>
                  <a:lnTo>
                    <a:pt x="5859505" y="3116972"/>
                  </a:lnTo>
                  <a:lnTo>
                    <a:pt x="5858650" y="3116972"/>
                  </a:lnTo>
                  <a:lnTo>
                    <a:pt x="5857794" y="3116972"/>
                  </a:lnTo>
                  <a:lnTo>
                    <a:pt x="5856939" y="3116972"/>
                  </a:lnTo>
                  <a:lnTo>
                    <a:pt x="5856083" y="3116972"/>
                  </a:lnTo>
                  <a:lnTo>
                    <a:pt x="5855228" y="3116972"/>
                  </a:lnTo>
                  <a:lnTo>
                    <a:pt x="5854372" y="3116972"/>
                  </a:lnTo>
                  <a:lnTo>
                    <a:pt x="5853517" y="3116972"/>
                  </a:lnTo>
                  <a:lnTo>
                    <a:pt x="5852661" y="3116972"/>
                  </a:lnTo>
                  <a:lnTo>
                    <a:pt x="5851806" y="3116972"/>
                  </a:lnTo>
                  <a:lnTo>
                    <a:pt x="5850950" y="3116972"/>
                  </a:lnTo>
                  <a:lnTo>
                    <a:pt x="5850095" y="3116972"/>
                  </a:lnTo>
                  <a:lnTo>
                    <a:pt x="5849239" y="3116972"/>
                  </a:lnTo>
                  <a:lnTo>
                    <a:pt x="5848383" y="3116972"/>
                  </a:lnTo>
                  <a:lnTo>
                    <a:pt x="5847528" y="3116972"/>
                  </a:lnTo>
                  <a:lnTo>
                    <a:pt x="5846672" y="3116972"/>
                  </a:lnTo>
                  <a:lnTo>
                    <a:pt x="5845817" y="3116972"/>
                  </a:lnTo>
                  <a:lnTo>
                    <a:pt x="5844961" y="3116972"/>
                  </a:lnTo>
                  <a:lnTo>
                    <a:pt x="5844106" y="3116972"/>
                  </a:lnTo>
                  <a:lnTo>
                    <a:pt x="5843250" y="3116972"/>
                  </a:lnTo>
                  <a:lnTo>
                    <a:pt x="5842395" y="3116972"/>
                  </a:lnTo>
                  <a:lnTo>
                    <a:pt x="5841539" y="3116972"/>
                  </a:lnTo>
                  <a:lnTo>
                    <a:pt x="5840684" y="3116972"/>
                  </a:lnTo>
                  <a:lnTo>
                    <a:pt x="5839828" y="3116972"/>
                  </a:lnTo>
                  <a:lnTo>
                    <a:pt x="5838973" y="3116972"/>
                  </a:lnTo>
                  <a:lnTo>
                    <a:pt x="5838117" y="3116972"/>
                  </a:lnTo>
                  <a:lnTo>
                    <a:pt x="5837262" y="3116972"/>
                  </a:lnTo>
                  <a:lnTo>
                    <a:pt x="5836406" y="3116972"/>
                  </a:lnTo>
                  <a:lnTo>
                    <a:pt x="5835551" y="3116972"/>
                  </a:lnTo>
                  <a:lnTo>
                    <a:pt x="5834695" y="3116972"/>
                  </a:lnTo>
                  <a:lnTo>
                    <a:pt x="5833839" y="3116972"/>
                  </a:lnTo>
                  <a:lnTo>
                    <a:pt x="5832984" y="3116972"/>
                  </a:lnTo>
                  <a:lnTo>
                    <a:pt x="5832128" y="3116972"/>
                  </a:lnTo>
                  <a:lnTo>
                    <a:pt x="5831273" y="3116972"/>
                  </a:lnTo>
                  <a:lnTo>
                    <a:pt x="5830417" y="3116972"/>
                  </a:lnTo>
                  <a:lnTo>
                    <a:pt x="5829562" y="3116972"/>
                  </a:lnTo>
                  <a:lnTo>
                    <a:pt x="5828706" y="3116972"/>
                  </a:lnTo>
                  <a:lnTo>
                    <a:pt x="5827851" y="3116972"/>
                  </a:lnTo>
                  <a:lnTo>
                    <a:pt x="5826995" y="3116972"/>
                  </a:lnTo>
                  <a:lnTo>
                    <a:pt x="5826140" y="3116972"/>
                  </a:lnTo>
                  <a:lnTo>
                    <a:pt x="5825284" y="3116972"/>
                  </a:lnTo>
                  <a:lnTo>
                    <a:pt x="5824429" y="3116972"/>
                  </a:lnTo>
                  <a:lnTo>
                    <a:pt x="5823573" y="3116972"/>
                  </a:lnTo>
                  <a:lnTo>
                    <a:pt x="5822718" y="3116972"/>
                  </a:lnTo>
                  <a:lnTo>
                    <a:pt x="5821862" y="3116972"/>
                  </a:lnTo>
                  <a:lnTo>
                    <a:pt x="5821007" y="3116972"/>
                  </a:lnTo>
                  <a:lnTo>
                    <a:pt x="5820151" y="3116972"/>
                  </a:lnTo>
                  <a:lnTo>
                    <a:pt x="5819296" y="3116972"/>
                  </a:lnTo>
                  <a:lnTo>
                    <a:pt x="5818440" y="3116972"/>
                  </a:lnTo>
                  <a:lnTo>
                    <a:pt x="5817584" y="3116972"/>
                  </a:lnTo>
                  <a:lnTo>
                    <a:pt x="5816729" y="3116972"/>
                  </a:lnTo>
                  <a:lnTo>
                    <a:pt x="5815873" y="3116972"/>
                  </a:lnTo>
                  <a:lnTo>
                    <a:pt x="5815018" y="3116972"/>
                  </a:lnTo>
                  <a:lnTo>
                    <a:pt x="5814162" y="3116972"/>
                  </a:lnTo>
                  <a:lnTo>
                    <a:pt x="5813307" y="3116972"/>
                  </a:lnTo>
                  <a:lnTo>
                    <a:pt x="5812451" y="3116972"/>
                  </a:lnTo>
                  <a:lnTo>
                    <a:pt x="5811596" y="3116972"/>
                  </a:lnTo>
                  <a:lnTo>
                    <a:pt x="5810740" y="3116972"/>
                  </a:lnTo>
                  <a:lnTo>
                    <a:pt x="5809885" y="3116972"/>
                  </a:lnTo>
                  <a:lnTo>
                    <a:pt x="5809029" y="3116972"/>
                  </a:lnTo>
                  <a:lnTo>
                    <a:pt x="5808174" y="3116972"/>
                  </a:lnTo>
                  <a:lnTo>
                    <a:pt x="5807318" y="3116972"/>
                  </a:lnTo>
                  <a:lnTo>
                    <a:pt x="5806463" y="3116972"/>
                  </a:lnTo>
                  <a:lnTo>
                    <a:pt x="5805607" y="3116972"/>
                  </a:lnTo>
                  <a:lnTo>
                    <a:pt x="5804752" y="3116972"/>
                  </a:lnTo>
                  <a:lnTo>
                    <a:pt x="5803896" y="3116972"/>
                  </a:lnTo>
                  <a:lnTo>
                    <a:pt x="5803041" y="3116972"/>
                  </a:lnTo>
                  <a:lnTo>
                    <a:pt x="5802185" y="3116972"/>
                  </a:lnTo>
                  <a:lnTo>
                    <a:pt x="5801329" y="3116972"/>
                  </a:lnTo>
                  <a:lnTo>
                    <a:pt x="5800474" y="3116972"/>
                  </a:lnTo>
                  <a:lnTo>
                    <a:pt x="5799618" y="3116972"/>
                  </a:lnTo>
                  <a:lnTo>
                    <a:pt x="5798763" y="3116972"/>
                  </a:lnTo>
                  <a:lnTo>
                    <a:pt x="5797907" y="3116972"/>
                  </a:lnTo>
                  <a:lnTo>
                    <a:pt x="5797052" y="3116972"/>
                  </a:lnTo>
                  <a:lnTo>
                    <a:pt x="5796196" y="3116972"/>
                  </a:lnTo>
                  <a:lnTo>
                    <a:pt x="5795341" y="3116972"/>
                  </a:lnTo>
                  <a:lnTo>
                    <a:pt x="5794485" y="3116972"/>
                  </a:lnTo>
                  <a:lnTo>
                    <a:pt x="5793630" y="3116972"/>
                  </a:lnTo>
                  <a:lnTo>
                    <a:pt x="5792774" y="3116972"/>
                  </a:lnTo>
                  <a:lnTo>
                    <a:pt x="5791919" y="3116972"/>
                  </a:lnTo>
                  <a:lnTo>
                    <a:pt x="5791063" y="3116972"/>
                  </a:lnTo>
                  <a:lnTo>
                    <a:pt x="5790208" y="3116972"/>
                  </a:lnTo>
                  <a:lnTo>
                    <a:pt x="5789352" y="3116972"/>
                  </a:lnTo>
                  <a:lnTo>
                    <a:pt x="5788497" y="3116972"/>
                  </a:lnTo>
                  <a:lnTo>
                    <a:pt x="5787641" y="3116972"/>
                  </a:lnTo>
                  <a:lnTo>
                    <a:pt x="5786785" y="3116972"/>
                  </a:lnTo>
                  <a:lnTo>
                    <a:pt x="5785930" y="3116972"/>
                  </a:lnTo>
                  <a:lnTo>
                    <a:pt x="5785074" y="3116972"/>
                  </a:lnTo>
                  <a:lnTo>
                    <a:pt x="5784219" y="3116972"/>
                  </a:lnTo>
                  <a:lnTo>
                    <a:pt x="5783363" y="3116972"/>
                  </a:lnTo>
                  <a:lnTo>
                    <a:pt x="5782508" y="3116972"/>
                  </a:lnTo>
                  <a:lnTo>
                    <a:pt x="5781652" y="3116972"/>
                  </a:lnTo>
                  <a:lnTo>
                    <a:pt x="5780797" y="3116972"/>
                  </a:lnTo>
                  <a:lnTo>
                    <a:pt x="5779941" y="3116972"/>
                  </a:lnTo>
                  <a:lnTo>
                    <a:pt x="5779086" y="3116972"/>
                  </a:lnTo>
                  <a:lnTo>
                    <a:pt x="5778230" y="3116972"/>
                  </a:lnTo>
                  <a:lnTo>
                    <a:pt x="5777375" y="3116972"/>
                  </a:lnTo>
                  <a:lnTo>
                    <a:pt x="5776519" y="3116972"/>
                  </a:lnTo>
                  <a:lnTo>
                    <a:pt x="5775664" y="3116972"/>
                  </a:lnTo>
                  <a:lnTo>
                    <a:pt x="5774808" y="3116972"/>
                  </a:lnTo>
                  <a:lnTo>
                    <a:pt x="5773953" y="3116972"/>
                  </a:lnTo>
                  <a:lnTo>
                    <a:pt x="5773097" y="3116972"/>
                  </a:lnTo>
                  <a:lnTo>
                    <a:pt x="5772242" y="3116972"/>
                  </a:lnTo>
                  <a:lnTo>
                    <a:pt x="5771386" y="3116972"/>
                  </a:lnTo>
                  <a:lnTo>
                    <a:pt x="5770530" y="3116972"/>
                  </a:lnTo>
                  <a:lnTo>
                    <a:pt x="5769675" y="3116972"/>
                  </a:lnTo>
                  <a:lnTo>
                    <a:pt x="5768819" y="3116972"/>
                  </a:lnTo>
                  <a:lnTo>
                    <a:pt x="5767964" y="3116972"/>
                  </a:lnTo>
                  <a:lnTo>
                    <a:pt x="5767108" y="3116972"/>
                  </a:lnTo>
                  <a:lnTo>
                    <a:pt x="5766253" y="3116972"/>
                  </a:lnTo>
                  <a:lnTo>
                    <a:pt x="5765397" y="3116972"/>
                  </a:lnTo>
                  <a:lnTo>
                    <a:pt x="5764542" y="3116972"/>
                  </a:lnTo>
                  <a:lnTo>
                    <a:pt x="5763686" y="3116972"/>
                  </a:lnTo>
                  <a:lnTo>
                    <a:pt x="5762831" y="3116972"/>
                  </a:lnTo>
                  <a:lnTo>
                    <a:pt x="5761975" y="3116972"/>
                  </a:lnTo>
                  <a:lnTo>
                    <a:pt x="5761120" y="3116972"/>
                  </a:lnTo>
                  <a:lnTo>
                    <a:pt x="5760264" y="3116972"/>
                  </a:lnTo>
                  <a:lnTo>
                    <a:pt x="5759409" y="3116972"/>
                  </a:lnTo>
                  <a:lnTo>
                    <a:pt x="5758553" y="3116972"/>
                  </a:lnTo>
                  <a:lnTo>
                    <a:pt x="5757698" y="3116972"/>
                  </a:lnTo>
                  <a:lnTo>
                    <a:pt x="5756842" y="3116972"/>
                  </a:lnTo>
                  <a:lnTo>
                    <a:pt x="5755987" y="3116972"/>
                  </a:lnTo>
                  <a:lnTo>
                    <a:pt x="5755131" y="3116972"/>
                  </a:lnTo>
                  <a:lnTo>
                    <a:pt x="5754275" y="3116972"/>
                  </a:lnTo>
                  <a:lnTo>
                    <a:pt x="5753420" y="3116972"/>
                  </a:lnTo>
                  <a:lnTo>
                    <a:pt x="5752564" y="3116972"/>
                  </a:lnTo>
                  <a:lnTo>
                    <a:pt x="5751709" y="3116972"/>
                  </a:lnTo>
                  <a:lnTo>
                    <a:pt x="5750853" y="3116972"/>
                  </a:lnTo>
                  <a:lnTo>
                    <a:pt x="5749998" y="3116972"/>
                  </a:lnTo>
                  <a:lnTo>
                    <a:pt x="5749142" y="3116972"/>
                  </a:lnTo>
                  <a:lnTo>
                    <a:pt x="5748287" y="3116972"/>
                  </a:lnTo>
                  <a:lnTo>
                    <a:pt x="5747431" y="3116972"/>
                  </a:lnTo>
                  <a:lnTo>
                    <a:pt x="5746576" y="3116972"/>
                  </a:lnTo>
                  <a:lnTo>
                    <a:pt x="5745720" y="3116972"/>
                  </a:lnTo>
                  <a:lnTo>
                    <a:pt x="5744865" y="3116972"/>
                  </a:lnTo>
                  <a:lnTo>
                    <a:pt x="5744009" y="3116972"/>
                  </a:lnTo>
                  <a:lnTo>
                    <a:pt x="5743154" y="3116972"/>
                  </a:lnTo>
                  <a:lnTo>
                    <a:pt x="5742298" y="3116972"/>
                  </a:lnTo>
                  <a:lnTo>
                    <a:pt x="5741443" y="3116972"/>
                  </a:lnTo>
                  <a:lnTo>
                    <a:pt x="5740587" y="3116972"/>
                  </a:lnTo>
                  <a:lnTo>
                    <a:pt x="5739732" y="3116972"/>
                  </a:lnTo>
                  <a:lnTo>
                    <a:pt x="5738876" y="3116972"/>
                  </a:lnTo>
                  <a:lnTo>
                    <a:pt x="5738020" y="3116972"/>
                  </a:lnTo>
                  <a:lnTo>
                    <a:pt x="5737165" y="3116972"/>
                  </a:lnTo>
                  <a:lnTo>
                    <a:pt x="5736309" y="3116972"/>
                  </a:lnTo>
                  <a:lnTo>
                    <a:pt x="5735454" y="3116972"/>
                  </a:lnTo>
                  <a:lnTo>
                    <a:pt x="5734598" y="3116972"/>
                  </a:lnTo>
                  <a:lnTo>
                    <a:pt x="5733743" y="3116972"/>
                  </a:lnTo>
                  <a:lnTo>
                    <a:pt x="5732887" y="3116972"/>
                  </a:lnTo>
                  <a:lnTo>
                    <a:pt x="5732032" y="3116972"/>
                  </a:lnTo>
                  <a:lnTo>
                    <a:pt x="5731176" y="3116972"/>
                  </a:lnTo>
                  <a:lnTo>
                    <a:pt x="5730321" y="3116972"/>
                  </a:lnTo>
                  <a:lnTo>
                    <a:pt x="5729465" y="3116972"/>
                  </a:lnTo>
                  <a:lnTo>
                    <a:pt x="5728610" y="3116972"/>
                  </a:lnTo>
                  <a:lnTo>
                    <a:pt x="5727754" y="3116972"/>
                  </a:lnTo>
                  <a:lnTo>
                    <a:pt x="5726899" y="3116972"/>
                  </a:lnTo>
                  <a:lnTo>
                    <a:pt x="5726043" y="3116972"/>
                  </a:lnTo>
                  <a:lnTo>
                    <a:pt x="5725188" y="3116972"/>
                  </a:lnTo>
                  <a:lnTo>
                    <a:pt x="5724332" y="3116972"/>
                  </a:lnTo>
                  <a:lnTo>
                    <a:pt x="5723476" y="3116972"/>
                  </a:lnTo>
                  <a:lnTo>
                    <a:pt x="5722621" y="3116972"/>
                  </a:lnTo>
                  <a:lnTo>
                    <a:pt x="5721765" y="3116972"/>
                  </a:lnTo>
                  <a:lnTo>
                    <a:pt x="5720910" y="3116972"/>
                  </a:lnTo>
                  <a:lnTo>
                    <a:pt x="5720054" y="3116972"/>
                  </a:lnTo>
                  <a:lnTo>
                    <a:pt x="5719199" y="3116972"/>
                  </a:lnTo>
                  <a:lnTo>
                    <a:pt x="5718343" y="3116972"/>
                  </a:lnTo>
                  <a:lnTo>
                    <a:pt x="5717488" y="3116972"/>
                  </a:lnTo>
                  <a:lnTo>
                    <a:pt x="5716632" y="3116972"/>
                  </a:lnTo>
                  <a:lnTo>
                    <a:pt x="5715777" y="3116972"/>
                  </a:lnTo>
                  <a:lnTo>
                    <a:pt x="5714921" y="3116972"/>
                  </a:lnTo>
                  <a:lnTo>
                    <a:pt x="5714066" y="3116972"/>
                  </a:lnTo>
                  <a:lnTo>
                    <a:pt x="5713210" y="3116972"/>
                  </a:lnTo>
                  <a:lnTo>
                    <a:pt x="5712355" y="3116972"/>
                  </a:lnTo>
                  <a:lnTo>
                    <a:pt x="5711499" y="3116972"/>
                  </a:lnTo>
                  <a:lnTo>
                    <a:pt x="5710644" y="3116972"/>
                  </a:lnTo>
                  <a:lnTo>
                    <a:pt x="5709788" y="3116972"/>
                  </a:lnTo>
                  <a:lnTo>
                    <a:pt x="5708933" y="3116972"/>
                  </a:lnTo>
                  <a:lnTo>
                    <a:pt x="5708077" y="3116972"/>
                  </a:lnTo>
                  <a:lnTo>
                    <a:pt x="5707221" y="3116972"/>
                  </a:lnTo>
                  <a:lnTo>
                    <a:pt x="5706366" y="3116972"/>
                  </a:lnTo>
                  <a:lnTo>
                    <a:pt x="5705510" y="3116972"/>
                  </a:lnTo>
                  <a:lnTo>
                    <a:pt x="5704655" y="3116972"/>
                  </a:lnTo>
                  <a:lnTo>
                    <a:pt x="5703799" y="3116972"/>
                  </a:lnTo>
                  <a:lnTo>
                    <a:pt x="5702944" y="3116972"/>
                  </a:lnTo>
                  <a:lnTo>
                    <a:pt x="5702088" y="3116972"/>
                  </a:lnTo>
                  <a:lnTo>
                    <a:pt x="5701233" y="3116972"/>
                  </a:lnTo>
                  <a:lnTo>
                    <a:pt x="5700377" y="3116972"/>
                  </a:lnTo>
                  <a:lnTo>
                    <a:pt x="5699522" y="3116972"/>
                  </a:lnTo>
                  <a:lnTo>
                    <a:pt x="5698666" y="3116972"/>
                  </a:lnTo>
                  <a:lnTo>
                    <a:pt x="5697811" y="3116972"/>
                  </a:lnTo>
                  <a:lnTo>
                    <a:pt x="5696955" y="3116972"/>
                  </a:lnTo>
                  <a:lnTo>
                    <a:pt x="5696100" y="3116972"/>
                  </a:lnTo>
                  <a:lnTo>
                    <a:pt x="5695244" y="3116972"/>
                  </a:lnTo>
                  <a:lnTo>
                    <a:pt x="5694389" y="3116972"/>
                  </a:lnTo>
                  <a:lnTo>
                    <a:pt x="5693533" y="3116972"/>
                  </a:lnTo>
                  <a:lnTo>
                    <a:pt x="5692678" y="3116972"/>
                  </a:lnTo>
                  <a:lnTo>
                    <a:pt x="5691822" y="3116972"/>
                  </a:lnTo>
                  <a:lnTo>
                    <a:pt x="5690966" y="3116972"/>
                  </a:lnTo>
                  <a:lnTo>
                    <a:pt x="5690111" y="3116972"/>
                  </a:lnTo>
                  <a:lnTo>
                    <a:pt x="5689255" y="3116972"/>
                  </a:lnTo>
                  <a:lnTo>
                    <a:pt x="5688400" y="3116972"/>
                  </a:lnTo>
                  <a:lnTo>
                    <a:pt x="5687544" y="3116972"/>
                  </a:lnTo>
                  <a:lnTo>
                    <a:pt x="5686689" y="3116972"/>
                  </a:lnTo>
                  <a:lnTo>
                    <a:pt x="5685833" y="3116972"/>
                  </a:lnTo>
                  <a:lnTo>
                    <a:pt x="5684978" y="3116972"/>
                  </a:lnTo>
                  <a:lnTo>
                    <a:pt x="5684122" y="3116972"/>
                  </a:lnTo>
                  <a:lnTo>
                    <a:pt x="5683267" y="3116972"/>
                  </a:lnTo>
                  <a:lnTo>
                    <a:pt x="5682411" y="3116972"/>
                  </a:lnTo>
                  <a:lnTo>
                    <a:pt x="5681556" y="3116972"/>
                  </a:lnTo>
                  <a:lnTo>
                    <a:pt x="5680700" y="3116972"/>
                  </a:lnTo>
                  <a:lnTo>
                    <a:pt x="5679845" y="3116972"/>
                  </a:lnTo>
                  <a:lnTo>
                    <a:pt x="5678989" y="3116972"/>
                  </a:lnTo>
                  <a:lnTo>
                    <a:pt x="5678134" y="3116972"/>
                  </a:lnTo>
                  <a:lnTo>
                    <a:pt x="5677278" y="3116972"/>
                  </a:lnTo>
                  <a:lnTo>
                    <a:pt x="5676422" y="3116972"/>
                  </a:lnTo>
                  <a:lnTo>
                    <a:pt x="5675567" y="3116972"/>
                  </a:lnTo>
                  <a:lnTo>
                    <a:pt x="5674711" y="3116972"/>
                  </a:lnTo>
                  <a:lnTo>
                    <a:pt x="5673856" y="3116972"/>
                  </a:lnTo>
                  <a:lnTo>
                    <a:pt x="5673000" y="3116972"/>
                  </a:lnTo>
                  <a:lnTo>
                    <a:pt x="5672145" y="3116972"/>
                  </a:lnTo>
                  <a:lnTo>
                    <a:pt x="5671289" y="3116972"/>
                  </a:lnTo>
                  <a:lnTo>
                    <a:pt x="5670434" y="3116972"/>
                  </a:lnTo>
                  <a:lnTo>
                    <a:pt x="5669578" y="3116972"/>
                  </a:lnTo>
                  <a:lnTo>
                    <a:pt x="5668723" y="3116972"/>
                  </a:lnTo>
                  <a:lnTo>
                    <a:pt x="5667867" y="3116972"/>
                  </a:lnTo>
                  <a:lnTo>
                    <a:pt x="5667012" y="3116972"/>
                  </a:lnTo>
                  <a:lnTo>
                    <a:pt x="5666156" y="3116972"/>
                  </a:lnTo>
                  <a:lnTo>
                    <a:pt x="5665301" y="3116972"/>
                  </a:lnTo>
                  <a:lnTo>
                    <a:pt x="5664445" y="3116972"/>
                  </a:lnTo>
                  <a:lnTo>
                    <a:pt x="5663590" y="3116972"/>
                  </a:lnTo>
                  <a:lnTo>
                    <a:pt x="5662734" y="3116972"/>
                  </a:lnTo>
                  <a:lnTo>
                    <a:pt x="5661879" y="3116972"/>
                  </a:lnTo>
                  <a:lnTo>
                    <a:pt x="5661023" y="3116972"/>
                  </a:lnTo>
                  <a:lnTo>
                    <a:pt x="5660167" y="3116972"/>
                  </a:lnTo>
                  <a:lnTo>
                    <a:pt x="5659312" y="3116972"/>
                  </a:lnTo>
                  <a:lnTo>
                    <a:pt x="5658456" y="3116972"/>
                  </a:lnTo>
                  <a:lnTo>
                    <a:pt x="5657601" y="3116972"/>
                  </a:lnTo>
                  <a:lnTo>
                    <a:pt x="5656745" y="3116972"/>
                  </a:lnTo>
                  <a:lnTo>
                    <a:pt x="5655890" y="3116972"/>
                  </a:lnTo>
                  <a:lnTo>
                    <a:pt x="5655034" y="3116972"/>
                  </a:lnTo>
                  <a:lnTo>
                    <a:pt x="5654179" y="3116972"/>
                  </a:lnTo>
                  <a:lnTo>
                    <a:pt x="5653323" y="3116972"/>
                  </a:lnTo>
                  <a:lnTo>
                    <a:pt x="5652468" y="3116972"/>
                  </a:lnTo>
                  <a:lnTo>
                    <a:pt x="5651612" y="3116972"/>
                  </a:lnTo>
                  <a:lnTo>
                    <a:pt x="5650757" y="3116972"/>
                  </a:lnTo>
                  <a:lnTo>
                    <a:pt x="5649901" y="3116972"/>
                  </a:lnTo>
                  <a:lnTo>
                    <a:pt x="5649046" y="3116972"/>
                  </a:lnTo>
                  <a:lnTo>
                    <a:pt x="5648190" y="3116972"/>
                  </a:lnTo>
                  <a:lnTo>
                    <a:pt x="5647335" y="3116972"/>
                  </a:lnTo>
                  <a:lnTo>
                    <a:pt x="5646479" y="3116972"/>
                  </a:lnTo>
                  <a:lnTo>
                    <a:pt x="5645624" y="3116972"/>
                  </a:lnTo>
                  <a:lnTo>
                    <a:pt x="5644768" y="3116972"/>
                  </a:lnTo>
                  <a:lnTo>
                    <a:pt x="5643912" y="3116972"/>
                  </a:lnTo>
                  <a:lnTo>
                    <a:pt x="5643057" y="3116972"/>
                  </a:lnTo>
                  <a:lnTo>
                    <a:pt x="5642201" y="3116972"/>
                  </a:lnTo>
                  <a:lnTo>
                    <a:pt x="5641346" y="3116972"/>
                  </a:lnTo>
                  <a:lnTo>
                    <a:pt x="5640490" y="3116972"/>
                  </a:lnTo>
                  <a:lnTo>
                    <a:pt x="5639635" y="3116972"/>
                  </a:lnTo>
                  <a:lnTo>
                    <a:pt x="5638779" y="3116972"/>
                  </a:lnTo>
                  <a:lnTo>
                    <a:pt x="5637924" y="3116972"/>
                  </a:lnTo>
                  <a:lnTo>
                    <a:pt x="5637068" y="3116972"/>
                  </a:lnTo>
                  <a:lnTo>
                    <a:pt x="5636213" y="3116972"/>
                  </a:lnTo>
                  <a:lnTo>
                    <a:pt x="5635357" y="3116972"/>
                  </a:lnTo>
                  <a:lnTo>
                    <a:pt x="5634502" y="3116972"/>
                  </a:lnTo>
                  <a:lnTo>
                    <a:pt x="5633646" y="3116972"/>
                  </a:lnTo>
                  <a:lnTo>
                    <a:pt x="5632791" y="3116972"/>
                  </a:lnTo>
                  <a:lnTo>
                    <a:pt x="5631935" y="3116972"/>
                  </a:lnTo>
                  <a:lnTo>
                    <a:pt x="5631080" y="3116972"/>
                  </a:lnTo>
                  <a:lnTo>
                    <a:pt x="5630224" y="3116972"/>
                  </a:lnTo>
                  <a:lnTo>
                    <a:pt x="5629368" y="3116972"/>
                  </a:lnTo>
                  <a:lnTo>
                    <a:pt x="5628513" y="3116972"/>
                  </a:lnTo>
                  <a:lnTo>
                    <a:pt x="5627657" y="3116972"/>
                  </a:lnTo>
                  <a:lnTo>
                    <a:pt x="5626802" y="3116972"/>
                  </a:lnTo>
                  <a:lnTo>
                    <a:pt x="5625946" y="3116972"/>
                  </a:lnTo>
                  <a:lnTo>
                    <a:pt x="5625091" y="3116972"/>
                  </a:lnTo>
                  <a:lnTo>
                    <a:pt x="5624235" y="3116972"/>
                  </a:lnTo>
                  <a:lnTo>
                    <a:pt x="5623380" y="3116972"/>
                  </a:lnTo>
                  <a:lnTo>
                    <a:pt x="5622524" y="3116972"/>
                  </a:lnTo>
                  <a:lnTo>
                    <a:pt x="5621669" y="3116972"/>
                  </a:lnTo>
                  <a:lnTo>
                    <a:pt x="5620813" y="3116972"/>
                  </a:lnTo>
                  <a:lnTo>
                    <a:pt x="5619958" y="3116972"/>
                  </a:lnTo>
                  <a:lnTo>
                    <a:pt x="5619102" y="3116972"/>
                  </a:lnTo>
                  <a:lnTo>
                    <a:pt x="5618247" y="3116972"/>
                  </a:lnTo>
                  <a:lnTo>
                    <a:pt x="5617391" y="3116972"/>
                  </a:lnTo>
                  <a:lnTo>
                    <a:pt x="5616536" y="3116972"/>
                  </a:lnTo>
                  <a:lnTo>
                    <a:pt x="5615680" y="3116972"/>
                  </a:lnTo>
                  <a:lnTo>
                    <a:pt x="5614825" y="3116972"/>
                  </a:lnTo>
                  <a:lnTo>
                    <a:pt x="5613969" y="3116972"/>
                  </a:lnTo>
                  <a:lnTo>
                    <a:pt x="5613113" y="3116972"/>
                  </a:lnTo>
                  <a:lnTo>
                    <a:pt x="5612258" y="3116972"/>
                  </a:lnTo>
                  <a:lnTo>
                    <a:pt x="5611402" y="3116972"/>
                  </a:lnTo>
                  <a:lnTo>
                    <a:pt x="5610547" y="3116972"/>
                  </a:lnTo>
                  <a:lnTo>
                    <a:pt x="5609691" y="3116972"/>
                  </a:lnTo>
                  <a:lnTo>
                    <a:pt x="5608836" y="3116972"/>
                  </a:lnTo>
                  <a:lnTo>
                    <a:pt x="5607980" y="3116972"/>
                  </a:lnTo>
                  <a:lnTo>
                    <a:pt x="5607125" y="3116972"/>
                  </a:lnTo>
                  <a:lnTo>
                    <a:pt x="5606269" y="3116972"/>
                  </a:lnTo>
                  <a:lnTo>
                    <a:pt x="5605414" y="3116972"/>
                  </a:lnTo>
                  <a:lnTo>
                    <a:pt x="5604558" y="3116972"/>
                  </a:lnTo>
                  <a:lnTo>
                    <a:pt x="5603703" y="3116972"/>
                  </a:lnTo>
                  <a:lnTo>
                    <a:pt x="5602847" y="3116972"/>
                  </a:lnTo>
                  <a:lnTo>
                    <a:pt x="5601992" y="3116972"/>
                  </a:lnTo>
                  <a:lnTo>
                    <a:pt x="5601136" y="3116972"/>
                  </a:lnTo>
                  <a:lnTo>
                    <a:pt x="5600281" y="3116972"/>
                  </a:lnTo>
                  <a:lnTo>
                    <a:pt x="5599425" y="3116972"/>
                  </a:lnTo>
                  <a:lnTo>
                    <a:pt x="5598570" y="3116972"/>
                  </a:lnTo>
                  <a:lnTo>
                    <a:pt x="5597714" y="3116972"/>
                  </a:lnTo>
                  <a:lnTo>
                    <a:pt x="5596858" y="3116972"/>
                  </a:lnTo>
                  <a:lnTo>
                    <a:pt x="5596003" y="3116972"/>
                  </a:lnTo>
                  <a:lnTo>
                    <a:pt x="5595147" y="3116972"/>
                  </a:lnTo>
                  <a:lnTo>
                    <a:pt x="5594292" y="3116972"/>
                  </a:lnTo>
                  <a:lnTo>
                    <a:pt x="5593436" y="3116972"/>
                  </a:lnTo>
                  <a:lnTo>
                    <a:pt x="5592581" y="3116972"/>
                  </a:lnTo>
                  <a:lnTo>
                    <a:pt x="5591725" y="3116972"/>
                  </a:lnTo>
                  <a:lnTo>
                    <a:pt x="5590870" y="3116972"/>
                  </a:lnTo>
                  <a:lnTo>
                    <a:pt x="5590014" y="3116972"/>
                  </a:lnTo>
                  <a:lnTo>
                    <a:pt x="5589159" y="3116972"/>
                  </a:lnTo>
                  <a:lnTo>
                    <a:pt x="5588303" y="3116972"/>
                  </a:lnTo>
                  <a:lnTo>
                    <a:pt x="5587448" y="3116972"/>
                  </a:lnTo>
                  <a:lnTo>
                    <a:pt x="5586592" y="3116972"/>
                  </a:lnTo>
                  <a:lnTo>
                    <a:pt x="5585737" y="3116972"/>
                  </a:lnTo>
                  <a:lnTo>
                    <a:pt x="5584881" y="3116972"/>
                  </a:lnTo>
                  <a:lnTo>
                    <a:pt x="5584026" y="3116972"/>
                  </a:lnTo>
                  <a:lnTo>
                    <a:pt x="5583170" y="3116972"/>
                  </a:lnTo>
                  <a:lnTo>
                    <a:pt x="5582314" y="3116972"/>
                  </a:lnTo>
                  <a:lnTo>
                    <a:pt x="5581459" y="3116972"/>
                  </a:lnTo>
                  <a:lnTo>
                    <a:pt x="5580603" y="3116972"/>
                  </a:lnTo>
                  <a:lnTo>
                    <a:pt x="5579748" y="3116972"/>
                  </a:lnTo>
                  <a:lnTo>
                    <a:pt x="5578892" y="3116972"/>
                  </a:lnTo>
                  <a:lnTo>
                    <a:pt x="5578037" y="3116972"/>
                  </a:lnTo>
                  <a:lnTo>
                    <a:pt x="5577181" y="3116972"/>
                  </a:lnTo>
                  <a:lnTo>
                    <a:pt x="5576326" y="3116972"/>
                  </a:lnTo>
                  <a:lnTo>
                    <a:pt x="5575470" y="3116972"/>
                  </a:lnTo>
                  <a:lnTo>
                    <a:pt x="5574615" y="3116972"/>
                  </a:lnTo>
                  <a:lnTo>
                    <a:pt x="5573759" y="3116972"/>
                  </a:lnTo>
                  <a:lnTo>
                    <a:pt x="5572904" y="3116972"/>
                  </a:lnTo>
                  <a:lnTo>
                    <a:pt x="5572048" y="3116972"/>
                  </a:lnTo>
                  <a:lnTo>
                    <a:pt x="5571193" y="3116972"/>
                  </a:lnTo>
                  <a:lnTo>
                    <a:pt x="5570337" y="3116972"/>
                  </a:lnTo>
                  <a:lnTo>
                    <a:pt x="5569482" y="3116972"/>
                  </a:lnTo>
                  <a:lnTo>
                    <a:pt x="5568626" y="3116972"/>
                  </a:lnTo>
                  <a:lnTo>
                    <a:pt x="5567771" y="3116972"/>
                  </a:lnTo>
                  <a:lnTo>
                    <a:pt x="5566915" y="3116972"/>
                  </a:lnTo>
                  <a:lnTo>
                    <a:pt x="5566059" y="3116972"/>
                  </a:lnTo>
                  <a:lnTo>
                    <a:pt x="5565204" y="3116972"/>
                  </a:lnTo>
                  <a:lnTo>
                    <a:pt x="5564348" y="3116972"/>
                  </a:lnTo>
                  <a:lnTo>
                    <a:pt x="5563493" y="3116972"/>
                  </a:lnTo>
                  <a:lnTo>
                    <a:pt x="5562637" y="3116972"/>
                  </a:lnTo>
                  <a:lnTo>
                    <a:pt x="5561782" y="3116972"/>
                  </a:lnTo>
                  <a:lnTo>
                    <a:pt x="5560926" y="3116972"/>
                  </a:lnTo>
                  <a:lnTo>
                    <a:pt x="5560071" y="3116972"/>
                  </a:lnTo>
                  <a:lnTo>
                    <a:pt x="5559215" y="3116972"/>
                  </a:lnTo>
                  <a:lnTo>
                    <a:pt x="5558360" y="3116972"/>
                  </a:lnTo>
                  <a:lnTo>
                    <a:pt x="5557504" y="3116972"/>
                  </a:lnTo>
                  <a:lnTo>
                    <a:pt x="5556649" y="3116972"/>
                  </a:lnTo>
                  <a:lnTo>
                    <a:pt x="5555793" y="3116972"/>
                  </a:lnTo>
                  <a:lnTo>
                    <a:pt x="5554938" y="3116972"/>
                  </a:lnTo>
                  <a:lnTo>
                    <a:pt x="5554082" y="3116972"/>
                  </a:lnTo>
                  <a:lnTo>
                    <a:pt x="5553227" y="3116972"/>
                  </a:lnTo>
                  <a:lnTo>
                    <a:pt x="5552371" y="3116972"/>
                  </a:lnTo>
                  <a:lnTo>
                    <a:pt x="5551516" y="3116972"/>
                  </a:lnTo>
                  <a:lnTo>
                    <a:pt x="5550660" y="3116972"/>
                  </a:lnTo>
                  <a:lnTo>
                    <a:pt x="5549804" y="3116972"/>
                  </a:lnTo>
                  <a:lnTo>
                    <a:pt x="5548949" y="3116972"/>
                  </a:lnTo>
                  <a:lnTo>
                    <a:pt x="5548093" y="3116972"/>
                  </a:lnTo>
                  <a:lnTo>
                    <a:pt x="5547238" y="3116972"/>
                  </a:lnTo>
                  <a:lnTo>
                    <a:pt x="5546382" y="3116972"/>
                  </a:lnTo>
                  <a:lnTo>
                    <a:pt x="5545527" y="3116972"/>
                  </a:lnTo>
                  <a:lnTo>
                    <a:pt x="5544671" y="3116972"/>
                  </a:lnTo>
                  <a:lnTo>
                    <a:pt x="5543816" y="3116972"/>
                  </a:lnTo>
                  <a:lnTo>
                    <a:pt x="5542960" y="3116972"/>
                  </a:lnTo>
                  <a:lnTo>
                    <a:pt x="5542105" y="3116972"/>
                  </a:lnTo>
                  <a:lnTo>
                    <a:pt x="5541249" y="3116972"/>
                  </a:lnTo>
                  <a:lnTo>
                    <a:pt x="5540394" y="3116972"/>
                  </a:lnTo>
                  <a:lnTo>
                    <a:pt x="5539538" y="3116972"/>
                  </a:lnTo>
                  <a:lnTo>
                    <a:pt x="5538683" y="3116972"/>
                  </a:lnTo>
                  <a:lnTo>
                    <a:pt x="5537827" y="3116972"/>
                  </a:lnTo>
                  <a:lnTo>
                    <a:pt x="5536972" y="3116972"/>
                  </a:lnTo>
                  <a:lnTo>
                    <a:pt x="5536116" y="3116972"/>
                  </a:lnTo>
                  <a:lnTo>
                    <a:pt x="5535261" y="3116972"/>
                  </a:lnTo>
                  <a:lnTo>
                    <a:pt x="5534405" y="3116972"/>
                  </a:lnTo>
                  <a:lnTo>
                    <a:pt x="5533549" y="3116972"/>
                  </a:lnTo>
                  <a:lnTo>
                    <a:pt x="5532694" y="3116972"/>
                  </a:lnTo>
                  <a:lnTo>
                    <a:pt x="5531838" y="3116972"/>
                  </a:lnTo>
                  <a:lnTo>
                    <a:pt x="5530983" y="3116972"/>
                  </a:lnTo>
                  <a:lnTo>
                    <a:pt x="5530127" y="3116972"/>
                  </a:lnTo>
                  <a:lnTo>
                    <a:pt x="5529272" y="3116972"/>
                  </a:lnTo>
                  <a:lnTo>
                    <a:pt x="5528416" y="3116972"/>
                  </a:lnTo>
                  <a:lnTo>
                    <a:pt x="5527561" y="3116972"/>
                  </a:lnTo>
                  <a:lnTo>
                    <a:pt x="5526705" y="3116972"/>
                  </a:lnTo>
                  <a:lnTo>
                    <a:pt x="5525850" y="3116972"/>
                  </a:lnTo>
                  <a:lnTo>
                    <a:pt x="5524994" y="3116972"/>
                  </a:lnTo>
                  <a:lnTo>
                    <a:pt x="5524139" y="3116972"/>
                  </a:lnTo>
                  <a:lnTo>
                    <a:pt x="5523283" y="3116972"/>
                  </a:lnTo>
                  <a:lnTo>
                    <a:pt x="5522428" y="3116972"/>
                  </a:lnTo>
                  <a:lnTo>
                    <a:pt x="5521572" y="3116972"/>
                  </a:lnTo>
                  <a:lnTo>
                    <a:pt x="5520717" y="3116972"/>
                  </a:lnTo>
                  <a:lnTo>
                    <a:pt x="5519861" y="3116972"/>
                  </a:lnTo>
                  <a:lnTo>
                    <a:pt x="5519005" y="3116972"/>
                  </a:lnTo>
                  <a:lnTo>
                    <a:pt x="5518150" y="3116972"/>
                  </a:lnTo>
                  <a:lnTo>
                    <a:pt x="5517294" y="3116972"/>
                  </a:lnTo>
                  <a:lnTo>
                    <a:pt x="5516439" y="3116972"/>
                  </a:lnTo>
                  <a:lnTo>
                    <a:pt x="5515583" y="3116972"/>
                  </a:lnTo>
                  <a:lnTo>
                    <a:pt x="5514728" y="3116972"/>
                  </a:lnTo>
                  <a:lnTo>
                    <a:pt x="5513872" y="3116972"/>
                  </a:lnTo>
                  <a:lnTo>
                    <a:pt x="5513017" y="3116972"/>
                  </a:lnTo>
                  <a:lnTo>
                    <a:pt x="5512161" y="3116972"/>
                  </a:lnTo>
                  <a:lnTo>
                    <a:pt x="5511306" y="3116972"/>
                  </a:lnTo>
                  <a:lnTo>
                    <a:pt x="5510450" y="3116972"/>
                  </a:lnTo>
                  <a:lnTo>
                    <a:pt x="5509595" y="3116972"/>
                  </a:lnTo>
                  <a:lnTo>
                    <a:pt x="5508739" y="3116972"/>
                  </a:lnTo>
                  <a:lnTo>
                    <a:pt x="5507884" y="3116972"/>
                  </a:lnTo>
                  <a:lnTo>
                    <a:pt x="5507028" y="3116972"/>
                  </a:lnTo>
                  <a:lnTo>
                    <a:pt x="5506173" y="3116972"/>
                  </a:lnTo>
                  <a:lnTo>
                    <a:pt x="5505317" y="3116972"/>
                  </a:lnTo>
                  <a:lnTo>
                    <a:pt x="5504462" y="3116972"/>
                  </a:lnTo>
                  <a:lnTo>
                    <a:pt x="5503606" y="3116972"/>
                  </a:lnTo>
                  <a:lnTo>
                    <a:pt x="5502750" y="3116972"/>
                  </a:lnTo>
                  <a:lnTo>
                    <a:pt x="5501895" y="3116972"/>
                  </a:lnTo>
                  <a:lnTo>
                    <a:pt x="5501039" y="3116972"/>
                  </a:lnTo>
                  <a:lnTo>
                    <a:pt x="5500184" y="3116972"/>
                  </a:lnTo>
                  <a:lnTo>
                    <a:pt x="5499328" y="3116972"/>
                  </a:lnTo>
                  <a:lnTo>
                    <a:pt x="5498473" y="3116972"/>
                  </a:lnTo>
                  <a:lnTo>
                    <a:pt x="5497617" y="3116972"/>
                  </a:lnTo>
                  <a:lnTo>
                    <a:pt x="5496762" y="3116972"/>
                  </a:lnTo>
                  <a:lnTo>
                    <a:pt x="5495906" y="3116972"/>
                  </a:lnTo>
                  <a:lnTo>
                    <a:pt x="5495051" y="3116972"/>
                  </a:lnTo>
                  <a:lnTo>
                    <a:pt x="5494195" y="3116972"/>
                  </a:lnTo>
                  <a:lnTo>
                    <a:pt x="5493340" y="3116972"/>
                  </a:lnTo>
                  <a:lnTo>
                    <a:pt x="5492484" y="3116972"/>
                  </a:lnTo>
                  <a:lnTo>
                    <a:pt x="5491629" y="3116972"/>
                  </a:lnTo>
                  <a:lnTo>
                    <a:pt x="5490773" y="3116972"/>
                  </a:lnTo>
                  <a:lnTo>
                    <a:pt x="5489918" y="3116972"/>
                  </a:lnTo>
                  <a:lnTo>
                    <a:pt x="5489062" y="3116972"/>
                  </a:lnTo>
                  <a:lnTo>
                    <a:pt x="5488207" y="3116972"/>
                  </a:lnTo>
                  <a:lnTo>
                    <a:pt x="5487351" y="3116972"/>
                  </a:lnTo>
                  <a:lnTo>
                    <a:pt x="5486495" y="3116972"/>
                  </a:lnTo>
                  <a:lnTo>
                    <a:pt x="5485640" y="3116972"/>
                  </a:lnTo>
                  <a:lnTo>
                    <a:pt x="5484784" y="3116972"/>
                  </a:lnTo>
                  <a:lnTo>
                    <a:pt x="5483929" y="3116972"/>
                  </a:lnTo>
                  <a:lnTo>
                    <a:pt x="5483073" y="3116972"/>
                  </a:lnTo>
                  <a:lnTo>
                    <a:pt x="5482218" y="3116972"/>
                  </a:lnTo>
                  <a:lnTo>
                    <a:pt x="5481362" y="3116972"/>
                  </a:lnTo>
                  <a:lnTo>
                    <a:pt x="5480507" y="3116972"/>
                  </a:lnTo>
                  <a:lnTo>
                    <a:pt x="5479651" y="3116972"/>
                  </a:lnTo>
                  <a:lnTo>
                    <a:pt x="5478796" y="3116972"/>
                  </a:lnTo>
                  <a:lnTo>
                    <a:pt x="5477940" y="3116972"/>
                  </a:lnTo>
                  <a:lnTo>
                    <a:pt x="5477085" y="3116972"/>
                  </a:lnTo>
                  <a:lnTo>
                    <a:pt x="5476229" y="3116972"/>
                  </a:lnTo>
                  <a:lnTo>
                    <a:pt x="5475374" y="3116972"/>
                  </a:lnTo>
                  <a:lnTo>
                    <a:pt x="5474518" y="3116972"/>
                  </a:lnTo>
                  <a:lnTo>
                    <a:pt x="5473663" y="3116972"/>
                  </a:lnTo>
                  <a:lnTo>
                    <a:pt x="5472807" y="3116972"/>
                  </a:lnTo>
                  <a:lnTo>
                    <a:pt x="5471951" y="3116972"/>
                  </a:lnTo>
                  <a:lnTo>
                    <a:pt x="5471096" y="3116972"/>
                  </a:lnTo>
                  <a:lnTo>
                    <a:pt x="5470240" y="3116972"/>
                  </a:lnTo>
                  <a:lnTo>
                    <a:pt x="5469385" y="3116972"/>
                  </a:lnTo>
                  <a:lnTo>
                    <a:pt x="5468529" y="3116972"/>
                  </a:lnTo>
                  <a:lnTo>
                    <a:pt x="5467674" y="3116972"/>
                  </a:lnTo>
                  <a:lnTo>
                    <a:pt x="5466818" y="3116972"/>
                  </a:lnTo>
                  <a:lnTo>
                    <a:pt x="5465963" y="3116972"/>
                  </a:lnTo>
                  <a:lnTo>
                    <a:pt x="5465107" y="3116972"/>
                  </a:lnTo>
                  <a:lnTo>
                    <a:pt x="5464252" y="3116972"/>
                  </a:lnTo>
                  <a:lnTo>
                    <a:pt x="5463396" y="3116972"/>
                  </a:lnTo>
                  <a:lnTo>
                    <a:pt x="5462541" y="3116972"/>
                  </a:lnTo>
                  <a:lnTo>
                    <a:pt x="5461685" y="3116972"/>
                  </a:lnTo>
                  <a:lnTo>
                    <a:pt x="5460830" y="3116972"/>
                  </a:lnTo>
                  <a:lnTo>
                    <a:pt x="5459974" y="3116972"/>
                  </a:lnTo>
                  <a:lnTo>
                    <a:pt x="5459119" y="3116972"/>
                  </a:lnTo>
                  <a:lnTo>
                    <a:pt x="5458263" y="3116972"/>
                  </a:lnTo>
                  <a:lnTo>
                    <a:pt x="5457408" y="3116972"/>
                  </a:lnTo>
                  <a:lnTo>
                    <a:pt x="5456552" y="3116972"/>
                  </a:lnTo>
                  <a:lnTo>
                    <a:pt x="5455696" y="3116972"/>
                  </a:lnTo>
                  <a:lnTo>
                    <a:pt x="5454841" y="3116972"/>
                  </a:lnTo>
                  <a:lnTo>
                    <a:pt x="5453985" y="3116972"/>
                  </a:lnTo>
                  <a:lnTo>
                    <a:pt x="5453130" y="3116972"/>
                  </a:lnTo>
                  <a:lnTo>
                    <a:pt x="5452274" y="3116972"/>
                  </a:lnTo>
                  <a:lnTo>
                    <a:pt x="5451419" y="3116972"/>
                  </a:lnTo>
                  <a:lnTo>
                    <a:pt x="5450563" y="3116972"/>
                  </a:lnTo>
                  <a:lnTo>
                    <a:pt x="5449708" y="3116972"/>
                  </a:lnTo>
                  <a:lnTo>
                    <a:pt x="5448852" y="3116972"/>
                  </a:lnTo>
                  <a:lnTo>
                    <a:pt x="5447997" y="3116972"/>
                  </a:lnTo>
                  <a:lnTo>
                    <a:pt x="5447141" y="3116972"/>
                  </a:lnTo>
                  <a:lnTo>
                    <a:pt x="5446286" y="3116972"/>
                  </a:lnTo>
                  <a:lnTo>
                    <a:pt x="5445430" y="3116972"/>
                  </a:lnTo>
                  <a:lnTo>
                    <a:pt x="5444575" y="3116972"/>
                  </a:lnTo>
                  <a:lnTo>
                    <a:pt x="5443719" y="3116972"/>
                  </a:lnTo>
                  <a:lnTo>
                    <a:pt x="5442864" y="3116972"/>
                  </a:lnTo>
                  <a:lnTo>
                    <a:pt x="5442008" y="3116972"/>
                  </a:lnTo>
                  <a:lnTo>
                    <a:pt x="5441153" y="3116972"/>
                  </a:lnTo>
                  <a:lnTo>
                    <a:pt x="5440297" y="3116972"/>
                  </a:lnTo>
                  <a:lnTo>
                    <a:pt x="5439441" y="3116972"/>
                  </a:lnTo>
                  <a:lnTo>
                    <a:pt x="5438586" y="3116972"/>
                  </a:lnTo>
                  <a:lnTo>
                    <a:pt x="5437730" y="3116972"/>
                  </a:lnTo>
                  <a:lnTo>
                    <a:pt x="5436875" y="3116972"/>
                  </a:lnTo>
                  <a:lnTo>
                    <a:pt x="5436019" y="3116972"/>
                  </a:lnTo>
                  <a:lnTo>
                    <a:pt x="5435164" y="3116972"/>
                  </a:lnTo>
                  <a:lnTo>
                    <a:pt x="5434308" y="3116972"/>
                  </a:lnTo>
                  <a:lnTo>
                    <a:pt x="5433453" y="3116972"/>
                  </a:lnTo>
                  <a:lnTo>
                    <a:pt x="5432597" y="3116972"/>
                  </a:lnTo>
                  <a:lnTo>
                    <a:pt x="5431742" y="3116972"/>
                  </a:lnTo>
                  <a:lnTo>
                    <a:pt x="5430886" y="3116972"/>
                  </a:lnTo>
                  <a:lnTo>
                    <a:pt x="5430031" y="3116972"/>
                  </a:lnTo>
                  <a:lnTo>
                    <a:pt x="5429175" y="3116972"/>
                  </a:lnTo>
                  <a:lnTo>
                    <a:pt x="5428320" y="3116972"/>
                  </a:lnTo>
                  <a:lnTo>
                    <a:pt x="5427464" y="3116972"/>
                  </a:lnTo>
                  <a:lnTo>
                    <a:pt x="5426609" y="3116972"/>
                  </a:lnTo>
                  <a:lnTo>
                    <a:pt x="5425753" y="3116972"/>
                  </a:lnTo>
                  <a:lnTo>
                    <a:pt x="5424897" y="3116972"/>
                  </a:lnTo>
                  <a:lnTo>
                    <a:pt x="5424042" y="3116972"/>
                  </a:lnTo>
                  <a:lnTo>
                    <a:pt x="5423186" y="3116972"/>
                  </a:lnTo>
                  <a:lnTo>
                    <a:pt x="5422331" y="3116972"/>
                  </a:lnTo>
                  <a:lnTo>
                    <a:pt x="5421475" y="3116972"/>
                  </a:lnTo>
                  <a:lnTo>
                    <a:pt x="5420620" y="3116972"/>
                  </a:lnTo>
                  <a:lnTo>
                    <a:pt x="5419764" y="3116972"/>
                  </a:lnTo>
                  <a:lnTo>
                    <a:pt x="5418909" y="3116972"/>
                  </a:lnTo>
                  <a:lnTo>
                    <a:pt x="5418053" y="3116972"/>
                  </a:lnTo>
                  <a:lnTo>
                    <a:pt x="5417198" y="3116972"/>
                  </a:lnTo>
                  <a:lnTo>
                    <a:pt x="5416342" y="3116972"/>
                  </a:lnTo>
                  <a:lnTo>
                    <a:pt x="5415487" y="3116972"/>
                  </a:lnTo>
                  <a:lnTo>
                    <a:pt x="5414631" y="3116972"/>
                  </a:lnTo>
                  <a:lnTo>
                    <a:pt x="5413776" y="3116972"/>
                  </a:lnTo>
                  <a:lnTo>
                    <a:pt x="5412920" y="3116972"/>
                  </a:lnTo>
                  <a:lnTo>
                    <a:pt x="5412065" y="3116972"/>
                  </a:lnTo>
                  <a:lnTo>
                    <a:pt x="5411209" y="3116972"/>
                  </a:lnTo>
                  <a:lnTo>
                    <a:pt x="5410354" y="3116972"/>
                  </a:lnTo>
                  <a:lnTo>
                    <a:pt x="5409498" y="3116972"/>
                  </a:lnTo>
                  <a:lnTo>
                    <a:pt x="5408642" y="3116972"/>
                  </a:lnTo>
                  <a:lnTo>
                    <a:pt x="5407787" y="3116972"/>
                  </a:lnTo>
                  <a:lnTo>
                    <a:pt x="5406931" y="3116972"/>
                  </a:lnTo>
                  <a:lnTo>
                    <a:pt x="5406076" y="3116972"/>
                  </a:lnTo>
                  <a:lnTo>
                    <a:pt x="5405220" y="3116972"/>
                  </a:lnTo>
                  <a:lnTo>
                    <a:pt x="5404365" y="3116972"/>
                  </a:lnTo>
                  <a:lnTo>
                    <a:pt x="5403509" y="3116972"/>
                  </a:lnTo>
                  <a:lnTo>
                    <a:pt x="5402654" y="3116972"/>
                  </a:lnTo>
                  <a:lnTo>
                    <a:pt x="5401798" y="3116972"/>
                  </a:lnTo>
                  <a:lnTo>
                    <a:pt x="5400943" y="3116972"/>
                  </a:lnTo>
                  <a:lnTo>
                    <a:pt x="5400087" y="3116972"/>
                  </a:lnTo>
                  <a:lnTo>
                    <a:pt x="5399232" y="3116972"/>
                  </a:lnTo>
                  <a:lnTo>
                    <a:pt x="5398376" y="3116972"/>
                  </a:lnTo>
                  <a:lnTo>
                    <a:pt x="5397521" y="3116972"/>
                  </a:lnTo>
                  <a:lnTo>
                    <a:pt x="5396665" y="3116972"/>
                  </a:lnTo>
                  <a:lnTo>
                    <a:pt x="5395810" y="3116972"/>
                  </a:lnTo>
                  <a:lnTo>
                    <a:pt x="5394954" y="3116972"/>
                  </a:lnTo>
                  <a:lnTo>
                    <a:pt x="5394099" y="3116972"/>
                  </a:lnTo>
                  <a:lnTo>
                    <a:pt x="5393243" y="3116972"/>
                  </a:lnTo>
                  <a:lnTo>
                    <a:pt x="5392387" y="3116972"/>
                  </a:lnTo>
                  <a:lnTo>
                    <a:pt x="5391532" y="3116972"/>
                  </a:lnTo>
                  <a:lnTo>
                    <a:pt x="5390676" y="3116972"/>
                  </a:lnTo>
                  <a:lnTo>
                    <a:pt x="5389821" y="3116972"/>
                  </a:lnTo>
                  <a:lnTo>
                    <a:pt x="5388965" y="3116972"/>
                  </a:lnTo>
                  <a:lnTo>
                    <a:pt x="5388110" y="3116972"/>
                  </a:lnTo>
                  <a:lnTo>
                    <a:pt x="5387254" y="3116972"/>
                  </a:lnTo>
                  <a:lnTo>
                    <a:pt x="5386399" y="3116972"/>
                  </a:lnTo>
                  <a:lnTo>
                    <a:pt x="5385543" y="3116972"/>
                  </a:lnTo>
                  <a:lnTo>
                    <a:pt x="5384688" y="3116972"/>
                  </a:lnTo>
                  <a:lnTo>
                    <a:pt x="5383832" y="3116972"/>
                  </a:lnTo>
                  <a:lnTo>
                    <a:pt x="5382977" y="3116972"/>
                  </a:lnTo>
                  <a:lnTo>
                    <a:pt x="5382121" y="3116972"/>
                  </a:lnTo>
                  <a:lnTo>
                    <a:pt x="5381266" y="3116972"/>
                  </a:lnTo>
                  <a:lnTo>
                    <a:pt x="5380410" y="3116972"/>
                  </a:lnTo>
                  <a:lnTo>
                    <a:pt x="5379555" y="3116972"/>
                  </a:lnTo>
                  <a:lnTo>
                    <a:pt x="5378699" y="3116972"/>
                  </a:lnTo>
                  <a:lnTo>
                    <a:pt x="5377843" y="3116972"/>
                  </a:lnTo>
                  <a:lnTo>
                    <a:pt x="5376988" y="3116972"/>
                  </a:lnTo>
                  <a:lnTo>
                    <a:pt x="5376132" y="3116972"/>
                  </a:lnTo>
                  <a:lnTo>
                    <a:pt x="5375277" y="3116972"/>
                  </a:lnTo>
                  <a:lnTo>
                    <a:pt x="5374421" y="3116972"/>
                  </a:lnTo>
                  <a:lnTo>
                    <a:pt x="5373566" y="3116972"/>
                  </a:lnTo>
                  <a:lnTo>
                    <a:pt x="5372710" y="3116972"/>
                  </a:lnTo>
                  <a:lnTo>
                    <a:pt x="5371855" y="3116972"/>
                  </a:lnTo>
                  <a:lnTo>
                    <a:pt x="5370999" y="3116972"/>
                  </a:lnTo>
                  <a:lnTo>
                    <a:pt x="5370144" y="3116972"/>
                  </a:lnTo>
                  <a:lnTo>
                    <a:pt x="5369288" y="3116972"/>
                  </a:lnTo>
                  <a:lnTo>
                    <a:pt x="5368433" y="3116972"/>
                  </a:lnTo>
                  <a:lnTo>
                    <a:pt x="5367577" y="3116972"/>
                  </a:lnTo>
                  <a:lnTo>
                    <a:pt x="5366722" y="3116972"/>
                  </a:lnTo>
                  <a:lnTo>
                    <a:pt x="5365866" y="3116972"/>
                  </a:lnTo>
                  <a:lnTo>
                    <a:pt x="5365011" y="3116972"/>
                  </a:lnTo>
                  <a:lnTo>
                    <a:pt x="5364155" y="3116972"/>
                  </a:lnTo>
                  <a:lnTo>
                    <a:pt x="5363300" y="3116972"/>
                  </a:lnTo>
                  <a:lnTo>
                    <a:pt x="5362444" y="3116972"/>
                  </a:lnTo>
                  <a:lnTo>
                    <a:pt x="5361588" y="3116972"/>
                  </a:lnTo>
                  <a:lnTo>
                    <a:pt x="5360733" y="3116972"/>
                  </a:lnTo>
                  <a:lnTo>
                    <a:pt x="5359877" y="3116972"/>
                  </a:lnTo>
                  <a:lnTo>
                    <a:pt x="5359022" y="3116972"/>
                  </a:lnTo>
                  <a:lnTo>
                    <a:pt x="5358166" y="3116972"/>
                  </a:lnTo>
                  <a:lnTo>
                    <a:pt x="5357311" y="3116972"/>
                  </a:lnTo>
                  <a:lnTo>
                    <a:pt x="5356455" y="3116972"/>
                  </a:lnTo>
                  <a:lnTo>
                    <a:pt x="5355600" y="3116972"/>
                  </a:lnTo>
                  <a:lnTo>
                    <a:pt x="5354744" y="3116972"/>
                  </a:lnTo>
                  <a:lnTo>
                    <a:pt x="5353889" y="3116972"/>
                  </a:lnTo>
                  <a:lnTo>
                    <a:pt x="5353033" y="3116972"/>
                  </a:lnTo>
                  <a:lnTo>
                    <a:pt x="5352178" y="3116972"/>
                  </a:lnTo>
                  <a:lnTo>
                    <a:pt x="5351322" y="3116972"/>
                  </a:lnTo>
                  <a:lnTo>
                    <a:pt x="5350467" y="3116972"/>
                  </a:lnTo>
                  <a:lnTo>
                    <a:pt x="5349611" y="3116972"/>
                  </a:lnTo>
                  <a:lnTo>
                    <a:pt x="5348756" y="3116972"/>
                  </a:lnTo>
                  <a:lnTo>
                    <a:pt x="5347900" y="3116972"/>
                  </a:lnTo>
                  <a:lnTo>
                    <a:pt x="5347045" y="3116972"/>
                  </a:lnTo>
                  <a:lnTo>
                    <a:pt x="5346189" y="3116972"/>
                  </a:lnTo>
                  <a:lnTo>
                    <a:pt x="5345333" y="3116972"/>
                  </a:lnTo>
                  <a:lnTo>
                    <a:pt x="5344478" y="3116972"/>
                  </a:lnTo>
                  <a:lnTo>
                    <a:pt x="5343622" y="3116972"/>
                  </a:lnTo>
                  <a:lnTo>
                    <a:pt x="5342767" y="3116972"/>
                  </a:lnTo>
                  <a:lnTo>
                    <a:pt x="5341911" y="3116972"/>
                  </a:lnTo>
                  <a:lnTo>
                    <a:pt x="5341056" y="3116972"/>
                  </a:lnTo>
                  <a:lnTo>
                    <a:pt x="5340200" y="3116972"/>
                  </a:lnTo>
                  <a:lnTo>
                    <a:pt x="5339345" y="3116972"/>
                  </a:lnTo>
                  <a:lnTo>
                    <a:pt x="5338489" y="3116972"/>
                  </a:lnTo>
                  <a:lnTo>
                    <a:pt x="5337634" y="3116972"/>
                  </a:lnTo>
                  <a:lnTo>
                    <a:pt x="5336778" y="3116972"/>
                  </a:lnTo>
                  <a:lnTo>
                    <a:pt x="5335923" y="3116972"/>
                  </a:lnTo>
                  <a:lnTo>
                    <a:pt x="5335067" y="3116972"/>
                  </a:lnTo>
                  <a:lnTo>
                    <a:pt x="5334212" y="3116972"/>
                  </a:lnTo>
                  <a:lnTo>
                    <a:pt x="5333356" y="3116972"/>
                  </a:lnTo>
                  <a:lnTo>
                    <a:pt x="5332501" y="3116972"/>
                  </a:lnTo>
                  <a:lnTo>
                    <a:pt x="5331645" y="3116972"/>
                  </a:lnTo>
                  <a:lnTo>
                    <a:pt x="5330789" y="3116972"/>
                  </a:lnTo>
                  <a:lnTo>
                    <a:pt x="5329934" y="3116972"/>
                  </a:lnTo>
                  <a:lnTo>
                    <a:pt x="5329078" y="3116972"/>
                  </a:lnTo>
                  <a:lnTo>
                    <a:pt x="5328223" y="3116972"/>
                  </a:lnTo>
                  <a:lnTo>
                    <a:pt x="5327367" y="3116972"/>
                  </a:lnTo>
                  <a:lnTo>
                    <a:pt x="5326512" y="3116972"/>
                  </a:lnTo>
                  <a:lnTo>
                    <a:pt x="5325656" y="3116972"/>
                  </a:lnTo>
                  <a:lnTo>
                    <a:pt x="5324801" y="3116972"/>
                  </a:lnTo>
                  <a:lnTo>
                    <a:pt x="5323945" y="3116972"/>
                  </a:lnTo>
                  <a:lnTo>
                    <a:pt x="5323090" y="3116972"/>
                  </a:lnTo>
                  <a:lnTo>
                    <a:pt x="5322234" y="3116972"/>
                  </a:lnTo>
                  <a:lnTo>
                    <a:pt x="5321379" y="3116972"/>
                  </a:lnTo>
                  <a:lnTo>
                    <a:pt x="5320523" y="3116972"/>
                  </a:lnTo>
                  <a:lnTo>
                    <a:pt x="5319668" y="3116972"/>
                  </a:lnTo>
                  <a:lnTo>
                    <a:pt x="5318812" y="3116972"/>
                  </a:lnTo>
                  <a:lnTo>
                    <a:pt x="5317957" y="3116972"/>
                  </a:lnTo>
                  <a:lnTo>
                    <a:pt x="5317101" y="3116972"/>
                  </a:lnTo>
                  <a:lnTo>
                    <a:pt x="5316246" y="3116972"/>
                  </a:lnTo>
                  <a:lnTo>
                    <a:pt x="5315390" y="3116972"/>
                  </a:lnTo>
                  <a:lnTo>
                    <a:pt x="5314534" y="3116972"/>
                  </a:lnTo>
                  <a:lnTo>
                    <a:pt x="5313679" y="3116972"/>
                  </a:lnTo>
                  <a:lnTo>
                    <a:pt x="5312823" y="3116972"/>
                  </a:lnTo>
                  <a:lnTo>
                    <a:pt x="5311968" y="3116972"/>
                  </a:lnTo>
                  <a:lnTo>
                    <a:pt x="5311112" y="3116972"/>
                  </a:lnTo>
                  <a:lnTo>
                    <a:pt x="5310257" y="3116972"/>
                  </a:lnTo>
                  <a:lnTo>
                    <a:pt x="5309401" y="3116972"/>
                  </a:lnTo>
                  <a:lnTo>
                    <a:pt x="5308546" y="3116972"/>
                  </a:lnTo>
                  <a:lnTo>
                    <a:pt x="5307690" y="3116972"/>
                  </a:lnTo>
                  <a:lnTo>
                    <a:pt x="5306835" y="3116972"/>
                  </a:lnTo>
                  <a:lnTo>
                    <a:pt x="5305979" y="3116972"/>
                  </a:lnTo>
                  <a:lnTo>
                    <a:pt x="5305124" y="3116972"/>
                  </a:lnTo>
                  <a:lnTo>
                    <a:pt x="5304268" y="3116972"/>
                  </a:lnTo>
                  <a:lnTo>
                    <a:pt x="5303413" y="3116972"/>
                  </a:lnTo>
                  <a:lnTo>
                    <a:pt x="5302557" y="3116972"/>
                  </a:lnTo>
                  <a:lnTo>
                    <a:pt x="5301702" y="3116972"/>
                  </a:lnTo>
                  <a:lnTo>
                    <a:pt x="5300846" y="3116972"/>
                  </a:lnTo>
                  <a:lnTo>
                    <a:pt x="5299991" y="3116972"/>
                  </a:lnTo>
                  <a:lnTo>
                    <a:pt x="5299135" y="3116972"/>
                  </a:lnTo>
                  <a:lnTo>
                    <a:pt x="5298279" y="3116972"/>
                  </a:lnTo>
                  <a:lnTo>
                    <a:pt x="5297424" y="3116972"/>
                  </a:lnTo>
                  <a:lnTo>
                    <a:pt x="5296568" y="3116972"/>
                  </a:lnTo>
                  <a:lnTo>
                    <a:pt x="5295713" y="3116972"/>
                  </a:lnTo>
                  <a:lnTo>
                    <a:pt x="5294857" y="3116972"/>
                  </a:lnTo>
                  <a:lnTo>
                    <a:pt x="5294002" y="3116972"/>
                  </a:lnTo>
                  <a:lnTo>
                    <a:pt x="5293146" y="3116972"/>
                  </a:lnTo>
                  <a:lnTo>
                    <a:pt x="5292291" y="3116972"/>
                  </a:lnTo>
                  <a:lnTo>
                    <a:pt x="5291435" y="3116972"/>
                  </a:lnTo>
                  <a:lnTo>
                    <a:pt x="5290580" y="3116972"/>
                  </a:lnTo>
                  <a:lnTo>
                    <a:pt x="5289724" y="3116972"/>
                  </a:lnTo>
                  <a:lnTo>
                    <a:pt x="5288869" y="3116972"/>
                  </a:lnTo>
                  <a:lnTo>
                    <a:pt x="5288013" y="3116972"/>
                  </a:lnTo>
                  <a:lnTo>
                    <a:pt x="5287158" y="3116972"/>
                  </a:lnTo>
                  <a:lnTo>
                    <a:pt x="5286302" y="3116972"/>
                  </a:lnTo>
                  <a:lnTo>
                    <a:pt x="5285447" y="3116972"/>
                  </a:lnTo>
                  <a:lnTo>
                    <a:pt x="5284591" y="3116972"/>
                  </a:lnTo>
                  <a:lnTo>
                    <a:pt x="5283736" y="3116972"/>
                  </a:lnTo>
                  <a:lnTo>
                    <a:pt x="5282880" y="3116972"/>
                  </a:lnTo>
                  <a:lnTo>
                    <a:pt x="5282024" y="3116972"/>
                  </a:lnTo>
                  <a:lnTo>
                    <a:pt x="5281169" y="3116972"/>
                  </a:lnTo>
                  <a:lnTo>
                    <a:pt x="5280313" y="3116972"/>
                  </a:lnTo>
                  <a:lnTo>
                    <a:pt x="5279458" y="3116972"/>
                  </a:lnTo>
                  <a:lnTo>
                    <a:pt x="5278602" y="3116972"/>
                  </a:lnTo>
                  <a:lnTo>
                    <a:pt x="5277747" y="3116972"/>
                  </a:lnTo>
                  <a:lnTo>
                    <a:pt x="5276891" y="3116972"/>
                  </a:lnTo>
                  <a:lnTo>
                    <a:pt x="5276036" y="3116972"/>
                  </a:lnTo>
                  <a:lnTo>
                    <a:pt x="5275180" y="3116972"/>
                  </a:lnTo>
                  <a:lnTo>
                    <a:pt x="5274325" y="3116972"/>
                  </a:lnTo>
                  <a:lnTo>
                    <a:pt x="5273469" y="3116972"/>
                  </a:lnTo>
                  <a:lnTo>
                    <a:pt x="5272614" y="3116972"/>
                  </a:lnTo>
                  <a:lnTo>
                    <a:pt x="5271758" y="3116972"/>
                  </a:lnTo>
                  <a:lnTo>
                    <a:pt x="5270903" y="3116972"/>
                  </a:lnTo>
                  <a:lnTo>
                    <a:pt x="5270047" y="3116972"/>
                  </a:lnTo>
                  <a:lnTo>
                    <a:pt x="5269192" y="3116972"/>
                  </a:lnTo>
                  <a:lnTo>
                    <a:pt x="5268336" y="3116972"/>
                  </a:lnTo>
                  <a:lnTo>
                    <a:pt x="5267480" y="3116972"/>
                  </a:lnTo>
                  <a:lnTo>
                    <a:pt x="5266625" y="3116972"/>
                  </a:lnTo>
                  <a:lnTo>
                    <a:pt x="5265769" y="3116972"/>
                  </a:lnTo>
                  <a:lnTo>
                    <a:pt x="5264914" y="3116972"/>
                  </a:lnTo>
                  <a:lnTo>
                    <a:pt x="5264058" y="3116972"/>
                  </a:lnTo>
                  <a:lnTo>
                    <a:pt x="5263203" y="3116972"/>
                  </a:lnTo>
                  <a:lnTo>
                    <a:pt x="5262347" y="3116972"/>
                  </a:lnTo>
                  <a:lnTo>
                    <a:pt x="5261492" y="3116972"/>
                  </a:lnTo>
                  <a:lnTo>
                    <a:pt x="5260636" y="3116972"/>
                  </a:lnTo>
                  <a:lnTo>
                    <a:pt x="5259781" y="3116972"/>
                  </a:lnTo>
                  <a:lnTo>
                    <a:pt x="5258925" y="3116972"/>
                  </a:lnTo>
                  <a:lnTo>
                    <a:pt x="5258070" y="3116972"/>
                  </a:lnTo>
                  <a:lnTo>
                    <a:pt x="5257214" y="3116972"/>
                  </a:lnTo>
                  <a:lnTo>
                    <a:pt x="5256359" y="3116972"/>
                  </a:lnTo>
                  <a:lnTo>
                    <a:pt x="5255503" y="3116972"/>
                  </a:lnTo>
                  <a:lnTo>
                    <a:pt x="5254648" y="3116972"/>
                  </a:lnTo>
                  <a:lnTo>
                    <a:pt x="5253792" y="3116972"/>
                  </a:lnTo>
                  <a:lnTo>
                    <a:pt x="5252937" y="3116972"/>
                  </a:lnTo>
                  <a:lnTo>
                    <a:pt x="5252081" y="3116972"/>
                  </a:lnTo>
                  <a:lnTo>
                    <a:pt x="5251225" y="3116972"/>
                  </a:lnTo>
                  <a:lnTo>
                    <a:pt x="5250370" y="3116972"/>
                  </a:lnTo>
                  <a:lnTo>
                    <a:pt x="5249514" y="3116972"/>
                  </a:lnTo>
                  <a:lnTo>
                    <a:pt x="5248659" y="3116972"/>
                  </a:lnTo>
                  <a:lnTo>
                    <a:pt x="5247803" y="3116972"/>
                  </a:lnTo>
                  <a:lnTo>
                    <a:pt x="5246948" y="3116972"/>
                  </a:lnTo>
                  <a:lnTo>
                    <a:pt x="5246092" y="3116972"/>
                  </a:lnTo>
                  <a:lnTo>
                    <a:pt x="5245237" y="3116972"/>
                  </a:lnTo>
                  <a:lnTo>
                    <a:pt x="5244381" y="3116972"/>
                  </a:lnTo>
                  <a:lnTo>
                    <a:pt x="5243526" y="3116972"/>
                  </a:lnTo>
                  <a:lnTo>
                    <a:pt x="5242670" y="3116972"/>
                  </a:lnTo>
                  <a:lnTo>
                    <a:pt x="5241815" y="3116972"/>
                  </a:lnTo>
                  <a:lnTo>
                    <a:pt x="5240959" y="3116972"/>
                  </a:lnTo>
                  <a:lnTo>
                    <a:pt x="5240104" y="3116972"/>
                  </a:lnTo>
                  <a:lnTo>
                    <a:pt x="5239248" y="3116972"/>
                  </a:lnTo>
                  <a:lnTo>
                    <a:pt x="5238393" y="3116972"/>
                  </a:lnTo>
                  <a:lnTo>
                    <a:pt x="5237537" y="3116972"/>
                  </a:lnTo>
                  <a:lnTo>
                    <a:pt x="5236682" y="3116972"/>
                  </a:lnTo>
                  <a:lnTo>
                    <a:pt x="5235826" y="3116972"/>
                  </a:lnTo>
                  <a:lnTo>
                    <a:pt x="5234970" y="3116972"/>
                  </a:lnTo>
                  <a:lnTo>
                    <a:pt x="5234115" y="3116972"/>
                  </a:lnTo>
                  <a:lnTo>
                    <a:pt x="5233259" y="3116972"/>
                  </a:lnTo>
                  <a:lnTo>
                    <a:pt x="5232404" y="3116972"/>
                  </a:lnTo>
                  <a:lnTo>
                    <a:pt x="5231548" y="3116972"/>
                  </a:lnTo>
                  <a:lnTo>
                    <a:pt x="5230693" y="3116972"/>
                  </a:lnTo>
                  <a:lnTo>
                    <a:pt x="5229837" y="3116972"/>
                  </a:lnTo>
                  <a:lnTo>
                    <a:pt x="5228982" y="3116972"/>
                  </a:lnTo>
                  <a:lnTo>
                    <a:pt x="5228126" y="3116972"/>
                  </a:lnTo>
                  <a:lnTo>
                    <a:pt x="5227271" y="3116972"/>
                  </a:lnTo>
                  <a:lnTo>
                    <a:pt x="5226415" y="3116972"/>
                  </a:lnTo>
                  <a:lnTo>
                    <a:pt x="5225560" y="3116972"/>
                  </a:lnTo>
                  <a:lnTo>
                    <a:pt x="5224704" y="3116972"/>
                  </a:lnTo>
                  <a:lnTo>
                    <a:pt x="5223849" y="3116972"/>
                  </a:lnTo>
                  <a:lnTo>
                    <a:pt x="5222993" y="3116972"/>
                  </a:lnTo>
                  <a:lnTo>
                    <a:pt x="5222138" y="3116972"/>
                  </a:lnTo>
                  <a:lnTo>
                    <a:pt x="5221282" y="3116972"/>
                  </a:lnTo>
                  <a:lnTo>
                    <a:pt x="5220426" y="3116972"/>
                  </a:lnTo>
                  <a:lnTo>
                    <a:pt x="5219571" y="3116972"/>
                  </a:lnTo>
                  <a:lnTo>
                    <a:pt x="5218715" y="3116972"/>
                  </a:lnTo>
                  <a:lnTo>
                    <a:pt x="5217860" y="3116972"/>
                  </a:lnTo>
                  <a:lnTo>
                    <a:pt x="5217004" y="3116972"/>
                  </a:lnTo>
                  <a:lnTo>
                    <a:pt x="5216149" y="3116972"/>
                  </a:lnTo>
                  <a:lnTo>
                    <a:pt x="5215293" y="3116972"/>
                  </a:lnTo>
                  <a:lnTo>
                    <a:pt x="5214438" y="3116972"/>
                  </a:lnTo>
                  <a:lnTo>
                    <a:pt x="5213582" y="3116972"/>
                  </a:lnTo>
                  <a:lnTo>
                    <a:pt x="5212727" y="3116972"/>
                  </a:lnTo>
                  <a:lnTo>
                    <a:pt x="5211871" y="3116972"/>
                  </a:lnTo>
                  <a:lnTo>
                    <a:pt x="5211016" y="3116972"/>
                  </a:lnTo>
                  <a:lnTo>
                    <a:pt x="5210160" y="3116972"/>
                  </a:lnTo>
                  <a:lnTo>
                    <a:pt x="5209305" y="3116972"/>
                  </a:lnTo>
                  <a:lnTo>
                    <a:pt x="5208449" y="3116972"/>
                  </a:lnTo>
                  <a:lnTo>
                    <a:pt x="5207594" y="3116972"/>
                  </a:lnTo>
                  <a:lnTo>
                    <a:pt x="5206738" y="3116972"/>
                  </a:lnTo>
                  <a:lnTo>
                    <a:pt x="5205883" y="3116972"/>
                  </a:lnTo>
                  <a:lnTo>
                    <a:pt x="5205027" y="3116972"/>
                  </a:lnTo>
                  <a:lnTo>
                    <a:pt x="5204171" y="3116972"/>
                  </a:lnTo>
                  <a:lnTo>
                    <a:pt x="5203316" y="3116972"/>
                  </a:lnTo>
                  <a:lnTo>
                    <a:pt x="5202460" y="3116972"/>
                  </a:lnTo>
                  <a:lnTo>
                    <a:pt x="5201605" y="3116972"/>
                  </a:lnTo>
                  <a:lnTo>
                    <a:pt x="5200749" y="3116972"/>
                  </a:lnTo>
                  <a:lnTo>
                    <a:pt x="5199894" y="3116972"/>
                  </a:lnTo>
                  <a:lnTo>
                    <a:pt x="5199038" y="3116972"/>
                  </a:lnTo>
                  <a:lnTo>
                    <a:pt x="5198183" y="3116972"/>
                  </a:lnTo>
                  <a:lnTo>
                    <a:pt x="5197327" y="3116972"/>
                  </a:lnTo>
                  <a:lnTo>
                    <a:pt x="5196472" y="3116972"/>
                  </a:lnTo>
                  <a:lnTo>
                    <a:pt x="5195616" y="3116972"/>
                  </a:lnTo>
                  <a:lnTo>
                    <a:pt x="5194761" y="3116972"/>
                  </a:lnTo>
                  <a:lnTo>
                    <a:pt x="5193905" y="3116972"/>
                  </a:lnTo>
                  <a:lnTo>
                    <a:pt x="5193050" y="3116972"/>
                  </a:lnTo>
                  <a:lnTo>
                    <a:pt x="5192194" y="3116972"/>
                  </a:lnTo>
                  <a:lnTo>
                    <a:pt x="5191339" y="3116972"/>
                  </a:lnTo>
                  <a:lnTo>
                    <a:pt x="5190483" y="3116972"/>
                  </a:lnTo>
                  <a:lnTo>
                    <a:pt x="5189628" y="3116972"/>
                  </a:lnTo>
                  <a:lnTo>
                    <a:pt x="5188772" y="3116972"/>
                  </a:lnTo>
                  <a:lnTo>
                    <a:pt x="5187916" y="3116972"/>
                  </a:lnTo>
                  <a:lnTo>
                    <a:pt x="5187061" y="3116972"/>
                  </a:lnTo>
                  <a:lnTo>
                    <a:pt x="5186205" y="3116972"/>
                  </a:lnTo>
                  <a:lnTo>
                    <a:pt x="5185350" y="3116972"/>
                  </a:lnTo>
                  <a:lnTo>
                    <a:pt x="5184494" y="3116972"/>
                  </a:lnTo>
                  <a:lnTo>
                    <a:pt x="5183639" y="3116972"/>
                  </a:lnTo>
                  <a:lnTo>
                    <a:pt x="5182783" y="3116972"/>
                  </a:lnTo>
                  <a:lnTo>
                    <a:pt x="5181928" y="3116972"/>
                  </a:lnTo>
                  <a:lnTo>
                    <a:pt x="5181072" y="3116972"/>
                  </a:lnTo>
                  <a:lnTo>
                    <a:pt x="5180217" y="3116972"/>
                  </a:lnTo>
                  <a:lnTo>
                    <a:pt x="5179361" y="3116972"/>
                  </a:lnTo>
                  <a:lnTo>
                    <a:pt x="5178506" y="3116972"/>
                  </a:lnTo>
                  <a:lnTo>
                    <a:pt x="5177650" y="3116972"/>
                  </a:lnTo>
                  <a:lnTo>
                    <a:pt x="5176795" y="3116972"/>
                  </a:lnTo>
                  <a:lnTo>
                    <a:pt x="5175939" y="3116972"/>
                  </a:lnTo>
                  <a:lnTo>
                    <a:pt x="5175084" y="3116972"/>
                  </a:lnTo>
                  <a:lnTo>
                    <a:pt x="5174228" y="3116972"/>
                  </a:lnTo>
                  <a:lnTo>
                    <a:pt x="5173372" y="3116972"/>
                  </a:lnTo>
                  <a:lnTo>
                    <a:pt x="5172517" y="3116972"/>
                  </a:lnTo>
                  <a:lnTo>
                    <a:pt x="5171661" y="3116972"/>
                  </a:lnTo>
                  <a:lnTo>
                    <a:pt x="5170806" y="3116972"/>
                  </a:lnTo>
                  <a:lnTo>
                    <a:pt x="5169950" y="3116972"/>
                  </a:lnTo>
                  <a:lnTo>
                    <a:pt x="5169095" y="3116972"/>
                  </a:lnTo>
                  <a:lnTo>
                    <a:pt x="5168239" y="3116972"/>
                  </a:lnTo>
                  <a:lnTo>
                    <a:pt x="5167384" y="3116972"/>
                  </a:lnTo>
                  <a:lnTo>
                    <a:pt x="5166528" y="3116972"/>
                  </a:lnTo>
                  <a:lnTo>
                    <a:pt x="5165673" y="3116972"/>
                  </a:lnTo>
                  <a:lnTo>
                    <a:pt x="5164817" y="3116972"/>
                  </a:lnTo>
                  <a:lnTo>
                    <a:pt x="5163962" y="3116972"/>
                  </a:lnTo>
                  <a:lnTo>
                    <a:pt x="5163106" y="3116972"/>
                  </a:lnTo>
                  <a:lnTo>
                    <a:pt x="5162251" y="3116972"/>
                  </a:lnTo>
                  <a:lnTo>
                    <a:pt x="5161395" y="3116972"/>
                  </a:lnTo>
                  <a:lnTo>
                    <a:pt x="5160540" y="3116972"/>
                  </a:lnTo>
                  <a:lnTo>
                    <a:pt x="5159684" y="3116972"/>
                  </a:lnTo>
                  <a:lnTo>
                    <a:pt x="5158829" y="3116972"/>
                  </a:lnTo>
                  <a:lnTo>
                    <a:pt x="5157973" y="3116972"/>
                  </a:lnTo>
                  <a:lnTo>
                    <a:pt x="5157117" y="3116972"/>
                  </a:lnTo>
                  <a:lnTo>
                    <a:pt x="5156262" y="3116972"/>
                  </a:lnTo>
                  <a:lnTo>
                    <a:pt x="5155406" y="3116972"/>
                  </a:lnTo>
                  <a:lnTo>
                    <a:pt x="5154551" y="3116972"/>
                  </a:lnTo>
                  <a:lnTo>
                    <a:pt x="5153695" y="3116972"/>
                  </a:lnTo>
                  <a:lnTo>
                    <a:pt x="5152840" y="3116972"/>
                  </a:lnTo>
                  <a:lnTo>
                    <a:pt x="5151984" y="3116972"/>
                  </a:lnTo>
                  <a:lnTo>
                    <a:pt x="5151129" y="3116972"/>
                  </a:lnTo>
                  <a:lnTo>
                    <a:pt x="5150273" y="3116972"/>
                  </a:lnTo>
                  <a:lnTo>
                    <a:pt x="5149418" y="3116972"/>
                  </a:lnTo>
                  <a:lnTo>
                    <a:pt x="5148562" y="3116972"/>
                  </a:lnTo>
                  <a:lnTo>
                    <a:pt x="5147707" y="3116972"/>
                  </a:lnTo>
                  <a:lnTo>
                    <a:pt x="5146851" y="3116972"/>
                  </a:lnTo>
                  <a:lnTo>
                    <a:pt x="5145996" y="3116972"/>
                  </a:lnTo>
                  <a:lnTo>
                    <a:pt x="5145140" y="3116972"/>
                  </a:lnTo>
                  <a:lnTo>
                    <a:pt x="5144285" y="3116972"/>
                  </a:lnTo>
                  <a:lnTo>
                    <a:pt x="5143429" y="3116972"/>
                  </a:lnTo>
                  <a:lnTo>
                    <a:pt x="5142574" y="3116972"/>
                  </a:lnTo>
                  <a:lnTo>
                    <a:pt x="5141718" y="3116972"/>
                  </a:lnTo>
                  <a:lnTo>
                    <a:pt x="5140862" y="3116972"/>
                  </a:lnTo>
                  <a:lnTo>
                    <a:pt x="5140007" y="3116972"/>
                  </a:lnTo>
                  <a:lnTo>
                    <a:pt x="5139151" y="3116972"/>
                  </a:lnTo>
                  <a:lnTo>
                    <a:pt x="5138296" y="3116972"/>
                  </a:lnTo>
                  <a:lnTo>
                    <a:pt x="5137440" y="3116972"/>
                  </a:lnTo>
                  <a:lnTo>
                    <a:pt x="5136585" y="3116972"/>
                  </a:lnTo>
                  <a:lnTo>
                    <a:pt x="5135729" y="3116972"/>
                  </a:lnTo>
                  <a:lnTo>
                    <a:pt x="5134874" y="3116972"/>
                  </a:lnTo>
                  <a:lnTo>
                    <a:pt x="5134018" y="3116972"/>
                  </a:lnTo>
                  <a:lnTo>
                    <a:pt x="5133163" y="3116972"/>
                  </a:lnTo>
                  <a:lnTo>
                    <a:pt x="5132307" y="3116972"/>
                  </a:lnTo>
                  <a:lnTo>
                    <a:pt x="5131452" y="3116972"/>
                  </a:lnTo>
                  <a:lnTo>
                    <a:pt x="5130596" y="3116972"/>
                  </a:lnTo>
                  <a:lnTo>
                    <a:pt x="5129741" y="3116972"/>
                  </a:lnTo>
                  <a:lnTo>
                    <a:pt x="5128885" y="3116972"/>
                  </a:lnTo>
                  <a:lnTo>
                    <a:pt x="5128030" y="3116972"/>
                  </a:lnTo>
                  <a:lnTo>
                    <a:pt x="5127174" y="3116972"/>
                  </a:lnTo>
                  <a:lnTo>
                    <a:pt x="5126318" y="3116972"/>
                  </a:lnTo>
                  <a:lnTo>
                    <a:pt x="5125463" y="3116972"/>
                  </a:lnTo>
                  <a:lnTo>
                    <a:pt x="5124607" y="3116972"/>
                  </a:lnTo>
                  <a:lnTo>
                    <a:pt x="5123752" y="3116972"/>
                  </a:lnTo>
                  <a:lnTo>
                    <a:pt x="5122896" y="3116972"/>
                  </a:lnTo>
                  <a:lnTo>
                    <a:pt x="5122041" y="3116972"/>
                  </a:lnTo>
                  <a:lnTo>
                    <a:pt x="5121185" y="3116972"/>
                  </a:lnTo>
                  <a:lnTo>
                    <a:pt x="5120330" y="3116972"/>
                  </a:lnTo>
                  <a:lnTo>
                    <a:pt x="5119474" y="3116972"/>
                  </a:lnTo>
                  <a:lnTo>
                    <a:pt x="5118619" y="3116972"/>
                  </a:lnTo>
                  <a:lnTo>
                    <a:pt x="5117763" y="3116972"/>
                  </a:lnTo>
                  <a:lnTo>
                    <a:pt x="5116908" y="3116972"/>
                  </a:lnTo>
                  <a:lnTo>
                    <a:pt x="5116052" y="3116972"/>
                  </a:lnTo>
                  <a:lnTo>
                    <a:pt x="5115197" y="3116972"/>
                  </a:lnTo>
                  <a:lnTo>
                    <a:pt x="5114341" y="3116972"/>
                  </a:lnTo>
                  <a:lnTo>
                    <a:pt x="5113486" y="3116972"/>
                  </a:lnTo>
                  <a:lnTo>
                    <a:pt x="5112630" y="3116972"/>
                  </a:lnTo>
                  <a:lnTo>
                    <a:pt x="5111775" y="3116972"/>
                  </a:lnTo>
                  <a:lnTo>
                    <a:pt x="5110919" y="3116972"/>
                  </a:lnTo>
                  <a:lnTo>
                    <a:pt x="5110063" y="3116972"/>
                  </a:lnTo>
                  <a:lnTo>
                    <a:pt x="5109208" y="3116972"/>
                  </a:lnTo>
                  <a:lnTo>
                    <a:pt x="5108352" y="3116972"/>
                  </a:lnTo>
                  <a:lnTo>
                    <a:pt x="5107497" y="3116972"/>
                  </a:lnTo>
                  <a:lnTo>
                    <a:pt x="5106641" y="3116972"/>
                  </a:lnTo>
                  <a:lnTo>
                    <a:pt x="5105786" y="3116972"/>
                  </a:lnTo>
                  <a:lnTo>
                    <a:pt x="5104930" y="3116972"/>
                  </a:lnTo>
                  <a:lnTo>
                    <a:pt x="5104075" y="3116972"/>
                  </a:lnTo>
                  <a:lnTo>
                    <a:pt x="5103219" y="3116972"/>
                  </a:lnTo>
                  <a:lnTo>
                    <a:pt x="5102364" y="3116972"/>
                  </a:lnTo>
                  <a:lnTo>
                    <a:pt x="5101508" y="3116972"/>
                  </a:lnTo>
                  <a:lnTo>
                    <a:pt x="5100653" y="3116972"/>
                  </a:lnTo>
                  <a:lnTo>
                    <a:pt x="5099797" y="3116972"/>
                  </a:lnTo>
                  <a:lnTo>
                    <a:pt x="5098942" y="3116972"/>
                  </a:lnTo>
                  <a:lnTo>
                    <a:pt x="5098086" y="3116972"/>
                  </a:lnTo>
                  <a:lnTo>
                    <a:pt x="5097231" y="3116972"/>
                  </a:lnTo>
                  <a:lnTo>
                    <a:pt x="5096375" y="3116972"/>
                  </a:lnTo>
                  <a:lnTo>
                    <a:pt x="5095520" y="3116972"/>
                  </a:lnTo>
                  <a:lnTo>
                    <a:pt x="5094664" y="3116972"/>
                  </a:lnTo>
                  <a:lnTo>
                    <a:pt x="5093808" y="3116972"/>
                  </a:lnTo>
                  <a:lnTo>
                    <a:pt x="5092953" y="3116972"/>
                  </a:lnTo>
                  <a:lnTo>
                    <a:pt x="5092097" y="3116972"/>
                  </a:lnTo>
                  <a:lnTo>
                    <a:pt x="5091242" y="3116972"/>
                  </a:lnTo>
                  <a:lnTo>
                    <a:pt x="5090386" y="3116972"/>
                  </a:lnTo>
                  <a:lnTo>
                    <a:pt x="5089531" y="3116972"/>
                  </a:lnTo>
                  <a:lnTo>
                    <a:pt x="5088675" y="3116972"/>
                  </a:lnTo>
                  <a:lnTo>
                    <a:pt x="5087820" y="3116972"/>
                  </a:lnTo>
                  <a:lnTo>
                    <a:pt x="5086964" y="3116972"/>
                  </a:lnTo>
                  <a:lnTo>
                    <a:pt x="5086109" y="3116972"/>
                  </a:lnTo>
                  <a:lnTo>
                    <a:pt x="5085253" y="3116972"/>
                  </a:lnTo>
                  <a:lnTo>
                    <a:pt x="5084398" y="3116972"/>
                  </a:lnTo>
                  <a:lnTo>
                    <a:pt x="5083542" y="3116972"/>
                  </a:lnTo>
                  <a:lnTo>
                    <a:pt x="5082687" y="3116972"/>
                  </a:lnTo>
                  <a:lnTo>
                    <a:pt x="5081831" y="3116972"/>
                  </a:lnTo>
                  <a:lnTo>
                    <a:pt x="5080976" y="3116972"/>
                  </a:lnTo>
                  <a:lnTo>
                    <a:pt x="5080120" y="3116972"/>
                  </a:lnTo>
                  <a:lnTo>
                    <a:pt x="5079265" y="3116972"/>
                  </a:lnTo>
                  <a:lnTo>
                    <a:pt x="5078409" y="3116972"/>
                  </a:lnTo>
                  <a:lnTo>
                    <a:pt x="5077553" y="3116972"/>
                  </a:lnTo>
                  <a:lnTo>
                    <a:pt x="5076698" y="3116972"/>
                  </a:lnTo>
                  <a:lnTo>
                    <a:pt x="5075842" y="3116972"/>
                  </a:lnTo>
                  <a:lnTo>
                    <a:pt x="5074987" y="3116972"/>
                  </a:lnTo>
                  <a:lnTo>
                    <a:pt x="5074131" y="3116972"/>
                  </a:lnTo>
                  <a:lnTo>
                    <a:pt x="5073276" y="3116972"/>
                  </a:lnTo>
                  <a:lnTo>
                    <a:pt x="5072420" y="3116972"/>
                  </a:lnTo>
                  <a:lnTo>
                    <a:pt x="5071565" y="3116972"/>
                  </a:lnTo>
                  <a:lnTo>
                    <a:pt x="5070709" y="3116972"/>
                  </a:lnTo>
                  <a:lnTo>
                    <a:pt x="5069854" y="3116972"/>
                  </a:lnTo>
                  <a:lnTo>
                    <a:pt x="5068998" y="3116972"/>
                  </a:lnTo>
                  <a:lnTo>
                    <a:pt x="5068143" y="3116972"/>
                  </a:lnTo>
                  <a:lnTo>
                    <a:pt x="5067287" y="3116972"/>
                  </a:lnTo>
                  <a:lnTo>
                    <a:pt x="5066432" y="3116972"/>
                  </a:lnTo>
                  <a:lnTo>
                    <a:pt x="5065576" y="3116972"/>
                  </a:lnTo>
                  <a:lnTo>
                    <a:pt x="5064721" y="3116972"/>
                  </a:lnTo>
                  <a:lnTo>
                    <a:pt x="5063865" y="3116972"/>
                  </a:lnTo>
                  <a:lnTo>
                    <a:pt x="5063009" y="3116972"/>
                  </a:lnTo>
                  <a:lnTo>
                    <a:pt x="5062154" y="3116972"/>
                  </a:lnTo>
                  <a:lnTo>
                    <a:pt x="5061298" y="3116972"/>
                  </a:lnTo>
                  <a:lnTo>
                    <a:pt x="5060443" y="3116972"/>
                  </a:lnTo>
                  <a:lnTo>
                    <a:pt x="5059587" y="3116972"/>
                  </a:lnTo>
                  <a:lnTo>
                    <a:pt x="5058732" y="3116972"/>
                  </a:lnTo>
                  <a:lnTo>
                    <a:pt x="5057876" y="3116972"/>
                  </a:lnTo>
                  <a:lnTo>
                    <a:pt x="5057021" y="3116972"/>
                  </a:lnTo>
                  <a:lnTo>
                    <a:pt x="5056165" y="3116972"/>
                  </a:lnTo>
                  <a:lnTo>
                    <a:pt x="5055310" y="3116972"/>
                  </a:lnTo>
                  <a:lnTo>
                    <a:pt x="5054454" y="3116972"/>
                  </a:lnTo>
                  <a:lnTo>
                    <a:pt x="5053599" y="3116972"/>
                  </a:lnTo>
                  <a:lnTo>
                    <a:pt x="5052743" y="3116972"/>
                  </a:lnTo>
                  <a:lnTo>
                    <a:pt x="5051888" y="3116972"/>
                  </a:lnTo>
                  <a:lnTo>
                    <a:pt x="5051032" y="3116972"/>
                  </a:lnTo>
                  <a:lnTo>
                    <a:pt x="5050177" y="3116972"/>
                  </a:lnTo>
                  <a:lnTo>
                    <a:pt x="5049321" y="3116972"/>
                  </a:lnTo>
                  <a:lnTo>
                    <a:pt x="5048466" y="3116972"/>
                  </a:lnTo>
                  <a:lnTo>
                    <a:pt x="5047610" y="3116972"/>
                  </a:lnTo>
                  <a:lnTo>
                    <a:pt x="5046754" y="3116972"/>
                  </a:lnTo>
                  <a:lnTo>
                    <a:pt x="5045899" y="3116972"/>
                  </a:lnTo>
                  <a:lnTo>
                    <a:pt x="5045043" y="3116972"/>
                  </a:lnTo>
                  <a:lnTo>
                    <a:pt x="5044188" y="3116972"/>
                  </a:lnTo>
                  <a:lnTo>
                    <a:pt x="5043332" y="3116972"/>
                  </a:lnTo>
                  <a:lnTo>
                    <a:pt x="5042477" y="3116972"/>
                  </a:lnTo>
                  <a:lnTo>
                    <a:pt x="5041621" y="3116972"/>
                  </a:lnTo>
                  <a:lnTo>
                    <a:pt x="5040766" y="3116972"/>
                  </a:lnTo>
                  <a:lnTo>
                    <a:pt x="5039910" y="3116972"/>
                  </a:lnTo>
                  <a:lnTo>
                    <a:pt x="5039055" y="3116972"/>
                  </a:lnTo>
                  <a:lnTo>
                    <a:pt x="5038199" y="3116972"/>
                  </a:lnTo>
                  <a:lnTo>
                    <a:pt x="5037344" y="3116972"/>
                  </a:lnTo>
                  <a:lnTo>
                    <a:pt x="5036488" y="3116972"/>
                  </a:lnTo>
                  <a:lnTo>
                    <a:pt x="5035633" y="3116972"/>
                  </a:lnTo>
                  <a:lnTo>
                    <a:pt x="5034777" y="3116972"/>
                  </a:lnTo>
                  <a:lnTo>
                    <a:pt x="5033922" y="3116972"/>
                  </a:lnTo>
                  <a:lnTo>
                    <a:pt x="5033066" y="3116972"/>
                  </a:lnTo>
                  <a:lnTo>
                    <a:pt x="5032211" y="3116972"/>
                  </a:lnTo>
                  <a:lnTo>
                    <a:pt x="5031355" y="3116972"/>
                  </a:lnTo>
                  <a:lnTo>
                    <a:pt x="5030499" y="3116972"/>
                  </a:lnTo>
                  <a:lnTo>
                    <a:pt x="5029644" y="3116972"/>
                  </a:lnTo>
                  <a:lnTo>
                    <a:pt x="5028788" y="3116972"/>
                  </a:lnTo>
                  <a:lnTo>
                    <a:pt x="5027933" y="3116972"/>
                  </a:lnTo>
                  <a:lnTo>
                    <a:pt x="5027077" y="3116972"/>
                  </a:lnTo>
                  <a:lnTo>
                    <a:pt x="5026222" y="3116972"/>
                  </a:lnTo>
                  <a:lnTo>
                    <a:pt x="5025366" y="3116972"/>
                  </a:lnTo>
                  <a:lnTo>
                    <a:pt x="5024511" y="3116972"/>
                  </a:lnTo>
                  <a:lnTo>
                    <a:pt x="5023655" y="3116972"/>
                  </a:lnTo>
                  <a:lnTo>
                    <a:pt x="5022800" y="3116972"/>
                  </a:lnTo>
                  <a:lnTo>
                    <a:pt x="5021944" y="3116972"/>
                  </a:lnTo>
                  <a:lnTo>
                    <a:pt x="5021089" y="3116972"/>
                  </a:lnTo>
                  <a:lnTo>
                    <a:pt x="5020233" y="3116972"/>
                  </a:lnTo>
                  <a:lnTo>
                    <a:pt x="5019378" y="3116972"/>
                  </a:lnTo>
                  <a:lnTo>
                    <a:pt x="5018522" y="3116972"/>
                  </a:lnTo>
                  <a:lnTo>
                    <a:pt x="5017667" y="3116972"/>
                  </a:lnTo>
                  <a:lnTo>
                    <a:pt x="5016811" y="3116972"/>
                  </a:lnTo>
                  <a:lnTo>
                    <a:pt x="5015955" y="3116972"/>
                  </a:lnTo>
                  <a:lnTo>
                    <a:pt x="5015100" y="3116972"/>
                  </a:lnTo>
                  <a:lnTo>
                    <a:pt x="5014244" y="3116972"/>
                  </a:lnTo>
                  <a:lnTo>
                    <a:pt x="5013389" y="3116972"/>
                  </a:lnTo>
                  <a:lnTo>
                    <a:pt x="5012533" y="3116972"/>
                  </a:lnTo>
                  <a:lnTo>
                    <a:pt x="5011678" y="3116972"/>
                  </a:lnTo>
                  <a:lnTo>
                    <a:pt x="5010822" y="3116972"/>
                  </a:lnTo>
                  <a:lnTo>
                    <a:pt x="5009967" y="3116972"/>
                  </a:lnTo>
                  <a:lnTo>
                    <a:pt x="5009111" y="3116972"/>
                  </a:lnTo>
                  <a:lnTo>
                    <a:pt x="5008256" y="3116972"/>
                  </a:lnTo>
                  <a:lnTo>
                    <a:pt x="5007400" y="3116972"/>
                  </a:lnTo>
                  <a:lnTo>
                    <a:pt x="5006545" y="3116972"/>
                  </a:lnTo>
                  <a:lnTo>
                    <a:pt x="5005689" y="3116972"/>
                  </a:lnTo>
                  <a:lnTo>
                    <a:pt x="5004834" y="3116972"/>
                  </a:lnTo>
                  <a:lnTo>
                    <a:pt x="5003978" y="3116972"/>
                  </a:lnTo>
                  <a:lnTo>
                    <a:pt x="5003123" y="3116972"/>
                  </a:lnTo>
                  <a:lnTo>
                    <a:pt x="5002267" y="3116972"/>
                  </a:lnTo>
                  <a:lnTo>
                    <a:pt x="5001412" y="3116972"/>
                  </a:lnTo>
                  <a:lnTo>
                    <a:pt x="5000556" y="3116972"/>
                  </a:lnTo>
                  <a:lnTo>
                    <a:pt x="4999700" y="3116972"/>
                  </a:lnTo>
                  <a:lnTo>
                    <a:pt x="4998845" y="3116972"/>
                  </a:lnTo>
                  <a:lnTo>
                    <a:pt x="4997989" y="3116972"/>
                  </a:lnTo>
                  <a:lnTo>
                    <a:pt x="4997134" y="3116972"/>
                  </a:lnTo>
                  <a:lnTo>
                    <a:pt x="4996278" y="3116972"/>
                  </a:lnTo>
                  <a:lnTo>
                    <a:pt x="4995423" y="3116972"/>
                  </a:lnTo>
                  <a:lnTo>
                    <a:pt x="4994567" y="3116972"/>
                  </a:lnTo>
                  <a:lnTo>
                    <a:pt x="4993712" y="3116972"/>
                  </a:lnTo>
                  <a:lnTo>
                    <a:pt x="4992856" y="3116972"/>
                  </a:lnTo>
                  <a:lnTo>
                    <a:pt x="4992001" y="3116972"/>
                  </a:lnTo>
                  <a:lnTo>
                    <a:pt x="4991145" y="3116972"/>
                  </a:lnTo>
                  <a:lnTo>
                    <a:pt x="4990290" y="3116972"/>
                  </a:lnTo>
                  <a:lnTo>
                    <a:pt x="4989434" y="3116972"/>
                  </a:lnTo>
                  <a:lnTo>
                    <a:pt x="4988579" y="3116972"/>
                  </a:lnTo>
                  <a:lnTo>
                    <a:pt x="4987723" y="3116972"/>
                  </a:lnTo>
                  <a:lnTo>
                    <a:pt x="4986868" y="3116972"/>
                  </a:lnTo>
                  <a:lnTo>
                    <a:pt x="4986012" y="3116972"/>
                  </a:lnTo>
                  <a:lnTo>
                    <a:pt x="4985157" y="3116972"/>
                  </a:lnTo>
                  <a:lnTo>
                    <a:pt x="4984301" y="3116972"/>
                  </a:lnTo>
                  <a:lnTo>
                    <a:pt x="4983445" y="3116972"/>
                  </a:lnTo>
                  <a:lnTo>
                    <a:pt x="4982590" y="3116972"/>
                  </a:lnTo>
                  <a:lnTo>
                    <a:pt x="4981734" y="3116972"/>
                  </a:lnTo>
                  <a:lnTo>
                    <a:pt x="4980879" y="3116972"/>
                  </a:lnTo>
                  <a:lnTo>
                    <a:pt x="4980023" y="3116972"/>
                  </a:lnTo>
                  <a:lnTo>
                    <a:pt x="4979168" y="3116972"/>
                  </a:lnTo>
                  <a:lnTo>
                    <a:pt x="4978312" y="3116972"/>
                  </a:lnTo>
                  <a:lnTo>
                    <a:pt x="4977457" y="3116972"/>
                  </a:lnTo>
                  <a:lnTo>
                    <a:pt x="4976601" y="3116972"/>
                  </a:lnTo>
                  <a:lnTo>
                    <a:pt x="4975746" y="3116972"/>
                  </a:lnTo>
                  <a:lnTo>
                    <a:pt x="4974890" y="3116972"/>
                  </a:lnTo>
                  <a:lnTo>
                    <a:pt x="4974035" y="3116972"/>
                  </a:lnTo>
                  <a:lnTo>
                    <a:pt x="4973179" y="3116972"/>
                  </a:lnTo>
                  <a:lnTo>
                    <a:pt x="4972324" y="3116972"/>
                  </a:lnTo>
                  <a:lnTo>
                    <a:pt x="4971468" y="3116972"/>
                  </a:lnTo>
                  <a:lnTo>
                    <a:pt x="4970613" y="3116972"/>
                  </a:lnTo>
                  <a:lnTo>
                    <a:pt x="4969757" y="3116972"/>
                  </a:lnTo>
                  <a:lnTo>
                    <a:pt x="4968901" y="3116972"/>
                  </a:lnTo>
                  <a:lnTo>
                    <a:pt x="4968046" y="3116972"/>
                  </a:lnTo>
                  <a:lnTo>
                    <a:pt x="4967190" y="3116972"/>
                  </a:lnTo>
                  <a:lnTo>
                    <a:pt x="4966335" y="3116972"/>
                  </a:lnTo>
                  <a:lnTo>
                    <a:pt x="4965479" y="3116972"/>
                  </a:lnTo>
                  <a:lnTo>
                    <a:pt x="4964624" y="3116972"/>
                  </a:lnTo>
                  <a:lnTo>
                    <a:pt x="4963768" y="3116972"/>
                  </a:lnTo>
                  <a:lnTo>
                    <a:pt x="4962913" y="3116972"/>
                  </a:lnTo>
                  <a:lnTo>
                    <a:pt x="4962057" y="3116972"/>
                  </a:lnTo>
                  <a:lnTo>
                    <a:pt x="4961202" y="3116972"/>
                  </a:lnTo>
                  <a:lnTo>
                    <a:pt x="4960346" y="3116972"/>
                  </a:lnTo>
                  <a:lnTo>
                    <a:pt x="4959491" y="3116972"/>
                  </a:lnTo>
                  <a:lnTo>
                    <a:pt x="4958635" y="3116972"/>
                  </a:lnTo>
                  <a:lnTo>
                    <a:pt x="4957780" y="3116972"/>
                  </a:lnTo>
                  <a:lnTo>
                    <a:pt x="4956924" y="3116972"/>
                  </a:lnTo>
                  <a:lnTo>
                    <a:pt x="4956069" y="3116972"/>
                  </a:lnTo>
                  <a:lnTo>
                    <a:pt x="4955213" y="3116972"/>
                  </a:lnTo>
                  <a:lnTo>
                    <a:pt x="4954358" y="3116972"/>
                  </a:lnTo>
                  <a:lnTo>
                    <a:pt x="4953502" y="3116972"/>
                  </a:lnTo>
                  <a:lnTo>
                    <a:pt x="4952646" y="3116972"/>
                  </a:lnTo>
                  <a:lnTo>
                    <a:pt x="4951791" y="3116972"/>
                  </a:lnTo>
                  <a:lnTo>
                    <a:pt x="4950935" y="3116972"/>
                  </a:lnTo>
                  <a:lnTo>
                    <a:pt x="4950080" y="3116972"/>
                  </a:lnTo>
                  <a:lnTo>
                    <a:pt x="4949224" y="3116972"/>
                  </a:lnTo>
                  <a:lnTo>
                    <a:pt x="4948369" y="3116972"/>
                  </a:lnTo>
                  <a:lnTo>
                    <a:pt x="4947513" y="3116972"/>
                  </a:lnTo>
                  <a:lnTo>
                    <a:pt x="4946658" y="3116972"/>
                  </a:lnTo>
                  <a:lnTo>
                    <a:pt x="4945802" y="3116972"/>
                  </a:lnTo>
                  <a:lnTo>
                    <a:pt x="4944947" y="3116972"/>
                  </a:lnTo>
                  <a:lnTo>
                    <a:pt x="4944091" y="3116972"/>
                  </a:lnTo>
                  <a:lnTo>
                    <a:pt x="4943236" y="3116972"/>
                  </a:lnTo>
                  <a:lnTo>
                    <a:pt x="4942380" y="3116972"/>
                  </a:lnTo>
                  <a:lnTo>
                    <a:pt x="4941525" y="3116972"/>
                  </a:lnTo>
                  <a:lnTo>
                    <a:pt x="4940669" y="3116972"/>
                  </a:lnTo>
                  <a:lnTo>
                    <a:pt x="4939814" y="3116972"/>
                  </a:lnTo>
                  <a:lnTo>
                    <a:pt x="4938958" y="3116972"/>
                  </a:lnTo>
                  <a:lnTo>
                    <a:pt x="4938103" y="3116972"/>
                  </a:lnTo>
                  <a:lnTo>
                    <a:pt x="4937247" y="3116972"/>
                  </a:lnTo>
                  <a:lnTo>
                    <a:pt x="4936391" y="3116972"/>
                  </a:lnTo>
                  <a:lnTo>
                    <a:pt x="4935536" y="3116972"/>
                  </a:lnTo>
                  <a:lnTo>
                    <a:pt x="4934680" y="3116972"/>
                  </a:lnTo>
                  <a:lnTo>
                    <a:pt x="4933825" y="3116972"/>
                  </a:lnTo>
                  <a:lnTo>
                    <a:pt x="4932969" y="3116972"/>
                  </a:lnTo>
                  <a:lnTo>
                    <a:pt x="4932114" y="3116972"/>
                  </a:lnTo>
                  <a:lnTo>
                    <a:pt x="4931258" y="3116972"/>
                  </a:lnTo>
                  <a:lnTo>
                    <a:pt x="4930403" y="3116972"/>
                  </a:lnTo>
                  <a:lnTo>
                    <a:pt x="4929547" y="3116972"/>
                  </a:lnTo>
                  <a:lnTo>
                    <a:pt x="4928692" y="3116972"/>
                  </a:lnTo>
                  <a:lnTo>
                    <a:pt x="4927836" y="3116972"/>
                  </a:lnTo>
                  <a:lnTo>
                    <a:pt x="4926981" y="3116972"/>
                  </a:lnTo>
                  <a:lnTo>
                    <a:pt x="4926125" y="3116972"/>
                  </a:lnTo>
                  <a:lnTo>
                    <a:pt x="4925270" y="3116972"/>
                  </a:lnTo>
                  <a:lnTo>
                    <a:pt x="4924414" y="3116972"/>
                  </a:lnTo>
                  <a:lnTo>
                    <a:pt x="4923559" y="3116972"/>
                  </a:lnTo>
                  <a:lnTo>
                    <a:pt x="4922703" y="3116972"/>
                  </a:lnTo>
                  <a:lnTo>
                    <a:pt x="4921847" y="3116972"/>
                  </a:lnTo>
                  <a:lnTo>
                    <a:pt x="4920992" y="3116972"/>
                  </a:lnTo>
                  <a:lnTo>
                    <a:pt x="4920136" y="3116972"/>
                  </a:lnTo>
                  <a:lnTo>
                    <a:pt x="4919281" y="3116972"/>
                  </a:lnTo>
                  <a:lnTo>
                    <a:pt x="4918425" y="3116972"/>
                  </a:lnTo>
                  <a:lnTo>
                    <a:pt x="4917570" y="3116972"/>
                  </a:lnTo>
                  <a:lnTo>
                    <a:pt x="4916714" y="3116972"/>
                  </a:lnTo>
                  <a:lnTo>
                    <a:pt x="4915859" y="3116972"/>
                  </a:lnTo>
                  <a:lnTo>
                    <a:pt x="4915003" y="3116972"/>
                  </a:lnTo>
                  <a:lnTo>
                    <a:pt x="4914148" y="3116972"/>
                  </a:lnTo>
                  <a:lnTo>
                    <a:pt x="4913292" y="3116972"/>
                  </a:lnTo>
                  <a:lnTo>
                    <a:pt x="4912437" y="3116972"/>
                  </a:lnTo>
                  <a:lnTo>
                    <a:pt x="4911581" y="3116972"/>
                  </a:lnTo>
                  <a:lnTo>
                    <a:pt x="4910726" y="3116972"/>
                  </a:lnTo>
                  <a:lnTo>
                    <a:pt x="4909870" y="3116972"/>
                  </a:lnTo>
                  <a:lnTo>
                    <a:pt x="4909015" y="3116972"/>
                  </a:lnTo>
                  <a:lnTo>
                    <a:pt x="4908159" y="3116972"/>
                  </a:lnTo>
                  <a:lnTo>
                    <a:pt x="4907304" y="3116972"/>
                  </a:lnTo>
                  <a:lnTo>
                    <a:pt x="4906448" y="3116972"/>
                  </a:lnTo>
                  <a:lnTo>
                    <a:pt x="4905592" y="3116972"/>
                  </a:lnTo>
                  <a:lnTo>
                    <a:pt x="4904737" y="3116972"/>
                  </a:lnTo>
                  <a:lnTo>
                    <a:pt x="4903881" y="3116972"/>
                  </a:lnTo>
                  <a:lnTo>
                    <a:pt x="4903026" y="3116972"/>
                  </a:lnTo>
                  <a:lnTo>
                    <a:pt x="4902170" y="3116972"/>
                  </a:lnTo>
                  <a:lnTo>
                    <a:pt x="4901315" y="3116972"/>
                  </a:lnTo>
                  <a:lnTo>
                    <a:pt x="4900459" y="3116972"/>
                  </a:lnTo>
                  <a:lnTo>
                    <a:pt x="4899604" y="3116972"/>
                  </a:lnTo>
                  <a:lnTo>
                    <a:pt x="4898748" y="3116972"/>
                  </a:lnTo>
                  <a:lnTo>
                    <a:pt x="4897893" y="3116972"/>
                  </a:lnTo>
                  <a:lnTo>
                    <a:pt x="4897037" y="3116972"/>
                  </a:lnTo>
                  <a:lnTo>
                    <a:pt x="4896182" y="3116972"/>
                  </a:lnTo>
                  <a:lnTo>
                    <a:pt x="4895326" y="3116972"/>
                  </a:lnTo>
                  <a:lnTo>
                    <a:pt x="4894471" y="3116972"/>
                  </a:lnTo>
                  <a:lnTo>
                    <a:pt x="4893615" y="3116972"/>
                  </a:lnTo>
                  <a:lnTo>
                    <a:pt x="4892760" y="3116972"/>
                  </a:lnTo>
                  <a:lnTo>
                    <a:pt x="4891904" y="3116972"/>
                  </a:lnTo>
                  <a:lnTo>
                    <a:pt x="4891049" y="3116972"/>
                  </a:lnTo>
                  <a:lnTo>
                    <a:pt x="4890193" y="3116972"/>
                  </a:lnTo>
                  <a:lnTo>
                    <a:pt x="4889337" y="3116972"/>
                  </a:lnTo>
                  <a:lnTo>
                    <a:pt x="4888482" y="3116972"/>
                  </a:lnTo>
                  <a:lnTo>
                    <a:pt x="4887626" y="3116972"/>
                  </a:lnTo>
                  <a:lnTo>
                    <a:pt x="4886771" y="3116972"/>
                  </a:lnTo>
                  <a:lnTo>
                    <a:pt x="4885915" y="3116972"/>
                  </a:lnTo>
                  <a:lnTo>
                    <a:pt x="4885060" y="3116972"/>
                  </a:lnTo>
                  <a:lnTo>
                    <a:pt x="4884204" y="3116972"/>
                  </a:lnTo>
                  <a:lnTo>
                    <a:pt x="4883349" y="3116972"/>
                  </a:lnTo>
                  <a:lnTo>
                    <a:pt x="4882493" y="3116972"/>
                  </a:lnTo>
                  <a:lnTo>
                    <a:pt x="4881638" y="3116972"/>
                  </a:lnTo>
                  <a:lnTo>
                    <a:pt x="4880782" y="3116972"/>
                  </a:lnTo>
                  <a:lnTo>
                    <a:pt x="4879927" y="3116972"/>
                  </a:lnTo>
                  <a:lnTo>
                    <a:pt x="4879071" y="3116972"/>
                  </a:lnTo>
                  <a:lnTo>
                    <a:pt x="4878216" y="3116972"/>
                  </a:lnTo>
                  <a:lnTo>
                    <a:pt x="4877360" y="3116972"/>
                  </a:lnTo>
                  <a:lnTo>
                    <a:pt x="4876505" y="3116972"/>
                  </a:lnTo>
                  <a:lnTo>
                    <a:pt x="4875649" y="3116972"/>
                  </a:lnTo>
                  <a:lnTo>
                    <a:pt x="4874793" y="3116972"/>
                  </a:lnTo>
                  <a:lnTo>
                    <a:pt x="4873938" y="3116972"/>
                  </a:lnTo>
                  <a:lnTo>
                    <a:pt x="4873082" y="3116972"/>
                  </a:lnTo>
                  <a:lnTo>
                    <a:pt x="4872227" y="3116972"/>
                  </a:lnTo>
                  <a:lnTo>
                    <a:pt x="4871371" y="3116972"/>
                  </a:lnTo>
                  <a:lnTo>
                    <a:pt x="4870516" y="3116972"/>
                  </a:lnTo>
                  <a:lnTo>
                    <a:pt x="4869660" y="3116972"/>
                  </a:lnTo>
                  <a:lnTo>
                    <a:pt x="4868805" y="3116972"/>
                  </a:lnTo>
                  <a:lnTo>
                    <a:pt x="4867949" y="3116972"/>
                  </a:lnTo>
                  <a:lnTo>
                    <a:pt x="4867094" y="3116972"/>
                  </a:lnTo>
                  <a:lnTo>
                    <a:pt x="4866238" y="3116972"/>
                  </a:lnTo>
                  <a:lnTo>
                    <a:pt x="4865383" y="3116972"/>
                  </a:lnTo>
                  <a:lnTo>
                    <a:pt x="4864527" y="3116972"/>
                  </a:lnTo>
                  <a:lnTo>
                    <a:pt x="4863672" y="3116972"/>
                  </a:lnTo>
                  <a:lnTo>
                    <a:pt x="4862816" y="3116972"/>
                  </a:lnTo>
                  <a:lnTo>
                    <a:pt x="4861961" y="3116972"/>
                  </a:lnTo>
                  <a:lnTo>
                    <a:pt x="4861105" y="3116972"/>
                  </a:lnTo>
                  <a:lnTo>
                    <a:pt x="4860250" y="3116972"/>
                  </a:lnTo>
                  <a:lnTo>
                    <a:pt x="4859394" y="3116972"/>
                  </a:lnTo>
                  <a:lnTo>
                    <a:pt x="4858538" y="3116972"/>
                  </a:lnTo>
                  <a:lnTo>
                    <a:pt x="4857683" y="3116972"/>
                  </a:lnTo>
                  <a:lnTo>
                    <a:pt x="4856827" y="3116972"/>
                  </a:lnTo>
                  <a:lnTo>
                    <a:pt x="4855972" y="3116972"/>
                  </a:lnTo>
                  <a:lnTo>
                    <a:pt x="4855116" y="3116972"/>
                  </a:lnTo>
                  <a:lnTo>
                    <a:pt x="4854261" y="3116972"/>
                  </a:lnTo>
                  <a:lnTo>
                    <a:pt x="4853405" y="3116972"/>
                  </a:lnTo>
                  <a:lnTo>
                    <a:pt x="4852550" y="3116972"/>
                  </a:lnTo>
                  <a:lnTo>
                    <a:pt x="4851694" y="3116972"/>
                  </a:lnTo>
                  <a:lnTo>
                    <a:pt x="4850839" y="3116972"/>
                  </a:lnTo>
                  <a:lnTo>
                    <a:pt x="4849983" y="3116972"/>
                  </a:lnTo>
                  <a:lnTo>
                    <a:pt x="4849128" y="3116972"/>
                  </a:lnTo>
                  <a:lnTo>
                    <a:pt x="4848272" y="3116972"/>
                  </a:lnTo>
                  <a:lnTo>
                    <a:pt x="4847417" y="3116972"/>
                  </a:lnTo>
                  <a:lnTo>
                    <a:pt x="4846561" y="3116972"/>
                  </a:lnTo>
                  <a:lnTo>
                    <a:pt x="4845706" y="3116972"/>
                  </a:lnTo>
                  <a:lnTo>
                    <a:pt x="4844850" y="3116972"/>
                  </a:lnTo>
                  <a:lnTo>
                    <a:pt x="4843995" y="3116972"/>
                  </a:lnTo>
                  <a:lnTo>
                    <a:pt x="4843139" y="3116972"/>
                  </a:lnTo>
                  <a:lnTo>
                    <a:pt x="4842283" y="3116972"/>
                  </a:lnTo>
                  <a:lnTo>
                    <a:pt x="4841428" y="3116972"/>
                  </a:lnTo>
                  <a:lnTo>
                    <a:pt x="4840572" y="3116972"/>
                  </a:lnTo>
                  <a:lnTo>
                    <a:pt x="4839717" y="3116972"/>
                  </a:lnTo>
                  <a:lnTo>
                    <a:pt x="4838861" y="3116972"/>
                  </a:lnTo>
                  <a:lnTo>
                    <a:pt x="4838006" y="3116972"/>
                  </a:lnTo>
                  <a:lnTo>
                    <a:pt x="4837150" y="3116972"/>
                  </a:lnTo>
                  <a:lnTo>
                    <a:pt x="4836295" y="3116972"/>
                  </a:lnTo>
                  <a:lnTo>
                    <a:pt x="4835439" y="3116972"/>
                  </a:lnTo>
                  <a:lnTo>
                    <a:pt x="4834584" y="3116972"/>
                  </a:lnTo>
                  <a:lnTo>
                    <a:pt x="4833728" y="3116972"/>
                  </a:lnTo>
                  <a:lnTo>
                    <a:pt x="4832873" y="3116972"/>
                  </a:lnTo>
                  <a:lnTo>
                    <a:pt x="4832017" y="3116972"/>
                  </a:lnTo>
                  <a:lnTo>
                    <a:pt x="4831162" y="3116972"/>
                  </a:lnTo>
                  <a:lnTo>
                    <a:pt x="4830306" y="3116972"/>
                  </a:lnTo>
                  <a:lnTo>
                    <a:pt x="4829451" y="3116972"/>
                  </a:lnTo>
                  <a:lnTo>
                    <a:pt x="4828595" y="3116972"/>
                  </a:lnTo>
                  <a:lnTo>
                    <a:pt x="4827740" y="3116972"/>
                  </a:lnTo>
                  <a:lnTo>
                    <a:pt x="4826884" y="3116972"/>
                  </a:lnTo>
                  <a:lnTo>
                    <a:pt x="4826028" y="3116972"/>
                  </a:lnTo>
                  <a:lnTo>
                    <a:pt x="4825173" y="3116972"/>
                  </a:lnTo>
                  <a:lnTo>
                    <a:pt x="4824317" y="3116972"/>
                  </a:lnTo>
                  <a:lnTo>
                    <a:pt x="4823462" y="3116972"/>
                  </a:lnTo>
                  <a:lnTo>
                    <a:pt x="4822606" y="3116972"/>
                  </a:lnTo>
                  <a:lnTo>
                    <a:pt x="4821751" y="3116972"/>
                  </a:lnTo>
                  <a:lnTo>
                    <a:pt x="4820895" y="3116972"/>
                  </a:lnTo>
                  <a:lnTo>
                    <a:pt x="4820040" y="3116972"/>
                  </a:lnTo>
                  <a:lnTo>
                    <a:pt x="4819184" y="3116972"/>
                  </a:lnTo>
                  <a:lnTo>
                    <a:pt x="4818329" y="3116972"/>
                  </a:lnTo>
                  <a:lnTo>
                    <a:pt x="4817473" y="3116972"/>
                  </a:lnTo>
                  <a:lnTo>
                    <a:pt x="4816618" y="3116972"/>
                  </a:lnTo>
                  <a:lnTo>
                    <a:pt x="4815762" y="3116972"/>
                  </a:lnTo>
                  <a:lnTo>
                    <a:pt x="4814907" y="3116972"/>
                  </a:lnTo>
                  <a:lnTo>
                    <a:pt x="4814051" y="3116972"/>
                  </a:lnTo>
                  <a:lnTo>
                    <a:pt x="4813196" y="3116972"/>
                  </a:lnTo>
                  <a:lnTo>
                    <a:pt x="4812340" y="3116972"/>
                  </a:lnTo>
                  <a:lnTo>
                    <a:pt x="4811484" y="3116972"/>
                  </a:lnTo>
                  <a:lnTo>
                    <a:pt x="4810629" y="3116972"/>
                  </a:lnTo>
                  <a:lnTo>
                    <a:pt x="4809773" y="3116972"/>
                  </a:lnTo>
                  <a:lnTo>
                    <a:pt x="4808918" y="3116972"/>
                  </a:lnTo>
                  <a:lnTo>
                    <a:pt x="4808062" y="3116972"/>
                  </a:lnTo>
                  <a:lnTo>
                    <a:pt x="4807207" y="3116972"/>
                  </a:lnTo>
                  <a:lnTo>
                    <a:pt x="4806351" y="3116972"/>
                  </a:lnTo>
                  <a:lnTo>
                    <a:pt x="4805496" y="3116972"/>
                  </a:lnTo>
                  <a:lnTo>
                    <a:pt x="4804640" y="3116972"/>
                  </a:lnTo>
                  <a:lnTo>
                    <a:pt x="4803785" y="3116972"/>
                  </a:lnTo>
                  <a:lnTo>
                    <a:pt x="4802929" y="3116972"/>
                  </a:lnTo>
                  <a:lnTo>
                    <a:pt x="4802074" y="3116972"/>
                  </a:lnTo>
                  <a:lnTo>
                    <a:pt x="4801218" y="3116972"/>
                  </a:lnTo>
                  <a:lnTo>
                    <a:pt x="4800363" y="3116972"/>
                  </a:lnTo>
                  <a:lnTo>
                    <a:pt x="4799507" y="3116972"/>
                  </a:lnTo>
                  <a:lnTo>
                    <a:pt x="4798652" y="3116972"/>
                  </a:lnTo>
                  <a:lnTo>
                    <a:pt x="4797796" y="3116972"/>
                  </a:lnTo>
                  <a:lnTo>
                    <a:pt x="4796941" y="3116972"/>
                  </a:lnTo>
                  <a:lnTo>
                    <a:pt x="4796085" y="3116972"/>
                  </a:lnTo>
                  <a:lnTo>
                    <a:pt x="4795229" y="3116972"/>
                  </a:lnTo>
                  <a:lnTo>
                    <a:pt x="4794374" y="3116972"/>
                  </a:lnTo>
                  <a:lnTo>
                    <a:pt x="4793518" y="3116972"/>
                  </a:lnTo>
                  <a:lnTo>
                    <a:pt x="4792663" y="3116972"/>
                  </a:lnTo>
                  <a:lnTo>
                    <a:pt x="4791807" y="3116972"/>
                  </a:lnTo>
                  <a:lnTo>
                    <a:pt x="4790952" y="3116972"/>
                  </a:lnTo>
                  <a:lnTo>
                    <a:pt x="4790096" y="3116972"/>
                  </a:lnTo>
                  <a:lnTo>
                    <a:pt x="4789241" y="3116972"/>
                  </a:lnTo>
                  <a:lnTo>
                    <a:pt x="4788385" y="3116972"/>
                  </a:lnTo>
                  <a:lnTo>
                    <a:pt x="4787530" y="3116972"/>
                  </a:lnTo>
                  <a:lnTo>
                    <a:pt x="4786674" y="3116972"/>
                  </a:lnTo>
                  <a:lnTo>
                    <a:pt x="4785819" y="3116972"/>
                  </a:lnTo>
                  <a:lnTo>
                    <a:pt x="4784963" y="3116972"/>
                  </a:lnTo>
                  <a:lnTo>
                    <a:pt x="4784108" y="3116972"/>
                  </a:lnTo>
                  <a:lnTo>
                    <a:pt x="4783252" y="3116972"/>
                  </a:lnTo>
                  <a:lnTo>
                    <a:pt x="4782397" y="3116972"/>
                  </a:lnTo>
                  <a:lnTo>
                    <a:pt x="4781541" y="3116972"/>
                  </a:lnTo>
                  <a:lnTo>
                    <a:pt x="4780686" y="3116972"/>
                  </a:lnTo>
                  <a:lnTo>
                    <a:pt x="4779830" y="3116972"/>
                  </a:lnTo>
                  <a:lnTo>
                    <a:pt x="4778974" y="3116972"/>
                  </a:lnTo>
                  <a:lnTo>
                    <a:pt x="4778119" y="3116972"/>
                  </a:lnTo>
                  <a:lnTo>
                    <a:pt x="4777263" y="3116972"/>
                  </a:lnTo>
                  <a:lnTo>
                    <a:pt x="4776408" y="3116972"/>
                  </a:lnTo>
                  <a:lnTo>
                    <a:pt x="4775552" y="3116972"/>
                  </a:lnTo>
                  <a:lnTo>
                    <a:pt x="4774697" y="3116972"/>
                  </a:lnTo>
                  <a:lnTo>
                    <a:pt x="4773841" y="3116972"/>
                  </a:lnTo>
                  <a:lnTo>
                    <a:pt x="4772986" y="3116972"/>
                  </a:lnTo>
                  <a:lnTo>
                    <a:pt x="4772130" y="3116972"/>
                  </a:lnTo>
                  <a:lnTo>
                    <a:pt x="4771275" y="3116972"/>
                  </a:lnTo>
                  <a:lnTo>
                    <a:pt x="4770419" y="3116972"/>
                  </a:lnTo>
                  <a:lnTo>
                    <a:pt x="4769564" y="3116972"/>
                  </a:lnTo>
                  <a:lnTo>
                    <a:pt x="4768708" y="3116972"/>
                  </a:lnTo>
                  <a:lnTo>
                    <a:pt x="4767853" y="3116972"/>
                  </a:lnTo>
                  <a:lnTo>
                    <a:pt x="4766997" y="3116972"/>
                  </a:lnTo>
                  <a:lnTo>
                    <a:pt x="4766142" y="3116972"/>
                  </a:lnTo>
                  <a:lnTo>
                    <a:pt x="4765286" y="3116972"/>
                  </a:lnTo>
                  <a:lnTo>
                    <a:pt x="4764430" y="3116972"/>
                  </a:lnTo>
                  <a:lnTo>
                    <a:pt x="4763575" y="3116972"/>
                  </a:lnTo>
                  <a:lnTo>
                    <a:pt x="4762719" y="3116972"/>
                  </a:lnTo>
                  <a:lnTo>
                    <a:pt x="4761864" y="3116972"/>
                  </a:lnTo>
                  <a:lnTo>
                    <a:pt x="4761008" y="3116972"/>
                  </a:lnTo>
                  <a:lnTo>
                    <a:pt x="4760153" y="3116972"/>
                  </a:lnTo>
                  <a:lnTo>
                    <a:pt x="4759297" y="3116972"/>
                  </a:lnTo>
                  <a:lnTo>
                    <a:pt x="4758442" y="3116972"/>
                  </a:lnTo>
                  <a:lnTo>
                    <a:pt x="4757586" y="3116972"/>
                  </a:lnTo>
                  <a:lnTo>
                    <a:pt x="4756731" y="3116972"/>
                  </a:lnTo>
                  <a:lnTo>
                    <a:pt x="4755875" y="3116972"/>
                  </a:lnTo>
                  <a:lnTo>
                    <a:pt x="4755020" y="3116972"/>
                  </a:lnTo>
                  <a:lnTo>
                    <a:pt x="4754164" y="3116972"/>
                  </a:lnTo>
                  <a:lnTo>
                    <a:pt x="4753309" y="3116972"/>
                  </a:lnTo>
                  <a:lnTo>
                    <a:pt x="4752453" y="3116972"/>
                  </a:lnTo>
                  <a:lnTo>
                    <a:pt x="4751598" y="3116972"/>
                  </a:lnTo>
                  <a:lnTo>
                    <a:pt x="4750742" y="3116972"/>
                  </a:lnTo>
                  <a:lnTo>
                    <a:pt x="4749887" y="3116972"/>
                  </a:lnTo>
                  <a:lnTo>
                    <a:pt x="4749031" y="3116972"/>
                  </a:lnTo>
                  <a:lnTo>
                    <a:pt x="4748175" y="3116972"/>
                  </a:lnTo>
                  <a:lnTo>
                    <a:pt x="4747320" y="3116972"/>
                  </a:lnTo>
                  <a:lnTo>
                    <a:pt x="4746464" y="3116972"/>
                  </a:lnTo>
                  <a:lnTo>
                    <a:pt x="4745609" y="3116972"/>
                  </a:lnTo>
                  <a:lnTo>
                    <a:pt x="4744753" y="3116972"/>
                  </a:lnTo>
                  <a:lnTo>
                    <a:pt x="4743898" y="3116972"/>
                  </a:lnTo>
                  <a:lnTo>
                    <a:pt x="4743042" y="3116972"/>
                  </a:lnTo>
                  <a:lnTo>
                    <a:pt x="4742187" y="3116972"/>
                  </a:lnTo>
                  <a:lnTo>
                    <a:pt x="4741331" y="3116972"/>
                  </a:lnTo>
                  <a:lnTo>
                    <a:pt x="4740476" y="3116972"/>
                  </a:lnTo>
                  <a:lnTo>
                    <a:pt x="4739620" y="3116972"/>
                  </a:lnTo>
                  <a:lnTo>
                    <a:pt x="4738765" y="3116972"/>
                  </a:lnTo>
                  <a:lnTo>
                    <a:pt x="4737909" y="3116972"/>
                  </a:lnTo>
                  <a:lnTo>
                    <a:pt x="4737054" y="3116972"/>
                  </a:lnTo>
                  <a:lnTo>
                    <a:pt x="4736198" y="3116972"/>
                  </a:lnTo>
                  <a:lnTo>
                    <a:pt x="4735343" y="3116972"/>
                  </a:lnTo>
                  <a:lnTo>
                    <a:pt x="4734487" y="3116972"/>
                  </a:lnTo>
                  <a:lnTo>
                    <a:pt x="4733632" y="3116972"/>
                  </a:lnTo>
                  <a:lnTo>
                    <a:pt x="4732776" y="3116972"/>
                  </a:lnTo>
                  <a:lnTo>
                    <a:pt x="4731920" y="3116972"/>
                  </a:lnTo>
                  <a:lnTo>
                    <a:pt x="4731065" y="3116972"/>
                  </a:lnTo>
                  <a:lnTo>
                    <a:pt x="4730209" y="3116972"/>
                  </a:lnTo>
                  <a:lnTo>
                    <a:pt x="4729354" y="3116972"/>
                  </a:lnTo>
                  <a:lnTo>
                    <a:pt x="4728498" y="3116972"/>
                  </a:lnTo>
                  <a:lnTo>
                    <a:pt x="4727643" y="3116972"/>
                  </a:lnTo>
                  <a:lnTo>
                    <a:pt x="4726787" y="3116972"/>
                  </a:lnTo>
                  <a:lnTo>
                    <a:pt x="4725932" y="3116972"/>
                  </a:lnTo>
                  <a:lnTo>
                    <a:pt x="4725076" y="3116972"/>
                  </a:lnTo>
                  <a:lnTo>
                    <a:pt x="4724221" y="3116972"/>
                  </a:lnTo>
                  <a:lnTo>
                    <a:pt x="4723365" y="3116972"/>
                  </a:lnTo>
                  <a:lnTo>
                    <a:pt x="4722510" y="3116972"/>
                  </a:lnTo>
                  <a:lnTo>
                    <a:pt x="4721654" y="3116972"/>
                  </a:lnTo>
                  <a:lnTo>
                    <a:pt x="4720799" y="3116972"/>
                  </a:lnTo>
                  <a:lnTo>
                    <a:pt x="4719943" y="3116972"/>
                  </a:lnTo>
                  <a:lnTo>
                    <a:pt x="4719088" y="3116972"/>
                  </a:lnTo>
                  <a:lnTo>
                    <a:pt x="4718232" y="3116972"/>
                  </a:lnTo>
                  <a:lnTo>
                    <a:pt x="4717376" y="3116972"/>
                  </a:lnTo>
                  <a:lnTo>
                    <a:pt x="4716521" y="3116972"/>
                  </a:lnTo>
                  <a:lnTo>
                    <a:pt x="4715665" y="3116972"/>
                  </a:lnTo>
                  <a:lnTo>
                    <a:pt x="4714810" y="3116972"/>
                  </a:lnTo>
                  <a:lnTo>
                    <a:pt x="4713954" y="3116972"/>
                  </a:lnTo>
                  <a:lnTo>
                    <a:pt x="4713099" y="3116972"/>
                  </a:lnTo>
                  <a:lnTo>
                    <a:pt x="4712243" y="3116972"/>
                  </a:lnTo>
                  <a:lnTo>
                    <a:pt x="4711388" y="3116972"/>
                  </a:lnTo>
                  <a:lnTo>
                    <a:pt x="4710532" y="3116972"/>
                  </a:lnTo>
                  <a:lnTo>
                    <a:pt x="4709677" y="3116972"/>
                  </a:lnTo>
                  <a:lnTo>
                    <a:pt x="4708821" y="3116972"/>
                  </a:lnTo>
                  <a:lnTo>
                    <a:pt x="4707966" y="3116972"/>
                  </a:lnTo>
                  <a:lnTo>
                    <a:pt x="4707110" y="3116972"/>
                  </a:lnTo>
                  <a:lnTo>
                    <a:pt x="4706255" y="3116972"/>
                  </a:lnTo>
                  <a:lnTo>
                    <a:pt x="4705399" y="3116972"/>
                  </a:lnTo>
                  <a:lnTo>
                    <a:pt x="4704544" y="3116972"/>
                  </a:lnTo>
                  <a:lnTo>
                    <a:pt x="4703688" y="3116972"/>
                  </a:lnTo>
                  <a:lnTo>
                    <a:pt x="4702833" y="3116972"/>
                  </a:lnTo>
                  <a:lnTo>
                    <a:pt x="4701977" y="3116972"/>
                  </a:lnTo>
                  <a:lnTo>
                    <a:pt x="4701121" y="3116972"/>
                  </a:lnTo>
                  <a:lnTo>
                    <a:pt x="4700266" y="3116972"/>
                  </a:lnTo>
                  <a:lnTo>
                    <a:pt x="4699410" y="3116972"/>
                  </a:lnTo>
                  <a:lnTo>
                    <a:pt x="4698555" y="3116972"/>
                  </a:lnTo>
                  <a:lnTo>
                    <a:pt x="4697699" y="3116972"/>
                  </a:lnTo>
                  <a:lnTo>
                    <a:pt x="4696844" y="3116972"/>
                  </a:lnTo>
                  <a:lnTo>
                    <a:pt x="4695988" y="3116972"/>
                  </a:lnTo>
                  <a:lnTo>
                    <a:pt x="4695133" y="3116972"/>
                  </a:lnTo>
                  <a:lnTo>
                    <a:pt x="4694277" y="3116972"/>
                  </a:lnTo>
                  <a:lnTo>
                    <a:pt x="4693422" y="3116972"/>
                  </a:lnTo>
                  <a:lnTo>
                    <a:pt x="4692566" y="3116972"/>
                  </a:lnTo>
                  <a:lnTo>
                    <a:pt x="4691711" y="3116972"/>
                  </a:lnTo>
                  <a:lnTo>
                    <a:pt x="4690855" y="3116972"/>
                  </a:lnTo>
                  <a:lnTo>
                    <a:pt x="4690000" y="3116972"/>
                  </a:lnTo>
                  <a:lnTo>
                    <a:pt x="4689144" y="3116972"/>
                  </a:lnTo>
                  <a:lnTo>
                    <a:pt x="4688289" y="3116972"/>
                  </a:lnTo>
                  <a:lnTo>
                    <a:pt x="4687433" y="3116972"/>
                  </a:lnTo>
                  <a:lnTo>
                    <a:pt x="4686578" y="3116972"/>
                  </a:lnTo>
                  <a:lnTo>
                    <a:pt x="4685722" y="3116972"/>
                  </a:lnTo>
                  <a:lnTo>
                    <a:pt x="4684866" y="3116972"/>
                  </a:lnTo>
                  <a:lnTo>
                    <a:pt x="4684011" y="3116972"/>
                  </a:lnTo>
                  <a:lnTo>
                    <a:pt x="4683155" y="3116972"/>
                  </a:lnTo>
                  <a:lnTo>
                    <a:pt x="4682300" y="3116972"/>
                  </a:lnTo>
                  <a:lnTo>
                    <a:pt x="4681444" y="3116972"/>
                  </a:lnTo>
                  <a:lnTo>
                    <a:pt x="4680589" y="3116972"/>
                  </a:lnTo>
                  <a:lnTo>
                    <a:pt x="4679733" y="3116972"/>
                  </a:lnTo>
                  <a:lnTo>
                    <a:pt x="4678878" y="3116972"/>
                  </a:lnTo>
                  <a:lnTo>
                    <a:pt x="4678022" y="3116972"/>
                  </a:lnTo>
                  <a:lnTo>
                    <a:pt x="4677167" y="3116972"/>
                  </a:lnTo>
                  <a:lnTo>
                    <a:pt x="4676311" y="3116972"/>
                  </a:lnTo>
                  <a:lnTo>
                    <a:pt x="4675456" y="3116972"/>
                  </a:lnTo>
                  <a:lnTo>
                    <a:pt x="4674600" y="3116972"/>
                  </a:lnTo>
                  <a:lnTo>
                    <a:pt x="4673745" y="3116972"/>
                  </a:lnTo>
                  <a:lnTo>
                    <a:pt x="4672889" y="3116972"/>
                  </a:lnTo>
                  <a:lnTo>
                    <a:pt x="4672034" y="3116972"/>
                  </a:lnTo>
                  <a:lnTo>
                    <a:pt x="4671178" y="3116972"/>
                  </a:lnTo>
                  <a:lnTo>
                    <a:pt x="4670322" y="3116972"/>
                  </a:lnTo>
                  <a:lnTo>
                    <a:pt x="4669467" y="3116972"/>
                  </a:lnTo>
                  <a:lnTo>
                    <a:pt x="4668611" y="3116972"/>
                  </a:lnTo>
                  <a:lnTo>
                    <a:pt x="4667756" y="3116972"/>
                  </a:lnTo>
                  <a:lnTo>
                    <a:pt x="4666900" y="3116972"/>
                  </a:lnTo>
                  <a:lnTo>
                    <a:pt x="4666045" y="3116972"/>
                  </a:lnTo>
                  <a:lnTo>
                    <a:pt x="4665189" y="3116972"/>
                  </a:lnTo>
                  <a:lnTo>
                    <a:pt x="4664334" y="3116972"/>
                  </a:lnTo>
                  <a:lnTo>
                    <a:pt x="4663478" y="3116972"/>
                  </a:lnTo>
                  <a:lnTo>
                    <a:pt x="4662623" y="3116972"/>
                  </a:lnTo>
                  <a:lnTo>
                    <a:pt x="4661767" y="3116972"/>
                  </a:lnTo>
                  <a:lnTo>
                    <a:pt x="4660912" y="3116972"/>
                  </a:lnTo>
                  <a:lnTo>
                    <a:pt x="4660056" y="3116972"/>
                  </a:lnTo>
                  <a:lnTo>
                    <a:pt x="4659201" y="3116972"/>
                  </a:lnTo>
                  <a:lnTo>
                    <a:pt x="4658345" y="3116972"/>
                  </a:lnTo>
                  <a:lnTo>
                    <a:pt x="4657490" y="3116972"/>
                  </a:lnTo>
                  <a:lnTo>
                    <a:pt x="4656634" y="3116972"/>
                  </a:lnTo>
                  <a:lnTo>
                    <a:pt x="4655779" y="3116972"/>
                  </a:lnTo>
                  <a:lnTo>
                    <a:pt x="4654923" y="3116972"/>
                  </a:lnTo>
                  <a:lnTo>
                    <a:pt x="4654067" y="3116972"/>
                  </a:lnTo>
                  <a:lnTo>
                    <a:pt x="4653212" y="3116972"/>
                  </a:lnTo>
                  <a:lnTo>
                    <a:pt x="4652356" y="3116972"/>
                  </a:lnTo>
                  <a:lnTo>
                    <a:pt x="4651501" y="3116972"/>
                  </a:lnTo>
                  <a:lnTo>
                    <a:pt x="4650645" y="3116972"/>
                  </a:lnTo>
                  <a:lnTo>
                    <a:pt x="4649790" y="3116972"/>
                  </a:lnTo>
                  <a:lnTo>
                    <a:pt x="4648934" y="3116972"/>
                  </a:lnTo>
                  <a:lnTo>
                    <a:pt x="4648079" y="3116972"/>
                  </a:lnTo>
                  <a:lnTo>
                    <a:pt x="4647223" y="3116972"/>
                  </a:lnTo>
                  <a:lnTo>
                    <a:pt x="4646368" y="3116972"/>
                  </a:lnTo>
                  <a:lnTo>
                    <a:pt x="4645512" y="3116972"/>
                  </a:lnTo>
                  <a:lnTo>
                    <a:pt x="4644657" y="3116972"/>
                  </a:lnTo>
                  <a:lnTo>
                    <a:pt x="4643801" y="3116972"/>
                  </a:lnTo>
                  <a:lnTo>
                    <a:pt x="4642946" y="3116972"/>
                  </a:lnTo>
                  <a:lnTo>
                    <a:pt x="4642090" y="3116972"/>
                  </a:lnTo>
                  <a:lnTo>
                    <a:pt x="4641235" y="3116972"/>
                  </a:lnTo>
                  <a:lnTo>
                    <a:pt x="4640379" y="3116972"/>
                  </a:lnTo>
                  <a:lnTo>
                    <a:pt x="4639524" y="3116972"/>
                  </a:lnTo>
                  <a:lnTo>
                    <a:pt x="4638668" y="3116972"/>
                  </a:lnTo>
                  <a:lnTo>
                    <a:pt x="4637812" y="3116972"/>
                  </a:lnTo>
                  <a:lnTo>
                    <a:pt x="4636957" y="3116972"/>
                  </a:lnTo>
                  <a:lnTo>
                    <a:pt x="4636101" y="3116972"/>
                  </a:lnTo>
                  <a:lnTo>
                    <a:pt x="4635246" y="3116972"/>
                  </a:lnTo>
                  <a:lnTo>
                    <a:pt x="4634390" y="3116972"/>
                  </a:lnTo>
                  <a:lnTo>
                    <a:pt x="4633535" y="3116972"/>
                  </a:lnTo>
                  <a:lnTo>
                    <a:pt x="4632679" y="3116972"/>
                  </a:lnTo>
                  <a:lnTo>
                    <a:pt x="4631824" y="3116972"/>
                  </a:lnTo>
                  <a:lnTo>
                    <a:pt x="4630968" y="3116972"/>
                  </a:lnTo>
                  <a:lnTo>
                    <a:pt x="4630113" y="3116972"/>
                  </a:lnTo>
                  <a:lnTo>
                    <a:pt x="4629257" y="3116972"/>
                  </a:lnTo>
                  <a:lnTo>
                    <a:pt x="4628402" y="3116972"/>
                  </a:lnTo>
                  <a:lnTo>
                    <a:pt x="4627546" y="3116972"/>
                  </a:lnTo>
                  <a:lnTo>
                    <a:pt x="4626691" y="3116972"/>
                  </a:lnTo>
                  <a:lnTo>
                    <a:pt x="4625835" y="3116972"/>
                  </a:lnTo>
                  <a:lnTo>
                    <a:pt x="4624980" y="3116972"/>
                  </a:lnTo>
                  <a:lnTo>
                    <a:pt x="4624124" y="3116972"/>
                  </a:lnTo>
                  <a:lnTo>
                    <a:pt x="4623269" y="3116972"/>
                  </a:lnTo>
                  <a:lnTo>
                    <a:pt x="4622413" y="3116972"/>
                  </a:lnTo>
                  <a:lnTo>
                    <a:pt x="4621557" y="3116972"/>
                  </a:lnTo>
                  <a:lnTo>
                    <a:pt x="4620702" y="3116972"/>
                  </a:lnTo>
                  <a:lnTo>
                    <a:pt x="4619846" y="3116972"/>
                  </a:lnTo>
                  <a:lnTo>
                    <a:pt x="4618991" y="3116972"/>
                  </a:lnTo>
                  <a:lnTo>
                    <a:pt x="4618135" y="3116972"/>
                  </a:lnTo>
                  <a:lnTo>
                    <a:pt x="4617280" y="3116972"/>
                  </a:lnTo>
                  <a:lnTo>
                    <a:pt x="4616424" y="3116972"/>
                  </a:lnTo>
                  <a:lnTo>
                    <a:pt x="4615569" y="3116972"/>
                  </a:lnTo>
                  <a:lnTo>
                    <a:pt x="4614713" y="3116972"/>
                  </a:lnTo>
                  <a:lnTo>
                    <a:pt x="4613858" y="3116972"/>
                  </a:lnTo>
                  <a:lnTo>
                    <a:pt x="4613002" y="3116972"/>
                  </a:lnTo>
                  <a:lnTo>
                    <a:pt x="4612147" y="3116972"/>
                  </a:lnTo>
                  <a:lnTo>
                    <a:pt x="4611291" y="3116972"/>
                  </a:lnTo>
                  <a:lnTo>
                    <a:pt x="4610436" y="3116972"/>
                  </a:lnTo>
                  <a:lnTo>
                    <a:pt x="4609580" y="3116972"/>
                  </a:lnTo>
                  <a:lnTo>
                    <a:pt x="4608725" y="3116972"/>
                  </a:lnTo>
                  <a:lnTo>
                    <a:pt x="4607869" y="3116972"/>
                  </a:lnTo>
                  <a:lnTo>
                    <a:pt x="4607013" y="3116972"/>
                  </a:lnTo>
                  <a:lnTo>
                    <a:pt x="4606158" y="3116972"/>
                  </a:lnTo>
                  <a:lnTo>
                    <a:pt x="4605302" y="3116972"/>
                  </a:lnTo>
                  <a:lnTo>
                    <a:pt x="4604447" y="3116972"/>
                  </a:lnTo>
                  <a:lnTo>
                    <a:pt x="4603591" y="3116972"/>
                  </a:lnTo>
                  <a:lnTo>
                    <a:pt x="4602736" y="3116972"/>
                  </a:lnTo>
                  <a:lnTo>
                    <a:pt x="4601880" y="3116972"/>
                  </a:lnTo>
                  <a:lnTo>
                    <a:pt x="4601025" y="3116972"/>
                  </a:lnTo>
                  <a:lnTo>
                    <a:pt x="4600169" y="3116972"/>
                  </a:lnTo>
                  <a:lnTo>
                    <a:pt x="4599314" y="3116972"/>
                  </a:lnTo>
                  <a:lnTo>
                    <a:pt x="4598458" y="3116972"/>
                  </a:lnTo>
                  <a:lnTo>
                    <a:pt x="4597603" y="3116972"/>
                  </a:lnTo>
                  <a:lnTo>
                    <a:pt x="4596747" y="3116972"/>
                  </a:lnTo>
                  <a:lnTo>
                    <a:pt x="4595892" y="3116972"/>
                  </a:lnTo>
                  <a:lnTo>
                    <a:pt x="4595036" y="3116972"/>
                  </a:lnTo>
                  <a:lnTo>
                    <a:pt x="4594181" y="3116972"/>
                  </a:lnTo>
                  <a:lnTo>
                    <a:pt x="4593325" y="3116972"/>
                  </a:lnTo>
                  <a:lnTo>
                    <a:pt x="4592470" y="3116972"/>
                  </a:lnTo>
                  <a:lnTo>
                    <a:pt x="4591614" y="3116972"/>
                  </a:lnTo>
                  <a:lnTo>
                    <a:pt x="4590758" y="3116972"/>
                  </a:lnTo>
                  <a:lnTo>
                    <a:pt x="4589903" y="3116972"/>
                  </a:lnTo>
                  <a:lnTo>
                    <a:pt x="4589047" y="3116972"/>
                  </a:lnTo>
                  <a:lnTo>
                    <a:pt x="4588192" y="3116972"/>
                  </a:lnTo>
                  <a:lnTo>
                    <a:pt x="4587336" y="3116972"/>
                  </a:lnTo>
                  <a:lnTo>
                    <a:pt x="4586481" y="3116972"/>
                  </a:lnTo>
                  <a:lnTo>
                    <a:pt x="4585625" y="3116972"/>
                  </a:lnTo>
                  <a:lnTo>
                    <a:pt x="4584770" y="3116972"/>
                  </a:lnTo>
                  <a:lnTo>
                    <a:pt x="4583914" y="3116972"/>
                  </a:lnTo>
                  <a:lnTo>
                    <a:pt x="4583059" y="3116972"/>
                  </a:lnTo>
                  <a:lnTo>
                    <a:pt x="4582203" y="3116972"/>
                  </a:lnTo>
                  <a:lnTo>
                    <a:pt x="4581348" y="3116972"/>
                  </a:lnTo>
                  <a:lnTo>
                    <a:pt x="4580492" y="3116972"/>
                  </a:lnTo>
                  <a:lnTo>
                    <a:pt x="4579637" y="3116972"/>
                  </a:lnTo>
                  <a:lnTo>
                    <a:pt x="4578781" y="3116972"/>
                  </a:lnTo>
                  <a:lnTo>
                    <a:pt x="4577926" y="3116972"/>
                  </a:lnTo>
                  <a:lnTo>
                    <a:pt x="4577070" y="3116972"/>
                  </a:lnTo>
                  <a:lnTo>
                    <a:pt x="4576215" y="3116972"/>
                  </a:lnTo>
                  <a:lnTo>
                    <a:pt x="4575359" y="3116972"/>
                  </a:lnTo>
                  <a:lnTo>
                    <a:pt x="4574503" y="3116972"/>
                  </a:lnTo>
                  <a:lnTo>
                    <a:pt x="4573648" y="3116972"/>
                  </a:lnTo>
                  <a:lnTo>
                    <a:pt x="4572792" y="3116972"/>
                  </a:lnTo>
                  <a:lnTo>
                    <a:pt x="4571937" y="3116972"/>
                  </a:lnTo>
                  <a:lnTo>
                    <a:pt x="4571081" y="3116972"/>
                  </a:lnTo>
                  <a:lnTo>
                    <a:pt x="4570226" y="3116972"/>
                  </a:lnTo>
                  <a:lnTo>
                    <a:pt x="4569370" y="3116972"/>
                  </a:lnTo>
                  <a:lnTo>
                    <a:pt x="4568515" y="3116972"/>
                  </a:lnTo>
                  <a:lnTo>
                    <a:pt x="4567659" y="3116972"/>
                  </a:lnTo>
                  <a:lnTo>
                    <a:pt x="4566804" y="3116972"/>
                  </a:lnTo>
                  <a:lnTo>
                    <a:pt x="4565948" y="3116972"/>
                  </a:lnTo>
                  <a:lnTo>
                    <a:pt x="4565093" y="3116972"/>
                  </a:lnTo>
                  <a:lnTo>
                    <a:pt x="4564237" y="3116972"/>
                  </a:lnTo>
                  <a:lnTo>
                    <a:pt x="4563382" y="3116972"/>
                  </a:lnTo>
                  <a:lnTo>
                    <a:pt x="4562526" y="3116972"/>
                  </a:lnTo>
                  <a:lnTo>
                    <a:pt x="4561671" y="3116972"/>
                  </a:lnTo>
                  <a:lnTo>
                    <a:pt x="4560815" y="3116972"/>
                  </a:lnTo>
                  <a:lnTo>
                    <a:pt x="4559959" y="3116972"/>
                  </a:lnTo>
                  <a:lnTo>
                    <a:pt x="4559104" y="3116972"/>
                  </a:lnTo>
                  <a:lnTo>
                    <a:pt x="4558248" y="3116972"/>
                  </a:lnTo>
                  <a:lnTo>
                    <a:pt x="4557393" y="3116972"/>
                  </a:lnTo>
                  <a:lnTo>
                    <a:pt x="4556537" y="3116972"/>
                  </a:lnTo>
                  <a:lnTo>
                    <a:pt x="4555682" y="3116972"/>
                  </a:lnTo>
                  <a:lnTo>
                    <a:pt x="4554826" y="3116972"/>
                  </a:lnTo>
                  <a:lnTo>
                    <a:pt x="4553971" y="3116972"/>
                  </a:lnTo>
                  <a:lnTo>
                    <a:pt x="4553115" y="3116972"/>
                  </a:lnTo>
                  <a:lnTo>
                    <a:pt x="4552260" y="3116972"/>
                  </a:lnTo>
                  <a:lnTo>
                    <a:pt x="4551404" y="3116972"/>
                  </a:lnTo>
                  <a:lnTo>
                    <a:pt x="4550549" y="3116972"/>
                  </a:lnTo>
                  <a:lnTo>
                    <a:pt x="4549693" y="3116972"/>
                  </a:lnTo>
                  <a:lnTo>
                    <a:pt x="4548838" y="3116972"/>
                  </a:lnTo>
                  <a:lnTo>
                    <a:pt x="4547982" y="3116972"/>
                  </a:lnTo>
                  <a:lnTo>
                    <a:pt x="4547127" y="3116972"/>
                  </a:lnTo>
                  <a:lnTo>
                    <a:pt x="4546271" y="3116972"/>
                  </a:lnTo>
                  <a:lnTo>
                    <a:pt x="4545416" y="3116972"/>
                  </a:lnTo>
                  <a:lnTo>
                    <a:pt x="4544560" y="3116972"/>
                  </a:lnTo>
                  <a:lnTo>
                    <a:pt x="4543704" y="3116972"/>
                  </a:lnTo>
                  <a:lnTo>
                    <a:pt x="4542849" y="3116972"/>
                  </a:lnTo>
                  <a:lnTo>
                    <a:pt x="4541993" y="3116972"/>
                  </a:lnTo>
                  <a:lnTo>
                    <a:pt x="4541138" y="3116972"/>
                  </a:lnTo>
                  <a:lnTo>
                    <a:pt x="4540282" y="3116972"/>
                  </a:lnTo>
                  <a:lnTo>
                    <a:pt x="4539427" y="3116972"/>
                  </a:lnTo>
                  <a:lnTo>
                    <a:pt x="4538571" y="3116972"/>
                  </a:lnTo>
                  <a:lnTo>
                    <a:pt x="4537716" y="3116972"/>
                  </a:lnTo>
                  <a:lnTo>
                    <a:pt x="4536860" y="3116972"/>
                  </a:lnTo>
                  <a:lnTo>
                    <a:pt x="4536005" y="3116972"/>
                  </a:lnTo>
                  <a:lnTo>
                    <a:pt x="4535149" y="3116972"/>
                  </a:lnTo>
                  <a:lnTo>
                    <a:pt x="4534294" y="3116972"/>
                  </a:lnTo>
                  <a:lnTo>
                    <a:pt x="4533438" y="3116972"/>
                  </a:lnTo>
                  <a:lnTo>
                    <a:pt x="4532583" y="3116972"/>
                  </a:lnTo>
                  <a:lnTo>
                    <a:pt x="4531727" y="3116972"/>
                  </a:lnTo>
                  <a:lnTo>
                    <a:pt x="4530872" y="3116972"/>
                  </a:lnTo>
                  <a:lnTo>
                    <a:pt x="4530016" y="3116972"/>
                  </a:lnTo>
                  <a:lnTo>
                    <a:pt x="4529161" y="3116972"/>
                  </a:lnTo>
                  <a:lnTo>
                    <a:pt x="4528305" y="3116972"/>
                  </a:lnTo>
                  <a:lnTo>
                    <a:pt x="4527449" y="3116972"/>
                  </a:lnTo>
                  <a:lnTo>
                    <a:pt x="4526594" y="3116972"/>
                  </a:lnTo>
                  <a:lnTo>
                    <a:pt x="4525738" y="3116972"/>
                  </a:lnTo>
                  <a:lnTo>
                    <a:pt x="4524883" y="3116972"/>
                  </a:lnTo>
                  <a:lnTo>
                    <a:pt x="4524027" y="3116972"/>
                  </a:lnTo>
                  <a:lnTo>
                    <a:pt x="4523172" y="3116972"/>
                  </a:lnTo>
                  <a:lnTo>
                    <a:pt x="4522316" y="3116972"/>
                  </a:lnTo>
                  <a:lnTo>
                    <a:pt x="4521461" y="3116972"/>
                  </a:lnTo>
                  <a:lnTo>
                    <a:pt x="4520605" y="3116972"/>
                  </a:lnTo>
                  <a:lnTo>
                    <a:pt x="4519750" y="3116972"/>
                  </a:lnTo>
                  <a:lnTo>
                    <a:pt x="4518894" y="3116972"/>
                  </a:lnTo>
                  <a:lnTo>
                    <a:pt x="4518039" y="3116972"/>
                  </a:lnTo>
                  <a:lnTo>
                    <a:pt x="4517183" y="3116972"/>
                  </a:lnTo>
                  <a:lnTo>
                    <a:pt x="4516328" y="3116972"/>
                  </a:lnTo>
                  <a:lnTo>
                    <a:pt x="4515472" y="3116972"/>
                  </a:lnTo>
                  <a:lnTo>
                    <a:pt x="4514617" y="3116972"/>
                  </a:lnTo>
                  <a:lnTo>
                    <a:pt x="4513761" y="3116972"/>
                  </a:lnTo>
                  <a:lnTo>
                    <a:pt x="4512905" y="3116972"/>
                  </a:lnTo>
                  <a:lnTo>
                    <a:pt x="4512050" y="3116972"/>
                  </a:lnTo>
                  <a:lnTo>
                    <a:pt x="4511194" y="3116972"/>
                  </a:lnTo>
                  <a:lnTo>
                    <a:pt x="4510339" y="3116972"/>
                  </a:lnTo>
                  <a:lnTo>
                    <a:pt x="4509483" y="3116972"/>
                  </a:lnTo>
                  <a:lnTo>
                    <a:pt x="4508628" y="3116972"/>
                  </a:lnTo>
                  <a:lnTo>
                    <a:pt x="4507772" y="3116972"/>
                  </a:lnTo>
                  <a:lnTo>
                    <a:pt x="4506917" y="3116972"/>
                  </a:lnTo>
                  <a:lnTo>
                    <a:pt x="4506061" y="3116972"/>
                  </a:lnTo>
                  <a:lnTo>
                    <a:pt x="4505206" y="3116972"/>
                  </a:lnTo>
                  <a:lnTo>
                    <a:pt x="4504350" y="3116972"/>
                  </a:lnTo>
                  <a:lnTo>
                    <a:pt x="4503495" y="3116972"/>
                  </a:lnTo>
                  <a:lnTo>
                    <a:pt x="4502639" y="3116972"/>
                  </a:lnTo>
                  <a:lnTo>
                    <a:pt x="4501784" y="3116972"/>
                  </a:lnTo>
                  <a:lnTo>
                    <a:pt x="4500928" y="3116972"/>
                  </a:lnTo>
                  <a:lnTo>
                    <a:pt x="4500073" y="3116972"/>
                  </a:lnTo>
                  <a:lnTo>
                    <a:pt x="4499217" y="3116972"/>
                  </a:lnTo>
                  <a:lnTo>
                    <a:pt x="4498362" y="3116972"/>
                  </a:lnTo>
                  <a:lnTo>
                    <a:pt x="4497506" y="3116972"/>
                  </a:lnTo>
                  <a:lnTo>
                    <a:pt x="4496650" y="3116972"/>
                  </a:lnTo>
                  <a:lnTo>
                    <a:pt x="4495795" y="3116972"/>
                  </a:lnTo>
                  <a:lnTo>
                    <a:pt x="4494939" y="3116972"/>
                  </a:lnTo>
                  <a:lnTo>
                    <a:pt x="4494084" y="3116972"/>
                  </a:lnTo>
                  <a:lnTo>
                    <a:pt x="4493228" y="3116972"/>
                  </a:lnTo>
                  <a:lnTo>
                    <a:pt x="4492373" y="3116972"/>
                  </a:lnTo>
                  <a:lnTo>
                    <a:pt x="4491517" y="3116972"/>
                  </a:lnTo>
                  <a:lnTo>
                    <a:pt x="4490662" y="3116972"/>
                  </a:lnTo>
                  <a:lnTo>
                    <a:pt x="4489806" y="3116972"/>
                  </a:lnTo>
                  <a:lnTo>
                    <a:pt x="4488951" y="3116972"/>
                  </a:lnTo>
                  <a:lnTo>
                    <a:pt x="4488095" y="3116972"/>
                  </a:lnTo>
                  <a:lnTo>
                    <a:pt x="4487240" y="3116972"/>
                  </a:lnTo>
                  <a:lnTo>
                    <a:pt x="4486384" y="3116972"/>
                  </a:lnTo>
                  <a:lnTo>
                    <a:pt x="4485529" y="3116972"/>
                  </a:lnTo>
                  <a:lnTo>
                    <a:pt x="4484673" y="3116972"/>
                  </a:lnTo>
                  <a:lnTo>
                    <a:pt x="4483818" y="3116972"/>
                  </a:lnTo>
                  <a:lnTo>
                    <a:pt x="4482962" y="3116972"/>
                  </a:lnTo>
                  <a:lnTo>
                    <a:pt x="4482107" y="3116972"/>
                  </a:lnTo>
                  <a:lnTo>
                    <a:pt x="4481251" y="3116972"/>
                  </a:lnTo>
                  <a:lnTo>
                    <a:pt x="4480395" y="3116972"/>
                  </a:lnTo>
                  <a:lnTo>
                    <a:pt x="4479540" y="3116972"/>
                  </a:lnTo>
                  <a:lnTo>
                    <a:pt x="4478684" y="3116972"/>
                  </a:lnTo>
                  <a:lnTo>
                    <a:pt x="4477829" y="3116972"/>
                  </a:lnTo>
                  <a:lnTo>
                    <a:pt x="4476973" y="3116972"/>
                  </a:lnTo>
                  <a:lnTo>
                    <a:pt x="4476118" y="3116972"/>
                  </a:lnTo>
                  <a:lnTo>
                    <a:pt x="4475262" y="3116972"/>
                  </a:lnTo>
                  <a:lnTo>
                    <a:pt x="4474407" y="3116972"/>
                  </a:lnTo>
                  <a:lnTo>
                    <a:pt x="4473551" y="3116972"/>
                  </a:lnTo>
                  <a:lnTo>
                    <a:pt x="4472696" y="3116972"/>
                  </a:lnTo>
                  <a:lnTo>
                    <a:pt x="4471840" y="3116972"/>
                  </a:lnTo>
                  <a:lnTo>
                    <a:pt x="4470985" y="3116972"/>
                  </a:lnTo>
                  <a:lnTo>
                    <a:pt x="4470129" y="3116972"/>
                  </a:lnTo>
                  <a:lnTo>
                    <a:pt x="4469274" y="3116972"/>
                  </a:lnTo>
                  <a:lnTo>
                    <a:pt x="4468418" y="3116972"/>
                  </a:lnTo>
                  <a:lnTo>
                    <a:pt x="4467563" y="3116972"/>
                  </a:lnTo>
                  <a:lnTo>
                    <a:pt x="4466707" y="3116972"/>
                  </a:lnTo>
                  <a:lnTo>
                    <a:pt x="4465851" y="3116972"/>
                  </a:lnTo>
                  <a:lnTo>
                    <a:pt x="4464996" y="3116972"/>
                  </a:lnTo>
                  <a:lnTo>
                    <a:pt x="4464140" y="3116972"/>
                  </a:lnTo>
                  <a:lnTo>
                    <a:pt x="4463285" y="3116972"/>
                  </a:lnTo>
                  <a:lnTo>
                    <a:pt x="4462429" y="3116972"/>
                  </a:lnTo>
                  <a:lnTo>
                    <a:pt x="4461574" y="3116972"/>
                  </a:lnTo>
                  <a:lnTo>
                    <a:pt x="4460718" y="3116972"/>
                  </a:lnTo>
                  <a:lnTo>
                    <a:pt x="4459863" y="3116972"/>
                  </a:lnTo>
                  <a:lnTo>
                    <a:pt x="4459007" y="3116972"/>
                  </a:lnTo>
                  <a:lnTo>
                    <a:pt x="4458152" y="3116972"/>
                  </a:lnTo>
                  <a:lnTo>
                    <a:pt x="4457296" y="3116972"/>
                  </a:lnTo>
                  <a:lnTo>
                    <a:pt x="4456441" y="3116972"/>
                  </a:lnTo>
                  <a:lnTo>
                    <a:pt x="4455585" y="3116972"/>
                  </a:lnTo>
                  <a:lnTo>
                    <a:pt x="4454730" y="3116972"/>
                  </a:lnTo>
                  <a:lnTo>
                    <a:pt x="4453874" y="3116972"/>
                  </a:lnTo>
                  <a:lnTo>
                    <a:pt x="4453019" y="3116972"/>
                  </a:lnTo>
                  <a:lnTo>
                    <a:pt x="4452163" y="3116972"/>
                  </a:lnTo>
                  <a:lnTo>
                    <a:pt x="4451308" y="3116972"/>
                  </a:lnTo>
                  <a:lnTo>
                    <a:pt x="4450452" y="3116972"/>
                  </a:lnTo>
                  <a:lnTo>
                    <a:pt x="4449596" y="3116972"/>
                  </a:lnTo>
                  <a:lnTo>
                    <a:pt x="4448741" y="3116972"/>
                  </a:lnTo>
                  <a:lnTo>
                    <a:pt x="4447885" y="3116972"/>
                  </a:lnTo>
                  <a:lnTo>
                    <a:pt x="4447030" y="3116972"/>
                  </a:lnTo>
                  <a:lnTo>
                    <a:pt x="4446174" y="3116972"/>
                  </a:lnTo>
                  <a:lnTo>
                    <a:pt x="4445319" y="3116972"/>
                  </a:lnTo>
                  <a:lnTo>
                    <a:pt x="4444463" y="3116972"/>
                  </a:lnTo>
                  <a:lnTo>
                    <a:pt x="4443608" y="3116972"/>
                  </a:lnTo>
                  <a:lnTo>
                    <a:pt x="4442752" y="3116972"/>
                  </a:lnTo>
                  <a:lnTo>
                    <a:pt x="4441897" y="3116972"/>
                  </a:lnTo>
                  <a:lnTo>
                    <a:pt x="4441041" y="3116972"/>
                  </a:lnTo>
                  <a:lnTo>
                    <a:pt x="4440186" y="3116972"/>
                  </a:lnTo>
                  <a:lnTo>
                    <a:pt x="4439330" y="3116972"/>
                  </a:lnTo>
                  <a:lnTo>
                    <a:pt x="4438475" y="3116972"/>
                  </a:lnTo>
                  <a:lnTo>
                    <a:pt x="4437619" y="3116972"/>
                  </a:lnTo>
                  <a:lnTo>
                    <a:pt x="4436764" y="3116972"/>
                  </a:lnTo>
                  <a:lnTo>
                    <a:pt x="4435908" y="3116972"/>
                  </a:lnTo>
                  <a:lnTo>
                    <a:pt x="4435053" y="3116972"/>
                  </a:lnTo>
                  <a:lnTo>
                    <a:pt x="4434197" y="3116972"/>
                  </a:lnTo>
                  <a:lnTo>
                    <a:pt x="4433341" y="3116972"/>
                  </a:lnTo>
                  <a:lnTo>
                    <a:pt x="4432486" y="3116972"/>
                  </a:lnTo>
                  <a:lnTo>
                    <a:pt x="4431630" y="3116972"/>
                  </a:lnTo>
                  <a:lnTo>
                    <a:pt x="4430775" y="3116972"/>
                  </a:lnTo>
                  <a:lnTo>
                    <a:pt x="4429919" y="3116972"/>
                  </a:lnTo>
                  <a:lnTo>
                    <a:pt x="4429064" y="3116972"/>
                  </a:lnTo>
                  <a:lnTo>
                    <a:pt x="4428208" y="3116972"/>
                  </a:lnTo>
                  <a:lnTo>
                    <a:pt x="4427353" y="3116972"/>
                  </a:lnTo>
                  <a:lnTo>
                    <a:pt x="4426497" y="3116972"/>
                  </a:lnTo>
                  <a:lnTo>
                    <a:pt x="4425642" y="3116972"/>
                  </a:lnTo>
                  <a:lnTo>
                    <a:pt x="4424786" y="3116972"/>
                  </a:lnTo>
                  <a:lnTo>
                    <a:pt x="4423931" y="3116972"/>
                  </a:lnTo>
                  <a:lnTo>
                    <a:pt x="4423075" y="3116972"/>
                  </a:lnTo>
                  <a:lnTo>
                    <a:pt x="4422220" y="3116972"/>
                  </a:lnTo>
                  <a:lnTo>
                    <a:pt x="4421364" y="3116972"/>
                  </a:lnTo>
                  <a:lnTo>
                    <a:pt x="4420509" y="3116972"/>
                  </a:lnTo>
                  <a:lnTo>
                    <a:pt x="4419653" y="3116972"/>
                  </a:lnTo>
                  <a:lnTo>
                    <a:pt x="4418798" y="3116972"/>
                  </a:lnTo>
                  <a:lnTo>
                    <a:pt x="4417942" y="3116972"/>
                  </a:lnTo>
                  <a:lnTo>
                    <a:pt x="4417086" y="3116972"/>
                  </a:lnTo>
                  <a:lnTo>
                    <a:pt x="4416231" y="3116972"/>
                  </a:lnTo>
                  <a:lnTo>
                    <a:pt x="4415375" y="3116972"/>
                  </a:lnTo>
                  <a:lnTo>
                    <a:pt x="4414520" y="3116972"/>
                  </a:lnTo>
                  <a:lnTo>
                    <a:pt x="4413664" y="3116972"/>
                  </a:lnTo>
                  <a:lnTo>
                    <a:pt x="4412809" y="3116972"/>
                  </a:lnTo>
                  <a:lnTo>
                    <a:pt x="4411953" y="3116972"/>
                  </a:lnTo>
                  <a:lnTo>
                    <a:pt x="4411098" y="3116972"/>
                  </a:lnTo>
                  <a:lnTo>
                    <a:pt x="4410242" y="3116972"/>
                  </a:lnTo>
                  <a:lnTo>
                    <a:pt x="4409387" y="3116972"/>
                  </a:lnTo>
                  <a:lnTo>
                    <a:pt x="4408531" y="3116972"/>
                  </a:lnTo>
                  <a:lnTo>
                    <a:pt x="4407676" y="3116972"/>
                  </a:lnTo>
                  <a:lnTo>
                    <a:pt x="4406820" y="3116972"/>
                  </a:lnTo>
                  <a:lnTo>
                    <a:pt x="4405965" y="3116972"/>
                  </a:lnTo>
                  <a:lnTo>
                    <a:pt x="4405109" y="3116972"/>
                  </a:lnTo>
                  <a:lnTo>
                    <a:pt x="4404254" y="3116972"/>
                  </a:lnTo>
                  <a:lnTo>
                    <a:pt x="4403398" y="3116972"/>
                  </a:lnTo>
                  <a:lnTo>
                    <a:pt x="4402542" y="3116972"/>
                  </a:lnTo>
                  <a:lnTo>
                    <a:pt x="4401687" y="3116972"/>
                  </a:lnTo>
                  <a:lnTo>
                    <a:pt x="4400831" y="3116972"/>
                  </a:lnTo>
                  <a:lnTo>
                    <a:pt x="4399976" y="3116972"/>
                  </a:lnTo>
                  <a:lnTo>
                    <a:pt x="4399120" y="3116972"/>
                  </a:lnTo>
                  <a:lnTo>
                    <a:pt x="4398265" y="3116972"/>
                  </a:lnTo>
                  <a:lnTo>
                    <a:pt x="4397409" y="3116972"/>
                  </a:lnTo>
                  <a:lnTo>
                    <a:pt x="4396554" y="3116972"/>
                  </a:lnTo>
                  <a:lnTo>
                    <a:pt x="4395698" y="3116972"/>
                  </a:lnTo>
                  <a:lnTo>
                    <a:pt x="4394843" y="3116972"/>
                  </a:lnTo>
                  <a:lnTo>
                    <a:pt x="4393987" y="3116972"/>
                  </a:lnTo>
                  <a:lnTo>
                    <a:pt x="4393132" y="3116972"/>
                  </a:lnTo>
                  <a:lnTo>
                    <a:pt x="4392276" y="3116972"/>
                  </a:lnTo>
                  <a:lnTo>
                    <a:pt x="4391421" y="3116972"/>
                  </a:lnTo>
                  <a:lnTo>
                    <a:pt x="4390565" y="3116972"/>
                  </a:lnTo>
                  <a:lnTo>
                    <a:pt x="4389710" y="3116972"/>
                  </a:lnTo>
                  <a:lnTo>
                    <a:pt x="4388854" y="3116972"/>
                  </a:lnTo>
                  <a:lnTo>
                    <a:pt x="4387999" y="3116972"/>
                  </a:lnTo>
                  <a:lnTo>
                    <a:pt x="4387143" y="3116972"/>
                  </a:lnTo>
                  <a:lnTo>
                    <a:pt x="4386287" y="3116972"/>
                  </a:lnTo>
                  <a:lnTo>
                    <a:pt x="4385432" y="3116972"/>
                  </a:lnTo>
                  <a:lnTo>
                    <a:pt x="4384576" y="3116972"/>
                  </a:lnTo>
                  <a:lnTo>
                    <a:pt x="4383721" y="3116972"/>
                  </a:lnTo>
                  <a:lnTo>
                    <a:pt x="4382865" y="3116972"/>
                  </a:lnTo>
                  <a:lnTo>
                    <a:pt x="4382010" y="3116972"/>
                  </a:lnTo>
                  <a:lnTo>
                    <a:pt x="4381154" y="3116972"/>
                  </a:lnTo>
                  <a:lnTo>
                    <a:pt x="4380299" y="3116972"/>
                  </a:lnTo>
                  <a:lnTo>
                    <a:pt x="4379443" y="3116972"/>
                  </a:lnTo>
                  <a:lnTo>
                    <a:pt x="4378588" y="3116972"/>
                  </a:lnTo>
                  <a:lnTo>
                    <a:pt x="4377732" y="3116972"/>
                  </a:lnTo>
                  <a:lnTo>
                    <a:pt x="4376877" y="3116972"/>
                  </a:lnTo>
                  <a:lnTo>
                    <a:pt x="4376021" y="3116972"/>
                  </a:lnTo>
                  <a:lnTo>
                    <a:pt x="4375166" y="3116972"/>
                  </a:lnTo>
                  <a:lnTo>
                    <a:pt x="4374310" y="3116972"/>
                  </a:lnTo>
                  <a:lnTo>
                    <a:pt x="4373455" y="3116972"/>
                  </a:lnTo>
                  <a:lnTo>
                    <a:pt x="4372599" y="3116972"/>
                  </a:lnTo>
                  <a:lnTo>
                    <a:pt x="4371744" y="3116972"/>
                  </a:lnTo>
                  <a:lnTo>
                    <a:pt x="4370888" y="3116972"/>
                  </a:lnTo>
                  <a:lnTo>
                    <a:pt x="4370032" y="3116972"/>
                  </a:lnTo>
                  <a:lnTo>
                    <a:pt x="4369177" y="3116972"/>
                  </a:lnTo>
                  <a:lnTo>
                    <a:pt x="4368321" y="3116972"/>
                  </a:lnTo>
                  <a:lnTo>
                    <a:pt x="4367466" y="3116972"/>
                  </a:lnTo>
                  <a:lnTo>
                    <a:pt x="4366610" y="3116972"/>
                  </a:lnTo>
                  <a:lnTo>
                    <a:pt x="4365755" y="3116972"/>
                  </a:lnTo>
                  <a:lnTo>
                    <a:pt x="4364899" y="3116972"/>
                  </a:lnTo>
                  <a:lnTo>
                    <a:pt x="4364044" y="3116972"/>
                  </a:lnTo>
                  <a:lnTo>
                    <a:pt x="4363188" y="3116972"/>
                  </a:lnTo>
                  <a:lnTo>
                    <a:pt x="4362333" y="3116972"/>
                  </a:lnTo>
                  <a:lnTo>
                    <a:pt x="4361477" y="3116972"/>
                  </a:lnTo>
                  <a:lnTo>
                    <a:pt x="4360622" y="3116972"/>
                  </a:lnTo>
                  <a:lnTo>
                    <a:pt x="4359766" y="3116972"/>
                  </a:lnTo>
                  <a:lnTo>
                    <a:pt x="4358911" y="3116972"/>
                  </a:lnTo>
                  <a:lnTo>
                    <a:pt x="4358055" y="3116972"/>
                  </a:lnTo>
                  <a:lnTo>
                    <a:pt x="4357200" y="3116972"/>
                  </a:lnTo>
                  <a:lnTo>
                    <a:pt x="4356344" y="3116972"/>
                  </a:lnTo>
                  <a:lnTo>
                    <a:pt x="4355488" y="3116972"/>
                  </a:lnTo>
                  <a:lnTo>
                    <a:pt x="4354633" y="3116972"/>
                  </a:lnTo>
                  <a:lnTo>
                    <a:pt x="4353777" y="3116972"/>
                  </a:lnTo>
                  <a:lnTo>
                    <a:pt x="4352922" y="3116972"/>
                  </a:lnTo>
                  <a:lnTo>
                    <a:pt x="4352066" y="3116972"/>
                  </a:lnTo>
                  <a:lnTo>
                    <a:pt x="4351211" y="3116972"/>
                  </a:lnTo>
                  <a:lnTo>
                    <a:pt x="4350355" y="3116972"/>
                  </a:lnTo>
                  <a:lnTo>
                    <a:pt x="4349500" y="3116972"/>
                  </a:lnTo>
                  <a:lnTo>
                    <a:pt x="4348644" y="3116972"/>
                  </a:lnTo>
                  <a:lnTo>
                    <a:pt x="4347789" y="3116972"/>
                  </a:lnTo>
                  <a:lnTo>
                    <a:pt x="4346933" y="3116972"/>
                  </a:lnTo>
                  <a:lnTo>
                    <a:pt x="4346078" y="3116972"/>
                  </a:lnTo>
                  <a:lnTo>
                    <a:pt x="4345222" y="3116972"/>
                  </a:lnTo>
                  <a:lnTo>
                    <a:pt x="4344367" y="3116972"/>
                  </a:lnTo>
                  <a:lnTo>
                    <a:pt x="4343511" y="3116972"/>
                  </a:lnTo>
                  <a:lnTo>
                    <a:pt x="4342656" y="3116972"/>
                  </a:lnTo>
                  <a:lnTo>
                    <a:pt x="4341800" y="3116972"/>
                  </a:lnTo>
                  <a:lnTo>
                    <a:pt x="4340945" y="3116972"/>
                  </a:lnTo>
                  <a:lnTo>
                    <a:pt x="4340089" y="3116972"/>
                  </a:lnTo>
                  <a:lnTo>
                    <a:pt x="4339233" y="3116972"/>
                  </a:lnTo>
                  <a:lnTo>
                    <a:pt x="4338378" y="3116972"/>
                  </a:lnTo>
                  <a:lnTo>
                    <a:pt x="4337522" y="3116972"/>
                  </a:lnTo>
                  <a:lnTo>
                    <a:pt x="4336667" y="3116972"/>
                  </a:lnTo>
                  <a:lnTo>
                    <a:pt x="4335811" y="3116972"/>
                  </a:lnTo>
                  <a:lnTo>
                    <a:pt x="4334956" y="3116972"/>
                  </a:lnTo>
                  <a:lnTo>
                    <a:pt x="4334100" y="3116972"/>
                  </a:lnTo>
                  <a:lnTo>
                    <a:pt x="4333245" y="3116972"/>
                  </a:lnTo>
                  <a:lnTo>
                    <a:pt x="4332389" y="3116972"/>
                  </a:lnTo>
                  <a:lnTo>
                    <a:pt x="4331534" y="3116972"/>
                  </a:lnTo>
                  <a:lnTo>
                    <a:pt x="4330678" y="3116972"/>
                  </a:lnTo>
                  <a:lnTo>
                    <a:pt x="4329823" y="3116972"/>
                  </a:lnTo>
                  <a:lnTo>
                    <a:pt x="4328967" y="3116972"/>
                  </a:lnTo>
                  <a:lnTo>
                    <a:pt x="4328112" y="3116972"/>
                  </a:lnTo>
                  <a:lnTo>
                    <a:pt x="4327256" y="3116972"/>
                  </a:lnTo>
                  <a:lnTo>
                    <a:pt x="4326401" y="3116972"/>
                  </a:lnTo>
                  <a:lnTo>
                    <a:pt x="4325545" y="3116972"/>
                  </a:lnTo>
                  <a:lnTo>
                    <a:pt x="4324690" y="3116972"/>
                  </a:lnTo>
                  <a:lnTo>
                    <a:pt x="4323834" y="3116972"/>
                  </a:lnTo>
                  <a:lnTo>
                    <a:pt x="4322978" y="3116972"/>
                  </a:lnTo>
                  <a:lnTo>
                    <a:pt x="4322123" y="3116972"/>
                  </a:lnTo>
                  <a:lnTo>
                    <a:pt x="4321267" y="3116972"/>
                  </a:lnTo>
                  <a:lnTo>
                    <a:pt x="4320412" y="3116972"/>
                  </a:lnTo>
                  <a:lnTo>
                    <a:pt x="4319556" y="3116972"/>
                  </a:lnTo>
                  <a:lnTo>
                    <a:pt x="4318701" y="3116972"/>
                  </a:lnTo>
                  <a:lnTo>
                    <a:pt x="4317845" y="3116972"/>
                  </a:lnTo>
                  <a:lnTo>
                    <a:pt x="4316990" y="3116972"/>
                  </a:lnTo>
                  <a:lnTo>
                    <a:pt x="4316134" y="3116972"/>
                  </a:lnTo>
                  <a:lnTo>
                    <a:pt x="4315279" y="3116972"/>
                  </a:lnTo>
                  <a:lnTo>
                    <a:pt x="4314423" y="3116972"/>
                  </a:lnTo>
                  <a:lnTo>
                    <a:pt x="4313568" y="3116972"/>
                  </a:lnTo>
                  <a:lnTo>
                    <a:pt x="4312712" y="3116972"/>
                  </a:lnTo>
                  <a:lnTo>
                    <a:pt x="4311857" y="3116972"/>
                  </a:lnTo>
                  <a:lnTo>
                    <a:pt x="4311001" y="3116972"/>
                  </a:lnTo>
                  <a:lnTo>
                    <a:pt x="4310146" y="3116972"/>
                  </a:lnTo>
                  <a:lnTo>
                    <a:pt x="4309290" y="3116972"/>
                  </a:lnTo>
                  <a:lnTo>
                    <a:pt x="4308434" y="3116972"/>
                  </a:lnTo>
                  <a:lnTo>
                    <a:pt x="4307579" y="3116972"/>
                  </a:lnTo>
                  <a:lnTo>
                    <a:pt x="4306723" y="3116972"/>
                  </a:lnTo>
                  <a:lnTo>
                    <a:pt x="4305868" y="3116972"/>
                  </a:lnTo>
                  <a:lnTo>
                    <a:pt x="4305012" y="3116972"/>
                  </a:lnTo>
                  <a:lnTo>
                    <a:pt x="4304157" y="3116972"/>
                  </a:lnTo>
                  <a:lnTo>
                    <a:pt x="4303301" y="3116972"/>
                  </a:lnTo>
                  <a:lnTo>
                    <a:pt x="4302446" y="3116972"/>
                  </a:lnTo>
                  <a:lnTo>
                    <a:pt x="4301590" y="3116972"/>
                  </a:lnTo>
                  <a:lnTo>
                    <a:pt x="4300735" y="3116972"/>
                  </a:lnTo>
                  <a:lnTo>
                    <a:pt x="4299879" y="3116972"/>
                  </a:lnTo>
                  <a:lnTo>
                    <a:pt x="4299024" y="3116972"/>
                  </a:lnTo>
                  <a:lnTo>
                    <a:pt x="4298168" y="3116972"/>
                  </a:lnTo>
                  <a:lnTo>
                    <a:pt x="4297313" y="3116972"/>
                  </a:lnTo>
                  <a:lnTo>
                    <a:pt x="4296457" y="3116972"/>
                  </a:lnTo>
                  <a:lnTo>
                    <a:pt x="4295602" y="3116972"/>
                  </a:lnTo>
                  <a:lnTo>
                    <a:pt x="4294746" y="3116972"/>
                  </a:lnTo>
                  <a:lnTo>
                    <a:pt x="4293891" y="3116972"/>
                  </a:lnTo>
                  <a:lnTo>
                    <a:pt x="4293035" y="3116972"/>
                  </a:lnTo>
                  <a:lnTo>
                    <a:pt x="4292179" y="3116972"/>
                  </a:lnTo>
                  <a:lnTo>
                    <a:pt x="4291324" y="3116972"/>
                  </a:lnTo>
                  <a:lnTo>
                    <a:pt x="4290468" y="3116972"/>
                  </a:lnTo>
                  <a:lnTo>
                    <a:pt x="4289613" y="3116972"/>
                  </a:lnTo>
                  <a:lnTo>
                    <a:pt x="4288757" y="3116972"/>
                  </a:lnTo>
                  <a:lnTo>
                    <a:pt x="4287902" y="3116972"/>
                  </a:lnTo>
                  <a:lnTo>
                    <a:pt x="4287046" y="3116972"/>
                  </a:lnTo>
                  <a:lnTo>
                    <a:pt x="4286191" y="3116972"/>
                  </a:lnTo>
                  <a:lnTo>
                    <a:pt x="4285335" y="3116972"/>
                  </a:lnTo>
                  <a:lnTo>
                    <a:pt x="4284480" y="3116972"/>
                  </a:lnTo>
                  <a:lnTo>
                    <a:pt x="4283624" y="3116972"/>
                  </a:lnTo>
                  <a:lnTo>
                    <a:pt x="4282769" y="3116972"/>
                  </a:lnTo>
                  <a:lnTo>
                    <a:pt x="4281913" y="3116972"/>
                  </a:lnTo>
                  <a:lnTo>
                    <a:pt x="4281058" y="3116972"/>
                  </a:lnTo>
                  <a:lnTo>
                    <a:pt x="4280202" y="3116972"/>
                  </a:lnTo>
                  <a:lnTo>
                    <a:pt x="4279347" y="3116972"/>
                  </a:lnTo>
                  <a:lnTo>
                    <a:pt x="4278491" y="3116972"/>
                  </a:lnTo>
                  <a:lnTo>
                    <a:pt x="4277636" y="3116972"/>
                  </a:lnTo>
                  <a:lnTo>
                    <a:pt x="4276780" y="3116972"/>
                  </a:lnTo>
                  <a:lnTo>
                    <a:pt x="4275924" y="3116972"/>
                  </a:lnTo>
                  <a:lnTo>
                    <a:pt x="4275069" y="3116972"/>
                  </a:lnTo>
                  <a:lnTo>
                    <a:pt x="4274213" y="3116972"/>
                  </a:lnTo>
                  <a:lnTo>
                    <a:pt x="4273358" y="3116972"/>
                  </a:lnTo>
                  <a:lnTo>
                    <a:pt x="4272502" y="3116972"/>
                  </a:lnTo>
                  <a:lnTo>
                    <a:pt x="4271647" y="3116972"/>
                  </a:lnTo>
                  <a:lnTo>
                    <a:pt x="4270791" y="3116972"/>
                  </a:lnTo>
                  <a:lnTo>
                    <a:pt x="4269936" y="3116972"/>
                  </a:lnTo>
                  <a:lnTo>
                    <a:pt x="4269080" y="3116972"/>
                  </a:lnTo>
                  <a:lnTo>
                    <a:pt x="4268225" y="3116972"/>
                  </a:lnTo>
                  <a:lnTo>
                    <a:pt x="4267369" y="3116972"/>
                  </a:lnTo>
                  <a:lnTo>
                    <a:pt x="4266514" y="3116972"/>
                  </a:lnTo>
                  <a:lnTo>
                    <a:pt x="4265658" y="3116972"/>
                  </a:lnTo>
                  <a:lnTo>
                    <a:pt x="4264803" y="3116972"/>
                  </a:lnTo>
                  <a:lnTo>
                    <a:pt x="4263947" y="3116972"/>
                  </a:lnTo>
                  <a:lnTo>
                    <a:pt x="4263092" y="3116972"/>
                  </a:lnTo>
                  <a:lnTo>
                    <a:pt x="4262236" y="3116972"/>
                  </a:lnTo>
                  <a:lnTo>
                    <a:pt x="4261380" y="3116972"/>
                  </a:lnTo>
                  <a:lnTo>
                    <a:pt x="4260525" y="3116972"/>
                  </a:lnTo>
                  <a:lnTo>
                    <a:pt x="4259669" y="3116972"/>
                  </a:lnTo>
                  <a:lnTo>
                    <a:pt x="4258814" y="3116972"/>
                  </a:lnTo>
                  <a:lnTo>
                    <a:pt x="4257958" y="3116972"/>
                  </a:lnTo>
                  <a:lnTo>
                    <a:pt x="4257103" y="3116972"/>
                  </a:lnTo>
                  <a:lnTo>
                    <a:pt x="4256247" y="3116972"/>
                  </a:lnTo>
                  <a:lnTo>
                    <a:pt x="4255392" y="3116972"/>
                  </a:lnTo>
                  <a:lnTo>
                    <a:pt x="4254536" y="3116972"/>
                  </a:lnTo>
                  <a:lnTo>
                    <a:pt x="4253681" y="3116972"/>
                  </a:lnTo>
                  <a:lnTo>
                    <a:pt x="4252825" y="3116972"/>
                  </a:lnTo>
                  <a:lnTo>
                    <a:pt x="4251970" y="3116972"/>
                  </a:lnTo>
                  <a:lnTo>
                    <a:pt x="4251114" y="3116972"/>
                  </a:lnTo>
                  <a:lnTo>
                    <a:pt x="4250259" y="3116972"/>
                  </a:lnTo>
                  <a:lnTo>
                    <a:pt x="4249403" y="3116972"/>
                  </a:lnTo>
                  <a:lnTo>
                    <a:pt x="4248548" y="3116972"/>
                  </a:lnTo>
                  <a:lnTo>
                    <a:pt x="4247692" y="3116972"/>
                  </a:lnTo>
                  <a:lnTo>
                    <a:pt x="4246837" y="3116972"/>
                  </a:lnTo>
                  <a:lnTo>
                    <a:pt x="4245981" y="3116972"/>
                  </a:lnTo>
                  <a:lnTo>
                    <a:pt x="4245125" y="3116972"/>
                  </a:lnTo>
                  <a:lnTo>
                    <a:pt x="4244270" y="3116972"/>
                  </a:lnTo>
                  <a:lnTo>
                    <a:pt x="4243414" y="3116972"/>
                  </a:lnTo>
                  <a:lnTo>
                    <a:pt x="4242559" y="3116972"/>
                  </a:lnTo>
                  <a:lnTo>
                    <a:pt x="4241703" y="3116972"/>
                  </a:lnTo>
                  <a:lnTo>
                    <a:pt x="4240848" y="3116972"/>
                  </a:lnTo>
                  <a:lnTo>
                    <a:pt x="4239992" y="3116972"/>
                  </a:lnTo>
                  <a:lnTo>
                    <a:pt x="4239137" y="3116972"/>
                  </a:lnTo>
                  <a:lnTo>
                    <a:pt x="4238281" y="3116972"/>
                  </a:lnTo>
                  <a:lnTo>
                    <a:pt x="4237426" y="3116972"/>
                  </a:lnTo>
                  <a:lnTo>
                    <a:pt x="4236570" y="3116972"/>
                  </a:lnTo>
                  <a:lnTo>
                    <a:pt x="4235715" y="3116972"/>
                  </a:lnTo>
                  <a:lnTo>
                    <a:pt x="4234859" y="3116972"/>
                  </a:lnTo>
                  <a:lnTo>
                    <a:pt x="4234004" y="3116972"/>
                  </a:lnTo>
                  <a:lnTo>
                    <a:pt x="4233148" y="3116972"/>
                  </a:lnTo>
                  <a:lnTo>
                    <a:pt x="4232293" y="3116972"/>
                  </a:lnTo>
                  <a:lnTo>
                    <a:pt x="4231437" y="3116972"/>
                  </a:lnTo>
                  <a:lnTo>
                    <a:pt x="4230582" y="3116972"/>
                  </a:lnTo>
                  <a:lnTo>
                    <a:pt x="4229726" y="3116972"/>
                  </a:lnTo>
                  <a:lnTo>
                    <a:pt x="4228870" y="3116972"/>
                  </a:lnTo>
                  <a:lnTo>
                    <a:pt x="4228015" y="3116972"/>
                  </a:lnTo>
                  <a:lnTo>
                    <a:pt x="4227159" y="3116972"/>
                  </a:lnTo>
                  <a:lnTo>
                    <a:pt x="4226304" y="3116972"/>
                  </a:lnTo>
                  <a:lnTo>
                    <a:pt x="4225448" y="3116972"/>
                  </a:lnTo>
                  <a:lnTo>
                    <a:pt x="4224593" y="3116972"/>
                  </a:lnTo>
                  <a:lnTo>
                    <a:pt x="4223737" y="3116972"/>
                  </a:lnTo>
                  <a:lnTo>
                    <a:pt x="4222882" y="3116972"/>
                  </a:lnTo>
                  <a:lnTo>
                    <a:pt x="4222026" y="3116972"/>
                  </a:lnTo>
                  <a:lnTo>
                    <a:pt x="4221171" y="3116972"/>
                  </a:lnTo>
                  <a:lnTo>
                    <a:pt x="4220315" y="3116972"/>
                  </a:lnTo>
                  <a:lnTo>
                    <a:pt x="4219460" y="3116972"/>
                  </a:lnTo>
                  <a:lnTo>
                    <a:pt x="4218604" y="3116972"/>
                  </a:lnTo>
                  <a:lnTo>
                    <a:pt x="4217749" y="3116972"/>
                  </a:lnTo>
                  <a:lnTo>
                    <a:pt x="4216893" y="3116972"/>
                  </a:lnTo>
                  <a:lnTo>
                    <a:pt x="4216038" y="3116972"/>
                  </a:lnTo>
                  <a:lnTo>
                    <a:pt x="4215182" y="3116972"/>
                  </a:lnTo>
                  <a:lnTo>
                    <a:pt x="4214326" y="3116972"/>
                  </a:lnTo>
                  <a:lnTo>
                    <a:pt x="4213471" y="3116972"/>
                  </a:lnTo>
                  <a:lnTo>
                    <a:pt x="4212615" y="3116972"/>
                  </a:lnTo>
                  <a:lnTo>
                    <a:pt x="4211760" y="3116972"/>
                  </a:lnTo>
                  <a:lnTo>
                    <a:pt x="4210904" y="3116972"/>
                  </a:lnTo>
                  <a:lnTo>
                    <a:pt x="4210049" y="3116972"/>
                  </a:lnTo>
                  <a:lnTo>
                    <a:pt x="4209193" y="3116972"/>
                  </a:lnTo>
                  <a:lnTo>
                    <a:pt x="4208338" y="3116972"/>
                  </a:lnTo>
                  <a:lnTo>
                    <a:pt x="4207482" y="3116972"/>
                  </a:lnTo>
                  <a:lnTo>
                    <a:pt x="4206627" y="3116972"/>
                  </a:lnTo>
                  <a:lnTo>
                    <a:pt x="4205771" y="3116972"/>
                  </a:lnTo>
                  <a:lnTo>
                    <a:pt x="4204916" y="3116972"/>
                  </a:lnTo>
                  <a:lnTo>
                    <a:pt x="4204060" y="3116972"/>
                  </a:lnTo>
                  <a:lnTo>
                    <a:pt x="4203205" y="3116972"/>
                  </a:lnTo>
                  <a:lnTo>
                    <a:pt x="4202349" y="3116972"/>
                  </a:lnTo>
                  <a:lnTo>
                    <a:pt x="4201494" y="3116972"/>
                  </a:lnTo>
                  <a:lnTo>
                    <a:pt x="4200638" y="3116972"/>
                  </a:lnTo>
                  <a:lnTo>
                    <a:pt x="4199783" y="3116972"/>
                  </a:lnTo>
                  <a:lnTo>
                    <a:pt x="4198927" y="3116972"/>
                  </a:lnTo>
                  <a:lnTo>
                    <a:pt x="4198071" y="3116972"/>
                  </a:lnTo>
                  <a:lnTo>
                    <a:pt x="4197216" y="3116972"/>
                  </a:lnTo>
                  <a:lnTo>
                    <a:pt x="4196360" y="3116972"/>
                  </a:lnTo>
                  <a:lnTo>
                    <a:pt x="4195505" y="3116972"/>
                  </a:lnTo>
                  <a:lnTo>
                    <a:pt x="4194649" y="3116972"/>
                  </a:lnTo>
                  <a:lnTo>
                    <a:pt x="4193794" y="3116972"/>
                  </a:lnTo>
                  <a:lnTo>
                    <a:pt x="4192938" y="3116972"/>
                  </a:lnTo>
                  <a:lnTo>
                    <a:pt x="4192083" y="3116972"/>
                  </a:lnTo>
                  <a:lnTo>
                    <a:pt x="4191227" y="3116972"/>
                  </a:lnTo>
                  <a:lnTo>
                    <a:pt x="4190372" y="3116972"/>
                  </a:lnTo>
                  <a:lnTo>
                    <a:pt x="4189516" y="3116972"/>
                  </a:lnTo>
                  <a:lnTo>
                    <a:pt x="4188661" y="3116972"/>
                  </a:lnTo>
                  <a:lnTo>
                    <a:pt x="4187805" y="3116972"/>
                  </a:lnTo>
                  <a:lnTo>
                    <a:pt x="4186950" y="3116972"/>
                  </a:lnTo>
                  <a:lnTo>
                    <a:pt x="4186094" y="3116972"/>
                  </a:lnTo>
                  <a:lnTo>
                    <a:pt x="4185239" y="3116972"/>
                  </a:lnTo>
                  <a:lnTo>
                    <a:pt x="4184383" y="3116972"/>
                  </a:lnTo>
                  <a:lnTo>
                    <a:pt x="4183528" y="3116972"/>
                  </a:lnTo>
                  <a:lnTo>
                    <a:pt x="4182672" y="3116972"/>
                  </a:lnTo>
                  <a:lnTo>
                    <a:pt x="4181816" y="3116972"/>
                  </a:lnTo>
                  <a:lnTo>
                    <a:pt x="4180961" y="3116972"/>
                  </a:lnTo>
                  <a:lnTo>
                    <a:pt x="4180105" y="3116972"/>
                  </a:lnTo>
                  <a:lnTo>
                    <a:pt x="4179250" y="3116972"/>
                  </a:lnTo>
                  <a:lnTo>
                    <a:pt x="4178394" y="3116972"/>
                  </a:lnTo>
                  <a:lnTo>
                    <a:pt x="4177539" y="3116972"/>
                  </a:lnTo>
                  <a:lnTo>
                    <a:pt x="4176683" y="3116972"/>
                  </a:lnTo>
                  <a:lnTo>
                    <a:pt x="4175828" y="3116972"/>
                  </a:lnTo>
                  <a:lnTo>
                    <a:pt x="4174972" y="3116972"/>
                  </a:lnTo>
                  <a:lnTo>
                    <a:pt x="4174117" y="3116972"/>
                  </a:lnTo>
                  <a:lnTo>
                    <a:pt x="4173261" y="3116972"/>
                  </a:lnTo>
                  <a:lnTo>
                    <a:pt x="4172406" y="3116972"/>
                  </a:lnTo>
                  <a:lnTo>
                    <a:pt x="4171550" y="3116972"/>
                  </a:lnTo>
                  <a:lnTo>
                    <a:pt x="4170695" y="3116972"/>
                  </a:lnTo>
                  <a:lnTo>
                    <a:pt x="4169839" y="3116972"/>
                  </a:lnTo>
                  <a:lnTo>
                    <a:pt x="4168984" y="3116972"/>
                  </a:lnTo>
                  <a:lnTo>
                    <a:pt x="4168128" y="3116972"/>
                  </a:lnTo>
                  <a:lnTo>
                    <a:pt x="4167273" y="3116972"/>
                  </a:lnTo>
                  <a:lnTo>
                    <a:pt x="4166417" y="3116972"/>
                  </a:lnTo>
                  <a:lnTo>
                    <a:pt x="4165561" y="3116972"/>
                  </a:lnTo>
                  <a:lnTo>
                    <a:pt x="4164706" y="3116972"/>
                  </a:lnTo>
                  <a:lnTo>
                    <a:pt x="4163850" y="3116972"/>
                  </a:lnTo>
                  <a:lnTo>
                    <a:pt x="4162995" y="3116972"/>
                  </a:lnTo>
                  <a:lnTo>
                    <a:pt x="4162139" y="3116972"/>
                  </a:lnTo>
                  <a:lnTo>
                    <a:pt x="4161284" y="3116972"/>
                  </a:lnTo>
                  <a:lnTo>
                    <a:pt x="4160428" y="3116972"/>
                  </a:lnTo>
                  <a:lnTo>
                    <a:pt x="4159573" y="3116972"/>
                  </a:lnTo>
                  <a:lnTo>
                    <a:pt x="4158717" y="3116972"/>
                  </a:lnTo>
                  <a:lnTo>
                    <a:pt x="4157862" y="3116972"/>
                  </a:lnTo>
                  <a:lnTo>
                    <a:pt x="4157006" y="3116972"/>
                  </a:lnTo>
                  <a:lnTo>
                    <a:pt x="4156151" y="3116972"/>
                  </a:lnTo>
                  <a:lnTo>
                    <a:pt x="4155295" y="3116972"/>
                  </a:lnTo>
                  <a:lnTo>
                    <a:pt x="4154440" y="3116972"/>
                  </a:lnTo>
                  <a:lnTo>
                    <a:pt x="4153584" y="3116972"/>
                  </a:lnTo>
                  <a:lnTo>
                    <a:pt x="4152729" y="3116972"/>
                  </a:lnTo>
                  <a:lnTo>
                    <a:pt x="4151873" y="3116972"/>
                  </a:lnTo>
                  <a:lnTo>
                    <a:pt x="4151017" y="3116972"/>
                  </a:lnTo>
                  <a:lnTo>
                    <a:pt x="4150162" y="3116972"/>
                  </a:lnTo>
                  <a:lnTo>
                    <a:pt x="4149306" y="3116972"/>
                  </a:lnTo>
                  <a:lnTo>
                    <a:pt x="4148451" y="3116972"/>
                  </a:lnTo>
                  <a:lnTo>
                    <a:pt x="4147595" y="3116972"/>
                  </a:lnTo>
                  <a:lnTo>
                    <a:pt x="4146740" y="3116972"/>
                  </a:lnTo>
                  <a:lnTo>
                    <a:pt x="4145884" y="3116972"/>
                  </a:lnTo>
                  <a:lnTo>
                    <a:pt x="4145029" y="3116972"/>
                  </a:lnTo>
                  <a:lnTo>
                    <a:pt x="4144173" y="3116972"/>
                  </a:lnTo>
                  <a:lnTo>
                    <a:pt x="4143318" y="3116972"/>
                  </a:lnTo>
                  <a:lnTo>
                    <a:pt x="4142462" y="3116972"/>
                  </a:lnTo>
                  <a:lnTo>
                    <a:pt x="4141607" y="3116972"/>
                  </a:lnTo>
                  <a:lnTo>
                    <a:pt x="4140751" y="3116972"/>
                  </a:lnTo>
                  <a:lnTo>
                    <a:pt x="4139896" y="3116972"/>
                  </a:lnTo>
                  <a:lnTo>
                    <a:pt x="4139040" y="3116972"/>
                  </a:lnTo>
                  <a:lnTo>
                    <a:pt x="4138185" y="3116972"/>
                  </a:lnTo>
                  <a:lnTo>
                    <a:pt x="4137329" y="3116972"/>
                  </a:lnTo>
                  <a:lnTo>
                    <a:pt x="4136474" y="3116972"/>
                  </a:lnTo>
                  <a:lnTo>
                    <a:pt x="4135618" y="3116972"/>
                  </a:lnTo>
                  <a:lnTo>
                    <a:pt x="4134762" y="3116972"/>
                  </a:lnTo>
                  <a:lnTo>
                    <a:pt x="4133907" y="3116972"/>
                  </a:lnTo>
                  <a:lnTo>
                    <a:pt x="4133051" y="3116972"/>
                  </a:lnTo>
                  <a:lnTo>
                    <a:pt x="4132196" y="3116972"/>
                  </a:lnTo>
                  <a:lnTo>
                    <a:pt x="4131340" y="3116972"/>
                  </a:lnTo>
                  <a:lnTo>
                    <a:pt x="4130485" y="3116972"/>
                  </a:lnTo>
                  <a:lnTo>
                    <a:pt x="4129629" y="3116972"/>
                  </a:lnTo>
                  <a:lnTo>
                    <a:pt x="4128774" y="3116972"/>
                  </a:lnTo>
                  <a:lnTo>
                    <a:pt x="4127918" y="3116972"/>
                  </a:lnTo>
                  <a:lnTo>
                    <a:pt x="4127063" y="3116972"/>
                  </a:lnTo>
                  <a:lnTo>
                    <a:pt x="4126207" y="3116972"/>
                  </a:lnTo>
                  <a:lnTo>
                    <a:pt x="4125352" y="3116972"/>
                  </a:lnTo>
                  <a:lnTo>
                    <a:pt x="4124496" y="3116972"/>
                  </a:lnTo>
                  <a:lnTo>
                    <a:pt x="4123641" y="3116972"/>
                  </a:lnTo>
                  <a:lnTo>
                    <a:pt x="4122785" y="3116972"/>
                  </a:lnTo>
                  <a:lnTo>
                    <a:pt x="4121930" y="3116972"/>
                  </a:lnTo>
                  <a:lnTo>
                    <a:pt x="4121074" y="3116972"/>
                  </a:lnTo>
                  <a:lnTo>
                    <a:pt x="4120219" y="3116972"/>
                  </a:lnTo>
                  <a:lnTo>
                    <a:pt x="4119363" y="3116972"/>
                  </a:lnTo>
                  <a:lnTo>
                    <a:pt x="4118507" y="3116972"/>
                  </a:lnTo>
                  <a:lnTo>
                    <a:pt x="4117652" y="3116972"/>
                  </a:lnTo>
                  <a:lnTo>
                    <a:pt x="4116796" y="3116972"/>
                  </a:lnTo>
                  <a:lnTo>
                    <a:pt x="4115941" y="3116972"/>
                  </a:lnTo>
                  <a:lnTo>
                    <a:pt x="4115085" y="3116972"/>
                  </a:lnTo>
                  <a:lnTo>
                    <a:pt x="4114230" y="3116972"/>
                  </a:lnTo>
                  <a:lnTo>
                    <a:pt x="4113374" y="3116972"/>
                  </a:lnTo>
                  <a:lnTo>
                    <a:pt x="4112519" y="3116972"/>
                  </a:lnTo>
                  <a:lnTo>
                    <a:pt x="4111663" y="3116972"/>
                  </a:lnTo>
                  <a:lnTo>
                    <a:pt x="4110808" y="3116972"/>
                  </a:lnTo>
                  <a:lnTo>
                    <a:pt x="4109952" y="3116972"/>
                  </a:lnTo>
                  <a:lnTo>
                    <a:pt x="4109097" y="3116972"/>
                  </a:lnTo>
                  <a:lnTo>
                    <a:pt x="4108241" y="3116972"/>
                  </a:lnTo>
                  <a:lnTo>
                    <a:pt x="4107386" y="3116972"/>
                  </a:lnTo>
                  <a:lnTo>
                    <a:pt x="4106530" y="3116972"/>
                  </a:lnTo>
                  <a:lnTo>
                    <a:pt x="4105675" y="3116972"/>
                  </a:lnTo>
                  <a:lnTo>
                    <a:pt x="4104819" y="3116972"/>
                  </a:lnTo>
                  <a:lnTo>
                    <a:pt x="4103963" y="3116972"/>
                  </a:lnTo>
                  <a:lnTo>
                    <a:pt x="4103108" y="3116972"/>
                  </a:lnTo>
                  <a:lnTo>
                    <a:pt x="4102252" y="3116972"/>
                  </a:lnTo>
                  <a:lnTo>
                    <a:pt x="4101397" y="3116972"/>
                  </a:lnTo>
                  <a:lnTo>
                    <a:pt x="4100541" y="3116972"/>
                  </a:lnTo>
                  <a:lnTo>
                    <a:pt x="4099686" y="3116972"/>
                  </a:lnTo>
                  <a:lnTo>
                    <a:pt x="4098830" y="3116972"/>
                  </a:lnTo>
                  <a:lnTo>
                    <a:pt x="4097975" y="3116972"/>
                  </a:lnTo>
                  <a:lnTo>
                    <a:pt x="4097119" y="3116972"/>
                  </a:lnTo>
                  <a:lnTo>
                    <a:pt x="4096264" y="3116972"/>
                  </a:lnTo>
                  <a:lnTo>
                    <a:pt x="4095408" y="3116972"/>
                  </a:lnTo>
                  <a:lnTo>
                    <a:pt x="4094553" y="3116972"/>
                  </a:lnTo>
                  <a:lnTo>
                    <a:pt x="4093697" y="3116972"/>
                  </a:lnTo>
                  <a:lnTo>
                    <a:pt x="4092842" y="3116972"/>
                  </a:lnTo>
                  <a:lnTo>
                    <a:pt x="4091986" y="3116972"/>
                  </a:lnTo>
                  <a:lnTo>
                    <a:pt x="4091131" y="3116972"/>
                  </a:lnTo>
                  <a:lnTo>
                    <a:pt x="4090275" y="3116972"/>
                  </a:lnTo>
                  <a:lnTo>
                    <a:pt x="4089420" y="3116972"/>
                  </a:lnTo>
                  <a:lnTo>
                    <a:pt x="4088564" y="3116972"/>
                  </a:lnTo>
                  <a:lnTo>
                    <a:pt x="4087708" y="3116972"/>
                  </a:lnTo>
                  <a:lnTo>
                    <a:pt x="4086853" y="3116972"/>
                  </a:lnTo>
                  <a:lnTo>
                    <a:pt x="4085997" y="3116972"/>
                  </a:lnTo>
                  <a:lnTo>
                    <a:pt x="4085142" y="3116972"/>
                  </a:lnTo>
                  <a:lnTo>
                    <a:pt x="4084286" y="3116972"/>
                  </a:lnTo>
                  <a:lnTo>
                    <a:pt x="4083431" y="3116972"/>
                  </a:lnTo>
                  <a:lnTo>
                    <a:pt x="4082575" y="3116972"/>
                  </a:lnTo>
                  <a:lnTo>
                    <a:pt x="4081720" y="3116972"/>
                  </a:lnTo>
                  <a:lnTo>
                    <a:pt x="4080864" y="3116972"/>
                  </a:lnTo>
                  <a:lnTo>
                    <a:pt x="4080009" y="3116972"/>
                  </a:lnTo>
                  <a:lnTo>
                    <a:pt x="4079153" y="3116972"/>
                  </a:lnTo>
                  <a:lnTo>
                    <a:pt x="4078298" y="3116972"/>
                  </a:lnTo>
                  <a:lnTo>
                    <a:pt x="4077442" y="3116972"/>
                  </a:lnTo>
                  <a:lnTo>
                    <a:pt x="4076587" y="3116972"/>
                  </a:lnTo>
                  <a:lnTo>
                    <a:pt x="4075731" y="3116972"/>
                  </a:lnTo>
                  <a:lnTo>
                    <a:pt x="4074876" y="3116972"/>
                  </a:lnTo>
                  <a:lnTo>
                    <a:pt x="4074020" y="3116972"/>
                  </a:lnTo>
                  <a:lnTo>
                    <a:pt x="4073165" y="3116972"/>
                  </a:lnTo>
                  <a:lnTo>
                    <a:pt x="4072309" y="3116972"/>
                  </a:lnTo>
                  <a:lnTo>
                    <a:pt x="4071453" y="3116972"/>
                  </a:lnTo>
                  <a:lnTo>
                    <a:pt x="4070598" y="3116972"/>
                  </a:lnTo>
                  <a:lnTo>
                    <a:pt x="4069742" y="3116972"/>
                  </a:lnTo>
                  <a:lnTo>
                    <a:pt x="4068887" y="3116972"/>
                  </a:lnTo>
                  <a:lnTo>
                    <a:pt x="4068031" y="3116972"/>
                  </a:lnTo>
                  <a:lnTo>
                    <a:pt x="4067176" y="3116972"/>
                  </a:lnTo>
                  <a:lnTo>
                    <a:pt x="4066320" y="3116972"/>
                  </a:lnTo>
                  <a:lnTo>
                    <a:pt x="4065465" y="3116972"/>
                  </a:lnTo>
                  <a:lnTo>
                    <a:pt x="4064609" y="3116972"/>
                  </a:lnTo>
                  <a:lnTo>
                    <a:pt x="4063754" y="3116972"/>
                  </a:lnTo>
                  <a:lnTo>
                    <a:pt x="4062898" y="3116972"/>
                  </a:lnTo>
                  <a:lnTo>
                    <a:pt x="4062043" y="3116972"/>
                  </a:lnTo>
                  <a:lnTo>
                    <a:pt x="4061187" y="3116972"/>
                  </a:lnTo>
                  <a:lnTo>
                    <a:pt x="4060332" y="3116972"/>
                  </a:lnTo>
                  <a:lnTo>
                    <a:pt x="4059476" y="3116972"/>
                  </a:lnTo>
                  <a:lnTo>
                    <a:pt x="4058621" y="3116972"/>
                  </a:lnTo>
                  <a:lnTo>
                    <a:pt x="4057765" y="3116972"/>
                  </a:lnTo>
                  <a:lnTo>
                    <a:pt x="4056909" y="3116972"/>
                  </a:lnTo>
                  <a:lnTo>
                    <a:pt x="4056054" y="3116972"/>
                  </a:lnTo>
                  <a:lnTo>
                    <a:pt x="4055198" y="3116972"/>
                  </a:lnTo>
                  <a:lnTo>
                    <a:pt x="4054343" y="3116972"/>
                  </a:lnTo>
                  <a:lnTo>
                    <a:pt x="4053487" y="3116972"/>
                  </a:lnTo>
                  <a:lnTo>
                    <a:pt x="4052632" y="3116972"/>
                  </a:lnTo>
                  <a:lnTo>
                    <a:pt x="4051776" y="3116972"/>
                  </a:lnTo>
                  <a:lnTo>
                    <a:pt x="4050921" y="3116972"/>
                  </a:lnTo>
                  <a:lnTo>
                    <a:pt x="4050065" y="3116972"/>
                  </a:lnTo>
                  <a:lnTo>
                    <a:pt x="4049210" y="3116972"/>
                  </a:lnTo>
                  <a:lnTo>
                    <a:pt x="4048354" y="3116972"/>
                  </a:lnTo>
                  <a:lnTo>
                    <a:pt x="4047499" y="3116972"/>
                  </a:lnTo>
                  <a:lnTo>
                    <a:pt x="4046643" y="3116972"/>
                  </a:lnTo>
                  <a:lnTo>
                    <a:pt x="4045788" y="3116972"/>
                  </a:lnTo>
                  <a:lnTo>
                    <a:pt x="4044932" y="3116972"/>
                  </a:lnTo>
                  <a:lnTo>
                    <a:pt x="4044077" y="3116972"/>
                  </a:lnTo>
                  <a:lnTo>
                    <a:pt x="4043221" y="3116972"/>
                  </a:lnTo>
                  <a:lnTo>
                    <a:pt x="4042366" y="3116972"/>
                  </a:lnTo>
                  <a:lnTo>
                    <a:pt x="4041510" y="3116972"/>
                  </a:lnTo>
                  <a:lnTo>
                    <a:pt x="4040654" y="3116972"/>
                  </a:lnTo>
                  <a:lnTo>
                    <a:pt x="4039799" y="3116972"/>
                  </a:lnTo>
                  <a:lnTo>
                    <a:pt x="4038943" y="3116972"/>
                  </a:lnTo>
                  <a:lnTo>
                    <a:pt x="4038088" y="3116972"/>
                  </a:lnTo>
                  <a:lnTo>
                    <a:pt x="4037232" y="3116972"/>
                  </a:lnTo>
                  <a:lnTo>
                    <a:pt x="4036377" y="3116972"/>
                  </a:lnTo>
                  <a:lnTo>
                    <a:pt x="4035521" y="3116972"/>
                  </a:lnTo>
                  <a:lnTo>
                    <a:pt x="4034666" y="3116972"/>
                  </a:lnTo>
                  <a:lnTo>
                    <a:pt x="4033810" y="3116972"/>
                  </a:lnTo>
                  <a:lnTo>
                    <a:pt x="4032955" y="3116972"/>
                  </a:lnTo>
                  <a:lnTo>
                    <a:pt x="4032099" y="3116972"/>
                  </a:lnTo>
                  <a:lnTo>
                    <a:pt x="4031244" y="3116972"/>
                  </a:lnTo>
                  <a:lnTo>
                    <a:pt x="4030388" y="3116972"/>
                  </a:lnTo>
                  <a:lnTo>
                    <a:pt x="4029533" y="3116972"/>
                  </a:lnTo>
                  <a:lnTo>
                    <a:pt x="4028677" y="3116972"/>
                  </a:lnTo>
                  <a:lnTo>
                    <a:pt x="4027822" y="3116972"/>
                  </a:lnTo>
                  <a:lnTo>
                    <a:pt x="4026966" y="3116972"/>
                  </a:lnTo>
                  <a:lnTo>
                    <a:pt x="4026111" y="3116972"/>
                  </a:lnTo>
                  <a:lnTo>
                    <a:pt x="4025255" y="3116972"/>
                  </a:lnTo>
                  <a:lnTo>
                    <a:pt x="4024399" y="3116972"/>
                  </a:lnTo>
                  <a:lnTo>
                    <a:pt x="4023544" y="3116972"/>
                  </a:lnTo>
                  <a:lnTo>
                    <a:pt x="4022688" y="3116972"/>
                  </a:lnTo>
                  <a:lnTo>
                    <a:pt x="4021833" y="3116972"/>
                  </a:lnTo>
                  <a:lnTo>
                    <a:pt x="4020977" y="3116972"/>
                  </a:lnTo>
                  <a:lnTo>
                    <a:pt x="4020122" y="3116972"/>
                  </a:lnTo>
                  <a:lnTo>
                    <a:pt x="4019266" y="3116972"/>
                  </a:lnTo>
                  <a:lnTo>
                    <a:pt x="4018411" y="3116972"/>
                  </a:lnTo>
                  <a:lnTo>
                    <a:pt x="4017555" y="3116972"/>
                  </a:lnTo>
                  <a:lnTo>
                    <a:pt x="4016700" y="3116972"/>
                  </a:lnTo>
                  <a:lnTo>
                    <a:pt x="4015844" y="3116972"/>
                  </a:lnTo>
                  <a:lnTo>
                    <a:pt x="4014989" y="3116972"/>
                  </a:lnTo>
                  <a:lnTo>
                    <a:pt x="4014133" y="3116972"/>
                  </a:lnTo>
                  <a:lnTo>
                    <a:pt x="4013278" y="3116972"/>
                  </a:lnTo>
                  <a:lnTo>
                    <a:pt x="4012422" y="3116972"/>
                  </a:lnTo>
                  <a:lnTo>
                    <a:pt x="4011567" y="3116972"/>
                  </a:lnTo>
                  <a:lnTo>
                    <a:pt x="4010711" y="3116972"/>
                  </a:lnTo>
                  <a:lnTo>
                    <a:pt x="4009855" y="3116972"/>
                  </a:lnTo>
                  <a:lnTo>
                    <a:pt x="4009000" y="3116972"/>
                  </a:lnTo>
                  <a:lnTo>
                    <a:pt x="4008144" y="3116972"/>
                  </a:lnTo>
                  <a:lnTo>
                    <a:pt x="4007289" y="3116972"/>
                  </a:lnTo>
                  <a:lnTo>
                    <a:pt x="4006433" y="3116972"/>
                  </a:lnTo>
                  <a:lnTo>
                    <a:pt x="4005578" y="3116972"/>
                  </a:lnTo>
                  <a:lnTo>
                    <a:pt x="4004722" y="3116972"/>
                  </a:lnTo>
                  <a:lnTo>
                    <a:pt x="4003867" y="3116972"/>
                  </a:lnTo>
                  <a:lnTo>
                    <a:pt x="4003011" y="3116972"/>
                  </a:lnTo>
                  <a:lnTo>
                    <a:pt x="4002156" y="3116972"/>
                  </a:lnTo>
                  <a:lnTo>
                    <a:pt x="4001300" y="3116972"/>
                  </a:lnTo>
                  <a:lnTo>
                    <a:pt x="4000445" y="3116972"/>
                  </a:lnTo>
                  <a:lnTo>
                    <a:pt x="3999589" y="3116972"/>
                  </a:lnTo>
                  <a:lnTo>
                    <a:pt x="3998734" y="3116972"/>
                  </a:lnTo>
                  <a:lnTo>
                    <a:pt x="3997878" y="3116972"/>
                  </a:lnTo>
                  <a:lnTo>
                    <a:pt x="3997023" y="3116972"/>
                  </a:lnTo>
                  <a:lnTo>
                    <a:pt x="3996167" y="3116972"/>
                  </a:lnTo>
                  <a:lnTo>
                    <a:pt x="3995312" y="3116972"/>
                  </a:lnTo>
                  <a:lnTo>
                    <a:pt x="3994456" y="3116972"/>
                  </a:lnTo>
                  <a:lnTo>
                    <a:pt x="3993600" y="3116972"/>
                  </a:lnTo>
                  <a:lnTo>
                    <a:pt x="3992745" y="3116972"/>
                  </a:lnTo>
                  <a:lnTo>
                    <a:pt x="3991889" y="3116972"/>
                  </a:lnTo>
                  <a:lnTo>
                    <a:pt x="3991034" y="3116972"/>
                  </a:lnTo>
                  <a:lnTo>
                    <a:pt x="3990178" y="3116972"/>
                  </a:lnTo>
                  <a:lnTo>
                    <a:pt x="3989323" y="3116972"/>
                  </a:lnTo>
                  <a:lnTo>
                    <a:pt x="3988467" y="3116972"/>
                  </a:lnTo>
                  <a:lnTo>
                    <a:pt x="3987612" y="3116972"/>
                  </a:lnTo>
                  <a:lnTo>
                    <a:pt x="3986756" y="3116972"/>
                  </a:lnTo>
                  <a:lnTo>
                    <a:pt x="3985901" y="3116972"/>
                  </a:lnTo>
                  <a:lnTo>
                    <a:pt x="3985045" y="3116972"/>
                  </a:lnTo>
                  <a:lnTo>
                    <a:pt x="3984190" y="3116972"/>
                  </a:lnTo>
                  <a:lnTo>
                    <a:pt x="3983334" y="3116972"/>
                  </a:lnTo>
                  <a:lnTo>
                    <a:pt x="3982479" y="3116972"/>
                  </a:lnTo>
                  <a:lnTo>
                    <a:pt x="3981623" y="3116972"/>
                  </a:lnTo>
                  <a:lnTo>
                    <a:pt x="3980768" y="3116972"/>
                  </a:lnTo>
                  <a:lnTo>
                    <a:pt x="3979912" y="3116972"/>
                  </a:lnTo>
                  <a:lnTo>
                    <a:pt x="3979057" y="3116972"/>
                  </a:lnTo>
                  <a:lnTo>
                    <a:pt x="3978201" y="3116972"/>
                  </a:lnTo>
                  <a:lnTo>
                    <a:pt x="3977345" y="3116972"/>
                  </a:lnTo>
                  <a:lnTo>
                    <a:pt x="3976490" y="3116972"/>
                  </a:lnTo>
                  <a:lnTo>
                    <a:pt x="3975634" y="3116972"/>
                  </a:lnTo>
                  <a:lnTo>
                    <a:pt x="3974779" y="3116972"/>
                  </a:lnTo>
                  <a:lnTo>
                    <a:pt x="3973923" y="3116972"/>
                  </a:lnTo>
                  <a:lnTo>
                    <a:pt x="3973068" y="3116972"/>
                  </a:lnTo>
                  <a:lnTo>
                    <a:pt x="3972212" y="3116972"/>
                  </a:lnTo>
                  <a:lnTo>
                    <a:pt x="3971357" y="3116972"/>
                  </a:lnTo>
                  <a:lnTo>
                    <a:pt x="3970501" y="3116972"/>
                  </a:lnTo>
                  <a:lnTo>
                    <a:pt x="3969646" y="3116972"/>
                  </a:lnTo>
                  <a:lnTo>
                    <a:pt x="3968790" y="3116972"/>
                  </a:lnTo>
                  <a:lnTo>
                    <a:pt x="3967935" y="3116972"/>
                  </a:lnTo>
                  <a:lnTo>
                    <a:pt x="3967079" y="3116972"/>
                  </a:lnTo>
                  <a:lnTo>
                    <a:pt x="3966224" y="3116972"/>
                  </a:lnTo>
                  <a:lnTo>
                    <a:pt x="3965368" y="3116972"/>
                  </a:lnTo>
                  <a:lnTo>
                    <a:pt x="3964513" y="3116972"/>
                  </a:lnTo>
                  <a:lnTo>
                    <a:pt x="3963657" y="3116972"/>
                  </a:lnTo>
                  <a:lnTo>
                    <a:pt x="3962802" y="3116972"/>
                  </a:lnTo>
                  <a:lnTo>
                    <a:pt x="3961946" y="3116972"/>
                  </a:lnTo>
                  <a:lnTo>
                    <a:pt x="3961090" y="3116972"/>
                  </a:lnTo>
                  <a:lnTo>
                    <a:pt x="3960235" y="3116972"/>
                  </a:lnTo>
                  <a:lnTo>
                    <a:pt x="3959379" y="3116972"/>
                  </a:lnTo>
                  <a:lnTo>
                    <a:pt x="3958524" y="3116972"/>
                  </a:lnTo>
                  <a:lnTo>
                    <a:pt x="3957668" y="3116972"/>
                  </a:lnTo>
                  <a:lnTo>
                    <a:pt x="3956813" y="3116972"/>
                  </a:lnTo>
                  <a:lnTo>
                    <a:pt x="3955957" y="3116972"/>
                  </a:lnTo>
                  <a:lnTo>
                    <a:pt x="3955102" y="3116972"/>
                  </a:lnTo>
                  <a:lnTo>
                    <a:pt x="3954246" y="3116972"/>
                  </a:lnTo>
                  <a:lnTo>
                    <a:pt x="3953391" y="3116972"/>
                  </a:lnTo>
                  <a:lnTo>
                    <a:pt x="3952535" y="3116972"/>
                  </a:lnTo>
                  <a:lnTo>
                    <a:pt x="3951680" y="3116972"/>
                  </a:lnTo>
                  <a:lnTo>
                    <a:pt x="3950824" y="3116972"/>
                  </a:lnTo>
                  <a:lnTo>
                    <a:pt x="3949969" y="3116972"/>
                  </a:lnTo>
                  <a:lnTo>
                    <a:pt x="3949113" y="3116972"/>
                  </a:lnTo>
                  <a:lnTo>
                    <a:pt x="3948258" y="3116972"/>
                  </a:lnTo>
                  <a:lnTo>
                    <a:pt x="3947402" y="3116972"/>
                  </a:lnTo>
                  <a:lnTo>
                    <a:pt x="3946546" y="3116972"/>
                  </a:lnTo>
                  <a:lnTo>
                    <a:pt x="3945691" y="3116972"/>
                  </a:lnTo>
                  <a:lnTo>
                    <a:pt x="3944835" y="3116972"/>
                  </a:lnTo>
                  <a:lnTo>
                    <a:pt x="3943980" y="3116972"/>
                  </a:lnTo>
                  <a:lnTo>
                    <a:pt x="3943124" y="3116972"/>
                  </a:lnTo>
                  <a:lnTo>
                    <a:pt x="3942269" y="3116972"/>
                  </a:lnTo>
                  <a:lnTo>
                    <a:pt x="3941413" y="3116972"/>
                  </a:lnTo>
                  <a:lnTo>
                    <a:pt x="3940558" y="3116972"/>
                  </a:lnTo>
                  <a:lnTo>
                    <a:pt x="3939702" y="3116972"/>
                  </a:lnTo>
                  <a:lnTo>
                    <a:pt x="3938847" y="3116972"/>
                  </a:lnTo>
                  <a:lnTo>
                    <a:pt x="3937991" y="3116972"/>
                  </a:lnTo>
                  <a:lnTo>
                    <a:pt x="3937136" y="3116972"/>
                  </a:lnTo>
                  <a:lnTo>
                    <a:pt x="3936280" y="3116972"/>
                  </a:lnTo>
                  <a:lnTo>
                    <a:pt x="3935425" y="3116972"/>
                  </a:lnTo>
                  <a:lnTo>
                    <a:pt x="3934569" y="3116972"/>
                  </a:lnTo>
                  <a:lnTo>
                    <a:pt x="3933714" y="3116972"/>
                  </a:lnTo>
                  <a:lnTo>
                    <a:pt x="3932858" y="3116972"/>
                  </a:lnTo>
                  <a:lnTo>
                    <a:pt x="3932003" y="3116972"/>
                  </a:lnTo>
                  <a:lnTo>
                    <a:pt x="3931147" y="3116972"/>
                  </a:lnTo>
                  <a:lnTo>
                    <a:pt x="3930291" y="3116972"/>
                  </a:lnTo>
                  <a:lnTo>
                    <a:pt x="3929436" y="3116972"/>
                  </a:lnTo>
                  <a:lnTo>
                    <a:pt x="3928580" y="3116972"/>
                  </a:lnTo>
                  <a:lnTo>
                    <a:pt x="3927725" y="3116972"/>
                  </a:lnTo>
                  <a:lnTo>
                    <a:pt x="3926869" y="3116972"/>
                  </a:lnTo>
                  <a:lnTo>
                    <a:pt x="3926014" y="3116972"/>
                  </a:lnTo>
                  <a:lnTo>
                    <a:pt x="3925158" y="3116972"/>
                  </a:lnTo>
                  <a:lnTo>
                    <a:pt x="3924303" y="3116972"/>
                  </a:lnTo>
                  <a:lnTo>
                    <a:pt x="3923447" y="3116972"/>
                  </a:lnTo>
                  <a:lnTo>
                    <a:pt x="3922592" y="3116972"/>
                  </a:lnTo>
                  <a:lnTo>
                    <a:pt x="3921736" y="3116972"/>
                  </a:lnTo>
                  <a:lnTo>
                    <a:pt x="3920881" y="3116972"/>
                  </a:lnTo>
                  <a:lnTo>
                    <a:pt x="3920025" y="3116972"/>
                  </a:lnTo>
                  <a:lnTo>
                    <a:pt x="3919170" y="3116972"/>
                  </a:lnTo>
                  <a:lnTo>
                    <a:pt x="3918314" y="3116972"/>
                  </a:lnTo>
                  <a:lnTo>
                    <a:pt x="3917459" y="3116972"/>
                  </a:lnTo>
                  <a:lnTo>
                    <a:pt x="3916603" y="3116972"/>
                  </a:lnTo>
                  <a:lnTo>
                    <a:pt x="3915748" y="3116972"/>
                  </a:lnTo>
                  <a:lnTo>
                    <a:pt x="3914892" y="3116972"/>
                  </a:lnTo>
                  <a:lnTo>
                    <a:pt x="3914036" y="3116972"/>
                  </a:lnTo>
                  <a:lnTo>
                    <a:pt x="3913181" y="3116972"/>
                  </a:lnTo>
                  <a:lnTo>
                    <a:pt x="3912325" y="3116972"/>
                  </a:lnTo>
                  <a:lnTo>
                    <a:pt x="3911470" y="3116972"/>
                  </a:lnTo>
                  <a:lnTo>
                    <a:pt x="3910614" y="3116972"/>
                  </a:lnTo>
                  <a:lnTo>
                    <a:pt x="3909759" y="3116972"/>
                  </a:lnTo>
                  <a:lnTo>
                    <a:pt x="3908903" y="3116972"/>
                  </a:lnTo>
                  <a:lnTo>
                    <a:pt x="3908048" y="3116972"/>
                  </a:lnTo>
                  <a:lnTo>
                    <a:pt x="3907192" y="3116972"/>
                  </a:lnTo>
                  <a:lnTo>
                    <a:pt x="3906337" y="3116972"/>
                  </a:lnTo>
                  <a:lnTo>
                    <a:pt x="3905481" y="3116972"/>
                  </a:lnTo>
                  <a:lnTo>
                    <a:pt x="3904626" y="3116972"/>
                  </a:lnTo>
                  <a:lnTo>
                    <a:pt x="3903770" y="3116972"/>
                  </a:lnTo>
                  <a:lnTo>
                    <a:pt x="3902915" y="3116972"/>
                  </a:lnTo>
                  <a:lnTo>
                    <a:pt x="3902059" y="3116972"/>
                  </a:lnTo>
                  <a:lnTo>
                    <a:pt x="3901204" y="3116972"/>
                  </a:lnTo>
                  <a:lnTo>
                    <a:pt x="3900348" y="3116972"/>
                  </a:lnTo>
                  <a:lnTo>
                    <a:pt x="3899492" y="3116972"/>
                  </a:lnTo>
                  <a:lnTo>
                    <a:pt x="3898637" y="3116972"/>
                  </a:lnTo>
                  <a:lnTo>
                    <a:pt x="3897781" y="3116972"/>
                  </a:lnTo>
                  <a:lnTo>
                    <a:pt x="3896926" y="3116972"/>
                  </a:lnTo>
                  <a:lnTo>
                    <a:pt x="3896070" y="3116972"/>
                  </a:lnTo>
                  <a:lnTo>
                    <a:pt x="3895215" y="3116972"/>
                  </a:lnTo>
                  <a:lnTo>
                    <a:pt x="3894359" y="3116972"/>
                  </a:lnTo>
                  <a:lnTo>
                    <a:pt x="3893504" y="3116972"/>
                  </a:lnTo>
                  <a:lnTo>
                    <a:pt x="3892648" y="3116972"/>
                  </a:lnTo>
                  <a:lnTo>
                    <a:pt x="3891793" y="3116972"/>
                  </a:lnTo>
                  <a:lnTo>
                    <a:pt x="3890937" y="3116972"/>
                  </a:lnTo>
                  <a:lnTo>
                    <a:pt x="3890082" y="3116972"/>
                  </a:lnTo>
                  <a:lnTo>
                    <a:pt x="3889226" y="3116972"/>
                  </a:lnTo>
                  <a:lnTo>
                    <a:pt x="3888371" y="3116972"/>
                  </a:lnTo>
                  <a:lnTo>
                    <a:pt x="3887515" y="3116972"/>
                  </a:lnTo>
                  <a:lnTo>
                    <a:pt x="3886660" y="3116972"/>
                  </a:lnTo>
                  <a:lnTo>
                    <a:pt x="3885804" y="3116972"/>
                  </a:lnTo>
                  <a:lnTo>
                    <a:pt x="3884949" y="3116972"/>
                  </a:lnTo>
                  <a:lnTo>
                    <a:pt x="3884093" y="3116972"/>
                  </a:lnTo>
                  <a:lnTo>
                    <a:pt x="3883237" y="3116972"/>
                  </a:lnTo>
                  <a:lnTo>
                    <a:pt x="3882382" y="3116972"/>
                  </a:lnTo>
                  <a:lnTo>
                    <a:pt x="3881526" y="3116972"/>
                  </a:lnTo>
                  <a:lnTo>
                    <a:pt x="3880671" y="3116972"/>
                  </a:lnTo>
                  <a:lnTo>
                    <a:pt x="3879815" y="3116972"/>
                  </a:lnTo>
                  <a:lnTo>
                    <a:pt x="3878960" y="3116972"/>
                  </a:lnTo>
                  <a:lnTo>
                    <a:pt x="3878104" y="3116972"/>
                  </a:lnTo>
                  <a:lnTo>
                    <a:pt x="3877249" y="3116972"/>
                  </a:lnTo>
                  <a:lnTo>
                    <a:pt x="3876393" y="3116972"/>
                  </a:lnTo>
                  <a:lnTo>
                    <a:pt x="3875538" y="3116972"/>
                  </a:lnTo>
                  <a:lnTo>
                    <a:pt x="3874682" y="3116972"/>
                  </a:lnTo>
                  <a:lnTo>
                    <a:pt x="3873827" y="3116972"/>
                  </a:lnTo>
                  <a:lnTo>
                    <a:pt x="3872971" y="3116972"/>
                  </a:lnTo>
                  <a:lnTo>
                    <a:pt x="3872116" y="3116972"/>
                  </a:lnTo>
                  <a:lnTo>
                    <a:pt x="3871260" y="3116972"/>
                  </a:lnTo>
                  <a:lnTo>
                    <a:pt x="3870405" y="3116972"/>
                  </a:lnTo>
                  <a:lnTo>
                    <a:pt x="3869549" y="3116972"/>
                  </a:lnTo>
                  <a:lnTo>
                    <a:pt x="3868694" y="3116972"/>
                  </a:lnTo>
                  <a:lnTo>
                    <a:pt x="3867838" y="3116972"/>
                  </a:lnTo>
                  <a:lnTo>
                    <a:pt x="3866982" y="3116972"/>
                  </a:lnTo>
                  <a:lnTo>
                    <a:pt x="3866127" y="3116972"/>
                  </a:lnTo>
                  <a:lnTo>
                    <a:pt x="3865271" y="3116972"/>
                  </a:lnTo>
                  <a:lnTo>
                    <a:pt x="3864416" y="3116972"/>
                  </a:lnTo>
                  <a:lnTo>
                    <a:pt x="3863560" y="3116972"/>
                  </a:lnTo>
                  <a:lnTo>
                    <a:pt x="3862705" y="3116972"/>
                  </a:lnTo>
                  <a:lnTo>
                    <a:pt x="3861849" y="3116972"/>
                  </a:lnTo>
                  <a:lnTo>
                    <a:pt x="3860994" y="3116972"/>
                  </a:lnTo>
                  <a:lnTo>
                    <a:pt x="3860138" y="3116972"/>
                  </a:lnTo>
                  <a:lnTo>
                    <a:pt x="3859283" y="3116972"/>
                  </a:lnTo>
                  <a:lnTo>
                    <a:pt x="3858427" y="3116972"/>
                  </a:lnTo>
                  <a:lnTo>
                    <a:pt x="3857572" y="3116972"/>
                  </a:lnTo>
                  <a:lnTo>
                    <a:pt x="3856716" y="3116972"/>
                  </a:lnTo>
                  <a:lnTo>
                    <a:pt x="3855861" y="3116972"/>
                  </a:lnTo>
                  <a:lnTo>
                    <a:pt x="3855005" y="3116972"/>
                  </a:lnTo>
                  <a:lnTo>
                    <a:pt x="3854150" y="3116972"/>
                  </a:lnTo>
                  <a:lnTo>
                    <a:pt x="3853294" y="3116972"/>
                  </a:lnTo>
                  <a:lnTo>
                    <a:pt x="3852438" y="3116972"/>
                  </a:lnTo>
                  <a:lnTo>
                    <a:pt x="3851583" y="3116972"/>
                  </a:lnTo>
                  <a:lnTo>
                    <a:pt x="3850727" y="3116972"/>
                  </a:lnTo>
                  <a:lnTo>
                    <a:pt x="3849872" y="3116972"/>
                  </a:lnTo>
                  <a:lnTo>
                    <a:pt x="3849016" y="3116972"/>
                  </a:lnTo>
                  <a:lnTo>
                    <a:pt x="3848161" y="3116972"/>
                  </a:lnTo>
                  <a:lnTo>
                    <a:pt x="3847305" y="3116972"/>
                  </a:lnTo>
                  <a:lnTo>
                    <a:pt x="3846450" y="3116972"/>
                  </a:lnTo>
                  <a:lnTo>
                    <a:pt x="3845594" y="3116972"/>
                  </a:lnTo>
                  <a:lnTo>
                    <a:pt x="3844739" y="3116972"/>
                  </a:lnTo>
                  <a:lnTo>
                    <a:pt x="3843883" y="3116972"/>
                  </a:lnTo>
                  <a:lnTo>
                    <a:pt x="3843028" y="3116972"/>
                  </a:lnTo>
                  <a:lnTo>
                    <a:pt x="3842172" y="3116972"/>
                  </a:lnTo>
                  <a:lnTo>
                    <a:pt x="3841317" y="3116972"/>
                  </a:lnTo>
                  <a:lnTo>
                    <a:pt x="3840461" y="3116972"/>
                  </a:lnTo>
                  <a:lnTo>
                    <a:pt x="3839606" y="3116972"/>
                  </a:lnTo>
                  <a:lnTo>
                    <a:pt x="3838750" y="3116972"/>
                  </a:lnTo>
                  <a:lnTo>
                    <a:pt x="3837895" y="3116972"/>
                  </a:lnTo>
                  <a:lnTo>
                    <a:pt x="3837039" y="3116972"/>
                  </a:lnTo>
                  <a:lnTo>
                    <a:pt x="3836183" y="3116972"/>
                  </a:lnTo>
                  <a:lnTo>
                    <a:pt x="3835328" y="3116972"/>
                  </a:lnTo>
                  <a:lnTo>
                    <a:pt x="3834472" y="3116972"/>
                  </a:lnTo>
                  <a:lnTo>
                    <a:pt x="3833617" y="3116972"/>
                  </a:lnTo>
                  <a:lnTo>
                    <a:pt x="3832761" y="3116972"/>
                  </a:lnTo>
                  <a:lnTo>
                    <a:pt x="3831906" y="3116972"/>
                  </a:lnTo>
                  <a:lnTo>
                    <a:pt x="3831050" y="3116972"/>
                  </a:lnTo>
                  <a:lnTo>
                    <a:pt x="3830195" y="3116972"/>
                  </a:lnTo>
                  <a:lnTo>
                    <a:pt x="3829339" y="3116972"/>
                  </a:lnTo>
                  <a:lnTo>
                    <a:pt x="3828484" y="3116972"/>
                  </a:lnTo>
                  <a:lnTo>
                    <a:pt x="3827628" y="3116972"/>
                  </a:lnTo>
                  <a:lnTo>
                    <a:pt x="3826773" y="3116972"/>
                  </a:lnTo>
                  <a:lnTo>
                    <a:pt x="3825917" y="3116972"/>
                  </a:lnTo>
                  <a:lnTo>
                    <a:pt x="3825062" y="3116972"/>
                  </a:lnTo>
                  <a:lnTo>
                    <a:pt x="3824206" y="3116972"/>
                  </a:lnTo>
                  <a:lnTo>
                    <a:pt x="3823351" y="3116972"/>
                  </a:lnTo>
                  <a:lnTo>
                    <a:pt x="3822495" y="3116972"/>
                  </a:lnTo>
                  <a:lnTo>
                    <a:pt x="3821640" y="3116972"/>
                  </a:lnTo>
                  <a:lnTo>
                    <a:pt x="3820784" y="3116972"/>
                  </a:lnTo>
                  <a:lnTo>
                    <a:pt x="3819928" y="3116972"/>
                  </a:lnTo>
                  <a:lnTo>
                    <a:pt x="3819073" y="3116972"/>
                  </a:lnTo>
                  <a:lnTo>
                    <a:pt x="3818217" y="3116972"/>
                  </a:lnTo>
                  <a:lnTo>
                    <a:pt x="3817362" y="3116972"/>
                  </a:lnTo>
                  <a:lnTo>
                    <a:pt x="3816506" y="3116972"/>
                  </a:lnTo>
                  <a:lnTo>
                    <a:pt x="3815651" y="3116972"/>
                  </a:lnTo>
                  <a:lnTo>
                    <a:pt x="3814795" y="3116972"/>
                  </a:lnTo>
                  <a:lnTo>
                    <a:pt x="3813940" y="3116972"/>
                  </a:lnTo>
                  <a:lnTo>
                    <a:pt x="3813084" y="3116972"/>
                  </a:lnTo>
                  <a:lnTo>
                    <a:pt x="3812229" y="3116972"/>
                  </a:lnTo>
                  <a:lnTo>
                    <a:pt x="3811373" y="3116972"/>
                  </a:lnTo>
                  <a:lnTo>
                    <a:pt x="3810518" y="3116972"/>
                  </a:lnTo>
                  <a:lnTo>
                    <a:pt x="3809662" y="3116972"/>
                  </a:lnTo>
                  <a:lnTo>
                    <a:pt x="3808807" y="3116972"/>
                  </a:lnTo>
                  <a:lnTo>
                    <a:pt x="3807951" y="3116972"/>
                  </a:lnTo>
                  <a:lnTo>
                    <a:pt x="3807096" y="3116972"/>
                  </a:lnTo>
                  <a:lnTo>
                    <a:pt x="3806240" y="3116972"/>
                  </a:lnTo>
                  <a:lnTo>
                    <a:pt x="3805384" y="3116972"/>
                  </a:lnTo>
                  <a:lnTo>
                    <a:pt x="3804529" y="3116972"/>
                  </a:lnTo>
                  <a:lnTo>
                    <a:pt x="3803673" y="3116972"/>
                  </a:lnTo>
                  <a:lnTo>
                    <a:pt x="3802818" y="3116972"/>
                  </a:lnTo>
                  <a:lnTo>
                    <a:pt x="3801962" y="3116972"/>
                  </a:lnTo>
                  <a:lnTo>
                    <a:pt x="3801107" y="3116972"/>
                  </a:lnTo>
                  <a:lnTo>
                    <a:pt x="3800251" y="3116972"/>
                  </a:lnTo>
                  <a:lnTo>
                    <a:pt x="3799396" y="3116972"/>
                  </a:lnTo>
                  <a:lnTo>
                    <a:pt x="3798540" y="3116972"/>
                  </a:lnTo>
                  <a:lnTo>
                    <a:pt x="3797685" y="3116972"/>
                  </a:lnTo>
                  <a:lnTo>
                    <a:pt x="3796829" y="3116972"/>
                  </a:lnTo>
                  <a:lnTo>
                    <a:pt x="3795974" y="3116972"/>
                  </a:lnTo>
                  <a:lnTo>
                    <a:pt x="3795118" y="3116972"/>
                  </a:lnTo>
                  <a:lnTo>
                    <a:pt x="3794263" y="3116972"/>
                  </a:lnTo>
                  <a:lnTo>
                    <a:pt x="3793407" y="3116972"/>
                  </a:lnTo>
                  <a:lnTo>
                    <a:pt x="3792552" y="3116972"/>
                  </a:lnTo>
                  <a:lnTo>
                    <a:pt x="3791696" y="3116972"/>
                  </a:lnTo>
                  <a:lnTo>
                    <a:pt x="3790841" y="3116972"/>
                  </a:lnTo>
                  <a:lnTo>
                    <a:pt x="3789985" y="3116972"/>
                  </a:lnTo>
                  <a:lnTo>
                    <a:pt x="3789129" y="3116972"/>
                  </a:lnTo>
                  <a:lnTo>
                    <a:pt x="3788274" y="3116972"/>
                  </a:lnTo>
                  <a:lnTo>
                    <a:pt x="3787418" y="3116972"/>
                  </a:lnTo>
                  <a:lnTo>
                    <a:pt x="3786563" y="3116972"/>
                  </a:lnTo>
                  <a:lnTo>
                    <a:pt x="3785707" y="3116972"/>
                  </a:lnTo>
                  <a:lnTo>
                    <a:pt x="3784852" y="3116972"/>
                  </a:lnTo>
                  <a:lnTo>
                    <a:pt x="3783996" y="3116972"/>
                  </a:lnTo>
                  <a:lnTo>
                    <a:pt x="3783141" y="3116972"/>
                  </a:lnTo>
                  <a:lnTo>
                    <a:pt x="3782285" y="3116972"/>
                  </a:lnTo>
                  <a:lnTo>
                    <a:pt x="3781430" y="3116972"/>
                  </a:lnTo>
                  <a:lnTo>
                    <a:pt x="3780574" y="3116972"/>
                  </a:lnTo>
                  <a:lnTo>
                    <a:pt x="3779719" y="3116972"/>
                  </a:lnTo>
                  <a:lnTo>
                    <a:pt x="3778863" y="3116972"/>
                  </a:lnTo>
                  <a:lnTo>
                    <a:pt x="3778008" y="3116972"/>
                  </a:lnTo>
                  <a:lnTo>
                    <a:pt x="3777152" y="3116972"/>
                  </a:lnTo>
                  <a:lnTo>
                    <a:pt x="3776297" y="3116972"/>
                  </a:lnTo>
                  <a:lnTo>
                    <a:pt x="3775441" y="3116972"/>
                  </a:lnTo>
                  <a:lnTo>
                    <a:pt x="3774586" y="3116972"/>
                  </a:lnTo>
                  <a:lnTo>
                    <a:pt x="3773730" y="3116972"/>
                  </a:lnTo>
                  <a:lnTo>
                    <a:pt x="3772874" y="3116972"/>
                  </a:lnTo>
                  <a:lnTo>
                    <a:pt x="3772019" y="3116972"/>
                  </a:lnTo>
                  <a:lnTo>
                    <a:pt x="3771163" y="3116972"/>
                  </a:lnTo>
                  <a:lnTo>
                    <a:pt x="3770308" y="3116972"/>
                  </a:lnTo>
                  <a:lnTo>
                    <a:pt x="3769452" y="3116972"/>
                  </a:lnTo>
                  <a:lnTo>
                    <a:pt x="3768597" y="3116972"/>
                  </a:lnTo>
                  <a:lnTo>
                    <a:pt x="3767741" y="3116972"/>
                  </a:lnTo>
                  <a:lnTo>
                    <a:pt x="3766886" y="3116972"/>
                  </a:lnTo>
                  <a:lnTo>
                    <a:pt x="3766030" y="3116972"/>
                  </a:lnTo>
                  <a:lnTo>
                    <a:pt x="3765175" y="3116972"/>
                  </a:lnTo>
                  <a:lnTo>
                    <a:pt x="3764319" y="3116972"/>
                  </a:lnTo>
                  <a:lnTo>
                    <a:pt x="3763464" y="3116972"/>
                  </a:lnTo>
                  <a:lnTo>
                    <a:pt x="3762608" y="3116972"/>
                  </a:lnTo>
                  <a:lnTo>
                    <a:pt x="3761753" y="3116972"/>
                  </a:lnTo>
                  <a:lnTo>
                    <a:pt x="3760897" y="3116972"/>
                  </a:lnTo>
                  <a:lnTo>
                    <a:pt x="3760042" y="3116972"/>
                  </a:lnTo>
                  <a:lnTo>
                    <a:pt x="3759186" y="3116972"/>
                  </a:lnTo>
                  <a:lnTo>
                    <a:pt x="3758331" y="3116972"/>
                  </a:lnTo>
                  <a:lnTo>
                    <a:pt x="3757475" y="3116972"/>
                  </a:lnTo>
                  <a:lnTo>
                    <a:pt x="3756619" y="3116972"/>
                  </a:lnTo>
                  <a:lnTo>
                    <a:pt x="3755764" y="3116972"/>
                  </a:lnTo>
                  <a:lnTo>
                    <a:pt x="3754908" y="3116972"/>
                  </a:lnTo>
                  <a:lnTo>
                    <a:pt x="3754053" y="3116972"/>
                  </a:lnTo>
                  <a:lnTo>
                    <a:pt x="3753197" y="3116972"/>
                  </a:lnTo>
                  <a:lnTo>
                    <a:pt x="3752342" y="3116972"/>
                  </a:lnTo>
                  <a:lnTo>
                    <a:pt x="3751486" y="3116972"/>
                  </a:lnTo>
                  <a:lnTo>
                    <a:pt x="3750631" y="3116972"/>
                  </a:lnTo>
                  <a:lnTo>
                    <a:pt x="3749775" y="3116972"/>
                  </a:lnTo>
                  <a:lnTo>
                    <a:pt x="3748920" y="3116972"/>
                  </a:lnTo>
                  <a:lnTo>
                    <a:pt x="3748064" y="3116972"/>
                  </a:lnTo>
                  <a:lnTo>
                    <a:pt x="3747209" y="3116972"/>
                  </a:lnTo>
                  <a:lnTo>
                    <a:pt x="3746353" y="3116972"/>
                  </a:lnTo>
                  <a:lnTo>
                    <a:pt x="3745498" y="3116972"/>
                  </a:lnTo>
                  <a:lnTo>
                    <a:pt x="3744642" y="3116972"/>
                  </a:lnTo>
                  <a:lnTo>
                    <a:pt x="3743787" y="3116972"/>
                  </a:lnTo>
                  <a:lnTo>
                    <a:pt x="3742931" y="3116972"/>
                  </a:lnTo>
                  <a:lnTo>
                    <a:pt x="3742075" y="3116972"/>
                  </a:lnTo>
                  <a:lnTo>
                    <a:pt x="3741220" y="3116972"/>
                  </a:lnTo>
                  <a:lnTo>
                    <a:pt x="3740364" y="3116972"/>
                  </a:lnTo>
                  <a:lnTo>
                    <a:pt x="3739509" y="3116972"/>
                  </a:lnTo>
                  <a:lnTo>
                    <a:pt x="3738653" y="3116972"/>
                  </a:lnTo>
                  <a:lnTo>
                    <a:pt x="3737798" y="3116972"/>
                  </a:lnTo>
                  <a:lnTo>
                    <a:pt x="3736942" y="3116972"/>
                  </a:lnTo>
                  <a:lnTo>
                    <a:pt x="3736087" y="3116972"/>
                  </a:lnTo>
                  <a:lnTo>
                    <a:pt x="3735231" y="3116972"/>
                  </a:lnTo>
                  <a:lnTo>
                    <a:pt x="3734376" y="3116972"/>
                  </a:lnTo>
                  <a:lnTo>
                    <a:pt x="3733520" y="3116972"/>
                  </a:lnTo>
                  <a:lnTo>
                    <a:pt x="3732665" y="3116972"/>
                  </a:lnTo>
                  <a:lnTo>
                    <a:pt x="3731809" y="3116972"/>
                  </a:lnTo>
                  <a:lnTo>
                    <a:pt x="3730954" y="3116972"/>
                  </a:lnTo>
                  <a:lnTo>
                    <a:pt x="3730098" y="3116972"/>
                  </a:lnTo>
                  <a:lnTo>
                    <a:pt x="3729243" y="3116972"/>
                  </a:lnTo>
                  <a:lnTo>
                    <a:pt x="3728387" y="3116972"/>
                  </a:lnTo>
                  <a:lnTo>
                    <a:pt x="3727532" y="3116972"/>
                  </a:lnTo>
                  <a:lnTo>
                    <a:pt x="3726676" y="3116972"/>
                  </a:lnTo>
                  <a:lnTo>
                    <a:pt x="3725820" y="3116972"/>
                  </a:lnTo>
                  <a:lnTo>
                    <a:pt x="3724965" y="3116972"/>
                  </a:lnTo>
                  <a:lnTo>
                    <a:pt x="3724109" y="3116972"/>
                  </a:lnTo>
                  <a:lnTo>
                    <a:pt x="3723254" y="3116972"/>
                  </a:lnTo>
                  <a:lnTo>
                    <a:pt x="3722398" y="3116972"/>
                  </a:lnTo>
                  <a:lnTo>
                    <a:pt x="3721543" y="3116972"/>
                  </a:lnTo>
                  <a:lnTo>
                    <a:pt x="3720687" y="3116972"/>
                  </a:lnTo>
                  <a:lnTo>
                    <a:pt x="3719832" y="3116972"/>
                  </a:lnTo>
                  <a:lnTo>
                    <a:pt x="3718976" y="3116972"/>
                  </a:lnTo>
                  <a:lnTo>
                    <a:pt x="3718121" y="3116972"/>
                  </a:lnTo>
                  <a:lnTo>
                    <a:pt x="3717265" y="3116972"/>
                  </a:lnTo>
                  <a:lnTo>
                    <a:pt x="3716410" y="3116972"/>
                  </a:lnTo>
                  <a:lnTo>
                    <a:pt x="3715554" y="3116972"/>
                  </a:lnTo>
                  <a:lnTo>
                    <a:pt x="3714699" y="3116972"/>
                  </a:lnTo>
                  <a:lnTo>
                    <a:pt x="3713843" y="3116972"/>
                  </a:lnTo>
                  <a:lnTo>
                    <a:pt x="3712988" y="3116972"/>
                  </a:lnTo>
                  <a:lnTo>
                    <a:pt x="3712132" y="3116972"/>
                  </a:lnTo>
                  <a:lnTo>
                    <a:pt x="3711277" y="3116972"/>
                  </a:lnTo>
                  <a:lnTo>
                    <a:pt x="3710421" y="3116972"/>
                  </a:lnTo>
                  <a:lnTo>
                    <a:pt x="3709565" y="3116972"/>
                  </a:lnTo>
                  <a:lnTo>
                    <a:pt x="3708710" y="3116972"/>
                  </a:lnTo>
                  <a:lnTo>
                    <a:pt x="3707854" y="3116972"/>
                  </a:lnTo>
                  <a:lnTo>
                    <a:pt x="3706999" y="3116972"/>
                  </a:lnTo>
                  <a:lnTo>
                    <a:pt x="3706143" y="3116972"/>
                  </a:lnTo>
                  <a:lnTo>
                    <a:pt x="3705288" y="3116972"/>
                  </a:lnTo>
                  <a:lnTo>
                    <a:pt x="3704432" y="3116972"/>
                  </a:lnTo>
                  <a:lnTo>
                    <a:pt x="3703577" y="3116972"/>
                  </a:lnTo>
                  <a:lnTo>
                    <a:pt x="3702721" y="3116972"/>
                  </a:lnTo>
                  <a:lnTo>
                    <a:pt x="3701866" y="3116972"/>
                  </a:lnTo>
                  <a:lnTo>
                    <a:pt x="3701010" y="3116972"/>
                  </a:lnTo>
                  <a:lnTo>
                    <a:pt x="3700155" y="3116972"/>
                  </a:lnTo>
                  <a:lnTo>
                    <a:pt x="3699299" y="3116972"/>
                  </a:lnTo>
                  <a:lnTo>
                    <a:pt x="3698444" y="3116972"/>
                  </a:lnTo>
                  <a:lnTo>
                    <a:pt x="3697588" y="3116972"/>
                  </a:lnTo>
                  <a:lnTo>
                    <a:pt x="3696733" y="3116972"/>
                  </a:lnTo>
                  <a:lnTo>
                    <a:pt x="3695877" y="3116972"/>
                  </a:lnTo>
                  <a:lnTo>
                    <a:pt x="3695021" y="3116972"/>
                  </a:lnTo>
                  <a:lnTo>
                    <a:pt x="3694166" y="3116972"/>
                  </a:lnTo>
                  <a:lnTo>
                    <a:pt x="3693310" y="3116972"/>
                  </a:lnTo>
                  <a:lnTo>
                    <a:pt x="3692455" y="3116972"/>
                  </a:lnTo>
                  <a:lnTo>
                    <a:pt x="3691599" y="3116972"/>
                  </a:lnTo>
                  <a:lnTo>
                    <a:pt x="3690744" y="3116972"/>
                  </a:lnTo>
                  <a:lnTo>
                    <a:pt x="3689888" y="3116972"/>
                  </a:lnTo>
                  <a:lnTo>
                    <a:pt x="3689033" y="3116972"/>
                  </a:lnTo>
                  <a:lnTo>
                    <a:pt x="3688177" y="3116972"/>
                  </a:lnTo>
                  <a:lnTo>
                    <a:pt x="3687322" y="3116972"/>
                  </a:lnTo>
                  <a:lnTo>
                    <a:pt x="3686466" y="3116972"/>
                  </a:lnTo>
                  <a:lnTo>
                    <a:pt x="3685611" y="3116972"/>
                  </a:lnTo>
                  <a:lnTo>
                    <a:pt x="3684755" y="3116972"/>
                  </a:lnTo>
                  <a:lnTo>
                    <a:pt x="3683900" y="3116972"/>
                  </a:lnTo>
                  <a:lnTo>
                    <a:pt x="3683044" y="3116972"/>
                  </a:lnTo>
                  <a:lnTo>
                    <a:pt x="3682189" y="3116972"/>
                  </a:lnTo>
                  <a:lnTo>
                    <a:pt x="3681333" y="3116972"/>
                  </a:lnTo>
                  <a:lnTo>
                    <a:pt x="3680478" y="3116972"/>
                  </a:lnTo>
                  <a:lnTo>
                    <a:pt x="3679622" y="3116972"/>
                  </a:lnTo>
                  <a:lnTo>
                    <a:pt x="3678766" y="3116972"/>
                  </a:lnTo>
                  <a:lnTo>
                    <a:pt x="3677911" y="3116972"/>
                  </a:lnTo>
                  <a:lnTo>
                    <a:pt x="3677055" y="3116972"/>
                  </a:lnTo>
                  <a:lnTo>
                    <a:pt x="3676200" y="3116972"/>
                  </a:lnTo>
                  <a:lnTo>
                    <a:pt x="3675344" y="3116972"/>
                  </a:lnTo>
                  <a:lnTo>
                    <a:pt x="3674489" y="3116972"/>
                  </a:lnTo>
                  <a:lnTo>
                    <a:pt x="3673633" y="3116972"/>
                  </a:lnTo>
                  <a:lnTo>
                    <a:pt x="3672778" y="3116972"/>
                  </a:lnTo>
                  <a:lnTo>
                    <a:pt x="3671922" y="3116972"/>
                  </a:lnTo>
                  <a:lnTo>
                    <a:pt x="3671067" y="3116972"/>
                  </a:lnTo>
                  <a:lnTo>
                    <a:pt x="3670211" y="3116972"/>
                  </a:lnTo>
                  <a:lnTo>
                    <a:pt x="3669356" y="3116972"/>
                  </a:lnTo>
                  <a:lnTo>
                    <a:pt x="3668500" y="3116972"/>
                  </a:lnTo>
                  <a:lnTo>
                    <a:pt x="3667645" y="3116972"/>
                  </a:lnTo>
                  <a:lnTo>
                    <a:pt x="3666789" y="3116972"/>
                  </a:lnTo>
                  <a:lnTo>
                    <a:pt x="3665934" y="3116972"/>
                  </a:lnTo>
                  <a:lnTo>
                    <a:pt x="3665078" y="3116972"/>
                  </a:lnTo>
                  <a:lnTo>
                    <a:pt x="3664223" y="3116972"/>
                  </a:lnTo>
                  <a:lnTo>
                    <a:pt x="3663367" y="3116972"/>
                  </a:lnTo>
                  <a:lnTo>
                    <a:pt x="3662511" y="3116972"/>
                  </a:lnTo>
                  <a:lnTo>
                    <a:pt x="3661656" y="3116972"/>
                  </a:lnTo>
                  <a:lnTo>
                    <a:pt x="3660800" y="3116972"/>
                  </a:lnTo>
                  <a:lnTo>
                    <a:pt x="3659945" y="3116972"/>
                  </a:lnTo>
                  <a:lnTo>
                    <a:pt x="3659089" y="3116972"/>
                  </a:lnTo>
                  <a:lnTo>
                    <a:pt x="3658234" y="3116972"/>
                  </a:lnTo>
                  <a:lnTo>
                    <a:pt x="3657378" y="3116972"/>
                  </a:lnTo>
                  <a:lnTo>
                    <a:pt x="3656523" y="3116972"/>
                  </a:lnTo>
                  <a:lnTo>
                    <a:pt x="3655667" y="3116972"/>
                  </a:lnTo>
                  <a:lnTo>
                    <a:pt x="3654812" y="3116972"/>
                  </a:lnTo>
                  <a:lnTo>
                    <a:pt x="3653956" y="3116972"/>
                  </a:lnTo>
                  <a:lnTo>
                    <a:pt x="3653101" y="3116972"/>
                  </a:lnTo>
                  <a:lnTo>
                    <a:pt x="3652245" y="3116972"/>
                  </a:lnTo>
                  <a:lnTo>
                    <a:pt x="3651390" y="3116972"/>
                  </a:lnTo>
                  <a:lnTo>
                    <a:pt x="3650534" y="3116972"/>
                  </a:lnTo>
                  <a:lnTo>
                    <a:pt x="3649679" y="3116972"/>
                  </a:lnTo>
                  <a:lnTo>
                    <a:pt x="3648823" y="3116972"/>
                  </a:lnTo>
                  <a:lnTo>
                    <a:pt x="3647967" y="3116972"/>
                  </a:lnTo>
                  <a:lnTo>
                    <a:pt x="3647112" y="3116972"/>
                  </a:lnTo>
                  <a:lnTo>
                    <a:pt x="3646256" y="3116972"/>
                  </a:lnTo>
                  <a:lnTo>
                    <a:pt x="3645401" y="3116972"/>
                  </a:lnTo>
                  <a:lnTo>
                    <a:pt x="3644545" y="3116972"/>
                  </a:lnTo>
                  <a:lnTo>
                    <a:pt x="3643690" y="3116972"/>
                  </a:lnTo>
                  <a:lnTo>
                    <a:pt x="3642834" y="3116972"/>
                  </a:lnTo>
                  <a:lnTo>
                    <a:pt x="3641979" y="3116972"/>
                  </a:lnTo>
                  <a:lnTo>
                    <a:pt x="3641123" y="3116972"/>
                  </a:lnTo>
                  <a:lnTo>
                    <a:pt x="3640268" y="3116972"/>
                  </a:lnTo>
                  <a:lnTo>
                    <a:pt x="3639412" y="3116972"/>
                  </a:lnTo>
                  <a:lnTo>
                    <a:pt x="3638557" y="3116972"/>
                  </a:lnTo>
                  <a:lnTo>
                    <a:pt x="3637701" y="3116972"/>
                  </a:lnTo>
                  <a:lnTo>
                    <a:pt x="3636846" y="3116972"/>
                  </a:lnTo>
                  <a:lnTo>
                    <a:pt x="3635990" y="3116972"/>
                  </a:lnTo>
                  <a:lnTo>
                    <a:pt x="3635135" y="3116972"/>
                  </a:lnTo>
                  <a:lnTo>
                    <a:pt x="3634279" y="3116972"/>
                  </a:lnTo>
                  <a:lnTo>
                    <a:pt x="3633424" y="3116972"/>
                  </a:lnTo>
                  <a:lnTo>
                    <a:pt x="3632568" y="3116972"/>
                  </a:lnTo>
                  <a:lnTo>
                    <a:pt x="3631712" y="3116972"/>
                  </a:lnTo>
                  <a:lnTo>
                    <a:pt x="3630857" y="3116972"/>
                  </a:lnTo>
                  <a:lnTo>
                    <a:pt x="3630001" y="3116972"/>
                  </a:lnTo>
                  <a:lnTo>
                    <a:pt x="3629146" y="3116972"/>
                  </a:lnTo>
                  <a:lnTo>
                    <a:pt x="3628290" y="3116972"/>
                  </a:lnTo>
                  <a:lnTo>
                    <a:pt x="3627435" y="3116972"/>
                  </a:lnTo>
                  <a:lnTo>
                    <a:pt x="3626579" y="3116972"/>
                  </a:lnTo>
                  <a:lnTo>
                    <a:pt x="3625724" y="3116972"/>
                  </a:lnTo>
                  <a:lnTo>
                    <a:pt x="3624868" y="3116972"/>
                  </a:lnTo>
                  <a:lnTo>
                    <a:pt x="3624013" y="3116972"/>
                  </a:lnTo>
                  <a:lnTo>
                    <a:pt x="3623157" y="3116972"/>
                  </a:lnTo>
                  <a:lnTo>
                    <a:pt x="3622302" y="3116972"/>
                  </a:lnTo>
                  <a:lnTo>
                    <a:pt x="3621446" y="3116972"/>
                  </a:lnTo>
                  <a:lnTo>
                    <a:pt x="3620591" y="3116972"/>
                  </a:lnTo>
                  <a:lnTo>
                    <a:pt x="3619735" y="3116972"/>
                  </a:lnTo>
                  <a:lnTo>
                    <a:pt x="3618880" y="3116972"/>
                  </a:lnTo>
                  <a:lnTo>
                    <a:pt x="3618024" y="3116972"/>
                  </a:lnTo>
                  <a:lnTo>
                    <a:pt x="3617169" y="3116972"/>
                  </a:lnTo>
                  <a:lnTo>
                    <a:pt x="3616313" y="3116972"/>
                  </a:lnTo>
                  <a:lnTo>
                    <a:pt x="3615457" y="3116972"/>
                  </a:lnTo>
                  <a:lnTo>
                    <a:pt x="3614602" y="3116972"/>
                  </a:lnTo>
                  <a:lnTo>
                    <a:pt x="3613746" y="3116972"/>
                  </a:lnTo>
                  <a:lnTo>
                    <a:pt x="3612891" y="3116972"/>
                  </a:lnTo>
                  <a:lnTo>
                    <a:pt x="3612035" y="3116972"/>
                  </a:lnTo>
                  <a:lnTo>
                    <a:pt x="3611180" y="3116972"/>
                  </a:lnTo>
                  <a:lnTo>
                    <a:pt x="3610324" y="3116972"/>
                  </a:lnTo>
                  <a:lnTo>
                    <a:pt x="3609469" y="3116972"/>
                  </a:lnTo>
                  <a:lnTo>
                    <a:pt x="3608613" y="3116972"/>
                  </a:lnTo>
                  <a:lnTo>
                    <a:pt x="3607758" y="3116972"/>
                  </a:lnTo>
                  <a:lnTo>
                    <a:pt x="3606902" y="3116972"/>
                  </a:lnTo>
                  <a:lnTo>
                    <a:pt x="3606047" y="3116972"/>
                  </a:lnTo>
                  <a:lnTo>
                    <a:pt x="3605191" y="3116972"/>
                  </a:lnTo>
                  <a:lnTo>
                    <a:pt x="3604336" y="3116972"/>
                  </a:lnTo>
                  <a:lnTo>
                    <a:pt x="3603480" y="3116972"/>
                  </a:lnTo>
                  <a:lnTo>
                    <a:pt x="3602625" y="3116972"/>
                  </a:lnTo>
                  <a:lnTo>
                    <a:pt x="3601769" y="3116972"/>
                  </a:lnTo>
                  <a:lnTo>
                    <a:pt x="3600913" y="3116972"/>
                  </a:lnTo>
                  <a:lnTo>
                    <a:pt x="3600058" y="3116972"/>
                  </a:lnTo>
                  <a:lnTo>
                    <a:pt x="3599202" y="3116972"/>
                  </a:lnTo>
                  <a:lnTo>
                    <a:pt x="3598347" y="3116972"/>
                  </a:lnTo>
                  <a:lnTo>
                    <a:pt x="3597491" y="3116972"/>
                  </a:lnTo>
                  <a:lnTo>
                    <a:pt x="3596636" y="3116972"/>
                  </a:lnTo>
                  <a:lnTo>
                    <a:pt x="3595780" y="3116972"/>
                  </a:lnTo>
                  <a:lnTo>
                    <a:pt x="3594925" y="3116972"/>
                  </a:lnTo>
                  <a:lnTo>
                    <a:pt x="3594069" y="3116972"/>
                  </a:lnTo>
                  <a:lnTo>
                    <a:pt x="3593214" y="3116972"/>
                  </a:lnTo>
                  <a:lnTo>
                    <a:pt x="3592358" y="3116972"/>
                  </a:lnTo>
                  <a:lnTo>
                    <a:pt x="3591503" y="3116972"/>
                  </a:lnTo>
                  <a:lnTo>
                    <a:pt x="3590647" y="3116972"/>
                  </a:lnTo>
                  <a:lnTo>
                    <a:pt x="3589792" y="3116972"/>
                  </a:lnTo>
                  <a:lnTo>
                    <a:pt x="3588936" y="3116972"/>
                  </a:lnTo>
                  <a:lnTo>
                    <a:pt x="3588081" y="3116972"/>
                  </a:lnTo>
                  <a:lnTo>
                    <a:pt x="3587225" y="3116972"/>
                  </a:lnTo>
                  <a:lnTo>
                    <a:pt x="3586370" y="3116972"/>
                  </a:lnTo>
                  <a:lnTo>
                    <a:pt x="3585514" y="3116972"/>
                  </a:lnTo>
                  <a:lnTo>
                    <a:pt x="3584658" y="3116972"/>
                  </a:lnTo>
                  <a:lnTo>
                    <a:pt x="3583803" y="3116972"/>
                  </a:lnTo>
                  <a:lnTo>
                    <a:pt x="3582947" y="3116972"/>
                  </a:lnTo>
                  <a:lnTo>
                    <a:pt x="3582092" y="3116972"/>
                  </a:lnTo>
                  <a:lnTo>
                    <a:pt x="3581236" y="3116972"/>
                  </a:lnTo>
                  <a:lnTo>
                    <a:pt x="3580381" y="3116972"/>
                  </a:lnTo>
                  <a:lnTo>
                    <a:pt x="3579525" y="3116972"/>
                  </a:lnTo>
                  <a:lnTo>
                    <a:pt x="3578670" y="3116972"/>
                  </a:lnTo>
                  <a:lnTo>
                    <a:pt x="3577814" y="3116972"/>
                  </a:lnTo>
                  <a:lnTo>
                    <a:pt x="3576959" y="3116972"/>
                  </a:lnTo>
                  <a:lnTo>
                    <a:pt x="3576103" y="3116972"/>
                  </a:lnTo>
                  <a:lnTo>
                    <a:pt x="3575248" y="3116972"/>
                  </a:lnTo>
                  <a:lnTo>
                    <a:pt x="3574392" y="3116972"/>
                  </a:lnTo>
                  <a:lnTo>
                    <a:pt x="3573537" y="3116972"/>
                  </a:lnTo>
                  <a:lnTo>
                    <a:pt x="3572681" y="3116972"/>
                  </a:lnTo>
                  <a:lnTo>
                    <a:pt x="3571826" y="3116972"/>
                  </a:lnTo>
                  <a:lnTo>
                    <a:pt x="3570970" y="3116972"/>
                  </a:lnTo>
                  <a:lnTo>
                    <a:pt x="3570115" y="3116972"/>
                  </a:lnTo>
                  <a:lnTo>
                    <a:pt x="3569259" y="3116972"/>
                  </a:lnTo>
                  <a:lnTo>
                    <a:pt x="3568403" y="3116972"/>
                  </a:lnTo>
                  <a:lnTo>
                    <a:pt x="3567548" y="3116972"/>
                  </a:lnTo>
                  <a:lnTo>
                    <a:pt x="3566692" y="3116972"/>
                  </a:lnTo>
                  <a:lnTo>
                    <a:pt x="3565837" y="3116972"/>
                  </a:lnTo>
                  <a:lnTo>
                    <a:pt x="3564981" y="3116972"/>
                  </a:lnTo>
                  <a:lnTo>
                    <a:pt x="3564126" y="3116972"/>
                  </a:lnTo>
                  <a:lnTo>
                    <a:pt x="3563270" y="3116972"/>
                  </a:lnTo>
                  <a:lnTo>
                    <a:pt x="3562415" y="3116972"/>
                  </a:lnTo>
                  <a:lnTo>
                    <a:pt x="3561559" y="3116972"/>
                  </a:lnTo>
                  <a:lnTo>
                    <a:pt x="3560704" y="3116972"/>
                  </a:lnTo>
                  <a:lnTo>
                    <a:pt x="3559848" y="3116972"/>
                  </a:lnTo>
                  <a:lnTo>
                    <a:pt x="3558993" y="3116972"/>
                  </a:lnTo>
                  <a:lnTo>
                    <a:pt x="3558137" y="3116972"/>
                  </a:lnTo>
                  <a:lnTo>
                    <a:pt x="3557282" y="3116972"/>
                  </a:lnTo>
                  <a:lnTo>
                    <a:pt x="3556426" y="3116972"/>
                  </a:lnTo>
                  <a:lnTo>
                    <a:pt x="3555571" y="3116972"/>
                  </a:lnTo>
                  <a:lnTo>
                    <a:pt x="3554715" y="3116972"/>
                  </a:lnTo>
                  <a:lnTo>
                    <a:pt x="3553859" y="3116972"/>
                  </a:lnTo>
                  <a:lnTo>
                    <a:pt x="3553004" y="3116972"/>
                  </a:lnTo>
                  <a:lnTo>
                    <a:pt x="3552148" y="3116972"/>
                  </a:lnTo>
                  <a:lnTo>
                    <a:pt x="3551293" y="3116972"/>
                  </a:lnTo>
                  <a:lnTo>
                    <a:pt x="3550437" y="3116972"/>
                  </a:lnTo>
                  <a:lnTo>
                    <a:pt x="3549582" y="3116972"/>
                  </a:lnTo>
                  <a:lnTo>
                    <a:pt x="3548726" y="3116972"/>
                  </a:lnTo>
                  <a:lnTo>
                    <a:pt x="3547871" y="3116972"/>
                  </a:lnTo>
                  <a:lnTo>
                    <a:pt x="3547015" y="3116972"/>
                  </a:lnTo>
                  <a:lnTo>
                    <a:pt x="3546160" y="3116972"/>
                  </a:lnTo>
                  <a:lnTo>
                    <a:pt x="3545304" y="3116972"/>
                  </a:lnTo>
                  <a:lnTo>
                    <a:pt x="3544449" y="3116972"/>
                  </a:lnTo>
                  <a:lnTo>
                    <a:pt x="3543593" y="3116972"/>
                  </a:lnTo>
                  <a:lnTo>
                    <a:pt x="3542738" y="3116972"/>
                  </a:lnTo>
                  <a:lnTo>
                    <a:pt x="3541882" y="3116972"/>
                  </a:lnTo>
                  <a:lnTo>
                    <a:pt x="3541027" y="3116972"/>
                  </a:lnTo>
                  <a:lnTo>
                    <a:pt x="3540171" y="3116972"/>
                  </a:lnTo>
                  <a:lnTo>
                    <a:pt x="3539316" y="3116972"/>
                  </a:lnTo>
                  <a:lnTo>
                    <a:pt x="3538460" y="3116972"/>
                  </a:lnTo>
                  <a:lnTo>
                    <a:pt x="3537604" y="3116972"/>
                  </a:lnTo>
                  <a:lnTo>
                    <a:pt x="3536749" y="3116972"/>
                  </a:lnTo>
                  <a:lnTo>
                    <a:pt x="3535893" y="3116972"/>
                  </a:lnTo>
                  <a:lnTo>
                    <a:pt x="3535038" y="3116972"/>
                  </a:lnTo>
                  <a:lnTo>
                    <a:pt x="3534182" y="3116972"/>
                  </a:lnTo>
                  <a:lnTo>
                    <a:pt x="3533327" y="3116972"/>
                  </a:lnTo>
                  <a:lnTo>
                    <a:pt x="3532471" y="3116972"/>
                  </a:lnTo>
                  <a:lnTo>
                    <a:pt x="3531616" y="3116972"/>
                  </a:lnTo>
                  <a:lnTo>
                    <a:pt x="3530760" y="3116972"/>
                  </a:lnTo>
                  <a:lnTo>
                    <a:pt x="3529905" y="3116972"/>
                  </a:lnTo>
                  <a:lnTo>
                    <a:pt x="3529049" y="3116972"/>
                  </a:lnTo>
                  <a:lnTo>
                    <a:pt x="3528194" y="3116972"/>
                  </a:lnTo>
                  <a:lnTo>
                    <a:pt x="3527338" y="3116972"/>
                  </a:lnTo>
                  <a:lnTo>
                    <a:pt x="3526483" y="3116972"/>
                  </a:lnTo>
                  <a:lnTo>
                    <a:pt x="3525627" y="3116972"/>
                  </a:lnTo>
                  <a:lnTo>
                    <a:pt x="3524772" y="3116972"/>
                  </a:lnTo>
                  <a:lnTo>
                    <a:pt x="3523916" y="3116972"/>
                  </a:lnTo>
                  <a:lnTo>
                    <a:pt x="3523061" y="3116972"/>
                  </a:lnTo>
                  <a:lnTo>
                    <a:pt x="3522205" y="3116972"/>
                  </a:lnTo>
                  <a:lnTo>
                    <a:pt x="3521349" y="3116972"/>
                  </a:lnTo>
                  <a:lnTo>
                    <a:pt x="3520494" y="3116972"/>
                  </a:lnTo>
                  <a:lnTo>
                    <a:pt x="3519638" y="3116972"/>
                  </a:lnTo>
                  <a:lnTo>
                    <a:pt x="3518783" y="3116972"/>
                  </a:lnTo>
                  <a:lnTo>
                    <a:pt x="3517927" y="3116972"/>
                  </a:lnTo>
                  <a:lnTo>
                    <a:pt x="3517072" y="3116972"/>
                  </a:lnTo>
                  <a:lnTo>
                    <a:pt x="3516216" y="3116972"/>
                  </a:lnTo>
                  <a:lnTo>
                    <a:pt x="3515361" y="3116972"/>
                  </a:lnTo>
                  <a:lnTo>
                    <a:pt x="3514505" y="3116972"/>
                  </a:lnTo>
                  <a:lnTo>
                    <a:pt x="3513650" y="3116972"/>
                  </a:lnTo>
                  <a:lnTo>
                    <a:pt x="3512794" y="3116972"/>
                  </a:lnTo>
                  <a:lnTo>
                    <a:pt x="3511939" y="3116972"/>
                  </a:lnTo>
                  <a:lnTo>
                    <a:pt x="3511083" y="3116972"/>
                  </a:lnTo>
                  <a:lnTo>
                    <a:pt x="3510228" y="3116972"/>
                  </a:lnTo>
                  <a:lnTo>
                    <a:pt x="3509372" y="3116972"/>
                  </a:lnTo>
                  <a:lnTo>
                    <a:pt x="3508517" y="3116972"/>
                  </a:lnTo>
                  <a:lnTo>
                    <a:pt x="3507661" y="3116972"/>
                  </a:lnTo>
                  <a:lnTo>
                    <a:pt x="3506806" y="3116972"/>
                  </a:lnTo>
                  <a:lnTo>
                    <a:pt x="3505950" y="3116972"/>
                  </a:lnTo>
                  <a:lnTo>
                    <a:pt x="3505094" y="3116972"/>
                  </a:lnTo>
                  <a:lnTo>
                    <a:pt x="3504239" y="3116972"/>
                  </a:lnTo>
                  <a:lnTo>
                    <a:pt x="3503383" y="3116972"/>
                  </a:lnTo>
                  <a:lnTo>
                    <a:pt x="3502528" y="3116972"/>
                  </a:lnTo>
                  <a:lnTo>
                    <a:pt x="3501672" y="3116972"/>
                  </a:lnTo>
                  <a:lnTo>
                    <a:pt x="3500817" y="3116972"/>
                  </a:lnTo>
                  <a:lnTo>
                    <a:pt x="3499961" y="3116972"/>
                  </a:lnTo>
                  <a:lnTo>
                    <a:pt x="3499106" y="3116972"/>
                  </a:lnTo>
                  <a:lnTo>
                    <a:pt x="3498250" y="3116972"/>
                  </a:lnTo>
                  <a:lnTo>
                    <a:pt x="3497395" y="3116972"/>
                  </a:lnTo>
                  <a:lnTo>
                    <a:pt x="3496539" y="3116972"/>
                  </a:lnTo>
                  <a:lnTo>
                    <a:pt x="3495684" y="3116972"/>
                  </a:lnTo>
                  <a:lnTo>
                    <a:pt x="3494828" y="3116972"/>
                  </a:lnTo>
                  <a:lnTo>
                    <a:pt x="3493973" y="3116972"/>
                  </a:lnTo>
                  <a:lnTo>
                    <a:pt x="3493117" y="3116972"/>
                  </a:lnTo>
                  <a:lnTo>
                    <a:pt x="3492262" y="3116972"/>
                  </a:lnTo>
                  <a:lnTo>
                    <a:pt x="3491406" y="3116972"/>
                  </a:lnTo>
                  <a:lnTo>
                    <a:pt x="3490550" y="3116972"/>
                  </a:lnTo>
                  <a:lnTo>
                    <a:pt x="3489695" y="3116972"/>
                  </a:lnTo>
                  <a:lnTo>
                    <a:pt x="3488839" y="3116972"/>
                  </a:lnTo>
                  <a:lnTo>
                    <a:pt x="3487984" y="3116972"/>
                  </a:lnTo>
                  <a:lnTo>
                    <a:pt x="3487128" y="3116972"/>
                  </a:lnTo>
                  <a:lnTo>
                    <a:pt x="3486273" y="3116972"/>
                  </a:lnTo>
                  <a:lnTo>
                    <a:pt x="3485417" y="3116972"/>
                  </a:lnTo>
                  <a:lnTo>
                    <a:pt x="3484562" y="3116972"/>
                  </a:lnTo>
                  <a:lnTo>
                    <a:pt x="3483706" y="3116972"/>
                  </a:lnTo>
                  <a:lnTo>
                    <a:pt x="3482851" y="3116972"/>
                  </a:lnTo>
                  <a:lnTo>
                    <a:pt x="3481995" y="3116972"/>
                  </a:lnTo>
                  <a:lnTo>
                    <a:pt x="3481140" y="3116972"/>
                  </a:lnTo>
                  <a:lnTo>
                    <a:pt x="3480284" y="3116972"/>
                  </a:lnTo>
                  <a:lnTo>
                    <a:pt x="3479429" y="3116972"/>
                  </a:lnTo>
                  <a:lnTo>
                    <a:pt x="3478573" y="3116972"/>
                  </a:lnTo>
                  <a:lnTo>
                    <a:pt x="3477718" y="3116972"/>
                  </a:lnTo>
                  <a:lnTo>
                    <a:pt x="3476862" y="3116972"/>
                  </a:lnTo>
                  <a:lnTo>
                    <a:pt x="3476007" y="3116972"/>
                  </a:lnTo>
                  <a:lnTo>
                    <a:pt x="3475151" y="3116972"/>
                  </a:lnTo>
                  <a:lnTo>
                    <a:pt x="3474295" y="3116972"/>
                  </a:lnTo>
                  <a:lnTo>
                    <a:pt x="3473440" y="3116972"/>
                  </a:lnTo>
                  <a:lnTo>
                    <a:pt x="3472584" y="3116972"/>
                  </a:lnTo>
                  <a:lnTo>
                    <a:pt x="3471729" y="3116972"/>
                  </a:lnTo>
                  <a:lnTo>
                    <a:pt x="3470873" y="3116972"/>
                  </a:lnTo>
                  <a:lnTo>
                    <a:pt x="3470018" y="3116972"/>
                  </a:lnTo>
                  <a:lnTo>
                    <a:pt x="3469162" y="3116972"/>
                  </a:lnTo>
                  <a:lnTo>
                    <a:pt x="3468307" y="3116972"/>
                  </a:lnTo>
                  <a:lnTo>
                    <a:pt x="3467451" y="3116972"/>
                  </a:lnTo>
                  <a:lnTo>
                    <a:pt x="3466596" y="3116972"/>
                  </a:lnTo>
                  <a:lnTo>
                    <a:pt x="3465740" y="3116972"/>
                  </a:lnTo>
                  <a:lnTo>
                    <a:pt x="3464885" y="3116972"/>
                  </a:lnTo>
                  <a:lnTo>
                    <a:pt x="3464029" y="3116972"/>
                  </a:lnTo>
                  <a:lnTo>
                    <a:pt x="3463174" y="3116972"/>
                  </a:lnTo>
                  <a:lnTo>
                    <a:pt x="3462318" y="3116972"/>
                  </a:lnTo>
                  <a:lnTo>
                    <a:pt x="3461463" y="3116972"/>
                  </a:lnTo>
                  <a:lnTo>
                    <a:pt x="3460607" y="3116972"/>
                  </a:lnTo>
                  <a:lnTo>
                    <a:pt x="3459752" y="3116972"/>
                  </a:lnTo>
                  <a:lnTo>
                    <a:pt x="3458896" y="3116972"/>
                  </a:lnTo>
                  <a:lnTo>
                    <a:pt x="3458040" y="3116972"/>
                  </a:lnTo>
                  <a:lnTo>
                    <a:pt x="3457185" y="3116972"/>
                  </a:lnTo>
                  <a:lnTo>
                    <a:pt x="3456329" y="3116972"/>
                  </a:lnTo>
                  <a:lnTo>
                    <a:pt x="3455474" y="3116972"/>
                  </a:lnTo>
                  <a:lnTo>
                    <a:pt x="3454618" y="3116972"/>
                  </a:lnTo>
                  <a:lnTo>
                    <a:pt x="3453763" y="3116972"/>
                  </a:lnTo>
                  <a:lnTo>
                    <a:pt x="3452907" y="3116972"/>
                  </a:lnTo>
                  <a:lnTo>
                    <a:pt x="3452052" y="3116972"/>
                  </a:lnTo>
                  <a:lnTo>
                    <a:pt x="3451196" y="3116972"/>
                  </a:lnTo>
                  <a:lnTo>
                    <a:pt x="3450341" y="3116972"/>
                  </a:lnTo>
                  <a:lnTo>
                    <a:pt x="3449485" y="3116972"/>
                  </a:lnTo>
                  <a:lnTo>
                    <a:pt x="3448630" y="3116972"/>
                  </a:lnTo>
                  <a:lnTo>
                    <a:pt x="3447774" y="3116972"/>
                  </a:lnTo>
                  <a:lnTo>
                    <a:pt x="3446919" y="3116972"/>
                  </a:lnTo>
                  <a:lnTo>
                    <a:pt x="3446063" y="3116972"/>
                  </a:lnTo>
                  <a:lnTo>
                    <a:pt x="3445208" y="3116972"/>
                  </a:lnTo>
                  <a:lnTo>
                    <a:pt x="3444352" y="3116972"/>
                  </a:lnTo>
                  <a:lnTo>
                    <a:pt x="3443496" y="3116972"/>
                  </a:lnTo>
                  <a:lnTo>
                    <a:pt x="3442641" y="3116972"/>
                  </a:lnTo>
                  <a:lnTo>
                    <a:pt x="3441785" y="3116972"/>
                  </a:lnTo>
                  <a:lnTo>
                    <a:pt x="3440930" y="3116972"/>
                  </a:lnTo>
                  <a:lnTo>
                    <a:pt x="3440074" y="3116972"/>
                  </a:lnTo>
                  <a:lnTo>
                    <a:pt x="3439219" y="3116972"/>
                  </a:lnTo>
                  <a:lnTo>
                    <a:pt x="3438363" y="3116972"/>
                  </a:lnTo>
                  <a:lnTo>
                    <a:pt x="3437508" y="3116972"/>
                  </a:lnTo>
                  <a:lnTo>
                    <a:pt x="3436652" y="3116972"/>
                  </a:lnTo>
                  <a:lnTo>
                    <a:pt x="3435797" y="3116972"/>
                  </a:lnTo>
                  <a:lnTo>
                    <a:pt x="3434941" y="3116972"/>
                  </a:lnTo>
                  <a:lnTo>
                    <a:pt x="3434086" y="3116972"/>
                  </a:lnTo>
                  <a:lnTo>
                    <a:pt x="3433230" y="3116972"/>
                  </a:lnTo>
                  <a:lnTo>
                    <a:pt x="3432375" y="3116972"/>
                  </a:lnTo>
                  <a:lnTo>
                    <a:pt x="3431519" y="3116972"/>
                  </a:lnTo>
                  <a:lnTo>
                    <a:pt x="3430664" y="3116972"/>
                  </a:lnTo>
                  <a:lnTo>
                    <a:pt x="3429808" y="3116972"/>
                  </a:lnTo>
                  <a:lnTo>
                    <a:pt x="3428953" y="3116972"/>
                  </a:lnTo>
                  <a:lnTo>
                    <a:pt x="3428097" y="3116972"/>
                  </a:lnTo>
                  <a:lnTo>
                    <a:pt x="3427241" y="3116972"/>
                  </a:lnTo>
                  <a:lnTo>
                    <a:pt x="3426386" y="3116972"/>
                  </a:lnTo>
                  <a:lnTo>
                    <a:pt x="3425530" y="3116972"/>
                  </a:lnTo>
                  <a:lnTo>
                    <a:pt x="3424675" y="3116972"/>
                  </a:lnTo>
                  <a:lnTo>
                    <a:pt x="3423819" y="3116972"/>
                  </a:lnTo>
                  <a:lnTo>
                    <a:pt x="3422964" y="3116972"/>
                  </a:lnTo>
                  <a:lnTo>
                    <a:pt x="3422108" y="3116972"/>
                  </a:lnTo>
                  <a:lnTo>
                    <a:pt x="3421253" y="3116972"/>
                  </a:lnTo>
                  <a:lnTo>
                    <a:pt x="3420397" y="3116972"/>
                  </a:lnTo>
                  <a:lnTo>
                    <a:pt x="3419542" y="3116972"/>
                  </a:lnTo>
                  <a:lnTo>
                    <a:pt x="3418686" y="3116972"/>
                  </a:lnTo>
                  <a:lnTo>
                    <a:pt x="3417831" y="3116972"/>
                  </a:lnTo>
                  <a:lnTo>
                    <a:pt x="3416975" y="3116972"/>
                  </a:lnTo>
                  <a:lnTo>
                    <a:pt x="3416120" y="3116972"/>
                  </a:lnTo>
                  <a:lnTo>
                    <a:pt x="3415264" y="3116972"/>
                  </a:lnTo>
                  <a:lnTo>
                    <a:pt x="3414409" y="3116972"/>
                  </a:lnTo>
                  <a:lnTo>
                    <a:pt x="3413553" y="3116972"/>
                  </a:lnTo>
                  <a:lnTo>
                    <a:pt x="3412698" y="3116972"/>
                  </a:lnTo>
                  <a:lnTo>
                    <a:pt x="3411842" y="3116972"/>
                  </a:lnTo>
                  <a:lnTo>
                    <a:pt x="3410986" y="3116972"/>
                  </a:lnTo>
                  <a:lnTo>
                    <a:pt x="3410131" y="3116972"/>
                  </a:lnTo>
                  <a:lnTo>
                    <a:pt x="3409275" y="3116972"/>
                  </a:lnTo>
                  <a:lnTo>
                    <a:pt x="3408420" y="3116972"/>
                  </a:lnTo>
                  <a:lnTo>
                    <a:pt x="3407564" y="3116972"/>
                  </a:lnTo>
                  <a:lnTo>
                    <a:pt x="3406709" y="3116972"/>
                  </a:lnTo>
                  <a:lnTo>
                    <a:pt x="3405853" y="3116972"/>
                  </a:lnTo>
                  <a:lnTo>
                    <a:pt x="3404998" y="3116972"/>
                  </a:lnTo>
                  <a:lnTo>
                    <a:pt x="3404142" y="3116972"/>
                  </a:lnTo>
                  <a:lnTo>
                    <a:pt x="3403287" y="3116972"/>
                  </a:lnTo>
                  <a:lnTo>
                    <a:pt x="3402431" y="3116972"/>
                  </a:lnTo>
                  <a:lnTo>
                    <a:pt x="3401576" y="3116972"/>
                  </a:lnTo>
                  <a:lnTo>
                    <a:pt x="3400720" y="3116972"/>
                  </a:lnTo>
                  <a:lnTo>
                    <a:pt x="3399865" y="3116972"/>
                  </a:lnTo>
                  <a:lnTo>
                    <a:pt x="3399009" y="3116972"/>
                  </a:lnTo>
                  <a:lnTo>
                    <a:pt x="3398154" y="3116972"/>
                  </a:lnTo>
                  <a:lnTo>
                    <a:pt x="3397298" y="3116972"/>
                  </a:lnTo>
                  <a:lnTo>
                    <a:pt x="3396442" y="3116972"/>
                  </a:lnTo>
                  <a:lnTo>
                    <a:pt x="3395587" y="3116972"/>
                  </a:lnTo>
                  <a:lnTo>
                    <a:pt x="3394731" y="3116972"/>
                  </a:lnTo>
                  <a:lnTo>
                    <a:pt x="3393876" y="3116972"/>
                  </a:lnTo>
                  <a:lnTo>
                    <a:pt x="3393020" y="3116972"/>
                  </a:lnTo>
                  <a:lnTo>
                    <a:pt x="3392165" y="3116972"/>
                  </a:lnTo>
                  <a:lnTo>
                    <a:pt x="3391309" y="3116972"/>
                  </a:lnTo>
                  <a:lnTo>
                    <a:pt x="3390454" y="3116972"/>
                  </a:lnTo>
                  <a:lnTo>
                    <a:pt x="3389598" y="3116972"/>
                  </a:lnTo>
                  <a:lnTo>
                    <a:pt x="3388743" y="3116972"/>
                  </a:lnTo>
                  <a:lnTo>
                    <a:pt x="3387887" y="3116972"/>
                  </a:lnTo>
                  <a:lnTo>
                    <a:pt x="3387032" y="3116972"/>
                  </a:lnTo>
                  <a:lnTo>
                    <a:pt x="3386176" y="3116972"/>
                  </a:lnTo>
                  <a:lnTo>
                    <a:pt x="3385321" y="3116972"/>
                  </a:lnTo>
                  <a:lnTo>
                    <a:pt x="3384465" y="3116972"/>
                  </a:lnTo>
                  <a:lnTo>
                    <a:pt x="3383610" y="3116972"/>
                  </a:lnTo>
                  <a:lnTo>
                    <a:pt x="3382754" y="3116972"/>
                  </a:lnTo>
                  <a:lnTo>
                    <a:pt x="3381899" y="3116972"/>
                  </a:lnTo>
                  <a:lnTo>
                    <a:pt x="3381043" y="3116972"/>
                  </a:lnTo>
                  <a:lnTo>
                    <a:pt x="3380187" y="3116972"/>
                  </a:lnTo>
                  <a:lnTo>
                    <a:pt x="3379332" y="3116972"/>
                  </a:lnTo>
                  <a:lnTo>
                    <a:pt x="3378476" y="3116972"/>
                  </a:lnTo>
                  <a:lnTo>
                    <a:pt x="3377621" y="3116972"/>
                  </a:lnTo>
                  <a:lnTo>
                    <a:pt x="3376765" y="3116972"/>
                  </a:lnTo>
                  <a:lnTo>
                    <a:pt x="3375910" y="3116972"/>
                  </a:lnTo>
                  <a:lnTo>
                    <a:pt x="3375054" y="3116972"/>
                  </a:lnTo>
                  <a:lnTo>
                    <a:pt x="3374199" y="3116972"/>
                  </a:lnTo>
                  <a:lnTo>
                    <a:pt x="3373343" y="3116972"/>
                  </a:lnTo>
                  <a:lnTo>
                    <a:pt x="3372488" y="3116972"/>
                  </a:lnTo>
                  <a:lnTo>
                    <a:pt x="3371632" y="3116972"/>
                  </a:lnTo>
                  <a:lnTo>
                    <a:pt x="3370777" y="3116972"/>
                  </a:lnTo>
                  <a:lnTo>
                    <a:pt x="3369921" y="3116972"/>
                  </a:lnTo>
                  <a:lnTo>
                    <a:pt x="3369066" y="3116972"/>
                  </a:lnTo>
                  <a:lnTo>
                    <a:pt x="3368210" y="3116972"/>
                  </a:lnTo>
                  <a:lnTo>
                    <a:pt x="3367355" y="3116972"/>
                  </a:lnTo>
                  <a:lnTo>
                    <a:pt x="3366499" y="3116972"/>
                  </a:lnTo>
                  <a:lnTo>
                    <a:pt x="3365644" y="3116972"/>
                  </a:lnTo>
                  <a:lnTo>
                    <a:pt x="3364788" y="3116972"/>
                  </a:lnTo>
                  <a:lnTo>
                    <a:pt x="3363932" y="3116972"/>
                  </a:lnTo>
                  <a:lnTo>
                    <a:pt x="3363077" y="3116972"/>
                  </a:lnTo>
                  <a:lnTo>
                    <a:pt x="3362221" y="3116972"/>
                  </a:lnTo>
                  <a:lnTo>
                    <a:pt x="3361366" y="3116972"/>
                  </a:lnTo>
                  <a:lnTo>
                    <a:pt x="3360510" y="3116972"/>
                  </a:lnTo>
                  <a:lnTo>
                    <a:pt x="3359655" y="3116972"/>
                  </a:lnTo>
                  <a:lnTo>
                    <a:pt x="3358799" y="3116972"/>
                  </a:lnTo>
                  <a:lnTo>
                    <a:pt x="3357944" y="3116972"/>
                  </a:lnTo>
                  <a:lnTo>
                    <a:pt x="3357088" y="3116972"/>
                  </a:lnTo>
                  <a:lnTo>
                    <a:pt x="3356233" y="3116972"/>
                  </a:lnTo>
                  <a:lnTo>
                    <a:pt x="3355377" y="3116972"/>
                  </a:lnTo>
                  <a:lnTo>
                    <a:pt x="3354522" y="3116972"/>
                  </a:lnTo>
                  <a:lnTo>
                    <a:pt x="3353666" y="3116972"/>
                  </a:lnTo>
                  <a:lnTo>
                    <a:pt x="3352811" y="3116972"/>
                  </a:lnTo>
                  <a:lnTo>
                    <a:pt x="3351955" y="3116972"/>
                  </a:lnTo>
                  <a:lnTo>
                    <a:pt x="3351100" y="3116972"/>
                  </a:lnTo>
                  <a:lnTo>
                    <a:pt x="3350244" y="3116972"/>
                  </a:lnTo>
                  <a:lnTo>
                    <a:pt x="3349388" y="3116972"/>
                  </a:lnTo>
                  <a:lnTo>
                    <a:pt x="3348533" y="3116972"/>
                  </a:lnTo>
                  <a:lnTo>
                    <a:pt x="3347677" y="3116972"/>
                  </a:lnTo>
                  <a:lnTo>
                    <a:pt x="3346822" y="3116972"/>
                  </a:lnTo>
                  <a:lnTo>
                    <a:pt x="3345966" y="3116972"/>
                  </a:lnTo>
                  <a:lnTo>
                    <a:pt x="3345111" y="3116972"/>
                  </a:lnTo>
                  <a:lnTo>
                    <a:pt x="3344255" y="3116972"/>
                  </a:lnTo>
                  <a:lnTo>
                    <a:pt x="3343400" y="3116972"/>
                  </a:lnTo>
                  <a:lnTo>
                    <a:pt x="3342544" y="3116972"/>
                  </a:lnTo>
                  <a:lnTo>
                    <a:pt x="3341689" y="3116972"/>
                  </a:lnTo>
                  <a:lnTo>
                    <a:pt x="3340833" y="3116972"/>
                  </a:lnTo>
                  <a:lnTo>
                    <a:pt x="3339978" y="3116972"/>
                  </a:lnTo>
                  <a:lnTo>
                    <a:pt x="3339122" y="3116972"/>
                  </a:lnTo>
                  <a:lnTo>
                    <a:pt x="3338267" y="3116972"/>
                  </a:lnTo>
                  <a:lnTo>
                    <a:pt x="3337411" y="3116972"/>
                  </a:lnTo>
                  <a:lnTo>
                    <a:pt x="3336556" y="3116972"/>
                  </a:lnTo>
                  <a:lnTo>
                    <a:pt x="3335700" y="3116972"/>
                  </a:lnTo>
                  <a:lnTo>
                    <a:pt x="3334845" y="3116972"/>
                  </a:lnTo>
                  <a:lnTo>
                    <a:pt x="3333989" y="3116972"/>
                  </a:lnTo>
                  <a:lnTo>
                    <a:pt x="3333133" y="3116972"/>
                  </a:lnTo>
                  <a:lnTo>
                    <a:pt x="3332278" y="3116972"/>
                  </a:lnTo>
                  <a:lnTo>
                    <a:pt x="3331422" y="3116972"/>
                  </a:lnTo>
                  <a:lnTo>
                    <a:pt x="3330567" y="3116972"/>
                  </a:lnTo>
                  <a:lnTo>
                    <a:pt x="3329711" y="3116972"/>
                  </a:lnTo>
                  <a:lnTo>
                    <a:pt x="3328856" y="3116972"/>
                  </a:lnTo>
                  <a:lnTo>
                    <a:pt x="3328000" y="3116972"/>
                  </a:lnTo>
                  <a:lnTo>
                    <a:pt x="3327145" y="3116972"/>
                  </a:lnTo>
                  <a:lnTo>
                    <a:pt x="3326289" y="3116972"/>
                  </a:lnTo>
                  <a:lnTo>
                    <a:pt x="3325434" y="3116972"/>
                  </a:lnTo>
                  <a:lnTo>
                    <a:pt x="3324578" y="3116972"/>
                  </a:lnTo>
                  <a:lnTo>
                    <a:pt x="3323723" y="3116972"/>
                  </a:lnTo>
                  <a:lnTo>
                    <a:pt x="3322867" y="3116972"/>
                  </a:lnTo>
                  <a:lnTo>
                    <a:pt x="3322012" y="3116972"/>
                  </a:lnTo>
                  <a:lnTo>
                    <a:pt x="3321156" y="3116972"/>
                  </a:lnTo>
                  <a:lnTo>
                    <a:pt x="3320301" y="3116972"/>
                  </a:lnTo>
                  <a:lnTo>
                    <a:pt x="3319445" y="3116972"/>
                  </a:lnTo>
                  <a:lnTo>
                    <a:pt x="3318590" y="3116972"/>
                  </a:lnTo>
                  <a:lnTo>
                    <a:pt x="3317734" y="3116972"/>
                  </a:lnTo>
                  <a:lnTo>
                    <a:pt x="3316878" y="3116972"/>
                  </a:lnTo>
                  <a:lnTo>
                    <a:pt x="3316023" y="3116972"/>
                  </a:lnTo>
                  <a:lnTo>
                    <a:pt x="3315167" y="3116972"/>
                  </a:lnTo>
                  <a:lnTo>
                    <a:pt x="3314312" y="3116972"/>
                  </a:lnTo>
                  <a:lnTo>
                    <a:pt x="3313456" y="3116972"/>
                  </a:lnTo>
                  <a:lnTo>
                    <a:pt x="3312601" y="3116972"/>
                  </a:lnTo>
                  <a:lnTo>
                    <a:pt x="3311745" y="3116972"/>
                  </a:lnTo>
                  <a:lnTo>
                    <a:pt x="3310890" y="3116972"/>
                  </a:lnTo>
                  <a:lnTo>
                    <a:pt x="3310034" y="3116972"/>
                  </a:lnTo>
                  <a:lnTo>
                    <a:pt x="3309179" y="3116972"/>
                  </a:lnTo>
                  <a:lnTo>
                    <a:pt x="3308323" y="3116972"/>
                  </a:lnTo>
                  <a:lnTo>
                    <a:pt x="3307468" y="3116972"/>
                  </a:lnTo>
                  <a:lnTo>
                    <a:pt x="3306612" y="3116972"/>
                  </a:lnTo>
                  <a:lnTo>
                    <a:pt x="3305757" y="3116972"/>
                  </a:lnTo>
                  <a:lnTo>
                    <a:pt x="3304901" y="3116972"/>
                  </a:lnTo>
                  <a:lnTo>
                    <a:pt x="3304046" y="3116972"/>
                  </a:lnTo>
                  <a:lnTo>
                    <a:pt x="3303190" y="3116972"/>
                  </a:lnTo>
                  <a:lnTo>
                    <a:pt x="3302335" y="3116972"/>
                  </a:lnTo>
                  <a:lnTo>
                    <a:pt x="3301479" y="3116972"/>
                  </a:lnTo>
                  <a:lnTo>
                    <a:pt x="3300623" y="3116972"/>
                  </a:lnTo>
                  <a:lnTo>
                    <a:pt x="3299768" y="3116972"/>
                  </a:lnTo>
                  <a:lnTo>
                    <a:pt x="3298912" y="3116972"/>
                  </a:lnTo>
                  <a:lnTo>
                    <a:pt x="3298057" y="3116972"/>
                  </a:lnTo>
                  <a:lnTo>
                    <a:pt x="3297201" y="3116972"/>
                  </a:lnTo>
                  <a:lnTo>
                    <a:pt x="3296346" y="3116972"/>
                  </a:lnTo>
                  <a:lnTo>
                    <a:pt x="3295490" y="3116972"/>
                  </a:lnTo>
                  <a:lnTo>
                    <a:pt x="3294635" y="3116972"/>
                  </a:lnTo>
                  <a:lnTo>
                    <a:pt x="3293779" y="3116972"/>
                  </a:lnTo>
                  <a:lnTo>
                    <a:pt x="3292924" y="3116972"/>
                  </a:lnTo>
                  <a:lnTo>
                    <a:pt x="3292068" y="3116972"/>
                  </a:lnTo>
                  <a:lnTo>
                    <a:pt x="3291213" y="3116972"/>
                  </a:lnTo>
                  <a:lnTo>
                    <a:pt x="3290357" y="3116972"/>
                  </a:lnTo>
                  <a:lnTo>
                    <a:pt x="3289502" y="3116972"/>
                  </a:lnTo>
                  <a:lnTo>
                    <a:pt x="3288646" y="3116972"/>
                  </a:lnTo>
                  <a:lnTo>
                    <a:pt x="3287791" y="3116972"/>
                  </a:lnTo>
                  <a:lnTo>
                    <a:pt x="3286935" y="3116972"/>
                  </a:lnTo>
                  <a:lnTo>
                    <a:pt x="3286079" y="3116972"/>
                  </a:lnTo>
                  <a:lnTo>
                    <a:pt x="3285224" y="3116972"/>
                  </a:lnTo>
                  <a:lnTo>
                    <a:pt x="3284368" y="3116972"/>
                  </a:lnTo>
                  <a:lnTo>
                    <a:pt x="3283513" y="3116972"/>
                  </a:lnTo>
                  <a:lnTo>
                    <a:pt x="3282657" y="3116972"/>
                  </a:lnTo>
                  <a:lnTo>
                    <a:pt x="3281802" y="3116972"/>
                  </a:lnTo>
                  <a:lnTo>
                    <a:pt x="3280946" y="3116972"/>
                  </a:lnTo>
                  <a:lnTo>
                    <a:pt x="3280091" y="3116972"/>
                  </a:lnTo>
                  <a:lnTo>
                    <a:pt x="3279235" y="3116972"/>
                  </a:lnTo>
                  <a:lnTo>
                    <a:pt x="3278380" y="3116972"/>
                  </a:lnTo>
                  <a:lnTo>
                    <a:pt x="3277524" y="3116972"/>
                  </a:lnTo>
                  <a:lnTo>
                    <a:pt x="3276669" y="3116972"/>
                  </a:lnTo>
                  <a:lnTo>
                    <a:pt x="3275813" y="3116972"/>
                  </a:lnTo>
                  <a:lnTo>
                    <a:pt x="3274958" y="3116972"/>
                  </a:lnTo>
                  <a:lnTo>
                    <a:pt x="3274102" y="3116972"/>
                  </a:lnTo>
                  <a:lnTo>
                    <a:pt x="3273247" y="3116972"/>
                  </a:lnTo>
                  <a:lnTo>
                    <a:pt x="3272391" y="3116972"/>
                  </a:lnTo>
                  <a:lnTo>
                    <a:pt x="3271536" y="3116972"/>
                  </a:lnTo>
                  <a:lnTo>
                    <a:pt x="3270680" y="3116972"/>
                  </a:lnTo>
                  <a:lnTo>
                    <a:pt x="3269824" y="3116972"/>
                  </a:lnTo>
                  <a:lnTo>
                    <a:pt x="3268969" y="3116972"/>
                  </a:lnTo>
                  <a:lnTo>
                    <a:pt x="3268113" y="3116972"/>
                  </a:lnTo>
                  <a:lnTo>
                    <a:pt x="3267258" y="3116972"/>
                  </a:lnTo>
                  <a:lnTo>
                    <a:pt x="3266402" y="3116972"/>
                  </a:lnTo>
                  <a:lnTo>
                    <a:pt x="3265547" y="3116972"/>
                  </a:lnTo>
                  <a:lnTo>
                    <a:pt x="3264691" y="3116972"/>
                  </a:lnTo>
                  <a:lnTo>
                    <a:pt x="3263836" y="3116972"/>
                  </a:lnTo>
                  <a:lnTo>
                    <a:pt x="3262980" y="3116972"/>
                  </a:lnTo>
                  <a:lnTo>
                    <a:pt x="3262125" y="3116972"/>
                  </a:lnTo>
                  <a:lnTo>
                    <a:pt x="3261269" y="3116972"/>
                  </a:lnTo>
                  <a:lnTo>
                    <a:pt x="3260414" y="3116972"/>
                  </a:lnTo>
                  <a:lnTo>
                    <a:pt x="3259558" y="3116972"/>
                  </a:lnTo>
                  <a:lnTo>
                    <a:pt x="3258703" y="3116972"/>
                  </a:lnTo>
                  <a:lnTo>
                    <a:pt x="3257847" y="3116972"/>
                  </a:lnTo>
                  <a:lnTo>
                    <a:pt x="3256992" y="3116972"/>
                  </a:lnTo>
                  <a:lnTo>
                    <a:pt x="3256136" y="3116972"/>
                  </a:lnTo>
                  <a:lnTo>
                    <a:pt x="3255281" y="3116972"/>
                  </a:lnTo>
                  <a:lnTo>
                    <a:pt x="3254425" y="3116972"/>
                  </a:lnTo>
                  <a:lnTo>
                    <a:pt x="3253569" y="3116972"/>
                  </a:lnTo>
                  <a:lnTo>
                    <a:pt x="3252714" y="3116972"/>
                  </a:lnTo>
                  <a:lnTo>
                    <a:pt x="3251858" y="3116972"/>
                  </a:lnTo>
                  <a:lnTo>
                    <a:pt x="3251003" y="3116972"/>
                  </a:lnTo>
                  <a:lnTo>
                    <a:pt x="3250147" y="3116972"/>
                  </a:lnTo>
                  <a:lnTo>
                    <a:pt x="3249292" y="3116972"/>
                  </a:lnTo>
                  <a:lnTo>
                    <a:pt x="3248436" y="3116972"/>
                  </a:lnTo>
                  <a:lnTo>
                    <a:pt x="3247581" y="3116972"/>
                  </a:lnTo>
                  <a:lnTo>
                    <a:pt x="3246725" y="3116972"/>
                  </a:lnTo>
                  <a:lnTo>
                    <a:pt x="3245870" y="3116972"/>
                  </a:lnTo>
                  <a:lnTo>
                    <a:pt x="3245014" y="3116972"/>
                  </a:lnTo>
                  <a:lnTo>
                    <a:pt x="3244159" y="3116972"/>
                  </a:lnTo>
                  <a:lnTo>
                    <a:pt x="3243303" y="3116972"/>
                  </a:lnTo>
                  <a:lnTo>
                    <a:pt x="3242448" y="3116972"/>
                  </a:lnTo>
                  <a:lnTo>
                    <a:pt x="3241592" y="3116972"/>
                  </a:lnTo>
                  <a:lnTo>
                    <a:pt x="3240737" y="3116972"/>
                  </a:lnTo>
                  <a:lnTo>
                    <a:pt x="3239881" y="3116972"/>
                  </a:lnTo>
                  <a:lnTo>
                    <a:pt x="3239025" y="3116972"/>
                  </a:lnTo>
                  <a:lnTo>
                    <a:pt x="3238170" y="3116972"/>
                  </a:lnTo>
                  <a:lnTo>
                    <a:pt x="3237314" y="3116972"/>
                  </a:lnTo>
                  <a:lnTo>
                    <a:pt x="3236459" y="3116972"/>
                  </a:lnTo>
                  <a:lnTo>
                    <a:pt x="3235603" y="3116972"/>
                  </a:lnTo>
                  <a:lnTo>
                    <a:pt x="3234748" y="3116972"/>
                  </a:lnTo>
                  <a:lnTo>
                    <a:pt x="3233892" y="3116972"/>
                  </a:lnTo>
                  <a:lnTo>
                    <a:pt x="3233037" y="3116972"/>
                  </a:lnTo>
                  <a:lnTo>
                    <a:pt x="3232181" y="3116972"/>
                  </a:lnTo>
                  <a:lnTo>
                    <a:pt x="3231326" y="3116972"/>
                  </a:lnTo>
                  <a:lnTo>
                    <a:pt x="3230470" y="3116972"/>
                  </a:lnTo>
                  <a:lnTo>
                    <a:pt x="3229615" y="3116972"/>
                  </a:lnTo>
                  <a:lnTo>
                    <a:pt x="3228759" y="3116972"/>
                  </a:lnTo>
                  <a:lnTo>
                    <a:pt x="3227904" y="3116972"/>
                  </a:lnTo>
                  <a:lnTo>
                    <a:pt x="3227048" y="3116972"/>
                  </a:lnTo>
                  <a:lnTo>
                    <a:pt x="3226193" y="3116972"/>
                  </a:lnTo>
                  <a:lnTo>
                    <a:pt x="3225337" y="3116972"/>
                  </a:lnTo>
                  <a:lnTo>
                    <a:pt x="3224482" y="3116972"/>
                  </a:lnTo>
                  <a:lnTo>
                    <a:pt x="3223626" y="3116972"/>
                  </a:lnTo>
                  <a:lnTo>
                    <a:pt x="3222770" y="3116972"/>
                  </a:lnTo>
                  <a:lnTo>
                    <a:pt x="3221915" y="3116972"/>
                  </a:lnTo>
                  <a:lnTo>
                    <a:pt x="3221059" y="3116972"/>
                  </a:lnTo>
                  <a:lnTo>
                    <a:pt x="3220204" y="3116972"/>
                  </a:lnTo>
                  <a:lnTo>
                    <a:pt x="3219348" y="3116972"/>
                  </a:lnTo>
                  <a:lnTo>
                    <a:pt x="3218493" y="3116972"/>
                  </a:lnTo>
                  <a:lnTo>
                    <a:pt x="3217637" y="3116972"/>
                  </a:lnTo>
                  <a:lnTo>
                    <a:pt x="3216782" y="3116972"/>
                  </a:lnTo>
                  <a:lnTo>
                    <a:pt x="3215926" y="3116972"/>
                  </a:lnTo>
                  <a:lnTo>
                    <a:pt x="3215071" y="3116972"/>
                  </a:lnTo>
                  <a:lnTo>
                    <a:pt x="3214215" y="3116972"/>
                  </a:lnTo>
                  <a:lnTo>
                    <a:pt x="3213360" y="3116972"/>
                  </a:lnTo>
                  <a:lnTo>
                    <a:pt x="3212504" y="3116972"/>
                  </a:lnTo>
                  <a:lnTo>
                    <a:pt x="3211649" y="3116972"/>
                  </a:lnTo>
                  <a:lnTo>
                    <a:pt x="3210793" y="3116972"/>
                  </a:lnTo>
                  <a:lnTo>
                    <a:pt x="3209938" y="3116972"/>
                  </a:lnTo>
                  <a:lnTo>
                    <a:pt x="3209082" y="3116972"/>
                  </a:lnTo>
                  <a:lnTo>
                    <a:pt x="3208227" y="3116972"/>
                  </a:lnTo>
                  <a:lnTo>
                    <a:pt x="3207371" y="3116972"/>
                  </a:lnTo>
                  <a:lnTo>
                    <a:pt x="3206515" y="3116972"/>
                  </a:lnTo>
                  <a:lnTo>
                    <a:pt x="3205660" y="3116972"/>
                  </a:lnTo>
                  <a:lnTo>
                    <a:pt x="3204804" y="3116972"/>
                  </a:lnTo>
                  <a:lnTo>
                    <a:pt x="3203949" y="3116972"/>
                  </a:lnTo>
                  <a:lnTo>
                    <a:pt x="3203093" y="3116972"/>
                  </a:lnTo>
                  <a:lnTo>
                    <a:pt x="3202238" y="3116972"/>
                  </a:lnTo>
                  <a:lnTo>
                    <a:pt x="3201382" y="3116972"/>
                  </a:lnTo>
                  <a:lnTo>
                    <a:pt x="3200527" y="3116972"/>
                  </a:lnTo>
                  <a:lnTo>
                    <a:pt x="3199671" y="3116972"/>
                  </a:lnTo>
                  <a:lnTo>
                    <a:pt x="3198816" y="3116972"/>
                  </a:lnTo>
                  <a:lnTo>
                    <a:pt x="3197960" y="3116972"/>
                  </a:lnTo>
                  <a:lnTo>
                    <a:pt x="3197105" y="3116972"/>
                  </a:lnTo>
                  <a:lnTo>
                    <a:pt x="3196249" y="3116972"/>
                  </a:lnTo>
                  <a:lnTo>
                    <a:pt x="3195394" y="3116972"/>
                  </a:lnTo>
                  <a:lnTo>
                    <a:pt x="3194538" y="3116972"/>
                  </a:lnTo>
                  <a:lnTo>
                    <a:pt x="3193683" y="3116972"/>
                  </a:lnTo>
                  <a:lnTo>
                    <a:pt x="3192827" y="3116972"/>
                  </a:lnTo>
                  <a:lnTo>
                    <a:pt x="3191971" y="3116972"/>
                  </a:lnTo>
                  <a:lnTo>
                    <a:pt x="3191116" y="3116972"/>
                  </a:lnTo>
                  <a:lnTo>
                    <a:pt x="3190260" y="3116972"/>
                  </a:lnTo>
                  <a:lnTo>
                    <a:pt x="3189405" y="3116972"/>
                  </a:lnTo>
                  <a:lnTo>
                    <a:pt x="3188549" y="3116972"/>
                  </a:lnTo>
                  <a:lnTo>
                    <a:pt x="3187694" y="3116972"/>
                  </a:lnTo>
                  <a:lnTo>
                    <a:pt x="3186838" y="3116972"/>
                  </a:lnTo>
                  <a:lnTo>
                    <a:pt x="3185983" y="3116972"/>
                  </a:lnTo>
                  <a:lnTo>
                    <a:pt x="3185127" y="3116972"/>
                  </a:lnTo>
                  <a:lnTo>
                    <a:pt x="3184272" y="3116972"/>
                  </a:lnTo>
                  <a:lnTo>
                    <a:pt x="3183416" y="3116972"/>
                  </a:lnTo>
                  <a:lnTo>
                    <a:pt x="3182561" y="3116972"/>
                  </a:lnTo>
                  <a:lnTo>
                    <a:pt x="3181705" y="3116972"/>
                  </a:lnTo>
                  <a:lnTo>
                    <a:pt x="3180850" y="3116972"/>
                  </a:lnTo>
                  <a:lnTo>
                    <a:pt x="3179994" y="3116972"/>
                  </a:lnTo>
                  <a:lnTo>
                    <a:pt x="3179139" y="3116972"/>
                  </a:lnTo>
                  <a:lnTo>
                    <a:pt x="3178283" y="3116972"/>
                  </a:lnTo>
                  <a:lnTo>
                    <a:pt x="3177428" y="3116972"/>
                  </a:lnTo>
                  <a:lnTo>
                    <a:pt x="3176572" y="3116972"/>
                  </a:lnTo>
                  <a:lnTo>
                    <a:pt x="3175716" y="3116972"/>
                  </a:lnTo>
                  <a:lnTo>
                    <a:pt x="3174861" y="3116972"/>
                  </a:lnTo>
                  <a:lnTo>
                    <a:pt x="3174005" y="3116972"/>
                  </a:lnTo>
                  <a:lnTo>
                    <a:pt x="3173150" y="3116972"/>
                  </a:lnTo>
                  <a:lnTo>
                    <a:pt x="3172294" y="3116972"/>
                  </a:lnTo>
                  <a:lnTo>
                    <a:pt x="3171439" y="3116972"/>
                  </a:lnTo>
                  <a:lnTo>
                    <a:pt x="3170583" y="3116972"/>
                  </a:lnTo>
                  <a:lnTo>
                    <a:pt x="3169728" y="3116972"/>
                  </a:lnTo>
                  <a:lnTo>
                    <a:pt x="3168872" y="3116972"/>
                  </a:lnTo>
                  <a:lnTo>
                    <a:pt x="3168017" y="3116972"/>
                  </a:lnTo>
                  <a:lnTo>
                    <a:pt x="3167161" y="3116972"/>
                  </a:lnTo>
                  <a:lnTo>
                    <a:pt x="3166306" y="3116972"/>
                  </a:lnTo>
                  <a:lnTo>
                    <a:pt x="3165450" y="3116972"/>
                  </a:lnTo>
                  <a:lnTo>
                    <a:pt x="3164595" y="3116972"/>
                  </a:lnTo>
                  <a:lnTo>
                    <a:pt x="3163739" y="3116972"/>
                  </a:lnTo>
                  <a:lnTo>
                    <a:pt x="3162884" y="3116972"/>
                  </a:lnTo>
                  <a:lnTo>
                    <a:pt x="3162028" y="3116972"/>
                  </a:lnTo>
                  <a:lnTo>
                    <a:pt x="3161173" y="3116972"/>
                  </a:lnTo>
                  <a:lnTo>
                    <a:pt x="3160317" y="3116972"/>
                  </a:lnTo>
                  <a:lnTo>
                    <a:pt x="3159461" y="3116972"/>
                  </a:lnTo>
                  <a:lnTo>
                    <a:pt x="3158606" y="3116972"/>
                  </a:lnTo>
                  <a:lnTo>
                    <a:pt x="3157750" y="3116972"/>
                  </a:lnTo>
                  <a:lnTo>
                    <a:pt x="3156895" y="3116972"/>
                  </a:lnTo>
                  <a:lnTo>
                    <a:pt x="3156039" y="3116972"/>
                  </a:lnTo>
                  <a:lnTo>
                    <a:pt x="3155184" y="3116972"/>
                  </a:lnTo>
                  <a:lnTo>
                    <a:pt x="3154328" y="3116972"/>
                  </a:lnTo>
                  <a:lnTo>
                    <a:pt x="3153473" y="3116972"/>
                  </a:lnTo>
                  <a:lnTo>
                    <a:pt x="3152617" y="3116972"/>
                  </a:lnTo>
                  <a:lnTo>
                    <a:pt x="3151762" y="3116972"/>
                  </a:lnTo>
                  <a:lnTo>
                    <a:pt x="3150906" y="3116972"/>
                  </a:lnTo>
                  <a:lnTo>
                    <a:pt x="3150051" y="3116972"/>
                  </a:lnTo>
                  <a:lnTo>
                    <a:pt x="3149195" y="3116972"/>
                  </a:lnTo>
                  <a:lnTo>
                    <a:pt x="3148340" y="3116972"/>
                  </a:lnTo>
                  <a:lnTo>
                    <a:pt x="3147484" y="3116972"/>
                  </a:lnTo>
                  <a:lnTo>
                    <a:pt x="3146629" y="3116972"/>
                  </a:lnTo>
                  <a:lnTo>
                    <a:pt x="3145773" y="3116972"/>
                  </a:lnTo>
                  <a:lnTo>
                    <a:pt x="3144917" y="3116972"/>
                  </a:lnTo>
                  <a:lnTo>
                    <a:pt x="3144062" y="3116972"/>
                  </a:lnTo>
                  <a:lnTo>
                    <a:pt x="3143206" y="3116972"/>
                  </a:lnTo>
                  <a:lnTo>
                    <a:pt x="3142351" y="3116972"/>
                  </a:lnTo>
                  <a:lnTo>
                    <a:pt x="3141495" y="3116972"/>
                  </a:lnTo>
                  <a:lnTo>
                    <a:pt x="3140640" y="3116972"/>
                  </a:lnTo>
                  <a:lnTo>
                    <a:pt x="3139784" y="3116972"/>
                  </a:lnTo>
                  <a:lnTo>
                    <a:pt x="3138929" y="3116972"/>
                  </a:lnTo>
                  <a:lnTo>
                    <a:pt x="3138073" y="3116972"/>
                  </a:lnTo>
                  <a:lnTo>
                    <a:pt x="3137218" y="3116972"/>
                  </a:lnTo>
                  <a:lnTo>
                    <a:pt x="3136362" y="3116972"/>
                  </a:lnTo>
                  <a:lnTo>
                    <a:pt x="3135507" y="3116972"/>
                  </a:lnTo>
                  <a:lnTo>
                    <a:pt x="3134651" y="3116972"/>
                  </a:lnTo>
                  <a:lnTo>
                    <a:pt x="3133796" y="3116972"/>
                  </a:lnTo>
                  <a:lnTo>
                    <a:pt x="3132940" y="3116972"/>
                  </a:lnTo>
                  <a:lnTo>
                    <a:pt x="3132085" y="3116972"/>
                  </a:lnTo>
                  <a:lnTo>
                    <a:pt x="3131229" y="3116972"/>
                  </a:lnTo>
                  <a:lnTo>
                    <a:pt x="3130374" y="3116972"/>
                  </a:lnTo>
                  <a:lnTo>
                    <a:pt x="3129518" y="3116972"/>
                  </a:lnTo>
                  <a:lnTo>
                    <a:pt x="3128662" y="3116972"/>
                  </a:lnTo>
                  <a:lnTo>
                    <a:pt x="3127807" y="3116972"/>
                  </a:lnTo>
                  <a:lnTo>
                    <a:pt x="3126951" y="3116972"/>
                  </a:lnTo>
                  <a:lnTo>
                    <a:pt x="3126096" y="3116972"/>
                  </a:lnTo>
                  <a:lnTo>
                    <a:pt x="3125240" y="3116972"/>
                  </a:lnTo>
                  <a:lnTo>
                    <a:pt x="3124385" y="3116972"/>
                  </a:lnTo>
                  <a:lnTo>
                    <a:pt x="3123529" y="3116972"/>
                  </a:lnTo>
                  <a:lnTo>
                    <a:pt x="3122674" y="3116972"/>
                  </a:lnTo>
                  <a:lnTo>
                    <a:pt x="3121818" y="3116972"/>
                  </a:lnTo>
                  <a:lnTo>
                    <a:pt x="3120963" y="3116972"/>
                  </a:lnTo>
                  <a:lnTo>
                    <a:pt x="3120107" y="3116972"/>
                  </a:lnTo>
                  <a:lnTo>
                    <a:pt x="3119252" y="3116972"/>
                  </a:lnTo>
                  <a:lnTo>
                    <a:pt x="3118396" y="3116972"/>
                  </a:lnTo>
                  <a:lnTo>
                    <a:pt x="3117541" y="3116972"/>
                  </a:lnTo>
                  <a:lnTo>
                    <a:pt x="3116685" y="3116972"/>
                  </a:lnTo>
                  <a:lnTo>
                    <a:pt x="3115830" y="3116972"/>
                  </a:lnTo>
                  <a:lnTo>
                    <a:pt x="3114974" y="3116972"/>
                  </a:lnTo>
                  <a:lnTo>
                    <a:pt x="3114119" y="3116972"/>
                  </a:lnTo>
                  <a:lnTo>
                    <a:pt x="3113263" y="3116972"/>
                  </a:lnTo>
                  <a:lnTo>
                    <a:pt x="3112407" y="3116972"/>
                  </a:lnTo>
                  <a:lnTo>
                    <a:pt x="3111552" y="3116972"/>
                  </a:lnTo>
                  <a:lnTo>
                    <a:pt x="3110696" y="3116972"/>
                  </a:lnTo>
                  <a:lnTo>
                    <a:pt x="3109841" y="3116972"/>
                  </a:lnTo>
                  <a:lnTo>
                    <a:pt x="3108985" y="3116972"/>
                  </a:lnTo>
                  <a:lnTo>
                    <a:pt x="3108130" y="3116972"/>
                  </a:lnTo>
                  <a:lnTo>
                    <a:pt x="3107274" y="3116972"/>
                  </a:lnTo>
                  <a:lnTo>
                    <a:pt x="3106419" y="3116972"/>
                  </a:lnTo>
                  <a:lnTo>
                    <a:pt x="3105563" y="3116972"/>
                  </a:lnTo>
                  <a:lnTo>
                    <a:pt x="3104708" y="3116972"/>
                  </a:lnTo>
                  <a:lnTo>
                    <a:pt x="3103852" y="3116972"/>
                  </a:lnTo>
                  <a:lnTo>
                    <a:pt x="3102997" y="3116972"/>
                  </a:lnTo>
                  <a:lnTo>
                    <a:pt x="3102141" y="3116972"/>
                  </a:lnTo>
                  <a:lnTo>
                    <a:pt x="3101286" y="3116972"/>
                  </a:lnTo>
                  <a:lnTo>
                    <a:pt x="3100430" y="3116972"/>
                  </a:lnTo>
                  <a:lnTo>
                    <a:pt x="3099575" y="3116972"/>
                  </a:lnTo>
                  <a:lnTo>
                    <a:pt x="3098719" y="3116972"/>
                  </a:lnTo>
                  <a:lnTo>
                    <a:pt x="3097864" y="3116972"/>
                  </a:lnTo>
                  <a:lnTo>
                    <a:pt x="3097008" y="3116972"/>
                  </a:lnTo>
                  <a:lnTo>
                    <a:pt x="3096152" y="3116972"/>
                  </a:lnTo>
                  <a:lnTo>
                    <a:pt x="3095297" y="3116972"/>
                  </a:lnTo>
                  <a:lnTo>
                    <a:pt x="3094441" y="3116972"/>
                  </a:lnTo>
                  <a:lnTo>
                    <a:pt x="3093586" y="3116972"/>
                  </a:lnTo>
                  <a:lnTo>
                    <a:pt x="3092730" y="3116972"/>
                  </a:lnTo>
                  <a:lnTo>
                    <a:pt x="3091875" y="3116972"/>
                  </a:lnTo>
                  <a:lnTo>
                    <a:pt x="3091019" y="3116972"/>
                  </a:lnTo>
                  <a:lnTo>
                    <a:pt x="3090164" y="3116972"/>
                  </a:lnTo>
                  <a:lnTo>
                    <a:pt x="3089308" y="3116972"/>
                  </a:lnTo>
                  <a:lnTo>
                    <a:pt x="3088453" y="3116972"/>
                  </a:lnTo>
                  <a:lnTo>
                    <a:pt x="3087597" y="3116972"/>
                  </a:lnTo>
                  <a:lnTo>
                    <a:pt x="3086742" y="3116972"/>
                  </a:lnTo>
                  <a:lnTo>
                    <a:pt x="3085886" y="3116972"/>
                  </a:lnTo>
                  <a:lnTo>
                    <a:pt x="3085031" y="3116972"/>
                  </a:lnTo>
                  <a:lnTo>
                    <a:pt x="3084175" y="3116972"/>
                  </a:lnTo>
                  <a:lnTo>
                    <a:pt x="3083320" y="3116972"/>
                  </a:lnTo>
                  <a:lnTo>
                    <a:pt x="3082464" y="3116972"/>
                  </a:lnTo>
                  <a:lnTo>
                    <a:pt x="3081608" y="3116972"/>
                  </a:lnTo>
                  <a:lnTo>
                    <a:pt x="3080753" y="3116972"/>
                  </a:lnTo>
                  <a:lnTo>
                    <a:pt x="3079897" y="3116972"/>
                  </a:lnTo>
                  <a:lnTo>
                    <a:pt x="3079042" y="3116972"/>
                  </a:lnTo>
                  <a:lnTo>
                    <a:pt x="3078186" y="3116972"/>
                  </a:lnTo>
                  <a:lnTo>
                    <a:pt x="3077331" y="3116972"/>
                  </a:lnTo>
                  <a:lnTo>
                    <a:pt x="3076475" y="3116972"/>
                  </a:lnTo>
                  <a:lnTo>
                    <a:pt x="3075620" y="3116972"/>
                  </a:lnTo>
                  <a:lnTo>
                    <a:pt x="3074764" y="3116972"/>
                  </a:lnTo>
                  <a:lnTo>
                    <a:pt x="3073909" y="3116972"/>
                  </a:lnTo>
                  <a:lnTo>
                    <a:pt x="3073053" y="3116972"/>
                  </a:lnTo>
                  <a:lnTo>
                    <a:pt x="3072198" y="3116972"/>
                  </a:lnTo>
                  <a:lnTo>
                    <a:pt x="3071342" y="3116972"/>
                  </a:lnTo>
                  <a:lnTo>
                    <a:pt x="3070487" y="3116972"/>
                  </a:lnTo>
                  <a:lnTo>
                    <a:pt x="3069631" y="3116972"/>
                  </a:lnTo>
                  <a:lnTo>
                    <a:pt x="3068776" y="3116972"/>
                  </a:lnTo>
                  <a:lnTo>
                    <a:pt x="3067920" y="3116972"/>
                  </a:lnTo>
                  <a:lnTo>
                    <a:pt x="3067065" y="3116972"/>
                  </a:lnTo>
                  <a:lnTo>
                    <a:pt x="3066209" y="3116972"/>
                  </a:lnTo>
                  <a:lnTo>
                    <a:pt x="3065353" y="3116972"/>
                  </a:lnTo>
                  <a:lnTo>
                    <a:pt x="3064498" y="3116972"/>
                  </a:lnTo>
                  <a:lnTo>
                    <a:pt x="3063642" y="3116972"/>
                  </a:lnTo>
                  <a:lnTo>
                    <a:pt x="3062787" y="3116972"/>
                  </a:lnTo>
                  <a:lnTo>
                    <a:pt x="3061931" y="3116972"/>
                  </a:lnTo>
                  <a:lnTo>
                    <a:pt x="3061076" y="3116972"/>
                  </a:lnTo>
                  <a:lnTo>
                    <a:pt x="3060220" y="3116972"/>
                  </a:lnTo>
                  <a:lnTo>
                    <a:pt x="3059365" y="3116972"/>
                  </a:lnTo>
                  <a:lnTo>
                    <a:pt x="3058509" y="3116972"/>
                  </a:lnTo>
                  <a:lnTo>
                    <a:pt x="3057654" y="3116972"/>
                  </a:lnTo>
                  <a:lnTo>
                    <a:pt x="3056798" y="3116972"/>
                  </a:lnTo>
                  <a:lnTo>
                    <a:pt x="3055943" y="3116972"/>
                  </a:lnTo>
                  <a:lnTo>
                    <a:pt x="3055087" y="3116972"/>
                  </a:lnTo>
                  <a:lnTo>
                    <a:pt x="3054232" y="3116972"/>
                  </a:lnTo>
                  <a:lnTo>
                    <a:pt x="3053376" y="3116972"/>
                  </a:lnTo>
                  <a:lnTo>
                    <a:pt x="3052521" y="3116972"/>
                  </a:lnTo>
                  <a:lnTo>
                    <a:pt x="3051665" y="3116972"/>
                  </a:lnTo>
                  <a:lnTo>
                    <a:pt x="3050810" y="3116972"/>
                  </a:lnTo>
                  <a:lnTo>
                    <a:pt x="3049954" y="3116972"/>
                  </a:lnTo>
                  <a:lnTo>
                    <a:pt x="3049098" y="3116972"/>
                  </a:lnTo>
                  <a:lnTo>
                    <a:pt x="3048243" y="3116972"/>
                  </a:lnTo>
                  <a:lnTo>
                    <a:pt x="3047387" y="3116972"/>
                  </a:lnTo>
                  <a:lnTo>
                    <a:pt x="3046532" y="3116972"/>
                  </a:lnTo>
                  <a:lnTo>
                    <a:pt x="3045676" y="3116972"/>
                  </a:lnTo>
                  <a:lnTo>
                    <a:pt x="3044821" y="3116972"/>
                  </a:lnTo>
                  <a:lnTo>
                    <a:pt x="3043965" y="3116972"/>
                  </a:lnTo>
                  <a:lnTo>
                    <a:pt x="3043110" y="3116972"/>
                  </a:lnTo>
                  <a:lnTo>
                    <a:pt x="3042254" y="3116972"/>
                  </a:lnTo>
                  <a:lnTo>
                    <a:pt x="3041399" y="3116972"/>
                  </a:lnTo>
                  <a:lnTo>
                    <a:pt x="3040543" y="3116972"/>
                  </a:lnTo>
                  <a:lnTo>
                    <a:pt x="3039688" y="3116972"/>
                  </a:lnTo>
                  <a:lnTo>
                    <a:pt x="3038832" y="3116972"/>
                  </a:lnTo>
                  <a:lnTo>
                    <a:pt x="3037977" y="3116972"/>
                  </a:lnTo>
                  <a:lnTo>
                    <a:pt x="3037121" y="3116972"/>
                  </a:lnTo>
                  <a:lnTo>
                    <a:pt x="3036266" y="3116972"/>
                  </a:lnTo>
                  <a:lnTo>
                    <a:pt x="3035410" y="3116972"/>
                  </a:lnTo>
                  <a:lnTo>
                    <a:pt x="3034554" y="3116972"/>
                  </a:lnTo>
                  <a:lnTo>
                    <a:pt x="3033699" y="3116972"/>
                  </a:lnTo>
                  <a:lnTo>
                    <a:pt x="3032843" y="3116972"/>
                  </a:lnTo>
                  <a:lnTo>
                    <a:pt x="3031988" y="3116972"/>
                  </a:lnTo>
                  <a:lnTo>
                    <a:pt x="3031132" y="3116972"/>
                  </a:lnTo>
                  <a:lnTo>
                    <a:pt x="3030277" y="3116972"/>
                  </a:lnTo>
                  <a:lnTo>
                    <a:pt x="3029421" y="3116972"/>
                  </a:lnTo>
                  <a:lnTo>
                    <a:pt x="3028566" y="3116972"/>
                  </a:lnTo>
                  <a:lnTo>
                    <a:pt x="3027710" y="3116972"/>
                  </a:lnTo>
                  <a:lnTo>
                    <a:pt x="3026855" y="3116972"/>
                  </a:lnTo>
                  <a:lnTo>
                    <a:pt x="3025999" y="3116972"/>
                  </a:lnTo>
                  <a:lnTo>
                    <a:pt x="3025144" y="3116972"/>
                  </a:lnTo>
                  <a:lnTo>
                    <a:pt x="3024288" y="3116972"/>
                  </a:lnTo>
                  <a:lnTo>
                    <a:pt x="3023433" y="3116972"/>
                  </a:lnTo>
                  <a:lnTo>
                    <a:pt x="3022577" y="3116972"/>
                  </a:lnTo>
                  <a:lnTo>
                    <a:pt x="3021722" y="3116972"/>
                  </a:lnTo>
                  <a:lnTo>
                    <a:pt x="3020866" y="3116972"/>
                  </a:lnTo>
                  <a:lnTo>
                    <a:pt x="3020011" y="3116972"/>
                  </a:lnTo>
                  <a:lnTo>
                    <a:pt x="3019155" y="3116972"/>
                  </a:lnTo>
                  <a:lnTo>
                    <a:pt x="3018299" y="3116972"/>
                  </a:lnTo>
                  <a:lnTo>
                    <a:pt x="3017444" y="3116972"/>
                  </a:lnTo>
                  <a:lnTo>
                    <a:pt x="3016588" y="3116972"/>
                  </a:lnTo>
                  <a:lnTo>
                    <a:pt x="3015733" y="3116972"/>
                  </a:lnTo>
                  <a:lnTo>
                    <a:pt x="3014877" y="3116972"/>
                  </a:lnTo>
                  <a:lnTo>
                    <a:pt x="3014022" y="3116972"/>
                  </a:lnTo>
                  <a:lnTo>
                    <a:pt x="3013166" y="3116972"/>
                  </a:lnTo>
                  <a:lnTo>
                    <a:pt x="3012311" y="3116972"/>
                  </a:lnTo>
                  <a:lnTo>
                    <a:pt x="3011455" y="3116972"/>
                  </a:lnTo>
                  <a:lnTo>
                    <a:pt x="3010600" y="3116972"/>
                  </a:lnTo>
                  <a:lnTo>
                    <a:pt x="3009744" y="3116972"/>
                  </a:lnTo>
                  <a:lnTo>
                    <a:pt x="3008889" y="3116972"/>
                  </a:lnTo>
                  <a:lnTo>
                    <a:pt x="3008033" y="3116972"/>
                  </a:lnTo>
                  <a:lnTo>
                    <a:pt x="3007178" y="3116972"/>
                  </a:lnTo>
                  <a:lnTo>
                    <a:pt x="3006322" y="3116972"/>
                  </a:lnTo>
                  <a:lnTo>
                    <a:pt x="3005467" y="3116972"/>
                  </a:lnTo>
                  <a:lnTo>
                    <a:pt x="3004611" y="3116972"/>
                  </a:lnTo>
                  <a:lnTo>
                    <a:pt x="3003756" y="3116972"/>
                  </a:lnTo>
                  <a:lnTo>
                    <a:pt x="3002900" y="3116972"/>
                  </a:lnTo>
                  <a:lnTo>
                    <a:pt x="3002044" y="3116972"/>
                  </a:lnTo>
                  <a:lnTo>
                    <a:pt x="3001189" y="3116972"/>
                  </a:lnTo>
                  <a:lnTo>
                    <a:pt x="3000333" y="3116972"/>
                  </a:lnTo>
                  <a:lnTo>
                    <a:pt x="2999478" y="3116972"/>
                  </a:lnTo>
                  <a:lnTo>
                    <a:pt x="2998622" y="3116972"/>
                  </a:lnTo>
                  <a:lnTo>
                    <a:pt x="2997767" y="3116972"/>
                  </a:lnTo>
                  <a:lnTo>
                    <a:pt x="2996911" y="3116972"/>
                  </a:lnTo>
                  <a:lnTo>
                    <a:pt x="2996056" y="3116972"/>
                  </a:lnTo>
                  <a:lnTo>
                    <a:pt x="2995200" y="3116972"/>
                  </a:lnTo>
                  <a:lnTo>
                    <a:pt x="2994345" y="3116972"/>
                  </a:lnTo>
                  <a:lnTo>
                    <a:pt x="2993489" y="3116972"/>
                  </a:lnTo>
                  <a:lnTo>
                    <a:pt x="2992634" y="3116972"/>
                  </a:lnTo>
                  <a:lnTo>
                    <a:pt x="2991778" y="3116972"/>
                  </a:lnTo>
                  <a:lnTo>
                    <a:pt x="2990923" y="3116972"/>
                  </a:lnTo>
                  <a:lnTo>
                    <a:pt x="2990067" y="3116972"/>
                  </a:lnTo>
                  <a:lnTo>
                    <a:pt x="2989212" y="3116972"/>
                  </a:lnTo>
                  <a:lnTo>
                    <a:pt x="2988356" y="3116972"/>
                  </a:lnTo>
                  <a:lnTo>
                    <a:pt x="2987500" y="3116972"/>
                  </a:lnTo>
                  <a:lnTo>
                    <a:pt x="2986645" y="3116972"/>
                  </a:lnTo>
                  <a:lnTo>
                    <a:pt x="2985789" y="3116972"/>
                  </a:lnTo>
                  <a:lnTo>
                    <a:pt x="2984934" y="3116972"/>
                  </a:lnTo>
                  <a:lnTo>
                    <a:pt x="2984078" y="3116972"/>
                  </a:lnTo>
                  <a:lnTo>
                    <a:pt x="2983223" y="3116972"/>
                  </a:lnTo>
                  <a:lnTo>
                    <a:pt x="2982367" y="3116972"/>
                  </a:lnTo>
                  <a:lnTo>
                    <a:pt x="2981512" y="3116972"/>
                  </a:lnTo>
                  <a:lnTo>
                    <a:pt x="2980656" y="3116972"/>
                  </a:lnTo>
                  <a:lnTo>
                    <a:pt x="2979801" y="3116972"/>
                  </a:lnTo>
                  <a:lnTo>
                    <a:pt x="2978945" y="3116972"/>
                  </a:lnTo>
                  <a:lnTo>
                    <a:pt x="2978090" y="3116972"/>
                  </a:lnTo>
                  <a:lnTo>
                    <a:pt x="2977234" y="3116972"/>
                  </a:lnTo>
                  <a:lnTo>
                    <a:pt x="2976379" y="3116972"/>
                  </a:lnTo>
                  <a:lnTo>
                    <a:pt x="2975523" y="3116972"/>
                  </a:lnTo>
                  <a:lnTo>
                    <a:pt x="2974668" y="3116972"/>
                  </a:lnTo>
                  <a:lnTo>
                    <a:pt x="2973812" y="3116972"/>
                  </a:lnTo>
                  <a:lnTo>
                    <a:pt x="2972957" y="3116972"/>
                  </a:lnTo>
                  <a:lnTo>
                    <a:pt x="2972101" y="3116972"/>
                  </a:lnTo>
                  <a:lnTo>
                    <a:pt x="2971245" y="3116972"/>
                  </a:lnTo>
                  <a:lnTo>
                    <a:pt x="2970390" y="3116972"/>
                  </a:lnTo>
                  <a:lnTo>
                    <a:pt x="2969534" y="3116972"/>
                  </a:lnTo>
                  <a:lnTo>
                    <a:pt x="2968679" y="3116972"/>
                  </a:lnTo>
                  <a:lnTo>
                    <a:pt x="2967823" y="3116972"/>
                  </a:lnTo>
                  <a:lnTo>
                    <a:pt x="2966968" y="3116972"/>
                  </a:lnTo>
                  <a:lnTo>
                    <a:pt x="2966112" y="3116972"/>
                  </a:lnTo>
                  <a:lnTo>
                    <a:pt x="2965257" y="3116972"/>
                  </a:lnTo>
                  <a:lnTo>
                    <a:pt x="2964401" y="3116972"/>
                  </a:lnTo>
                  <a:lnTo>
                    <a:pt x="2963546" y="3116972"/>
                  </a:lnTo>
                  <a:lnTo>
                    <a:pt x="2962690" y="3116972"/>
                  </a:lnTo>
                  <a:lnTo>
                    <a:pt x="2961835" y="3116972"/>
                  </a:lnTo>
                  <a:lnTo>
                    <a:pt x="2960979" y="3116972"/>
                  </a:lnTo>
                  <a:lnTo>
                    <a:pt x="2960124" y="3116972"/>
                  </a:lnTo>
                  <a:lnTo>
                    <a:pt x="2959268" y="3116972"/>
                  </a:lnTo>
                  <a:lnTo>
                    <a:pt x="2958413" y="3116972"/>
                  </a:lnTo>
                  <a:lnTo>
                    <a:pt x="2957557" y="3116972"/>
                  </a:lnTo>
                  <a:lnTo>
                    <a:pt x="2956702" y="3116972"/>
                  </a:lnTo>
                  <a:lnTo>
                    <a:pt x="2955846" y="3116972"/>
                  </a:lnTo>
                  <a:lnTo>
                    <a:pt x="2954990" y="3116972"/>
                  </a:lnTo>
                  <a:lnTo>
                    <a:pt x="2954135" y="3116972"/>
                  </a:lnTo>
                  <a:lnTo>
                    <a:pt x="2953279" y="3116972"/>
                  </a:lnTo>
                  <a:lnTo>
                    <a:pt x="2952424" y="3116972"/>
                  </a:lnTo>
                  <a:lnTo>
                    <a:pt x="2951568" y="3116972"/>
                  </a:lnTo>
                  <a:lnTo>
                    <a:pt x="2950713" y="3116972"/>
                  </a:lnTo>
                  <a:lnTo>
                    <a:pt x="2949857" y="3116972"/>
                  </a:lnTo>
                  <a:lnTo>
                    <a:pt x="2949002" y="3116972"/>
                  </a:lnTo>
                  <a:lnTo>
                    <a:pt x="2948146" y="3116972"/>
                  </a:lnTo>
                  <a:lnTo>
                    <a:pt x="2947291" y="3116972"/>
                  </a:lnTo>
                  <a:lnTo>
                    <a:pt x="2946435" y="3116972"/>
                  </a:lnTo>
                  <a:lnTo>
                    <a:pt x="2945580" y="3116972"/>
                  </a:lnTo>
                  <a:lnTo>
                    <a:pt x="2944724" y="3116972"/>
                  </a:lnTo>
                  <a:lnTo>
                    <a:pt x="2943869" y="3116972"/>
                  </a:lnTo>
                  <a:lnTo>
                    <a:pt x="2943013" y="3116972"/>
                  </a:lnTo>
                  <a:lnTo>
                    <a:pt x="2942158" y="3116972"/>
                  </a:lnTo>
                  <a:lnTo>
                    <a:pt x="2941302" y="3116972"/>
                  </a:lnTo>
                  <a:lnTo>
                    <a:pt x="2940446" y="3116972"/>
                  </a:lnTo>
                  <a:lnTo>
                    <a:pt x="2939591" y="3116972"/>
                  </a:lnTo>
                  <a:lnTo>
                    <a:pt x="2938735" y="3116972"/>
                  </a:lnTo>
                  <a:lnTo>
                    <a:pt x="2937880" y="3116972"/>
                  </a:lnTo>
                  <a:lnTo>
                    <a:pt x="2937024" y="3116972"/>
                  </a:lnTo>
                  <a:lnTo>
                    <a:pt x="2936169" y="3116972"/>
                  </a:lnTo>
                  <a:lnTo>
                    <a:pt x="2935313" y="3116972"/>
                  </a:lnTo>
                  <a:lnTo>
                    <a:pt x="2934458" y="3116972"/>
                  </a:lnTo>
                  <a:lnTo>
                    <a:pt x="2933602" y="3116972"/>
                  </a:lnTo>
                  <a:lnTo>
                    <a:pt x="2932747" y="3116972"/>
                  </a:lnTo>
                  <a:lnTo>
                    <a:pt x="2931891" y="3116972"/>
                  </a:lnTo>
                  <a:lnTo>
                    <a:pt x="2931036" y="3116972"/>
                  </a:lnTo>
                  <a:lnTo>
                    <a:pt x="2930180" y="3116972"/>
                  </a:lnTo>
                  <a:lnTo>
                    <a:pt x="2929325" y="3116972"/>
                  </a:lnTo>
                  <a:lnTo>
                    <a:pt x="2928469" y="3116972"/>
                  </a:lnTo>
                  <a:lnTo>
                    <a:pt x="2927614" y="3116972"/>
                  </a:lnTo>
                  <a:lnTo>
                    <a:pt x="2926758" y="3116972"/>
                  </a:lnTo>
                  <a:lnTo>
                    <a:pt x="2925903" y="3116972"/>
                  </a:lnTo>
                  <a:lnTo>
                    <a:pt x="2925047" y="3116972"/>
                  </a:lnTo>
                  <a:lnTo>
                    <a:pt x="2924191" y="3116972"/>
                  </a:lnTo>
                  <a:lnTo>
                    <a:pt x="2923336" y="3116972"/>
                  </a:lnTo>
                  <a:lnTo>
                    <a:pt x="2922480" y="3116972"/>
                  </a:lnTo>
                  <a:lnTo>
                    <a:pt x="2921625" y="3116972"/>
                  </a:lnTo>
                  <a:lnTo>
                    <a:pt x="2920769" y="3116972"/>
                  </a:lnTo>
                  <a:lnTo>
                    <a:pt x="2919914" y="3116972"/>
                  </a:lnTo>
                  <a:lnTo>
                    <a:pt x="2919058" y="3116972"/>
                  </a:lnTo>
                  <a:lnTo>
                    <a:pt x="2918203" y="3116972"/>
                  </a:lnTo>
                  <a:lnTo>
                    <a:pt x="2917347" y="3116972"/>
                  </a:lnTo>
                  <a:lnTo>
                    <a:pt x="2916492" y="3116972"/>
                  </a:lnTo>
                  <a:lnTo>
                    <a:pt x="2915636" y="3116972"/>
                  </a:lnTo>
                  <a:lnTo>
                    <a:pt x="2914781" y="3116972"/>
                  </a:lnTo>
                  <a:lnTo>
                    <a:pt x="2913925" y="3116972"/>
                  </a:lnTo>
                  <a:lnTo>
                    <a:pt x="2913070" y="3116972"/>
                  </a:lnTo>
                  <a:lnTo>
                    <a:pt x="2912214" y="3116972"/>
                  </a:lnTo>
                  <a:lnTo>
                    <a:pt x="2911359" y="3116972"/>
                  </a:lnTo>
                  <a:lnTo>
                    <a:pt x="2910503" y="3116972"/>
                  </a:lnTo>
                  <a:lnTo>
                    <a:pt x="2909648" y="3116972"/>
                  </a:lnTo>
                  <a:lnTo>
                    <a:pt x="2908792" y="3116972"/>
                  </a:lnTo>
                  <a:lnTo>
                    <a:pt x="2907936" y="3116972"/>
                  </a:lnTo>
                  <a:lnTo>
                    <a:pt x="2907081" y="3116972"/>
                  </a:lnTo>
                  <a:lnTo>
                    <a:pt x="2906225" y="3116972"/>
                  </a:lnTo>
                  <a:lnTo>
                    <a:pt x="2905370" y="3116972"/>
                  </a:lnTo>
                  <a:lnTo>
                    <a:pt x="2904514" y="3116972"/>
                  </a:lnTo>
                  <a:lnTo>
                    <a:pt x="2903659" y="3116972"/>
                  </a:lnTo>
                  <a:lnTo>
                    <a:pt x="2902803" y="3116972"/>
                  </a:lnTo>
                  <a:lnTo>
                    <a:pt x="2901948" y="3116972"/>
                  </a:lnTo>
                  <a:lnTo>
                    <a:pt x="2901092" y="3116972"/>
                  </a:lnTo>
                  <a:lnTo>
                    <a:pt x="2900237" y="3116972"/>
                  </a:lnTo>
                  <a:lnTo>
                    <a:pt x="2899381" y="3116972"/>
                  </a:lnTo>
                  <a:lnTo>
                    <a:pt x="2898526" y="3116972"/>
                  </a:lnTo>
                  <a:lnTo>
                    <a:pt x="2897670" y="3116972"/>
                  </a:lnTo>
                  <a:lnTo>
                    <a:pt x="2896815" y="3116972"/>
                  </a:lnTo>
                  <a:lnTo>
                    <a:pt x="2895959" y="3116972"/>
                  </a:lnTo>
                  <a:lnTo>
                    <a:pt x="2895104" y="3116972"/>
                  </a:lnTo>
                  <a:lnTo>
                    <a:pt x="2894248" y="3116972"/>
                  </a:lnTo>
                  <a:lnTo>
                    <a:pt x="2893392" y="3116972"/>
                  </a:lnTo>
                  <a:lnTo>
                    <a:pt x="2892537" y="3116972"/>
                  </a:lnTo>
                  <a:lnTo>
                    <a:pt x="2891681" y="3116972"/>
                  </a:lnTo>
                  <a:lnTo>
                    <a:pt x="2890826" y="3116972"/>
                  </a:lnTo>
                  <a:lnTo>
                    <a:pt x="2889970" y="3116972"/>
                  </a:lnTo>
                  <a:lnTo>
                    <a:pt x="2889115" y="3116972"/>
                  </a:lnTo>
                  <a:lnTo>
                    <a:pt x="2888259" y="3116972"/>
                  </a:lnTo>
                  <a:lnTo>
                    <a:pt x="2887404" y="3116972"/>
                  </a:lnTo>
                  <a:lnTo>
                    <a:pt x="2886548" y="3116972"/>
                  </a:lnTo>
                  <a:lnTo>
                    <a:pt x="2885693" y="3116972"/>
                  </a:lnTo>
                  <a:lnTo>
                    <a:pt x="2884837" y="3116972"/>
                  </a:lnTo>
                  <a:lnTo>
                    <a:pt x="2883982" y="3116972"/>
                  </a:lnTo>
                  <a:lnTo>
                    <a:pt x="2883126" y="3116972"/>
                  </a:lnTo>
                  <a:lnTo>
                    <a:pt x="2882271" y="3116972"/>
                  </a:lnTo>
                  <a:lnTo>
                    <a:pt x="2881415" y="3116972"/>
                  </a:lnTo>
                  <a:lnTo>
                    <a:pt x="2880560" y="3116972"/>
                  </a:lnTo>
                  <a:lnTo>
                    <a:pt x="2879704" y="3116972"/>
                  </a:lnTo>
                  <a:lnTo>
                    <a:pt x="2878849" y="3116972"/>
                  </a:lnTo>
                  <a:lnTo>
                    <a:pt x="2877993" y="3116972"/>
                  </a:lnTo>
                  <a:lnTo>
                    <a:pt x="2877137" y="3116972"/>
                  </a:lnTo>
                  <a:lnTo>
                    <a:pt x="2876282" y="3116972"/>
                  </a:lnTo>
                  <a:lnTo>
                    <a:pt x="2875426" y="3116972"/>
                  </a:lnTo>
                  <a:lnTo>
                    <a:pt x="2874571" y="3116972"/>
                  </a:lnTo>
                  <a:lnTo>
                    <a:pt x="2873715" y="3116972"/>
                  </a:lnTo>
                  <a:lnTo>
                    <a:pt x="2872860" y="3116972"/>
                  </a:lnTo>
                  <a:lnTo>
                    <a:pt x="2872004" y="3116972"/>
                  </a:lnTo>
                  <a:lnTo>
                    <a:pt x="2871149" y="3116972"/>
                  </a:lnTo>
                  <a:lnTo>
                    <a:pt x="2870293" y="3116972"/>
                  </a:lnTo>
                  <a:lnTo>
                    <a:pt x="2869438" y="3116972"/>
                  </a:lnTo>
                  <a:lnTo>
                    <a:pt x="2868582" y="3116972"/>
                  </a:lnTo>
                  <a:lnTo>
                    <a:pt x="2867727" y="3116972"/>
                  </a:lnTo>
                  <a:lnTo>
                    <a:pt x="2866871" y="3116972"/>
                  </a:lnTo>
                  <a:lnTo>
                    <a:pt x="2866016" y="3116972"/>
                  </a:lnTo>
                  <a:lnTo>
                    <a:pt x="2865160" y="3116972"/>
                  </a:lnTo>
                  <a:lnTo>
                    <a:pt x="2864305" y="3116972"/>
                  </a:lnTo>
                  <a:lnTo>
                    <a:pt x="2863449" y="3116972"/>
                  </a:lnTo>
                  <a:lnTo>
                    <a:pt x="2862594" y="3116972"/>
                  </a:lnTo>
                  <a:lnTo>
                    <a:pt x="2861738" y="3116972"/>
                  </a:lnTo>
                  <a:lnTo>
                    <a:pt x="2860882" y="3116972"/>
                  </a:lnTo>
                  <a:lnTo>
                    <a:pt x="2860027" y="3116972"/>
                  </a:lnTo>
                  <a:lnTo>
                    <a:pt x="2859171" y="3116972"/>
                  </a:lnTo>
                  <a:lnTo>
                    <a:pt x="2858316" y="3116972"/>
                  </a:lnTo>
                  <a:lnTo>
                    <a:pt x="2857460" y="3116972"/>
                  </a:lnTo>
                  <a:lnTo>
                    <a:pt x="2856605" y="3116972"/>
                  </a:lnTo>
                  <a:lnTo>
                    <a:pt x="2855749" y="3116972"/>
                  </a:lnTo>
                  <a:lnTo>
                    <a:pt x="2854894" y="3116972"/>
                  </a:lnTo>
                  <a:lnTo>
                    <a:pt x="2854038" y="3116972"/>
                  </a:lnTo>
                  <a:lnTo>
                    <a:pt x="2853183" y="3116972"/>
                  </a:lnTo>
                  <a:lnTo>
                    <a:pt x="2852327" y="3116972"/>
                  </a:lnTo>
                  <a:lnTo>
                    <a:pt x="2851472" y="3116972"/>
                  </a:lnTo>
                  <a:lnTo>
                    <a:pt x="2850616" y="3116972"/>
                  </a:lnTo>
                  <a:lnTo>
                    <a:pt x="2849761" y="3116972"/>
                  </a:lnTo>
                  <a:lnTo>
                    <a:pt x="2848905" y="3116972"/>
                  </a:lnTo>
                  <a:lnTo>
                    <a:pt x="2848050" y="3116972"/>
                  </a:lnTo>
                  <a:lnTo>
                    <a:pt x="2847194" y="3116972"/>
                  </a:lnTo>
                  <a:lnTo>
                    <a:pt x="2846339" y="3116972"/>
                  </a:lnTo>
                  <a:lnTo>
                    <a:pt x="2845483" y="3116972"/>
                  </a:lnTo>
                  <a:lnTo>
                    <a:pt x="2844627" y="3116972"/>
                  </a:lnTo>
                  <a:lnTo>
                    <a:pt x="2843772" y="3116972"/>
                  </a:lnTo>
                  <a:lnTo>
                    <a:pt x="2842916" y="3116972"/>
                  </a:lnTo>
                  <a:lnTo>
                    <a:pt x="2842061" y="3116972"/>
                  </a:lnTo>
                  <a:lnTo>
                    <a:pt x="2841205" y="3116972"/>
                  </a:lnTo>
                  <a:lnTo>
                    <a:pt x="2840350" y="3116972"/>
                  </a:lnTo>
                  <a:lnTo>
                    <a:pt x="2839494" y="3116972"/>
                  </a:lnTo>
                  <a:lnTo>
                    <a:pt x="2838639" y="3116972"/>
                  </a:lnTo>
                  <a:lnTo>
                    <a:pt x="2837783" y="3116972"/>
                  </a:lnTo>
                  <a:lnTo>
                    <a:pt x="2836928" y="3116972"/>
                  </a:lnTo>
                  <a:lnTo>
                    <a:pt x="2836072" y="3116972"/>
                  </a:lnTo>
                  <a:lnTo>
                    <a:pt x="2835217" y="3116972"/>
                  </a:lnTo>
                  <a:lnTo>
                    <a:pt x="2834361" y="3116972"/>
                  </a:lnTo>
                  <a:lnTo>
                    <a:pt x="2833506" y="3116972"/>
                  </a:lnTo>
                  <a:lnTo>
                    <a:pt x="2832650" y="3116972"/>
                  </a:lnTo>
                  <a:lnTo>
                    <a:pt x="2831795" y="3116972"/>
                  </a:lnTo>
                  <a:lnTo>
                    <a:pt x="2830939" y="3116972"/>
                  </a:lnTo>
                  <a:lnTo>
                    <a:pt x="2830083" y="3116972"/>
                  </a:lnTo>
                  <a:lnTo>
                    <a:pt x="2829228" y="3116972"/>
                  </a:lnTo>
                  <a:lnTo>
                    <a:pt x="2828372" y="3116972"/>
                  </a:lnTo>
                  <a:lnTo>
                    <a:pt x="2827517" y="3116972"/>
                  </a:lnTo>
                  <a:lnTo>
                    <a:pt x="2826661" y="3116972"/>
                  </a:lnTo>
                  <a:lnTo>
                    <a:pt x="2825806" y="3116972"/>
                  </a:lnTo>
                  <a:lnTo>
                    <a:pt x="2824950" y="3116972"/>
                  </a:lnTo>
                  <a:lnTo>
                    <a:pt x="2824095" y="3116972"/>
                  </a:lnTo>
                  <a:lnTo>
                    <a:pt x="2823239" y="3116972"/>
                  </a:lnTo>
                  <a:lnTo>
                    <a:pt x="2822384" y="3116972"/>
                  </a:lnTo>
                  <a:lnTo>
                    <a:pt x="2821528" y="3116972"/>
                  </a:lnTo>
                  <a:lnTo>
                    <a:pt x="2820673" y="3116972"/>
                  </a:lnTo>
                  <a:lnTo>
                    <a:pt x="2819817" y="3116972"/>
                  </a:lnTo>
                  <a:lnTo>
                    <a:pt x="2818962" y="3116972"/>
                  </a:lnTo>
                  <a:lnTo>
                    <a:pt x="2818106" y="3116972"/>
                  </a:lnTo>
                  <a:lnTo>
                    <a:pt x="2817251" y="3116972"/>
                  </a:lnTo>
                  <a:lnTo>
                    <a:pt x="2816395" y="3116972"/>
                  </a:lnTo>
                  <a:lnTo>
                    <a:pt x="2815540" y="3116972"/>
                  </a:lnTo>
                  <a:lnTo>
                    <a:pt x="2814684" y="3116972"/>
                  </a:lnTo>
                  <a:lnTo>
                    <a:pt x="2813828" y="3116972"/>
                  </a:lnTo>
                  <a:lnTo>
                    <a:pt x="2812973" y="3116972"/>
                  </a:lnTo>
                  <a:lnTo>
                    <a:pt x="2812117" y="3116972"/>
                  </a:lnTo>
                  <a:lnTo>
                    <a:pt x="2811262" y="3116972"/>
                  </a:lnTo>
                  <a:lnTo>
                    <a:pt x="2810406" y="3116972"/>
                  </a:lnTo>
                  <a:lnTo>
                    <a:pt x="2809551" y="3116972"/>
                  </a:lnTo>
                  <a:lnTo>
                    <a:pt x="2808695" y="3116972"/>
                  </a:lnTo>
                  <a:lnTo>
                    <a:pt x="2807840" y="3116972"/>
                  </a:lnTo>
                  <a:lnTo>
                    <a:pt x="2806984" y="3116972"/>
                  </a:lnTo>
                  <a:lnTo>
                    <a:pt x="2806129" y="3116972"/>
                  </a:lnTo>
                  <a:lnTo>
                    <a:pt x="2805273" y="3116972"/>
                  </a:lnTo>
                  <a:lnTo>
                    <a:pt x="2804418" y="3116972"/>
                  </a:lnTo>
                  <a:lnTo>
                    <a:pt x="2803562" y="3116972"/>
                  </a:lnTo>
                  <a:lnTo>
                    <a:pt x="2802707" y="3116972"/>
                  </a:lnTo>
                  <a:lnTo>
                    <a:pt x="2801851" y="3116972"/>
                  </a:lnTo>
                  <a:lnTo>
                    <a:pt x="2800996" y="3116972"/>
                  </a:lnTo>
                  <a:lnTo>
                    <a:pt x="2800140" y="3116972"/>
                  </a:lnTo>
                  <a:lnTo>
                    <a:pt x="2799285" y="3116972"/>
                  </a:lnTo>
                  <a:lnTo>
                    <a:pt x="2798429" y="3116972"/>
                  </a:lnTo>
                  <a:lnTo>
                    <a:pt x="2797573" y="3116972"/>
                  </a:lnTo>
                  <a:lnTo>
                    <a:pt x="2796718" y="3116972"/>
                  </a:lnTo>
                  <a:lnTo>
                    <a:pt x="2795862" y="3116972"/>
                  </a:lnTo>
                  <a:lnTo>
                    <a:pt x="2795007" y="3116972"/>
                  </a:lnTo>
                  <a:lnTo>
                    <a:pt x="2794151" y="3116972"/>
                  </a:lnTo>
                  <a:lnTo>
                    <a:pt x="2793296" y="3116972"/>
                  </a:lnTo>
                  <a:lnTo>
                    <a:pt x="2792440" y="3116972"/>
                  </a:lnTo>
                  <a:lnTo>
                    <a:pt x="2791585" y="3116972"/>
                  </a:lnTo>
                  <a:lnTo>
                    <a:pt x="2790729" y="3116972"/>
                  </a:lnTo>
                  <a:lnTo>
                    <a:pt x="2789874" y="3116972"/>
                  </a:lnTo>
                  <a:lnTo>
                    <a:pt x="2789018" y="3116972"/>
                  </a:lnTo>
                  <a:lnTo>
                    <a:pt x="2788163" y="3116972"/>
                  </a:lnTo>
                  <a:lnTo>
                    <a:pt x="2787307" y="3116972"/>
                  </a:lnTo>
                  <a:lnTo>
                    <a:pt x="2786452" y="3116972"/>
                  </a:lnTo>
                  <a:lnTo>
                    <a:pt x="2785596" y="3116972"/>
                  </a:lnTo>
                  <a:lnTo>
                    <a:pt x="2784741" y="3116972"/>
                  </a:lnTo>
                  <a:lnTo>
                    <a:pt x="2783885" y="3116972"/>
                  </a:lnTo>
                  <a:lnTo>
                    <a:pt x="2783029" y="3116972"/>
                  </a:lnTo>
                  <a:lnTo>
                    <a:pt x="2782174" y="3116972"/>
                  </a:lnTo>
                  <a:lnTo>
                    <a:pt x="2781318" y="3116972"/>
                  </a:lnTo>
                  <a:lnTo>
                    <a:pt x="2780463" y="3116972"/>
                  </a:lnTo>
                  <a:lnTo>
                    <a:pt x="2779607" y="3116972"/>
                  </a:lnTo>
                  <a:lnTo>
                    <a:pt x="2778752" y="3116972"/>
                  </a:lnTo>
                  <a:lnTo>
                    <a:pt x="2777896" y="3116972"/>
                  </a:lnTo>
                  <a:lnTo>
                    <a:pt x="2777041" y="3116972"/>
                  </a:lnTo>
                  <a:lnTo>
                    <a:pt x="2776185" y="3116972"/>
                  </a:lnTo>
                  <a:lnTo>
                    <a:pt x="2775330" y="3116972"/>
                  </a:lnTo>
                  <a:lnTo>
                    <a:pt x="2774474" y="3116972"/>
                  </a:lnTo>
                  <a:lnTo>
                    <a:pt x="2773619" y="3116972"/>
                  </a:lnTo>
                  <a:lnTo>
                    <a:pt x="2772763" y="3116972"/>
                  </a:lnTo>
                  <a:lnTo>
                    <a:pt x="2771908" y="3116972"/>
                  </a:lnTo>
                  <a:lnTo>
                    <a:pt x="2771052" y="3116972"/>
                  </a:lnTo>
                  <a:lnTo>
                    <a:pt x="2770197" y="3116972"/>
                  </a:lnTo>
                  <a:lnTo>
                    <a:pt x="2769341" y="3116972"/>
                  </a:lnTo>
                  <a:lnTo>
                    <a:pt x="2768486" y="3116972"/>
                  </a:lnTo>
                  <a:lnTo>
                    <a:pt x="2767630" y="3116972"/>
                  </a:lnTo>
                  <a:lnTo>
                    <a:pt x="2766774" y="3116972"/>
                  </a:lnTo>
                  <a:lnTo>
                    <a:pt x="2765919" y="3116972"/>
                  </a:lnTo>
                  <a:lnTo>
                    <a:pt x="2765063" y="3116972"/>
                  </a:lnTo>
                  <a:lnTo>
                    <a:pt x="2764208" y="3116972"/>
                  </a:lnTo>
                  <a:lnTo>
                    <a:pt x="2763352" y="3116972"/>
                  </a:lnTo>
                  <a:lnTo>
                    <a:pt x="2762497" y="3116972"/>
                  </a:lnTo>
                  <a:lnTo>
                    <a:pt x="2761641" y="3116972"/>
                  </a:lnTo>
                  <a:lnTo>
                    <a:pt x="2760786" y="3116972"/>
                  </a:lnTo>
                  <a:lnTo>
                    <a:pt x="2759930" y="3116972"/>
                  </a:lnTo>
                  <a:lnTo>
                    <a:pt x="2759075" y="3116972"/>
                  </a:lnTo>
                  <a:lnTo>
                    <a:pt x="2758219" y="3116972"/>
                  </a:lnTo>
                  <a:lnTo>
                    <a:pt x="2757364" y="3116972"/>
                  </a:lnTo>
                  <a:lnTo>
                    <a:pt x="2756508" y="3116972"/>
                  </a:lnTo>
                  <a:lnTo>
                    <a:pt x="2755653" y="3116972"/>
                  </a:lnTo>
                  <a:lnTo>
                    <a:pt x="2754797" y="3116972"/>
                  </a:lnTo>
                  <a:lnTo>
                    <a:pt x="2753942" y="3116972"/>
                  </a:lnTo>
                  <a:lnTo>
                    <a:pt x="2753086" y="3116972"/>
                  </a:lnTo>
                  <a:lnTo>
                    <a:pt x="2752231" y="3116972"/>
                  </a:lnTo>
                  <a:lnTo>
                    <a:pt x="2751375" y="3116972"/>
                  </a:lnTo>
                  <a:lnTo>
                    <a:pt x="2750519" y="3116972"/>
                  </a:lnTo>
                  <a:lnTo>
                    <a:pt x="2749664" y="3116972"/>
                  </a:lnTo>
                  <a:lnTo>
                    <a:pt x="2748808" y="3116972"/>
                  </a:lnTo>
                  <a:lnTo>
                    <a:pt x="2747953" y="3116972"/>
                  </a:lnTo>
                  <a:lnTo>
                    <a:pt x="2747097" y="3116972"/>
                  </a:lnTo>
                  <a:lnTo>
                    <a:pt x="2746242" y="3116972"/>
                  </a:lnTo>
                  <a:lnTo>
                    <a:pt x="2745386" y="3116972"/>
                  </a:lnTo>
                  <a:lnTo>
                    <a:pt x="2744531" y="3116972"/>
                  </a:lnTo>
                  <a:lnTo>
                    <a:pt x="2743675" y="3116972"/>
                  </a:lnTo>
                  <a:lnTo>
                    <a:pt x="2742820" y="3116972"/>
                  </a:lnTo>
                  <a:lnTo>
                    <a:pt x="2741964" y="3116972"/>
                  </a:lnTo>
                  <a:lnTo>
                    <a:pt x="2741109" y="3116972"/>
                  </a:lnTo>
                  <a:lnTo>
                    <a:pt x="2740253" y="3116972"/>
                  </a:lnTo>
                  <a:lnTo>
                    <a:pt x="2739398" y="3116972"/>
                  </a:lnTo>
                  <a:lnTo>
                    <a:pt x="2738542" y="3116972"/>
                  </a:lnTo>
                  <a:lnTo>
                    <a:pt x="2737687" y="3116972"/>
                  </a:lnTo>
                  <a:lnTo>
                    <a:pt x="2736831" y="3116972"/>
                  </a:lnTo>
                  <a:lnTo>
                    <a:pt x="2735975" y="3116972"/>
                  </a:lnTo>
                  <a:lnTo>
                    <a:pt x="2735120" y="3116972"/>
                  </a:lnTo>
                  <a:lnTo>
                    <a:pt x="2734264" y="3116972"/>
                  </a:lnTo>
                  <a:lnTo>
                    <a:pt x="2733409" y="3116972"/>
                  </a:lnTo>
                  <a:lnTo>
                    <a:pt x="2732553" y="3116972"/>
                  </a:lnTo>
                  <a:lnTo>
                    <a:pt x="2731698" y="3116972"/>
                  </a:lnTo>
                  <a:lnTo>
                    <a:pt x="2730842" y="3116972"/>
                  </a:lnTo>
                  <a:lnTo>
                    <a:pt x="2729987" y="3116972"/>
                  </a:lnTo>
                  <a:lnTo>
                    <a:pt x="2729131" y="3116972"/>
                  </a:lnTo>
                  <a:lnTo>
                    <a:pt x="2728276" y="3116972"/>
                  </a:lnTo>
                  <a:lnTo>
                    <a:pt x="2727420" y="3116972"/>
                  </a:lnTo>
                  <a:lnTo>
                    <a:pt x="2726565" y="3116972"/>
                  </a:lnTo>
                  <a:lnTo>
                    <a:pt x="2725709" y="3116972"/>
                  </a:lnTo>
                  <a:lnTo>
                    <a:pt x="2724854" y="3116972"/>
                  </a:lnTo>
                  <a:lnTo>
                    <a:pt x="2723998" y="3116972"/>
                  </a:lnTo>
                  <a:lnTo>
                    <a:pt x="2723143" y="3116972"/>
                  </a:lnTo>
                  <a:lnTo>
                    <a:pt x="2722287" y="3116972"/>
                  </a:lnTo>
                  <a:lnTo>
                    <a:pt x="2721432" y="3116972"/>
                  </a:lnTo>
                  <a:lnTo>
                    <a:pt x="2720576" y="3116972"/>
                  </a:lnTo>
                  <a:lnTo>
                    <a:pt x="2719720" y="3116972"/>
                  </a:lnTo>
                  <a:lnTo>
                    <a:pt x="2718865" y="3116972"/>
                  </a:lnTo>
                  <a:lnTo>
                    <a:pt x="2718009" y="3116972"/>
                  </a:lnTo>
                  <a:lnTo>
                    <a:pt x="2717154" y="3116972"/>
                  </a:lnTo>
                  <a:lnTo>
                    <a:pt x="2716298" y="3116972"/>
                  </a:lnTo>
                  <a:lnTo>
                    <a:pt x="2715443" y="3116972"/>
                  </a:lnTo>
                  <a:lnTo>
                    <a:pt x="2714587" y="3116972"/>
                  </a:lnTo>
                  <a:lnTo>
                    <a:pt x="2713732" y="3116972"/>
                  </a:lnTo>
                  <a:lnTo>
                    <a:pt x="2712876" y="3116972"/>
                  </a:lnTo>
                  <a:lnTo>
                    <a:pt x="2712021" y="3116972"/>
                  </a:lnTo>
                  <a:lnTo>
                    <a:pt x="2711165" y="3116972"/>
                  </a:lnTo>
                  <a:lnTo>
                    <a:pt x="2710310" y="3116972"/>
                  </a:lnTo>
                  <a:lnTo>
                    <a:pt x="2709454" y="3116972"/>
                  </a:lnTo>
                  <a:lnTo>
                    <a:pt x="2708599" y="3116972"/>
                  </a:lnTo>
                  <a:lnTo>
                    <a:pt x="2707743" y="3116972"/>
                  </a:lnTo>
                  <a:lnTo>
                    <a:pt x="2706888" y="3116972"/>
                  </a:lnTo>
                  <a:lnTo>
                    <a:pt x="2706032" y="3116972"/>
                  </a:lnTo>
                  <a:lnTo>
                    <a:pt x="2705177" y="3116972"/>
                  </a:lnTo>
                  <a:lnTo>
                    <a:pt x="2704321" y="3116972"/>
                  </a:lnTo>
                  <a:lnTo>
                    <a:pt x="2703465" y="3116972"/>
                  </a:lnTo>
                  <a:lnTo>
                    <a:pt x="2702610" y="3116972"/>
                  </a:lnTo>
                  <a:lnTo>
                    <a:pt x="2701754" y="3116972"/>
                  </a:lnTo>
                  <a:lnTo>
                    <a:pt x="2700899" y="3116972"/>
                  </a:lnTo>
                  <a:lnTo>
                    <a:pt x="2700043" y="3116972"/>
                  </a:lnTo>
                  <a:lnTo>
                    <a:pt x="2699188" y="3116972"/>
                  </a:lnTo>
                  <a:lnTo>
                    <a:pt x="2698332" y="3116972"/>
                  </a:lnTo>
                  <a:lnTo>
                    <a:pt x="2697477" y="3116972"/>
                  </a:lnTo>
                  <a:lnTo>
                    <a:pt x="2696621" y="3116972"/>
                  </a:lnTo>
                  <a:lnTo>
                    <a:pt x="2695766" y="3116972"/>
                  </a:lnTo>
                  <a:lnTo>
                    <a:pt x="2694910" y="3116972"/>
                  </a:lnTo>
                  <a:lnTo>
                    <a:pt x="2694055" y="3116972"/>
                  </a:lnTo>
                  <a:lnTo>
                    <a:pt x="2693199" y="3116972"/>
                  </a:lnTo>
                  <a:lnTo>
                    <a:pt x="2692344" y="3116972"/>
                  </a:lnTo>
                  <a:lnTo>
                    <a:pt x="2691488" y="3116972"/>
                  </a:lnTo>
                  <a:lnTo>
                    <a:pt x="2690633" y="3116972"/>
                  </a:lnTo>
                  <a:lnTo>
                    <a:pt x="2689777" y="3116972"/>
                  </a:lnTo>
                  <a:lnTo>
                    <a:pt x="2688921" y="3116972"/>
                  </a:lnTo>
                  <a:lnTo>
                    <a:pt x="2688066" y="3116972"/>
                  </a:lnTo>
                  <a:lnTo>
                    <a:pt x="2687210" y="3116972"/>
                  </a:lnTo>
                  <a:lnTo>
                    <a:pt x="2686355" y="3116972"/>
                  </a:lnTo>
                  <a:lnTo>
                    <a:pt x="2685499" y="3116972"/>
                  </a:lnTo>
                  <a:lnTo>
                    <a:pt x="2684644" y="3116972"/>
                  </a:lnTo>
                  <a:lnTo>
                    <a:pt x="2683788" y="3116972"/>
                  </a:lnTo>
                  <a:lnTo>
                    <a:pt x="2682933" y="3116972"/>
                  </a:lnTo>
                  <a:lnTo>
                    <a:pt x="2682077" y="3116972"/>
                  </a:lnTo>
                  <a:lnTo>
                    <a:pt x="2681222" y="3116972"/>
                  </a:lnTo>
                  <a:lnTo>
                    <a:pt x="2680366" y="3116972"/>
                  </a:lnTo>
                  <a:lnTo>
                    <a:pt x="2679511" y="3116972"/>
                  </a:lnTo>
                  <a:lnTo>
                    <a:pt x="2678655" y="3116972"/>
                  </a:lnTo>
                  <a:lnTo>
                    <a:pt x="2677800" y="3116972"/>
                  </a:lnTo>
                  <a:lnTo>
                    <a:pt x="2676944" y="3116972"/>
                  </a:lnTo>
                  <a:lnTo>
                    <a:pt x="2676089" y="3116972"/>
                  </a:lnTo>
                  <a:lnTo>
                    <a:pt x="2675233" y="3116972"/>
                  </a:lnTo>
                  <a:lnTo>
                    <a:pt x="2674378" y="3116972"/>
                  </a:lnTo>
                  <a:lnTo>
                    <a:pt x="2673522" y="3116972"/>
                  </a:lnTo>
                  <a:lnTo>
                    <a:pt x="2672666" y="3116972"/>
                  </a:lnTo>
                  <a:lnTo>
                    <a:pt x="2671811" y="3116972"/>
                  </a:lnTo>
                  <a:lnTo>
                    <a:pt x="2670955" y="3116972"/>
                  </a:lnTo>
                  <a:lnTo>
                    <a:pt x="2670100" y="3116972"/>
                  </a:lnTo>
                  <a:lnTo>
                    <a:pt x="2669244" y="3116972"/>
                  </a:lnTo>
                  <a:lnTo>
                    <a:pt x="2668389" y="3116972"/>
                  </a:lnTo>
                  <a:lnTo>
                    <a:pt x="2667533" y="3116972"/>
                  </a:lnTo>
                  <a:lnTo>
                    <a:pt x="2666678" y="3116972"/>
                  </a:lnTo>
                  <a:lnTo>
                    <a:pt x="2665822" y="3116972"/>
                  </a:lnTo>
                  <a:lnTo>
                    <a:pt x="2664967" y="3116972"/>
                  </a:lnTo>
                  <a:lnTo>
                    <a:pt x="2664111" y="3116972"/>
                  </a:lnTo>
                  <a:lnTo>
                    <a:pt x="2663256" y="3116972"/>
                  </a:lnTo>
                  <a:lnTo>
                    <a:pt x="2662400" y="3116972"/>
                  </a:lnTo>
                  <a:lnTo>
                    <a:pt x="2661545" y="3116972"/>
                  </a:lnTo>
                  <a:lnTo>
                    <a:pt x="2660689" y="3116972"/>
                  </a:lnTo>
                  <a:lnTo>
                    <a:pt x="2659834" y="3116972"/>
                  </a:lnTo>
                  <a:lnTo>
                    <a:pt x="2658978" y="3116972"/>
                  </a:lnTo>
                  <a:lnTo>
                    <a:pt x="2658123" y="3116972"/>
                  </a:lnTo>
                  <a:lnTo>
                    <a:pt x="2657267" y="3116972"/>
                  </a:lnTo>
                  <a:lnTo>
                    <a:pt x="2656411" y="3116972"/>
                  </a:lnTo>
                  <a:lnTo>
                    <a:pt x="2655556" y="3116972"/>
                  </a:lnTo>
                  <a:lnTo>
                    <a:pt x="2654700" y="3116972"/>
                  </a:lnTo>
                  <a:lnTo>
                    <a:pt x="2653845" y="3116972"/>
                  </a:lnTo>
                  <a:lnTo>
                    <a:pt x="2652989" y="3116972"/>
                  </a:lnTo>
                  <a:lnTo>
                    <a:pt x="2652134" y="3116972"/>
                  </a:lnTo>
                  <a:lnTo>
                    <a:pt x="2651278" y="3116972"/>
                  </a:lnTo>
                  <a:lnTo>
                    <a:pt x="2650423" y="3116972"/>
                  </a:lnTo>
                  <a:lnTo>
                    <a:pt x="2649567" y="3116972"/>
                  </a:lnTo>
                  <a:lnTo>
                    <a:pt x="2648712" y="3116972"/>
                  </a:lnTo>
                  <a:lnTo>
                    <a:pt x="2647856" y="3116972"/>
                  </a:lnTo>
                  <a:lnTo>
                    <a:pt x="2647001" y="3116972"/>
                  </a:lnTo>
                  <a:lnTo>
                    <a:pt x="2646145" y="3116972"/>
                  </a:lnTo>
                  <a:lnTo>
                    <a:pt x="2645290" y="3116972"/>
                  </a:lnTo>
                  <a:lnTo>
                    <a:pt x="2644434" y="3116972"/>
                  </a:lnTo>
                  <a:lnTo>
                    <a:pt x="2643579" y="3116972"/>
                  </a:lnTo>
                  <a:lnTo>
                    <a:pt x="2642723" y="3116972"/>
                  </a:lnTo>
                  <a:lnTo>
                    <a:pt x="2641868" y="3116972"/>
                  </a:lnTo>
                  <a:lnTo>
                    <a:pt x="2641012" y="3116972"/>
                  </a:lnTo>
                  <a:lnTo>
                    <a:pt x="2640156" y="3116972"/>
                  </a:lnTo>
                  <a:lnTo>
                    <a:pt x="2639301" y="3116972"/>
                  </a:lnTo>
                  <a:lnTo>
                    <a:pt x="2638445" y="3116972"/>
                  </a:lnTo>
                  <a:lnTo>
                    <a:pt x="2637590" y="3116972"/>
                  </a:lnTo>
                  <a:lnTo>
                    <a:pt x="2636734" y="3116972"/>
                  </a:lnTo>
                  <a:lnTo>
                    <a:pt x="2635879" y="3116972"/>
                  </a:lnTo>
                  <a:lnTo>
                    <a:pt x="2635023" y="3116972"/>
                  </a:lnTo>
                  <a:lnTo>
                    <a:pt x="2634168" y="3116972"/>
                  </a:lnTo>
                  <a:lnTo>
                    <a:pt x="2633312" y="3116972"/>
                  </a:lnTo>
                  <a:lnTo>
                    <a:pt x="2632457" y="3116972"/>
                  </a:lnTo>
                  <a:lnTo>
                    <a:pt x="2631601" y="3116972"/>
                  </a:lnTo>
                  <a:lnTo>
                    <a:pt x="2630746" y="3116972"/>
                  </a:lnTo>
                  <a:lnTo>
                    <a:pt x="2629890" y="3116972"/>
                  </a:lnTo>
                  <a:lnTo>
                    <a:pt x="2629035" y="3116972"/>
                  </a:lnTo>
                  <a:lnTo>
                    <a:pt x="2628179" y="3116972"/>
                  </a:lnTo>
                  <a:lnTo>
                    <a:pt x="2627324" y="3116972"/>
                  </a:lnTo>
                  <a:lnTo>
                    <a:pt x="2626468" y="3116972"/>
                  </a:lnTo>
                  <a:lnTo>
                    <a:pt x="2625612" y="3116972"/>
                  </a:lnTo>
                  <a:lnTo>
                    <a:pt x="2624757" y="3116972"/>
                  </a:lnTo>
                  <a:lnTo>
                    <a:pt x="2623901" y="3116972"/>
                  </a:lnTo>
                  <a:lnTo>
                    <a:pt x="2623046" y="3116972"/>
                  </a:lnTo>
                  <a:lnTo>
                    <a:pt x="2622190" y="3116972"/>
                  </a:lnTo>
                  <a:lnTo>
                    <a:pt x="2621335" y="3116972"/>
                  </a:lnTo>
                  <a:lnTo>
                    <a:pt x="2620479" y="3116972"/>
                  </a:lnTo>
                  <a:lnTo>
                    <a:pt x="2619624" y="3116972"/>
                  </a:lnTo>
                  <a:lnTo>
                    <a:pt x="2618768" y="3116972"/>
                  </a:lnTo>
                  <a:lnTo>
                    <a:pt x="2617913" y="3116972"/>
                  </a:lnTo>
                  <a:lnTo>
                    <a:pt x="2617057" y="3116972"/>
                  </a:lnTo>
                  <a:lnTo>
                    <a:pt x="2616202" y="3116972"/>
                  </a:lnTo>
                  <a:lnTo>
                    <a:pt x="2615346" y="3116972"/>
                  </a:lnTo>
                  <a:lnTo>
                    <a:pt x="2614491" y="3116972"/>
                  </a:lnTo>
                  <a:lnTo>
                    <a:pt x="2613635" y="3116972"/>
                  </a:lnTo>
                  <a:lnTo>
                    <a:pt x="2612780" y="3116972"/>
                  </a:lnTo>
                  <a:lnTo>
                    <a:pt x="2611924" y="3116972"/>
                  </a:lnTo>
                  <a:lnTo>
                    <a:pt x="2611069" y="3116972"/>
                  </a:lnTo>
                  <a:lnTo>
                    <a:pt x="2610213" y="3116972"/>
                  </a:lnTo>
                  <a:lnTo>
                    <a:pt x="2609357" y="3116972"/>
                  </a:lnTo>
                  <a:lnTo>
                    <a:pt x="2608502" y="3116972"/>
                  </a:lnTo>
                  <a:lnTo>
                    <a:pt x="2607646" y="3116972"/>
                  </a:lnTo>
                  <a:lnTo>
                    <a:pt x="2606791" y="3116972"/>
                  </a:lnTo>
                  <a:lnTo>
                    <a:pt x="2605935" y="3116972"/>
                  </a:lnTo>
                  <a:lnTo>
                    <a:pt x="2605080" y="3116972"/>
                  </a:lnTo>
                  <a:lnTo>
                    <a:pt x="2604224" y="3116972"/>
                  </a:lnTo>
                  <a:lnTo>
                    <a:pt x="2603369" y="3116972"/>
                  </a:lnTo>
                  <a:lnTo>
                    <a:pt x="2602513" y="3116972"/>
                  </a:lnTo>
                  <a:lnTo>
                    <a:pt x="2601658" y="3116972"/>
                  </a:lnTo>
                  <a:lnTo>
                    <a:pt x="2600802" y="3116972"/>
                  </a:lnTo>
                  <a:lnTo>
                    <a:pt x="2599947" y="3116972"/>
                  </a:lnTo>
                  <a:lnTo>
                    <a:pt x="2599091" y="3116972"/>
                  </a:lnTo>
                  <a:lnTo>
                    <a:pt x="2598236" y="3116972"/>
                  </a:lnTo>
                  <a:lnTo>
                    <a:pt x="2597380" y="3116972"/>
                  </a:lnTo>
                  <a:lnTo>
                    <a:pt x="2596525" y="3116972"/>
                  </a:lnTo>
                  <a:lnTo>
                    <a:pt x="2595669" y="3116972"/>
                  </a:lnTo>
                  <a:lnTo>
                    <a:pt x="2594814" y="3116972"/>
                  </a:lnTo>
                  <a:lnTo>
                    <a:pt x="2593958" y="3116972"/>
                  </a:lnTo>
                  <a:lnTo>
                    <a:pt x="2593102" y="3116972"/>
                  </a:lnTo>
                  <a:lnTo>
                    <a:pt x="2592247" y="3116972"/>
                  </a:lnTo>
                  <a:lnTo>
                    <a:pt x="2591391" y="3116972"/>
                  </a:lnTo>
                  <a:lnTo>
                    <a:pt x="2590536" y="3116972"/>
                  </a:lnTo>
                  <a:lnTo>
                    <a:pt x="2589680" y="3116972"/>
                  </a:lnTo>
                  <a:lnTo>
                    <a:pt x="2588825" y="3116972"/>
                  </a:lnTo>
                  <a:lnTo>
                    <a:pt x="2587969" y="3116972"/>
                  </a:lnTo>
                  <a:lnTo>
                    <a:pt x="2587114" y="3116972"/>
                  </a:lnTo>
                  <a:lnTo>
                    <a:pt x="2586258" y="3116972"/>
                  </a:lnTo>
                  <a:lnTo>
                    <a:pt x="2585403" y="3116972"/>
                  </a:lnTo>
                  <a:lnTo>
                    <a:pt x="2584547" y="3116972"/>
                  </a:lnTo>
                  <a:lnTo>
                    <a:pt x="2583692" y="3116972"/>
                  </a:lnTo>
                  <a:lnTo>
                    <a:pt x="2582836" y="3116972"/>
                  </a:lnTo>
                  <a:lnTo>
                    <a:pt x="2581981" y="3116972"/>
                  </a:lnTo>
                  <a:lnTo>
                    <a:pt x="2581125" y="3116972"/>
                  </a:lnTo>
                  <a:lnTo>
                    <a:pt x="2580270" y="3116972"/>
                  </a:lnTo>
                  <a:lnTo>
                    <a:pt x="2579414" y="3116972"/>
                  </a:lnTo>
                  <a:lnTo>
                    <a:pt x="2578558" y="3116972"/>
                  </a:lnTo>
                  <a:lnTo>
                    <a:pt x="2577703" y="3116972"/>
                  </a:lnTo>
                  <a:lnTo>
                    <a:pt x="2576847" y="3116972"/>
                  </a:lnTo>
                  <a:lnTo>
                    <a:pt x="2575992" y="3116972"/>
                  </a:lnTo>
                  <a:lnTo>
                    <a:pt x="2575136" y="3116972"/>
                  </a:lnTo>
                  <a:lnTo>
                    <a:pt x="2574281" y="3116972"/>
                  </a:lnTo>
                  <a:lnTo>
                    <a:pt x="2573425" y="3116972"/>
                  </a:lnTo>
                  <a:lnTo>
                    <a:pt x="2572570" y="3116972"/>
                  </a:lnTo>
                  <a:lnTo>
                    <a:pt x="2571714" y="3116972"/>
                  </a:lnTo>
                  <a:lnTo>
                    <a:pt x="2570859" y="3116972"/>
                  </a:lnTo>
                  <a:lnTo>
                    <a:pt x="2570003" y="3116972"/>
                  </a:lnTo>
                  <a:lnTo>
                    <a:pt x="2569148" y="3116972"/>
                  </a:lnTo>
                  <a:lnTo>
                    <a:pt x="2568292" y="3116972"/>
                  </a:lnTo>
                  <a:lnTo>
                    <a:pt x="2567437" y="3116972"/>
                  </a:lnTo>
                  <a:lnTo>
                    <a:pt x="2566581" y="3116972"/>
                  </a:lnTo>
                  <a:lnTo>
                    <a:pt x="2565726" y="3116972"/>
                  </a:lnTo>
                  <a:lnTo>
                    <a:pt x="2564870" y="3116972"/>
                  </a:lnTo>
                  <a:lnTo>
                    <a:pt x="2564015" y="3116972"/>
                  </a:lnTo>
                  <a:lnTo>
                    <a:pt x="2563159" y="3116972"/>
                  </a:lnTo>
                  <a:lnTo>
                    <a:pt x="2562303" y="3116972"/>
                  </a:lnTo>
                  <a:lnTo>
                    <a:pt x="2561448" y="3116972"/>
                  </a:lnTo>
                  <a:lnTo>
                    <a:pt x="2560592" y="3116972"/>
                  </a:lnTo>
                  <a:lnTo>
                    <a:pt x="2559737" y="3116972"/>
                  </a:lnTo>
                  <a:lnTo>
                    <a:pt x="2558881" y="3116972"/>
                  </a:lnTo>
                  <a:lnTo>
                    <a:pt x="2558026" y="3116972"/>
                  </a:lnTo>
                  <a:lnTo>
                    <a:pt x="2557170" y="3116972"/>
                  </a:lnTo>
                  <a:lnTo>
                    <a:pt x="2556315" y="3116972"/>
                  </a:lnTo>
                  <a:lnTo>
                    <a:pt x="2555459" y="3116972"/>
                  </a:lnTo>
                  <a:lnTo>
                    <a:pt x="2554604" y="3116972"/>
                  </a:lnTo>
                  <a:lnTo>
                    <a:pt x="2553748" y="3116972"/>
                  </a:lnTo>
                  <a:lnTo>
                    <a:pt x="2552893" y="3116972"/>
                  </a:lnTo>
                  <a:lnTo>
                    <a:pt x="2552037" y="3116972"/>
                  </a:lnTo>
                  <a:lnTo>
                    <a:pt x="2551182" y="3116972"/>
                  </a:lnTo>
                  <a:lnTo>
                    <a:pt x="2550326" y="3116972"/>
                  </a:lnTo>
                  <a:lnTo>
                    <a:pt x="2549471" y="3116972"/>
                  </a:lnTo>
                  <a:lnTo>
                    <a:pt x="2548615" y="3116972"/>
                  </a:lnTo>
                  <a:lnTo>
                    <a:pt x="2547760" y="3116972"/>
                  </a:lnTo>
                  <a:lnTo>
                    <a:pt x="2546904" y="3116972"/>
                  </a:lnTo>
                  <a:lnTo>
                    <a:pt x="2546048" y="3116972"/>
                  </a:lnTo>
                  <a:lnTo>
                    <a:pt x="2545193" y="3116972"/>
                  </a:lnTo>
                  <a:lnTo>
                    <a:pt x="2544337" y="3116972"/>
                  </a:lnTo>
                  <a:lnTo>
                    <a:pt x="2543482" y="3116972"/>
                  </a:lnTo>
                  <a:lnTo>
                    <a:pt x="2542626" y="3116972"/>
                  </a:lnTo>
                  <a:lnTo>
                    <a:pt x="2541771" y="3116972"/>
                  </a:lnTo>
                  <a:lnTo>
                    <a:pt x="2540915" y="3116972"/>
                  </a:lnTo>
                  <a:lnTo>
                    <a:pt x="2540060" y="3116972"/>
                  </a:lnTo>
                  <a:lnTo>
                    <a:pt x="2539204" y="3116972"/>
                  </a:lnTo>
                  <a:lnTo>
                    <a:pt x="2538349" y="3116972"/>
                  </a:lnTo>
                  <a:lnTo>
                    <a:pt x="2537493" y="3116972"/>
                  </a:lnTo>
                  <a:lnTo>
                    <a:pt x="2536638" y="3116972"/>
                  </a:lnTo>
                  <a:lnTo>
                    <a:pt x="2535782" y="3116972"/>
                  </a:lnTo>
                  <a:lnTo>
                    <a:pt x="2534927" y="3116972"/>
                  </a:lnTo>
                  <a:lnTo>
                    <a:pt x="2534071" y="3116972"/>
                  </a:lnTo>
                  <a:lnTo>
                    <a:pt x="2533216" y="3116972"/>
                  </a:lnTo>
                  <a:lnTo>
                    <a:pt x="2532360" y="3116972"/>
                  </a:lnTo>
                  <a:lnTo>
                    <a:pt x="2531504" y="3116972"/>
                  </a:lnTo>
                  <a:lnTo>
                    <a:pt x="2530649" y="3116972"/>
                  </a:lnTo>
                  <a:lnTo>
                    <a:pt x="2529793" y="3116972"/>
                  </a:lnTo>
                  <a:lnTo>
                    <a:pt x="2528938" y="3116972"/>
                  </a:lnTo>
                  <a:lnTo>
                    <a:pt x="2528082" y="3116972"/>
                  </a:lnTo>
                  <a:lnTo>
                    <a:pt x="2527227" y="3116972"/>
                  </a:lnTo>
                  <a:lnTo>
                    <a:pt x="2526371" y="3116972"/>
                  </a:lnTo>
                  <a:lnTo>
                    <a:pt x="2525516" y="3116972"/>
                  </a:lnTo>
                  <a:lnTo>
                    <a:pt x="2524660" y="3116972"/>
                  </a:lnTo>
                  <a:lnTo>
                    <a:pt x="2523805" y="3116972"/>
                  </a:lnTo>
                  <a:lnTo>
                    <a:pt x="2522949" y="3116972"/>
                  </a:lnTo>
                  <a:lnTo>
                    <a:pt x="2522094" y="3116972"/>
                  </a:lnTo>
                  <a:lnTo>
                    <a:pt x="2521238" y="3116972"/>
                  </a:lnTo>
                  <a:lnTo>
                    <a:pt x="2520383" y="3116972"/>
                  </a:lnTo>
                  <a:lnTo>
                    <a:pt x="2519527" y="3116972"/>
                  </a:lnTo>
                  <a:lnTo>
                    <a:pt x="2518672" y="3116972"/>
                  </a:lnTo>
                  <a:lnTo>
                    <a:pt x="2517816" y="3116972"/>
                  </a:lnTo>
                  <a:lnTo>
                    <a:pt x="2516961" y="3116972"/>
                  </a:lnTo>
                  <a:lnTo>
                    <a:pt x="2516105" y="3116972"/>
                  </a:lnTo>
                  <a:lnTo>
                    <a:pt x="2515249" y="3116972"/>
                  </a:lnTo>
                  <a:lnTo>
                    <a:pt x="2514394" y="3116972"/>
                  </a:lnTo>
                  <a:lnTo>
                    <a:pt x="2513538" y="3116972"/>
                  </a:lnTo>
                  <a:lnTo>
                    <a:pt x="2512683" y="3116972"/>
                  </a:lnTo>
                  <a:lnTo>
                    <a:pt x="2511827" y="3116972"/>
                  </a:lnTo>
                  <a:lnTo>
                    <a:pt x="2510972" y="3116972"/>
                  </a:lnTo>
                  <a:lnTo>
                    <a:pt x="2510116" y="3116972"/>
                  </a:lnTo>
                  <a:lnTo>
                    <a:pt x="2509261" y="3116972"/>
                  </a:lnTo>
                  <a:lnTo>
                    <a:pt x="2508405" y="3116972"/>
                  </a:lnTo>
                  <a:lnTo>
                    <a:pt x="2507550" y="3116972"/>
                  </a:lnTo>
                  <a:lnTo>
                    <a:pt x="2506694" y="3116972"/>
                  </a:lnTo>
                  <a:lnTo>
                    <a:pt x="2505839" y="3116972"/>
                  </a:lnTo>
                  <a:lnTo>
                    <a:pt x="2504983" y="3116972"/>
                  </a:lnTo>
                  <a:lnTo>
                    <a:pt x="2504128" y="3116972"/>
                  </a:lnTo>
                  <a:lnTo>
                    <a:pt x="2503272" y="3116972"/>
                  </a:lnTo>
                  <a:lnTo>
                    <a:pt x="2502417" y="3116972"/>
                  </a:lnTo>
                  <a:lnTo>
                    <a:pt x="2501561" y="3116972"/>
                  </a:lnTo>
                  <a:lnTo>
                    <a:pt x="2500706" y="3116972"/>
                  </a:lnTo>
                  <a:lnTo>
                    <a:pt x="2499850" y="3116972"/>
                  </a:lnTo>
                  <a:lnTo>
                    <a:pt x="2498994" y="3116972"/>
                  </a:lnTo>
                  <a:lnTo>
                    <a:pt x="2498139" y="3116972"/>
                  </a:lnTo>
                  <a:lnTo>
                    <a:pt x="2497283" y="3116972"/>
                  </a:lnTo>
                  <a:lnTo>
                    <a:pt x="2496428" y="3116972"/>
                  </a:lnTo>
                  <a:lnTo>
                    <a:pt x="2495572" y="3116972"/>
                  </a:lnTo>
                  <a:lnTo>
                    <a:pt x="2494717" y="3116972"/>
                  </a:lnTo>
                  <a:lnTo>
                    <a:pt x="2493861" y="3116972"/>
                  </a:lnTo>
                  <a:lnTo>
                    <a:pt x="2493006" y="3116972"/>
                  </a:lnTo>
                  <a:lnTo>
                    <a:pt x="2492150" y="3116972"/>
                  </a:lnTo>
                  <a:lnTo>
                    <a:pt x="2491295" y="3116972"/>
                  </a:lnTo>
                  <a:lnTo>
                    <a:pt x="2490439" y="3116972"/>
                  </a:lnTo>
                  <a:lnTo>
                    <a:pt x="2489584" y="3116972"/>
                  </a:lnTo>
                  <a:lnTo>
                    <a:pt x="2488728" y="3116972"/>
                  </a:lnTo>
                  <a:lnTo>
                    <a:pt x="2487873" y="3116972"/>
                  </a:lnTo>
                  <a:lnTo>
                    <a:pt x="2487017" y="3116972"/>
                  </a:lnTo>
                  <a:lnTo>
                    <a:pt x="2486162" y="3116972"/>
                  </a:lnTo>
                  <a:lnTo>
                    <a:pt x="2485306" y="3116972"/>
                  </a:lnTo>
                  <a:lnTo>
                    <a:pt x="2484450" y="3116972"/>
                  </a:lnTo>
                  <a:lnTo>
                    <a:pt x="2483595" y="3116972"/>
                  </a:lnTo>
                  <a:lnTo>
                    <a:pt x="2482739" y="3116972"/>
                  </a:lnTo>
                  <a:lnTo>
                    <a:pt x="2481884" y="3116972"/>
                  </a:lnTo>
                  <a:lnTo>
                    <a:pt x="2481028" y="3116972"/>
                  </a:lnTo>
                  <a:lnTo>
                    <a:pt x="2480173" y="3116972"/>
                  </a:lnTo>
                  <a:lnTo>
                    <a:pt x="2479317" y="3116972"/>
                  </a:lnTo>
                  <a:lnTo>
                    <a:pt x="2478462" y="3116972"/>
                  </a:lnTo>
                  <a:lnTo>
                    <a:pt x="2477606" y="3116972"/>
                  </a:lnTo>
                  <a:lnTo>
                    <a:pt x="2476751" y="3116972"/>
                  </a:lnTo>
                  <a:lnTo>
                    <a:pt x="2475895" y="3116972"/>
                  </a:lnTo>
                  <a:lnTo>
                    <a:pt x="2475040" y="3116972"/>
                  </a:lnTo>
                  <a:lnTo>
                    <a:pt x="2474184" y="3116972"/>
                  </a:lnTo>
                  <a:lnTo>
                    <a:pt x="2473329" y="3116972"/>
                  </a:lnTo>
                  <a:lnTo>
                    <a:pt x="2472473" y="3116972"/>
                  </a:lnTo>
                  <a:lnTo>
                    <a:pt x="2471618" y="3116972"/>
                  </a:lnTo>
                  <a:lnTo>
                    <a:pt x="2470762" y="3116972"/>
                  </a:lnTo>
                  <a:lnTo>
                    <a:pt x="2469907" y="3116972"/>
                  </a:lnTo>
                  <a:lnTo>
                    <a:pt x="2469051" y="3116972"/>
                  </a:lnTo>
                  <a:lnTo>
                    <a:pt x="2468195" y="3116972"/>
                  </a:lnTo>
                  <a:lnTo>
                    <a:pt x="2467340" y="3116972"/>
                  </a:lnTo>
                  <a:lnTo>
                    <a:pt x="2466484" y="3116972"/>
                  </a:lnTo>
                  <a:lnTo>
                    <a:pt x="2465629" y="3116972"/>
                  </a:lnTo>
                  <a:lnTo>
                    <a:pt x="2464773" y="3116972"/>
                  </a:lnTo>
                  <a:lnTo>
                    <a:pt x="2463918" y="3116972"/>
                  </a:lnTo>
                  <a:lnTo>
                    <a:pt x="2463062" y="3116972"/>
                  </a:lnTo>
                  <a:lnTo>
                    <a:pt x="2462207" y="3116972"/>
                  </a:lnTo>
                  <a:lnTo>
                    <a:pt x="2461351" y="3116972"/>
                  </a:lnTo>
                  <a:lnTo>
                    <a:pt x="2460496" y="3116972"/>
                  </a:lnTo>
                  <a:lnTo>
                    <a:pt x="2459640" y="3116972"/>
                  </a:lnTo>
                  <a:lnTo>
                    <a:pt x="2458785" y="3116972"/>
                  </a:lnTo>
                  <a:lnTo>
                    <a:pt x="2457929" y="3116972"/>
                  </a:lnTo>
                  <a:lnTo>
                    <a:pt x="2457074" y="3116972"/>
                  </a:lnTo>
                  <a:lnTo>
                    <a:pt x="2456218" y="3116972"/>
                  </a:lnTo>
                  <a:lnTo>
                    <a:pt x="2455363" y="3116972"/>
                  </a:lnTo>
                  <a:lnTo>
                    <a:pt x="2454507" y="3116972"/>
                  </a:lnTo>
                  <a:lnTo>
                    <a:pt x="2453652" y="3116972"/>
                  </a:lnTo>
                  <a:lnTo>
                    <a:pt x="2452796" y="3116972"/>
                  </a:lnTo>
                  <a:lnTo>
                    <a:pt x="2451940" y="3116972"/>
                  </a:lnTo>
                  <a:lnTo>
                    <a:pt x="2451085" y="3116972"/>
                  </a:lnTo>
                  <a:lnTo>
                    <a:pt x="2450229" y="3116972"/>
                  </a:lnTo>
                  <a:lnTo>
                    <a:pt x="2449374" y="3116972"/>
                  </a:lnTo>
                  <a:lnTo>
                    <a:pt x="2448518" y="3116972"/>
                  </a:lnTo>
                  <a:lnTo>
                    <a:pt x="2447663" y="3116972"/>
                  </a:lnTo>
                  <a:lnTo>
                    <a:pt x="2446807" y="3116972"/>
                  </a:lnTo>
                  <a:lnTo>
                    <a:pt x="2445952" y="3116972"/>
                  </a:lnTo>
                  <a:lnTo>
                    <a:pt x="2445096" y="3116972"/>
                  </a:lnTo>
                  <a:lnTo>
                    <a:pt x="2444241" y="3116972"/>
                  </a:lnTo>
                  <a:lnTo>
                    <a:pt x="2443385" y="3116972"/>
                  </a:lnTo>
                  <a:lnTo>
                    <a:pt x="2442530" y="3116972"/>
                  </a:lnTo>
                  <a:lnTo>
                    <a:pt x="2441674" y="3116972"/>
                  </a:lnTo>
                  <a:lnTo>
                    <a:pt x="2440819" y="3116972"/>
                  </a:lnTo>
                  <a:lnTo>
                    <a:pt x="2439963" y="3116972"/>
                  </a:lnTo>
                  <a:lnTo>
                    <a:pt x="2439108" y="3116972"/>
                  </a:lnTo>
                  <a:lnTo>
                    <a:pt x="2438252" y="3116972"/>
                  </a:lnTo>
                  <a:lnTo>
                    <a:pt x="2437396" y="3116972"/>
                  </a:lnTo>
                  <a:lnTo>
                    <a:pt x="2436541" y="3116972"/>
                  </a:lnTo>
                  <a:lnTo>
                    <a:pt x="2435685" y="3116972"/>
                  </a:lnTo>
                  <a:lnTo>
                    <a:pt x="2434830" y="3116972"/>
                  </a:lnTo>
                  <a:lnTo>
                    <a:pt x="2433974" y="3116972"/>
                  </a:lnTo>
                  <a:lnTo>
                    <a:pt x="2433119" y="3116972"/>
                  </a:lnTo>
                  <a:lnTo>
                    <a:pt x="2432263" y="3116972"/>
                  </a:lnTo>
                  <a:lnTo>
                    <a:pt x="2431408" y="3116972"/>
                  </a:lnTo>
                  <a:lnTo>
                    <a:pt x="2430552" y="3116972"/>
                  </a:lnTo>
                  <a:lnTo>
                    <a:pt x="2429697" y="3116972"/>
                  </a:lnTo>
                  <a:lnTo>
                    <a:pt x="2428841" y="3116972"/>
                  </a:lnTo>
                  <a:lnTo>
                    <a:pt x="2427986" y="3116972"/>
                  </a:lnTo>
                  <a:lnTo>
                    <a:pt x="2427130" y="3116972"/>
                  </a:lnTo>
                  <a:lnTo>
                    <a:pt x="2426275" y="3116972"/>
                  </a:lnTo>
                  <a:lnTo>
                    <a:pt x="2425419" y="3116972"/>
                  </a:lnTo>
                  <a:lnTo>
                    <a:pt x="2424564" y="3116972"/>
                  </a:lnTo>
                  <a:lnTo>
                    <a:pt x="2423708" y="3116972"/>
                  </a:lnTo>
                  <a:lnTo>
                    <a:pt x="2422853" y="3116972"/>
                  </a:lnTo>
                  <a:lnTo>
                    <a:pt x="2421997" y="3116972"/>
                  </a:lnTo>
                  <a:lnTo>
                    <a:pt x="2421141" y="3116972"/>
                  </a:lnTo>
                  <a:lnTo>
                    <a:pt x="2420286" y="3116972"/>
                  </a:lnTo>
                  <a:lnTo>
                    <a:pt x="2419430" y="3116972"/>
                  </a:lnTo>
                  <a:lnTo>
                    <a:pt x="2418575" y="3116972"/>
                  </a:lnTo>
                  <a:lnTo>
                    <a:pt x="2417719" y="3116972"/>
                  </a:lnTo>
                  <a:lnTo>
                    <a:pt x="2416864" y="3116972"/>
                  </a:lnTo>
                  <a:lnTo>
                    <a:pt x="2416008" y="3116972"/>
                  </a:lnTo>
                  <a:lnTo>
                    <a:pt x="2415153" y="3116972"/>
                  </a:lnTo>
                  <a:lnTo>
                    <a:pt x="2414297" y="3116972"/>
                  </a:lnTo>
                  <a:lnTo>
                    <a:pt x="2413442" y="3116972"/>
                  </a:lnTo>
                  <a:lnTo>
                    <a:pt x="2412586" y="3116972"/>
                  </a:lnTo>
                  <a:lnTo>
                    <a:pt x="2411731" y="3116972"/>
                  </a:lnTo>
                  <a:lnTo>
                    <a:pt x="2410875" y="3116972"/>
                  </a:lnTo>
                  <a:lnTo>
                    <a:pt x="2410020" y="3116972"/>
                  </a:lnTo>
                  <a:lnTo>
                    <a:pt x="2409164" y="3116972"/>
                  </a:lnTo>
                  <a:lnTo>
                    <a:pt x="2408309" y="3116972"/>
                  </a:lnTo>
                  <a:lnTo>
                    <a:pt x="2407453" y="3116972"/>
                  </a:lnTo>
                  <a:lnTo>
                    <a:pt x="2406598" y="3116972"/>
                  </a:lnTo>
                  <a:lnTo>
                    <a:pt x="2405742" y="3116972"/>
                  </a:lnTo>
                  <a:lnTo>
                    <a:pt x="2404886" y="3116972"/>
                  </a:lnTo>
                  <a:lnTo>
                    <a:pt x="2404031" y="3116972"/>
                  </a:lnTo>
                  <a:lnTo>
                    <a:pt x="2403175" y="3116972"/>
                  </a:lnTo>
                  <a:lnTo>
                    <a:pt x="2402320" y="3116972"/>
                  </a:lnTo>
                  <a:lnTo>
                    <a:pt x="2401464" y="3116972"/>
                  </a:lnTo>
                  <a:lnTo>
                    <a:pt x="2400609" y="3116972"/>
                  </a:lnTo>
                  <a:lnTo>
                    <a:pt x="2399753" y="3116972"/>
                  </a:lnTo>
                  <a:lnTo>
                    <a:pt x="2398898" y="3116972"/>
                  </a:lnTo>
                  <a:lnTo>
                    <a:pt x="2398042" y="3116972"/>
                  </a:lnTo>
                  <a:lnTo>
                    <a:pt x="2397187" y="3116972"/>
                  </a:lnTo>
                  <a:lnTo>
                    <a:pt x="2396331" y="3116972"/>
                  </a:lnTo>
                  <a:lnTo>
                    <a:pt x="2395476" y="3116972"/>
                  </a:lnTo>
                  <a:lnTo>
                    <a:pt x="2394620" y="3116972"/>
                  </a:lnTo>
                  <a:lnTo>
                    <a:pt x="2393765" y="3116972"/>
                  </a:lnTo>
                  <a:lnTo>
                    <a:pt x="2392909" y="3116972"/>
                  </a:lnTo>
                  <a:lnTo>
                    <a:pt x="2392054" y="3116972"/>
                  </a:lnTo>
                  <a:lnTo>
                    <a:pt x="2391198" y="3116972"/>
                  </a:lnTo>
                  <a:lnTo>
                    <a:pt x="2390343" y="3116972"/>
                  </a:lnTo>
                  <a:lnTo>
                    <a:pt x="2389487" y="3116972"/>
                  </a:lnTo>
                  <a:lnTo>
                    <a:pt x="2388631" y="3116972"/>
                  </a:lnTo>
                  <a:lnTo>
                    <a:pt x="2387776" y="3116972"/>
                  </a:lnTo>
                  <a:lnTo>
                    <a:pt x="2386920" y="3116972"/>
                  </a:lnTo>
                  <a:lnTo>
                    <a:pt x="2386065" y="3116972"/>
                  </a:lnTo>
                  <a:lnTo>
                    <a:pt x="2385209" y="3116972"/>
                  </a:lnTo>
                  <a:lnTo>
                    <a:pt x="2384354" y="3116972"/>
                  </a:lnTo>
                  <a:lnTo>
                    <a:pt x="2383498" y="3116972"/>
                  </a:lnTo>
                  <a:lnTo>
                    <a:pt x="2382643" y="3116972"/>
                  </a:lnTo>
                  <a:lnTo>
                    <a:pt x="2381787" y="3116972"/>
                  </a:lnTo>
                  <a:lnTo>
                    <a:pt x="2380932" y="3116972"/>
                  </a:lnTo>
                  <a:lnTo>
                    <a:pt x="2380076" y="3116972"/>
                  </a:lnTo>
                  <a:lnTo>
                    <a:pt x="2379221" y="3116972"/>
                  </a:lnTo>
                  <a:lnTo>
                    <a:pt x="2378365" y="3116972"/>
                  </a:lnTo>
                  <a:lnTo>
                    <a:pt x="2377510" y="3116972"/>
                  </a:lnTo>
                  <a:lnTo>
                    <a:pt x="2376654" y="3116972"/>
                  </a:lnTo>
                  <a:lnTo>
                    <a:pt x="2375799" y="3116972"/>
                  </a:lnTo>
                  <a:lnTo>
                    <a:pt x="2374943" y="3116972"/>
                  </a:lnTo>
                  <a:lnTo>
                    <a:pt x="2374087" y="3116972"/>
                  </a:lnTo>
                  <a:lnTo>
                    <a:pt x="2373232" y="3116972"/>
                  </a:lnTo>
                  <a:lnTo>
                    <a:pt x="2372376" y="3116972"/>
                  </a:lnTo>
                  <a:lnTo>
                    <a:pt x="2371521" y="3116972"/>
                  </a:lnTo>
                  <a:lnTo>
                    <a:pt x="2370665" y="3116972"/>
                  </a:lnTo>
                  <a:lnTo>
                    <a:pt x="2369810" y="3116972"/>
                  </a:lnTo>
                  <a:lnTo>
                    <a:pt x="2368954" y="3116972"/>
                  </a:lnTo>
                  <a:lnTo>
                    <a:pt x="2368099" y="3116972"/>
                  </a:lnTo>
                  <a:lnTo>
                    <a:pt x="2367243" y="3116972"/>
                  </a:lnTo>
                  <a:lnTo>
                    <a:pt x="2366388" y="3116972"/>
                  </a:lnTo>
                  <a:lnTo>
                    <a:pt x="2365532" y="3116972"/>
                  </a:lnTo>
                  <a:lnTo>
                    <a:pt x="2364677" y="3116972"/>
                  </a:lnTo>
                  <a:lnTo>
                    <a:pt x="2363821" y="3116972"/>
                  </a:lnTo>
                  <a:lnTo>
                    <a:pt x="2362966" y="3116972"/>
                  </a:lnTo>
                  <a:lnTo>
                    <a:pt x="2362110" y="3116972"/>
                  </a:lnTo>
                  <a:lnTo>
                    <a:pt x="2361255" y="3116972"/>
                  </a:lnTo>
                  <a:lnTo>
                    <a:pt x="2360399" y="3116972"/>
                  </a:lnTo>
                  <a:lnTo>
                    <a:pt x="2359544" y="3116972"/>
                  </a:lnTo>
                  <a:lnTo>
                    <a:pt x="2358688" y="3116972"/>
                  </a:lnTo>
                  <a:lnTo>
                    <a:pt x="2357832" y="3116972"/>
                  </a:lnTo>
                  <a:lnTo>
                    <a:pt x="2356977" y="3116972"/>
                  </a:lnTo>
                  <a:lnTo>
                    <a:pt x="2356121" y="3116972"/>
                  </a:lnTo>
                  <a:lnTo>
                    <a:pt x="2355266" y="3116972"/>
                  </a:lnTo>
                  <a:lnTo>
                    <a:pt x="2354410" y="3116972"/>
                  </a:lnTo>
                  <a:lnTo>
                    <a:pt x="2353555" y="3116972"/>
                  </a:lnTo>
                  <a:lnTo>
                    <a:pt x="2352699" y="3116972"/>
                  </a:lnTo>
                  <a:lnTo>
                    <a:pt x="2351844" y="3116972"/>
                  </a:lnTo>
                  <a:lnTo>
                    <a:pt x="2350988" y="3116972"/>
                  </a:lnTo>
                  <a:lnTo>
                    <a:pt x="2350133" y="3116972"/>
                  </a:lnTo>
                  <a:lnTo>
                    <a:pt x="2349277" y="3116972"/>
                  </a:lnTo>
                  <a:lnTo>
                    <a:pt x="2348422" y="3116972"/>
                  </a:lnTo>
                  <a:lnTo>
                    <a:pt x="2347566" y="3116972"/>
                  </a:lnTo>
                  <a:lnTo>
                    <a:pt x="2346711" y="3116972"/>
                  </a:lnTo>
                  <a:lnTo>
                    <a:pt x="2345855" y="3116972"/>
                  </a:lnTo>
                  <a:lnTo>
                    <a:pt x="2345000" y="3116972"/>
                  </a:lnTo>
                  <a:lnTo>
                    <a:pt x="2344144" y="3116972"/>
                  </a:lnTo>
                  <a:lnTo>
                    <a:pt x="2343289" y="3116972"/>
                  </a:lnTo>
                  <a:lnTo>
                    <a:pt x="2342433" y="3116972"/>
                  </a:lnTo>
                  <a:lnTo>
                    <a:pt x="2341577" y="3116972"/>
                  </a:lnTo>
                  <a:lnTo>
                    <a:pt x="2340722" y="3116972"/>
                  </a:lnTo>
                  <a:lnTo>
                    <a:pt x="2339866" y="3116972"/>
                  </a:lnTo>
                  <a:lnTo>
                    <a:pt x="2339011" y="3116972"/>
                  </a:lnTo>
                  <a:lnTo>
                    <a:pt x="2338155" y="3116972"/>
                  </a:lnTo>
                  <a:lnTo>
                    <a:pt x="2337300" y="3116972"/>
                  </a:lnTo>
                  <a:lnTo>
                    <a:pt x="2336444" y="3116972"/>
                  </a:lnTo>
                  <a:lnTo>
                    <a:pt x="2335589" y="3116972"/>
                  </a:lnTo>
                  <a:lnTo>
                    <a:pt x="2334733" y="3116972"/>
                  </a:lnTo>
                  <a:lnTo>
                    <a:pt x="2333878" y="3116972"/>
                  </a:lnTo>
                  <a:lnTo>
                    <a:pt x="2333022" y="3116972"/>
                  </a:lnTo>
                  <a:lnTo>
                    <a:pt x="2332167" y="3116972"/>
                  </a:lnTo>
                  <a:lnTo>
                    <a:pt x="2331311" y="3116972"/>
                  </a:lnTo>
                  <a:lnTo>
                    <a:pt x="2330456" y="3116972"/>
                  </a:lnTo>
                  <a:lnTo>
                    <a:pt x="2329600" y="3116972"/>
                  </a:lnTo>
                  <a:lnTo>
                    <a:pt x="2328745" y="3116972"/>
                  </a:lnTo>
                  <a:lnTo>
                    <a:pt x="2327889" y="3116972"/>
                  </a:lnTo>
                  <a:lnTo>
                    <a:pt x="2327033" y="3116972"/>
                  </a:lnTo>
                  <a:lnTo>
                    <a:pt x="2326178" y="3116972"/>
                  </a:lnTo>
                  <a:lnTo>
                    <a:pt x="2325322" y="3116972"/>
                  </a:lnTo>
                  <a:lnTo>
                    <a:pt x="2324467" y="3116972"/>
                  </a:lnTo>
                  <a:lnTo>
                    <a:pt x="2323611" y="3116972"/>
                  </a:lnTo>
                  <a:lnTo>
                    <a:pt x="2322756" y="3116972"/>
                  </a:lnTo>
                  <a:lnTo>
                    <a:pt x="2321900" y="3116972"/>
                  </a:lnTo>
                  <a:lnTo>
                    <a:pt x="2321045" y="3116972"/>
                  </a:lnTo>
                  <a:lnTo>
                    <a:pt x="2320189" y="3116972"/>
                  </a:lnTo>
                  <a:lnTo>
                    <a:pt x="2319334" y="3116972"/>
                  </a:lnTo>
                  <a:lnTo>
                    <a:pt x="2318478" y="3116972"/>
                  </a:lnTo>
                  <a:lnTo>
                    <a:pt x="2317623" y="3116972"/>
                  </a:lnTo>
                  <a:lnTo>
                    <a:pt x="2316767" y="3116972"/>
                  </a:lnTo>
                  <a:lnTo>
                    <a:pt x="2315912" y="3116972"/>
                  </a:lnTo>
                  <a:lnTo>
                    <a:pt x="2315056" y="3116972"/>
                  </a:lnTo>
                  <a:lnTo>
                    <a:pt x="2314201" y="3116972"/>
                  </a:lnTo>
                  <a:lnTo>
                    <a:pt x="2313345" y="3116972"/>
                  </a:lnTo>
                  <a:lnTo>
                    <a:pt x="2312490" y="3116972"/>
                  </a:lnTo>
                  <a:lnTo>
                    <a:pt x="2311634" y="3116972"/>
                  </a:lnTo>
                  <a:lnTo>
                    <a:pt x="2310778" y="3116972"/>
                  </a:lnTo>
                  <a:lnTo>
                    <a:pt x="2309923" y="3116972"/>
                  </a:lnTo>
                  <a:lnTo>
                    <a:pt x="2309067" y="3116972"/>
                  </a:lnTo>
                  <a:lnTo>
                    <a:pt x="2308212" y="3116972"/>
                  </a:lnTo>
                  <a:lnTo>
                    <a:pt x="2307356" y="3116972"/>
                  </a:lnTo>
                  <a:lnTo>
                    <a:pt x="2306501" y="3116972"/>
                  </a:lnTo>
                  <a:lnTo>
                    <a:pt x="2305645" y="3116972"/>
                  </a:lnTo>
                  <a:lnTo>
                    <a:pt x="2304790" y="3116972"/>
                  </a:lnTo>
                  <a:lnTo>
                    <a:pt x="2303934" y="3116972"/>
                  </a:lnTo>
                  <a:lnTo>
                    <a:pt x="2303079" y="3116972"/>
                  </a:lnTo>
                  <a:lnTo>
                    <a:pt x="2302223" y="3116972"/>
                  </a:lnTo>
                  <a:lnTo>
                    <a:pt x="2301368" y="3116972"/>
                  </a:lnTo>
                  <a:lnTo>
                    <a:pt x="2300512" y="3116972"/>
                  </a:lnTo>
                  <a:lnTo>
                    <a:pt x="2299657" y="3116972"/>
                  </a:lnTo>
                  <a:lnTo>
                    <a:pt x="2298801" y="3116972"/>
                  </a:lnTo>
                  <a:lnTo>
                    <a:pt x="2297946" y="3116972"/>
                  </a:lnTo>
                  <a:lnTo>
                    <a:pt x="2297090" y="3116972"/>
                  </a:lnTo>
                  <a:lnTo>
                    <a:pt x="2296235" y="3116972"/>
                  </a:lnTo>
                  <a:lnTo>
                    <a:pt x="2295379" y="3116972"/>
                  </a:lnTo>
                  <a:lnTo>
                    <a:pt x="2294523" y="3116972"/>
                  </a:lnTo>
                  <a:lnTo>
                    <a:pt x="2293668" y="3116972"/>
                  </a:lnTo>
                  <a:lnTo>
                    <a:pt x="2292812" y="3116972"/>
                  </a:lnTo>
                  <a:lnTo>
                    <a:pt x="2291957" y="3116972"/>
                  </a:lnTo>
                  <a:lnTo>
                    <a:pt x="2291101" y="3116972"/>
                  </a:lnTo>
                  <a:lnTo>
                    <a:pt x="2290246" y="3116972"/>
                  </a:lnTo>
                  <a:lnTo>
                    <a:pt x="2289390" y="3116972"/>
                  </a:lnTo>
                  <a:lnTo>
                    <a:pt x="2288535" y="3116972"/>
                  </a:lnTo>
                  <a:lnTo>
                    <a:pt x="2287679" y="3116972"/>
                  </a:lnTo>
                  <a:lnTo>
                    <a:pt x="2286824" y="3116972"/>
                  </a:lnTo>
                  <a:lnTo>
                    <a:pt x="2285968" y="3116972"/>
                  </a:lnTo>
                  <a:lnTo>
                    <a:pt x="2285113" y="3116972"/>
                  </a:lnTo>
                  <a:lnTo>
                    <a:pt x="2284257" y="3116972"/>
                  </a:lnTo>
                  <a:lnTo>
                    <a:pt x="2283402" y="3116972"/>
                  </a:lnTo>
                  <a:lnTo>
                    <a:pt x="2282546" y="3116972"/>
                  </a:lnTo>
                  <a:lnTo>
                    <a:pt x="2281691" y="3116972"/>
                  </a:lnTo>
                  <a:lnTo>
                    <a:pt x="2280835" y="3116972"/>
                  </a:lnTo>
                  <a:lnTo>
                    <a:pt x="2279979" y="3116972"/>
                  </a:lnTo>
                  <a:lnTo>
                    <a:pt x="2279124" y="3116972"/>
                  </a:lnTo>
                  <a:lnTo>
                    <a:pt x="2278268" y="3116972"/>
                  </a:lnTo>
                  <a:lnTo>
                    <a:pt x="2277413" y="3116972"/>
                  </a:lnTo>
                  <a:lnTo>
                    <a:pt x="2276557" y="3116972"/>
                  </a:lnTo>
                  <a:lnTo>
                    <a:pt x="2275702" y="3116972"/>
                  </a:lnTo>
                  <a:lnTo>
                    <a:pt x="2274846" y="3116972"/>
                  </a:lnTo>
                  <a:lnTo>
                    <a:pt x="2273991" y="3116972"/>
                  </a:lnTo>
                  <a:lnTo>
                    <a:pt x="2273135" y="3116972"/>
                  </a:lnTo>
                  <a:lnTo>
                    <a:pt x="2272280" y="3116972"/>
                  </a:lnTo>
                  <a:lnTo>
                    <a:pt x="2271424" y="3116972"/>
                  </a:lnTo>
                  <a:lnTo>
                    <a:pt x="2270569" y="3116972"/>
                  </a:lnTo>
                  <a:lnTo>
                    <a:pt x="2269713" y="3116972"/>
                  </a:lnTo>
                  <a:lnTo>
                    <a:pt x="2268858" y="3116972"/>
                  </a:lnTo>
                  <a:lnTo>
                    <a:pt x="2268002" y="3116972"/>
                  </a:lnTo>
                  <a:lnTo>
                    <a:pt x="2267147" y="3116972"/>
                  </a:lnTo>
                  <a:lnTo>
                    <a:pt x="2266291" y="3116972"/>
                  </a:lnTo>
                  <a:lnTo>
                    <a:pt x="2265436" y="3116972"/>
                  </a:lnTo>
                  <a:lnTo>
                    <a:pt x="2264580" y="3116972"/>
                  </a:lnTo>
                  <a:lnTo>
                    <a:pt x="2263724" y="3116972"/>
                  </a:lnTo>
                  <a:lnTo>
                    <a:pt x="2262869" y="3116972"/>
                  </a:lnTo>
                  <a:lnTo>
                    <a:pt x="2262013" y="3116972"/>
                  </a:lnTo>
                  <a:lnTo>
                    <a:pt x="2261158" y="3116972"/>
                  </a:lnTo>
                  <a:lnTo>
                    <a:pt x="2260302" y="3116972"/>
                  </a:lnTo>
                  <a:lnTo>
                    <a:pt x="2259447" y="3116972"/>
                  </a:lnTo>
                  <a:lnTo>
                    <a:pt x="2258591" y="3116972"/>
                  </a:lnTo>
                  <a:lnTo>
                    <a:pt x="2257736" y="3116972"/>
                  </a:lnTo>
                  <a:lnTo>
                    <a:pt x="2256880" y="3116972"/>
                  </a:lnTo>
                  <a:lnTo>
                    <a:pt x="2256025" y="3116972"/>
                  </a:lnTo>
                  <a:lnTo>
                    <a:pt x="2255169" y="3116972"/>
                  </a:lnTo>
                  <a:lnTo>
                    <a:pt x="2254314" y="3116972"/>
                  </a:lnTo>
                  <a:lnTo>
                    <a:pt x="2253458" y="3116972"/>
                  </a:lnTo>
                  <a:lnTo>
                    <a:pt x="2252603" y="3116972"/>
                  </a:lnTo>
                  <a:lnTo>
                    <a:pt x="2251747" y="3116972"/>
                  </a:lnTo>
                  <a:lnTo>
                    <a:pt x="2250892" y="3116972"/>
                  </a:lnTo>
                  <a:lnTo>
                    <a:pt x="2250036" y="3116972"/>
                  </a:lnTo>
                  <a:lnTo>
                    <a:pt x="2249181" y="3116972"/>
                  </a:lnTo>
                  <a:lnTo>
                    <a:pt x="2248325" y="3116972"/>
                  </a:lnTo>
                  <a:lnTo>
                    <a:pt x="2247469" y="3116972"/>
                  </a:lnTo>
                  <a:lnTo>
                    <a:pt x="2246614" y="3116972"/>
                  </a:lnTo>
                  <a:lnTo>
                    <a:pt x="2245758" y="3116972"/>
                  </a:lnTo>
                  <a:lnTo>
                    <a:pt x="2244903" y="3116972"/>
                  </a:lnTo>
                  <a:lnTo>
                    <a:pt x="2244047" y="3116972"/>
                  </a:lnTo>
                  <a:lnTo>
                    <a:pt x="2243192" y="3116972"/>
                  </a:lnTo>
                  <a:lnTo>
                    <a:pt x="2242336" y="3116972"/>
                  </a:lnTo>
                  <a:lnTo>
                    <a:pt x="2241481" y="3116972"/>
                  </a:lnTo>
                  <a:lnTo>
                    <a:pt x="2240625" y="3116972"/>
                  </a:lnTo>
                  <a:lnTo>
                    <a:pt x="2239770" y="3116972"/>
                  </a:lnTo>
                  <a:lnTo>
                    <a:pt x="2238914" y="3116972"/>
                  </a:lnTo>
                  <a:lnTo>
                    <a:pt x="2238059" y="3116972"/>
                  </a:lnTo>
                  <a:lnTo>
                    <a:pt x="2237203" y="3116972"/>
                  </a:lnTo>
                  <a:lnTo>
                    <a:pt x="2236348" y="3116972"/>
                  </a:lnTo>
                  <a:lnTo>
                    <a:pt x="2235492" y="3116972"/>
                  </a:lnTo>
                  <a:lnTo>
                    <a:pt x="2234637" y="3116972"/>
                  </a:lnTo>
                  <a:lnTo>
                    <a:pt x="2233781" y="3116972"/>
                  </a:lnTo>
                  <a:lnTo>
                    <a:pt x="2232925" y="3116972"/>
                  </a:lnTo>
                  <a:lnTo>
                    <a:pt x="2232070" y="3116972"/>
                  </a:lnTo>
                  <a:lnTo>
                    <a:pt x="2231214" y="3116972"/>
                  </a:lnTo>
                  <a:lnTo>
                    <a:pt x="2230359" y="3116972"/>
                  </a:lnTo>
                  <a:lnTo>
                    <a:pt x="2229503" y="3116972"/>
                  </a:lnTo>
                  <a:lnTo>
                    <a:pt x="2228648" y="3116972"/>
                  </a:lnTo>
                  <a:lnTo>
                    <a:pt x="2227792" y="3116972"/>
                  </a:lnTo>
                  <a:lnTo>
                    <a:pt x="2226937" y="3116972"/>
                  </a:lnTo>
                  <a:lnTo>
                    <a:pt x="2226081" y="3116972"/>
                  </a:lnTo>
                  <a:lnTo>
                    <a:pt x="2225226" y="3116972"/>
                  </a:lnTo>
                  <a:lnTo>
                    <a:pt x="2224370" y="3116972"/>
                  </a:lnTo>
                  <a:lnTo>
                    <a:pt x="2223515" y="3116972"/>
                  </a:lnTo>
                  <a:lnTo>
                    <a:pt x="2222659" y="3116972"/>
                  </a:lnTo>
                  <a:lnTo>
                    <a:pt x="2221804" y="3116972"/>
                  </a:lnTo>
                  <a:lnTo>
                    <a:pt x="2220948" y="3116972"/>
                  </a:lnTo>
                  <a:lnTo>
                    <a:pt x="2220093" y="3116972"/>
                  </a:lnTo>
                  <a:lnTo>
                    <a:pt x="2219237" y="3116972"/>
                  </a:lnTo>
                  <a:lnTo>
                    <a:pt x="2218382" y="3116972"/>
                  </a:lnTo>
                  <a:lnTo>
                    <a:pt x="2217526" y="3116972"/>
                  </a:lnTo>
                  <a:lnTo>
                    <a:pt x="2216670" y="3116972"/>
                  </a:lnTo>
                  <a:lnTo>
                    <a:pt x="2215815" y="3116972"/>
                  </a:lnTo>
                  <a:lnTo>
                    <a:pt x="2214959" y="3116972"/>
                  </a:lnTo>
                  <a:lnTo>
                    <a:pt x="2214104" y="3116972"/>
                  </a:lnTo>
                  <a:lnTo>
                    <a:pt x="2213248" y="3116972"/>
                  </a:lnTo>
                  <a:lnTo>
                    <a:pt x="2212393" y="3116972"/>
                  </a:lnTo>
                  <a:lnTo>
                    <a:pt x="2211537" y="3116972"/>
                  </a:lnTo>
                  <a:lnTo>
                    <a:pt x="2210682" y="3116972"/>
                  </a:lnTo>
                  <a:lnTo>
                    <a:pt x="2209826" y="3116972"/>
                  </a:lnTo>
                  <a:lnTo>
                    <a:pt x="2208971" y="3116972"/>
                  </a:lnTo>
                  <a:lnTo>
                    <a:pt x="2208115" y="3116972"/>
                  </a:lnTo>
                  <a:lnTo>
                    <a:pt x="2207260" y="3116972"/>
                  </a:lnTo>
                  <a:lnTo>
                    <a:pt x="2206404" y="3116972"/>
                  </a:lnTo>
                  <a:lnTo>
                    <a:pt x="2205549" y="3116972"/>
                  </a:lnTo>
                  <a:lnTo>
                    <a:pt x="2204693" y="3116972"/>
                  </a:lnTo>
                  <a:lnTo>
                    <a:pt x="2203838" y="3116972"/>
                  </a:lnTo>
                  <a:lnTo>
                    <a:pt x="2202982" y="3116972"/>
                  </a:lnTo>
                  <a:lnTo>
                    <a:pt x="2202127" y="3116972"/>
                  </a:lnTo>
                  <a:lnTo>
                    <a:pt x="2201271" y="3116972"/>
                  </a:lnTo>
                  <a:lnTo>
                    <a:pt x="2200415" y="3116972"/>
                  </a:lnTo>
                  <a:lnTo>
                    <a:pt x="2199560" y="3116972"/>
                  </a:lnTo>
                  <a:lnTo>
                    <a:pt x="2198704" y="3116972"/>
                  </a:lnTo>
                  <a:lnTo>
                    <a:pt x="2197849" y="3116972"/>
                  </a:lnTo>
                  <a:lnTo>
                    <a:pt x="2196993" y="3116972"/>
                  </a:lnTo>
                  <a:lnTo>
                    <a:pt x="2196138" y="3116972"/>
                  </a:lnTo>
                  <a:lnTo>
                    <a:pt x="2195282" y="3116972"/>
                  </a:lnTo>
                  <a:lnTo>
                    <a:pt x="2194427" y="3116972"/>
                  </a:lnTo>
                  <a:lnTo>
                    <a:pt x="2193571" y="3116972"/>
                  </a:lnTo>
                  <a:lnTo>
                    <a:pt x="2192716" y="3116972"/>
                  </a:lnTo>
                  <a:lnTo>
                    <a:pt x="2191860" y="3116972"/>
                  </a:lnTo>
                  <a:lnTo>
                    <a:pt x="2191005" y="3116972"/>
                  </a:lnTo>
                  <a:lnTo>
                    <a:pt x="2190149" y="3116972"/>
                  </a:lnTo>
                  <a:lnTo>
                    <a:pt x="2189294" y="3116972"/>
                  </a:lnTo>
                  <a:lnTo>
                    <a:pt x="2188438" y="3116972"/>
                  </a:lnTo>
                  <a:lnTo>
                    <a:pt x="2187583" y="3116972"/>
                  </a:lnTo>
                  <a:lnTo>
                    <a:pt x="2186727" y="3116972"/>
                  </a:lnTo>
                  <a:lnTo>
                    <a:pt x="2185872" y="3116972"/>
                  </a:lnTo>
                  <a:lnTo>
                    <a:pt x="2185016" y="3116972"/>
                  </a:lnTo>
                  <a:lnTo>
                    <a:pt x="2184160" y="3116972"/>
                  </a:lnTo>
                  <a:lnTo>
                    <a:pt x="2183305" y="3116972"/>
                  </a:lnTo>
                  <a:lnTo>
                    <a:pt x="2182449" y="3116972"/>
                  </a:lnTo>
                  <a:lnTo>
                    <a:pt x="2181594" y="3116972"/>
                  </a:lnTo>
                  <a:lnTo>
                    <a:pt x="2180738" y="3116972"/>
                  </a:lnTo>
                  <a:lnTo>
                    <a:pt x="2179883" y="3116972"/>
                  </a:lnTo>
                  <a:lnTo>
                    <a:pt x="2179027" y="3116972"/>
                  </a:lnTo>
                  <a:lnTo>
                    <a:pt x="2178172" y="3116972"/>
                  </a:lnTo>
                  <a:lnTo>
                    <a:pt x="2177316" y="3116972"/>
                  </a:lnTo>
                  <a:lnTo>
                    <a:pt x="2176461" y="3116972"/>
                  </a:lnTo>
                  <a:lnTo>
                    <a:pt x="2175605" y="3116972"/>
                  </a:lnTo>
                  <a:lnTo>
                    <a:pt x="2174750" y="3116972"/>
                  </a:lnTo>
                  <a:lnTo>
                    <a:pt x="2173894" y="3116972"/>
                  </a:lnTo>
                  <a:lnTo>
                    <a:pt x="2173039" y="3116972"/>
                  </a:lnTo>
                  <a:lnTo>
                    <a:pt x="2172183" y="3116972"/>
                  </a:lnTo>
                  <a:lnTo>
                    <a:pt x="2171328" y="3116972"/>
                  </a:lnTo>
                  <a:lnTo>
                    <a:pt x="2170472" y="3116972"/>
                  </a:lnTo>
                  <a:lnTo>
                    <a:pt x="2169616" y="3116972"/>
                  </a:lnTo>
                  <a:lnTo>
                    <a:pt x="2168761" y="3116972"/>
                  </a:lnTo>
                  <a:lnTo>
                    <a:pt x="2167905" y="3116972"/>
                  </a:lnTo>
                  <a:lnTo>
                    <a:pt x="2167050" y="3116972"/>
                  </a:lnTo>
                  <a:lnTo>
                    <a:pt x="2166194" y="3116972"/>
                  </a:lnTo>
                  <a:lnTo>
                    <a:pt x="2165339" y="3116972"/>
                  </a:lnTo>
                  <a:lnTo>
                    <a:pt x="2164483" y="3116972"/>
                  </a:lnTo>
                  <a:lnTo>
                    <a:pt x="2163628" y="3116972"/>
                  </a:lnTo>
                  <a:lnTo>
                    <a:pt x="2162772" y="3116972"/>
                  </a:lnTo>
                  <a:lnTo>
                    <a:pt x="2161917" y="3116972"/>
                  </a:lnTo>
                  <a:lnTo>
                    <a:pt x="2161061" y="3116972"/>
                  </a:lnTo>
                  <a:lnTo>
                    <a:pt x="2160206" y="3116972"/>
                  </a:lnTo>
                  <a:lnTo>
                    <a:pt x="2159350" y="3116972"/>
                  </a:lnTo>
                  <a:lnTo>
                    <a:pt x="2158495" y="3116972"/>
                  </a:lnTo>
                  <a:lnTo>
                    <a:pt x="2157639" y="3116972"/>
                  </a:lnTo>
                  <a:lnTo>
                    <a:pt x="2156784" y="3116972"/>
                  </a:lnTo>
                  <a:lnTo>
                    <a:pt x="2155928" y="3116972"/>
                  </a:lnTo>
                  <a:lnTo>
                    <a:pt x="2155073" y="3116972"/>
                  </a:lnTo>
                  <a:lnTo>
                    <a:pt x="2154217" y="3116972"/>
                  </a:lnTo>
                  <a:lnTo>
                    <a:pt x="2153361" y="3116972"/>
                  </a:lnTo>
                  <a:lnTo>
                    <a:pt x="2152506" y="3116972"/>
                  </a:lnTo>
                  <a:lnTo>
                    <a:pt x="2151650" y="3116972"/>
                  </a:lnTo>
                  <a:lnTo>
                    <a:pt x="2150795" y="3116972"/>
                  </a:lnTo>
                  <a:lnTo>
                    <a:pt x="2149939" y="3116972"/>
                  </a:lnTo>
                  <a:lnTo>
                    <a:pt x="2149084" y="3116972"/>
                  </a:lnTo>
                  <a:lnTo>
                    <a:pt x="2148228" y="3116972"/>
                  </a:lnTo>
                  <a:lnTo>
                    <a:pt x="2147373" y="3116972"/>
                  </a:lnTo>
                  <a:lnTo>
                    <a:pt x="2146517" y="3116972"/>
                  </a:lnTo>
                  <a:lnTo>
                    <a:pt x="2145662" y="3116972"/>
                  </a:lnTo>
                  <a:lnTo>
                    <a:pt x="2144806" y="3116972"/>
                  </a:lnTo>
                  <a:lnTo>
                    <a:pt x="2143951" y="3116972"/>
                  </a:lnTo>
                  <a:lnTo>
                    <a:pt x="2143095" y="3116972"/>
                  </a:lnTo>
                  <a:lnTo>
                    <a:pt x="2142240" y="3116972"/>
                  </a:lnTo>
                  <a:lnTo>
                    <a:pt x="2141384" y="3116972"/>
                  </a:lnTo>
                  <a:lnTo>
                    <a:pt x="2140529" y="3116972"/>
                  </a:lnTo>
                  <a:lnTo>
                    <a:pt x="2139673" y="3116972"/>
                  </a:lnTo>
                  <a:lnTo>
                    <a:pt x="2138818" y="3116972"/>
                  </a:lnTo>
                  <a:lnTo>
                    <a:pt x="2137962" y="3116972"/>
                  </a:lnTo>
                  <a:lnTo>
                    <a:pt x="2137106" y="3116972"/>
                  </a:lnTo>
                  <a:lnTo>
                    <a:pt x="2136251" y="3116972"/>
                  </a:lnTo>
                  <a:lnTo>
                    <a:pt x="2135395" y="3116972"/>
                  </a:lnTo>
                  <a:lnTo>
                    <a:pt x="2134540" y="3116972"/>
                  </a:lnTo>
                  <a:lnTo>
                    <a:pt x="2133684" y="3116972"/>
                  </a:lnTo>
                  <a:lnTo>
                    <a:pt x="2132829" y="3116972"/>
                  </a:lnTo>
                  <a:lnTo>
                    <a:pt x="2131973" y="3116972"/>
                  </a:lnTo>
                  <a:lnTo>
                    <a:pt x="2131118" y="3116972"/>
                  </a:lnTo>
                  <a:lnTo>
                    <a:pt x="2130262" y="3116972"/>
                  </a:lnTo>
                  <a:lnTo>
                    <a:pt x="2129407" y="3116972"/>
                  </a:lnTo>
                  <a:lnTo>
                    <a:pt x="2128551" y="3116972"/>
                  </a:lnTo>
                  <a:lnTo>
                    <a:pt x="2127696" y="3116972"/>
                  </a:lnTo>
                  <a:lnTo>
                    <a:pt x="2126840" y="3116972"/>
                  </a:lnTo>
                  <a:lnTo>
                    <a:pt x="2125985" y="3116972"/>
                  </a:lnTo>
                  <a:lnTo>
                    <a:pt x="2125129" y="3116972"/>
                  </a:lnTo>
                  <a:lnTo>
                    <a:pt x="2124274" y="3116972"/>
                  </a:lnTo>
                  <a:lnTo>
                    <a:pt x="2123418" y="3116972"/>
                  </a:lnTo>
                  <a:lnTo>
                    <a:pt x="2122562" y="3116972"/>
                  </a:lnTo>
                  <a:lnTo>
                    <a:pt x="2121707" y="3116972"/>
                  </a:lnTo>
                  <a:lnTo>
                    <a:pt x="2120851" y="3116972"/>
                  </a:lnTo>
                  <a:lnTo>
                    <a:pt x="2119996" y="3116972"/>
                  </a:lnTo>
                  <a:lnTo>
                    <a:pt x="2119140" y="3116972"/>
                  </a:lnTo>
                  <a:lnTo>
                    <a:pt x="2118285" y="3116972"/>
                  </a:lnTo>
                  <a:lnTo>
                    <a:pt x="2117429" y="3116972"/>
                  </a:lnTo>
                  <a:lnTo>
                    <a:pt x="2116574" y="3116972"/>
                  </a:lnTo>
                  <a:lnTo>
                    <a:pt x="2115718" y="3116972"/>
                  </a:lnTo>
                  <a:lnTo>
                    <a:pt x="2114863" y="3116972"/>
                  </a:lnTo>
                  <a:lnTo>
                    <a:pt x="2114007" y="3116972"/>
                  </a:lnTo>
                  <a:lnTo>
                    <a:pt x="2113152" y="3116972"/>
                  </a:lnTo>
                  <a:lnTo>
                    <a:pt x="2112296" y="3116972"/>
                  </a:lnTo>
                  <a:lnTo>
                    <a:pt x="2111441" y="3116972"/>
                  </a:lnTo>
                  <a:lnTo>
                    <a:pt x="2110585" y="3116972"/>
                  </a:lnTo>
                  <a:lnTo>
                    <a:pt x="2109730" y="3116972"/>
                  </a:lnTo>
                  <a:lnTo>
                    <a:pt x="2108874" y="3116972"/>
                  </a:lnTo>
                  <a:lnTo>
                    <a:pt x="2108019" y="3116972"/>
                  </a:lnTo>
                  <a:lnTo>
                    <a:pt x="2107163" y="3116972"/>
                  </a:lnTo>
                  <a:lnTo>
                    <a:pt x="2106307" y="3116972"/>
                  </a:lnTo>
                  <a:lnTo>
                    <a:pt x="2105452" y="3116972"/>
                  </a:lnTo>
                  <a:lnTo>
                    <a:pt x="2104596" y="3116972"/>
                  </a:lnTo>
                  <a:lnTo>
                    <a:pt x="2103741" y="3116972"/>
                  </a:lnTo>
                  <a:lnTo>
                    <a:pt x="2102885" y="3116972"/>
                  </a:lnTo>
                  <a:lnTo>
                    <a:pt x="2102030" y="3116972"/>
                  </a:lnTo>
                  <a:lnTo>
                    <a:pt x="2101174" y="3116972"/>
                  </a:lnTo>
                  <a:lnTo>
                    <a:pt x="2100319" y="3116972"/>
                  </a:lnTo>
                  <a:lnTo>
                    <a:pt x="2099463" y="3116972"/>
                  </a:lnTo>
                  <a:lnTo>
                    <a:pt x="2098608" y="3116972"/>
                  </a:lnTo>
                  <a:lnTo>
                    <a:pt x="2097752" y="3116972"/>
                  </a:lnTo>
                  <a:lnTo>
                    <a:pt x="2096897" y="3116972"/>
                  </a:lnTo>
                  <a:lnTo>
                    <a:pt x="2096041" y="3116972"/>
                  </a:lnTo>
                  <a:lnTo>
                    <a:pt x="2095186" y="3116972"/>
                  </a:lnTo>
                  <a:lnTo>
                    <a:pt x="2094330" y="3116972"/>
                  </a:lnTo>
                  <a:lnTo>
                    <a:pt x="2093475" y="3116972"/>
                  </a:lnTo>
                  <a:lnTo>
                    <a:pt x="2092619" y="3116972"/>
                  </a:lnTo>
                  <a:lnTo>
                    <a:pt x="2091764" y="3116972"/>
                  </a:lnTo>
                  <a:lnTo>
                    <a:pt x="2090908" y="3116972"/>
                  </a:lnTo>
                  <a:lnTo>
                    <a:pt x="2090052" y="3116972"/>
                  </a:lnTo>
                  <a:lnTo>
                    <a:pt x="2089197" y="3116972"/>
                  </a:lnTo>
                  <a:lnTo>
                    <a:pt x="2088341" y="3116972"/>
                  </a:lnTo>
                  <a:lnTo>
                    <a:pt x="2087486" y="3116972"/>
                  </a:lnTo>
                  <a:lnTo>
                    <a:pt x="2086630" y="3116972"/>
                  </a:lnTo>
                  <a:lnTo>
                    <a:pt x="2085775" y="3116972"/>
                  </a:lnTo>
                  <a:lnTo>
                    <a:pt x="2084919" y="3116972"/>
                  </a:lnTo>
                  <a:lnTo>
                    <a:pt x="2084064" y="3116972"/>
                  </a:lnTo>
                  <a:lnTo>
                    <a:pt x="2083208" y="3116972"/>
                  </a:lnTo>
                  <a:lnTo>
                    <a:pt x="2082353" y="3116972"/>
                  </a:lnTo>
                  <a:lnTo>
                    <a:pt x="2081497" y="3116972"/>
                  </a:lnTo>
                  <a:lnTo>
                    <a:pt x="2080642" y="3116972"/>
                  </a:lnTo>
                  <a:lnTo>
                    <a:pt x="2079786" y="3116972"/>
                  </a:lnTo>
                  <a:lnTo>
                    <a:pt x="2078931" y="3116972"/>
                  </a:lnTo>
                  <a:lnTo>
                    <a:pt x="2078075" y="3116972"/>
                  </a:lnTo>
                  <a:lnTo>
                    <a:pt x="2077220" y="3116972"/>
                  </a:lnTo>
                  <a:lnTo>
                    <a:pt x="2076364" y="3116972"/>
                  </a:lnTo>
                  <a:lnTo>
                    <a:pt x="2075508" y="3116972"/>
                  </a:lnTo>
                  <a:lnTo>
                    <a:pt x="2074653" y="3116972"/>
                  </a:lnTo>
                  <a:lnTo>
                    <a:pt x="2073797" y="3116972"/>
                  </a:lnTo>
                  <a:lnTo>
                    <a:pt x="2072942" y="3116972"/>
                  </a:lnTo>
                  <a:lnTo>
                    <a:pt x="2072086" y="3116972"/>
                  </a:lnTo>
                  <a:lnTo>
                    <a:pt x="2071231" y="3116972"/>
                  </a:lnTo>
                  <a:lnTo>
                    <a:pt x="2070375" y="3116972"/>
                  </a:lnTo>
                  <a:lnTo>
                    <a:pt x="2069520" y="3116972"/>
                  </a:lnTo>
                  <a:lnTo>
                    <a:pt x="2068664" y="3116972"/>
                  </a:lnTo>
                  <a:lnTo>
                    <a:pt x="2067809" y="3116972"/>
                  </a:lnTo>
                  <a:lnTo>
                    <a:pt x="2066953" y="3116972"/>
                  </a:lnTo>
                  <a:lnTo>
                    <a:pt x="2066098" y="3116972"/>
                  </a:lnTo>
                  <a:lnTo>
                    <a:pt x="2065242" y="3116972"/>
                  </a:lnTo>
                  <a:lnTo>
                    <a:pt x="2064387" y="3116972"/>
                  </a:lnTo>
                  <a:lnTo>
                    <a:pt x="2063531" y="3116972"/>
                  </a:lnTo>
                  <a:lnTo>
                    <a:pt x="2062676" y="3116972"/>
                  </a:lnTo>
                  <a:lnTo>
                    <a:pt x="2061820" y="3116972"/>
                  </a:lnTo>
                  <a:lnTo>
                    <a:pt x="2060965" y="3116972"/>
                  </a:lnTo>
                  <a:lnTo>
                    <a:pt x="2060109" y="3116972"/>
                  </a:lnTo>
                  <a:lnTo>
                    <a:pt x="2059253" y="3116972"/>
                  </a:lnTo>
                  <a:lnTo>
                    <a:pt x="2058398" y="3116972"/>
                  </a:lnTo>
                  <a:lnTo>
                    <a:pt x="2057542" y="3116972"/>
                  </a:lnTo>
                  <a:lnTo>
                    <a:pt x="2056687" y="3116972"/>
                  </a:lnTo>
                  <a:lnTo>
                    <a:pt x="2055831" y="3116972"/>
                  </a:lnTo>
                  <a:lnTo>
                    <a:pt x="2054976" y="3116972"/>
                  </a:lnTo>
                  <a:lnTo>
                    <a:pt x="2054120" y="3116972"/>
                  </a:lnTo>
                  <a:lnTo>
                    <a:pt x="2053265" y="3116972"/>
                  </a:lnTo>
                  <a:lnTo>
                    <a:pt x="2052409" y="3116972"/>
                  </a:lnTo>
                  <a:lnTo>
                    <a:pt x="2051554" y="3116972"/>
                  </a:lnTo>
                  <a:lnTo>
                    <a:pt x="2050698" y="3116972"/>
                  </a:lnTo>
                  <a:lnTo>
                    <a:pt x="2049843" y="3116972"/>
                  </a:lnTo>
                  <a:lnTo>
                    <a:pt x="2048987" y="3116972"/>
                  </a:lnTo>
                  <a:lnTo>
                    <a:pt x="2048132" y="3116972"/>
                  </a:lnTo>
                  <a:lnTo>
                    <a:pt x="2047276" y="3116972"/>
                  </a:lnTo>
                  <a:lnTo>
                    <a:pt x="2046421" y="3116972"/>
                  </a:lnTo>
                  <a:lnTo>
                    <a:pt x="2045565" y="3116972"/>
                  </a:lnTo>
                  <a:lnTo>
                    <a:pt x="2044710" y="3116972"/>
                  </a:lnTo>
                  <a:lnTo>
                    <a:pt x="2043854" y="3116972"/>
                  </a:lnTo>
                  <a:lnTo>
                    <a:pt x="2042998" y="3116972"/>
                  </a:lnTo>
                  <a:lnTo>
                    <a:pt x="2042143" y="3116972"/>
                  </a:lnTo>
                  <a:lnTo>
                    <a:pt x="2041287" y="3116972"/>
                  </a:lnTo>
                  <a:lnTo>
                    <a:pt x="2040432" y="3116972"/>
                  </a:lnTo>
                  <a:lnTo>
                    <a:pt x="2039576" y="3116972"/>
                  </a:lnTo>
                  <a:lnTo>
                    <a:pt x="2038721" y="3116972"/>
                  </a:lnTo>
                  <a:lnTo>
                    <a:pt x="2037865" y="3116972"/>
                  </a:lnTo>
                  <a:lnTo>
                    <a:pt x="2037010" y="3116972"/>
                  </a:lnTo>
                  <a:lnTo>
                    <a:pt x="2036154" y="3116972"/>
                  </a:lnTo>
                  <a:lnTo>
                    <a:pt x="2035299" y="3116972"/>
                  </a:lnTo>
                  <a:lnTo>
                    <a:pt x="2034443" y="3116972"/>
                  </a:lnTo>
                  <a:lnTo>
                    <a:pt x="2033588" y="3116972"/>
                  </a:lnTo>
                  <a:lnTo>
                    <a:pt x="2032732" y="3116972"/>
                  </a:lnTo>
                  <a:lnTo>
                    <a:pt x="2031877" y="3116972"/>
                  </a:lnTo>
                  <a:lnTo>
                    <a:pt x="2031021" y="3116972"/>
                  </a:lnTo>
                  <a:lnTo>
                    <a:pt x="2030166" y="3116972"/>
                  </a:lnTo>
                  <a:lnTo>
                    <a:pt x="2029310" y="3116972"/>
                  </a:lnTo>
                  <a:lnTo>
                    <a:pt x="2028454" y="3116972"/>
                  </a:lnTo>
                  <a:lnTo>
                    <a:pt x="2027599" y="3116972"/>
                  </a:lnTo>
                  <a:lnTo>
                    <a:pt x="2026743" y="3116972"/>
                  </a:lnTo>
                  <a:lnTo>
                    <a:pt x="2025888" y="3116972"/>
                  </a:lnTo>
                  <a:lnTo>
                    <a:pt x="2025032" y="3116972"/>
                  </a:lnTo>
                  <a:lnTo>
                    <a:pt x="2024177" y="3116972"/>
                  </a:lnTo>
                  <a:lnTo>
                    <a:pt x="2023321" y="3116972"/>
                  </a:lnTo>
                  <a:lnTo>
                    <a:pt x="2022466" y="3116972"/>
                  </a:lnTo>
                  <a:lnTo>
                    <a:pt x="2021610" y="3116972"/>
                  </a:lnTo>
                  <a:lnTo>
                    <a:pt x="2020755" y="3116972"/>
                  </a:lnTo>
                  <a:lnTo>
                    <a:pt x="2019899" y="3116972"/>
                  </a:lnTo>
                  <a:lnTo>
                    <a:pt x="2019044" y="3116972"/>
                  </a:lnTo>
                  <a:lnTo>
                    <a:pt x="2018188" y="3116972"/>
                  </a:lnTo>
                  <a:lnTo>
                    <a:pt x="2017333" y="3116972"/>
                  </a:lnTo>
                  <a:lnTo>
                    <a:pt x="2016477" y="3116972"/>
                  </a:lnTo>
                  <a:lnTo>
                    <a:pt x="2015622" y="3116972"/>
                  </a:lnTo>
                  <a:lnTo>
                    <a:pt x="2014766" y="3116972"/>
                  </a:lnTo>
                  <a:lnTo>
                    <a:pt x="2013911" y="3116972"/>
                  </a:lnTo>
                  <a:lnTo>
                    <a:pt x="2013055" y="3116972"/>
                  </a:lnTo>
                  <a:lnTo>
                    <a:pt x="2012199" y="3116972"/>
                  </a:lnTo>
                  <a:lnTo>
                    <a:pt x="2011344" y="3116972"/>
                  </a:lnTo>
                  <a:lnTo>
                    <a:pt x="2010488" y="3116972"/>
                  </a:lnTo>
                  <a:lnTo>
                    <a:pt x="2009633" y="3116972"/>
                  </a:lnTo>
                  <a:lnTo>
                    <a:pt x="2008777" y="3116972"/>
                  </a:lnTo>
                  <a:lnTo>
                    <a:pt x="2007922" y="3116972"/>
                  </a:lnTo>
                  <a:lnTo>
                    <a:pt x="2007066" y="3116972"/>
                  </a:lnTo>
                  <a:lnTo>
                    <a:pt x="2006211" y="3116972"/>
                  </a:lnTo>
                  <a:lnTo>
                    <a:pt x="2005355" y="3116972"/>
                  </a:lnTo>
                  <a:lnTo>
                    <a:pt x="2004500" y="3116972"/>
                  </a:lnTo>
                  <a:lnTo>
                    <a:pt x="2003644" y="3116972"/>
                  </a:lnTo>
                  <a:lnTo>
                    <a:pt x="2002789" y="3116972"/>
                  </a:lnTo>
                  <a:lnTo>
                    <a:pt x="2001933" y="3116972"/>
                  </a:lnTo>
                  <a:lnTo>
                    <a:pt x="2001078" y="3116972"/>
                  </a:lnTo>
                  <a:lnTo>
                    <a:pt x="2000222" y="3116972"/>
                  </a:lnTo>
                  <a:lnTo>
                    <a:pt x="1999367" y="3116972"/>
                  </a:lnTo>
                  <a:lnTo>
                    <a:pt x="1998511" y="3116972"/>
                  </a:lnTo>
                  <a:lnTo>
                    <a:pt x="1997656" y="3116972"/>
                  </a:lnTo>
                  <a:lnTo>
                    <a:pt x="1996800" y="3116972"/>
                  </a:lnTo>
                  <a:lnTo>
                    <a:pt x="1995944" y="3116972"/>
                  </a:lnTo>
                  <a:lnTo>
                    <a:pt x="1995089" y="3116972"/>
                  </a:lnTo>
                  <a:lnTo>
                    <a:pt x="1994233" y="3116972"/>
                  </a:lnTo>
                  <a:lnTo>
                    <a:pt x="1993378" y="3116972"/>
                  </a:lnTo>
                  <a:lnTo>
                    <a:pt x="1992522" y="3116972"/>
                  </a:lnTo>
                  <a:lnTo>
                    <a:pt x="1991667" y="3116972"/>
                  </a:lnTo>
                  <a:lnTo>
                    <a:pt x="1990811" y="3116972"/>
                  </a:lnTo>
                  <a:lnTo>
                    <a:pt x="1989956" y="3116972"/>
                  </a:lnTo>
                  <a:lnTo>
                    <a:pt x="1989100" y="3116972"/>
                  </a:lnTo>
                  <a:lnTo>
                    <a:pt x="1988245" y="3116972"/>
                  </a:lnTo>
                  <a:lnTo>
                    <a:pt x="1987389" y="3116972"/>
                  </a:lnTo>
                  <a:lnTo>
                    <a:pt x="1986534" y="3116972"/>
                  </a:lnTo>
                  <a:lnTo>
                    <a:pt x="1985678" y="3116972"/>
                  </a:lnTo>
                  <a:lnTo>
                    <a:pt x="1984823" y="3116972"/>
                  </a:lnTo>
                  <a:lnTo>
                    <a:pt x="1983967" y="3116972"/>
                  </a:lnTo>
                  <a:lnTo>
                    <a:pt x="1983112" y="3116972"/>
                  </a:lnTo>
                  <a:lnTo>
                    <a:pt x="1982256" y="3116972"/>
                  </a:lnTo>
                  <a:lnTo>
                    <a:pt x="1981401" y="3116972"/>
                  </a:lnTo>
                  <a:lnTo>
                    <a:pt x="1980545" y="3116972"/>
                  </a:lnTo>
                  <a:lnTo>
                    <a:pt x="1979689" y="3116972"/>
                  </a:lnTo>
                  <a:lnTo>
                    <a:pt x="1978834" y="3116972"/>
                  </a:lnTo>
                  <a:lnTo>
                    <a:pt x="1977978" y="3116972"/>
                  </a:lnTo>
                  <a:lnTo>
                    <a:pt x="1977123" y="3116972"/>
                  </a:lnTo>
                  <a:lnTo>
                    <a:pt x="1976267" y="3116972"/>
                  </a:lnTo>
                  <a:lnTo>
                    <a:pt x="1975412" y="3116972"/>
                  </a:lnTo>
                  <a:lnTo>
                    <a:pt x="1974556" y="3116972"/>
                  </a:lnTo>
                  <a:lnTo>
                    <a:pt x="1973701" y="3116972"/>
                  </a:lnTo>
                  <a:lnTo>
                    <a:pt x="1972845" y="3116972"/>
                  </a:lnTo>
                  <a:lnTo>
                    <a:pt x="1971990" y="3116972"/>
                  </a:lnTo>
                  <a:lnTo>
                    <a:pt x="1971134" y="3116972"/>
                  </a:lnTo>
                  <a:lnTo>
                    <a:pt x="1970279" y="3116972"/>
                  </a:lnTo>
                  <a:lnTo>
                    <a:pt x="1969423" y="3116972"/>
                  </a:lnTo>
                  <a:lnTo>
                    <a:pt x="1968568" y="3116972"/>
                  </a:lnTo>
                  <a:lnTo>
                    <a:pt x="1967712" y="3116972"/>
                  </a:lnTo>
                  <a:lnTo>
                    <a:pt x="1966857" y="3116972"/>
                  </a:lnTo>
                  <a:lnTo>
                    <a:pt x="1966001" y="3116972"/>
                  </a:lnTo>
                  <a:lnTo>
                    <a:pt x="1965145" y="3116972"/>
                  </a:lnTo>
                  <a:lnTo>
                    <a:pt x="1964290" y="3116972"/>
                  </a:lnTo>
                  <a:lnTo>
                    <a:pt x="1963434" y="3116972"/>
                  </a:lnTo>
                  <a:lnTo>
                    <a:pt x="1962579" y="3116972"/>
                  </a:lnTo>
                  <a:lnTo>
                    <a:pt x="1961723" y="3116972"/>
                  </a:lnTo>
                  <a:lnTo>
                    <a:pt x="1960868" y="3116972"/>
                  </a:lnTo>
                  <a:lnTo>
                    <a:pt x="1960012" y="3116972"/>
                  </a:lnTo>
                  <a:lnTo>
                    <a:pt x="1959157" y="3116972"/>
                  </a:lnTo>
                  <a:lnTo>
                    <a:pt x="1958301" y="3116972"/>
                  </a:lnTo>
                  <a:lnTo>
                    <a:pt x="1957446" y="3116972"/>
                  </a:lnTo>
                  <a:lnTo>
                    <a:pt x="1956590" y="3116972"/>
                  </a:lnTo>
                  <a:lnTo>
                    <a:pt x="1955735" y="3116972"/>
                  </a:lnTo>
                  <a:lnTo>
                    <a:pt x="1954879" y="3116972"/>
                  </a:lnTo>
                  <a:lnTo>
                    <a:pt x="1954024" y="3116972"/>
                  </a:lnTo>
                  <a:lnTo>
                    <a:pt x="1953168" y="3116972"/>
                  </a:lnTo>
                  <a:lnTo>
                    <a:pt x="1952313" y="3116972"/>
                  </a:lnTo>
                  <a:lnTo>
                    <a:pt x="1951457" y="3116972"/>
                  </a:lnTo>
                  <a:lnTo>
                    <a:pt x="1950602" y="3116972"/>
                  </a:lnTo>
                  <a:lnTo>
                    <a:pt x="1949746" y="3116972"/>
                  </a:lnTo>
                  <a:lnTo>
                    <a:pt x="1948890" y="3116972"/>
                  </a:lnTo>
                  <a:lnTo>
                    <a:pt x="1948035" y="3116972"/>
                  </a:lnTo>
                  <a:lnTo>
                    <a:pt x="1947179" y="3116972"/>
                  </a:lnTo>
                  <a:lnTo>
                    <a:pt x="1946324" y="3116972"/>
                  </a:lnTo>
                  <a:lnTo>
                    <a:pt x="1945468" y="3116972"/>
                  </a:lnTo>
                  <a:lnTo>
                    <a:pt x="1944613" y="3116972"/>
                  </a:lnTo>
                  <a:lnTo>
                    <a:pt x="1943757" y="3116972"/>
                  </a:lnTo>
                  <a:lnTo>
                    <a:pt x="1942902" y="3116972"/>
                  </a:lnTo>
                  <a:lnTo>
                    <a:pt x="1942046" y="3116972"/>
                  </a:lnTo>
                  <a:lnTo>
                    <a:pt x="1941191" y="3116972"/>
                  </a:lnTo>
                  <a:lnTo>
                    <a:pt x="1940335" y="3116972"/>
                  </a:lnTo>
                  <a:lnTo>
                    <a:pt x="1939480" y="3116972"/>
                  </a:lnTo>
                  <a:lnTo>
                    <a:pt x="1938624" y="3116972"/>
                  </a:lnTo>
                  <a:lnTo>
                    <a:pt x="1937769" y="3116972"/>
                  </a:lnTo>
                  <a:lnTo>
                    <a:pt x="1936913" y="3116972"/>
                  </a:lnTo>
                  <a:lnTo>
                    <a:pt x="1936058" y="3116972"/>
                  </a:lnTo>
                  <a:lnTo>
                    <a:pt x="1935202" y="3116972"/>
                  </a:lnTo>
                  <a:lnTo>
                    <a:pt x="1934347" y="3116972"/>
                  </a:lnTo>
                  <a:lnTo>
                    <a:pt x="1933491" y="3116972"/>
                  </a:lnTo>
                  <a:lnTo>
                    <a:pt x="1932635" y="3116972"/>
                  </a:lnTo>
                  <a:lnTo>
                    <a:pt x="1931780" y="3116972"/>
                  </a:lnTo>
                  <a:lnTo>
                    <a:pt x="1930924" y="3116972"/>
                  </a:lnTo>
                  <a:lnTo>
                    <a:pt x="1930069" y="3116972"/>
                  </a:lnTo>
                  <a:lnTo>
                    <a:pt x="1929213" y="3116972"/>
                  </a:lnTo>
                  <a:lnTo>
                    <a:pt x="1928358" y="3116972"/>
                  </a:lnTo>
                  <a:lnTo>
                    <a:pt x="1927502" y="3116972"/>
                  </a:lnTo>
                  <a:lnTo>
                    <a:pt x="1926647" y="3116972"/>
                  </a:lnTo>
                  <a:lnTo>
                    <a:pt x="1925791" y="3116972"/>
                  </a:lnTo>
                  <a:lnTo>
                    <a:pt x="1924936" y="3116972"/>
                  </a:lnTo>
                  <a:lnTo>
                    <a:pt x="1924080" y="3116972"/>
                  </a:lnTo>
                  <a:lnTo>
                    <a:pt x="1923225" y="3116972"/>
                  </a:lnTo>
                  <a:lnTo>
                    <a:pt x="1922369" y="3116972"/>
                  </a:lnTo>
                  <a:lnTo>
                    <a:pt x="1921514" y="3116972"/>
                  </a:lnTo>
                  <a:lnTo>
                    <a:pt x="1920658" y="3116972"/>
                  </a:lnTo>
                  <a:lnTo>
                    <a:pt x="1919803" y="3116972"/>
                  </a:lnTo>
                  <a:lnTo>
                    <a:pt x="1918947" y="3116972"/>
                  </a:lnTo>
                  <a:lnTo>
                    <a:pt x="1918091" y="3116972"/>
                  </a:lnTo>
                  <a:lnTo>
                    <a:pt x="1917236" y="3116972"/>
                  </a:lnTo>
                  <a:lnTo>
                    <a:pt x="1916380" y="3116972"/>
                  </a:lnTo>
                  <a:lnTo>
                    <a:pt x="1915525" y="3116972"/>
                  </a:lnTo>
                  <a:lnTo>
                    <a:pt x="1914669" y="3116972"/>
                  </a:lnTo>
                  <a:lnTo>
                    <a:pt x="1913814" y="3116972"/>
                  </a:lnTo>
                  <a:lnTo>
                    <a:pt x="1912958" y="3116972"/>
                  </a:lnTo>
                  <a:lnTo>
                    <a:pt x="1912103" y="3116972"/>
                  </a:lnTo>
                  <a:lnTo>
                    <a:pt x="1911247" y="3116972"/>
                  </a:lnTo>
                  <a:lnTo>
                    <a:pt x="1910392" y="3116972"/>
                  </a:lnTo>
                  <a:lnTo>
                    <a:pt x="1909536" y="3116972"/>
                  </a:lnTo>
                  <a:lnTo>
                    <a:pt x="1908681" y="3116972"/>
                  </a:lnTo>
                  <a:lnTo>
                    <a:pt x="1907825" y="3116972"/>
                  </a:lnTo>
                  <a:lnTo>
                    <a:pt x="1906970" y="3116972"/>
                  </a:lnTo>
                  <a:lnTo>
                    <a:pt x="1906114" y="3116972"/>
                  </a:lnTo>
                  <a:lnTo>
                    <a:pt x="1905259" y="3116972"/>
                  </a:lnTo>
                  <a:lnTo>
                    <a:pt x="1904403" y="3116972"/>
                  </a:lnTo>
                  <a:lnTo>
                    <a:pt x="1903548" y="3116972"/>
                  </a:lnTo>
                  <a:lnTo>
                    <a:pt x="1902692" y="3116972"/>
                  </a:lnTo>
                  <a:lnTo>
                    <a:pt x="1901836" y="3116972"/>
                  </a:lnTo>
                  <a:lnTo>
                    <a:pt x="1900981" y="3116972"/>
                  </a:lnTo>
                  <a:lnTo>
                    <a:pt x="1900125" y="3116972"/>
                  </a:lnTo>
                  <a:lnTo>
                    <a:pt x="1899270" y="3116972"/>
                  </a:lnTo>
                  <a:lnTo>
                    <a:pt x="1898414" y="3116972"/>
                  </a:lnTo>
                  <a:lnTo>
                    <a:pt x="1897559" y="3116972"/>
                  </a:lnTo>
                  <a:lnTo>
                    <a:pt x="1896703" y="3116972"/>
                  </a:lnTo>
                  <a:lnTo>
                    <a:pt x="1895848" y="3116972"/>
                  </a:lnTo>
                  <a:lnTo>
                    <a:pt x="1894992" y="3116972"/>
                  </a:lnTo>
                  <a:lnTo>
                    <a:pt x="1894137" y="3116972"/>
                  </a:lnTo>
                  <a:lnTo>
                    <a:pt x="1893281" y="3116972"/>
                  </a:lnTo>
                  <a:lnTo>
                    <a:pt x="1892426" y="3116972"/>
                  </a:lnTo>
                  <a:lnTo>
                    <a:pt x="1891570" y="3116972"/>
                  </a:lnTo>
                  <a:lnTo>
                    <a:pt x="1890715" y="3116972"/>
                  </a:lnTo>
                  <a:lnTo>
                    <a:pt x="1889859" y="3116972"/>
                  </a:lnTo>
                  <a:lnTo>
                    <a:pt x="1889004" y="3116972"/>
                  </a:lnTo>
                  <a:lnTo>
                    <a:pt x="1888148" y="3116972"/>
                  </a:lnTo>
                  <a:lnTo>
                    <a:pt x="1887293" y="3116972"/>
                  </a:lnTo>
                  <a:lnTo>
                    <a:pt x="1886437" y="3116972"/>
                  </a:lnTo>
                  <a:lnTo>
                    <a:pt x="1885581" y="3116972"/>
                  </a:lnTo>
                  <a:lnTo>
                    <a:pt x="1884726" y="3116972"/>
                  </a:lnTo>
                  <a:lnTo>
                    <a:pt x="1883870" y="3116972"/>
                  </a:lnTo>
                  <a:lnTo>
                    <a:pt x="1883015" y="3116972"/>
                  </a:lnTo>
                  <a:lnTo>
                    <a:pt x="1882159" y="3116972"/>
                  </a:lnTo>
                  <a:lnTo>
                    <a:pt x="1881304" y="3116972"/>
                  </a:lnTo>
                  <a:lnTo>
                    <a:pt x="1880448" y="3116972"/>
                  </a:lnTo>
                  <a:lnTo>
                    <a:pt x="1879593" y="3116972"/>
                  </a:lnTo>
                  <a:lnTo>
                    <a:pt x="1878737" y="3116972"/>
                  </a:lnTo>
                  <a:lnTo>
                    <a:pt x="1877882" y="3116972"/>
                  </a:lnTo>
                  <a:lnTo>
                    <a:pt x="1877026" y="3116972"/>
                  </a:lnTo>
                  <a:lnTo>
                    <a:pt x="1876171" y="3116972"/>
                  </a:lnTo>
                  <a:lnTo>
                    <a:pt x="1875315" y="3116972"/>
                  </a:lnTo>
                  <a:lnTo>
                    <a:pt x="1874460" y="3116972"/>
                  </a:lnTo>
                  <a:lnTo>
                    <a:pt x="1873604" y="3116972"/>
                  </a:lnTo>
                  <a:lnTo>
                    <a:pt x="1872749" y="3116972"/>
                  </a:lnTo>
                  <a:lnTo>
                    <a:pt x="1871893" y="3116972"/>
                  </a:lnTo>
                  <a:lnTo>
                    <a:pt x="1871037" y="3116972"/>
                  </a:lnTo>
                  <a:lnTo>
                    <a:pt x="1870182" y="3116972"/>
                  </a:lnTo>
                  <a:lnTo>
                    <a:pt x="1869326" y="3116972"/>
                  </a:lnTo>
                  <a:lnTo>
                    <a:pt x="1868471" y="3116972"/>
                  </a:lnTo>
                  <a:lnTo>
                    <a:pt x="1867615" y="3116972"/>
                  </a:lnTo>
                  <a:lnTo>
                    <a:pt x="1866760" y="3116972"/>
                  </a:lnTo>
                  <a:lnTo>
                    <a:pt x="1865904" y="3116972"/>
                  </a:lnTo>
                  <a:lnTo>
                    <a:pt x="1865049" y="3116972"/>
                  </a:lnTo>
                  <a:lnTo>
                    <a:pt x="1864193" y="3116972"/>
                  </a:lnTo>
                  <a:lnTo>
                    <a:pt x="1863338" y="3116972"/>
                  </a:lnTo>
                  <a:lnTo>
                    <a:pt x="1862482" y="3116972"/>
                  </a:lnTo>
                  <a:lnTo>
                    <a:pt x="1861627" y="3116972"/>
                  </a:lnTo>
                  <a:lnTo>
                    <a:pt x="1860771" y="3116972"/>
                  </a:lnTo>
                  <a:lnTo>
                    <a:pt x="1859916" y="3116972"/>
                  </a:lnTo>
                  <a:lnTo>
                    <a:pt x="1859060" y="3116972"/>
                  </a:lnTo>
                  <a:lnTo>
                    <a:pt x="1858205" y="3116972"/>
                  </a:lnTo>
                  <a:lnTo>
                    <a:pt x="1857349" y="3116972"/>
                  </a:lnTo>
                  <a:lnTo>
                    <a:pt x="1856494" y="3116972"/>
                  </a:lnTo>
                  <a:lnTo>
                    <a:pt x="1855638" y="3116972"/>
                  </a:lnTo>
                  <a:lnTo>
                    <a:pt x="1854782" y="3116972"/>
                  </a:lnTo>
                  <a:lnTo>
                    <a:pt x="1853927" y="3116972"/>
                  </a:lnTo>
                  <a:lnTo>
                    <a:pt x="1853071" y="3116972"/>
                  </a:lnTo>
                  <a:lnTo>
                    <a:pt x="1852216" y="3116972"/>
                  </a:lnTo>
                  <a:lnTo>
                    <a:pt x="1851360" y="3116972"/>
                  </a:lnTo>
                  <a:lnTo>
                    <a:pt x="1850505" y="3116972"/>
                  </a:lnTo>
                  <a:lnTo>
                    <a:pt x="1849649" y="3116972"/>
                  </a:lnTo>
                  <a:lnTo>
                    <a:pt x="1848794" y="3116972"/>
                  </a:lnTo>
                  <a:lnTo>
                    <a:pt x="1847938" y="3116972"/>
                  </a:lnTo>
                  <a:lnTo>
                    <a:pt x="1847083" y="3116972"/>
                  </a:lnTo>
                  <a:lnTo>
                    <a:pt x="1846227" y="3116972"/>
                  </a:lnTo>
                  <a:lnTo>
                    <a:pt x="1845372" y="3116972"/>
                  </a:lnTo>
                  <a:lnTo>
                    <a:pt x="1844516" y="3116972"/>
                  </a:lnTo>
                  <a:lnTo>
                    <a:pt x="1843661" y="3116972"/>
                  </a:lnTo>
                  <a:lnTo>
                    <a:pt x="1842805" y="3116972"/>
                  </a:lnTo>
                  <a:lnTo>
                    <a:pt x="1841950" y="3116972"/>
                  </a:lnTo>
                  <a:lnTo>
                    <a:pt x="1841094" y="3116972"/>
                  </a:lnTo>
                  <a:lnTo>
                    <a:pt x="1840239" y="3116972"/>
                  </a:lnTo>
                  <a:lnTo>
                    <a:pt x="1839383" y="3116972"/>
                  </a:lnTo>
                  <a:lnTo>
                    <a:pt x="1838527" y="3116972"/>
                  </a:lnTo>
                  <a:lnTo>
                    <a:pt x="1837672" y="3116972"/>
                  </a:lnTo>
                  <a:lnTo>
                    <a:pt x="1836816" y="3116972"/>
                  </a:lnTo>
                  <a:lnTo>
                    <a:pt x="1835961" y="3116972"/>
                  </a:lnTo>
                  <a:lnTo>
                    <a:pt x="1835105" y="3116972"/>
                  </a:lnTo>
                  <a:lnTo>
                    <a:pt x="1834250" y="3116972"/>
                  </a:lnTo>
                  <a:lnTo>
                    <a:pt x="1833394" y="3116972"/>
                  </a:lnTo>
                  <a:lnTo>
                    <a:pt x="1832539" y="3116972"/>
                  </a:lnTo>
                  <a:lnTo>
                    <a:pt x="1831683" y="3116972"/>
                  </a:lnTo>
                  <a:lnTo>
                    <a:pt x="1830828" y="3116972"/>
                  </a:lnTo>
                  <a:lnTo>
                    <a:pt x="1829972" y="3116972"/>
                  </a:lnTo>
                  <a:lnTo>
                    <a:pt x="1829117" y="3116972"/>
                  </a:lnTo>
                  <a:lnTo>
                    <a:pt x="1828261" y="3116972"/>
                  </a:lnTo>
                  <a:lnTo>
                    <a:pt x="1827406" y="3116972"/>
                  </a:lnTo>
                  <a:lnTo>
                    <a:pt x="1826550" y="3116972"/>
                  </a:lnTo>
                  <a:lnTo>
                    <a:pt x="1825695" y="3116972"/>
                  </a:lnTo>
                  <a:lnTo>
                    <a:pt x="1824839" y="3116972"/>
                  </a:lnTo>
                  <a:lnTo>
                    <a:pt x="1823983" y="3116972"/>
                  </a:lnTo>
                  <a:lnTo>
                    <a:pt x="1823128" y="3116972"/>
                  </a:lnTo>
                  <a:lnTo>
                    <a:pt x="1822272" y="3116972"/>
                  </a:lnTo>
                  <a:lnTo>
                    <a:pt x="1821417" y="3116972"/>
                  </a:lnTo>
                  <a:lnTo>
                    <a:pt x="1820561" y="3116972"/>
                  </a:lnTo>
                  <a:lnTo>
                    <a:pt x="1819706" y="3116972"/>
                  </a:lnTo>
                  <a:lnTo>
                    <a:pt x="1818850" y="3116972"/>
                  </a:lnTo>
                  <a:lnTo>
                    <a:pt x="1817995" y="3116972"/>
                  </a:lnTo>
                  <a:lnTo>
                    <a:pt x="1817139" y="3116972"/>
                  </a:lnTo>
                  <a:lnTo>
                    <a:pt x="1816284" y="3116972"/>
                  </a:lnTo>
                  <a:lnTo>
                    <a:pt x="1815428" y="3116972"/>
                  </a:lnTo>
                  <a:lnTo>
                    <a:pt x="1814573" y="3116972"/>
                  </a:lnTo>
                  <a:lnTo>
                    <a:pt x="1813717" y="3116972"/>
                  </a:lnTo>
                  <a:lnTo>
                    <a:pt x="1812862" y="3116972"/>
                  </a:lnTo>
                  <a:lnTo>
                    <a:pt x="1812006" y="3116972"/>
                  </a:lnTo>
                  <a:lnTo>
                    <a:pt x="1811151" y="3116972"/>
                  </a:lnTo>
                  <a:lnTo>
                    <a:pt x="1810295" y="3116972"/>
                  </a:lnTo>
                  <a:lnTo>
                    <a:pt x="1809440" y="3116972"/>
                  </a:lnTo>
                  <a:lnTo>
                    <a:pt x="1808584" y="3116972"/>
                  </a:lnTo>
                  <a:lnTo>
                    <a:pt x="1807728" y="3116972"/>
                  </a:lnTo>
                  <a:lnTo>
                    <a:pt x="1806873" y="3116972"/>
                  </a:lnTo>
                  <a:lnTo>
                    <a:pt x="1806017" y="3116972"/>
                  </a:lnTo>
                  <a:lnTo>
                    <a:pt x="1805162" y="3116972"/>
                  </a:lnTo>
                  <a:lnTo>
                    <a:pt x="1804306" y="3116972"/>
                  </a:lnTo>
                  <a:lnTo>
                    <a:pt x="1803451" y="3116972"/>
                  </a:lnTo>
                  <a:lnTo>
                    <a:pt x="1802595" y="3116972"/>
                  </a:lnTo>
                  <a:lnTo>
                    <a:pt x="1801740" y="3116972"/>
                  </a:lnTo>
                  <a:lnTo>
                    <a:pt x="1800884" y="3116972"/>
                  </a:lnTo>
                  <a:lnTo>
                    <a:pt x="1800029" y="3116972"/>
                  </a:lnTo>
                  <a:lnTo>
                    <a:pt x="1799173" y="3116972"/>
                  </a:lnTo>
                  <a:lnTo>
                    <a:pt x="1798318" y="3116972"/>
                  </a:lnTo>
                  <a:lnTo>
                    <a:pt x="1797462" y="3116972"/>
                  </a:lnTo>
                  <a:lnTo>
                    <a:pt x="1796607" y="3116972"/>
                  </a:lnTo>
                  <a:lnTo>
                    <a:pt x="1795751" y="3116972"/>
                  </a:lnTo>
                  <a:lnTo>
                    <a:pt x="1794896" y="3116972"/>
                  </a:lnTo>
                  <a:lnTo>
                    <a:pt x="1794040" y="3116972"/>
                  </a:lnTo>
                  <a:lnTo>
                    <a:pt x="1793185" y="3116972"/>
                  </a:lnTo>
                  <a:lnTo>
                    <a:pt x="1792329" y="3116972"/>
                  </a:lnTo>
                  <a:lnTo>
                    <a:pt x="1791473" y="3116972"/>
                  </a:lnTo>
                  <a:lnTo>
                    <a:pt x="1790618" y="3116972"/>
                  </a:lnTo>
                  <a:lnTo>
                    <a:pt x="1789762" y="3116972"/>
                  </a:lnTo>
                  <a:lnTo>
                    <a:pt x="1788907" y="3116972"/>
                  </a:lnTo>
                  <a:lnTo>
                    <a:pt x="1788051" y="3116972"/>
                  </a:lnTo>
                  <a:lnTo>
                    <a:pt x="1787196" y="3116972"/>
                  </a:lnTo>
                  <a:lnTo>
                    <a:pt x="1786340" y="3116972"/>
                  </a:lnTo>
                  <a:lnTo>
                    <a:pt x="1785485" y="3116972"/>
                  </a:lnTo>
                  <a:lnTo>
                    <a:pt x="1784629" y="3116972"/>
                  </a:lnTo>
                  <a:lnTo>
                    <a:pt x="1783774" y="3116972"/>
                  </a:lnTo>
                  <a:lnTo>
                    <a:pt x="1782918" y="3116972"/>
                  </a:lnTo>
                  <a:lnTo>
                    <a:pt x="1782063" y="3116972"/>
                  </a:lnTo>
                  <a:lnTo>
                    <a:pt x="1781207" y="3116972"/>
                  </a:lnTo>
                  <a:lnTo>
                    <a:pt x="1780352" y="3116972"/>
                  </a:lnTo>
                  <a:lnTo>
                    <a:pt x="1779496" y="3116972"/>
                  </a:lnTo>
                  <a:lnTo>
                    <a:pt x="1778641" y="3116972"/>
                  </a:lnTo>
                  <a:lnTo>
                    <a:pt x="1777785" y="3116972"/>
                  </a:lnTo>
                  <a:lnTo>
                    <a:pt x="1776929" y="3116972"/>
                  </a:lnTo>
                  <a:lnTo>
                    <a:pt x="1776074" y="3116972"/>
                  </a:lnTo>
                  <a:lnTo>
                    <a:pt x="1775218" y="3116972"/>
                  </a:lnTo>
                  <a:lnTo>
                    <a:pt x="1774363" y="3116972"/>
                  </a:lnTo>
                  <a:lnTo>
                    <a:pt x="1773507" y="3116972"/>
                  </a:lnTo>
                  <a:lnTo>
                    <a:pt x="1772652" y="3116972"/>
                  </a:lnTo>
                  <a:lnTo>
                    <a:pt x="1771796" y="3116972"/>
                  </a:lnTo>
                  <a:lnTo>
                    <a:pt x="1770941" y="3116972"/>
                  </a:lnTo>
                  <a:lnTo>
                    <a:pt x="1770085" y="3116972"/>
                  </a:lnTo>
                  <a:lnTo>
                    <a:pt x="1769230" y="3116972"/>
                  </a:lnTo>
                  <a:lnTo>
                    <a:pt x="1768374" y="3116972"/>
                  </a:lnTo>
                  <a:lnTo>
                    <a:pt x="1767519" y="3116972"/>
                  </a:lnTo>
                  <a:lnTo>
                    <a:pt x="1766663" y="3116972"/>
                  </a:lnTo>
                  <a:lnTo>
                    <a:pt x="1765808" y="3116972"/>
                  </a:lnTo>
                  <a:lnTo>
                    <a:pt x="1764952" y="3116972"/>
                  </a:lnTo>
                  <a:lnTo>
                    <a:pt x="1764097" y="3116972"/>
                  </a:lnTo>
                  <a:lnTo>
                    <a:pt x="1763241" y="3116972"/>
                  </a:lnTo>
                  <a:lnTo>
                    <a:pt x="1762386" y="3116972"/>
                  </a:lnTo>
                  <a:lnTo>
                    <a:pt x="1761530" y="3116972"/>
                  </a:lnTo>
                  <a:lnTo>
                    <a:pt x="1760674" y="3116972"/>
                  </a:lnTo>
                  <a:lnTo>
                    <a:pt x="1759819" y="3116972"/>
                  </a:lnTo>
                  <a:lnTo>
                    <a:pt x="1758963" y="3116972"/>
                  </a:lnTo>
                  <a:lnTo>
                    <a:pt x="1758108" y="3116972"/>
                  </a:lnTo>
                  <a:lnTo>
                    <a:pt x="1757252" y="3116972"/>
                  </a:lnTo>
                  <a:lnTo>
                    <a:pt x="1756397" y="3116972"/>
                  </a:lnTo>
                  <a:lnTo>
                    <a:pt x="1755541" y="3116972"/>
                  </a:lnTo>
                  <a:lnTo>
                    <a:pt x="1754686" y="3116972"/>
                  </a:lnTo>
                  <a:lnTo>
                    <a:pt x="1753830" y="3116972"/>
                  </a:lnTo>
                  <a:lnTo>
                    <a:pt x="1752975" y="3116972"/>
                  </a:lnTo>
                  <a:lnTo>
                    <a:pt x="1752119" y="3116972"/>
                  </a:lnTo>
                  <a:lnTo>
                    <a:pt x="1751264" y="3116972"/>
                  </a:lnTo>
                  <a:lnTo>
                    <a:pt x="1750408" y="3116972"/>
                  </a:lnTo>
                  <a:lnTo>
                    <a:pt x="1749553" y="3116972"/>
                  </a:lnTo>
                  <a:lnTo>
                    <a:pt x="1748697" y="3116972"/>
                  </a:lnTo>
                  <a:lnTo>
                    <a:pt x="1747842" y="3116972"/>
                  </a:lnTo>
                  <a:lnTo>
                    <a:pt x="1746986" y="3116972"/>
                  </a:lnTo>
                  <a:lnTo>
                    <a:pt x="1746131" y="3116972"/>
                  </a:lnTo>
                  <a:lnTo>
                    <a:pt x="1745275" y="3116972"/>
                  </a:lnTo>
                  <a:lnTo>
                    <a:pt x="1744419" y="3116972"/>
                  </a:lnTo>
                  <a:lnTo>
                    <a:pt x="1743564" y="3116972"/>
                  </a:lnTo>
                  <a:lnTo>
                    <a:pt x="1742708" y="3116972"/>
                  </a:lnTo>
                  <a:lnTo>
                    <a:pt x="1741853" y="3116972"/>
                  </a:lnTo>
                  <a:lnTo>
                    <a:pt x="1740997" y="3116972"/>
                  </a:lnTo>
                  <a:lnTo>
                    <a:pt x="1740142" y="3116972"/>
                  </a:lnTo>
                  <a:lnTo>
                    <a:pt x="1739286" y="3116972"/>
                  </a:lnTo>
                  <a:lnTo>
                    <a:pt x="1738431" y="3116972"/>
                  </a:lnTo>
                  <a:lnTo>
                    <a:pt x="1737575" y="3116972"/>
                  </a:lnTo>
                  <a:lnTo>
                    <a:pt x="1736720" y="3116972"/>
                  </a:lnTo>
                  <a:lnTo>
                    <a:pt x="1735864" y="3116972"/>
                  </a:lnTo>
                  <a:lnTo>
                    <a:pt x="1735009" y="3116972"/>
                  </a:lnTo>
                  <a:lnTo>
                    <a:pt x="1734153" y="3116972"/>
                  </a:lnTo>
                  <a:lnTo>
                    <a:pt x="1733298" y="3116972"/>
                  </a:lnTo>
                  <a:lnTo>
                    <a:pt x="1732442" y="3116972"/>
                  </a:lnTo>
                  <a:lnTo>
                    <a:pt x="1731587" y="3116972"/>
                  </a:lnTo>
                  <a:lnTo>
                    <a:pt x="1730731" y="3116972"/>
                  </a:lnTo>
                  <a:lnTo>
                    <a:pt x="1729876" y="3116972"/>
                  </a:lnTo>
                  <a:lnTo>
                    <a:pt x="1729020" y="3116972"/>
                  </a:lnTo>
                  <a:lnTo>
                    <a:pt x="1728164" y="3116972"/>
                  </a:lnTo>
                  <a:lnTo>
                    <a:pt x="1727309" y="3116972"/>
                  </a:lnTo>
                  <a:lnTo>
                    <a:pt x="1726453" y="3116972"/>
                  </a:lnTo>
                  <a:lnTo>
                    <a:pt x="1725598" y="3116972"/>
                  </a:lnTo>
                  <a:lnTo>
                    <a:pt x="1724742" y="3116972"/>
                  </a:lnTo>
                  <a:lnTo>
                    <a:pt x="1723887" y="3116972"/>
                  </a:lnTo>
                  <a:lnTo>
                    <a:pt x="1723031" y="3116972"/>
                  </a:lnTo>
                  <a:lnTo>
                    <a:pt x="1722176" y="3116972"/>
                  </a:lnTo>
                  <a:lnTo>
                    <a:pt x="1721320" y="3116972"/>
                  </a:lnTo>
                  <a:lnTo>
                    <a:pt x="1720465" y="3116972"/>
                  </a:lnTo>
                  <a:lnTo>
                    <a:pt x="1719609" y="3116972"/>
                  </a:lnTo>
                  <a:lnTo>
                    <a:pt x="1718754" y="3116972"/>
                  </a:lnTo>
                  <a:lnTo>
                    <a:pt x="1717898" y="3116972"/>
                  </a:lnTo>
                  <a:lnTo>
                    <a:pt x="1717043" y="3116972"/>
                  </a:lnTo>
                  <a:lnTo>
                    <a:pt x="1716187" y="3116972"/>
                  </a:lnTo>
                  <a:lnTo>
                    <a:pt x="1715332" y="3116972"/>
                  </a:lnTo>
                  <a:lnTo>
                    <a:pt x="1714476" y="3116972"/>
                  </a:lnTo>
                  <a:lnTo>
                    <a:pt x="1713620" y="3116972"/>
                  </a:lnTo>
                  <a:lnTo>
                    <a:pt x="1712765" y="3116972"/>
                  </a:lnTo>
                  <a:lnTo>
                    <a:pt x="1711909" y="3116972"/>
                  </a:lnTo>
                  <a:lnTo>
                    <a:pt x="1711054" y="3116972"/>
                  </a:lnTo>
                  <a:lnTo>
                    <a:pt x="1710198" y="3116972"/>
                  </a:lnTo>
                  <a:lnTo>
                    <a:pt x="1709343" y="3116972"/>
                  </a:lnTo>
                  <a:lnTo>
                    <a:pt x="1708487" y="3116972"/>
                  </a:lnTo>
                  <a:lnTo>
                    <a:pt x="1707632" y="3116972"/>
                  </a:lnTo>
                  <a:lnTo>
                    <a:pt x="1706776" y="3116972"/>
                  </a:lnTo>
                  <a:lnTo>
                    <a:pt x="1705921" y="3116972"/>
                  </a:lnTo>
                  <a:lnTo>
                    <a:pt x="1705065" y="3116972"/>
                  </a:lnTo>
                  <a:lnTo>
                    <a:pt x="1704210" y="3116972"/>
                  </a:lnTo>
                  <a:lnTo>
                    <a:pt x="1703354" y="3116972"/>
                  </a:lnTo>
                  <a:lnTo>
                    <a:pt x="1702499" y="3116972"/>
                  </a:lnTo>
                  <a:lnTo>
                    <a:pt x="1701643" y="3116972"/>
                  </a:lnTo>
                  <a:lnTo>
                    <a:pt x="1700788" y="3116972"/>
                  </a:lnTo>
                  <a:lnTo>
                    <a:pt x="1699932" y="3116972"/>
                  </a:lnTo>
                  <a:lnTo>
                    <a:pt x="1699077" y="3116972"/>
                  </a:lnTo>
                  <a:lnTo>
                    <a:pt x="1698221" y="3116972"/>
                  </a:lnTo>
                  <a:lnTo>
                    <a:pt x="1697365" y="3116972"/>
                  </a:lnTo>
                  <a:lnTo>
                    <a:pt x="1696510" y="3116972"/>
                  </a:lnTo>
                  <a:lnTo>
                    <a:pt x="1695654" y="3116972"/>
                  </a:lnTo>
                  <a:lnTo>
                    <a:pt x="1694799" y="3116972"/>
                  </a:lnTo>
                  <a:lnTo>
                    <a:pt x="1693943" y="3116972"/>
                  </a:lnTo>
                  <a:lnTo>
                    <a:pt x="1693088" y="3116972"/>
                  </a:lnTo>
                  <a:lnTo>
                    <a:pt x="1692232" y="3116972"/>
                  </a:lnTo>
                  <a:lnTo>
                    <a:pt x="1691377" y="3116972"/>
                  </a:lnTo>
                  <a:lnTo>
                    <a:pt x="1690521" y="3116972"/>
                  </a:lnTo>
                  <a:lnTo>
                    <a:pt x="1689666" y="3116972"/>
                  </a:lnTo>
                  <a:lnTo>
                    <a:pt x="1688810" y="3116972"/>
                  </a:lnTo>
                  <a:lnTo>
                    <a:pt x="1687955" y="3116972"/>
                  </a:lnTo>
                  <a:lnTo>
                    <a:pt x="1687099" y="3116972"/>
                  </a:lnTo>
                  <a:lnTo>
                    <a:pt x="1686244" y="3116972"/>
                  </a:lnTo>
                  <a:lnTo>
                    <a:pt x="1685388" y="3116972"/>
                  </a:lnTo>
                  <a:lnTo>
                    <a:pt x="1684533" y="3116972"/>
                  </a:lnTo>
                  <a:lnTo>
                    <a:pt x="1683677" y="3116972"/>
                  </a:lnTo>
                  <a:lnTo>
                    <a:pt x="1682822" y="3116972"/>
                  </a:lnTo>
                  <a:lnTo>
                    <a:pt x="1681966" y="3116972"/>
                  </a:lnTo>
                  <a:lnTo>
                    <a:pt x="1681110" y="3116972"/>
                  </a:lnTo>
                  <a:lnTo>
                    <a:pt x="1680255" y="3116972"/>
                  </a:lnTo>
                  <a:lnTo>
                    <a:pt x="1679399" y="3116972"/>
                  </a:lnTo>
                  <a:lnTo>
                    <a:pt x="1678544" y="3116972"/>
                  </a:lnTo>
                  <a:lnTo>
                    <a:pt x="1677688" y="3116972"/>
                  </a:lnTo>
                  <a:lnTo>
                    <a:pt x="1676833" y="3116972"/>
                  </a:lnTo>
                  <a:lnTo>
                    <a:pt x="1675977" y="3116972"/>
                  </a:lnTo>
                  <a:lnTo>
                    <a:pt x="1675122" y="3116972"/>
                  </a:lnTo>
                  <a:lnTo>
                    <a:pt x="1674266" y="3116972"/>
                  </a:lnTo>
                  <a:lnTo>
                    <a:pt x="1673411" y="3116972"/>
                  </a:lnTo>
                  <a:lnTo>
                    <a:pt x="1672555" y="3116972"/>
                  </a:lnTo>
                  <a:lnTo>
                    <a:pt x="1671700" y="3116972"/>
                  </a:lnTo>
                  <a:lnTo>
                    <a:pt x="1670844" y="3116972"/>
                  </a:lnTo>
                  <a:lnTo>
                    <a:pt x="1669989" y="3116972"/>
                  </a:lnTo>
                  <a:lnTo>
                    <a:pt x="1669133" y="3116972"/>
                  </a:lnTo>
                  <a:lnTo>
                    <a:pt x="1668278" y="3116972"/>
                  </a:lnTo>
                  <a:lnTo>
                    <a:pt x="1667422" y="3116972"/>
                  </a:lnTo>
                  <a:lnTo>
                    <a:pt x="1666566" y="3116972"/>
                  </a:lnTo>
                  <a:lnTo>
                    <a:pt x="1665711" y="3116972"/>
                  </a:lnTo>
                  <a:lnTo>
                    <a:pt x="1664855" y="3116972"/>
                  </a:lnTo>
                  <a:lnTo>
                    <a:pt x="1664000" y="3116972"/>
                  </a:lnTo>
                  <a:lnTo>
                    <a:pt x="1663144" y="3116972"/>
                  </a:lnTo>
                  <a:lnTo>
                    <a:pt x="1662289" y="3116972"/>
                  </a:lnTo>
                  <a:lnTo>
                    <a:pt x="1661433" y="3116972"/>
                  </a:lnTo>
                  <a:lnTo>
                    <a:pt x="1660578" y="3116972"/>
                  </a:lnTo>
                  <a:lnTo>
                    <a:pt x="1659722" y="3116972"/>
                  </a:lnTo>
                  <a:lnTo>
                    <a:pt x="1658867" y="3116972"/>
                  </a:lnTo>
                  <a:lnTo>
                    <a:pt x="1658011" y="3116972"/>
                  </a:lnTo>
                  <a:lnTo>
                    <a:pt x="1657156" y="3116972"/>
                  </a:lnTo>
                  <a:lnTo>
                    <a:pt x="1656300" y="3116972"/>
                  </a:lnTo>
                  <a:lnTo>
                    <a:pt x="1655445" y="3116972"/>
                  </a:lnTo>
                  <a:lnTo>
                    <a:pt x="1654589" y="3116972"/>
                  </a:lnTo>
                  <a:lnTo>
                    <a:pt x="1653734" y="3116972"/>
                  </a:lnTo>
                  <a:lnTo>
                    <a:pt x="1652878" y="3116972"/>
                  </a:lnTo>
                  <a:lnTo>
                    <a:pt x="1652023" y="3116972"/>
                  </a:lnTo>
                  <a:lnTo>
                    <a:pt x="1651167" y="3116972"/>
                  </a:lnTo>
                  <a:lnTo>
                    <a:pt x="1650311" y="3116972"/>
                  </a:lnTo>
                  <a:lnTo>
                    <a:pt x="1649456" y="3116972"/>
                  </a:lnTo>
                  <a:lnTo>
                    <a:pt x="1648600" y="3116972"/>
                  </a:lnTo>
                  <a:lnTo>
                    <a:pt x="1647745" y="3116972"/>
                  </a:lnTo>
                  <a:lnTo>
                    <a:pt x="1646889" y="3116972"/>
                  </a:lnTo>
                  <a:lnTo>
                    <a:pt x="1646034" y="3116972"/>
                  </a:lnTo>
                  <a:lnTo>
                    <a:pt x="1645178" y="3116972"/>
                  </a:lnTo>
                  <a:lnTo>
                    <a:pt x="1644323" y="3116972"/>
                  </a:lnTo>
                  <a:lnTo>
                    <a:pt x="1643467" y="3116972"/>
                  </a:lnTo>
                  <a:lnTo>
                    <a:pt x="1642612" y="3116972"/>
                  </a:lnTo>
                  <a:lnTo>
                    <a:pt x="1641756" y="3116972"/>
                  </a:lnTo>
                  <a:lnTo>
                    <a:pt x="1640901" y="3116972"/>
                  </a:lnTo>
                  <a:lnTo>
                    <a:pt x="1640045" y="3116972"/>
                  </a:lnTo>
                  <a:lnTo>
                    <a:pt x="1639190" y="3116972"/>
                  </a:lnTo>
                  <a:lnTo>
                    <a:pt x="1638334" y="3116972"/>
                  </a:lnTo>
                  <a:lnTo>
                    <a:pt x="1637479" y="3116972"/>
                  </a:lnTo>
                  <a:lnTo>
                    <a:pt x="1636623" y="3116972"/>
                  </a:lnTo>
                  <a:lnTo>
                    <a:pt x="1635768" y="3116972"/>
                  </a:lnTo>
                  <a:lnTo>
                    <a:pt x="1634912" y="3116972"/>
                  </a:lnTo>
                  <a:lnTo>
                    <a:pt x="1634056" y="3116972"/>
                  </a:lnTo>
                  <a:lnTo>
                    <a:pt x="1633201" y="3116972"/>
                  </a:lnTo>
                  <a:lnTo>
                    <a:pt x="1632345" y="3116972"/>
                  </a:lnTo>
                  <a:lnTo>
                    <a:pt x="1631490" y="3116972"/>
                  </a:lnTo>
                  <a:lnTo>
                    <a:pt x="1630634" y="3116972"/>
                  </a:lnTo>
                  <a:lnTo>
                    <a:pt x="1629779" y="3116972"/>
                  </a:lnTo>
                  <a:lnTo>
                    <a:pt x="1628923" y="3116972"/>
                  </a:lnTo>
                  <a:lnTo>
                    <a:pt x="1628068" y="3116972"/>
                  </a:lnTo>
                  <a:lnTo>
                    <a:pt x="1627212" y="3116972"/>
                  </a:lnTo>
                  <a:lnTo>
                    <a:pt x="1626357" y="3116972"/>
                  </a:lnTo>
                  <a:lnTo>
                    <a:pt x="1625501" y="3116972"/>
                  </a:lnTo>
                  <a:lnTo>
                    <a:pt x="1624646" y="3116972"/>
                  </a:lnTo>
                  <a:lnTo>
                    <a:pt x="1623790" y="3116972"/>
                  </a:lnTo>
                  <a:lnTo>
                    <a:pt x="1622935" y="3116972"/>
                  </a:lnTo>
                  <a:lnTo>
                    <a:pt x="1622079" y="3116972"/>
                  </a:lnTo>
                  <a:lnTo>
                    <a:pt x="1621224" y="3116972"/>
                  </a:lnTo>
                  <a:lnTo>
                    <a:pt x="1620368" y="3116972"/>
                  </a:lnTo>
                  <a:lnTo>
                    <a:pt x="1619512" y="3116972"/>
                  </a:lnTo>
                  <a:lnTo>
                    <a:pt x="1618657" y="3116972"/>
                  </a:lnTo>
                  <a:lnTo>
                    <a:pt x="1617801" y="3116972"/>
                  </a:lnTo>
                  <a:lnTo>
                    <a:pt x="1616946" y="3116972"/>
                  </a:lnTo>
                  <a:lnTo>
                    <a:pt x="1616090" y="3116972"/>
                  </a:lnTo>
                  <a:lnTo>
                    <a:pt x="1615235" y="3116972"/>
                  </a:lnTo>
                  <a:lnTo>
                    <a:pt x="1614379" y="3116972"/>
                  </a:lnTo>
                  <a:lnTo>
                    <a:pt x="1613524" y="3116972"/>
                  </a:lnTo>
                  <a:lnTo>
                    <a:pt x="1612668" y="3116972"/>
                  </a:lnTo>
                  <a:lnTo>
                    <a:pt x="1611813" y="3116972"/>
                  </a:lnTo>
                  <a:lnTo>
                    <a:pt x="1610957" y="3116972"/>
                  </a:lnTo>
                  <a:lnTo>
                    <a:pt x="1610102" y="3116972"/>
                  </a:lnTo>
                  <a:lnTo>
                    <a:pt x="1609246" y="3116972"/>
                  </a:lnTo>
                  <a:lnTo>
                    <a:pt x="1608391" y="3116972"/>
                  </a:lnTo>
                  <a:lnTo>
                    <a:pt x="1607535" y="3116972"/>
                  </a:lnTo>
                  <a:lnTo>
                    <a:pt x="1606680" y="3116972"/>
                  </a:lnTo>
                  <a:lnTo>
                    <a:pt x="1605824" y="3116972"/>
                  </a:lnTo>
                  <a:lnTo>
                    <a:pt x="1604969" y="3116972"/>
                  </a:lnTo>
                  <a:lnTo>
                    <a:pt x="1604113" y="3116972"/>
                  </a:lnTo>
                  <a:lnTo>
                    <a:pt x="1603257" y="3116972"/>
                  </a:lnTo>
                  <a:lnTo>
                    <a:pt x="1602402" y="3116972"/>
                  </a:lnTo>
                  <a:lnTo>
                    <a:pt x="1601546" y="3116972"/>
                  </a:lnTo>
                  <a:lnTo>
                    <a:pt x="1600691" y="3116972"/>
                  </a:lnTo>
                  <a:lnTo>
                    <a:pt x="1599835" y="3116972"/>
                  </a:lnTo>
                  <a:lnTo>
                    <a:pt x="1598980" y="3116972"/>
                  </a:lnTo>
                  <a:lnTo>
                    <a:pt x="1598124" y="3116972"/>
                  </a:lnTo>
                  <a:lnTo>
                    <a:pt x="1597269" y="3116972"/>
                  </a:lnTo>
                  <a:lnTo>
                    <a:pt x="1596413" y="3116972"/>
                  </a:lnTo>
                  <a:lnTo>
                    <a:pt x="1595558" y="3116972"/>
                  </a:lnTo>
                  <a:lnTo>
                    <a:pt x="1594702" y="3116972"/>
                  </a:lnTo>
                  <a:lnTo>
                    <a:pt x="1593847" y="3116972"/>
                  </a:lnTo>
                  <a:lnTo>
                    <a:pt x="1592991" y="3116972"/>
                  </a:lnTo>
                  <a:lnTo>
                    <a:pt x="1592136" y="3116972"/>
                  </a:lnTo>
                  <a:lnTo>
                    <a:pt x="1591280" y="3116972"/>
                  </a:lnTo>
                  <a:lnTo>
                    <a:pt x="1590425" y="3116972"/>
                  </a:lnTo>
                  <a:lnTo>
                    <a:pt x="1589569" y="3116972"/>
                  </a:lnTo>
                  <a:lnTo>
                    <a:pt x="1588714" y="3116972"/>
                  </a:lnTo>
                  <a:lnTo>
                    <a:pt x="1587858" y="3116972"/>
                  </a:lnTo>
                  <a:lnTo>
                    <a:pt x="1587002" y="3116972"/>
                  </a:lnTo>
                  <a:lnTo>
                    <a:pt x="1586147" y="3116972"/>
                  </a:lnTo>
                  <a:lnTo>
                    <a:pt x="1585291" y="3116972"/>
                  </a:lnTo>
                  <a:lnTo>
                    <a:pt x="1584436" y="3116972"/>
                  </a:lnTo>
                  <a:lnTo>
                    <a:pt x="1583580" y="3116972"/>
                  </a:lnTo>
                  <a:lnTo>
                    <a:pt x="1582725" y="3116972"/>
                  </a:lnTo>
                  <a:lnTo>
                    <a:pt x="1581869" y="3116972"/>
                  </a:lnTo>
                  <a:lnTo>
                    <a:pt x="1581014" y="3116972"/>
                  </a:lnTo>
                  <a:lnTo>
                    <a:pt x="1580158" y="3116972"/>
                  </a:lnTo>
                  <a:lnTo>
                    <a:pt x="1579303" y="3116972"/>
                  </a:lnTo>
                  <a:lnTo>
                    <a:pt x="1578447" y="3116972"/>
                  </a:lnTo>
                  <a:lnTo>
                    <a:pt x="1577592" y="3116972"/>
                  </a:lnTo>
                  <a:lnTo>
                    <a:pt x="1576736" y="3116972"/>
                  </a:lnTo>
                  <a:lnTo>
                    <a:pt x="1575881" y="3116972"/>
                  </a:lnTo>
                  <a:lnTo>
                    <a:pt x="1575025" y="3116972"/>
                  </a:lnTo>
                  <a:lnTo>
                    <a:pt x="1574170" y="3116972"/>
                  </a:lnTo>
                  <a:lnTo>
                    <a:pt x="1573314" y="3116972"/>
                  </a:lnTo>
                  <a:lnTo>
                    <a:pt x="1572458" y="3116972"/>
                  </a:lnTo>
                  <a:lnTo>
                    <a:pt x="1571603" y="3116972"/>
                  </a:lnTo>
                  <a:lnTo>
                    <a:pt x="1570747" y="3116972"/>
                  </a:lnTo>
                  <a:lnTo>
                    <a:pt x="1569892" y="3116972"/>
                  </a:lnTo>
                  <a:lnTo>
                    <a:pt x="1569036" y="3116972"/>
                  </a:lnTo>
                  <a:lnTo>
                    <a:pt x="1568181" y="3116972"/>
                  </a:lnTo>
                  <a:lnTo>
                    <a:pt x="1567325" y="3116972"/>
                  </a:lnTo>
                  <a:lnTo>
                    <a:pt x="1566470" y="3116972"/>
                  </a:lnTo>
                  <a:lnTo>
                    <a:pt x="1565614" y="3116972"/>
                  </a:lnTo>
                  <a:lnTo>
                    <a:pt x="1564759" y="3116972"/>
                  </a:lnTo>
                  <a:lnTo>
                    <a:pt x="1563903" y="3116972"/>
                  </a:lnTo>
                  <a:lnTo>
                    <a:pt x="1563048" y="3116972"/>
                  </a:lnTo>
                  <a:lnTo>
                    <a:pt x="1562192" y="3116972"/>
                  </a:lnTo>
                  <a:lnTo>
                    <a:pt x="1561337" y="3116972"/>
                  </a:lnTo>
                  <a:lnTo>
                    <a:pt x="1560481" y="3116972"/>
                  </a:lnTo>
                  <a:lnTo>
                    <a:pt x="1559626" y="3116972"/>
                  </a:lnTo>
                  <a:lnTo>
                    <a:pt x="1558770" y="3116972"/>
                  </a:lnTo>
                  <a:lnTo>
                    <a:pt x="1557915" y="3116972"/>
                  </a:lnTo>
                  <a:lnTo>
                    <a:pt x="1557059" y="3116972"/>
                  </a:lnTo>
                  <a:lnTo>
                    <a:pt x="1556203" y="3116972"/>
                  </a:lnTo>
                  <a:lnTo>
                    <a:pt x="1555348" y="3116972"/>
                  </a:lnTo>
                  <a:lnTo>
                    <a:pt x="1554492" y="3116972"/>
                  </a:lnTo>
                  <a:lnTo>
                    <a:pt x="1553637" y="3116972"/>
                  </a:lnTo>
                  <a:lnTo>
                    <a:pt x="1552781" y="3116972"/>
                  </a:lnTo>
                  <a:lnTo>
                    <a:pt x="1551926" y="3116972"/>
                  </a:lnTo>
                  <a:lnTo>
                    <a:pt x="1551070" y="3116972"/>
                  </a:lnTo>
                  <a:lnTo>
                    <a:pt x="1550215" y="3116972"/>
                  </a:lnTo>
                  <a:lnTo>
                    <a:pt x="1549359" y="3116972"/>
                  </a:lnTo>
                  <a:lnTo>
                    <a:pt x="1548504" y="3116972"/>
                  </a:lnTo>
                  <a:lnTo>
                    <a:pt x="1547648" y="3116972"/>
                  </a:lnTo>
                  <a:lnTo>
                    <a:pt x="1546793" y="3116972"/>
                  </a:lnTo>
                  <a:lnTo>
                    <a:pt x="1545937" y="3116972"/>
                  </a:lnTo>
                  <a:lnTo>
                    <a:pt x="1545082" y="3116972"/>
                  </a:lnTo>
                  <a:lnTo>
                    <a:pt x="1544226" y="3116972"/>
                  </a:lnTo>
                  <a:lnTo>
                    <a:pt x="1543371" y="3116972"/>
                  </a:lnTo>
                  <a:lnTo>
                    <a:pt x="1542515" y="3116972"/>
                  </a:lnTo>
                  <a:lnTo>
                    <a:pt x="1541660" y="3116972"/>
                  </a:lnTo>
                  <a:lnTo>
                    <a:pt x="1540804" y="3116972"/>
                  </a:lnTo>
                  <a:lnTo>
                    <a:pt x="1539948" y="3116972"/>
                  </a:lnTo>
                  <a:lnTo>
                    <a:pt x="1539093" y="3116972"/>
                  </a:lnTo>
                  <a:lnTo>
                    <a:pt x="1538237" y="3116972"/>
                  </a:lnTo>
                  <a:lnTo>
                    <a:pt x="1537382" y="3116972"/>
                  </a:lnTo>
                  <a:lnTo>
                    <a:pt x="1536526" y="3116972"/>
                  </a:lnTo>
                  <a:lnTo>
                    <a:pt x="1535671" y="3116972"/>
                  </a:lnTo>
                  <a:lnTo>
                    <a:pt x="1534815" y="3116972"/>
                  </a:lnTo>
                  <a:lnTo>
                    <a:pt x="1533960" y="3116972"/>
                  </a:lnTo>
                  <a:lnTo>
                    <a:pt x="1533104" y="3116972"/>
                  </a:lnTo>
                  <a:lnTo>
                    <a:pt x="1532249" y="3116972"/>
                  </a:lnTo>
                  <a:lnTo>
                    <a:pt x="1531393" y="3116972"/>
                  </a:lnTo>
                  <a:lnTo>
                    <a:pt x="1530538" y="3116972"/>
                  </a:lnTo>
                  <a:lnTo>
                    <a:pt x="1529682" y="3116972"/>
                  </a:lnTo>
                  <a:lnTo>
                    <a:pt x="1528827" y="3116972"/>
                  </a:lnTo>
                  <a:lnTo>
                    <a:pt x="1527971" y="3116972"/>
                  </a:lnTo>
                  <a:lnTo>
                    <a:pt x="1527116" y="3116972"/>
                  </a:lnTo>
                  <a:lnTo>
                    <a:pt x="1526260" y="3116972"/>
                  </a:lnTo>
                  <a:lnTo>
                    <a:pt x="1525405" y="3116972"/>
                  </a:lnTo>
                  <a:lnTo>
                    <a:pt x="1524549" y="3116972"/>
                  </a:lnTo>
                  <a:lnTo>
                    <a:pt x="1523693" y="3116972"/>
                  </a:lnTo>
                  <a:lnTo>
                    <a:pt x="1522838" y="3116972"/>
                  </a:lnTo>
                  <a:lnTo>
                    <a:pt x="1521982" y="3116972"/>
                  </a:lnTo>
                  <a:lnTo>
                    <a:pt x="1521127" y="3116972"/>
                  </a:lnTo>
                  <a:lnTo>
                    <a:pt x="1520271" y="3116972"/>
                  </a:lnTo>
                  <a:lnTo>
                    <a:pt x="1519416" y="3116972"/>
                  </a:lnTo>
                  <a:lnTo>
                    <a:pt x="1518560" y="3116972"/>
                  </a:lnTo>
                  <a:lnTo>
                    <a:pt x="1517705" y="3116972"/>
                  </a:lnTo>
                  <a:lnTo>
                    <a:pt x="1516849" y="3116972"/>
                  </a:lnTo>
                  <a:lnTo>
                    <a:pt x="1515994" y="3116972"/>
                  </a:lnTo>
                  <a:lnTo>
                    <a:pt x="1515138" y="3116972"/>
                  </a:lnTo>
                  <a:lnTo>
                    <a:pt x="1514283" y="3116972"/>
                  </a:lnTo>
                  <a:lnTo>
                    <a:pt x="1513427" y="3116972"/>
                  </a:lnTo>
                  <a:lnTo>
                    <a:pt x="1512572" y="3116972"/>
                  </a:lnTo>
                  <a:lnTo>
                    <a:pt x="1511716" y="3116972"/>
                  </a:lnTo>
                  <a:lnTo>
                    <a:pt x="1510861" y="3116972"/>
                  </a:lnTo>
                  <a:lnTo>
                    <a:pt x="1510005" y="3116972"/>
                  </a:lnTo>
                  <a:lnTo>
                    <a:pt x="1509149" y="3116972"/>
                  </a:lnTo>
                  <a:lnTo>
                    <a:pt x="1508294" y="3116972"/>
                  </a:lnTo>
                  <a:lnTo>
                    <a:pt x="1507438" y="3116972"/>
                  </a:lnTo>
                  <a:lnTo>
                    <a:pt x="1506583" y="3116972"/>
                  </a:lnTo>
                  <a:lnTo>
                    <a:pt x="1505727" y="3116972"/>
                  </a:lnTo>
                  <a:lnTo>
                    <a:pt x="1504872" y="3116972"/>
                  </a:lnTo>
                  <a:lnTo>
                    <a:pt x="1504016" y="3116972"/>
                  </a:lnTo>
                  <a:lnTo>
                    <a:pt x="1503161" y="3116972"/>
                  </a:lnTo>
                  <a:lnTo>
                    <a:pt x="1502305" y="3116972"/>
                  </a:lnTo>
                  <a:lnTo>
                    <a:pt x="1501450" y="3116972"/>
                  </a:lnTo>
                  <a:lnTo>
                    <a:pt x="1500594" y="3116972"/>
                  </a:lnTo>
                  <a:lnTo>
                    <a:pt x="1499739" y="3116972"/>
                  </a:lnTo>
                  <a:lnTo>
                    <a:pt x="1498883" y="3116972"/>
                  </a:lnTo>
                  <a:lnTo>
                    <a:pt x="1498028" y="3116972"/>
                  </a:lnTo>
                  <a:lnTo>
                    <a:pt x="1497172" y="3116972"/>
                  </a:lnTo>
                  <a:lnTo>
                    <a:pt x="1496317" y="3116972"/>
                  </a:lnTo>
                  <a:lnTo>
                    <a:pt x="1495461" y="3116972"/>
                  </a:lnTo>
                  <a:lnTo>
                    <a:pt x="1494606" y="3116972"/>
                  </a:lnTo>
                  <a:lnTo>
                    <a:pt x="1493750" y="3116972"/>
                  </a:lnTo>
                  <a:lnTo>
                    <a:pt x="1492894" y="3116972"/>
                  </a:lnTo>
                  <a:lnTo>
                    <a:pt x="1492039" y="3116972"/>
                  </a:lnTo>
                  <a:lnTo>
                    <a:pt x="1491183" y="3116972"/>
                  </a:lnTo>
                  <a:lnTo>
                    <a:pt x="1490328" y="3116972"/>
                  </a:lnTo>
                  <a:lnTo>
                    <a:pt x="1489472" y="3116972"/>
                  </a:lnTo>
                  <a:lnTo>
                    <a:pt x="1488617" y="3116972"/>
                  </a:lnTo>
                  <a:lnTo>
                    <a:pt x="1487761" y="3116972"/>
                  </a:lnTo>
                  <a:lnTo>
                    <a:pt x="1486906" y="3116972"/>
                  </a:lnTo>
                  <a:lnTo>
                    <a:pt x="1486050" y="3116972"/>
                  </a:lnTo>
                  <a:lnTo>
                    <a:pt x="1485195" y="3116972"/>
                  </a:lnTo>
                  <a:lnTo>
                    <a:pt x="1484339" y="3116972"/>
                  </a:lnTo>
                  <a:lnTo>
                    <a:pt x="1483484" y="3116972"/>
                  </a:lnTo>
                  <a:lnTo>
                    <a:pt x="1482628" y="3116972"/>
                  </a:lnTo>
                  <a:lnTo>
                    <a:pt x="1481773" y="3116972"/>
                  </a:lnTo>
                  <a:lnTo>
                    <a:pt x="1480917" y="3116972"/>
                  </a:lnTo>
                  <a:lnTo>
                    <a:pt x="1480062" y="3116972"/>
                  </a:lnTo>
                  <a:lnTo>
                    <a:pt x="1479206" y="3116972"/>
                  </a:lnTo>
                  <a:lnTo>
                    <a:pt x="1478351" y="3116972"/>
                  </a:lnTo>
                  <a:lnTo>
                    <a:pt x="1477495" y="3116972"/>
                  </a:lnTo>
                  <a:lnTo>
                    <a:pt x="1476639" y="3116972"/>
                  </a:lnTo>
                  <a:lnTo>
                    <a:pt x="1475784" y="3116972"/>
                  </a:lnTo>
                  <a:lnTo>
                    <a:pt x="1474928" y="3116972"/>
                  </a:lnTo>
                  <a:lnTo>
                    <a:pt x="1474073" y="3116972"/>
                  </a:lnTo>
                  <a:lnTo>
                    <a:pt x="1473217" y="3116972"/>
                  </a:lnTo>
                  <a:lnTo>
                    <a:pt x="1472362" y="3116972"/>
                  </a:lnTo>
                  <a:lnTo>
                    <a:pt x="1471506" y="3116972"/>
                  </a:lnTo>
                  <a:lnTo>
                    <a:pt x="1470651" y="3116972"/>
                  </a:lnTo>
                  <a:lnTo>
                    <a:pt x="1469795" y="3116972"/>
                  </a:lnTo>
                  <a:lnTo>
                    <a:pt x="1468940" y="3116972"/>
                  </a:lnTo>
                  <a:lnTo>
                    <a:pt x="1468084" y="3116972"/>
                  </a:lnTo>
                  <a:lnTo>
                    <a:pt x="1467229" y="3116972"/>
                  </a:lnTo>
                  <a:lnTo>
                    <a:pt x="1466373" y="3116972"/>
                  </a:lnTo>
                  <a:lnTo>
                    <a:pt x="1465518" y="3116972"/>
                  </a:lnTo>
                  <a:lnTo>
                    <a:pt x="1464662" y="3116972"/>
                  </a:lnTo>
                  <a:lnTo>
                    <a:pt x="1463807" y="3116972"/>
                  </a:lnTo>
                  <a:lnTo>
                    <a:pt x="1462951" y="3116972"/>
                  </a:lnTo>
                  <a:lnTo>
                    <a:pt x="1462095" y="3116972"/>
                  </a:lnTo>
                  <a:lnTo>
                    <a:pt x="1461240" y="3116972"/>
                  </a:lnTo>
                  <a:lnTo>
                    <a:pt x="1460384" y="3116972"/>
                  </a:lnTo>
                  <a:lnTo>
                    <a:pt x="1459529" y="3116972"/>
                  </a:lnTo>
                  <a:lnTo>
                    <a:pt x="1458673" y="3116972"/>
                  </a:lnTo>
                  <a:lnTo>
                    <a:pt x="1457818" y="3116972"/>
                  </a:lnTo>
                  <a:lnTo>
                    <a:pt x="1456962" y="3116972"/>
                  </a:lnTo>
                  <a:lnTo>
                    <a:pt x="1456107" y="3116972"/>
                  </a:lnTo>
                  <a:lnTo>
                    <a:pt x="1455251" y="3116972"/>
                  </a:lnTo>
                  <a:lnTo>
                    <a:pt x="1454396" y="3116972"/>
                  </a:lnTo>
                  <a:lnTo>
                    <a:pt x="1453540" y="3116972"/>
                  </a:lnTo>
                  <a:lnTo>
                    <a:pt x="1452685" y="3116972"/>
                  </a:lnTo>
                  <a:lnTo>
                    <a:pt x="1451829" y="3116972"/>
                  </a:lnTo>
                  <a:lnTo>
                    <a:pt x="1450974" y="3116972"/>
                  </a:lnTo>
                  <a:lnTo>
                    <a:pt x="1450118" y="3116972"/>
                  </a:lnTo>
                  <a:lnTo>
                    <a:pt x="1449263" y="3116972"/>
                  </a:lnTo>
                  <a:lnTo>
                    <a:pt x="1448407" y="3116972"/>
                  </a:lnTo>
                  <a:lnTo>
                    <a:pt x="1447552" y="3116972"/>
                  </a:lnTo>
                  <a:lnTo>
                    <a:pt x="1446696" y="3116972"/>
                  </a:lnTo>
                  <a:lnTo>
                    <a:pt x="1445840" y="3116972"/>
                  </a:lnTo>
                  <a:lnTo>
                    <a:pt x="1444985" y="3116972"/>
                  </a:lnTo>
                  <a:lnTo>
                    <a:pt x="1444129" y="3116972"/>
                  </a:lnTo>
                  <a:lnTo>
                    <a:pt x="1443274" y="3116972"/>
                  </a:lnTo>
                  <a:lnTo>
                    <a:pt x="1442418" y="3116972"/>
                  </a:lnTo>
                  <a:lnTo>
                    <a:pt x="1441563" y="3116972"/>
                  </a:lnTo>
                  <a:lnTo>
                    <a:pt x="1440707" y="3116972"/>
                  </a:lnTo>
                  <a:lnTo>
                    <a:pt x="1439852" y="3116972"/>
                  </a:lnTo>
                  <a:lnTo>
                    <a:pt x="1438996" y="3116972"/>
                  </a:lnTo>
                  <a:lnTo>
                    <a:pt x="1438141" y="3116972"/>
                  </a:lnTo>
                  <a:lnTo>
                    <a:pt x="1437285" y="3116972"/>
                  </a:lnTo>
                  <a:lnTo>
                    <a:pt x="1436430" y="3116972"/>
                  </a:lnTo>
                  <a:lnTo>
                    <a:pt x="1435574" y="3116972"/>
                  </a:lnTo>
                  <a:lnTo>
                    <a:pt x="1434719" y="3116972"/>
                  </a:lnTo>
                  <a:lnTo>
                    <a:pt x="1433863" y="3116972"/>
                  </a:lnTo>
                  <a:lnTo>
                    <a:pt x="1433008" y="3116972"/>
                  </a:lnTo>
                  <a:lnTo>
                    <a:pt x="1432152" y="3116972"/>
                  </a:lnTo>
                  <a:lnTo>
                    <a:pt x="1431297" y="3116972"/>
                  </a:lnTo>
                  <a:lnTo>
                    <a:pt x="1430441" y="3116972"/>
                  </a:lnTo>
                  <a:lnTo>
                    <a:pt x="1429585" y="3116972"/>
                  </a:lnTo>
                  <a:lnTo>
                    <a:pt x="1428730" y="3116972"/>
                  </a:lnTo>
                  <a:lnTo>
                    <a:pt x="1427874" y="3116972"/>
                  </a:lnTo>
                  <a:lnTo>
                    <a:pt x="1427019" y="3116972"/>
                  </a:lnTo>
                  <a:lnTo>
                    <a:pt x="1426163" y="3116972"/>
                  </a:lnTo>
                  <a:lnTo>
                    <a:pt x="1425308" y="3116972"/>
                  </a:lnTo>
                  <a:lnTo>
                    <a:pt x="1424452" y="3116972"/>
                  </a:lnTo>
                  <a:lnTo>
                    <a:pt x="1423597" y="3116972"/>
                  </a:lnTo>
                  <a:lnTo>
                    <a:pt x="1422741" y="3116972"/>
                  </a:lnTo>
                  <a:lnTo>
                    <a:pt x="1421886" y="3116972"/>
                  </a:lnTo>
                  <a:lnTo>
                    <a:pt x="1421030" y="3116972"/>
                  </a:lnTo>
                  <a:lnTo>
                    <a:pt x="1420175" y="3116972"/>
                  </a:lnTo>
                  <a:lnTo>
                    <a:pt x="1419319" y="3116972"/>
                  </a:lnTo>
                  <a:lnTo>
                    <a:pt x="1418464" y="3116972"/>
                  </a:lnTo>
                  <a:lnTo>
                    <a:pt x="1417608" y="3116972"/>
                  </a:lnTo>
                  <a:lnTo>
                    <a:pt x="1416753" y="3116972"/>
                  </a:lnTo>
                  <a:lnTo>
                    <a:pt x="1415897" y="3116972"/>
                  </a:lnTo>
                  <a:lnTo>
                    <a:pt x="1415041" y="3116972"/>
                  </a:lnTo>
                  <a:lnTo>
                    <a:pt x="1414186" y="3116972"/>
                  </a:lnTo>
                  <a:lnTo>
                    <a:pt x="1413330" y="3116972"/>
                  </a:lnTo>
                  <a:lnTo>
                    <a:pt x="1412475" y="3116972"/>
                  </a:lnTo>
                  <a:lnTo>
                    <a:pt x="1411619" y="3116972"/>
                  </a:lnTo>
                  <a:lnTo>
                    <a:pt x="1410764" y="3116972"/>
                  </a:lnTo>
                  <a:lnTo>
                    <a:pt x="1409908" y="3116972"/>
                  </a:lnTo>
                  <a:lnTo>
                    <a:pt x="1409053" y="3116972"/>
                  </a:lnTo>
                  <a:lnTo>
                    <a:pt x="1408197" y="3116972"/>
                  </a:lnTo>
                  <a:lnTo>
                    <a:pt x="1407342" y="3116972"/>
                  </a:lnTo>
                  <a:lnTo>
                    <a:pt x="1406486" y="3116972"/>
                  </a:lnTo>
                  <a:lnTo>
                    <a:pt x="1405631" y="3116972"/>
                  </a:lnTo>
                  <a:lnTo>
                    <a:pt x="1404775" y="3116972"/>
                  </a:lnTo>
                  <a:lnTo>
                    <a:pt x="1403920" y="3116972"/>
                  </a:lnTo>
                  <a:lnTo>
                    <a:pt x="1403064" y="3116972"/>
                  </a:lnTo>
                  <a:lnTo>
                    <a:pt x="1402209" y="3116972"/>
                  </a:lnTo>
                  <a:lnTo>
                    <a:pt x="1401353" y="3116972"/>
                  </a:lnTo>
                  <a:lnTo>
                    <a:pt x="1400498" y="3116972"/>
                  </a:lnTo>
                  <a:lnTo>
                    <a:pt x="1399642" y="3116972"/>
                  </a:lnTo>
                  <a:lnTo>
                    <a:pt x="1398786" y="3116972"/>
                  </a:lnTo>
                  <a:lnTo>
                    <a:pt x="1397931" y="3116972"/>
                  </a:lnTo>
                  <a:lnTo>
                    <a:pt x="1397075" y="3116972"/>
                  </a:lnTo>
                  <a:lnTo>
                    <a:pt x="1396220" y="3116972"/>
                  </a:lnTo>
                  <a:lnTo>
                    <a:pt x="1395364" y="3116972"/>
                  </a:lnTo>
                  <a:lnTo>
                    <a:pt x="1394509" y="3116972"/>
                  </a:lnTo>
                  <a:lnTo>
                    <a:pt x="1393653" y="3116972"/>
                  </a:lnTo>
                  <a:lnTo>
                    <a:pt x="1392798" y="3116972"/>
                  </a:lnTo>
                  <a:lnTo>
                    <a:pt x="1391942" y="3116972"/>
                  </a:lnTo>
                  <a:lnTo>
                    <a:pt x="1391087" y="3116972"/>
                  </a:lnTo>
                  <a:lnTo>
                    <a:pt x="1390231" y="3116972"/>
                  </a:lnTo>
                  <a:lnTo>
                    <a:pt x="1389376" y="3116972"/>
                  </a:lnTo>
                  <a:lnTo>
                    <a:pt x="1388520" y="3116972"/>
                  </a:lnTo>
                  <a:lnTo>
                    <a:pt x="1387665" y="3116972"/>
                  </a:lnTo>
                  <a:lnTo>
                    <a:pt x="1386809" y="3116972"/>
                  </a:lnTo>
                  <a:lnTo>
                    <a:pt x="1385954" y="3116972"/>
                  </a:lnTo>
                  <a:lnTo>
                    <a:pt x="1385098" y="3116972"/>
                  </a:lnTo>
                  <a:lnTo>
                    <a:pt x="1384243" y="3116972"/>
                  </a:lnTo>
                  <a:lnTo>
                    <a:pt x="1383387" y="3116972"/>
                  </a:lnTo>
                  <a:lnTo>
                    <a:pt x="1382531" y="3116972"/>
                  </a:lnTo>
                  <a:lnTo>
                    <a:pt x="1381676" y="3116972"/>
                  </a:lnTo>
                  <a:lnTo>
                    <a:pt x="1380820" y="3116972"/>
                  </a:lnTo>
                  <a:lnTo>
                    <a:pt x="1379965" y="3116972"/>
                  </a:lnTo>
                  <a:lnTo>
                    <a:pt x="1379109" y="3116972"/>
                  </a:lnTo>
                  <a:lnTo>
                    <a:pt x="1378254" y="3116972"/>
                  </a:lnTo>
                  <a:lnTo>
                    <a:pt x="1377398" y="3116972"/>
                  </a:lnTo>
                  <a:lnTo>
                    <a:pt x="1376543" y="3116972"/>
                  </a:lnTo>
                  <a:lnTo>
                    <a:pt x="1375687" y="3116972"/>
                  </a:lnTo>
                  <a:lnTo>
                    <a:pt x="1374832" y="3116972"/>
                  </a:lnTo>
                  <a:lnTo>
                    <a:pt x="1373976" y="3116972"/>
                  </a:lnTo>
                  <a:lnTo>
                    <a:pt x="1373121" y="3116972"/>
                  </a:lnTo>
                  <a:lnTo>
                    <a:pt x="1372265" y="3116972"/>
                  </a:lnTo>
                  <a:lnTo>
                    <a:pt x="1371410" y="3116972"/>
                  </a:lnTo>
                  <a:lnTo>
                    <a:pt x="1370554" y="3116972"/>
                  </a:lnTo>
                  <a:lnTo>
                    <a:pt x="1369699" y="3116972"/>
                  </a:lnTo>
                  <a:lnTo>
                    <a:pt x="1368843" y="3116972"/>
                  </a:lnTo>
                  <a:lnTo>
                    <a:pt x="1367987" y="3116972"/>
                  </a:lnTo>
                  <a:lnTo>
                    <a:pt x="1367132" y="3116972"/>
                  </a:lnTo>
                  <a:lnTo>
                    <a:pt x="1366276" y="3116972"/>
                  </a:lnTo>
                  <a:lnTo>
                    <a:pt x="1365421" y="3116972"/>
                  </a:lnTo>
                  <a:lnTo>
                    <a:pt x="1364565" y="3116972"/>
                  </a:lnTo>
                  <a:lnTo>
                    <a:pt x="1363710" y="3116972"/>
                  </a:lnTo>
                  <a:lnTo>
                    <a:pt x="1362854" y="3116972"/>
                  </a:lnTo>
                  <a:lnTo>
                    <a:pt x="1361999" y="3116972"/>
                  </a:lnTo>
                  <a:lnTo>
                    <a:pt x="1361143" y="3116972"/>
                  </a:lnTo>
                  <a:lnTo>
                    <a:pt x="1360288" y="3116972"/>
                  </a:lnTo>
                  <a:lnTo>
                    <a:pt x="1359432" y="3116972"/>
                  </a:lnTo>
                  <a:lnTo>
                    <a:pt x="1358577" y="3116972"/>
                  </a:lnTo>
                  <a:lnTo>
                    <a:pt x="1357721" y="3116972"/>
                  </a:lnTo>
                  <a:lnTo>
                    <a:pt x="1356866" y="3116972"/>
                  </a:lnTo>
                  <a:lnTo>
                    <a:pt x="1356010" y="3116972"/>
                  </a:lnTo>
                  <a:lnTo>
                    <a:pt x="1355155" y="3116972"/>
                  </a:lnTo>
                  <a:lnTo>
                    <a:pt x="1354299" y="3116972"/>
                  </a:lnTo>
                  <a:lnTo>
                    <a:pt x="1353444" y="3116972"/>
                  </a:lnTo>
                  <a:lnTo>
                    <a:pt x="1352588" y="3116972"/>
                  </a:lnTo>
                  <a:lnTo>
                    <a:pt x="1351732" y="3116972"/>
                  </a:lnTo>
                  <a:lnTo>
                    <a:pt x="1350877" y="3116972"/>
                  </a:lnTo>
                  <a:lnTo>
                    <a:pt x="1350021" y="3116972"/>
                  </a:lnTo>
                  <a:lnTo>
                    <a:pt x="1349166" y="3116972"/>
                  </a:lnTo>
                  <a:lnTo>
                    <a:pt x="1348310" y="3116972"/>
                  </a:lnTo>
                  <a:lnTo>
                    <a:pt x="1347455" y="3116972"/>
                  </a:lnTo>
                  <a:lnTo>
                    <a:pt x="1346599" y="3116972"/>
                  </a:lnTo>
                  <a:lnTo>
                    <a:pt x="1345744" y="3116972"/>
                  </a:lnTo>
                  <a:lnTo>
                    <a:pt x="1344888" y="3116972"/>
                  </a:lnTo>
                  <a:lnTo>
                    <a:pt x="1344033" y="3116972"/>
                  </a:lnTo>
                  <a:lnTo>
                    <a:pt x="1343177" y="3116972"/>
                  </a:lnTo>
                  <a:lnTo>
                    <a:pt x="1342322" y="3116972"/>
                  </a:lnTo>
                  <a:lnTo>
                    <a:pt x="1341466" y="3116972"/>
                  </a:lnTo>
                  <a:lnTo>
                    <a:pt x="1340611" y="3116972"/>
                  </a:lnTo>
                  <a:lnTo>
                    <a:pt x="1339755" y="3116972"/>
                  </a:lnTo>
                  <a:lnTo>
                    <a:pt x="1338900" y="3116972"/>
                  </a:lnTo>
                  <a:lnTo>
                    <a:pt x="1338044" y="3116972"/>
                  </a:lnTo>
                  <a:lnTo>
                    <a:pt x="1337189" y="3116972"/>
                  </a:lnTo>
                  <a:lnTo>
                    <a:pt x="1336333" y="3116972"/>
                  </a:lnTo>
                  <a:lnTo>
                    <a:pt x="1335477" y="3116972"/>
                  </a:lnTo>
                  <a:lnTo>
                    <a:pt x="1334622" y="3116972"/>
                  </a:lnTo>
                  <a:lnTo>
                    <a:pt x="1333766" y="3116972"/>
                  </a:lnTo>
                  <a:lnTo>
                    <a:pt x="1332911" y="3116972"/>
                  </a:lnTo>
                  <a:lnTo>
                    <a:pt x="1332055" y="3116972"/>
                  </a:lnTo>
                  <a:lnTo>
                    <a:pt x="1331200" y="3116972"/>
                  </a:lnTo>
                  <a:lnTo>
                    <a:pt x="1330344" y="3116972"/>
                  </a:lnTo>
                  <a:lnTo>
                    <a:pt x="1329489" y="3116972"/>
                  </a:lnTo>
                  <a:lnTo>
                    <a:pt x="1328633" y="3116972"/>
                  </a:lnTo>
                  <a:lnTo>
                    <a:pt x="1327778" y="3116972"/>
                  </a:lnTo>
                  <a:lnTo>
                    <a:pt x="1326922" y="3116972"/>
                  </a:lnTo>
                  <a:lnTo>
                    <a:pt x="1326067" y="3116972"/>
                  </a:lnTo>
                  <a:lnTo>
                    <a:pt x="1325211" y="3116972"/>
                  </a:lnTo>
                  <a:lnTo>
                    <a:pt x="1324356" y="3116972"/>
                  </a:lnTo>
                  <a:lnTo>
                    <a:pt x="1323500" y="3116972"/>
                  </a:lnTo>
                  <a:lnTo>
                    <a:pt x="1322645" y="3116972"/>
                  </a:lnTo>
                  <a:lnTo>
                    <a:pt x="1321789" y="3116972"/>
                  </a:lnTo>
                  <a:lnTo>
                    <a:pt x="1320934" y="3116972"/>
                  </a:lnTo>
                  <a:lnTo>
                    <a:pt x="1320078" y="3116972"/>
                  </a:lnTo>
                  <a:lnTo>
                    <a:pt x="1319222" y="3116972"/>
                  </a:lnTo>
                  <a:lnTo>
                    <a:pt x="1318367" y="3116972"/>
                  </a:lnTo>
                  <a:lnTo>
                    <a:pt x="1317511" y="3116972"/>
                  </a:lnTo>
                  <a:lnTo>
                    <a:pt x="1316656" y="3116972"/>
                  </a:lnTo>
                  <a:lnTo>
                    <a:pt x="1315800" y="3116972"/>
                  </a:lnTo>
                  <a:lnTo>
                    <a:pt x="1314945" y="3116972"/>
                  </a:lnTo>
                  <a:lnTo>
                    <a:pt x="1314089" y="3116972"/>
                  </a:lnTo>
                  <a:lnTo>
                    <a:pt x="1313234" y="3116972"/>
                  </a:lnTo>
                  <a:lnTo>
                    <a:pt x="1312378" y="3116972"/>
                  </a:lnTo>
                  <a:lnTo>
                    <a:pt x="1311523" y="3116972"/>
                  </a:lnTo>
                  <a:lnTo>
                    <a:pt x="1310667" y="3116972"/>
                  </a:lnTo>
                  <a:lnTo>
                    <a:pt x="1309812" y="3116972"/>
                  </a:lnTo>
                  <a:lnTo>
                    <a:pt x="1308956" y="3116972"/>
                  </a:lnTo>
                  <a:lnTo>
                    <a:pt x="1308101" y="3116972"/>
                  </a:lnTo>
                  <a:lnTo>
                    <a:pt x="1307245" y="3116972"/>
                  </a:lnTo>
                  <a:lnTo>
                    <a:pt x="1306390" y="3116972"/>
                  </a:lnTo>
                  <a:lnTo>
                    <a:pt x="1305534" y="3116972"/>
                  </a:lnTo>
                  <a:lnTo>
                    <a:pt x="1304678" y="3116972"/>
                  </a:lnTo>
                  <a:lnTo>
                    <a:pt x="1303823" y="3116972"/>
                  </a:lnTo>
                  <a:lnTo>
                    <a:pt x="1302967" y="3116972"/>
                  </a:lnTo>
                  <a:lnTo>
                    <a:pt x="1302112" y="3116972"/>
                  </a:lnTo>
                  <a:lnTo>
                    <a:pt x="1301256" y="3116972"/>
                  </a:lnTo>
                  <a:lnTo>
                    <a:pt x="1300401" y="3116972"/>
                  </a:lnTo>
                  <a:lnTo>
                    <a:pt x="1299545" y="3116972"/>
                  </a:lnTo>
                  <a:lnTo>
                    <a:pt x="1298690" y="3116972"/>
                  </a:lnTo>
                  <a:lnTo>
                    <a:pt x="1297834" y="3116972"/>
                  </a:lnTo>
                  <a:lnTo>
                    <a:pt x="1296979" y="3116972"/>
                  </a:lnTo>
                  <a:lnTo>
                    <a:pt x="1296123" y="3116972"/>
                  </a:lnTo>
                  <a:lnTo>
                    <a:pt x="1295268" y="3116972"/>
                  </a:lnTo>
                  <a:lnTo>
                    <a:pt x="1294412" y="3116972"/>
                  </a:lnTo>
                  <a:lnTo>
                    <a:pt x="1293557" y="3116972"/>
                  </a:lnTo>
                  <a:lnTo>
                    <a:pt x="1292701" y="3116972"/>
                  </a:lnTo>
                  <a:lnTo>
                    <a:pt x="1291846" y="3116972"/>
                  </a:lnTo>
                  <a:lnTo>
                    <a:pt x="1290990" y="3116972"/>
                  </a:lnTo>
                  <a:lnTo>
                    <a:pt x="1290135" y="3116972"/>
                  </a:lnTo>
                  <a:lnTo>
                    <a:pt x="1289279" y="3116972"/>
                  </a:lnTo>
                  <a:lnTo>
                    <a:pt x="1288423" y="3116972"/>
                  </a:lnTo>
                  <a:lnTo>
                    <a:pt x="1287568" y="3116972"/>
                  </a:lnTo>
                  <a:lnTo>
                    <a:pt x="1286712" y="3116972"/>
                  </a:lnTo>
                  <a:lnTo>
                    <a:pt x="1285857" y="3116972"/>
                  </a:lnTo>
                  <a:lnTo>
                    <a:pt x="1285001" y="3116972"/>
                  </a:lnTo>
                  <a:lnTo>
                    <a:pt x="1284146" y="3116972"/>
                  </a:lnTo>
                  <a:lnTo>
                    <a:pt x="1283290" y="3116972"/>
                  </a:lnTo>
                  <a:lnTo>
                    <a:pt x="1282435" y="3116972"/>
                  </a:lnTo>
                  <a:lnTo>
                    <a:pt x="1281579" y="3116972"/>
                  </a:lnTo>
                  <a:lnTo>
                    <a:pt x="1280724" y="3116972"/>
                  </a:lnTo>
                  <a:lnTo>
                    <a:pt x="1279868" y="3116972"/>
                  </a:lnTo>
                  <a:lnTo>
                    <a:pt x="1279013" y="3116972"/>
                  </a:lnTo>
                  <a:lnTo>
                    <a:pt x="1278157" y="3116972"/>
                  </a:lnTo>
                  <a:lnTo>
                    <a:pt x="1277302" y="3116972"/>
                  </a:lnTo>
                  <a:lnTo>
                    <a:pt x="1276446" y="3116972"/>
                  </a:lnTo>
                  <a:lnTo>
                    <a:pt x="1275591" y="3116972"/>
                  </a:lnTo>
                  <a:lnTo>
                    <a:pt x="1274735" y="3116972"/>
                  </a:lnTo>
                  <a:lnTo>
                    <a:pt x="1273880" y="3116972"/>
                  </a:lnTo>
                  <a:lnTo>
                    <a:pt x="1273024" y="3116972"/>
                  </a:lnTo>
                  <a:lnTo>
                    <a:pt x="1272168" y="3116972"/>
                  </a:lnTo>
                  <a:lnTo>
                    <a:pt x="1271313" y="3116972"/>
                  </a:lnTo>
                  <a:lnTo>
                    <a:pt x="1270457" y="3116972"/>
                  </a:lnTo>
                  <a:lnTo>
                    <a:pt x="1269602" y="3116972"/>
                  </a:lnTo>
                  <a:lnTo>
                    <a:pt x="1268746" y="3116972"/>
                  </a:lnTo>
                  <a:lnTo>
                    <a:pt x="1267891" y="3116972"/>
                  </a:lnTo>
                  <a:lnTo>
                    <a:pt x="1267035" y="3116972"/>
                  </a:lnTo>
                  <a:lnTo>
                    <a:pt x="1266180" y="3116972"/>
                  </a:lnTo>
                  <a:lnTo>
                    <a:pt x="1265324" y="3116972"/>
                  </a:lnTo>
                  <a:lnTo>
                    <a:pt x="1264469" y="3116972"/>
                  </a:lnTo>
                  <a:lnTo>
                    <a:pt x="1263613" y="3116972"/>
                  </a:lnTo>
                  <a:lnTo>
                    <a:pt x="1262758" y="3116972"/>
                  </a:lnTo>
                  <a:lnTo>
                    <a:pt x="1261902" y="3116972"/>
                  </a:lnTo>
                  <a:lnTo>
                    <a:pt x="1261047" y="3116972"/>
                  </a:lnTo>
                  <a:lnTo>
                    <a:pt x="1260191" y="3116972"/>
                  </a:lnTo>
                  <a:lnTo>
                    <a:pt x="1259336" y="3116972"/>
                  </a:lnTo>
                  <a:lnTo>
                    <a:pt x="1258480" y="3116972"/>
                  </a:lnTo>
                  <a:lnTo>
                    <a:pt x="1257624" y="3116972"/>
                  </a:lnTo>
                  <a:lnTo>
                    <a:pt x="1256769" y="3116972"/>
                  </a:lnTo>
                  <a:lnTo>
                    <a:pt x="1255913" y="3116972"/>
                  </a:lnTo>
                  <a:lnTo>
                    <a:pt x="1255058" y="3116972"/>
                  </a:lnTo>
                  <a:lnTo>
                    <a:pt x="1254202" y="3116972"/>
                  </a:lnTo>
                  <a:lnTo>
                    <a:pt x="1253347" y="3116972"/>
                  </a:lnTo>
                  <a:lnTo>
                    <a:pt x="1252491" y="3116972"/>
                  </a:lnTo>
                  <a:lnTo>
                    <a:pt x="1251636" y="3116972"/>
                  </a:lnTo>
                  <a:lnTo>
                    <a:pt x="1250780" y="3116972"/>
                  </a:lnTo>
                  <a:lnTo>
                    <a:pt x="1249925" y="3116972"/>
                  </a:lnTo>
                  <a:lnTo>
                    <a:pt x="1249069" y="3116972"/>
                  </a:lnTo>
                  <a:lnTo>
                    <a:pt x="1248214" y="3116972"/>
                  </a:lnTo>
                  <a:lnTo>
                    <a:pt x="1247358" y="3116972"/>
                  </a:lnTo>
                  <a:lnTo>
                    <a:pt x="1246503" y="3116972"/>
                  </a:lnTo>
                  <a:lnTo>
                    <a:pt x="1245647" y="3116972"/>
                  </a:lnTo>
                  <a:lnTo>
                    <a:pt x="1244792" y="3116972"/>
                  </a:lnTo>
                  <a:lnTo>
                    <a:pt x="1243936" y="3116972"/>
                  </a:lnTo>
                  <a:lnTo>
                    <a:pt x="1243081" y="3116972"/>
                  </a:lnTo>
                  <a:lnTo>
                    <a:pt x="1242225" y="3116972"/>
                  </a:lnTo>
                  <a:lnTo>
                    <a:pt x="1241369" y="3116972"/>
                  </a:lnTo>
                  <a:lnTo>
                    <a:pt x="1240514" y="3116972"/>
                  </a:lnTo>
                  <a:lnTo>
                    <a:pt x="1239658" y="3116972"/>
                  </a:lnTo>
                  <a:lnTo>
                    <a:pt x="1238803" y="3116972"/>
                  </a:lnTo>
                  <a:lnTo>
                    <a:pt x="1237947" y="3116972"/>
                  </a:lnTo>
                  <a:lnTo>
                    <a:pt x="1237092" y="3116972"/>
                  </a:lnTo>
                  <a:lnTo>
                    <a:pt x="1236236" y="3116972"/>
                  </a:lnTo>
                  <a:lnTo>
                    <a:pt x="1235381" y="3116972"/>
                  </a:lnTo>
                  <a:lnTo>
                    <a:pt x="1234525" y="3116972"/>
                  </a:lnTo>
                  <a:lnTo>
                    <a:pt x="1233670" y="3116972"/>
                  </a:lnTo>
                  <a:lnTo>
                    <a:pt x="1232814" y="3116972"/>
                  </a:lnTo>
                  <a:lnTo>
                    <a:pt x="1231959" y="3116972"/>
                  </a:lnTo>
                  <a:lnTo>
                    <a:pt x="1231103" y="3116972"/>
                  </a:lnTo>
                  <a:lnTo>
                    <a:pt x="1230248" y="3116972"/>
                  </a:lnTo>
                  <a:lnTo>
                    <a:pt x="1229392" y="3116972"/>
                  </a:lnTo>
                  <a:lnTo>
                    <a:pt x="1228537" y="3116972"/>
                  </a:lnTo>
                  <a:lnTo>
                    <a:pt x="1227681" y="3116972"/>
                  </a:lnTo>
                  <a:lnTo>
                    <a:pt x="1226826" y="3116972"/>
                  </a:lnTo>
                  <a:lnTo>
                    <a:pt x="1225970" y="3116972"/>
                  </a:lnTo>
                  <a:lnTo>
                    <a:pt x="1225114" y="3116972"/>
                  </a:lnTo>
                  <a:lnTo>
                    <a:pt x="1224259" y="3116972"/>
                  </a:lnTo>
                  <a:lnTo>
                    <a:pt x="1223403" y="3116972"/>
                  </a:lnTo>
                  <a:lnTo>
                    <a:pt x="1222548" y="3116972"/>
                  </a:lnTo>
                  <a:lnTo>
                    <a:pt x="1221692" y="3116972"/>
                  </a:lnTo>
                  <a:lnTo>
                    <a:pt x="1220837" y="3116972"/>
                  </a:lnTo>
                  <a:lnTo>
                    <a:pt x="1219981" y="3116972"/>
                  </a:lnTo>
                  <a:lnTo>
                    <a:pt x="1219126" y="3116972"/>
                  </a:lnTo>
                  <a:lnTo>
                    <a:pt x="1218270" y="3116972"/>
                  </a:lnTo>
                  <a:lnTo>
                    <a:pt x="1217415" y="3116972"/>
                  </a:lnTo>
                  <a:lnTo>
                    <a:pt x="1216559" y="3116972"/>
                  </a:lnTo>
                  <a:lnTo>
                    <a:pt x="1215704" y="3116972"/>
                  </a:lnTo>
                  <a:lnTo>
                    <a:pt x="1214848" y="3116972"/>
                  </a:lnTo>
                  <a:lnTo>
                    <a:pt x="1213993" y="3116972"/>
                  </a:lnTo>
                  <a:lnTo>
                    <a:pt x="1213137" y="3116972"/>
                  </a:lnTo>
                  <a:lnTo>
                    <a:pt x="1212282" y="3116972"/>
                  </a:lnTo>
                  <a:lnTo>
                    <a:pt x="1211426" y="3116972"/>
                  </a:lnTo>
                  <a:lnTo>
                    <a:pt x="1210570" y="3116972"/>
                  </a:lnTo>
                  <a:lnTo>
                    <a:pt x="1209715" y="3116972"/>
                  </a:lnTo>
                  <a:lnTo>
                    <a:pt x="1208859" y="3116972"/>
                  </a:lnTo>
                  <a:lnTo>
                    <a:pt x="1208004" y="3116972"/>
                  </a:lnTo>
                  <a:lnTo>
                    <a:pt x="1207148" y="3116972"/>
                  </a:lnTo>
                  <a:lnTo>
                    <a:pt x="1206293" y="3116972"/>
                  </a:lnTo>
                  <a:lnTo>
                    <a:pt x="1205437" y="3116972"/>
                  </a:lnTo>
                  <a:lnTo>
                    <a:pt x="1204582" y="3116972"/>
                  </a:lnTo>
                  <a:lnTo>
                    <a:pt x="1203726" y="3116972"/>
                  </a:lnTo>
                  <a:lnTo>
                    <a:pt x="1202871" y="3116972"/>
                  </a:lnTo>
                  <a:lnTo>
                    <a:pt x="1202015" y="3116972"/>
                  </a:lnTo>
                  <a:lnTo>
                    <a:pt x="1201160" y="3116972"/>
                  </a:lnTo>
                  <a:lnTo>
                    <a:pt x="1200304" y="3116972"/>
                  </a:lnTo>
                  <a:lnTo>
                    <a:pt x="1199449" y="3116972"/>
                  </a:lnTo>
                  <a:lnTo>
                    <a:pt x="1198593" y="3116972"/>
                  </a:lnTo>
                  <a:lnTo>
                    <a:pt x="1197738" y="3116972"/>
                  </a:lnTo>
                  <a:lnTo>
                    <a:pt x="1196882" y="3116972"/>
                  </a:lnTo>
                  <a:lnTo>
                    <a:pt x="1196027" y="3116972"/>
                  </a:lnTo>
                  <a:lnTo>
                    <a:pt x="1195171" y="3116972"/>
                  </a:lnTo>
                  <a:lnTo>
                    <a:pt x="1194315" y="3116972"/>
                  </a:lnTo>
                  <a:lnTo>
                    <a:pt x="1193460" y="3116972"/>
                  </a:lnTo>
                  <a:lnTo>
                    <a:pt x="1192604" y="3116972"/>
                  </a:lnTo>
                  <a:lnTo>
                    <a:pt x="1191749" y="3116972"/>
                  </a:lnTo>
                  <a:lnTo>
                    <a:pt x="1190893" y="3116972"/>
                  </a:lnTo>
                  <a:lnTo>
                    <a:pt x="1190038" y="3116972"/>
                  </a:lnTo>
                  <a:lnTo>
                    <a:pt x="1189182" y="3116972"/>
                  </a:lnTo>
                  <a:lnTo>
                    <a:pt x="1188327" y="3116972"/>
                  </a:lnTo>
                  <a:lnTo>
                    <a:pt x="1187471" y="3116972"/>
                  </a:lnTo>
                  <a:lnTo>
                    <a:pt x="1186616" y="3116972"/>
                  </a:lnTo>
                  <a:lnTo>
                    <a:pt x="1185760" y="3116972"/>
                  </a:lnTo>
                  <a:lnTo>
                    <a:pt x="1184905" y="3116972"/>
                  </a:lnTo>
                  <a:lnTo>
                    <a:pt x="1184049" y="3116972"/>
                  </a:lnTo>
                  <a:lnTo>
                    <a:pt x="1183194" y="3116972"/>
                  </a:lnTo>
                  <a:lnTo>
                    <a:pt x="1182338" y="3116972"/>
                  </a:lnTo>
                  <a:lnTo>
                    <a:pt x="1181483" y="3116972"/>
                  </a:lnTo>
                  <a:lnTo>
                    <a:pt x="1180627" y="3116972"/>
                  </a:lnTo>
                  <a:lnTo>
                    <a:pt x="1179772" y="3116972"/>
                  </a:lnTo>
                  <a:lnTo>
                    <a:pt x="1178916" y="3116972"/>
                  </a:lnTo>
                  <a:lnTo>
                    <a:pt x="1178060" y="3116972"/>
                  </a:lnTo>
                  <a:lnTo>
                    <a:pt x="1177205" y="3116972"/>
                  </a:lnTo>
                  <a:lnTo>
                    <a:pt x="1176349" y="3116972"/>
                  </a:lnTo>
                  <a:lnTo>
                    <a:pt x="1175494" y="3116972"/>
                  </a:lnTo>
                  <a:lnTo>
                    <a:pt x="1174638" y="3116972"/>
                  </a:lnTo>
                  <a:lnTo>
                    <a:pt x="1173783" y="3116972"/>
                  </a:lnTo>
                  <a:lnTo>
                    <a:pt x="1172927" y="3116972"/>
                  </a:lnTo>
                  <a:lnTo>
                    <a:pt x="1172072" y="3116972"/>
                  </a:lnTo>
                  <a:lnTo>
                    <a:pt x="1171216" y="3116972"/>
                  </a:lnTo>
                  <a:lnTo>
                    <a:pt x="1170361" y="3116972"/>
                  </a:lnTo>
                  <a:lnTo>
                    <a:pt x="1169505" y="3116972"/>
                  </a:lnTo>
                  <a:lnTo>
                    <a:pt x="1168650" y="3116972"/>
                  </a:lnTo>
                  <a:lnTo>
                    <a:pt x="1167794" y="3116972"/>
                  </a:lnTo>
                  <a:lnTo>
                    <a:pt x="1166939" y="3116972"/>
                  </a:lnTo>
                  <a:lnTo>
                    <a:pt x="1166083" y="3116972"/>
                  </a:lnTo>
                  <a:lnTo>
                    <a:pt x="1165228" y="3116972"/>
                  </a:lnTo>
                  <a:lnTo>
                    <a:pt x="1164372" y="3116972"/>
                  </a:lnTo>
                  <a:lnTo>
                    <a:pt x="1163516" y="3116972"/>
                  </a:lnTo>
                  <a:lnTo>
                    <a:pt x="1162661" y="3116972"/>
                  </a:lnTo>
                  <a:lnTo>
                    <a:pt x="1161805" y="3116972"/>
                  </a:lnTo>
                  <a:lnTo>
                    <a:pt x="1160950" y="3116972"/>
                  </a:lnTo>
                  <a:lnTo>
                    <a:pt x="1160094" y="3116972"/>
                  </a:lnTo>
                  <a:lnTo>
                    <a:pt x="1159239" y="3116972"/>
                  </a:lnTo>
                  <a:lnTo>
                    <a:pt x="1158383" y="3116972"/>
                  </a:lnTo>
                  <a:lnTo>
                    <a:pt x="1157528" y="3116972"/>
                  </a:lnTo>
                  <a:lnTo>
                    <a:pt x="1156672" y="3116972"/>
                  </a:lnTo>
                  <a:lnTo>
                    <a:pt x="1155817" y="3116972"/>
                  </a:lnTo>
                  <a:lnTo>
                    <a:pt x="1154961" y="3116972"/>
                  </a:lnTo>
                  <a:lnTo>
                    <a:pt x="1154106" y="3116972"/>
                  </a:lnTo>
                  <a:lnTo>
                    <a:pt x="1153250" y="3116972"/>
                  </a:lnTo>
                  <a:lnTo>
                    <a:pt x="1152395" y="3116972"/>
                  </a:lnTo>
                  <a:lnTo>
                    <a:pt x="1151539" y="3116972"/>
                  </a:lnTo>
                  <a:lnTo>
                    <a:pt x="1150684" y="3116972"/>
                  </a:lnTo>
                  <a:lnTo>
                    <a:pt x="1149828" y="3116972"/>
                  </a:lnTo>
                  <a:lnTo>
                    <a:pt x="1148973" y="3116972"/>
                  </a:lnTo>
                  <a:lnTo>
                    <a:pt x="1148117" y="3116972"/>
                  </a:lnTo>
                  <a:lnTo>
                    <a:pt x="1147261" y="3116972"/>
                  </a:lnTo>
                  <a:lnTo>
                    <a:pt x="1146406" y="3116972"/>
                  </a:lnTo>
                  <a:lnTo>
                    <a:pt x="1145550" y="3116972"/>
                  </a:lnTo>
                  <a:lnTo>
                    <a:pt x="1144695" y="3116972"/>
                  </a:lnTo>
                  <a:lnTo>
                    <a:pt x="1143839" y="3116972"/>
                  </a:lnTo>
                  <a:lnTo>
                    <a:pt x="1142984" y="3116972"/>
                  </a:lnTo>
                  <a:lnTo>
                    <a:pt x="1142128" y="3116972"/>
                  </a:lnTo>
                  <a:lnTo>
                    <a:pt x="1141273" y="3116972"/>
                  </a:lnTo>
                  <a:lnTo>
                    <a:pt x="1140417" y="3116972"/>
                  </a:lnTo>
                  <a:lnTo>
                    <a:pt x="1139562" y="3116972"/>
                  </a:lnTo>
                  <a:lnTo>
                    <a:pt x="1138706" y="3116972"/>
                  </a:lnTo>
                  <a:lnTo>
                    <a:pt x="1137851" y="3116972"/>
                  </a:lnTo>
                  <a:lnTo>
                    <a:pt x="1136995" y="3116972"/>
                  </a:lnTo>
                  <a:lnTo>
                    <a:pt x="1136140" y="3116972"/>
                  </a:lnTo>
                  <a:lnTo>
                    <a:pt x="1135284" y="3116972"/>
                  </a:lnTo>
                  <a:lnTo>
                    <a:pt x="1134429" y="3116972"/>
                  </a:lnTo>
                  <a:lnTo>
                    <a:pt x="1133573" y="3116972"/>
                  </a:lnTo>
                  <a:lnTo>
                    <a:pt x="1132718" y="3116972"/>
                  </a:lnTo>
                  <a:lnTo>
                    <a:pt x="1131862" y="3116972"/>
                  </a:lnTo>
                  <a:lnTo>
                    <a:pt x="1131006" y="3116972"/>
                  </a:lnTo>
                  <a:lnTo>
                    <a:pt x="1130151" y="3116972"/>
                  </a:lnTo>
                  <a:lnTo>
                    <a:pt x="1129295" y="3116972"/>
                  </a:lnTo>
                  <a:lnTo>
                    <a:pt x="1128440" y="3116972"/>
                  </a:lnTo>
                  <a:lnTo>
                    <a:pt x="1127584" y="3116972"/>
                  </a:lnTo>
                  <a:lnTo>
                    <a:pt x="1126729" y="3116972"/>
                  </a:lnTo>
                  <a:lnTo>
                    <a:pt x="1125873" y="3116972"/>
                  </a:lnTo>
                  <a:lnTo>
                    <a:pt x="1125018" y="3116972"/>
                  </a:lnTo>
                  <a:lnTo>
                    <a:pt x="1124162" y="3116972"/>
                  </a:lnTo>
                  <a:lnTo>
                    <a:pt x="1123307" y="3116972"/>
                  </a:lnTo>
                  <a:lnTo>
                    <a:pt x="1122451" y="3116972"/>
                  </a:lnTo>
                  <a:lnTo>
                    <a:pt x="1121596" y="3116972"/>
                  </a:lnTo>
                  <a:lnTo>
                    <a:pt x="1120740" y="3116972"/>
                  </a:lnTo>
                  <a:lnTo>
                    <a:pt x="1119885" y="3116972"/>
                  </a:lnTo>
                  <a:lnTo>
                    <a:pt x="1119029" y="3116972"/>
                  </a:lnTo>
                  <a:lnTo>
                    <a:pt x="1118174" y="3116972"/>
                  </a:lnTo>
                  <a:lnTo>
                    <a:pt x="1117318" y="3116972"/>
                  </a:lnTo>
                  <a:lnTo>
                    <a:pt x="1116462" y="3116972"/>
                  </a:lnTo>
                  <a:lnTo>
                    <a:pt x="1115607" y="3116972"/>
                  </a:lnTo>
                  <a:lnTo>
                    <a:pt x="1114751" y="3116972"/>
                  </a:lnTo>
                  <a:lnTo>
                    <a:pt x="1113896" y="3116972"/>
                  </a:lnTo>
                  <a:lnTo>
                    <a:pt x="1113040" y="3116972"/>
                  </a:lnTo>
                  <a:lnTo>
                    <a:pt x="1112185" y="3116972"/>
                  </a:lnTo>
                  <a:lnTo>
                    <a:pt x="1111329" y="3116972"/>
                  </a:lnTo>
                  <a:lnTo>
                    <a:pt x="1110474" y="3116972"/>
                  </a:lnTo>
                  <a:lnTo>
                    <a:pt x="1109618" y="3116972"/>
                  </a:lnTo>
                  <a:lnTo>
                    <a:pt x="1108763" y="3116972"/>
                  </a:lnTo>
                  <a:lnTo>
                    <a:pt x="1107907" y="3116972"/>
                  </a:lnTo>
                  <a:lnTo>
                    <a:pt x="1107052" y="3116972"/>
                  </a:lnTo>
                  <a:lnTo>
                    <a:pt x="1106196" y="3116972"/>
                  </a:lnTo>
                  <a:lnTo>
                    <a:pt x="1105341" y="3116972"/>
                  </a:lnTo>
                  <a:lnTo>
                    <a:pt x="1104485" y="3116972"/>
                  </a:lnTo>
                  <a:lnTo>
                    <a:pt x="1103630" y="3116972"/>
                  </a:lnTo>
                  <a:lnTo>
                    <a:pt x="1102774" y="3116972"/>
                  </a:lnTo>
                  <a:lnTo>
                    <a:pt x="1101919" y="3116972"/>
                  </a:lnTo>
                  <a:lnTo>
                    <a:pt x="1101063" y="3116972"/>
                  </a:lnTo>
                  <a:lnTo>
                    <a:pt x="1100207" y="3116972"/>
                  </a:lnTo>
                  <a:lnTo>
                    <a:pt x="1099352" y="3116972"/>
                  </a:lnTo>
                  <a:lnTo>
                    <a:pt x="1098496" y="3116972"/>
                  </a:lnTo>
                  <a:lnTo>
                    <a:pt x="1097641" y="3116972"/>
                  </a:lnTo>
                  <a:lnTo>
                    <a:pt x="1096785" y="3116972"/>
                  </a:lnTo>
                  <a:lnTo>
                    <a:pt x="1095930" y="3116972"/>
                  </a:lnTo>
                  <a:lnTo>
                    <a:pt x="1095074" y="3116972"/>
                  </a:lnTo>
                  <a:lnTo>
                    <a:pt x="1094219" y="3116972"/>
                  </a:lnTo>
                  <a:lnTo>
                    <a:pt x="1093363" y="3116972"/>
                  </a:lnTo>
                  <a:lnTo>
                    <a:pt x="1092508" y="3116972"/>
                  </a:lnTo>
                  <a:lnTo>
                    <a:pt x="1091652" y="3116972"/>
                  </a:lnTo>
                  <a:lnTo>
                    <a:pt x="1090797" y="3116972"/>
                  </a:lnTo>
                  <a:lnTo>
                    <a:pt x="1089941" y="3116972"/>
                  </a:lnTo>
                  <a:lnTo>
                    <a:pt x="1089086" y="3116972"/>
                  </a:lnTo>
                  <a:lnTo>
                    <a:pt x="1088230" y="3116972"/>
                  </a:lnTo>
                  <a:lnTo>
                    <a:pt x="1087375" y="3116972"/>
                  </a:lnTo>
                  <a:lnTo>
                    <a:pt x="1086519" y="3116972"/>
                  </a:lnTo>
                  <a:lnTo>
                    <a:pt x="1085664" y="3116972"/>
                  </a:lnTo>
                  <a:lnTo>
                    <a:pt x="1084808" y="3116972"/>
                  </a:lnTo>
                  <a:lnTo>
                    <a:pt x="1083952" y="3116972"/>
                  </a:lnTo>
                  <a:lnTo>
                    <a:pt x="1083097" y="3116972"/>
                  </a:lnTo>
                  <a:lnTo>
                    <a:pt x="1082241" y="3116972"/>
                  </a:lnTo>
                  <a:lnTo>
                    <a:pt x="1081386" y="3116972"/>
                  </a:lnTo>
                  <a:lnTo>
                    <a:pt x="1080530" y="3116972"/>
                  </a:lnTo>
                  <a:lnTo>
                    <a:pt x="1079675" y="3116972"/>
                  </a:lnTo>
                  <a:lnTo>
                    <a:pt x="1078819" y="3116972"/>
                  </a:lnTo>
                  <a:lnTo>
                    <a:pt x="1077964" y="3116972"/>
                  </a:lnTo>
                  <a:lnTo>
                    <a:pt x="1077108" y="3116972"/>
                  </a:lnTo>
                  <a:lnTo>
                    <a:pt x="1076253" y="3116972"/>
                  </a:lnTo>
                  <a:lnTo>
                    <a:pt x="1075397" y="3116972"/>
                  </a:lnTo>
                  <a:lnTo>
                    <a:pt x="1074542" y="3116972"/>
                  </a:lnTo>
                  <a:lnTo>
                    <a:pt x="1073686" y="3116972"/>
                  </a:lnTo>
                  <a:lnTo>
                    <a:pt x="1072831" y="3116972"/>
                  </a:lnTo>
                  <a:lnTo>
                    <a:pt x="1071975" y="3116972"/>
                  </a:lnTo>
                  <a:lnTo>
                    <a:pt x="1071120" y="3116972"/>
                  </a:lnTo>
                  <a:lnTo>
                    <a:pt x="1070264" y="3116972"/>
                  </a:lnTo>
                  <a:lnTo>
                    <a:pt x="1069409" y="3116972"/>
                  </a:lnTo>
                  <a:lnTo>
                    <a:pt x="1068553" y="3116972"/>
                  </a:lnTo>
                  <a:lnTo>
                    <a:pt x="1067697" y="3116972"/>
                  </a:lnTo>
                  <a:lnTo>
                    <a:pt x="1066842" y="3116972"/>
                  </a:lnTo>
                  <a:lnTo>
                    <a:pt x="1065986" y="3116972"/>
                  </a:lnTo>
                  <a:lnTo>
                    <a:pt x="1065131" y="3116972"/>
                  </a:lnTo>
                  <a:lnTo>
                    <a:pt x="1064275" y="3116972"/>
                  </a:lnTo>
                  <a:lnTo>
                    <a:pt x="1063420" y="3116972"/>
                  </a:lnTo>
                  <a:lnTo>
                    <a:pt x="1062564" y="3116972"/>
                  </a:lnTo>
                  <a:lnTo>
                    <a:pt x="1061709" y="3116972"/>
                  </a:lnTo>
                  <a:lnTo>
                    <a:pt x="1060853" y="3116972"/>
                  </a:lnTo>
                  <a:lnTo>
                    <a:pt x="1059998" y="3116972"/>
                  </a:lnTo>
                  <a:lnTo>
                    <a:pt x="1059142" y="3116972"/>
                  </a:lnTo>
                  <a:lnTo>
                    <a:pt x="1058287" y="3116972"/>
                  </a:lnTo>
                  <a:lnTo>
                    <a:pt x="1057431" y="3116972"/>
                  </a:lnTo>
                  <a:lnTo>
                    <a:pt x="1056576" y="3116972"/>
                  </a:lnTo>
                  <a:lnTo>
                    <a:pt x="1055720" y="3116972"/>
                  </a:lnTo>
                  <a:lnTo>
                    <a:pt x="1054865" y="3116972"/>
                  </a:lnTo>
                  <a:lnTo>
                    <a:pt x="1054009" y="3116972"/>
                  </a:lnTo>
                  <a:lnTo>
                    <a:pt x="1053153" y="3116972"/>
                  </a:lnTo>
                  <a:lnTo>
                    <a:pt x="1052298" y="3116972"/>
                  </a:lnTo>
                  <a:lnTo>
                    <a:pt x="1051442" y="3116972"/>
                  </a:lnTo>
                  <a:lnTo>
                    <a:pt x="1050587" y="3116972"/>
                  </a:lnTo>
                  <a:lnTo>
                    <a:pt x="1049731" y="3116972"/>
                  </a:lnTo>
                  <a:lnTo>
                    <a:pt x="1048876" y="3116972"/>
                  </a:lnTo>
                  <a:lnTo>
                    <a:pt x="1048020" y="3116972"/>
                  </a:lnTo>
                  <a:lnTo>
                    <a:pt x="1047165" y="3116972"/>
                  </a:lnTo>
                  <a:lnTo>
                    <a:pt x="1046309" y="3116972"/>
                  </a:lnTo>
                  <a:lnTo>
                    <a:pt x="1045454" y="3116972"/>
                  </a:lnTo>
                  <a:lnTo>
                    <a:pt x="1044598" y="3116972"/>
                  </a:lnTo>
                  <a:lnTo>
                    <a:pt x="1043743" y="3116972"/>
                  </a:lnTo>
                  <a:lnTo>
                    <a:pt x="1042887" y="3116972"/>
                  </a:lnTo>
                  <a:lnTo>
                    <a:pt x="1042032" y="3116972"/>
                  </a:lnTo>
                  <a:lnTo>
                    <a:pt x="1041176" y="3116972"/>
                  </a:lnTo>
                  <a:lnTo>
                    <a:pt x="1040321" y="3116972"/>
                  </a:lnTo>
                  <a:lnTo>
                    <a:pt x="1039465" y="3116972"/>
                  </a:lnTo>
                  <a:lnTo>
                    <a:pt x="1038610" y="3116972"/>
                  </a:lnTo>
                  <a:lnTo>
                    <a:pt x="1037754" y="3116972"/>
                  </a:lnTo>
                  <a:lnTo>
                    <a:pt x="1036898" y="3116972"/>
                  </a:lnTo>
                  <a:lnTo>
                    <a:pt x="1036043" y="3116972"/>
                  </a:lnTo>
                  <a:lnTo>
                    <a:pt x="1035187" y="3116972"/>
                  </a:lnTo>
                  <a:lnTo>
                    <a:pt x="1034332" y="3116972"/>
                  </a:lnTo>
                  <a:lnTo>
                    <a:pt x="1033476" y="3116972"/>
                  </a:lnTo>
                  <a:lnTo>
                    <a:pt x="1032621" y="3116972"/>
                  </a:lnTo>
                  <a:lnTo>
                    <a:pt x="1031765" y="3116972"/>
                  </a:lnTo>
                  <a:lnTo>
                    <a:pt x="1030910" y="3116972"/>
                  </a:lnTo>
                  <a:lnTo>
                    <a:pt x="1030054" y="3116972"/>
                  </a:lnTo>
                  <a:lnTo>
                    <a:pt x="1029199" y="3116972"/>
                  </a:lnTo>
                  <a:lnTo>
                    <a:pt x="1028343" y="3116972"/>
                  </a:lnTo>
                  <a:lnTo>
                    <a:pt x="1027488" y="3116972"/>
                  </a:lnTo>
                  <a:lnTo>
                    <a:pt x="1026632" y="3116972"/>
                  </a:lnTo>
                  <a:lnTo>
                    <a:pt x="1025777" y="3116972"/>
                  </a:lnTo>
                  <a:lnTo>
                    <a:pt x="1024921" y="3116972"/>
                  </a:lnTo>
                  <a:lnTo>
                    <a:pt x="1024066" y="3116972"/>
                  </a:lnTo>
                  <a:lnTo>
                    <a:pt x="1023210" y="3116972"/>
                  </a:lnTo>
                  <a:lnTo>
                    <a:pt x="1022355" y="3116972"/>
                  </a:lnTo>
                  <a:lnTo>
                    <a:pt x="1021499" y="3116972"/>
                  </a:lnTo>
                  <a:lnTo>
                    <a:pt x="1020643" y="3116972"/>
                  </a:lnTo>
                  <a:lnTo>
                    <a:pt x="1019788" y="3116972"/>
                  </a:lnTo>
                  <a:lnTo>
                    <a:pt x="1018932" y="3116972"/>
                  </a:lnTo>
                  <a:lnTo>
                    <a:pt x="1018077" y="3116972"/>
                  </a:lnTo>
                  <a:lnTo>
                    <a:pt x="1017221" y="3116972"/>
                  </a:lnTo>
                  <a:lnTo>
                    <a:pt x="1016366" y="3116972"/>
                  </a:lnTo>
                  <a:lnTo>
                    <a:pt x="1015510" y="3116972"/>
                  </a:lnTo>
                  <a:lnTo>
                    <a:pt x="1014655" y="3116972"/>
                  </a:lnTo>
                  <a:lnTo>
                    <a:pt x="1013799" y="3116972"/>
                  </a:lnTo>
                  <a:lnTo>
                    <a:pt x="1012944" y="3116972"/>
                  </a:lnTo>
                  <a:lnTo>
                    <a:pt x="1012088" y="3116972"/>
                  </a:lnTo>
                  <a:lnTo>
                    <a:pt x="1011233" y="3116972"/>
                  </a:lnTo>
                  <a:lnTo>
                    <a:pt x="1010377" y="3116972"/>
                  </a:lnTo>
                  <a:lnTo>
                    <a:pt x="1009522" y="3116972"/>
                  </a:lnTo>
                  <a:lnTo>
                    <a:pt x="1008666" y="3116972"/>
                  </a:lnTo>
                  <a:lnTo>
                    <a:pt x="1007811" y="3116972"/>
                  </a:lnTo>
                  <a:lnTo>
                    <a:pt x="1006955" y="3116972"/>
                  </a:lnTo>
                  <a:lnTo>
                    <a:pt x="1006099" y="3116972"/>
                  </a:lnTo>
                  <a:lnTo>
                    <a:pt x="1005244" y="3116972"/>
                  </a:lnTo>
                  <a:lnTo>
                    <a:pt x="1004388" y="3116972"/>
                  </a:lnTo>
                  <a:lnTo>
                    <a:pt x="1003533" y="3116972"/>
                  </a:lnTo>
                  <a:lnTo>
                    <a:pt x="1002677" y="3116972"/>
                  </a:lnTo>
                  <a:lnTo>
                    <a:pt x="1001822" y="3116972"/>
                  </a:lnTo>
                  <a:lnTo>
                    <a:pt x="1000966" y="3116972"/>
                  </a:lnTo>
                  <a:lnTo>
                    <a:pt x="1000111" y="3116972"/>
                  </a:lnTo>
                  <a:lnTo>
                    <a:pt x="999255" y="3116972"/>
                  </a:lnTo>
                  <a:lnTo>
                    <a:pt x="998400" y="3116972"/>
                  </a:lnTo>
                  <a:lnTo>
                    <a:pt x="997544" y="3116972"/>
                  </a:lnTo>
                  <a:lnTo>
                    <a:pt x="996689" y="3116972"/>
                  </a:lnTo>
                  <a:lnTo>
                    <a:pt x="995833" y="3116972"/>
                  </a:lnTo>
                  <a:lnTo>
                    <a:pt x="994978" y="3116972"/>
                  </a:lnTo>
                  <a:lnTo>
                    <a:pt x="994122" y="3116972"/>
                  </a:lnTo>
                  <a:lnTo>
                    <a:pt x="993267" y="3116972"/>
                  </a:lnTo>
                  <a:lnTo>
                    <a:pt x="992411" y="3116972"/>
                  </a:lnTo>
                  <a:lnTo>
                    <a:pt x="991556" y="3116972"/>
                  </a:lnTo>
                  <a:lnTo>
                    <a:pt x="990700" y="3116972"/>
                  </a:lnTo>
                  <a:lnTo>
                    <a:pt x="989844" y="3116972"/>
                  </a:lnTo>
                  <a:lnTo>
                    <a:pt x="988989" y="3116972"/>
                  </a:lnTo>
                  <a:lnTo>
                    <a:pt x="988133" y="3116972"/>
                  </a:lnTo>
                  <a:lnTo>
                    <a:pt x="987278" y="3116972"/>
                  </a:lnTo>
                  <a:lnTo>
                    <a:pt x="986422" y="3116972"/>
                  </a:lnTo>
                  <a:lnTo>
                    <a:pt x="985567" y="3116972"/>
                  </a:lnTo>
                  <a:lnTo>
                    <a:pt x="984711" y="3116972"/>
                  </a:lnTo>
                  <a:lnTo>
                    <a:pt x="983856" y="3116972"/>
                  </a:lnTo>
                  <a:lnTo>
                    <a:pt x="983000" y="3116972"/>
                  </a:lnTo>
                  <a:lnTo>
                    <a:pt x="982145" y="3116972"/>
                  </a:lnTo>
                  <a:lnTo>
                    <a:pt x="981289" y="3116972"/>
                  </a:lnTo>
                  <a:lnTo>
                    <a:pt x="980434" y="3116972"/>
                  </a:lnTo>
                  <a:lnTo>
                    <a:pt x="979578" y="3116972"/>
                  </a:lnTo>
                  <a:lnTo>
                    <a:pt x="978723" y="3116972"/>
                  </a:lnTo>
                  <a:lnTo>
                    <a:pt x="977867" y="3116972"/>
                  </a:lnTo>
                  <a:lnTo>
                    <a:pt x="977012" y="3116972"/>
                  </a:lnTo>
                  <a:lnTo>
                    <a:pt x="976156" y="3116972"/>
                  </a:lnTo>
                  <a:lnTo>
                    <a:pt x="975301" y="3116972"/>
                  </a:lnTo>
                  <a:lnTo>
                    <a:pt x="974445" y="3116972"/>
                  </a:lnTo>
                  <a:lnTo>
                    <a:pt x="973589" y="3116972"/>
                  </a:lnTo>
                  <a:lnTo>
                    <a:pt x="972734" y="3116972"/>
                  </a:lnTo>
                  <a:lnTo>
                    <a:pt x="971878" y="3116972"/>
                  </a:lnTo>
                  <a:lnTo>
                    <a:pt x="971023" y="3116972"/>
                  </a:lnTo>
                  <a:lnTo>
                    <a:pt x="970167" y="3116972"/>
                  </a:lnTo>
                  <a:lnTo>
                    <a:pt x="969312" y="3116972"/>
                  </a:lnTo>
                  <a:lnTo>
                    <a:pt x="968456" y="3116972"/>
                  </a:lnTo>
                  <a:lnTo>
                    <a:pt x="967601" y="3116972"/>
                  </a:lnTo>
                  <a:lnTo>
                    <a:pt x="966745" y="3116972"/>
                  </a:lnTo>
                  <a:lnTo>
                    <a:pt x="965890" y="3116972"/>
                  </a:lnTo>
                  <a:lnTo>
                    <a:pt x="965034" y="3116972"/>
                  </a:lnTo>
                  <a:lnTo>
                    <a:pt x="964179" y="3116972"/>
                  </a:lnTo>
                  <a:lnTo>
                    <a:pt x="963323" y="3116972"/>
                  </a:lnTo>
                  <a:lnTo>
                    <a:pt x="962468" y="3116972"/>
                  </a:lnTo>
                  <a:lnTo>
                    <a:pt x="961612" y="3116972"/>
                  </a:lnTo>
                  <a:lnTo>
                    <a:pt x="960757" y="3116972"/>
                  </a:lnTo>
                  <a:lnTo>
                    <a:pt x="959901" y="3116972"/>
                  </a:lnTo>
                  <a:lnTo>
                    <a:pt x="959045" y="3116972"/>
                  </a:lnTo>
                  <a:lnTo>
                    <a:pt x="958190" y="3116972"/>
                  </a:lnTo>
                  <a:lnTo>
                    <a:pt x="957334" y="3116972"/>
                  </a:lnTo>
                  <a:lnTo>
                    <a:pt x="956479" y="3116972"/>
                  </a:lnTo>
                  <a:lnTo>
                    <a:pt x="955623" y="3116972"/>
                  </a:lnTo>
                  <a:lnTo>
                    <a:pt x="954768" y="3116972"/>
                  </a:lnTo>
                  <a:lnTo>
                    <a:pt x="953912" y="3116972"/>
                  </a:lnTo>
                  <a:lnTo>
                    <a:pt x="953057" y="3116972"/>
                  </a:lnTo>
                  <a:lnTo>
                    <a:pt x="952201" y="3116972"/>
                  </a:lnTo>
                  <a:lnTo>
                    <a:pt x="951346" y="3116972"/>
                  </a:lnTo>
                  <a:lnTo>
                    <a:pt x="950490" y="3116972"/>
                  </a:lnTo>
                  <a:lnTo>
                    <a:pt x="949635" y="3116972"/>
                  </a:lnTo>
                  <a:lnTo>
                    <a:pt x="948779" y="3116972"/>
                  </a:lnTo>
                  <a:lnTo>
                    <a:pt x="947924" y="3116972"/>
                  </a:lnTo>
                  <a:lnTo>
                    <a:pt x="947068" y="3116972"/>
                  </a:lnTo>
                  <a:lnTo>
                    <a:pt x="946213" y="3116972"/>
                  </a:lnTo>
                  <a:lnTo>
                    <a:pt x="945357" y="3116972"/>
                  </a:lnTo>
                  <a:lnTo>
                    <a:pt x="944502" y="3116972"/>
                  </a:lnTo>
                  <a:lnTo>
                    <a:pt x="943646" y="3116972"/>
                  </a:lnTo>
                  <a:lnTo>
                    <a:pt x="942790" y="3116972"/>
                  </a:lnTo>
                  <a:lnTo>
                    <a:pt x="941935" y="3116972"/>
                  </a:lnTo>
                  <a:lnTo>
                    <a:pt x="941079" y="3116972"/>
                  </a:lnTo>
                  <a:lnTo>
                    <a:pt x="940224" y="3116972"/>
                  </a:lnTo>
                  <a:lnTo>
                    <a:pt x="939368" y="3116972"/>
                  </a:lnTo>
                  <a:lnTo>
                    <a:pt x="938513" y="3116972"/>
                  </a:lnTo>
                  <a:lnTo>
                    <a:pt x="937657" y="3116972"/>
                  </a:lnTo>
                  <a:lnTo>
                    <a:pt x="936802" y="3116972"/>
                  </a:lnTo>
                  <a:lnTo>
                    <a:pt x="935946" y="3116972"/>
                  </a:lnTo>
                  <a:lnTo>
                    <a:pt x="935091" y="3116972"/>
                  </a:lnTo>
                  <a:lnTo>
                    <a:pt x="934235" y="3116972"/>
                  </a:lnTo>
                  <a:lnTo>
                    <a:pt x="933380" y="3116972"/>
                  </a:lnTo>
                  <a:lnTo>
                    <a:pt x="932524" y="3116972"/>
                  </a:lnTo>
                  <a:lnTo>
                    <a:pt x="931669" y="3116972"/>
                  </a:lnTo>
                  <a:lnTo>
                    <a:pt x="930813" y="3116972"/>
                  </a:lnTo>
                  <a:lnTo>
                    <a:pt x="929958" y="3116972"/>
                  </a:lnTo>
                  <a:lnTo>
                    <a:pt x="929102" y="3116972"/>
                  </a:lnTo>
                  <a:lnTo>
                    <a:pt x="928247" y="3116972"/>
                  </a:lnTo>
                  <a:lnTo>
                    <a:pt x="927391" y="3116972"/>
                  </a:lnTo>
                  <a:lnTo>
                    <a:pt x="926535" y="3116972"/>
                  </a:lnTo>
                  <a:lnTo>
                    <a:pt x="925680" y="3116972"/>
                  </a:lnTo>
                  <a:lnTo>
                    <a:pt x="924824" y="3116972"/>
                  </a:lnTo>
                  <a:lnTo>
                    <a:pt x="923969" y="3116972"/>
                  </a:lnTo>
                  <a:lnTo>
                    <a:pt x="923113" y="3116972"/>
                  </a:lnTo>
                  <a:lnTo>
                    <a:pt x="922258" y="3116972"/>
                  </a:lnTo>
                  <a:lnTo>
                    <a:pt x="921402" y="3116972"/>
                  </a:lnTo>
                  <a:lnTo>
                    <a:pt x="920547" y="3116972"/>
                  </a:lnTo>
                  <a:lnTo>
                    <a:pt x="919691" y="3116972"/>
                  </a:lnTo>
                  <a:lnTo>
                    <a:pt x="918836" y="3116972"/>
                  </a:lnTo>
                  <a:lnTo>
                    <a:pt x="917980" y="3116972"/>
                  </a:lnTo>
                  <a:lnTo>
                    <a:pt x="917125" y="3116972"/>
                  </a:lnTo>
                  <a:lnTo>
                    <a:pt x="916269" y="3116972"/>
                  </a:lnTo>
                  <a:lnTo>
                    <a:pt x="915414" y="3116972"/>
                  </a:lnTo>
                  <a:lnTo>
                    <a:pt x="914558" y="3116972"/>
                  </a:lnTo>
                  <a:lnTo>
                    <a:pt x="913703" y="3116972"/>
                  </a:lnTo>
                  <a:lnTo>
                    <a:pt x="912847" y="3116972"/>
                  </a:lnTo>
                  <a:lnTo>
                    <a:pt x="911991" y="3116972"/>
                  </a:lnTo>
                  <a:lnTo>
                    <a:pt x="911136" y="3116972"/>
                  </a:lnTo>
                  <a:lnTo>
                    <a:pt x="910280" y="3116972"/>
                  </a:lnTo>
                  <a:lnTo>
                    <a:pt x="909425" y="3116972"/>
                  </a:lnTo>
                  <a:lnTo>
                    <a:pt x="908569" y="3116972"/>
                  </a:lnTo>
                  <a:lnTo>
                    <a:pt x="907714" y="3116972"/>
                  </a:lnTo>
                  <a:lnTo>
                    <a:pt x="906858" y="3116972"/>
                  </a:lnTo>
                  <a:lnTo>
                    <a:pt x="906003" y="3116972"/>
                  </a:lnTo>
                  <a:lnTo>
                    <a:pt x="905147" y="3116972"/>
                  </a:lnTo>
                  <a:lnTo>
                    <a:pt x="904292" y="3116972"/>
                  </a:lnTo>
                  <a:lnTo>
                    <a:pt x="903436" y="3116972"/>
                  </a:lnTo>
                  <a:lnTo>
                    <a:pt x="902581" y="3116972"/>
                  </a:lnTo>
                  <a:lnTo>
                    <a:pt x="901725" y="3116972"/>
                  </a:lnTo>
                  <a:lnTo>
                    <a:pt x="900870" y="3116972"/>
                  </a:lnTo>
                  <a:lnTo>
                    <a:pt x="900014" y="3116972"/>
                  </a:lnTo>
                  <a:lnTo>
                    <a:pt x="899159" y="3116972"/>
                  </a:lnTo>
                  <a:lnTo>
                    <a:pt x="898303" y="3116972"/>
                  </a:lnTo>
                  <a:lnTo>
                    <a:pt x="897448" y="3116972"/>
                  </a:lnTo>
                  <a:lnTo>
                    <a:pt x="896592" y="3116972"/>
                  </a:lnTo>
                  <a:lnTo>
                    <a:pt x="895736" y="3116972"/>
                  </a:lnTo>
                  <a:lnTo>
                    <a:pt x="894881" y="3116972"/>
                  </a:lnTo>
                  <a:lnTo>
                    <a:pt x="894025" y="3116972"/>
                  </a:lnTo>
                  <a:lnTo>
                    <a:pt x="893170" y="3116972"/>
                  </a:lnTo>
                  <a:lnTo>
                    <a:pt x="892314" y="3116972"/>
                  </a:lnTo>
                  <a:lnTo>
                    <a:pt x="891459" y="3116972"/>
                  </a:lnTo>
                  <a:lnTo>
                    <a:pt x="890603" y="3116972"/>
                  </a:lnTo>
                  <a:lnTo>
                    <a:pt x="889748" y="3116972"/>
                  </a:lnTo>
                  <a:lnTo>
                    <a:pt x="888892" y="3116972"/>
                  </a:lnTo>
                  <a:lnTo>
                    <a:pt x="888037" y="3116972"/>
                  </a:lnTo>
                  <a:lnTo>
                    <a:pt x="887181" y="3116972"/>
                  </a:lnTo>
                  <a:lnTo>
                    <a:pt x="886326" y="3116972"/>
                  </a:lnTo>
                  <a:lnTo>
                    <a:pt x="885470" y="3116972"/>
                  </a:lnTo>
                  <a:lnTo>
                    <a:pt x="884615" y="3116972"/>
                  </a:lnTo>
                  <a:lnTo>
                    <a:pt x="883759" y="3116972"/>
                  </a:lnTo>
                  <a:lnTo>
                    <a:pt x="882904" y="3116972"/>
                  </a:lnTo>
                  <a:lnTo>
                    <a:pt x="882048" y="3116972"/>
                  </a:lnTo>
                  <a:lnTo>
                    <a:pt x="881193" y="3116972"/>
                  </a:lnTo>
                  <a:lnTo>
                    <a:pt x="880337" y="3116972"/>
                  </a:lnTo>
                  <a:lnTo>
                    <a:pt x="879481" y="3116972"/>
                  </a:lnTo>
                  <a:lnTo>
                    <a:pt x="878626" y="3116972"/>
                  </a:lnTo>
                  <a:lnTo>
                    <a:pt x="877770" y="3116972"/>
                  </a:lnTo>
                  <a:lnTo>
                    <a:pt x="876915" y="3116972"/>
                  </a:lnTo>
                  <a:lnTo>
                    <a:pt x="876059" y="3116972"/>
                  </a:lnTo>
                  <a:lnTo>
                    <a:pt x="875204" y="3116972"/>
                  </a:lnTo>
                  <a:lnTo>
                    <a:pt x="874348" y="3116972"/>
                  </a:lnTo>
                  <a:lnTo>
                    <a:pt x="873493" y="3116972"/>
                  </a:lnTo>
                  <a:lnTo>
                    <a:pt x="872637" y="3116972"/>
                  </a:lnTo>
                  <a:lnTo>
                    <a:pt x="871782" y="3116972"/>
                  </a:lnTo>
                  <a:lnTo>
                    <a:pt x="870926" y="3116972"/>
                  </a:lnTo>
                  <a:lnTo>
                    <a:pt x="870071" y="3116972"/>
                  </a:lnTo>
                  <a:lnTo>
                    <a:pt x="869215" y="3116972"/>
                  </a:lnTo>
                  <a:lnTo>
                    <a:pt x="868360" y="3116972"/>
                  </a:lnTo>
                  <a:lnTo>
                    <a:pt x="867504" y="3116972"/>
                  </a:lnTo>
                  <a:lnTo>
                    <a:pt x="866649" y="3116972"/>
                  </a:lnTo>
                  <a:lnTo>
                    <a:pt x="865793" y="3116972"/>
                  </a:lnTo>
                  <a:lnTo>
                    <a:pt x="864938" y="3116972"/>
                  </a:lnTo>
                  <a:lnTo>
                    <a:pt x="864082" y="3116972"/>
                  </a:lnTo>
                  <a:lnTo>
                    <a:pt x="863226" y="3116972"/>
                  </a:lnTo>
                  <a:lnTo>
                    <a:pt x="862371" y="3116972"/>
                  </a:lnTo>
                  <a:lnTo>
                    <a:pt x="861515" y="3116972"/>
                  </a:lnTo>
                  <a:lnTo>
                    <a:pt x="860660" y="3116972"/>
                  </a:lnTo>
                  <a:lnTo>
                    <a:pt x="859804" y="3116972"/>
                  </a:lnTo>
                  <a:lnTo>
                    <a:pt x="858949" y="3116972"/>
                  </a:lnTo>
                  <a:lnTo>
                    <a:pt x="858093" y="3116972"/>
                  </a:lnTo>
                  <a:lnTo>
                    <a:pt x="857238" y="3116972"/>
                  </a:lnTo>
                  <a:lnTo>
                    <a:pt x="856382" y="3116972"/>
                  </a:lnTo>
                  <a:lnTo>
                    <a:pt x="855527" y="3116972"/>
                  </a:lnTo>
                  <a:lnTo>
                    <a:pt x="854671" y="3116972"/>
                  </a:lnTo>
                  <a:lnTo>
                    <a:pt x="853816" y="3116972"/>
                  </a:lnTo>
                  <a:lnTo>
                    <a:pt x="852960" y="3116972"/>
                  </a:lnTo>
                  <a:lnTo>
                    <a:pt x="852105" y="3116972"/>
                  </a:lnTo>
                  <a:lnTo>
                    <a:pt x="851249" y="3116972"/>
                  </a:lnTo>
                  <a:lnTo>
                    <a:pt x="850394" y="3116972"/>
                  </a:lnTo>
                  <a:lnTo>
                    <a:pt x="849538" y="3116972"/>
                  </a:lnTo>
                  <a:lnTo>
                    <a:pt x="848682" y="3116972"/>
                  </a:lnTo>
                  <a:lnTo>
                    <a:pt x="847827" y="3116972"/>
                  </a:lnTo>
                  <a:lnTo>
                    <a:pt x="846971" y="3116972"/>
                  </a:lnTo>
                  <a:lnTo>
                    <a:pt x="846116" y="3116972"/>
                  </a:lnTo>
                  <a:lnTo>
                    <a:pt x="845260" y="3116972"/>
                  </a:lnTo>
                  <a:lnTo>
                    <a:pt x="844405" y="3116972"/>
                  </a:lnTo>
                  <a:lnTo>
                    <a:pt x="843549" y="3116972"/>
                  </a:lnTo>
                  <a:lnTo>
                    <a:pt x="842694" y="3116972"/>
                  </a:lnTo>
                  <a:lnTo>
                    <a:pt x="841838" y="3116972"/>
                  </a:lnTo>
                  <a:lnTo>
                    <a:pt x="840983" y="3116972"/>
                  </a:lnTo>
                  <a:lnTo>
                    <a:pt x="840127" y="3116972"/>
                  </a:lnTo>
                  <a:lnTo>
                    <a:pt x="839272" y="3116972"/>
                  </a:lnTo>
                  <a:lnTo>
                    <a:pt x="838416" y="3116972"/>
                  </a:lnTo>
                  <a:lnTo>
                    <a:pt x="837561" y="3116972"/>
                  </a:lnTo>
                  <a:lnTo>
                    <a:pt x="836705" y="3116972"/>
                  </a:lnTo>
                  <a:lnTo>
                    <a:pt x="835850" y="3116972"/>
                  </a:lnTo>
                  <a:lnTo>
                    <a:pt x="834994" y="3116972"/>
                  </a:lnTo>
                  <a:lnTo>
                    <a:pt x="834139" y="3116972"/>
                  </a:lnTo>
                  <a:lnTo>
                    <a:pt x="833283" y="3116972"/>
                  </a:lnTo>
                  <a:lnTo>
                    <a:pt x="832427" y="3116972"/>
                  </a:lnTo>
                  <a:lnTo>
                    <a:pt x="831572" y="3116972"/>
                  </a:lnTo>
                  <a:lnTo>
                    <a:pt x="830716" y="3116972"/>
                  </a:lnTo>
                  <a:lnTo>
                    <a:pt x="829861" y="3116972"/>
                  </a:lnTo>
                  <a:lnTo>
                    <a:pt x="829005" y="3116972"/>
                  </a:lnTo>
                  <a:lnTo>
                    <a:pt x="828150" y="3116972"/>
                  </a:lnTo>
                  <a:lnTo>
                    <a:pt x="827294" y="3116972"/>
                  </a:lnTo>
                  <a:lnTo>
                    <a:pt x="826439" y="3116972"/>
                  </a:lnTo>
                  <a:lnTo>
                    <a:pt x="825583" y="3116972"/>
                  </a:lnTo>
                  <a:lnTo>
                    <a:pt x="824728" y="3116972"/>
                  </a:lnTo>
                  <a:lnTo>
                    <a:pt x="823872" y="3116972"/>
                  </a:lnTo>
                  <a:lnTo>
                    <a:pt x="823017" y="3116972"/>
                  </a:lnTo>
                  <a:lnTo>
                    <a:pt x="822161" y="3116972"/>
                  </a:lnTo>
                  <a:lnTo>
                    <a:pt x="821306" y="3116972"/>
                  </a:lnTo>
                  <a:lnTo>
                    <a:pt x="820450" y="3116972"/>
                  </a:lnTo>
                  <a:lnTo>
                    <a:pt x="819595" y="3116972"/>
                  </a:lnTo>
                  <a:lnTo>
                    <a:pt x="818739" y="3116972"/>
                  </a:lnTo>
                  <a:lnTo>
                    <a:pt x="817884" y="3116972"/>
                  </a:lnTo>
                  <a:lnTo>
                    <a:pt x="817028" y="3116972"/>
                  </a:lnTo>
                  <a:lnTo>
                    <a:pt x="816172" y="3116972"/>
                  </a:lnTo>
                  <a:lnTo>
                    <a:pt x="815317" y="3116972"/>
                  </a:lnTo>
                  <a:lnTo>
                    <a:pt x="814461" y="3116972"/>
                  </a:lnTo>
                  <a:lnTo>
                    <a:pt x="813606" y="3116972"/>
                  </a:lnTo>
                  <a:lnTo>
                    <a:pt x="812750" y="3116972"/>
                  </a:lnTo>
                  <a:lnTo>
                    <a:pt x="811895" y="3116972"/>
                  </a:lnTo>
                  <a:lnTo>
                    <a:pt x="811039" y="3116972"/>
                  </a:lnTo>
                  <a:lnTo>
                    <a:pt x="810184" y="3116972"/>
                  </a:lnTo>
                  <a:lnTo>
                    <a:pt x="809328" y="3116972"/>
                  </a:lnTo>
                  <a:lnTo>
                    <a:pt x="808473" y="3116972"/>
                  </a:lnTo>
                  <a:lnTo>
                    <a:pt x="807617" y="3116972"/>
                  </a:lnTo>
                  <a:lnTo>
                    <a:pt x="806762" y="3116972"/>
                  </a:lnTo>
                  <a:lnTo>
                    <a:pt x="805906" y="3116972"/>
                  </a:lnTo>
                  <a:lnTo>
                    <a:pt x="805051" y="3116972"/>
                  </a:lnTo>
                  <a:lnTo>
                    <a:pt x="804195" y="3116972"/>
                  </a:lnTo>
                  <a:lnTo>
                    <a:pt x="803340" y="3116972"/>
                  </a:lnTo>
                  <a:lnTo>
                    <a:pt x="802484" y="3116972"/>
                  </a:lnTo>
                  <a:lnTo>
                    <a:pt x="801628" y="3116972"/>
                  </a:lnTo>
                  <a:lnTo>
                    <a:pt x="800773" y="3116972"/>
                  </a:lnTo>
                  <a:lnTo>
                    <a:pt x="799917" y="3116972"/>
                  </a:lnTo>
                  <a:lnTo>
                    <a:pt x="799062" y="3116972"/>
                  </a:lnTo>
                  <a:lnTo>
                    <a:pt x="798206" y="3116972"/>
                  </a:lnTo>
                  <a:lnTo>
                    <a:pt x="797351" y="3116972"/>
                  </a:lnTo>
                  <a:lnTo>
                    <a:pt x="796495" y="3116972"/>
                  </a:lnTo>
                  <a:lnTo>
                    <a:pt x="795640" y="3116972"/>
                  </a:lnTo>
                  <a:lnTo>
                    <a:pt x="794784" y="3116972"/>
                  </a:lnTo>
                  <a:lnTo>
                    <a:pt x="793929" y="3116972"/>
                  </a:lnTo>
                  <a:lnTo>
                    <a:pt x="793073" y="3116972"/>
                  </a:lnTo>
                  <a:lnTo>
                    <a:pt x="792218" y="3116972"/>
                  </a:lnTo>
                  <a:lnTo>
                    <a:pt x="791362" y="3116972"/>
                  </a:lnTo>
                  <a:lnTo>
                    <a:pt x="790507" y="3116972"/>
                  </a:lnTo>
                  <a:lnTo>
                    <a:pt x="789651" y="3116972"/>
                  </a:lnTo>
                  <a:lnTo>
                    <a:pt x="788796" y="3116972"/>
                  </a:lnTo>
                  <a:lnTo>
                    <a:pt x="787940" y="3116972"/>
                  </a:lnTo>
                  <a:lnTo>
                    <a:pt x="787085" y="3116972"/>
                  </a:lnTo>
                  <a:lnTo>
                    <a:pt x="786229" y="3116972"/>
                  </a:lnTo>
                  <a:lnTo>
                    <a:pt x="785373" y="3116972"/>
                  </a:lnTo>
                  <a:lnTo>
                    <a:pt x="784518" y="3116972"/>
                  </a:lnTo>
                  <a:lnTo>
                    <a:pt x="783662" y="3116972"/>
                  </a:lnTo>
                  <a:lnTo>
                    <a:pt x="782807" y="3116972"/>
                  </a:lnTo>
                  <a:lnTo>
                    <a:pt x="781951" y="3116972"/>
                  </a:lnTo>
                  <a:lnTo>
                    <a:pt x="781096" y="3116972"/>
                  </a:lnTo>
                  <a:lnTo>
                    <a:pt x="780240" y="3116972"/>
                  </a:lnTo>
                  <a:lnTo>
                    <a:pt x="779385" y="3116972"/>
                  </a:lnTo>
                  <a:lnTo>
                    <a:pt x="778529" y="3116972"/>
                  </a:lnTo>
                  <a:lnTo>
                    <a:pt x="777674" y="3116972"/>
                  </a:lnTo>
                  <a:lnTo>
                    <a:pt x="776818" y="3116972"/>
                  </a:lnTo>
                  <a:lnTo>
                    <a:pt x="775963" y="3116972"/>
                  </a:lnTo>
                  <a:lnTo>
                    <a:pt x="775107" y="3116972"/>
                  </a:lnTo>
                  <a:lnTo>
                    <a:pt x="774252" y="3116972"/>
                  </a:lnTo>
                  <a:lnTo>
                    <a:pt x="773396" y="3116972"/>
                  </a:lnTo>
                  <a:lnTo>
                    <a:pt x="772541" y="3116972"/>
                  </a:lnTo>
                  <a:lnTo>
                    <a:pt x="771685" y="3116972"/>
                  </a:lnTo>
                  <a:lnTo>
                    <a:pt x="770830" y="3116972"/>
                  </a:lnTo>
                  <a:lnTo>
                    <a:pt x="769974" y="3116972"/>
                  </a:lnTo>
                  <a:lnTo>
                    <a:pt x="769118" y="3116972"/>
                  </a:lnTo>
                  <a:lnTo>
                    <a:pt x="768263" y="3116972"/>
                  </a:lnTo>
                  <a:lnTo>
                    <a:pt x="767407" y="3116972"/>
                  </a:lnTo>
                  <a:lnTo>
                    <a:pt x="766552" y="3116972"/>
                  </a:lnTo>
                  <a:lnTo>
                    <a:pt x="765696" y="3116972"/>
                  </a:lnTo>
                  <a:lnTo>
                    <a:pt x="764841" y="3116972"/>
                  </a:lnTo>
                  <a:lnTo>
                    <a:pt x="763985" y="3116972"/>
                  </a:lnTo>
                  <a:lnTo>
                    <a:pt x="763130" y="3116972"/>
                  </a:lnTo>
                  <a:lnTo>
                    <a:pt x="762274" y="3116972"/>
                  </a:lnTo>
                  <a:lnTo>
                    <a:pt x="761419" y="3116972"/>
                  </a:lnTo>
                  <a:lnTo>
                    <a:pt x="760563" y="3116972"/>
                  </a:lnTo>
                  <a:lnTo>
                    <a:pt x="759708" y="3116972"/>
                  </a:lnTo>
                  <a:lnTo>
                    <a:pt x="758852" y="3116972"/>
                  </a:lnTo>
                  <a:lnTo>
                    <a:pt x="757997" y="3116972"/>
                  </a:lnTo>
                  <a:lnTo>
                    <a:pt x="757141" y="3116972"/>
                  </a:lnTo>
                  <a:lnTo>
                    <a:pt x="756286" y="3116972"/>
                  </a:lnTo>
                  <a:lnTo>
                    <a:pt x="755430" y="3116972"/>
                  </a:lnTo>
                  <a:lnTo>
                    <a:pt x="754574" y="3116972"/>
                  </a:lnTo>
                  <a:lnTo>
                    <a:pt x="753719" y="3116972"/>
                  </a:lnTo>
                  <a:lnTo>
                    <a:pt x="752863" y="3116972"/>
                  </a:lnTo>
                  <a:lnTo>
                    <a:pt x="752008" y="3116972"/>
                  </a:lnTo>
                  <a:lnTo>
                    <a:pt x="751152" y="3116972"/>
                  </a:lnTo>
                  <a:lnTo>
                    <a:pt x="750297" y="3116972"/>
                  </a:lnTo>
                  <a:lnTo>
                    <a:pt x="749441" y="3116972"/>
                  </a:lnTo>
                  <a:lnTo>
                    <a:pt x="748586" y="3116972"/>
                  </a:lnTo>
                  <a:lnTo>
                    <a:pt x="747730" y="3116972"/>
                  </a:lnTo>
                  <a:lnTo>
                    <a:pt x="746875" y="3116972"/>
                  </a:lnTo>
                  <a:lnTo>
                    <a:pt x="746019" y="3116972"/>
                  </a:lnTo>
                  <a:lnTo>
                    <a:pt x="745164" y="3116972"/>
                  </a:lnTo>
                  <a:lnTo>
                    <a:pt x="744308" y="3116972"/>
                  </a:lnTo>
                  <a:lnTo>
                    <a:pt x="743453" y="3116972"/>
                  </a:lnTo>
                  <a:lnTo>
                    <a:pt x="742597" y="3116972"/>
                  </a:lnTo>
                  <a:lnTo>
                    <a:pt x="741742" y="3116972"/>
                  </a:lnTo>
                  <a:lnTo>
                    <a:pt x="740886" y="3116972"/>
                  </a:lnTo>
                  <a:lnTo>
                    <a:pt x="740031" y="3116972"/>
                  </a:lnTo>
                  <a:lnTo>
                    <a:pt x="739175" y="3116972"/>
                  </a:lnTo>
                  <a:lnTo>
                    <a:pt x="738319" y="3116972"/>
                  </a:lnTo>
                  <a:lnTo>
                    <a:pt x="737464" y="3116972"/>
                  </a:lnTo>
                  <a:lnTo>
                    <a:pt x="736608" y="3116972"/>
                  </a:lnTo>
                  <a:lnTo>
                    <a:pt x="735753" y="3116972"/>
                  </a:lnTo>
                  <a:lnTo>
                    <a:pt x="734897" y="3116972"/>
                  </a:lnTo>
                  <a:lnTo>
                    <a:pt x="734042" y="3116972"/>
                  </a:lnTo>
                  <a:lnTo>
                    <a:pt x="733186" y="3116972"/>
                  </a:lnTo>
                  <a:lnTo>
                    <a:pt x="732331" y="3116972"/>
                  </a:lnTo>
                  <a:lnTo>
                    <a:pt x="731475" y="3116972"/>
                  </a:lnTo>
                  <a:lnTo>
                    <a:pt x="730620" y="3116972"/>
                  </a:lnTo>
                  <a:lnTo>
                    <a:pt x="729764" y="3116972"/>
                  </a:lnTo>
                  <a:lnTo>
                    <a:pt x="728909" y="3116972"/>
                  </a:lnTo>
                  <a:lnTo>
                    <a:pt x="728053" y="3116972"/>
                  </a:lnTo>
                  <a:lnTo>
                    <a:pt x="727198" y="3116972"/>
                  </a:lnTo>
                  <a:lnTo>
                    <a:pt x="726342" y="3116972"/>
                  </a:lnTo>
                  <a:lnTo>
                    <a:pt x="725487" y="3116972"/>
                  </a:lnTo>
                  <a:lnTo>
                    <a:pt x="724631" y="3116972"/>
                  </a:lnTo>
                  <a:lnTo>
                    <a:pt x="723776" y="3116972"/>
                  </a:lnTo>
                  <a:lnTo>
                    <a:pt x="722920" y="3116972"/>
                  </a:lnTo>
                  <a:lnTo>
                    <a:pt x="722064" y="3116972"/>
                  </a:lnTo>
                  <a:lnTo>
                    <a:pt x="721209" y="3116972"/>
                  </a:lnTo>
                  <a:lnTo>
                    <a:pt x="720353" y="3116972"/>
                  </a:lnTo>
                  <a:lnTo>
                    <a:pt x="719498" y="3116972"/>
                  </a:lnTo>
                  <a:lnTo>
                    <a:pt x="718642" y="3116972"/>
                  </a:lnTo>
                  <a:lnTo>
                    <a:pt x="717787" y="3116972"/>
                  </a:lnTo>
                  <a:lnTo>
                    <a:pt x="716931" y="3116972"/>
                  </a:lnTo>
                  <a:lnTo>
                    <a:pt x="716076" y="3116972"/>
                  </a:lnTo>
                  <a:lnTo>
                    <a:pt x="715220" y="3116972"/>
                  </a:lnTo>
                  <a:lnTo>
                    <a:pt x="714365" y="3116972"/>
                  </a:lnTo>
                  <a:lnTo>
                    <a:pt x="713509" y="3116972"/>
                  </a:lnTo>
                  <a:lnTo>
                    <a:pt x="712654" y="3116972"/>
                  </a:lnTo>
                  <a:lnTo>
                    <a:pt x="711798" y="3116972"/>
                  </a:lnTo>
                  <a:lnTo>
                    <a:pt x="710943" y="3116972"/>
                  </a:lnTo>
                  <a:lnTo>
                    <a:pt x="710087" y="3116972"/>
                  </a:lnTo>
                  <a:lnTo>
                    <a:pt x="709232" y="3116972"/>
                  </a:lnTo>
                  <a:lnTo>
                    <a:pt x="708376" y="3116972"/>
                  </a:lnTo>
                  <a:lnTo>
                    <a:pt x="707520" y="3116972"/>
                  </a:lnTo>
                  <a:lnTo>
                    <a:pt x="706665" y="3116972"/>
                  </a:lnTo>
                  <a:lnTo>
                    <a:pt x="705809" y="3116972"/>
                  </a:lnTo>
                  <a:lnTo>
                    <a:pt x="704954" y="3116972"/>
                  </a:lnTo>
                  <a:lnTo>
                    <a:pt x="704098" y="3116972"/>
                  </a:lnTo>
                  <a:lnTo>
                    <a:pt x="703243" y="3116972"/>
                  </a:lnTo>
                  <a:lnTo>
                    <a:pt x="702387" y="3116972"/>
                  </a:lnTo>
                  <a:lnTo>
                    <a:pt x="701532" y="3116972"/>
                  </a:lnTo>
                  <a:lnTo>
                    <a:pt x="700676" y="3116972"/>
                  </a:lnTo>
                  <a:lnTo>
                    <a:pt x="699821" y="3116972"/>
                  </a:lnTo>
                  <a:lnTo>
                    <a:pt x="698965" y="3116972"/>
                  </a:lnTo>
                  <a:lnTo>
                    <a:pt x="698110" y="3116972"/>
                  </a:lnTo>
                  <a:lnTo>
                    <a:pt x="697254" y="3116972"/>
                  </a:lnTo>
                  <a:lnTo>
                    <a:pt x="696399" y="3116972"/>
                  </a:lnTo>
                  <a:lnTo>
                    <a:pt x="695543" y="3116972"/>
                  </a:lnTo>
                  <a:lnTo>
                    <a:pt x="694688" y="3116972"/>
                  </a:lnTo>
                  <a:lnTo>
                    <a:pt x="693832" y="3116972"/>
                  </a:lnTo>
                  <a:lnTo>
                    <a:pt x="692977" y="3116972"/>
                  </a:lnTo>
                  <a:lnTo>
                    <a:pt x="692121" y="3116972"/>
                  </a:lnTo>
                  <a:lnTo>
                    <a:pt x="691265" y="3116972"/>
                  </a:lnTo>
                  <a:lnTo>
                    <a:pt x="690410" y="3116972"/>
                  </a:lnTo>
                  <a:lnTo>
                    <a:pt x="689554" y="3116972"/>
                  </a:lnTo>
                  <a:lnTo>
                    <a:pt x="688699" y="3116972"/>
                  </a:lnTo>
                  <a:lnTo>
                    <a:pt x="687843" y="3116972"/>
                  </a:lnTo>
                  <a:lnTo>
                    <a:pt x="686988" y="3116972"/>
                  </a:lnTo>
                  <a:lnTo>
                    <a:pt x="686132" y="3116972"/>
                  </a:lnTo>
                  <a:lnTo>
                    <a:pt x="685277" y="3116972"/>
                  </a:lnTo>
                  <a:lnTo>
                    <a:pt x="684421" y="3116972"/>
                  </a:lnTo>
                  <a:lnTo>
                    <a:pt x="683566" y="3116972"/>
                  </a:lnTo>
                  <a:lnTo>
                    <a:pt x="682710" y="3116972"/>
                  </a:lnTo>
                  <a:lnTo>
                    <a:pt x="681855" y="3116972"/>
                  </a:lnTo>
                  <a:lnTo>
                    <a:pt x="680999" y="3116972"/>
                  </a:lnTo>
                  <a:lnTo>
                    <a:pt x="680144" y="3116972"/>
                  </a:lnTo>
                  <a:lnTo>
                    <a:pt x="679288" y="3116972"/>
                  </a:lnTo>
                  <a:lnTo>
                    <a:pt x="678433" y="3116972"/>
                  </a:lnTo>
                  <a:lnTo>
                    <a:pt x="677577" y="3116972"/>
                  </a:lnTo>
                  <a:lnTo>
                    <a:pt x="676722" y="3116972"/>
                  </a:lnTo>
                  <a:lnTo>
                    <a:pt x="675866" y="3116972"/>
                  </a:lnTo>
                  <a:lnTo>
                    <a:pt x="675010" y="3116972"/>
                  </a:lnTo>
                  <a:lnTo>
                    <a:pt x="674155" y="3116972"/>
                  </a:lnTo>
                  <a:lnTo>
                    <a:pt x="673299" y="3116972"/>
                  </a:lnTo>
                  <a:lnTo>
                    <a:pt x="672444" y="3116972"/>
                  </a:lnTo>
                  <a:lnTo>
                    <a:pt x="671588" y="3116972"/>
                  </a:lnTo>
                  <a:lnTo>
                    <a:pt x="670733" y="3116972"/>
                  </a:lnTo>
                  <a:lnTo>
                    <a:pt x="669877" y="3116972"/>
                  </a:lnTo>
                  <a:lnTo>
                    <a:pt x="669022" y="3116972"/>
                  </a:lnTo>
                  <a:lnTo>
                    <a:pt x="668166" y="3116972"/>
                  </a:lnTo>
                  <a:lnTo>
                    <a:pt x="667311" y="3116972"/>
                  </a:lnTo>
                  <a:lnTo>
                    <a:pt x="666455" y="3116972"/>
                  </a:lnTo>
                  <a:lnTo>
                    <a:pt x="665600" y="3116972"/>
                  </a:lnTo>
                  <a:lnTo>
                    <a:pt x="664744" y="3116972"/>
                  </a:lnTo>
                  <a:lnTo>
                    <a:pt x="663889" y="3116972"/>
                  </a:lnTo>
                  <a:lnTo>
                    <a:pt x="663033" y="3116972"/>
                  </a:lnTo>
                  <a:lnTo>
                    <a:pt x="662178" y="3116972"/>
                  </a:lnTo>
                  <a:lnTo>
                    <a:pt x="661322" y="3116972"/>
                  </a:lnTo>
                  <a:lnTo>
                    <a:pt x="660467" y="3116972"/>
                  </a:lnTo>
                  <a:lnTo>
                    <a:pt x="659611" y="3116972"/>
                  </a:lnTo>
                  <a:lnTo>
                    <a:pt x="658755" y="3116972"/>
                  </a:lnTo>
                  <a:lnTo>
                    <a:pt x="657900" y="3116972"/>
                  </a:lnTo>
                  <a:lnTo>
                    <a:pt x="657044" y="3116972"/>
                  </a:lnTo>
                  <a:lnTo>
                    <a:pt x="656189" y="3116972"/>
                  </a:lnTo>
                  <a:lnTo>
                    <a:pt x="655333" y="3116972"/>
                  </a:lnTo>
                  <a:lnTo>
                    <a:pt x="654478" y="3116972"/>
                  </a:lnTo>
                  <a:lnTo>
                    <a:pt x="653622" y="3116972"/>
                  </a:lnTo>
                  <a:lnTo>
                    <a:pt x="652767" y="3116972"/>
                  </a:lnTo>
                  <a:lnTo>
                    <a:pt x="651911" y="3116972"/>
                  </a:lnTo>
                  <a:lnTo>
                    <a:pt x="651056" y="3116972"/>
                  </a:lnTo>
                  <a:lnTo>
                    <a:pt x="650200" y="3116972"/>
                  </a:lnTo>
                  <a:lnTo>
                    <a:pt x="649345" y="3116972"/>
                  </a:lnTo>
                  <a:lnTo>
                    <a:pt x="648489" y="3116972"/>
                  </a:lnTo>
                  <a:lnTo>
                    <a:pt x="647634" y="3116972"/>
                  </a:lnTo>
                  <a:lnTo>
                    <a:pt x="646778" y="3116972"/>
                  </a:lnTo>
                  <a:lnTo>
                    <a:pt x="645923" y="3116972"/>
                  </a:lnTo>
                  <a:lnTo>
                    <a:pt x="645067" y="3116972"/>
                  </a:lnTo>
                  <a:lnTo>
                    <a:pt x="644211" y="3116972"/>
                  </a:lnTo>
                  <a:lnTo>
                    <a:pt x="643356" y="3116972"/>
                  </a:lnTo>
                  <a:lnTo>
                    <a:pt x="642500" y="3116972"/>
                  </a:lnTo>
                  <a:lnTo>
                    <a:pt x="641645" y="3116972"/>
                  </a:lnTo>
                  <a:lnTo>
                    <a:pt x="640789" y="3116972"/>
                  </a:lnTo>
                  <a:lnTo>
                    <a:pt x="639934" y="3116972"/>
                  </a:lnTo>
                  <a:lnTo>
                    <a:pt x="639078" y="3116972"/>
                  </a:lnTo>
                  <a:lnTo>
                    <a:pt x="638223" y="3116972"/>
                  </a:lnTo>
                  <a:lnTo>
                    <a:pt x="637367" y="3116972"/>
                  </a:lnTo>
                  <a:lnTo>
                    <a:pt x="636512" y="3116972"/>
                  </a:lnTo>
                  <a:lnTo>
                    <a:pt x="635656" y="3116972"/>
                  </a:lnTo>
                  <a:lnTo>
                    <a:pt x="634801" y="3116972"/>
                  </a:lnTo>
                  <a:lnTo>
                    <a:pt x="633945" y="3116972"/>
                  </a:lnTo>
                  <a:lnTo>
                    <a:pt x="633090" y="3116972"/>
                  </a:lnTo>
                  <a:lnTo>
                    <a:pt x="632234" y="3116972"/>
                  </a:lnTo>
                  <a:lnTo>
                    <a:pt x="631379" y="3116972"/>
                  </a:lnTo>
                  <a:lnTo>
                    <a:pt x="630523" y="3116972"/>
                  </a:lnTo>
                  <a:lnTo>
                    <a:pt x="629668" y="3116972"/>
                  </a:lnTo>
                  <a:lnTo>
                    <a:pt x="628812" y="3116972"/>
                  </a:lnTo>
                  <a:lnTo>
                    <a:pt x="627956" y="3116972"/>
                  </a:lnTo>
                  <a:lnTo>
                    <a:pt x="627101" y="3116972"/>
                  </a:lnTo>
                  <a:lnTo>
                    <a:pt x="626245" y="3116972"/>
                  </a:lnTo>
                  <a:lnTo>
                    <a:pt x="625390" y="3116972"/>
                  </a:lnTo>
                  <a:lnTo>
                    <a:pt x="624534" y="3116972"/>
                  </a:lnTo>
                  <a:lnTo>
                    <a:pt x="623679" y="3116972"/>
                  </a:lnTo>
                  <a:lnTo>
                    <a:pt x="622823" y="3116972"/>
                  </a:lnTo>
                  <a:lnTo>
                    <a:pt x="621968" y="3116972"/>
                  </a:lnTo>
                  <a:lnTo>
                    <a:pt x="621112" y="3116972"/>
                  </a:lnTo>
                  <a:lnTo>
                    <a:pt x="620257" y="3116972"/>
                  </a:lnTo>
                  <a:lnTo>
                    <a:pt x="619401" y="3116972"/>
                  </a:lnTo>
                  <a:lnTo>
                    <a:pt x="618546" y="3116972"/>
                  </a:lnTo>
                  <a:lnTo>
                    <a:pt x="617690" y="3116972"/>
                  </a:lnTo>
                  <a:lnTo>
                    <a:pt x="616835" y="3116972"/>
                  </a:lnTo>
                  <a:lnTo>
                    <a:pt x="615979" y="3116972"/>
                  </a:lnTo>
                  <a:lnTo>
                    <a:pt x="615124" y="3116972"/>
                  </a:lnTo>
                  <a:lnTo>
                    <a:pt x="614268" y="3116972"/>
                  </a:lnTo>
                  <a:lnTo>
                    <a:pt x="613413" y="3116972"/>
                  </a:lnTo>
                  <a:lnTo>
                    <a:pt x="612557" y="3116972"/>
                  </a:lnTo>
                  <a:lnTo>
                    <a:pt x="611701" y="3116972"/>
                  </a:lnTo>
                  <a:lnTo>
                    <a:pt x="610846" y="3116972"/>
                  </a:lnTo>
                  <a:lnTo>
                    <a:pt x="609990" y="3116972"/>
                  </a:lnTo>
                  <a:lnTo>
                    <a:pt x="609135" y="3116972"/>
                  </a:lnTo>
                  <a:lnTo>
                    <a:pt x="608279" y="3116972"/>
                  </a:lnTo>
                  <a:lnTo>
                    <a:pt x="607424" y="3116972"/>
                  </a:lnTo>
                  <a:lnTo>
                    <a:pt x="606568" y="3116972"/>
                  </a:lnTo>
                  <a:lnTo>
                    <a:pt x="605713" y="3116972"/>
                  </a:lnTo>
                  <a:lnTo>
                    <a:pt x="604857" y="3116972"/>
                  </a:lnTo>
                  <a:lnTo>
                    <a:pt x="604002" y="3116972"/>
                  </a:lnTo>
                  <a:lnTo>
                    <a:pt x="603146" y="3116972"/>
                  </a:lnTo>
                  <a:lnTo>
                    <a:pt x="602291" y="3116972"/>
                  </a:lnTo>
                  <a:lnTo>
                    <a:pt x="601435" y="3116972"/>
                  </a:lnTo>
                  <a:lnTo>
                    <a:pt x="600580" y="3116972"/>
                  </a:lnTo>
                  <a:lnTo>
                    <a:pt x="599724" y="3116972"/>
                  </a:lnTo>
                  <a:lnTo>
                    <a:pt x="598869" y="3116972"/>
                  </a:lnTo>
                  <a:lnTo>
                    <a:pt x="598013" y="3116972"/>
                  </a:lnTo>
                  <a:lnTo>
                    <a:pt x="597157" y="3116972"/>
                  </a:lnTo>
                  <a:lnTo>
                    <a:pt x="596302" y="3116972"/>
                  </a:lnTo>
                  <a:lnTo>
                    <a:pt x="595446" y="3116972"/>
                  </a:lnTo>
                  <a:lnTo>
                    <a:pt x="594591" y="3116972"/>
                  </a:lnTo>
                  <a:lnTo>
                    <a:pt x="593735" y="3116972"/>
                  </a:lnTo>
                  <a:lnTo>
                    <a:pt x="592880" y="3116972"/>
                  </a:lnTo>
                  <a:lnTo>
                    <a:pt x="592024" y="3116972"/>
                  </a:lnTo>
                  <a:lnTo>
                    <a:pt x="591169" y="3116972"/>
                  </a:lnTo>
                  <a:lnTo>
                    <a:pt x="590313" y="3116972"/>
                  </a:lnTo>
                  <a:lnTo>
                    <a:pt x="589458" y="3116972"/>
                  </a:lnTo>
                  <a:lnTo>
                    <a:pt x="588602" y="3116972"/>
                  </a:lnTo>
                  <a:lnTo>
                    <a:pt x="587747" y="3116972"/>
                  </a:lnTo>
                  <a:lnTo>
                    <a:pt x="586891" y="3116972"/>
                  </a:lnTo>
                  <a:lnTo>
                    <a:pt x="586036" y="3116972"/>
                  </a:lnTo>
                  <a:lnTo>
                    <a:pt x="585180" y="3116972"/>
                  </a:lnTo>
                  <a:lnTo>
                    <a:pt x="584325" y="3116972"/>
                  </a:lnTo>
                  <a:lnTo>
                    <a:pt x="583469" y="3116972"/>
                  </a:lnTo>
                  <a:lnTo>
                    <a:pt x="582614" y="3116972"/>
                  </a:lnTo>
                  <a:lnTo>
                    <a:pt x="581758" y="3116972"/>
                  </a:lnTo>
                  <a:lnTo>
                    <a:pt x="580902" y="3116972"/>
                  </a:lnTo>
                  <a:lnTo>
                    <a:pt x="580047" y="3116972"/>
                  </a:lnTo>
                  <a:lnTo>
                    <a:pt x="579191" y="3116972"/>
                  </a:lnTo>
                  <a:lnTo>
                    <a:pt x="578336" y="3116972"/>
                  </a:lnTo>
                  <a:lnTo>
                    <a:pt x="577480" y="3116972"/>
                  </a:lnTo>
                  <a:lnTo>
                    <a:pt x="576625" y="3116972"/>
                  </a:lnTo>
                  <a:lnTo>
                    <a:pt x="575769" y="3116972"/>
                  </a:lnTo>
                  <a:lnTo>
                    <a:pt x="574914" y="3116972"/>
                  </a:lnTo>
                  <a:lnTo>
                    <a:pt x="574058" y="3116972"/>
                  </a:lnTo>
                  <a:lnTo>
                    <a:pt x="573203" y="3116972"/>
                  </a:lnTo>
                  <a:lnTo>
                    <a:pt x="572347" y="3116972"/>
                  </a:lnTo>
                  <a:lnTo>
                    <a:pt x="571492" y="3116972"/>
                  </a:lnTo>
                  <a:lnTo>
                    <a:pt x="570636" y="3116972"/>
                  </a:lnTo>
                  <a:lnTo>
                    <a:pt x="569781" y="3116972"/>
                  </a:lnTo>
                  <a:lnTo>
                    <a:pt x="568925" y="3116972"/>
                  </a:lnTo>
                  <a:lnTo>
                    <a:pt x="568070" y="3116972"/>
                  </a:lnTo>
                  <a:lnTo>
                    <a:pt x="567214" y="3116972"/>
                  </a:lnTo>
                  <a:lnTo>
                    <a:pt x="566359" y="3116972"/>
                  </a:lnTo>
                  <a:lnTo>
                    <a:pt x="565503" y="3116972"/>
                  </a:lnTo>
                  <a:lnTo>
                    <a:pt x="564647" y="3116972"/>
                  </a:lnTo>
                  <a:lnTo>
                    <a:pt x="563792" y="3116972"/>
                  </a:lnTo>
                  <a:lnTo>
                    <a:pt x="562936" y="3116972"/>
                  </a:lnTo>
                  <a:lnTo>
                    <a:pt x="562081" y="3116972"/>
                  </a:lnTo>
                  <a:lnTo>
                    <a:pt x="561225" y="3116972"/>
                  </a:lnTo>
                  <a:lnTo>
                    <a:pt x="560370" y="3116972"/>
                  </a:lnTo>
                  <a:lnTo>
                    <a:pt x="559514" y="3116972"/>
                  </a:lnTo>
                  <a:lnTo>
                    <a:pt x="558659" y="3116972"/>
                  </a:lnTo>
                  <a:lnTo>
                    <a:pt x="557803" y="3116972"/>
                  </a:lnTo>
                  <a:lnTo>
                    <a:pt x="556948" y="3116972"/>
                  </a:lnTo>
                  <a:lnTo>
                    <a:pt x="556092" y="3116972"/>
                  </a:lnTo>
                  <a:lnTo>
                    <a:pt x="555237" y="3116972"/>
                  </a:lnTo>
                  <a:lnTo>
                    <a:pt x="554381" y="3116972"/>
                  </a:lnTo>
                  <a:lnTo>
                    <a:pt x="553526" y="3116972"/>
                  </a:lnTo>
                  <a:lnTo>
                    <a:pt x="552670" y="3116972"/>
                  </a:lnTo>
                  <a:lnTo>
                    <a:pt x="551815" y="3116972"/>
                  </a:lnTo>
                  <a:lnTo>
                    <a:pt x="550959" y="3116972"/>
                  </a:lnTo>
                  <a:lnTo>
                    <a:pt x="550103" y="3116972"/>
                  </a:lnTo>
                  <a:lnTo>
                    <a:pt x="549248" y="3116972"/>
                  </a:lnTo>
                  <a:lnTo>
                    <a:pt x="548392" y="3116972"/>
                  </a:lnTo>
                  <a:lnTo>
                    <a:pt x="547537" y="3116972"/>
                  </a:lnTo>
                  <a:lnTo>
                    <a:pt x="546681" y="3116972"/>
                  </a:lnTo>
                  <a:lnTo>
                    <a:pt x="545826" y="3116972"/>
                  </a:lnTo>
                  <a:lnTo>
                    <a:pt x="544970" y="3116972"/>
                  </a:lnTo>
                  <a:lnTo>
                    <a:pt x="544115" y="3116972"/>
                  </a:lnTo>
                  <a:lnTo>
                    <a:pt x="543259" y="3116972"/>
                  </a:lnTo>
                  <a:lnTo>
                    <a:pt x="542404" y="3116972"/>
                  </a:lnTo>
                  <a:lnTo>
                    <a:pt x="541548" y="3116972"/>
                  </a:lnTo>
                  <a:lnTo>
                    <a:pt x="540693" y="3116972"/>
                  </a:lnTo>
                  <a:lnTo>
                    <a:pt x="539837" y="3116972"/>
                  </a:lnTo>
                  <a:lnTo>
                    <a:pt x="538982" y="3116972"/>
                  </a:lnTo>
                  <a:lnTo>
                    <a:pt x="538126" y="3116972"/>
                  </a:lnTo>
                  <a:lnTo>
                    <a:pt x="537271" y="3116972"/>
                  </a:lnTo>
                  <a:lnTo>
                    <a:pt x="536415" y="3116972"/>
                  </a:lnTo>
                  <a:lnTo>
                    <a:pt x="535560" y="3116972"/>
                  </a:lnTo>
                  <a:lnTo>
                    <a:pt x="534704" y="3116972"/>
                  </a:lnTo>
                  <a:lnTo>
                    <a:pt x="533848" y="3116972"/>
                  </a:lnTo>
                  <a:lnTo>
                    <a:pt x="532993" y="3116972"/>
                  </a:lnTo>
                  <a:lnTo>
                    <a:pt x="532137" y="3116972"/>
                  </a:lnTo>
                  <a:lnTo>
                    <a:pt x="531282" y="3116972"/>
                  </a:lnTo>
                  <a:lnTo>
                    <a:pt x="530426" y="3116972"/>
                  </a:lnTo>
                  <a:lnTo>
                    <a:pt x="529571" y="3116972"/>
                  </a:lnTo>
                  <a:lnTo>
                    <a:pt x="528715" y="3116972"/>
                  </a:lnTo>
                  <a:lnTo>
                    <a:pt x="527860" y="3116972"/>
                  </a:lnTo>
                  <a:lnTo>
                    <a:pt x="527004" y="3116972"/>
                  </a:lnTo>
                  <a:lnTo>
                    <a:pt x="526149" y="3116972"/>
                  </a:lnTo>
                  <a:lnTo>
                    <a:pt x="525293" y="3116972"/>
                  </a:lnTo>
                  <a:lnTo>
                    <a:pt x="524438" y="3116972"/>
                  </a:lnTo>
                  <a:lnTo>
                    <a:pt x="523582" y="3116972"/>
                  </a:lnTo>
                  <a:lnTo>
                    <a:pt x="522727" y="3116972"/>
                  </a:lnTo>
                  <a:lnTo>
                    <a:pt x="521871" y="3116972"/>
                  </a:lnTo>
                  <a:lnTo>
                    <a:pt x="521016" y="3116972"/>
                  </a:lnTo>
                  <a:lnTo>
                    <a:pt x="520160" y="3116972"/>
                  </a:lnTo>
                  <a:lnTo>
                    <a:pt x="519305" y="3116972"/>
                  </a:lnTo>
                  <a:lnTo>
                    <a:pt x="518449" y="3116972"/>
                  </a:lnTo>
                  <a:lnTo>
                    <a:pt x="517593" y="3116972"/>
                  </a:lnTo>
                  <a:lnTo>
                    <a:pt x="516738" y="3116972"/>
                  </a:lnTo>
                  <a:lnTo>
                    <a:pt x="515882" y="3116972"/>
                  </a:lnTo>
                  <a:lnTo>
                    <a:pt x="515027" y="3116972"/>
                  </a:lnTo>
                  <a:lnTo>
                    <a:pt x="514171" y="3116972"/>
                  </a:lnTo>
                  <a:lnTo>
                    <a:pt x="513316" y="3116972"/>
                  </a:lnTo>
                  <a:lnTo>
                    <a:pt x="512460" y="3116972"/>
                  </a:lnTo>
                  <a:lnTo>
                    <a:pt x="511605" y="3116972"/>
                  </a:lnTo>
                  <a:lnTo>
                    <a:pt x="510749" y="3116972"/>
                  </a:lnTo>
                  <a:lnTo>
                    <a:pt x="509894" y="3116972"/>
                  </a:lnTo>
                  <a:lnTo>
                    <a:pt x="509038" y="3116972"/>
                  </a:lnTo>
                  <a:lnTo>
                    <a:pt x="508183" y="3116972"/>
                  </a:lnTo>
                  <a:lnTo>
                    <a:pt x="507327" y="3116972"/>
                  </a:lnTo>
                  <a:lnTo>
                    <a:pt x="506472" y="3116972"/>
                  </a:lnTo>
                  <a:lnTo>
                    <a:pt x="505616" y="3116972"/>
                  </a:lnTo>
                  <a:lnTo>
                    <a:pt x="504761" y="3116972"/>
                  </a:lnTo>
                  <a:lnTo>
                    <a:pt x="503905" y="3116972"/>
                  </a:lnTo>
                  <a:lnTo>
                    <a:pt x="503049" y="3116972"/>
                  </a:lnTo>
                  <a:lnTo>
                    <a:pt x="502194" y="3116972"/>
                  </a:lnTo>
                  <a:lnTo>
                    <a:pt x="501338" y="3116972"/>
                  </a:lnTo>
                  <a:lnTo>
                    <a:pt x="500483" y="3116972"/>
                  </a:lnTo>
                  <a:lnTo>
                    <a:pt x="499627" y="3116972"/>
                  </a:lnTo>
                  <a:lnTo>
                    <a:pt x="498772" y="3116972"/>
                  </a:lnTo>
                  <a:lnTo>
                    <a:pt x="497916" y="3116972"/>
                  </a:lnTo>
                  <a:lnTo>
                    <a:pt x="497061" y="3116972"/>
                  </a:lnTo>
                  <a:lnTo>
                    <a:pt x="496205" y="3116972"/>
                  </a:lnTo>
                  <a:lnTo>
                    <a:pt x="495350" y="3116972"/>
                  </a:lnTo>
                  <a:lnTo>
                    <a:pt x="494494" y="3116972"/>
                  </a:lnTo>
                  <a:lnTo>
                    <a:pt x="493639" y="3116972"/>
                  </a:lnTo>
                  <a:lnTo>
                    <a:pt x="492783" y="3116972"/>
                  </a:lnTo>
                  <a:lnTo>
                    <a:pt x="491928" y="3116972"/>
                  </a:lnTo>
                  <a:lnTo>
                    <a:pt x="491072" y="3116972"/>
                  </a:lnTo>
                  <a:lnTo>
                    <a:pt x="490217" y="3116972"/>
                  </a:lnTo>
                  <a:lnTo>
                    <a:pt x="489361" y="3116972"/>
                  </a:lnTo>
                  <a:lnTo>
                    <a:pt x="488506" y="3116972"/>
                  </a:lnTo>
                  <a:lnTo>
                    <a:pt x="487650" y="3116972"/>
                  </a:lnTo>
                  <a:lnTo>
                    <a:pt x="486794" y="3116972"/>
                  </a:lnTo>
                  <a:lnTo>
                    <a:pt x="485939" y="3116972"/>
                  </a:lnTo>
                  <a:lnTo>
                    <a:pt x="485083" y="3116972"/>
                  </a:lnTo>
                  <a:lnTo>
                    <a:pt x="484228" y="3116972"/>
                  </a:lnTo>
                  <a:lnTo>
                    <a:pt x="483372" y="3116972"/>
                  </a:lnTo>
                  <a:lnTo>
                    <a:pt x="482517" y="3116972"/>
                  </a:lnTo>
                  <a:lnTo>
                    <a:pt x="481661" y="3116972"/>
                  </a:lnTo>
                  <a:lnTo>
                    <a:pt x="480806" y="3116972"/>
                  </a:lnTo>
                  <a:lnTo>
                    <a:pt x="479950" y="3116972"/>
                  </a:lnTo>
                  <a:lnTo>
                    <a:pt x="479095" y="3116972"/>
                  </a:lnTo>
                  <a:lnTo>
                    <a:pt x="478239" y="3116972"/>
                  </a:lnTo>
                  <a:lnTo>
                    <a:pt x="477384" y="3116972"/>
                  </a:lnTo>
                  <a:lnTo>
                    <a:pt x="476528" y="3116972"/>
                  </a:lnTo>
                  <a:lnTo>
                    <a:pt x="475673" y="3116972"/>
                  </a:lnTo>
                  <a:lnTo>
                    <a:pt x="474817" y="3116972"/>
                  </a:lnTo>
                  <a:lnTo>
                    <a:pt x="473962" y="3116972"/>
                  </a:lnTo>
                  <a:lnTo>
                    <a:pt x="473106" y="3116972"/>
                  </a:lnTo>
                  <a:lnTo>
                    <a:pt x="472251" y="3116972"/>
                  </a:lnTo>
                  <a:lnTo>
                    <a:pt x="471395" y="3116972"/>
                  </a:lnTo>
                  <a:lnTo>
                    <a:pt x="470539" y="3116972"/>
                  </a:lnTo>
                  <a:lnTo>
                    <a:pt x="469684" y="3116972"/>
                  </a:lnTo>
                  <a:lnTo>
                    <a:pt x="468828" y="3116972"/>
                  </a:lnTo>
                  <a:lnTo>
                    <a:pt x="467973" y="3116972"/>
                  </a:lnTo>
                  <a:lnTo>
                    <a:pt x="467117" y="3116972"/>
                  </a:lnTo>
                  <a:lnTo>
                    <a:pt x="466262" y="3116972"/>
                  </a:lnTo>
                  <a:lnTo>
                    <a:pt x="465406" y="3116972"/>
                  </a:lnTo>
                  <a:lnTo>
                    <a:pt x="464551" y="3116972"/>
                  </a:lnTo>
                  <a:lnTo>
                    <a:pt x="463695" y="3116972"/>
                  </a:lnTo>
                  <a:lnTo>
                    <a:pt x="462840" y="3116972"/>
                  </a:lnTo>
                  <a:lnTo>
                    <a:pt x="461984" y="3116972"/>
                  </a:lnTo>
                  <a:lnTo>
                    <a:pt x="461129" y="3116972"/>
                  </a:lnTo>
                  <a:lnTo>
                    <a:pt x="460273" y="3116972"/>
                  </a:lnTo>
                  <a:lnTo>
                    <a:pt x="459418" y="3116972"/>
                  </a:lnTo>
                  <a:lnTo>
                    <a:pt x="458562" y="3116972"/>
                  </a:lnTo>
                  <a:lnTo>
                    <a:pt x="457707" y="3116972"/>
                  </a:lnTo>
                  <a:lnTo>
                    <a:pt x="456851" y="3116972"/>
                  </a:lnTo>
                  <a:lnTo>
                    <a:pt x="455995" y="3116972"/>
                  </a:lnTo>
                  <a:lnTo>
                    <a:pt x="455140" y="3116972"/>
                  </a:lnTo>
                  <a:lnTo>
                    <a:pt x="454284" y="3116972"/>
                  </a:lnTo>
                  <a:lnTo>
                    <a:pt x="453429" y="3116972"/>
                  </a:lnTo>
                  <a:lnTo>
                    <a:pt x="452573" y="3116972"/>
                  </a:lnTo>
                  <a:lnTo>
                    <a:pt x="451718" y="3116972"/>
                  </a:lnTo>
                  <a:lnTo>
                    <a:pt x="450862" y="3116972"/>
                  </a:lnTo>
                  <a:lnTo>
                    <a:pt x="450007" y="3116972"/>
                  </a:lnTo>
                  <a:lnTo>
                    <a:pt x="449151" y="3116972"/>
                  </a:lnTo>
                  <a:lnTo>
                    <a:pt x="448296" y="3116972"/>
                  </a:lnTo>
                  <a:lnTo>
                    <a:pt x="447440" y="3116972"/>
                  </a:lnTo>
                  <a:lnTo>
                    <a:pt x="446585" y="3116972"/>
                  </a:lnTo>
                  <a:lnTo>
                    <a:pt x="445729" y="3116972"/>
                  </a:lnTo>
                  <a:lnTo>
                    <a:pt x="444874" y="3116972"/>
                  </a:lnTo>
                  <a:lnTo>
                    <a:pt x="444018" y="3116972"/>
                  </a:lnTo>
                  <a:lnTo>
                    <a:pt x="443163" y="3116972"/>
                  </a:lnTo>
                  <a:lnTo>
                    <a:pt x="442307" y="3116972"/>
                  </a:lnTo>
                  <a:lnTo>
                    <a:pt x="441452" y="3116972"/>
                  </a:lnTo>
                  <a:lnTo>
                    <a:pt x="440596" y="3116972"/>
                  </a:lnTo>
                  <a:lnTo>
                    <a:pt x="439740" y="3116972"/>
                  </a:lnTo>
                  <a:lnTo>
                    <a:pt x="438885" y="3116972"/>
                  </a:lnTo>
                  <a:lnTo>
                    <a:pt x="438029" y="3116972"/>
                  </a:lnTo>
                  <a:lnTo>
                    <a:pt x="437174" y="3116972"/>
                  </a:lnTo>
                  <a:lnTo>
                    <a:pt x="436318" y="3116972"/>
                  </a:lnTo>
                  <a:lnTo>
                    <a:pt x="435463" y="3116972"/>
                  </a:lnTo>
                  <a:lnTo>
                    <a:pt x="434607" y="3116972"/>
                  </a:lnTo>
                  <a:lnTo>
                    <a:pt x="433752" y="3116972"/>
                  </a:lnTo>
                  <a:lnTo>
                    <a:pt x="432896" y="3116972"/>
                  </a:lnTo>
                  <a:lnTo>
                    <a:pt x="432041" y="3116972"/>
                  </a:lnTo>
                  <a:lnTo>
                    <a:pt x="431185" y="3116972"/>
                  </a:lnTo>
                  <a:lnTo>
                    <a:pt x="430330" y="3116972"/>
                  </a:lnTo>
                  <a:lnTo>
                    <a:pt x="429474" y="3116972"/>
                  </a:lnTo>
                  <a:lnTo>
                    <a:pt x="428619" y="3116972"/>
                  </a:lnTo>
                  <a:lnTo>
                    <a:pt x="427763" y="3116972"/>
                  </a:lnTo>
                  <a:lnTo>
                    <a:pt x="426908" y="3116972"/>
                  </a:lnTo>
                  <a:lnTo>
                    <a:pt x="426052" y="3116972"/>
                  </a:lnTo>
                  <a:lnTo>
                    <a:pt x="425197" y="3116972"/>
                  </a:lnTo>
                  <a:lnTo>
                    <a:pt x="424341" y="3116972"/>
                  </a:lnTo>
                  <a:lnTo>
                    <a:pt x="423485" y="3116972"/>
                  </a:lnTo>
                  <a:lnTo>
                    <a:pt x="422630" y="3116972"/>
                  </a:lnTo>
                  <a:lnTo>
                    <a:pt x="421774" y="3116972"/>
                  </a:lnTo>
                  <a:lnTo>
                    <a:pt x="420919" y="3116972"/>
                  </a:lnTo>
                  <a:lnTo>
                    <a:pt x="420063" y="3116972"/>
                  </a:lnTo>
                  <a:lnTo>
                    <a:pt x="419208" y="3116972"/>
                  </a:lnTo>
                  <a:lnTo>
                    <a:pt x="418352" y="3116972"/>
                  </a:lnTo>
                  <a:lnTo>
                    <a:pt x="417497" y="3116972"/>
                  </a:lnTo>
                  <a:lnTo>
                    <a:pt x="416641" y="3116972"/>
                  </a:lnTo>
                  <a:lnTo>
                    <a:pt x="415786" y="3116972"/>
                  </a:lnTo>
                  <a:lnTo>
                    <a:pt x="414930" y="3116972"/>
                  </a:lnTo>
                  <a:lnTo>
                    <a:pt x="414075" y="3116972"/>
                  </a:lnTo>
                  <a:lnTo>
                    <a:pt x="413219" y="3116972"/>
                  </a:lnTo>
                  <a:lnTo>
                    <a:pt x="412364" y="3116972"/>
                  </a:lnTo>
                  <a:lnTo>
                    <a:pt x="411508" y="3116972"/>
                  </a:lnTo>
                  <a:lnTo>
                    <a:pt x="410653" y="3116972"/>
                  </a:lnTo>
                  <a:lnTo>
                    <a:pt x="409797" y="3116972"/>
                  </a:lnTo>
                  <a:lnTo>
                    <a:pt x="408942" y="3116972"/>
                  </a:lnTo>
                  <a:lnTo>
                    <a:pt x="408086" y="3116972"/>
                  </a:lnTo>
                  <a:lnTo>
                    <a:pt x="407230" y="3116972"/>
                  </a:lnTo>
                  <a:lnTo>
                    <a:pt x="406375" y="3116972"/>
                  </a:lnTo>
                  <a:lnTo>
                    <a:pt x="405519" y="3116972"/>
                  </a:lnTo>
                  <a:lnTo>
                    <a:pt x="404664" y="3116972"/>
                  </a:lnTo>
                  <a:lnTo>
                    <a:pt x="403808" y="3116972"/>
                  </a:lnTo>
                  <a:lnTo>
                    <a:pt x="402953" y="3116972"/>
                  </a:lnTo>
                  <a:lnTo>
                    <a:pt x="402097" y="3116972"/>
                  </a:lnTo>
                  <a:lnTo>
                    <a:pt x="401242" y="3116972"/>
                  </a:lnTo>
                  <a:lnTo>
                    <a:pt x="400386" y="3116972"/>
                  </a:lnTo>
                  <a:lnTo>
                    <a:pt x="399531" y="3116972"/>
                  </a:lnTo>
                  <a:lnTo>
                    <a:pt x="398675" y="3116972"/>
                  </a:lnTo>
                  <a:lnTo>
                    <a:pt x="397820" y="3116972"/>
                  </a:lnTo>
                  <a:lnTo>
                    <a:pt x="396964" y="3116972"/>
                  </a:lnTo>
                  <a:lnTo>
                    <a:pt x="396109" y="3116972"/>
                  </a:lnTo>
                  <a:lnTo>
                    <a:pt x="395253" y="3116972"/>
                  </a:lnTo>
                  <a:lnTo>
                    <a:pt x="394398" y="3116972"/>
                  </a:lnTo>
                  <a:lnTo>
                    <a:pt x="393542" y="3116972"/>
                  </a:lnTo>
                  <a:lnTo>
                    <a:pt x="392686" y="3116972"/>
                  </a:lnTo>
                  <a:lnTo>
                    <a:pt x="391831" y="3116972"/>
                  </a:lnTo>
                  <a:lnTo>
                    <a:pt x="390975" y="3116972"/>
                  </a:lnTo>
                  <a:lnTo>
                    <a:pt x="390120" y="3116972"/>
                  </a:lnTo>
                  <a:lnTo>
                    <a:pt x="389264" y="3116972"/>
                  </a:lnTo>
                  <a:lnTo>
                    <a:pt x="388409" y="3116972"/>
                  </a:lnTo>
                  <a:lnTo>
                    <a:pt x="387553" y="3116972"/>
                  </a:lnTo>
                  <a:lnTo>
                    <a:pt x="386698" y="3116972"/>
                  </a:lnTo>
                  <a:lnTo>
                    <a:pt x="385842" y="3116972"/>
                  </a:lnTo>
                  <a:lnTo>
                    <a:pt x="384987" y="3116972"/>
                  </a:lnTo>
                  <a:lnTo>
                    <a:pt x="384131" y="3116972"/>
                  </a:lnTo>
                  <a:lnTo>
                    <a:pt x="383276" y="3116972"/>
                  </a:lnTo>
                  <a:lnTo>
                    <a:pt x="382420" y="3116972"/>
                  </a:lnTo>
                  <a:lnTo>
                    <a:pt x="381565" y="3116972"/>
                  </a:lnTo>
                  <a:lnTo>
                    <a:pt x="380709" y="3116972"/>
                  </a:lnTo>
                  <a:lnTo>
                    <a:pt x="379854" y="3116972"/>
                  </a:lnTo>
                  <a:lnTo>
                    <a:pt x="378998" y="3116972"/>
                  </a:lnTo>
                  <a:lnTo>
                    <a:pt x="378143" y="3116972"/>
                  </a:lnTo>
                  <a:lnTo>
                    <a:pt x="377287" y="3116972"/>
                  </a:lnTo>
                  <a:lnTo>
                    <a:pt x="376431" y="3116972"/>
                  </a:lnTo>
                  <a:lnTo>
                    <a:pt x="375576" y="3116972"/>
                  </a:lnTo>
                  <a:lnTo>
                    <a:pt x="374720" y="3116972"/>
                  </a:lnTo>
                  <a:lnTo>
                    <a:pt x="373865" y="3116972"/>
                  </a:lnTo>
                  <a:lnTo>
                    <a:pt x="373009" y="3116972"/>
                  </a:lnTo>
                  <a:lnTo>
                    <a:pt x="372154" y="3116972"/>
                  </a:lnTo>
                  <a:lnTo>
                    <a:pt x="371298" y="3116972"/>
                  </a:lnTo>
                  <a:lnTo>
                    <a:pt x="370443" y="3116972"/>
                  </a:lnTo>
                  <a:lnTo>
                    <a:pt x="369587" y="3116972"/>
                  </a:lnTo>
                  <a:lnTo>
                    <a:pt x="368732" y="3116972"/>
                  </a:lnTo>
                  <a:lnTo>
                    <a:pt x="367876" y="3116972"/>
                  </a:lnTo>
                  <a:lnTo>
                    <a:pt x="367021" y="3116972"/>
                  </a:lnTo>
                  <a:lnTo>
                    <a:pt x="366165" y="3116972"/>
                  </a:lnTo>
                  <a:lnTo>
                    <a:pt x="365310" y="3116972"/>
                  </a:lnTo>
                  <a:lnTo>
                    <a:pt x="364454" y="3116972"/>
                  </a:lnTo>
                  <a:lnTo>
                    <a:pt x="363599" y="3116972"/>
                  </a:lnTo>
                  <a:lnTo>
                    <a:pt x="362743" y="3116972"/>
                  </a:lnTo>
                  <a:lnTo>
                    <a:pt x="361888" y="3116972"/>
                  </a:lnTo>
                  <a:lnTo>
                    <a:pt x="361032" y="3116972"/>
                  </a:lnTo>
                  <a:lnTo>
                    <a:pt x="360176" y="3116972"/>
                  </a:lnTo>
                  <a:lnTo>
                    <a:pt x="359321" y="3116972"/>
                  </a:lnTo>
                  <a:lnTo>
                    <a:pt x="358465" y="3116972"/>
                  </a:lnTo>
                  <a:lnTo>
                    <a:pt x="357610" y="3116972"/>
                  </a:lnTo>
                  <a:lnTo>
                    <a:pt x="356754" y="3116972"/>
                  </a:lnTo>
                  <a:lnTo>
                    <a:pt x="355899" y="3116972"/>
                  </a:lnTo>
                  <a:lnTo>
                    <a:pt x="355043" y="3116972"/>
                  </a:lnTo>
                  <a:lnTo>
                    <a:pt x="354188" y="3116972"/>
                  </a:lnTo>
                  <a:lnTo>
                    <a:pt x="353332" y="3116972"/>
                  </a:lnTo>
                  <a:lnTo>
                    <a:pt x="352477" y="3116972"/>
                  </a:lnTo>
                  <a:lnTo>
                    <a:pt x="351621" y="3116972"/>
                  </a:lnTo>
                  <a:lnTo>
                    <a:pt x="350766" y="3116972"/>
                  </a:lnTo>
                  <a:lnTo>
                    <a:pt x="349910" y="3116972"/>
                  </a:lnTo>
                  <a:lnTo>
                    <a:pt x="349055" y="3116972"/>
                  </a:lnTo>
                  <a:lnTo>
                    <a:pt x="348199" y="3116972"/>
                  </a:lnTo>
                  <a:lnTo>
                    <a:pt x="347344" y="3116972"/>
                  </a:lnTo>
                  <a:lnTo>
                    <a:pt x="346488" y="3116972"/>
                  </a:lnTo>
                  <a:lnTo>
                    <a:pt x="345632" y="3116972"/>
                  </a:lnTo>
                  <a:lnTo>
                    <a:pt x="344777" y="3116972"/>
                  </a:lnTo>
                  <a:lnTo>
                    <a:pt x="343921" y="3116972"/>
                  </a:lnTo>
                  <a:lnTo>
                    <a:pt x="343066" y="3116972"/>
                  </a:lnTo>
                  <a:lnTo>
                    <a:pt x="342210" y="3116972"/>
                  </a:lnTo>
                  <a:lnTo>
                    <a:pt x="341355" y="3116972"/>
                  </a:lnTo>
                  <a:lnTo>
                    <a:pt x="340499" y="3116972"/>
                  </a:lnTo>
                  <a:lnTo>
                    <a:pt x="339644" y="3116972"/>
                  </a:lnTo>
                  <a:lnTo>
                    <a:pt x="338788" y="3116972"/>
                  </a:lnTo>
                  <a:lnTo>
                    <a:pt x="337933" y="3116972"/>
                  </a:lnTo>
                  <a:lnTo>
                    <a:pt x="337077" y="3116972"/>
                  </a:lnTo>
                  <a:lnTo>
                    <a:pt x="336222" y="3116972"/>
                  </a:lnTo>
                  <a:lnTo>
                    <a:pt x="335366" y="3116972"/>
                  </a:lnTo>
                  <a:lnTo>
                    <a:pt x="334511" y="3116972"/>
                  </a:lnTo>
                  <a:lnTo>
                    <a:pt x="333655" y="3116972"/>
                  </a:lnTo>
                  <a:lnTo>
                    <a:pt x="332800" y="3116972"/>
                  </a:lnTo>
                  <a:lnTo>
                    <a:pt x="331944" y="3116972"/>
                  </a:lnTo>
                  <a:lnTo>
                    <a:pt x="331089" y="3116972"/>
                  </a:lnTo>
                  <a:lnTo>
                    <a:pt x="330233" y="3116972"/>
                  </a:lnTo>
                  <a:lnTo>
                    <a:pt x="329377" y="3116972"/>
                  </a:lnTo>
                  <a:lnTo>
                    <a:pt x="328522" y="3116972"/>
                  </a:lnTo>
                  <a:lnTo>
                    <a:pt x="327666" y="3116972"/>
                  </a:lnTo>
                  <a:lnTo>
                    <a:pt x="326811" y="3116972"/>
                  </a:lnTo>
                  <a:lnTo>
                    <a:pt x="325955" y="3116972"/>
                  </a:lnTo>
                  <a:lnTo>
                    <a:pt x="325100" y="3116972"/>
                  </a:lnTo>
                  <a:lnTo>
                    <a:pt x="324244" y="3116972"/>
                  </a:lnTo>
                  <a:lnTo>
                    <a:pt x="323389" y="3116972"/>
                  </a:lnTo>
                  <a:lnTo>
                    <a:pt x="322533" y="3116972"/>
                  </a:lnTo>
                  <a:lnTo>
                    <a:pt x="321678" y="3116972"/>
                  </a:lnTo>
                  <a:lnTo>
                    <a:pt x="320822" y="3116972"/>
                  </a:lnTo>
                  <a:lnTo>
                    <a:pt x="319967" y="3116972"/>
                  </a:lnTo>
                  <a:lnTo>
                    <a:pt x="319111" y="3116972"/>
                  </a:lnTo>
                  <a:lnTo>
                    <a:pt x="318256" y="3116972"/>
                  </a:lnTo>
                  <a:lnTo>
                    <a:pt x="317400" y="3116972"/>
                  </a:lnTo>
                  <a:lnTo>
                    <a:pt x="316545" y="3116972"/>
                  </a:lnTo>
                  <a:lnTo>
                    <a:pt x="315689" y="3116972"/>
                  </a:lnTo>
                  <a:lnTo>
                    <a:pt x="314834" y="3116972"/>
                  </a:lnTo>
                  <a:lnTo>
                    <a:pt x="313978" y="3116972"/>
                  </a:lnTo>
                  <a:lnTo>
                    <a:pt x="313122" y="3116972"/>
                  </a:lnTo>
                  <a:lnTo>
                    <a:pt x="312267" y="3116972"/>
                  </a:lnTo>
                  <a:lnTo>
                    <a:pt x="311411" y="3116972"/>
                  </a:lnTo>
                  <a:lnTo>
                    <a:pt x="310556" y="3116972"/>
                  </a:lnTo>
                  <a:lnTo>
                    <a:pt x="309700" y="3116972"/>
                  </a:lnTo>
                  <a:lnTo>
                    <a:pt x="308845" y="3116972"/>
                  </a:lnTo>
                  <a:lnTo>
                    <a:pt x="307989" y="3116972"/>
                  </a:lnTo>
                  <a:lnTo>
                    <a:pt x="307134" y="3116972"/>
                  </a:lnTo>
                  <a:lnTo>
                    <a:pt x="306278" y="3116972"/>
                  </a:lnTo>
                  <a:lnTo>
                    <a:pt x="305423" y="3116972"/>
                  </a:lnTo>
                  <a:lnTo>
                    <a:pt x="304567" y="3116972"/>
                  </a:lnTo>
                  <a:lnTo>
                    <a:pt x="303712" y="3116972"/>
                  </a:lnTo>
                  <a:lnTo>
                    <a:pt x="302856" y="3116972"/>
                  </a:lnTo>
                  <a:lnTo>
                    <a:pt x="302001" y="3116972"/>
                  </a:lnTo>
                  <a:lnTo>
                    <a:pt x="301145" y="3116972"/>
                  </a:lnTo>
                  <a:lnTo>
                    <a:pt x="300290" y="3116972"/>
                  </a:lnTo>
                  <a:lnTo>
                    <a:pt x="299434" y="3116972"/>
                  </a:lnTo>
                  <a:lnTo>
                    <a:pt x="298578" y="3116972"/>
                  </a:lnTo>
                  <a:lnTo>
                    <a:pt x="297723" y="3116972"/>
                  </a:lnTo>
                  <a:lnTo>
                    <a:pt x="296867" y="3116972"/>
                  </a:lnTo>
                  <a:lnTo>
                    <a:pt x="296012" y="3116972"/>
                  </a:lnTo>
                  <a:lnTo>
                    <a:pt x="295156" y="3116972"/>
                  </a:lnTo>
                  <a:lnTo>
                    <a:pt x="294301" y="3116972"/>
                  </a:lnTo>
                  <a:lnTo>
                    <a:pt x="293445" y="3116972"/>
                  </a:lnTo>
                  <a:lnTo>
                    <a:pt x="292590" y="3116972"/>
                  </a:lnTo>
                  <a:lnTo>
                    <a:pt x="291734" y="3116972"/>
                  </a:lnTo>
                  <a:lnTo>
                    <a:pt x="290879" y="3116972"/>
                  </a:lnTo>
                  <a:lnTo>
                    <a:pt x="290023" y="3116972"/>
                  </a:lnTo>
                  <a:lnTo>
                    <a:pt x="289168" y="3116972"/>
                  </a:lnTo>
                  <a:lnTo>
                    <a:pt x="288312" y="3116972"/>
                  </a:lnTo>
                  <a:lnTo>
                    <a:pt x="287457" y="3116972"/>
                  </a:lnTo>
                  <a:lnTo>
                    <a:pt x="286601" y="3116972"/>
                  </a:lnTo>
                  <a:lnTo>
                    <a:pt x="285746" y="3116972"/>
                  </a:lnTo>
                  <a:lnTo>
                    <a:pt x="284890" y="3116972"/>
                  </a:lnTo>
                  <a:lnTo>
                    <a:pt x="284035" y="3116972"/>
                  </a:lnTo>
                  <a:lnTo>
                    <a:pt x="283179" y="3116972"/>
                  </a:lnTo>
                  <a:lnTo>
                    <a:pt x="282323" y="3116972"/>
                  </a:lnTo>
                  <a:lnTo>
                    <a:pt x="281468" y="3116972"/>
                  </a:lnTo>
                  <a:lnTo>
                    <a:pt x="280612" y="3116972"/>
                  </a:lnTo>
                  <a:lnTo>
                    <a:pt x="279757" y="3116972"/>
                  </a:lnTo>
                  <a:lnTo>
                    <a:pt x="278901" y="3116972"/>
                  </a:lnTo>
                  <a:lnTo>
                    <a:pt x="278046" y="3116972"/>
                  </a:lnTo>
                  <a:lnTo>
                    <a:pt x="277190" y="3116972"/>
                  </a:lnTo>
                  <a:lnTo>
                    <a:pt x="276335" y="3116972"/>
                  </a:lnTo>
                  <a:lnTo>
                    <a:pt x="275479" y="3116972"/>
                  </a:lnTo>
                  <a:lnTo>
                    <a:pt x="274624" y="3116972"/>
                  </a:lnTo>
                  <a:lnTo>
                    <a:pt x="273768" y="3116972"/>
                  </a:lnTo>
                  <a:lnTo>
                    <a:pt x="272913" y="3116972"/>
                  </a:lnTo>
                  <a:lnTo>
                    <a:pt x="272057" y="3116972"/>
                  </a:lnTo>
                  <a:lnTo>
                    <a:pt x="271202" y="3116972"/>
                  </a:lnTo>
                  <a:lnTo>
                    <a:pt x="270346" y="3116972"/>
                  </a:lnTo>
                  <a:lnTo>
                    <a:pt x="269491" y="3116972"/>
                  </a:lnTo>
                  <a:lnTo>
                    <a:pt x="268635" y="3116972"/>
                  </a:lnTo>
                  <a:lnTo>
                    <a:pt x="267780" y="3116972"/>
                  </a:lnTo>
                  <a:lnTo>
                    <a:pt x="266924" y="3116972"/>
                  </a:lnTo>
                  <a:lnTo>
                    <a:pt x="266068" y="3116972"/>
                  </a:lnTo>
                  <a:lnTo>
                    <a:pt x="265213" y="3116972"/>
                  </a:lnTo>
                  <a:lnTo>
                    <a:pt x="264357" y="3116972"/>
                  </a:lnTo>
                  <a:lnTo>
                    <a:pt x="263502" y="3116972"/>
                  </a:lnTo>
                  <a:lnTo>
                    <a:pt x="262646" y="3116972"/>
                  </a:lnTo>
                  <a:lnTo>
                    <a:pt x="261791" y="3116972"/>
                  </a:lnTo>
                  <a:lnTo>
                    <a:pt x="260935" y="3116972"/>
                  </a:lnTo>
                  <a:lnTo>
                    <a:pt x="260080" y="3116972"/>
                  </a:lnTo>
                  <a:lnTo>
                    <a:pt x="259224" y="3116972"/>
                  </a:lnTo>
                  <a:lnTo>
                    <a:pt x="258369" y="3116972"/>
                  </a:lnTo>
                  <a:lnTo>
                    <a:pt x="257513" y="3116972"/>
                  </a:lnTo>
                  <a:lnTo>
                    <a:pt x="256658" y="3116972"/>
                  </a:lnTo>
                  <a:lnTo>
                    <a:pt x="255802" y="3116972"/>
                  </a:lnTo>
                  <a:lnTo>
                    <a:pt x="254947" y="3116972"/>
                  </a:lnTo>
                  <a:lnTo>
                    <a:pt x="254091" y="3116972"/>
                  </a:lnTo>
                  <a:lnTo>
                    <a:pt x="253236" y="3116972"/>
                  </a:lnTo>
                  <a:lnTo>
                    <a:pt x="252380" y="3116972"/>
                  </a:lnTo>
                  <a:lnTo>
                    <a:pt x="251524" y="3116972"/>
                  </a:lnTo>
                  <a:lnTo>
                    <a:pt x="250669" y="3116972"/>
                  </a:lnTo>
                  <a:lnTo>
                    <a:pt x="249813" y="3116972"/>
                  </a:lnTo>
                  <a:lnTo>
                    <a:pt x="248958" y="3116972"/>
                  </a:lnTo>
                  <a:lnTo>
                    <a:pt x="248102" y="3116972"/>
                  </a:lnTo>
                  <a:lnTo>
                    <a:pt x="247247" y="3116972"/>
                  </a:lnTo>
                  <a:lnTo>
                    <a:pt x="246391" y="3116972"/>
                  </a:lnTo>
                  <a:lnTo>
                    <a:pt x="245536" y="3116972"/>
                  </a:lnTo>
                  <a:lnTo>
                    <a:pt x="244680" y="3116972"/>
                  </a:lnTo>
                  <a:lnTo>
                    <a:pt x="243825" y="3116972"/>
                  </a:lnTo>
                  <a:lnTo>
                    <a:pt x="242969" y="3116972"/>
                  </a:lnTo>
                  <a:lnTo>
                    <a:pt x="242114" y="3116972"/>
                  </a:lnTo>
                  <a:lnTo>
                    <a:pt x="241258" y="3116972"/>
                  </a:lnTo>
                  <a:lnTo>
                    <a:pt x="240403" y="3116972"/>
                  </a:lnTo>
                  <a:lnTo>
                    <a:pt x="239547" y="3116972"/>
                  </a:lnTo>
                  <a:lnTo>
                    <a:pt x="238692" y="3116972"/>
                  </a:lnTo>
                  <a:lnTo>
                    <a:pt x="237836" y="3116972"/>
                  </a:lnTo>
                  <a:lnTo>
                    <a:pt x="236981" y="3116972"/>
                  </a:lnTo>
                  <a:lnTo>
                    <a:pt x="236125" y="3116972"/>
                  </a:lnTo>
                  <a:lnTo>
                    <a:pt x="235269" y="3116972"/>
                  </a:lnTo>
                  <a:lnTo>
                    <a:pt x="234414" y="3116972"/>
                  </a:lnTo>
                  <a:lnTo>
                    <a:pt x="233558" y="3116972"/>
                  </a:lnTo>
                  <a:lnTo>
                    <a:pt x="232703" y="3116972"/>
                  </a:lnTo>
                  <a:lnTo>
                    <a:pt x="231847" y="3116972"/>
                  </a:lnTo>
                  <a:lnTo>
                    <a:pt x="230992" y="3116972"/>
                  </a:lnTo>
                  <a:lnTo>
                    <a:pt x="230136" y="3116972"/>
                  </a:lnTo>
                  <a:lnTo>
                    <a:pt x="229281" y="3116972"/>
                  </a:lnTo>
                  <a:lnTo>
                    <a:pt x="228425" y="3116972"/>
                  </a:lnTo>
                  <a:lnTo>
                    <a:pt x="227570" y="3116972"/>
                  </a:lnTo>
                  <a:lnTo>
                    <a:pt x="226714" y="3116972"/>
                  </a:lnTo>
                  <a:lnTo>
                    <a:pt x="225859" y="3116972"/>
                  </a:lnTo>
                  <a:lnTo>
                    <a:pt x="225003" y="3116972"/>
                  </a:lnTo>
                  <a:lnTo>
                    <a:pt x="224148" y="3116972"/>
                  </a:lnTo>
                  <a:lnTo>
                    <a:pt x="223292" y="3116972"/>
                  </a:lnTo>
                  <a:lnTo>
                    <a:pt x="222437" y="3116972"/>
                  </a:lnTo>
                  <a:lnTo>
                    <a:pt x="221581" y="3116972"/>
                  </a:lnTo>
                  <a:lnTo>
                    <a:pt x="220726" y="3116972"/>
                  </a:lnTo>
                  <a:lnTo>
                    <a:pt x="219870" y="3116972"/>
                  </a:lnTo>
                  <a:lnTo>
                    <a:pt x="219014" y="3116972"/>
                  </a:lnTo>
                  <a:lnTo>
                    <a:pt x="218159" y="3116972"/>
                  </a:lnTo>
                  <a:lnTo>
                    <a:pt x="217303" y="3116972"/>
                  </a:lnTo>
                  <a:lnTo>
                    <a:pt x="216448" y="3116972"/>
                  </a:lnTo>
                  <a:lnTo>
                    <a:pt x="215592" y="3116972"/>
                  </a:lnTo>
                  <a:lnTo>
                    <a:pt x="214737" y="3116972"/>
                  </a:lnTo>
                  <a:lnTo>
                    <a:pt x="213881" y="3116972"/>
                  </a:lnTo>
                  <a:lnTo>
                    <a:pt x="213026" y="3116972"/>
                  </a:lnTo>
                  <a:lnTo>
                    <a:pt x="212170" y="3116972"/>
                  </a:lnTo>
                  <a:lnTo>
                    <a:pt x="211315" y="3116972"/>
                  </a:lnTo>
                  <a:lnTo>
                    <a:pt x="210459" y="3116972"/>
                  </a:lnTo>
                  <a:lnTo>
                    <a:pt x="209604" y="3116972"/>
                  </a:lnTo>
                  <a:lnTo>
                    <a:pt x="208748" y="3116972"/>
                  </a:lnTo>
                  <a:lnTo>
                    <a:pt x="207893" y="3116972"/>
                  </a:lnTo>
                  <a:lnTo>
                    <a:pt x="207037" y="3116972"/>
                  </a:lnTo>
                  <a:lnTo>
                    <a:pt x="206182" y="3116972"/>
                  </a:lnTo>
                  <a:lnTo>
                    <a:pt x="205326" y="3116972"/>
                  </a:lnTo>
                  <a:lnTo>
                    <a:pt x="204471" y="3116972"/>
                  </a:lnTo>
                  <a:lnTo>
                    <a:pt x="203615" y="3116972"/>
                  </a:lnTo>
                  <a:lnTo>
                    <a:pt x="202759" y="3116972"/>
                  </a:lnTo>
                  <a:lnTo>
                    <a:pt x="201904" y="3116972"/>
                  </a:lnTo>
                  <a:lnTo>
                    <a:pt x="201048" y="3116972"/>
                  </a:lnTo>
                  <a:lnTo>
                    <a:pt x="200193" y="3116972"/>
                  </a:lnTo>
                  <a:lnTo>
                    <a:pt x="199337" y="3116972"/>
                  </a:lnTo>
                  <a:lnTo>
                    <a:pt x="198482" y="3116972"/>
                  </a:lnTo>
                  <a:lnTo>
                    <a:pt x="197626" y="3116972"/>
                  </a:lnTo>
                  <a:lnTo>
                    <a:pt x="196771" y="3116972"/>
                  </a:lnTo>
                  <a:lnTo>
                    <a:pt x="195915" y="3116972"/>
                  </a:lnTo>
                  <a:lnTo>
                    <a:pt x="195060" y="3116972"/>
                  </a:lnTo>
                  <a:lnTo>
                    <a:pt x="194204" y="3116972"/>
                  </a:lnTo>
                  <a:lnTo>
                    <a:pt x="193349" y="3116972"/>
                  </a:lnTo>
                  <a:lnTo>
                    <a:pt x="192493" y="3116972"/>
                  </a:lnTo>
                  <a:lnTo>
                    <a:pt x="191638" y="3116972"/>
                  </a:lnTo>
                  <a:lnTo>
                    <a:pt x="190782" y="3116972"/>
                  </a:lnTo>
                  <a:lnTo>
                    <a:pt x="189927" y="3116972"/>
                  </a:lnTo>
                  <a:lnTo>
                    <a:pt x="189071" y="3116972"/>
                  </a:lnTo>
                  <a:lnTo>
                    <a:pt x="188215" y="3116972"/>
                  </a:lnTo>
                  <a:lnTo>
                    <a:pt x="187360" y="3116972"/>
                  </a:lnTo>
                  <a:lnTo>
                    <a:pt x="186504" y="3116972"/>
                  </a:lnTo>
                  <a:lnTo>
                    <a:pt x="185649" y="3116972"/>
                  </a:lnTo>
                  <a:lnTo>
                    <a:pt x="184793" y="3116972"/>
                  </a:lnTo>
                  <a:lnTo>
                    <a:pt x="183938" y="3116972"/>
                  </a:lnTo>
                  <a:lnTo>
                    <a:pt x="183082" y="3116972"/>
                  </a:lnTo>
                  <a:lnTo>
                    <a:pt x="182227" y="3116972"/>
                  </a:lnTo>
                  <a:lnTo>
                    <a:pt x="181371" y="3116972"/>
                  </a:lnTo>
                  <a:lnTo>
                    <a:pt x="180516" y="3116972"/>
                  </a:lnTo>
                  <a:lnTo>
                    <a:pt x="179660" y="3116972"/>
                  </a:lnTo>
                  <a:lnTo>
                    <a:pt x="178805" y="3116972"/>
                  </a:lnTo>
                  <a:lnTo>
                    <a:pt x="177949" y="3116972"/>
                  </a:lnTo>
                  <a:lnTo>
                    <a:pt x="177094" y="3116972"/>
                  </a:lnTo>
                  <a:lnTo>
                    <a:pt x="176238" y="3116972"/>
                  </a:lnTo>
                  <a:lnTo>
                    <a:pt x="175383" y="3116972"/>
                  </a:lnTo>
                  <a:lnTo>
                    <a:pt x="174527" y="3116972"/>
                  </a:lnTo>
                  <a:lnTo>
                    <a:pt x="173672" y="3116972"/>
                  </a:lnTo>
                  <a:lnTo>
                    <a:pt x="172816" y="3116972"/>
                  </a:lnTo>
                  <a:lnTo>
                    <a:pt x="171960" y="3116972"/>
                  </a:lnTo>
                  <a:lnTo>
                    <a:pt x="171105" y="3116972"/>
                  </a:lnTo>
                  <a:lnTo>
                    <a:pt x="170249" y="3116972"/>
                  </a:lnTo>
                  <a:lnTo>
                    <a:pt x="169394" y="3116972"/>
                  </a:lnTo>
                  <a:lnTo>
                    <a:pt x="168538" y="3116972"/>
                  </a:lnTo>
                  <a:lnTo>
                    <a:pt x="167683" y="3116972"/>
                  </a:lnTo>
                  <a:lnTo>
                    <a:pt x="166827" y="3116972"/>
                  </a:lnTo>
                  <a:lnTo>
                    <a:pt x="165972" y="3116972"/>
                  </a:lnTo>
                  <a:lnTo>
                    <a:pt x="165116" y="3116972"/>
                  </a:lnTo>
                  <a:lnTo>
                    <a:pt x="164261" y="3116972"/>
                  </a:lnTo>
                  <a:lnTo>
                    <a:pt x="163405" y="3116972"/>
                  </a:lnTo>
                  <a:lnTo>
                    <a:pt x="162550" y="3116972"/>
                  </a:lnTo>
                  <a:lnTo>
                    <a:pt x="161694" y="3116972"/>
                  </a:lnTo>
                  <a:lnTo>
                    <a:pt x="160839" y="3116972"/>
                  </a:lnTo>
                  <a:lnTo>
                    <a:pt x="159983" y="3116972"/>
                  </a:lnTo>
                  <a:lnTo>
                    <a:pt x="159128" y="3116972"/>
                  </a:lnTo>
                  <a:lnTo>
                    <a:pt x="158272" y="3116972"/>
                  </a:lnTo>
                  <a:lnTo>
                    <a:pt x="157417" y="3116972"/>
                  </a:lnTo>
                  <a:lnTo>
                    <a:pt x="156561" y="3116972"/>
                  </a:lnTo>
                  <a:lnTo>
                    <a:pt x="155705" y="3116972"/>
                  </a:lnTo>
                  <a:lnTo>
                    <a:pt x="154850" y="3116972"/>
                  </a:lnTo>
                  <a:lnTo>
                    <a:pt x="153994" y="3116972"/>
                  </a:lnTo>
                  <a:lnTo>
                    <a:pt x="153139" y="3116972"/>
                  </a:lnTo>
                  <a:lnTo>
                    <a:pt x="152283" y="3116972"/>
                  </a:lnTo>
                  <a:lnTo>
                    <a:pt x="151428" y="3116972"/>
                  </a:lnTo>
                  <a:lnTo>
                    <a:pt x="150572" y="3116972"/>
                  </a:lnTo>
                  <a:lnTo>
                    <a:pt x="149717" y="3116972"/>
                  </a:lnTo>
                  <a:lnTo>
                    <a:pt x="148861" y="3116972"/>
                  </a:lnTo>
                  <a:lnTo>
                    <a:pt x="148006" y="3116972"/>
                  </a:lnTo>
                  <a:lnTo>
                    <a:pt x="147150" y="3116972"/>
                  </a:lnTo>
                  <a:lnTo>
                    <a:pt x="146295" y="3116972"/>
                  </a:lnTo>
                  <a:lnTo>
                    <a:pt x="145439" y="3116972"/>
                  </a:lnTo>
                  <a:lnTo>
                    <a:pt x="144584" y="3116972"/>
                  </a:lnTo>
                  <a:lnTo>
                    <a:pt x="143728" y="3116972"/>
                  </a:lnTo>
                  <a:lnTo>
                    <a:pt x="142873" y="3116972"/>
                  </a:lnTo>
                  <a:lnTo>
                    <a:pt x="142017" y="3116972"/>
                  </a:lnTo>
                  <a:lnTo>
                    <a:pt x="141161" y="3116972"/>
                  </a:lnTo>
                  <a:lnTo>
                    <a:pt x="140306" y="3116972"/>
                  </a:lnTo>
                  <a:lnTo>
                    <a:pt x="139450" y="3116972"/>
                  </a:lnTo>
                  <a:lnTo>
                    <a:pt x="138595" y="3116972"/>
                  </a:lnTo>
                  <a:lnTo>
                    <a:pt x="137739" y="3116972"/>
                  </a:lnTo>
                  <a:lnTo>
                    <a:pt x="136884" y="3116972"/>
                  </a:lnTo>
                  <a:lnTo>
                    <a:pt x="136028" y="3116972"/>
                  </a:lnTo>
                  <a:lnTo>
                    <a:pt x="135173" y="3116972"/>
                  </a:lnTo>
                  <a:lnTo>
                    <a:pt x="134317" y="3116972"/>
                  </a:lnTo>
                  <a:lnTo>
                    <a:pt x="133462" y="3116972"/>
                  </a:lnTo>
                  <a:lnTo>
                    <a:pt x="132606" y="3116972"/>
                  </a:lnTo>
                  <a:lnTo>
                    <a:pt x="131751" y="3116972"/>
                  </a:lnTo>
                  <a:lnTo>
                    <a:pt x="130895" y="3116972"/>
                  </a:lnTo>
                  <a:lnTo>
                    <a:pt x="130040" y="3116972"/>
                  </a:lnTo>
                  <a:lnTo>
                    <a:pt x="129184" y="3116972"/>
                  </a:lnTo>
                  <a:lnTo>
                    <a:pt x="128329" y="3116972"/>
                  </a:lnTo>
                  <a:lnTo>
                    <a:pt x="127473" y="3116972"/>
                  </a:lnTo>
                  <a:lnTo>
                    <a:pt x="126618" y="3116972"/>
                  </a:lnTo>
                  <a:lnTo>
                    <a:pt x="125762" y="3116972"/>
                  </a:lnTo>
                  <a:lnTo>
                    <a:pt x="124906" y="3116972"/>
                  </a:lnTo>
                  <a:lnTo>
                    <a:pt x="124051" y="3116972"/>
                  </a:lnTo>
                  <a:lnTo>
                    <a:pt x="123195" y="3116972"/>
                  </a:lnTo>
                  <a:lnTo>
                    <a:pt x="122340" y="3116972"/>
                  </a:lnTo>
                  <a:lnTo>
                    <a:pt x="121484" y="3116972"/>
                  </a:lnTo>
                  <a:lnTo>
                    <a:pt x="120629" y="3116972"/>
                  </a:lnTo>
                  <a:lnTo>
                    <a:pt x="119773" y="3116972"/>
                  </a:lnTo>
                  <a:lnTo>
                    <a:pt x="118918" y="3116972"/>
                  </a:lnTo>
                  <a:lnTo>
                    <a:pt x="118062" y="3116972"/>
                  </a:lnTo>
                  <a:lnTo>
                    <a:pt x="117207" y="3116972"/>
                  </a:lnTo>
                  <a:lnTo>
                    <a:pt x="116351" y="3116972"/>
                  </a:lnTo>
                  <a:lnTo>
                    <a:pt x="115496" y="3116972"/>
                  </a:lnTo>
                  <a:lnTo>
                    <a:pt x="114640" y="3116972"/>
                  </a:lnTo>
                  <a:lnTo>
                    <a:pt x="113785" y="3116972"/>
                  </a:lnTo>
                  <a:lnTo>
                    <a:pt x="112929" y="3116972"/>
                  </a:lnTo>
                  <a:lnTo>
                    <a:pt x="112074" y="3116972"/>
                  </a:lnTo>
                  <a:lnTo>
                    <a:pt x="111218" y="3116972"/>
                  </a:lnTo>
                  <a:lnTo>
                    <a:pt x="110363" y="3116972"/>
                  </a:lnTo>
                  <a:lnTo>
                    <a:pt x="109507" y="3116972"/>
                  </a:lnTo>
                  <a:lnTo>
                    <a:pt x="108651" y="3116972"/>
                  </a:lnTo>
                  <a:lnTo>
                    <a:pt x="107796" y="3116972"/>
                  </a:lnTo>
                  <a:lnTo>
                    <a:pt x="106940" y="3116972"/>
                  </a:lnTo>
                  <a:lnTo>
                    <a:pt x="106085" y="3116972"/>
                  </a:lnTo>
                  <a:lnTo>
                    <a:pt x="105229" y="3116972"/>
                  </a:lnTo>
                  <a:lnTo>
                    <a:pt x="104374" y="3116972"/>
                  </a:lnTo>
                  <a:lnTo>
                    <a:pt x="103518" y="3116972"/>
                  </a:lnTo>
                  <a:lnTo>
                    <a:pt x="102663" y="3116972"/>
                  </a:lnTo>
                  <a:lnTo>
                    <a:pt x="101807" y="3116972"/>
                  </a:lnTo>
                  <a:lnTo>
                    <a:pt x="100952" y="3116972"/>
                  </a:lnTo>
                  <a:lnTo>
                    <a:pt x="100096" y="3116972"/>
                  </a:lnTo>
                  <a:lnTo>
                    <a:pt x="99241" y="3116972"/>
                  </a:lnTo>
                  <a:lnTo>
                    <a:pt x="98385" y="3116972"/>
                  </a:lnTo>
                  <a:lnTo>
                    <a:pt x="97530" y="3116972"/>
                  </a:lnTo>
                  <a:lnTo>
                    <a:pt x="96674" y="3116972"/>
                  </a:lnTo>
                  <a:lnTo>
                    <a:pt x="95819" y="3116972"/>
                  </a:lnTo>
                  <a:lnTo>
                    <a:pt x="94963" y="3116972"/>
                  </a:lnTo>
                  <a:lnTo>
                    <a:pt x="94107" y="3116972"/>
                  </a:lnTo>
                  <a:lnTo>
                    <a:pt x="93252" y="3116972"/>
                  </a:lnTo>
                  <a:lnTo>
                    <a:pt x="92396" y="3116972"/>
                  </a:lnTo>
                  <a:lnTo>
                    <a:pt x="91541" y="3116972"/>
                  </a:lnTo>
                  <a:lnTo>
                    <a:pt x="90685" y="3116972"/>
                  </a:lnTo>
                  <a:lnTo>
                    <a:pt x="89830" y="3116972"/>
                  </a:lnTo>
                  <a:lnTo>
                    <a:pt x="88974" y="3116972"/>
                  </a:lnTo>
                  <a:lnTo>
                    <a:pt x="88119" y="3116972"/>
                  </a:lnTo>
                  <a:lnTo>
                    <a:pt x="87263" y="3116972"/>
                  </a:lnTo>
                  <a:lnTo>
                    <a:pt x="86408" y="3116972"/>
                  </a:lnTo>
                  <a:lnTo>
                    <a:pt x="85552" y="3116972"/>
                  </a:lnTo>
                  <a:lnTo>
                    <a:pt x="84697" y="3116972"/>
                  </a:lnTo>
                  <a:lnTo>
                    <a:pt x="83841" y="3116972"/>
                  </a:lnTo>
                  <a:lnTo>
                    <a:pt x="82986" y="3116972"/>
                  </a:lnTo>
                  <a:lnTo>
                    <a:pt x="82130" y="3116972"/>
                  </a:lnTo>
                  <a:lnTo>
                    <a:pt x="81275" y="3116972"/>
                  </a:lnTo>
                  <a:lnTo>
                    <a:pt x="80419" y="3116972"/>
                  </a:lnTo>
                  <a:lnTo>
                    <a:pt x="79564" y="3116972"/>
                  </a:lnTo>
                  <a:lnTo>
                    <a:pt x="78708" y="3116972"/>
                  </a:lnTo>
                  <a:lnTo>
                    <a:pt x="77852" y="3116972"/>
                  </a:lnTo>
                  <a:lnTo>
                    <a:pt x="76997" y="3116972"/>
                  </a:lnTo>
                  <a:lnTo>
                    <a:pt x="76141" y="3116972"/>
                  </a:lnTo>
                  <a:lnTo>
                    <a:pt x="75286" y="3116972"/>
                  </a:lnTo>
                  <a:lnTo>
                    <a:pt x="74430" y="3116972"/>
                  </a:lnTo>
                  <a:lnTo>
                    <a:pt x="73575" y="3116972"/>
                  </a:lnTo>
                  <a:lnTo>
                    <a:pt x="72719" y="3116972"/>
                  </a:lnTo>
                  <a:lnTo>
                    <a:pt x="71864" y="3116972"/>
                  </a:lnTo>
                  <a:lnTo>
                    <a:pt x="71008" y="3116972"/>
                  </a:lnTo>
                  <a:lnTo>
                    <a:pt x="70153" y="3116972"/>
                  </a:lnTo>
                  <a:lnTo>
                    <a:pt x="69297" y="3116972"/>
                  </a:lnTo>
                  <a:lnTo>
                    <a:pt x="68442" y="3116972"/>
                  </a:lnTo>
                  <a:lnTo>
                    <a:pt x="67586" y="3116972"/>
                  </a:lnTo>
                  <a:lnTo>
                    <a:pt x="66731" y="3116972"/>
                  </a:lnTo>
                  <a:lnTo>
                    <a:pt x="65875" y="3116972"/>
                  </a:lnTo>
                  <a:lnTo>
                    <a:pt x="65020" y="3116972"/>
                  </a:lnTo>
                  <a:lnTo>
                    <a:pt x="64164" y="3116972"/>
                  </a:lnTo>
                  <a:lnTo>
                    <a:pt x="63309" y="3116972"/>
                  </a:lnTo>
                  <a:lnTo>
                    <a:pt x="62453" y="3116972"/>
                  </a:lnTo>
                  <a:lnTo>
                    <a:pt x="61597" y="3116972"/>
                  </a:lnTo>
                  <a:lnTo>
                    <a:pt x="60742" y="3116972"/>
                  </a:lnTo>
                  <a:lnTo>
                    <a:pt x="59886" y="3116972"/>
                  </a:lnTo>
                  <a:lnTo>
                    <a:pt x="59031" y="3116972"/>
                  </a:lnTo>
                  <a:lnTo>
                    <a:pt x="58175" y="3116972"/>
                  </a:lnTo>
                  <a:lnTo>
                    <a:pt x="57320" y="3116972"/>
                  </a:lnTo>
                  <a:lnTo>
                    <a:pt x="56464" y="3116972"/>
                  </a:lnTo>
                  <a:lnTo>
                    <a:pt x="55609" y="3116972"/>
                  </a:lnTo>
                  <a:lnTo>
                    <a:pt x="54753" y="3116972"/>
                  </a:lnTo>
                  <a:lnTo>
                    <a:pt x="53898" y="3116972"/>
                  </a:lnTo>
                  <a:lnTo>
                    <a:pt x="53042" y="3116972"/>
                  </a:lnTo>
                  <a:lnTo>
                    <a:pt x="52187" y="3116972"/>
                  </a:lnTo>
                  <a:lnTo>
                    <a:pt x="51331" y="3116972"/>
                  </a:lnTo>
                  <a:lnTo>
                    <a:pt x="50476" y="3116972"/>
                  </a:lnTo>
                  <a:lnTo>
                    <a:pt x="49620" y="3116972"/>
                  </a:lnTo>
                  <a:lnTo>
                    <a:pt x="48765" y="3116972"/>
                  </a:lnTo>
                  <a:lnTo>
                    <a:pt x="47909" y="3116972"/>
                  </a:lnTo>
                  <a:lnTo>
                    <a:pt x="47053" y="3116972"/>
                  </a:lnTo>
                  <a:lnTo>
                    <a:pt x="46198" y="3116972"/>
                  </a:lnTo>
                  <a:lnTo>
                    <a:pt x="45342" y="3116972"/>
                  </a:lnTo>
                  <a:lnTo>
                    <a:pt x="44487" y="3116972"/>
                  </a:lnTo>
                  <a:lnTo>
                    <a:pt x="43631" y="3116972"/>
                  </a:lnTo>
                  <a:lnTo>
                    <a:pt x="42776" y="3116972"/>
                  </a:lnTo>
                  <a:lnTo>
                    <a:pt x="41920" y="3116972"/>
                  </a:lnTo>
                  <a:lnTo>
                    <a:pt x="41065" y="3116972"/>
                  </a:lnTo>
                  <a:lnTo>
                    <a:pt x="40209" y="3116972"/>
                  </a:lnTo>
                  <a:lnTo>
                    <a:pt x="39354" y="3116972"/>
                  </a:lnTo>
                  <a:lnTo>
                    <a:pt x="38498" y="3116972"/>
                  </a:lnTo>
                  <a:lnTo>
                    <a:pt x="37643" y="3116972"/>
                  </a:lnTo>
                  <a:lnTo>
                    <a:pt x="36787" y="3116972"/>
                  </a:lnTo>
                  <a:lnTo>
                    <a:pt x="35932" y="3116972"/>
                  </a:lnTo>
                  <a:lnTo>
                    <a:pt x="35076" y="3116972"/>
                  </a:lnTo>
                  <a:lnTo>
                    <a:pt x="34221" y="3116972"/>
                  </a:lnTo>
                  <a:lnTo>
                    <a:pt x="33365" y="3116972"/>
                  </a:lnTo>
                  <a:lnTo>
                    <a:pt x="32510" y="3116972"/>
                  </a:lnTo>
                  <a:lnTo>
                    <a:pt x="31654" y="3116972"/>
                  </a:lnTo>
                  <a:lnTo>
                    <a:pt x="30798" y="3116972"/>
                  </a:lnTo>
                  <a:lnTo>
                    <a:pt x="29943" y="3116972"/>
                  </a:lnTo>
                  <a:lnTo>
                    <a:pt x="29087" y="3116972"/>
                  </a:lnTo>
                  <a:lnTo>
                    <a:pt x="28232" y="3116972"/>
                  </a:lnTo>
                  <a:lnTo>
                    <a:pt x="27376" y="3116972"/>
                  </a:lnTo>
                  <a:lnTo>
                    <a:pt x="26521" y="3116972"/>
                  </a:lnTo>
                  <a:lnTo>
                    <a:pt x="25665" y="3116972"/>
                  </a:lnTo>
                  <a:lnTo>
                    <a:pt x="24810" y="3116972"/>
                  </a:lnTo>
                  <a:lnTo>
                    <a:pt x="23954" y="3116972"/>
                  </a:lnTo>
                  <a:lnTo>
                    <a:pt x="23099" y="3116972"/>
                  </a:lnTo>
                  <a:lnTo>
                    <a:pt x="22243" y="3116972"/>
                  </a:lnTo>
                  <a:lnTo>
                    <a:pt x="21388" y="3116972"/>
                  </a:lnTo>
                  <a:lnTo>
                    <a:pt x="20532" y="3116972"/>
                  </a:lnTo>
                  <a:lnTo>
                    <a:pt x="19677" y="3116972"/>
                  </a:lnTo>
                  <a:lnTo>
                    <a:pt x="18821" y="3116972"/>
                  </a:lnTo>
                  <a:lnTo>
                    <a:pt x="17966" y="3116972"/>
                  </a:lnTo>
                  <a:lnTo>
                    <a:pt x="17110" y="3116972"/>
                  </a:lnTo>
                  <a:lnTo>
                    <a:pt x="16255" y="3116972"/>
                  </a:lnTo>
                  <a:lnTo>
                    <a:pt x="15399" y="3116972"/>
                  </a:lnTo>
                  <a:lnTo>
                    <a:pt x="14543" y="3116972"/>
                  </a:lnTo>
                  <a:lnTo>
                    <a:pt x="13688" y="3116972"/>
                  </a:lnTo>
                  <a:lnTo>
                    <a:pt x="12832" y="3116972"/>
                  </a:lnTo>
                  <a:lnTo>
                    <a:pt x="11977" y="3116972"/>
                  </a:lnTo>
                  <a:lnTo>
                    <a:pt x="11121" y="3116972"/>
                  </a:lnTo>
                  <a:lnTo>
                    <a:pt x="10266" y="3116972"/>
                  </a:lnTo>
                  <a:lnTo>
                    <a:pt x="9410" y="3116972"/>
                  </a:lnTo>
                  <a:lnTo>
                    <a:pt x="8555" y="3116972"/>
                  </a:lnTo>
                  <a:lnTo>
                    <a:pt x="7699" y="3116972"/>
                  </a:lnTo>
                  <a:lnTo>
                    <a:pt x="6844" y="3116972"/>
                  </a:lnTo>
                  <a:lnTo>
                    <a:pt x="5988" y="3116972"/>
                  </a:lnTo>
                  <a:lnTo>
                    <a:pt x="5133" y="3116972"/>
                  </a:lnTo>
                  <a:lnTo>
                    <a:pt x="4277" y="3116972"/>
                  </a:lnTo>
                  <a:lnTo>
                    <a:pt x="3422" y="3116972"/>
                  </a:lnTo>
                  <a:lnTo>
                    <a:pt x="2566" y="3116972"/>
                  </a:lnTo>
                  <a:lnTo>
                    <a:pt x="1711" y="3116972"/>
                  </a:lnTo>
                  <a:lnTo>
                    <a:pt x="855" y="3116972"/>
                  </a:lnTo>
                  <a:lnTo>
                    <a:pt x="0" y="311697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2943383"/>
                  </a:moveTo>
                  <a:lnTo>
                    <a:pt x="855" y="2984382"/>
                  </a:lnTo>
                  <a:lnTo>
                    <a:pt x="1711" y="2997957"/>
                  </a:lnTo>
                  <a:lnTo>
                    <a:pt x="2566" y="3018929"/>
                  </a:lnTo>
                  <a:lnTo>
                    <a:pt x="3422" y="3051368"/>
                  </a:lnTo>
                  <a:lnTo>
                    <a:pt x="4277" y="3082351"/>
                  </a:lnTo>
                  <a:lnTo>
                    <a:pt x="5133" y="3111170"/>
                  </a:lnTo>
                  <a:lnTo>
                    <a:pt x="5988" y="3116834"/>
                  </a:lnTo>
                  <a:lnTo>
                    <a:pt x="6844" y="3074652"/>
                  </a:lnTo>
                  <a:lnTo>
                    <a:pt x="7699" y="2976051"/>
                  </a:lnTo>
                  <a:lnTo>
                    <a:pt x="8555" y="2900091"/>
                  </a:lnTo>
                  <a:lnTo>
                    <a:pt x="9410" y="2888812"/>
                  </a:lnTo>
                  <a:lnTo>
                    <a:pt x="10266" y="2888813"/>
                  </a:lnTo>
                  <a:lnTo>
                    <a:pt x="11121" y="2926945"/>
                  </a:lnTo>
                  <a:lnTo>
                    <a:pt x="11977" y="3017068"/>
                  </a:lnTo>
                  <a:lnTo>
                    <a:pt x="12832" y="3116972"/>
                  </a:lnTo>
                  <a:lnTo>
                    <a:pt x="12832" y="3116972"/>
                  </a:lnTo>
                  <a:lnTo>
                    <a:pt x="13688" y="3116972"/>
                  </a:lnTo>
                  <a:lnTo>
                    <a:pt x="14543" y="3116972"/>
                  </a:lnTo>
                  <a:lnTo>
                    <a:pt x="15399" y="3116972"/>
                  </a:lnTo>
                  <a:lnTo>
                    <a:pt x="16255" y="3116972"/>
                  </a:lnTo>
                  <a:lnTo>
                    <a:pt x="17110" y="3066479"/>
                  </a:lnTo>
                  <a:lnTo>
                    <a:pt x="17966" y="3026470"/>
                  </a:lnTo>
                  <a:lnTo>
                    <a:pt x="18821" y="3008302"/>
                  </a:lnTo>
                  <a:lnTo>
                    <a:pt x="19677" y="3003291"/>
                  </a:lnTo>
                  <a:lnTo>
                    <a:pt x="20532" y="3040246"/>
                  </a:lnTo>
                  <a:lnTo>
                    <a:pt x="21388" y="3060666"/>
                  </a:lnTo>
                  <a:lnTo>
                    <a:pt x="22243" y="3090461"/>
                  </a:lnTo>
                  <a:lnTo>
                    <a:pt x="23099" y="3116972"/>
                  </a:lnTo>
                  <a:lnTo>
                    <a:pt x="23099" y="3116972"/>
                  </a:lnTo>
                  <a:lnTo>
                    <a:pt x="23954" y="3116972"/>
                  </a:lnTo>
                  <a:lnTo>
                    <a:pt x="24810" y="3105345"/>
                  </a:lnTo>
                  <a:lnTo>
                    <a:pt x="25665" y="3058687"/>
                  </a:lnTo>
                  <a:lnTo>
                    <a:pt x="26521" y="3052868"/>
                  </a:lnTo>
                  <a:lnTo>
                    <a:pt x="27376" y="3036642"/>
                  </a:lnTo>
                  <a:lnTo>
                    <a:pt x="28232" y="3011078"/>
                  </a:lnTo>
                  <a:lnTo>
                    <a:pt x="29087" y="3011078"/>
                  </a:lnTo>
                  <a:lnTo>
                    <a:pt x="29943" y="3022795"/>
                  </a:lnTo>
                  <a:lnTo>
                    <a:pt x="30798" y="3069455"/>
                  </a:lnTo>
                  <a:lnTo>
                    <a:pt x="31654" y="3075273"/>
                  </a:lnTo>
                  <a:lnTo>
                    <a:pt x="32510" y="3072623"/>
                  </a:lnTo>
                  <a:lnTo>
                    <a:pt x="33365" y="3071586"/>
                  </a:lnTo>
                  <a:lnTo>
                    <a:pt x="34221" y="3071586"/>
                  </a:lnTo>
                  <a:lnTo>
                    <a:pt x="35076" y="3071586"/>
                  </a:lnTo>
                  <a:lnTo>
                    <a:pt x="35932" y="3071586"/>
                  </a:lnTo>
                  <a:lnTo>
                    <a:pt x="36787" y="3071586"/>
                  </a:lnTo>
                  <a:lnTo>
                    <a:pt x="37643" y="3071586"/>
                  </a:lnTo>
                  <a:lnTo>
                    <a:pt x="38498" y="3071586"/>
                  </a:lnTo>
                  <a:lnTo>
                    <a:pt x="39354" y="3071586"/>
                  </a:lnTo>
                  <a:lnTo>
                    <a:pt x="40209" y="3071586"/>
                  </a:lnTo>
                  <a:lnTo>
                    <a:pt x="41065" y="3071586"/>
                  </a:lnTo>
                  <a:lnTo>
                    <a:pt x="41920" y="3071586"/>
                  </a:lnTo>
                  <a:lnTo>
                    <a:pt x="42776" y="3071586"/>
                  </a:lnTo>
                  <a:lnTo>
                    <a:pt x="43631" y="3071586"/>
                  </a:lnTo>
                  <a:lnTo>
                    <a:pt x="44487" y="3071586"/>
                  </a:lnTo>
                  <a:lnTo>
                    <a:pt x="45342" y="3071586"/>
                  </a:lnTo>
                  <a:lnTo>
                    <a:pt x="46198" y="3071586"/>
                  </a:lnTo>
                  <a:lnTo>
                    <a:pt x="47053" y="3071586"/>
                  </a:lnTo>
                  <a:lnTo>
                    <a:pt x="47909" y="3071586"/>
                  </a:lnTo>
                  <a:lnTo>
                    <a:pt x="48765" y="3071586"/>
                  </a:lnTo>
                  <a:lnTo>
                    <a:pt x="49620" y="3071586"/>
                  </a:lnTo>
                  <a:lnTo>
                    <a:pt x="50476" y="3071586"/>
                  </a:lnTo>
                  <a:lnTo>
                    <a:pt x="51331" y="3071586"/>
                  </a:lnTo>
                  <a:lnTo>
                    <a:pt x="52187" y="3071586"/>
                  </a:lnTo>
                  <a:lnTo>
                    <a:pt x="53042" y="3071586"/>
                  </a:lnTo>
                  <a:lnTo>
                    <a:pt x="53898" y="3071586"/>
                  </a:lnTo>
                  <a:lnTo>
                    <a:pt x="54753" y="3071586"/>
                  </a:lnTo>
                  <a:lnTo>
                    <a:pt x="55609" y="3097650"/>
                  </a:lnTo>
                  <a:lnTo>
                    <a:pt x="56464" y="3116972"/>
                  </a:lnTo>
                  <a:lnTo>
                    <a:pt x="56464" y="3116972"/>
                  </a:lnTo>
                  <a:lnTo>
                    <a:pt x="57320" y="3116972"/>
                  </a:lnTo>
                  <a:lnTo>
                    <a:pt x="58175" y="3116972"/>
                  </a:lnTo>
                  <a:lnTo>
                    <a:pt x="59031" y="3092272"/>
                  </a:lnTo>
                  <a:lnTo>
                    <a:pt x="59886" y="3068713"/>
                  </a:lnTo>
                  <a:lnTo>
                    <a:pt x="60742" y="3017646"/>
                  </a:lnTo>
                  <a:lnTo>
                    <a:pt x="61597" y="2996465"/>
                  </a:lnTo>
                  <a:lnTo>
                    <a:pt x="62453" y="3000534"/>
                  </a:lnTo>
                  <a:lnTo>
                    <a:pt x="63309" y="2984858"/>
                  </a:lnTo>
                  <a:lnTo>
                    <a:pt x="64164" y="2997733"/>
                  </a:lnTo>
                  <a:lnTo>
                    <a:pt x="65020" y="3028307"/>
                  </a:lnTo>
                  <a:lnTo>
                    <a:pt x="65875" y="3069000"/>
                  </a:lnTo>
                  <a:lnTo>
                    <a:pt x="66731" y="3066412"/>
                  </a:lnTo>
                  <a:lnTo>
                    <a:pt x="67586" y="3053065"/>
                  </a:lnTo>
                  <a:lnTo>
                    <a:pt x="68442" y="3070166"/>
                  </a:lnTo>
                  <a:lnTo>
                    <a:pt x="69297" y="3105805"/>
                  </a:lnTo>
                  <a:lnTo>
                    <a:pt x="70153" y="3116972"/>
                  </a:lnTo>
                  <a:lnTo>
                    <a:pt x="70153" y="3116972"/>
                  </a:lnTo>
                  <a:lnTo>
                    <a:pt x="71008" y="3069919"/>
                  </a:lnTo>
                  <a:lnTo>
                    <a:pt x="71864" y="3040573"/>
                  </a:lnTo>
                  <a:lnTo>
                    <a:pt x="72719" y="3071293"/>
                  </a:lnTo>
                  <a:lnTo>
                    <a:pt x="73575" y="3116302"/>
                  </a:lnTo>
                  <a:lnTo>
                    <a:pt x="74430" y="3084711"/>
                  </a:lnTo>
                  <a:lnTo>
                    <a:pt x="75286" y="3010047"/>
                  </a:lnTo>
                  <a:lnTo>
                    <a:pt x="76141" y="2997007"/>
                  </a:lnTo>
                  <a:lnTo>
                    <a:pt x="76997" y="3013282"/>
                  </a:lnTo>
                  <a:lnTo>
                    <a:pt x="77852" y="2991844"/>
                  </a:lnTo>
                  <a:lnTo>
                    <a:pt x="78708" y="2946836"/>
                  </a:lnTo>
                  <a:lnTo>
                    <a:pt x="79564" y="2954912"/>
                  </a:lnTo>
                  <a:lnTo>
                    <a:pt x="80419" y="3008298"/>
                  </a:lnTo>
                  <a:lnTo>
                    <a:pt x="81275" y="3058112"/>
                  </a:lnTo>
                  <a:lnTo>
                    <a:pt x="82130" y="3101188"/>
                  </a:lnTo>
                  <a:lnTo>
                    <a:pt x="82986" y="3116918"/>
                  </a:lnTo>
                  <a:lnTo>
                    <a:pt x="83841" y="3110249"/>
                  </a:lnTo>
                  <a:lnTo>
                    <a:pt x="84697" y="3064352"/>
                  </a:lnTo>
                  <a:lnTo>
                    <a:pt x="85552" y="2977888"/>
                  </a:lnTo>
                  <a:lnTo>
                    <a:pt x="86408" y="2926409"/>
                  </a:lnTo>
                  <a:lnTo>
                    <a:pt x="87263" y="2889951"/>
                  </a:lnTo>
                  <a:lnTo>
                    <a:pt x="88119" y="2828715"/>
                  </a:lnTo>
                  <a:lnTo>
                    <a:pt x="88974" y="2812117"/>
                  </a:lnTo>
                  <a:lnTo>
                    <a:pt x="89830" y="2854263"/>
                  </a:lnTo>
                  <a:lnTo>
                    <a:pt x="90685" y="2921806"/>
                  </a:lnTo>
                  <a:lnTo>
                    <a:pt x="91541" y="2970082"/>
                  </a:lnTo>
                  <a:lnTo>
                    <a:pt x="92396" y="2979256"/>
                  </a:lnTo>
                  <a:lnTo>
                    <a:pt x="93252" y="2994565"/>
                  </a:lnTo>
                  <a:lnTo>
                    <a:pt x="94107" y="2931782"/>
                  </a:lnTo>
                  <a:lnTo>
                    <a:pt x="94963" y="2860336"/>
                  </a:lnTo>
                  <a:lnTo>
                    <a:pt x="95819" y="2843802"/>
                  </a:lnTo>
                  <a:lnTo>
                    <a:pt x="96674" y="2835133"/>
                  </a:lnTo>
                  <a:lnTo>
                    <a:pt x="97530" y="2812174"/>
                  </a:lnTo>
                  <a:lnTo>
                    <a:pt x="98385" y="2735610"/>
                  </a:lnTo>
                  <a:lnTo>
                    <a:pt x="99241" y="2693823"/>
                  </a:lnTo>
                  <a:lnTo>
                    <a:pt x="100096" y="2711969"/>
                  </a:lnTo>
                  <a:lnTo>
                    <a:pt x="100952" y="2713078"/>
                  </a:lnTo>
                  <a:lnTo>
                    <a:pt x="101807" y="2688622"/>
                  </a:lnTo>
                  <a:lnTo>
                    <a:pt x="102663" y="2709793"/>
                  </a:lnTo>
                  <a:lnTo>
                    <a:pt x="103518" y="2816555"/>
                  </a:lnTo>
                  <a:lnTo>
                    <a:pt x="104374" y="2944390"/>
                  </a:lnTo>
                  <a:lnTo>
                    <a:pt x="105229" y="3001442"/>
                  </a:lnTo>
                  <a:lnTo>
                    <a:pt x="106085" y="3035787"/>
                  </a:lnTo>
                  <a:lnTo>
                    <a:pt x="106940" y="3069796"/>
                  </a:lnTo>
                  <a:lnTo>
                    <a:pt x="107796" y="3071586"/>
                  </a:lnTo>
                  <a:lnTo>
                    <a:pt x="108651" y="3071586"/>
                  </a:lnTo>
                  <a:lnTo>
                    <a:pt x="109507" y="3071586"/>
                  </a:lnTo>
                  <a:lnTo>
                    <a:pt x="110363" y="3039394"/>
                  </a:lnTo>
                  <a:lnTo>
                    <a:pt x="111218" y="3000659"/>
                  </a:lnTo>
                  <a:lnTo>
                    <a:pt x="112074" y="3000660"/>
                  </a:lnTo>
                  <a:lnTo>
                    <a:pt x="112929" y="3000660"/>
                  </a:lnTo>
                  <a:lnTo>
                    <a:pt x="113785" y="2980773"/>
                  </a:lnTo>
                  <a:lnTo>
                    <a:pt x="114640" y="2958938"/>
                  </a:lnTo>
                  <a:lnTo>
                    <a:pt x="115496" y="3022138"/>
                  </a:lnTo>
                  <a:lnTo>
                    <a:pt x="116351" y="3054534"/>
                  </a:lnTo>
                  <a:lnTo>
                    <a:pt x="117207" y="3016194"/>
                  </a:lnTo>
                  <a:lnTo>
                    <a:pt x="118062" y="3008294"/>
                  </a:lnTo>
                  <a:lnTo>
                    <a:pt x="118918" y="3028179"/>
                  </a:lnTo>
                  <a:lnTo>
                    <a:pt x="119773" y="3050015"/>
                  </a:lnTo>
                  <a:lnTo>
                    <a:pt x="120629" y="2987517"/>
                  </a:lnTo>
                  <a:lnTo>
                    <a:pt x="121484" y="2980403"/>
                  </a:lnTo>
                  <a:lnTo>
                    <a:pt x="122340" y="3018271"/>
                  </a:lnTo>
                  <a:lnTo>
                    <a:pt x="123195" y="2989683"/>
                  </a:lnTo>
                  <a:lnTo>
                    <a:pt x="124051" y="2947717"/>
                  </a:lnTo>
                  <a:lnTo>
                    <a:pt x="124906" y="2901056"/>
                  </a:lnTo>
                  <a:lnTo>
                    <a:pt x="125762" y="2896148"/>
                  </a:lnTo>
                  <a:lnTo>
                    <a:pt x="126618" y="2865518"/>
                  </a:lnTo>
                  <a:lnTo>
                    <a:pt x="127473" y="2863354"/>
                  </a:lnTo>
                  <a:lnTo>
                    <a:pt x="128329" y="2917587"/>
                  </a:lnTo>
                  <a:lnTo>
                    <a:pt x="129184" y="2986749"/>
                  </a:lnTo>
                  <a:lnTo>
                    <a:pt x="130040" y="3030194"/>
                  </a:lnTo>
                  <a:lnTo>
                    <a:pt x="130895" y="3009298"/>
                  </a:lnTo>
                  <a:lnTo>
                    <a:pt x="131751" y="2937882"/>
                  </a:lnTo>
                  <a:lnTo>
                    <a:pt x="132606" y="2831675"/>
                  </a:lnTo>
                  <a:lnTo>
                    <a:pt x="133462" y="2715748"/>
                  </a:lnTo>
                  <a:lnTo>
                    <a:pt x="134317" y="2644652"/>
                  </a:lnTo>
                  <a:lnTo>
                    <a:pt x="135173" y="2602595"/>
                  </a:lnTo>
                  <a:lnTo>
                    <a:pt x="136028" y="2631727"/>
                  </a:lnTo>
                  <a:lnTo>
                    <a:pt x="136884" y="2746306"/>
                  </a:lnTo>
                  <a:lnTo>
                    <a:pt x="137739" y="2855148"/>
                  </a:lnTo>
                  <a:lnTo>
                    <a:pt x="138595" y="2955343"/>
                  </a:lnTo>
                  <a:lnTo>
                    <a:pt x="139450" y="3025985"/>
                  </a:lnTo>
                  <a:lnTo>
                    <a:pt x="140306" y="3091764"/>
                  </a:lnTo>
                  <a:lnTo>
                    <a:pt x="141161" y="3100231"/>
                  </a:lnTo>
                  <a:lnTo>
                    <a:pt x="142017" y="3045763"/>
                  </a:lnTo>
                  <a:lnTo>
                    <a:pt x="142873" y="2987277"/>
                  </a:lnTo>
                  <a:lnTo>
                    <a:pt x="143728" y="2936646"/>
                  </a:lnTo>
                  <a:lnTo>
                    <a:pt x="144584" y="2876598"/>
                  </a:lnTo>
                  <a:lnTo>
                    <a:pt x="145439" y="2834319"/>
                  </a:lnTo>
                  <a:lnTo>
                    <a:pt x="146295" y="2854016"/>
                  </a:lnTo>
                  <a:lnTo>
                    <a:pt x="147150" y="2909406"/>
                  </a:lnTo>
                  <a:lnTo>
                    <a:pt x="148006" y="2978133"/>
                  </a:lnTo>
                  <a:lnTo>
                    <a:pt x="148861" y="3038484"/>
                  </a:lnTo>
                  <a:lnTo>
                    <a:pt x="149717" y="3053657"/>
                  </a:lnTo>
                  <a:lnTo>
                    <a:pt x="150572" y="3074892"/>
                  </a:lnTo>
                  <a:lnTo>
                    <a:pt x="151428" y="3074893"/>
                  </a:lnTo>
                  <a:lnTo>
                    <a:pt x="152283" y="3090897"/>
                  </a:lnTo>
                  <a:lnTo>
                    <a:pt x="153139" y="3063889"/>
                  </a:lnTo>
                  <a:lnTo>
                    <a:pt x="153994" y="2971661"/>
                  </a:lnTo>
                  <a:lnTo>
                    <a:pt x="154850" y="2953984"/>
                  </a:lnTo>
                  <a:lnTo>
                    <a:pt x="155705" y="2953095"/>
                  </a:lnTo>
                  <a:lnTo>
                    <a:pt x="156561" y="2953095"/>
                  </a:lnTo>
                  <a:lnTo>
                    <a:pt x="157417" y="2937091"/>
                  </a:lnTo>
                  <a:lnTo>
                    <a:pt x="158272" y="2953858"/>
                  </a:lnTo>
                  <a:lnTo>
                    <a:pt x="159128" y="3034355"/>
                  </a:lnTo>
                  <a:lnTo>
                    <a:pt x="159983" y="3074574"/>
                  </a:lnTo>
                  <a:lnTo>
                    <a:pt x="160839" y="3103648"/>
                  </a:lnTo>
                  <a:lnTo>
                    <a:pt x="161694" y="3116972"/>
                  </a:lnTo>
                  <a:lnTo>
                    <a:pt x="161694" y="3116972"/>
                  </a:lnTo>
                  <a:lnTo>
                    <a:pt x="162550" y="3116972"/>
                  </a:lnTo>
                  <a:lnTo>
                    <a:pt x="163405" y="3044740"/>
                  </a:lnTo>
                  <a:lnTo>
                    <a:pt x="164261" y="2940974"/>
                  </a:lnTo>
                  <a:lnTo>
                    <a:pt x="165116" y="2903084"/>
                  </a:lnTo>
                  <a:lnTo>
                    <a:pt x="165972" y="2886794"/>
                  </a:lnTo>
                  <a:lnTo>
                    <a:pt x="166827" y="2873631"/>
                  </a:lnTo>
                  <a:lnTo>
                    <a:pt x="167683" y="2873631"/>
                  </a:lnTo>
                  <a:lnTo>
                    <a:pt x="168538" y="2947876"/>
                  </a:lnTo>
                  <a:lnTo>
                    <a:pt x="169394" y="3051643"/>
                  </a:lnTo>
                  <a:lnTo>
                    <a:pt x="170249" y="3085121"/>
                  </a:lnTo>
                  <a:lnTo>
                    <a:pt x="171105" y="3089345"/>
                  </a:lnTo>
                  <a:lnTo>
                    <a:pt x="171960" y="3114454"/>
                  </a:lnTo>
                  <a:lnTo>
                    <a:pt x="172816" y="3078081"/>
                  </a:lnTo>
                  <a:lnTo>
                    <a:pt x="173672" y="2992627"/>
                  </a:lnTo>
                  <a:lnTo>
                    <a:pt x="174527" y="2943646"/>
                  </a:lnTo>
                  <a:lnTo>
                    <a:pt x="175383" y="2930823"/>
                  </a:lnTo>
                  <a:lnTo>
                    <a:pt x="176238" y="2890925"/>
                  </a:lnTo>
                  <a:lnTo>
                    <a:pt x="177094" y="2823516"/>
                  </a:lnTo>
                  <a:lnTo>
                    <a:pt x="177949" y="2813230"/>
                  </a:lnTo>
                  <a:lnTo>
                    <a:pt x="178805" y="2888616"/>
                  </a:lnTo>
                  <a:lnTo>
                    <a:pt x="179660" y="2937599"/>
                  </a:lnTo>
                  <a:lnTo>
                    <a:pt x="180516" y="2950422"/>
                  </a:lnTo>
                  <a:lnTo>
                    <a:pt x="181371" y="2942660"/>
                  </a:lnTo>
                  <a:lnTo>
                    <a:pt x="182227" y="2899875"/>
                  </a:lnTo>
                  <a:lnTo>
                    <a:pt x="183082" y="2934928"/>
                  </a:lnTo>
                  <a:lnTo>
                    <a:pt x="183938" y="2944995"/>
                  </a:lnTo>
                  <a:lnTo>
                    <a:pt x="184793" y="2944996"/>
                  </a:lnTo>
                  <a:lnTo>
                    <a:pt x="185649" y="2933402"/>
                  </a:lnTo>
                  <a:lnTo>
                    <a:pt x="186504" y="2905304"/>
                  </a:lnTo>
                  <a:lnTo>
                    <a:pt x="187360" y="2939005"/>
                  </a:lnTo>
                  <a:lnTo>
                    <a:pt x="188215" y="2843525"/>
                  </a:lnTo>
                  <a:lnTo>
                    <a:pt x="189071" y="2765872"/>
                  </a:lnTo>
                  <a:lnTo>
                    <a:pt x="189927" y="2788894"/>
                  </a:lnTo>
                  <a:lnTo>
                    <a:pt x="190782" y="2824312"/>
                  </a:lnTo>
                  <a:lnTo>
                    <a:pt x="191638" y="2884481"/>
                  </a:lnTo>
                  <a:lnTo>
                    <a:pt x="192493" y="2941701"/>
                  </a:lnTo>
                  <a:lnTo>
                    <a:pt x="193349" y="3052408"/>
                  </a:lnTo>
                  <a:lnTo>
                    <a:pt x="194204" y="3116972"/>
                  </a:lnTo>
                  <a:lnTo>
                    <a:pt x="194204" y="3116972"/>
                  </a:lnTo>
                  <a:lnTo>
                    <a:pt x="195060" y="3101697"/>
                  </a:lnTo>
                  <a:lnTo>
                    <a:pt x="195915" y="3075107"/>
                  </a:lnTo>
                  <a:lnTo>
                    <a:pt x="196771" y="3021401"/>
                  </a:lnTo>
                  <a:lnTo>
                    <a:pt x="197626" y="2951204"/>
                  </a:lnTo>
                  <a:lnTo>
                    <a:pt x="198482" y="2921815"/>
                  </a:lnTo>
                  <a:lnTo>
                    <a:pt x="199337" y="2927159"/>
                  </a:lnTo>
                  <a:lnTo>
                    <a:pt x="200193" y="2927160"/>
                  </a:lnTo>
                  <a:lnTo>
                    <a:pt x="201048" y="2929928"/>
                  </a:lnTo>
                  <a:lnTo>
                    <a:pt x="201904" y="2985954"/>
                  </a:lnTo>
                  <a:lnTo>
                    <a:pt x="202759" y="3034886"/>
                  </a:lnTo>
                  <a:lnTo>
                    <a:pt x="203615" y="2965667"/>
                  </a:lnTo>
                  <a:lnTo>
                    <a:pt x="204471" y="2875940"/>
                  </a:lnTo>
                  <a:lnTo>
                    <a:pt x="205326" y="2825016"/>
                  </a:lnTo>
                  <a:lnTo>
                    <a:pt x="206182" y="2822493"/>
                  </a:lnTo>
                  <a:lnTo>
                    <a:pt x="207037" y="2791210"/>
                  </a:lnTo>
                  <a:lnTo>
                    <a:pt x="207893" y="2742395"/>
                  </a:lnTo>
                  <a:lnTo>
                    <a:pt x="208748" y="2737664"/>
                  </a:lnTo>
                  <a:lnTo>
                    <a:pt x="209604" y="2735903"/>
                  </a:lnTo>
                  <a:lnTo>
                    <a:pt x="210459" y="2696864"/>
                  </a:lnTo>
                  <a:lnTo>
                    <a:pt x="211315" y="2618646"/>
                  </a:lnTo>
                  <a:lnTo>
                    <a:pt x="212170" y="2591069"/>
                  </a:lnTo>
                  <a:lnTo>
                    <a:pt x="213026" y="2560280"/>
                  </a:lnTo>
                  <a:lnTo>
                    <a:pt x="213881" y="2622488"/>
                  </a:lnTo>
                  <a:lnTo>
                    <a:pt x="214737" y="2644971"/>
                  </a:lnTo>
                  <a:lnTo>
                    <a:pt x="215592" y="2677782"/>
                  </a:lnTo>
                  <a:lnTo>
                    <a:pt x="216448" y="2663903"/>
                  </a:lnTo>
                  <a:lnTo>
                    <a:pt x="217303" y="2620195"/>
                  </a:lnTo>
                  <a:lnTo>
                    <a:pt x="218159" y="2673921"/>
                  </a:lnTo>
                  <a:lnTo>
                    <a:pt x="219014" y="2719502"/>
                  </a:lnTo>
                  <a:lnTo>
                    <a:pt x="219870" y="2711610"/>
                  </a:lnTo>
                  <a:lnTo>
                    <a:pt x="220726" y="2707536"/>
                  </a:lnTo>
                  <a:lnTo>
                    <a:pt x="221581" y="2716860"/>
                  </a:lnTo>
                  <a:lnTo>
                    <a:pt x="222437" y="2752804"/>
                  </a:lnTo>
                  <a:lnTo>
                    <a:pt x="223292" y="2743327"/>
                  </a:lnTo>
                  <a:lnTo>
                    <a:pt x="224148" y="2621420"/>
                  </a:lnTo>
                  <a:lnTo>
                    <a:pt x="225003" y="2559298"/>
                  </a:lnTo>
                  <a:lnTo>
                    <a:pt x="225859" y="2488665"/>
                  </a:lnTo>
                  <a:lnTo>
                    <a:pt x="226714" y="2445018"/>
                  </a:lnTo>
                  <a:lnTo>
                    <a:pt x="227570" y="2332768"/>
                  </a:lnTo>
                  <a:lnTo>
                    <a:pt x="228425" y="2198415"/>
                  </a:lnTo>
                  <a:lnTo>
                    <a:pt x="229281" y="2181178"/>
                  </a:lnTo>
                  <a:lnTo>
                    <a:pt x="230136" y="2194866"/>
                  </a:lnTo>
                  <a:lnTo>
                    <a:pt x="230992" y="2205330"/>
                  </a:lnTo>
                  <a:lnTo>
                    <a:pt x="231847" y="2185531"/>
                  </a:lnTo>
                  <a:lnTo>
                    <a:pt x="232703" y="2157834"/>
                  </a:lnTo>
                  <a:lnTo>
                    <a:pt x="233558" y="2198072"/>
                  </a:lnTo>
                  <a:lnTo>
                    <a:pt x="234414" y="2253992"/>
                  </a:lnTo>
                  <a:lnTo>
                    <a:pt x="235269" y="2280649"/>
                  </a:lnTo>
                  <a:lnTo>
                    <a:pt x="236125" y="2315241"/>
                  </a:lnTo>
                  <a:lnTo>
                    <a:pt x="236981" y="2335404"/>
                  </a:lnTo>
                  <a:lnTo>
                    <a:pt x="237836" y="2427365"/>
                  </a:lnTo>
                  <a:lnTo>
                    <a:pt x="238692" y="2486586"/>
                  </a:lnTo>
                  <a:lnTo>
                    <a:pt x="239547" y="2461005"/>
                  </a:lnTo>
                  <a:lnTo>
                    <a:pt x="240403" y="2390111"/>
                  </a:lnTo>
                  <a:lnTo>
                    <a:pt x="241258" y="2292577"/>
                  </a:lnTo>
                  <a:lnTo>
                    <a:pt x="242114" y="2230555"/>
                  </a:lnTo>
                  <a:lnTo>
                    <a:pt x="242969" y="2141922"/>
                  </a:lnTo>
                  <a:lnTo>
                    <a:pt x="243825" y="1967671"/>
                  </a:lnTo>
                  <a:lnTo>
                    <a:pt x="244680" y="1841019"/>
                  </a:lnTo>
                  <a:lnTo>
                    <a:pt x="245536" y="1847282"/>
                  </a:lnTo>
                  <a:lnTo>
                    <a:pt x="246391" y="1890440"/>
                  </a:lnTo>
                  <a:lnTo>
                    <a:pt x="247247" y="1879595"/>
                  </a:lnTo>
                  <a:lnTo>
                    <a:pt x="248102" y="1823085"/>
                  </a:lnTo>
                  <a:lnTo>
                    <a:pt x="248958" y="1847493"/>
                  </a:lnTo>
                  <a:lnTo>
                    <a:pt x="249813" y="1945709"/>
                  </a:lnTo>
                  <a:lnTo>
                    <a:pt x="250669" y="1977829"/>
                  </a:lnTo>
                  <a:lnTo>
                    <a:pt x="251524" y="1978504"/>
                  </a:lnTo>
                  <a:lnTo>
                    <a:pt x="252380" y="2057047"/>
                  </a:lnTo>
                  <a:lnTo>
                    <a:pt x="253236" y="2259596"/>
                  </a:lnTo>
                  <a:lnTo>
                    <a:pt x="254091" y="2460350"/>
                  </a:lnTo>
                  <a:lnTo>
                    <a:pt x="254947" y="2501978"/>
                  </a:lnTo>
                  <a:lnTo>
                    <a:pt x="255802" y="2524412"/>
                  </a:lnTo>
                  <a:lnTo>
                    <a:pt x="256658" y="2527766"/>
                  </a:lnTo>
                  <a:lnTo>
                    <a:pt x="257513" y="2471436"/>
                  </a:lnTo>
                  <a:lnTo>
                    <a:pt x="258369" y="2389274"/>
                  </a:lnTo>
                  <a:lnTo>
                    <a:pt x="259224" y="2305245"/>
                  </a:lnTo>
                  <a:lnTo>
                    <a:pt x="260080" y="2215234"/>
                  </a:lnTo>
                  <a:lnTo>
                    <a:pt x="260935" y="2182009"/>
                  </a:lnTo>
                  <a:lnTo>
                    <a:pt x="261791" y="2159507"/>
                  </a:lnTo>
                  <a:lnTo>
                    <a:pt x="262646" y="2209686"/>
                  </a:lnTo>
                  <a:lnTo>
                    <a:pt x="263502" y="2234741"/>
                  </a:lnTo>
                  <a:lnTo>
                    <a:pt x="264357" y="2194259"/>
                  </a:lnTo>
                  <a:lnTo>
                    <a:pt x="265213" y="2190914"/>
                  </a:lnTo>
                  <a:lnTo>
                    <a:pt x="266068" y="2167456"/>
                  </a:lnTo>
                  <a:lnTo>
                    <a:pt x="266924" y="2238060"/>
                  </a:lnTo>
                  <a:lnTo>
                    <a:pt x="267780" y="2254551"/>
                  </a:lnTo>
                  <a:lnTo>
                    <a:pt x="268635" y="2220133"/>
                  </a:lnTo>
                  <a:lnTo>
                    <a:pt x="269491" y="2207164"/>
                  </a:lnTo>
                  <a:lnTo>
                    <a:pt x="270346" y="2176927"/>
                  </a:lnTo>
                  <a:lnTo>
                    <a:pt x="271202" y="2194297"/>
                  </a:lnTo>
                  <a:lnTo>
                    <a:pt x="272057" y="2191125"/>
                  </a:lnTo>
                  <a:lnTo>
                    <a:pt x="272913" y="2157594"/>
                  </a:lnTo>
                  <a:lnTo>
                    <a:pt x="273768" y="2134829"/>
                  </a:lnTo>
                  <a:lnTo>
                    <a:pt x="274624" y="2155474"/>
                  </a:lnTo>
                  <a:lnTo>
                    <a:pt x="275479" y="2168058"/>
                  </a:lnTo>
                  <a:lnTo>
                    <a:pt x="276335" y="2141800"/>
                  </a:lnTo>
                  <a:lnTo>
                    <a:pt x="277190" y="2042876"/>
                  </a:lnTo>
                  <a:lnTo>
                    <a:pt x="278046" y="2007246"/>
                  </a:lnTo>
                  <a:lnTo>
                    <a:pt x="278901" y="1978870"/>
                  </a:lnTo>
                  <a:lnTo>
                    <a:pt x="279757" y="1917122"/>
                  </a:lnTo>
                  <a:lnTo>
                    <a:pt x="280612" y="1932843"/>
                  </a:lnTo>
                  <a:lnTo>
                    <a:pt x="281468" y="1941845"/>
                  </a:lnTo>
                  <a:lnTo>
                    <a:pt x="282323" y="1934814"/>
                  </a:lnTo>
                  <a:lnTo>
                    <a:pt x="283179" y="1919028"/>
                  </a:lnTo>
                  <a:lnTo>
                    <a:pt x="284035" y="1968779"/>
                  </a:lnTo>
                  <a:lnTo>
                    <a:pt x="284890" y="2034461"/>
                  </a:lnTo>
                  <a:lnTo>
                    <a:pt x="285746" y="2083028"/>
                  </a:lnTo>
                  <a:lnTo>
                    <a:pt x="286601" y="2092870"/>
                  </a:lnTo>
                  <a:lnTo>
                    <a:pt x="287457" y="2154808"/>
                  </a:lnTo>
                  <a:lnTo>
                    <a:pt x="288312" y="2191845"/>
                  </a:lnTo>
                  <a:lnTo>
                    <a:pt x="289168" y="2186533"/>
                  </a:lnTo>
                  <a:lnTo>
                    <a:pt x="290023" y="2208127"/>
                  </a:lnTo>
                  <a:lnTo>
                    <a:pt x="290879" y="2199167"/>
                  </a:lnTo>
                  <a:lnTo>
                    <a:pt x="291734" y="2214512"/>
                  </a:lnTo>
                  <a:lnTo>
                    <a:pt x="292590" y="2164698"/>
                  </a:lnTo>
                  <a:lnTo>
                    <a:pt x="293445" y="2174114"/>
                  </a:lnTo>
                  <a:lnTo>
                    <a:pt x="294301" y="2195754"/>
                  </a:lnTo>
                  <a:lnTo>
                    <a:pt x="295156" y="2148265"/>
                  </a:lnTo>
                  <a:lnTo>
                    <a:pt x="296012" y="2160571"/>
                  </a:lnTo>
                  <a:lnTo>
                    <a:pt x="296867" y="2277025"/>
                  </a:lnTo>
                  <a:lnTo>
                    <a:pt x="297723" y="2374498"/>
                  </a:lnTo>
                  <a:lnTo>
                    <a:pt x="298578" y="2337184"/>
                  </a:lnTo>
                  <a:lnTo>
                    <a:pt x="299434" y="2278542"/>
                  </a:lnTo>
                  <a:lnTo>
                    <a:pt x="300290" y="2267894"/>
                  </a:lnTo>
                  <a:lnTo>
                    <a:pt x="301145" y="2230792"/>
                  </a:lnTo>
                  <a:lnTo>
                    <a:pt x="302001" y="2053480"/>
                  </a:lnTo>
                  <a:lnTo>
                    <a:pt x="302856" y="1933928"/>
                  </a:lnTo>
                  <a:lnTo>
                    <a:pt x="303712" y="1971247"/>
                  </a:lnTo>
                  <a:lnTo>
                    <a:pt x="304567" y="2062822"/>
                  </a:lnTo>
                  <a:lnTo>
                    <a:pt x="305423" y="2064930"/>
                  </a:lnTo>
                  <a:lnTo>
                    <a:pt x="306278" y="2029476"/>
                  </a:lnTo>
                  <a:lnTo>
                    <a:pt x="307134" y="2047190"/>
                  </a:lnTo>
                  <a:lnTo>
                    <a:pt x="307989" y="2050095"/>
                  </a:lnTo>
                  <a:lnTo>
                    <a:pt x="308845" y="1970676"/>
                  </a:lnTo>
                  <a:lnTo>
                    <a:pt x="309700" y="1846366"/>
                  </a:lnTo>
                  <a:lnTo>
                    <a:pt x="310556" y="1789663"/>
                  </a:lnTo>
                  <a:lnTo>
                    <a:pt x="311411" y="1768471"/>
                  </a:lnTo>
                  <a:lnTo>
                    <a:pt x="312267" y="1798602"/>
                  </a:lnTo>
                  <a:lnTo>
                    <a:pt x="313122" y="1832225"/>
                  </a:lnTo>
                  <a:lnTo>
                    <a:pt x="313978" y="1921024"/>
                  </a:lnTo>
                  <a:lnTo>
                    <a:pt x="314834" y="2019674"/>
                  </a:lnTo>
                  <a:lnTo>
                    <a:pt x="315689" y="2106525"/>
                  </a:lnTo>
                  <a:lnTo>
                    <a:pt x="316545" y="2181494"/>
                  </a:lnTo>
                  <a:lnTo>
                    <a:pt x="317400" y="2184696"/>
                  </a:lnTo>
                  <a:lnTo>
                    <a:pt x="318256" y="2155835"/>
                  </a:lnTo>
                  <a:lnTo>
                    <a:pt x="319111" y="2108724"/>
                  </a:lnTo>
                  <a:lnTo>
                    <a:pt x="319967" y="2073896"/>
                  </a:lnTo>
                  <a:lnTo>
                    <a:pt x="320822" y="2003500"/>
                  </a:lnTo>
                  <a:lnTo>
                    <a:pt x="321678" y="1953933"/>
                  </a:lnTo>
                  <a:lnTo>
                    <a:pt x="322533" y="1920607"/>
                  </a:lnTo>
                  <a:lnTo>
                    <a:pt x="323389" y="1935481"/>
                  </a:lnTo>
                  <a:lnTo>
                    <a:pt x="324244" y="1933464"/>
                  </a:lnTo>
                  <a:lnTo>
                    <a:pt x="325100" y="1944155"/>
                  </a:lnTo>
                  <a:lnTo>
                    <a:pt x="325955" y="2005992"/>
                  </a:lnTo>
                  <a:lnTo>
                    <a:pt x="326811" y="2093286"/>
                  </a:lnTo>
                  <a:lnTo>
                    <a:pt x="327666" y="2117067"/>
                  </a:lnTo>
                  <a:lnTo>
                    <a:pt x="328522" y="2135010"/>
                  </a:lnTo>
                  <a:lnTo>
                    <a:pt x="329377" y="2210422"/>
                  </a:lnTo>
                  <a:lnTo>
                    <a:pt x="330233" y="2204305"/>
                  </a:lnTo>
                  <a:lnTo>
                    <a:pt x="331089" y="2209560"/>
                  </a:lnTo>
                  <a:lnTo>
                    <a:pt x="331944" y="2226545"/>
                  </a:lnTo>
                  <a:lnTo>
                    <a:pt x="332800" y="2260222"/>
                  </a:lnTo>
                  <a:lnTo>
                    <a:pt x="333655" y="2291438"/>
                  </a:lnTo>
                  <a:lnTo>
                    <a:pt x="334511" y="2257225"/>
                  </a:lnTo>
                  <a:lnTo>
                    <a:pt x="335366" y="2337969"/>
                  </a:lnTo>
                  <a:lnTo>
                    <a:pt x="336222" y="2465684"/>
                  </a:lnTo>
                  <a:lnTo>
                    <a:pt x="337077" y="2486384"/>
                  </a:lnTo>
                  <a:lnTo>
                    <a:pt x="337933" y="2513703"/>
                  </a:lnTo>
                  <a:lnTo>
                    <a:pt x="338788" y="2547988"/>
                  </a:lnTo>
                  <a:lnTo>
                    <a:pt x="339644" y="2616067"/>
                  </a:lnTo>
                  <a:lnTo>
                    <a:pt x="340499" y="2636125"/>
                  </a:lnTo>
                  <a:lnTo>
                    <a:pt x="341355" y="2554023"/>
                  </a:lnTo>
                  <a:lnTo>
                    <a:pt x="342210" y="2489844"/>
                  </a:lnTo>
                  <a:lnTo>
                    <a:pt x="343066" y="2481386"/>
                  </a:lnTo>
                  <a:lnTo>
                    <a:pt x="343921" y="2491706"/>
                  </a:lnTo>
                  <a:lnTo>
                    <a:pt x="344777" y="2519275"/>
                  </a:lnTo>
                  <a:lnTo>
                    <a:pt x="345632" y="2542464"/>
                  </a:lnTo>
                  <a:lnTo>
                    <a:pt x="346488" y="2652550"/>
                  </a:lnTo>
                  <a:lnTo>
                    <a:pt x="347344" y="2802683"/>
                  </a:lnTo>
                  <a:lnTo>
                    <a:pt x="348199" y="2914448"/>
                  </a:lnTo>
                  <a:lnTo>
                    <a:pt x="349055" y="2985581"/>
                  </a:lnTo>
                  <a:lnTo>
                    <a:pt x="349910" y="2950279"/>
                  </a:lnTo>
                  <a:lnTo>
                    <a:pt x="350766" y="2885928"/>
                  </a:lnTo>
                  <a:lnTo>
                    <a:pt x="351621" y="2734875"/>
                  </a:lnTo>
                  <a:lnTo>
                    <a:pt x="352477" y="2582346"/>
                  </a:lnTo>
                  <a:lnTo>
                    <a:pt x="353332" y="2461141"/>
                  </a:lnTo>
                  <a:lnTo>
                    <a:pt x="354188" y="2339733"/>
                  </a:lnTo>
                  <a:lnTo>
                    <a:pt x="355043" y="2314535"/>
                  </a:lnTo>
                  <a:lnTo>
                    <a:pt x="355899" y="2231470"/>
                  </a:lnTo>
                  <a:lnTo>
                    <a:pt x="356754" y="2196383"/>
                  </a:lnTo>
                  <a:lnTo>
                    <a:pt x="357610" y="2133551"/>
                  </a:lnTo>
                  <a:lnTo>
                    <a:pt x="358465" y="2092946"/>
                  </a:lnTo>
                  <a:lnTo>
                    <a:pt x="359321" y="2096407"/>
                  </a:lnTo>
                  <a:lnTo>
                    <a:pt x="360176" y="2107176"/>
                  </a:lnTo>
                  <a:lnTo>
                    <a:pt x="361032" y="2155399"/>
                  </a:lnTo>
                  <a:lnTo>
                    <a:pt x="361888" y="2196595"/>
                  </a:lnTo>
                  <a:lnTo>
                    <a:pt x="362743" y="2198546"/>
                  </a:lnTo>
                  <a:lnTo>
                    <a:pt x="363599" y="2200952"/>
                  </a:lnTo>
                  <a:lnTo>
                    <a:pt x="364454" y="2264087"/>
                  </a:lnTo>
                  <a:lnTo>
                    <a:pt x="365310" y="2287966"/>
                  </a:lnTo>
                  <a:lnTo>
                    <a:pt x="366165" y="2336342"/>
                  </a:lnTo>
                  <a:lnTo>
                    <a:pt x="367021" y="2388188"/>
                  </a:lnTo>
                  <a:lnTo>
                    <a:pt x="367876" y="2444937"/>
                  </a:lnTo>
                  <a:lnTo>
                    <a:pt x="368732" y="2409963"/>
                  </a:lnTo>
                  <a:lnTo>
                    <a:pt x="369587" y="2329320"/>
                  </a:lnTo>
                  <a:lnTo>
                    <a:pt x="370443" y="2245326"/>
                  </a:lnTo>
                  <a:lnTo>
                    <a:pt x="371298" y="2145100"/>
                  </a:lnTo>
                  <a:lnTo>
                    <a:pt x="372154" y="2139886"/>
                  </a:lnTo>
                  <a:lnTo>
                    <a:pt x="373009" y="2179055"/>
                  </a:lnTo>
                  <a:lnTo>
                    <a:pt x="373865" y="2220381"/>
                  </a:lnTo>
                  <a:lnTo>
                    <a:pt x="374720" y="2288461"/>
                  </a:lnTo>
                  <a:lnTo>
                    <a:pt x="375576" y="2364526"/>
                  </a:lnTo>
                  <a:lnTo>
                    <a:pt x="376431" y="2397679"/>
                  </a:lnTo>
                  <a:lnTo>
                    <a:pt x="377287" y="2367986"/>
                  </a:lnTo>
                  <a:lnTo>
                    <a:pt x="378143" y="2356597"/>
                  </a:lnTo>
                  <a:lnTo>
                    <a:pt x="378998" y="2470712"/>
                  </a:lnTo>
                  <a:lnTo>
                    <a:pt x="379854" y="2457468"/>
                  </a:lnTo>
                  <a:lnTo>
                    <a:pt x="380709" y="2410270"/>
                  </a:lnTo>
                  <a:lnTo>
                    <a:pt x="381565" y="2435668"/>
                  </a:lnTo>
                  <a:lnTo>
                    <a:pt x="382420" y="2473071"/>
                  </a:lnTo>
                  <a:lnTo>
                    <a:pt x="383276" y="2504958"/>
                  </a:lnTo>
                  <a:lnTo>
                    <a:pt x="384131" y="2411809"/>
                  </a:lnTo>
                  <a:lnTo>
                    <a:pt x="384987" y="2342060"/>
                  </a:lnTo>
                  <a:lnTo>
                    <a:pt x="385842" y="2372871"/>
                  </a:lnTo>
                  <a:lnTo>
                    <a:pt x="386698" y="2404631"/>
                  </a:lnTo>
                  <a:lnTo>
                    <a:pt x="387553" y="2375025"/>
                  </a:lnTo>
                  <a:lnTo>
                    <a:pt x="388409" y="2271737"/>
                  </a:lnTo>
                  <a:lnTo>
                    <a:pt x="389264" y="2236078"/>
                  </a:lnTo>
                  <a:lnTo>
                    <a:pt x="390120" y="2272786"/>
                  </a:lnTo>
                  <a:lnTo>
                    <a:pt x="390975" y="2270196"/>
                  </a:lnTo>
                  <a:lnTo>
                    <a:pt x="391831" y="2255457"/>
                  </a:lnTo>
                  <a:lnTo>
                    <a:pt x="392686" y="2202313"/>
                  </a:lnTo>
                  <a:lnTo>
                    <a:pt x="393542" y="2181779"/>
                  </a:lnTo>
                  <a:lnTo>
                    <a:pt x="394398" y="2144046"/>
                  </a:lnTo>
                  <a:lnTo>
                    <a:pt x="395253" y="2126845"/>
                  </a:lnTo>
                  <a:lnTo>
                    <a:pt x="396109" y="2106135"/>
                  </a:lnTo>
                  <a:lnTo>
                    <a:pt x="396964" y="2065081"/>
                  </a:lnTo>
                  <a:lnTo>
                    <a:pt x="397820" y="2129348"/>
                  </a:lnTo>
                  <a:lnTo>
                    <a:pt x="398675" y="2206487"/>
                  </a:lnTo>
                  <a:lnTo>
                    <a:pt x="399531" y="2192008"/>
                  </a:lnTo>
                  <a:lnTo>
                    <a:pt x="400386" y="2114022"/>
                  </a:lnTo>
                  <a:lnTo>
                    <a:pt x="401242" y="2012339"/>
                  </a:lnTo>
                  <a:lnTo>
                    <a:pt x="402097" y="1928320"/>
                  </a:lnTo>
                  <a:lnTo>
                    <a:pt x="402953" y="1869268"/>
                  </a:lnTo>
                  <a:lnTo>
                    <a:pt x="403808" y="1853798"/>
                  </a:lnTo>
                  <a:lnTo>
                    <a:pt x="404664" y="1912242"/>
                  </a:lnTo>
                  <a:lnTo>
                    <a:pt x="405519" y="1928837"/>
                  </a:lnTo>
                  <a:lnTo>
                    <a:pt x="406375" y="1904973"/>
                  </a:lnTo>
                  <a:lnTo>
                    <a:pt x="407230" y="1909536"/>
                  </a:lnTo>
                  <a:lnTo>
                    <a:pt x="408086" y="1892534"/>
                  </a:lnTo>
                  <a:lnTo>
                    <a:pt x="408942" y="1872700"/>
                  </a:lnTo>
                  <a:lnTo>
                    <a:pt x="409797" y="1936871"/>
                  </a:lnTo>
                  <a:lnTo>
                    <a:pt x="410653" y="2142039"/>
                  </a:lnTo>
                  <a:lnTo>
                    <a:pt x="411508" y="2377513"/>
                  </a:lnTo>
                  <a:lnTo>
                    <a:pt x="412364" y="2584320"/>
                  </a:lnTo>
                  <a:lnTo>
                    <a:pt x="413219" y="2720118"/>
                  </a:lnTo>
                  <a:lnTo>
                    <a:pt x="414075" y="2766560"/>
                  </a:lnTo>
                  <a:lnTo>
                    <a:pt x="414930" y="2744214"/>
                  </a:lnTo>
                  <a:lnTo>
                    <a:pt x="415786" y="2647944"/>
                  </a:lnTo>
                  <a:lnTo>
                    <a:pt x="416641" y="2563746"/>
                  </a:lnTo>
                  <a:lnTo>
                    <a:pt x="417497" y="2430222"/>
                  </a:lnTo>
                  <a:lnTo>
                    <a:pt x="418352" y="2344271"/>
                  </a:lnTo>
                  <a:lnTo>
                    <a:pt x="419208" y="2342361"/>
                  </a:lnTo>
                  <a:lnTo>
                    <a:pt x="420063" y="2328190"/>
                  </a:lnTo>
                  <a:lnTo>
                    <a:pt x="420919" y="2281477"/>
                  </a:lnTo>
                  <a:lnTo>
                    <a:pt x="421774" y="2216057"/>
                  </a:lnTo>
                  <a:lnTo>
                    <a:pt x="422630" y="2169195"/>
                  </a:lnTo>
                  <a:lnTo>
                    <a:pt x="423485" y="2137277"/>
                  </a:lnTo>
                  <a:lnTo>
                    <a:pt x="424341" y="2165959"/>
                  </a:lnTo>
                  <a:lnTo>
                    <a:pt x="425197" y="2152660"/>
                  </a:lnTo>
                  <a:lnTo>
                    <a:pt x="426052" y="2152681"/>
                  </a:lnTo>
                  <a:lnTo>
                    <a:pt x="426908" y="2209088"/>
                  </a:lnTo>
                  <a:lnTo>
                    <a:pt x="427763" y="2278068"/>
                  </a:lnTo>
                  <a:lnTo>
                    <a:pt x="428619" y="2316982"/>
                  </a:lnTo>
                  <a:lnTo>
                    <a:pt x="429474" y="2262685"/>
                  </a:lnTo>
                  <a:lnTo>
                    <a:pt x="430330" y="2293187"/>
                  </a:lnTo>
                  <a:lnTo>
                    <a:pt x="431185" y="2370705"/>
                  </a:lnTo>
                  <a:lnTo>
                    <a:pt x="432041" y="2415824"/>
                  </a:lnTo>
                  <a:lnTo>
                    <a:pt x="432896" y="2495735"/>
                  </a:lnTo>
                  <a:lnTo>
                    <a:pt x="433752" y="2550721"/>
                  </a:lnTo>
                  <a:lnTo>
                    <a:pt x="434607" y="2624940"/>
                  </a:lnTo>
                  <a:lnTo>
                    <a:pt x="435463" y="2679005"/>
                  </a:lnTo>
                  <a:lnTo>
                    <a:pt x="436318" y="2677659"/>
                  </a:lnTo>
                  <a:lnTo>
                    <a:pt x="437174" y="2673287"/>
                  </a:lnTo>
                  <a:lnTo>
                    <a:pt x="438029" y="2742315"/>
                  </a:lnTo>
                  <a:lnTo>
                    <a:pt x="438885" y="2756175"/>
                  </a:lnTo>
                  <a:lnTo>
                    <a:pt x="439740" y="2722049"/>
                  </a:lnTo>
                  <a:lnTo>
                    <a:pt x="440596" y="2641251"/>
                  </a:lnTo>
                  <a:lnTo>
                    <a:pt x="441452" y="2589428"/>
                  </a:lnTo>
                  <a:lnTo>
                    <a:pt x="442307" y="2532119"/>
                  </a:lnTo>
                  <a:lnTo>
                    <a:pt x="443163" y="2325672"/>
                  </a:lnTo>
                  <a:lnTo>
                    <a:pt x="444018" y="2163355"/>
                  </a:lnTo>
                  <a:lnTo>
                    <a:pt x="444874" y="2057508"/>
                  </a:lnTo>
                  <a:lnTo>
                    <a:pt x="445729" y="1994414"/>
                  </a:lnTo>
                  <a:lnTo>
                    <a:pt x="446585" y="1916474"/>
                  </a:lnTo>
                  <a:lnTo>
                    <a:pt x="447440" y="1834240"/>
                  </a:lnTo>
                  <a:lnTo>
                    <a:pt x="448296" y="1823312"/>
                  </a:lnTo>
                  <a:lnTo>
                    <a:pt x="449151" y="1886282"/>
                  </a:lnTo>
                  <a:lnTo>
                    <a:pt x="450007" y="1881892"/>
                  </a:lnTo>
                  <a:lnTo>
                    <a:pt x="450862" y="1806701"/>
                  </a:lnTo>
                  <a:lnTo>
                    <a:pt x="451718" y="1735746"/>
                  </a:lnTo>
                  <a:lnTo>
                    <a:pt x="452573" y="1686905"/>
                  </a:lnTo>
                  <a:lnTo>
                    <a:pt x="453429" y="1636523"/>
                  </a:lnTo>
                  <a:lnTo>
                    <a:pt x="454284" y="1552122"/>
                  </a:lnTo>
                  <a:lnTo>
                    <a:pt x="455140" y="1505634"/>
                  </a:lnTo>
                  <a:lnTo>
                    <a:pt x="455995" y="1514563"/>
                  </a:lnTo>
                  <a:lnTo>
                    <a:pt x="456851" y="1563276"/>
                  </a:lnTo>
                  <a:lnTo>
                    <a:pt x="457707" y="1661463"/>
                  </a:lnTo>
                  <a:lnTo>
                    <a:pt x="458562" y="1705481"/>
                  </a:lnTo>
                  <a:lnTo>
                    <a:pt x="459418" y="1706738"/>
                  </a:lnTo>
                  <a:lnTo>
                    <a:pt x="460273" y="1719678"/>
                  </a:lnTo>
                  <a:lnTo>
                    <a:pt x="461129" y="1683304"/>
                  </a:lnTo>
                  <a:lnTo>
                    <a:pt x="461984" y="1577605"/>
                  </a:lnTo>
                  <a:lnTo>
                    <a:pt x="462840" y="1393013"/>
                  </a:lnTo>
                  <a:lnTo>
                    <a:pt x="463695" y="1235705"/>
                  </a:lnTo>
                  <a:lnTo>
                    <a:pt x="464551" y="1076571"/>
                  </a:lnTo>
                  <a:lnTo>
                    <a:pt x="465406" y="967768"/>
                  </a:lnTo>
                  <a:lnTo>
                    <a:pt x="466262" y="901493"/>
                  </a:lnTo>
                  <a:lnTo>
                    <a:pt x="467117" y="864953"/>
                  </a:lnTo>
                  <a:lnTo>
                    <a:pt x="467973" y="882474"/>
                  </a:lnTo>
                  <a:lnTo>
                    <a:pt x="468828" y="910303"/>
                  </a:lnTo>
                  <a:lnTo>
                    <a:pt x="469684" y="934746"/>
                  </a:lnTo>
                  <a:lnTo>
                    <a:pt x="470539" y="925246"/>
                  </a:lnTo>
                  <a:lnTo>
                    <a:pt x="471395" y="915318"/>
                  </a:lnTo>
                  <a:lnTo>
                    <a:pt x="472251" y="998248"/>
                  </a:lnTo>
                  <a:lnTo>
                    <a:pt x="473106" y="1047696"/>
                  </a:lnTo>
                  <a:lnTo>
                    <a:pt x="473962" y="1081308"/>
                  </a:lnTo>
                  <a:lnTo>
                    <a:pt x="474817" y="1125438"/>
                  </a:lnTo>
                  <a:lnTo>
                    <a:pt x="475673" y="1212712"/>
                  </a:lnTo>
                  <a:lnTo>
                    <a:pt x="476528" y="1233565"/>
                  </a:lnTo>
                  <a:lnTo>
                    <a:pt x="477384" y="1130007"/>
                  </a:lnTo>
                  <a:lnTo>
                    <a:pt x="478239" y="1002280"/>
                  </a:lnTo>
                  <a:lnTo>
                    <a:pt x="479095" y="935151"/>
                  </a:lnTo>
                  <a:lnTo>
                    <a:pt x="479950" y="962679"/>
                  </a:lnTo>
                  <a:lnTo>
                    <a:pt x="480806" y="1027486"/>
                  </a:lnTo>
                  <a:lnTo>
                    <a:pt x="481661" y="1184493"/>
                  </a:lnTo>
                  <a:lnTo>
                    <a:pt x="482517" y="1420399"/>
                  </a:lnTo>
                  <a:lnTo>
                    <a:pt x="483372" y="1779716"/>
                  </a:lnTo>
                  <a:lnTo>
                    <a:pt x="484228" y="2098456"/>
                  </a:lnTo>
                  <a:lnTo>
                    <a:pt x="485083" y="2356735"/>
                  </a:lnTo>
                  <a:lnTo>
                    <a:pt x="485939" y="2469536"/>
                  </a:lnTo>
                  <a:lnTo>
                    <a:pt x="486794" y="2486034"/>
                  </a:lnTo>
                  <a:lnTo>
                    <a:pt x="487650" y="2439376"/>
                  </a:lnTo>
                  <a:lnTo>
                    <a:pt x="488506" y="2266062"/>
                  </a:lnTo>
                  <a:lnTo>
                    <a:pt x="489361" y="2129039"/>
                  </a:lnTo>
                  <a:lnTo>
                    <a:pt x="490217" y="1963855"/>
                  </a:lnTo>
                  <a:lnTo>
                    <a:pt x="491072" y="1865346"/>
                  </a:lnTo>
                  <a:lnTo>
                    <a:pt x="491928" y="1891988"/>
                  </a:lnTo>
                  <a:lnTo>
                    <a:pt x="492783" y="1946046"/>
                  </a:lnTo>
                  <a:lnTo>
                    <a:pt x="493639" y="1979565"/>
                  </a:lnTo>
                  <a:lnTo>
                    <a:pt x="494494" y="1939425"/>
                  </a:lnTo>
                  <a:lnTo>
                    <a:pt x="495350" y="1877955"/>
                  </a:lnTo>
                  <a:lnTo>
                    <a:pt x="496205" y="1812556"/>
                  </a:lnTo>
                  <a:lnTo>
                    <a:pt x="497061" y="1721156"/>
                  </a:lnTo>
                  <a:lnTo>
                    <a:pt x="497916" y="1595011"/>
                  </a:lnTo>
                  <a:lnTo>
                    <a:pt x="498772" y="1522658"/>
                  </a:lnTo>
                  <a:lnTo>
                    <a:pt x="499627" y="1521981"/>
                  </a:lnTo>
                  <a:lnTo>
                    <a:pt x="500483" y="1566492"/>
                  </a:lnTo>
                  <a:lnTo>
                    <a:pt x="501338" y="1565681"/>
                  </a:lnTo>
                  <a:lnTo>
                    <a:pt x="502194" y="1529316"/>
                  </a:lnTo>
                  <a:lnTo>
                    <a:pt x="503049" y="1521314"/>
                  </a:lnTo>
                  <a:lnTo>
                    <a:pt x="503905" y="1479896"/>
                  </a:lnTo>
                  <a:lnTo>
                    <a:pt x="504761" y="1499378"/>
                  </a:lnTo>
                  <a:lnTo>
                    <a:pt x="505616" y="1603599"/>
                  </a:lnTo>
                  <a:lnTo>
                    <a:pt x="506472" y="1707481"/>
                  </a:lnTo>
                  <a:lnTo>
                    <a:pt x="507327" y="1813204"/>
                  </a:lnTo>
                  <a:lnTo>
                    <a:pt x="508183" y="1940877"/>
                  </a:lnTo>
                  <a:lnTo>
                    <a:pt x="509038" y="2053545"/>
                  </a:lnTo>
                  <a:lnTo>
                    <a:pt x="509894" y="2107829"/>
                  </a:lnTo>
                  <a:lnTo>
                    <a:pt x="510749" y="2115040"/>
                  </a:lnTo>
                  <a:lnTo>
                    <a:pt x="511605" y="2124329"/>
                  </a:lnTo>
                  <a:lnTo>
                    <a:pt x="512460" y="2156812"/>
                  </a:lnTo>
                  <a:lnTo>
                    <a:pt x="513316" y="2135422"/>
                  </a:lnTo>
                  <a:lnTo>
                    <a:pt x="514171" y="2156274"/>
                  </a:lnTo>
                  <a:lnTo>
                    <a:pt x="515027" y="2131194"/>
                  </a:lnTo>
                  <a:lnTo>
                    <a:pt x="515882" y="2020328"/>
                  </a:lnTo>
                  <a:lnTo>
                    <a:pt x="516738" y="1880702"/>
                  </a:lnTo>
                  <a:lnTo>
                    <a:pt x="517593" y="1737408"/>
                  </a:lnTo>
                  <a:lnTo>
                    <a:pt x="518449" y="1702315"/>
                  </a:lnTo>
                  <a:lnTo>
                    <a:pt x="519305" y="1711256"/>
                  </a:lnTo>
                  <a:lnTo>
                    <a:pt x="520160" y="1736929"/>
                  </a:lnTo>
                  <a:lnTo>
                    <a:pt x="521016" y="1866297"/>
                  </a:lnTo>
                  <a:lnTo>
                    <a:pt x="521871" y="2085394"/>
                  </a:lnTo>
                  <a:lnTo>
                    <a:pt x="522727" y="2281592"/>
                  </a:lnTo>
                  <a:lnTo>
                    <a:pt x="523582" y="2413719"/>
                  </a:lnTo>
                  <a:lnTo>
                    <a:pt x="524438" y="2482478"/>
                  </a:lnTo>
                  <a:lnTo>
                    <a:pt x="525293" y="2523829"/>
                  </a:lnTo>
                  <a:lnTo>
                    <a:pt x="526149" y="2451183"/>
                  </a:lnTo>
                  <a:lnTo>
                    <a:pt x="527004" y="2324754"/>
                  </a:lnTo>
                  <a:lnTo>
                    <a:pt x="527860" y="2227497"/>
                  </a:lnTo>
                  <a:lnTo>
                    <a:pt x="528715" y="2239180"/>
                  </a:lnTo>
                  <a:lnTo>
                    <a:pt x="529571" y="2322153"/>
                  </a:lnTo>
                  <a:lnTo>
                    <a:pt x="530426" y="2395038"/>
                  </a:lnTo>
                  <a:lnTo>
                    <a:pt x="531282" y="2457970"/>
                  </a:lnTo>
                  <a:lnTo>
                    <a:pt x="532137" y="2476242"/>
                  </a:lnTo>
                  <a:lnTo>
                    <a:pt x="532993" y="2501622"/>
                  </a:lnTo>
                  <a:lnTo>
                    <a:pt x="533848" y="2442678"/>
                  </a:lnTo>
                  <a:lnTo>
                    <a:pt x="534704" y="2342516"/>
                  </a:lnTo>
                  <a:lnTo>
                    <a:pt x="535560" y="2289455"/>
                  </a:lnTo>
                  <a:lnTo>
                    <a:pt x="536415" y="2352295"/>
                  </a:lnTo>
                  <a:lnTo>
                    <a:pt x="537271" y="2504715"/>
                  </a:lnTo>
                  <a:lnTo>
                    <a:pt x="538126" y="2643598"/>
                  </a:lnTo>
                  <a:lnTo>
                    <a:pt x="538982" y="2702271"/>
                  </a:lnTo>
                  <a:lnTo>
                    <a:pt x="539837" y="2725167"/>
                  </a:lnTo>
                  <a:lnTo>
                    <a:pt x="540693" y="2758553"/>
                  </a:lnTo>
                  <a:lnTo>
                    <a:pt x="541548" y="2753489"/>
                  </a:lnTo>
                  <a:lnTo>
                    <a:pt x="542404" y="2745547"/>
                  </a:lnTo>
                  <a:lnTo>
                    <a:pt x="543259" y="2667127"/>
                  </a:lnTo>
                  <a:lnTo>
                    <a:pt x="544115" y="2614230"/>
                  </a:lnTo>
                  <a:lnTo>
                    <a:pt x="544970" y="2600658"/>
                  </a:lnTo>
                  <a:lnTo>
                    <a:pt x="545826" y="2584552"/>
                  </a:lnTo>
                  <a:lnTo>
                    <a:pt x="546681" y="2556491"/>
                  </a:lnTo>
                  <a:lnTo>
                    <a:pt x="547537" y="2544044"/>
                  </a:lnTo>
                  <a:lnTo>
                    <a:pt x="548392" y="2612830"/>
                  </a:lnTo>
                  <a:lnTo>
                    <a:pt x="549248" y="2699732"/>
                  </a:lnTo>
                  <a:lnTo>
                    <a:pt x="550103" y="2782456"/>
                  </a:lnTo>
                  <a:lnTo>
                    <a:pt x="550959" y="2821044"/>
                  </a:lnTo>
                  <a:lnTo>
                    <a:pt x="551815" y="2842489"/>
                  </a:lnTo>
                  <a:lnTo>
                    <a:pt x="552670" y="2870247"/>
                  </a:lnTo>
                  <a:lnTo>
                    <a:pt x="553526" y="2903045"/>
                  </a:lnTo>
                  <a:lnTo>
                    <a:pt x="554381" y="2841575"/>
                  </a:lnTo>
                  <a:lnTo>
                    <a:pt x="555237" y="2739485"/>
                  </a:lnTo>
                  <a:lnTo>
                    <a:pt x="556092" y="2727031"/>
                  </a:lnTo>
                  <a:lnTo>
                    <a:pt x="556948" y="2776904"/>
                  </a:lnTo>
                  <a:lnTo>
                    <a:pt x="557803" y="2736993"/>
                  </a:lnTo>
                  <a:lnTo>
                    <a:pt x="558659" y="2648764"/>
                  </a:lnTo>
                  <a:lnTo>
                    <a:pt x="559514" y="2660746"/>
                  </a:lnTo>
                  <a:lnTo>
                    <a:pt x="560370" y="2748989"/>
                  </a:lnTo>
                  <a:lnTo>
                    <a:pt x="561225" y="2773381"/>
                  </a:lnTo>
                  <a:lnTo>
                    <a:pt x="562081" y="2689650"/>
                  </a:lnTo>
                  <a:lnTo>
                    <a:pt x="562936" y="2720887"/>
                  </a:lnTo>
                  <a:lnTo>
                    <a:pt x="563792" y="2775839"/>
                  </a:lnTo>
                  <a:lnTo>
                    <a:pt x="564647" y="2862576"/>
                  </a:lnTo>
                  <a:lnTo>
                    <a:pt x="565503" y="2841297"/>
                  </a:lnTo>
                  <a:lnTo>
                    <a:pt x="566359" y="2801034"/>
                  </a:lnTo>
                  <a:lnTo>
                    <a:pt x="567214" y="2843039"/>
                  </a:lnTo>
                  <a:lnTo>
                    <a:pt x="568070" y="2876742"/>
                  </a:lnTo>
                  <a:lnTo>
                    <a:pt x="568925" y="2916012"/>
                  </a:lnTo>
                  <a:lnTo>
                    <a:pt x="569781" y="2910309"/>
                  </a:lnTo>
                  <a:lnTo>
                    <a:pt x="570636" y="2959120"/>
                  </a:lnTo>
                  <a:lnTo>
                    <a:pt x="571492" y="3023972"/>
                  </a:lnTo>
                  <a:lnTo>
                    <a:pt x="572347" y="3070666"/>
                  </a:lnTo>
                  <a:lnTo>
                    <a:pt x="573203" y="3031710"/>
                  </a:lnTo>
                  <a:lnTo>
                    <a:pt x="574058" y="2890243"/>
                  </a:lnTo>
                  <a:lnTo>
                    <a:pt x="574914" y="2739487"/>
                  </a:lnTo>
                  <a:lnTo>
                    <a:pt x="575769" y="2662538"/>
                  </a:lnTo>
                  <a:lnTo>
                    <a:pt x="576625" y="2627080"/>
                  </a:lnTo>
                  <a:lnTo>
                    <a:pt x="577480" y="2626674"/>
                  </a:lnTo>
                  <a:lnTo>
                    <a:pt x="578336" y="2684523"/>
                  </a:lnTo>
                  <a:lnTo>
                    <a:pt x="579191" y="2790068"/>
                  </a:lnTo>
                  <a:lnTo>
                    <a:pt x="580047" y="2891402"/>
                  </a:lnTo>
                  <a:lnTo>
                    <a:pt x="580902" y="2879169"/>
                  </a:lnTo>
                  <a:lnTo>
                    <a:pt x="581758" y="2848301"/>
                  </a:lnTo>
                  <a:lnTo>
                    <a:pt x="582614" y="2857386"/>
                  </a:lnTo>
                  <a:lnTo>
                    <a:pt x="583469" y="2833482"/>
                  </a:lnTo>
                  <a:lnTo>
                    <a:pt x="584325" y="2810317"/>
                  </a:lnTo>
                  <a:lnTo>
                    <a:pt x="585180" y="2823908"/>
                  </a:lnTo>
                  <a:lnTo>
                    <a:pt x="586036" y="2864671"/>
                  </a:lnTo>
                  <a:lnTo>
                    <a:pt x="586891" y="2852161"/>
                  </a:lnTo>
                  <a:lnTo>
                    <a:pt x="587747" y="2823247"/>
                  </a:lnTo>
                  <a:lnTo>
                    <a:pt x="588602" y="2803156"/>
                  </a:lnTo>
                  <a:lnTo>
                    <a:pt x="589458" y="2814481"/>
                  </a:lnTo>
                  <a:lnTo>
                    <a:pt x="590313" y="2870991"/>
                  </a:lnTo>
                  <a:lnTo>
                    <a:pt x="591169" y="2956926"/>
                  </a:lnTo>
                  <a:lnTo>
                    <a:pt x="592024" y="3046304"/>
                  </a:lnTo>
                  <a:lnTo>
                    <a:pt x="592880" y="3044493"/>
                  </a:lnTo>
                  <a:lnTo>
                    <a:pt x="593735" y="3043914"/>
                  </a:lnTo>
                  <a:lnTo>
                    <a:pt x="594591" y="3099544"/>
                  </a:lnTo>
                  <a:lnTo>
                    <a:pt x="595446" y="3106604"/>
                  </a:lnTo>
                  <a:lnTo>
                    <a:pt x="596302" y="3047241"/>
                  </a:lnTo>
                  <a:lnTo>
                    <a:pt x="597157" y="2993921"/>
                  </a:lnTo>
                  <a:lnTo>
                    <a:pt x="598013" y="2989264"/>
                  </a:lnTo>
                  <a:lnTo>
                    <a:pt x="598869" y="3010943"/>
                  </a:lnTo>
                  <a:lnTo>
                    <a:pt x="599724" y="2959934"/>
                  </a:lnTo>
                  <a:lnTo>
                    <a:pt x="600580" y="2888950"/>
                  </a:lnTo>
                  <a:lnTo>
                    <a:pt x="601435" y="2850015"/>
                  </a:lnTo>
                  <a:lnTo>
                    <a:pt x="602291" y="2864681"/>
                  </a:lnTo>
                  <a:lnTo>
                    <a:pt x="603146" y="2853729"/>
                  </a:lnTo>
                  <a:lnTo>
                    <a:pt x="604002" y="2771228"/>
                  </a:lnTo>
                  <a:lnTo>
                    <a:pt x="604857" y="2710236"/>
                  </a:lnTo>
                  <a:lnTo>
                    <a:pt x="605713" y="2675410"/>
                  </a:lnTo>
                  <a:lnTo>
                    <a:pt x="606568" y="2628018"/>
                  </a:lnTo>
                  <a:lnTo>
                    <a:pt x="607424" y="2533590"/>
                  </a:lnTo>
                  <a:lnTo>
                    <a:pt x="608279" y="2410512"/>
                  </a:lnTo>
                  <a:lnTo>
                    <a:pt x="609135" y="2305279"/>
                  </a:lnTo>
                  <a:lnTo>
                    <a:pt x="609990" y="2202835"/>
                  </a:lnTo>
                  <a:lnTo>
                    <a:pt x="610846" y="2127757"/>
                  </a:lnTo>
                  <a:lnTo>
                    <a:pt x="611701" y="2108665"/>
                  </a:lnTo>
                  <a:lnTo>
                    <a:pt x="612557" y="2086222"/>
                  </a:lnTo>
                  <a:lnTo>
                    <a:pt x="613413" y="2144677"/>
                  </a:lnTo>
                  <a:lnTo>
                    <a:pt x="614268" y="2240313"/>
                  </a:lnTo>
                  <a:lnTo>
                    <a:pt x="615124" y="2370427"/>
                  </a:lnTo>
                  <a:lnTo>
                    <a:pt x="615979" y="2449531"/>
                  </a:lnTo>
                  <a:lnTo>
                    <a:pt x="616835" y="2452853"/>
                  </a:lnTo>
                  <a:lnTo>
                    <a:pt x="617690" y="2511754"/>
                  </a:lnTo>
                  <a:lnTo>
                    <a:pt x="618546" y="2614072"/>
                  </a:lnTo>
                  <a:lnTo>
                    <a:pt x="619401" y="2711412"/>
                  </a:lnTo>
                  <a:lnTo>
                    <a:pt x="620257" y="2697879"/>
                  </a:lnTo>
                  <a:lnTo>
                    <a:pt x="621112" y="2708977"/>
                  </a:lnTo>
                  <a:lnTo>
                    <a:pt x="621968" y="2846025"/>
                  </a:lnTo>
                  <a:lnTo>
                    <a:pt x="622823" y="2931566"/>
                  </a:lnTo>
                  <a:lnTo>
                    <a:pt x="623679" y="2928837"/>
                  </a:lnTo>
                  <a:lnTo>
                    <a:pt x="624534" y="2896861"/>
                  </a:lnTo>
                  <a:lnTo>
                    <a:pt x="625390" y="2940284"/>
                  </a:lnTo>
                  <a:lnTo>
                    <a:pt x="626245" y="2936164"/>
                  </a:lnTo>
                  <a:lnTo>
                    <a:pt x="627101" y="2821520"/>
                  </a:lnTo>
                  <a:lnTo>
                    <a:pt x="627956" y="2741065"/>
                  </a:lnTo>
                  <a:lnTo>
                    <a:pt x="628812" y="2699150"/>
                  </a:lnTo>
                  <a:lnTo>
                    <a:pt x="629668" y="2675130"/>
                  </a:lnTo>
                  <a:lnTo>
                    <a:pt x="630523" y="2635272"/>
                  </a:lnTo>
                  <a:lnTo>
                    <a:pt x="631379" y="2646687"/>
                  </a:lnTo>
                  <a:lnTo>
                    <a:pt x="632234" y="2667008"/>
                  </a:lnTo>
                  <a:lnTo>
                    <a:pt x="633090" y="2705587"/>
                  </a:lnTo>
                  <a:lnTo>
                    <a:pt x="633945" y="2712033"/>
                  </a:lnTo>
                  <a:lnTo>
                    <a:pt x="634801" y="2675902"/>
                  </a:lnTo>
                  <a:lnTo>
                    <a:pt x="635656" y="2668791"/>
                  </a:lnTo>
                  <a:lnTo>
                    <a:pt x="636512" y="2663813"/>
                  </a:lnTo>
                  <a:lnTo>
                    <a:pt x="637367" y="2656522"/>
                  </a:lnTo>
                  <a:lnTo>
                    <a:pt x="638223" y="2561525"/>
                  </a:lnTo>
                  <a:lnTo>
                    <a:pt x="639078" y="2503852"/>
                  </a:lnTo>
                  <a:lnTo>
                    <a:pt x="639934" y="2563710"/>
                  </a:lnTo>
                  <a:lnTo>
                    <a:pt x="640789" y="2644285"/>
                  </a:lnTo>
                  <a:lnTo>
                    <a:pt x="641645" y="2708083"/>
                  </a:lnTo>
                  <a:lnTo>
                    <a:pt x="642500" y="2757805"/>
                  </a:lnTo>
                  <a:lnTo>
                    <a:pt x="643356" y="2814470"/>
                  </a:lnTo>
                  <a:lnTo>
                    <a:pt x="644211" y="2886278"/>
                  </a:lnTo>
                  <a:lnTo>
                    <a:pt x="645067" y="2900464"/>
                  </a:lnTo>
                  <a:lnTo>
                    <a:pt x="645923" y="2856264"/>
                  </a:lnTo>
                  <a:lnTo>
                    <a:pt x="646778" y="2803511"/>
                  </a:lnTo>
                  <a:lnTo>
                    <a:pt x="647634" y="2770532"/>
                  </a:lnTo>
                  <a:lnTo>
                    <a:pt x="648489" y="2775122"/>
                  </a:lnTo>
                  <a:lnTo>
                    <a:pt x="649345" y="2695033"/>
                  </a:lnTo>
                  <a:lnTo>
                    <a:pt x="650200" y="2591381"/>
                  </a:lnTo>
                  <a:lnTo>
                    <a:pt x="651056" y="2553392"/>
                  </a:lnTo>
                  <a:lnTo>
                    <a:pt x="651911" y="2522790"/>
                  </a:lnTo>
                  <a:lnTo>
                    <a:pt x="652767" y="2595987"/>
                  </a:lnTo>
                  <a:lnTo>
                    <a:pt x="653622" y="2730840"/>
                  </a:lnTo>
                  <a:lnTo>
                    <a:pt x="654478" y="2829961"/>
                  </a:lnTo>
                  <a:lnTo>
                    <a:pt x="655333" y="2964950"/>
                  </a:lnTo>
                  <a:lnTo>
                    <a:pt x="656189" y="3103084"/>
                  </a:lnTo>
                  <a:lnTo>
                    <a:pt x="657044" y="3116972"/>
                  </a:lnTo>
                  <a:lnTo>
                    <a:pt x="657044" y="3116972"/>
                  </a:lnTo>
                  <a:lnTo>
                    <a:pt x="657900" y="3116972"/>
                  </a:lnTo>
                  <a:lnTo>
                    <a:pt x="658755" y="3087639"/>
                  </a:lnTo>
                  <a:lnTo>
                    <a:pt x="659611" y="3048851"/>
                  </a:lnTo>
                  <a:lnTo>
                    <a:pt x="660467" y="3059240"/>
                  </a:lnTo>
                  <a:lnTo>
                    <a:pt x="661322" y="3088178"/>
                  </a:lnTo>
                  <a:lnTo>
                    <a:pt x="662178" y="3116972"/>
                  </a:lnTo>
                  <a:lnTo>
                    <a:pt x="662178" y="3116972"/>
                  </a:lnTo>
                  <a:lnTo>
                    <a:pt x="663033" y="3116972"/>
                  </a:lnTo>
                  <a:lnTo>
                    <a:pt x="663889" y="3116972"/>
                  </a:lnTo>
                  <a:lnTo>
                    <a:pt x="664744" y="3116972"/>
                  </a:lnTo>
                  <a:lnTo>
                    <a:pt x="665600" y="3116972"/>
                  </a:lnTo>
                  <a:lnTo>
                    <a:pt x="666455" y="3075691"/>
                  </a:lnTo>
                  <a:lnTo>
                    <a:pt x="667311" y="2982944"/>
                  </a:lnTo>
                  <a:lnTo>
                    <a:pt x="668166" y="2916875"/>
                  </a:lnTo>
                  <a:lnTo>
                    <a:pt x="669022" y="2903338"/>
                  </a:lnTo>
                  <a:lnTo>
                    <a:pt x="669877" y="2904729"/>
                  </a:lnTo>
                  <a:lnTo>
                    <a:pt x="670733" y="2979846"/>
                  </a:lnTo>
                  <a:lnTo>
                    <a:pt x="671588" y="3116972"/>
                  </a:lnTo>
                  <a:lnTo>
                    <a:pt x="671588" y="3116972"/>
                  </a:lnTo>
                  <a:lnTo>
                    <a:pt x="672444" y="3116972"/>
                  </a:lnTo>
                  <a:lnTo>
                    <a:pt x="673299" y="3116972"/>
                  </a:lnTo>
                  <a:lnTo>
                    <a:pt x="674155" y="3116972"/>
                  </a:lnTo>
                  <a:lnTo>
                    <a:pt x="675010" y="3116972"/>
                  </a:lnTo>
                  <a:lnTo>
                    <a:pt x="675866" y="3116972"/>
                  </a:lnTo>
                  <a:lnTo>
                    <a:pt x="676722" y="3116972"/>
                  </a:lnTo>
                  <a:lnTo>
                    <a:pt x="677577" y="3116972"/>
                  </a:lnTo>
                  <a:lnTo>
                    <a:pt x="678433" y="3116972"/>
                  </a:lnTo>
                  <a:lnTo>
                    <a:pt x="679288" y="3116972"/>
                  </a:lnTo>
                  <a:lnTo>
                    <a:pt x="680144" y="3116972"/>
                  </a:lnTo>
                  <a:lnTo>
                    <a:pt x="680999" y="3116972"/>
                  </a:lnTo>
                  <a:lnTo>
                    <a:pt x="681855" y="3116972"/>
                  </a:lnTo>
                  <a:lnTo>
                    <a:pt x="682710" y="2966351"/>
                  </a:lnTo>
                  <a:lnTo>
                    <a:pt x="683566" y="2787996"/>
                  </a:lnTo>
                  <a:lnTo>
                    <a:pt x="684421" y="2653966"/>
                  </a:lnTo>
                  <a:lnTo>
                    <a:pt x="685277" y="2548183"/>
                  </a:lnTo>
                  <a:lnTo>
                    <a:pt x="686132" y="2500083"/>
                  </a:lnTo>
                  <a:lnTo>
                    <a:pt x="686988" y="2547268"/>
                  </a:lnTo>
                  <a:lnTo>
                    <a:pt x="687843" y="2578182"/>
                  </a:lnTo>
                  <a:lnTo>
                    <a:pt x="688699" y="2664626"/>
                  </a:lnTo>
                  <a:lnTo>
                    <a:pt x="689554" y="2836577"/>
                  </a:lnTo>
                  <a:lnTo>
                    <a:pt x="690410" y="2865260"/>
                  </a:lnTo>
                  <a:lnTo>
                    <a:pt x="691265" y="2748923"/>
                  </a:lnTo>
                  <a:lnTo>
                    <a:pt x="692121" y="2648503"/>
                  </a:lnTo>
                  <a:lnTo>
                    <a:pt x="692977" y="2730042"/>
                  </a:lnTo>
                  <a:lnTo>
                    <a:pt x="693832" y="2785590"/>
                  </a:lnTo>
                  <a:lnTo>
                    <a:pt x="694688" y="2751498"/>
                  </a:lnTo>
                  <a:lnTo>
                    <a:pt x="695543" y="2773259"/>
                  </a:lnTo>
                  <a:lnTo>
                    <a:pt x="696399" y="2877501"/>
                  </a:lnTo>
                  <a:lnTo>
                    <a:pt x="697254" y="3007155"/>
                  </a:lnTo>
                  <a:lnTo>
                    <a:pt x="698110" y="3009836"/>
                  </a:lnTo>
                  <a:lnTo>
                    <a:pt x="698965" y="2987599"/>
                  </a:lnTo>
                  <a:lnTo>
                    <a:pt x="699821" y="2994111"/>
                  </a:lnTo>
                  <a:lnTo>
                    <a:pt x="700676" y="2962647"/>
                  </a:lnTo>
                  <a:lnTo>
                    <a:pt x="701532" y="2973087"/>
                  </a:lnTo>
                  <a:lnTo>
                    <a:pt x="702387" y="2993390"/>
                  </a:lnTo>
                  <a:lnTo>
                    <a:pt x="703243" y="2988033"/>
                  </a:lnTo>
                  <a:lnTo>
                    <a:pt x="704098" y="3068913"/>
                  </a:lnTo>
                  <a:lnTo>
                    <a:pt x="704954" y="3116972"/>
                  </a:lnTo>
                  <a:lnTo>
                    <a:pt x="704954" y="3116972"/>
                  </a:lnTo>
                  <a:lnTo>
                    <a:pt x="705809" y="3116972"/>
                  </a:lnTo>
                  <a:lnTo>
                    <a:pt x="706665" y="3106124"/>
                  </a:lnTo>
                  <a:lnTo>
                    <a:pt x="707520" y="3031608"/>
                  </a:lnTo>
                  <a:lnTo>
                    <a:pt x="708376" y="3026293"/>
                  </a:lnTo>
                  <a:lnTo>
                    <a:pt x="709232" y="2977915"/>
                  </a:lnTo>
                  <a:lnTo>
                    <a:pt x="710087" y="2869932"/>
                  </a:lnTo>
                  <a:lnTo>
                    <a:pt x="710943" y="2817756"/>
                  </a:lnTo>
                  <a:lnTo>
                    <a:pt x="711798" y="2795177"/>
                  </a:lnTo>
                  <a:lnTo>
                    <a:pt x="712654" y="2821241"/>
                  </a:lnTo>
                  <a:lnTo>
                    <a:pt x="713509" y="2867176"/>
                  </a:lnTo>
                  <a:lnTo>
                    <a:pt x="714365" y="2891232"/>
                  </a:lnTo>
                  <a:lnTo>
                    <a:pt x="715220" y="2960164"/>
                  </a:lnTo>
                  <a:lnTo>
                    <a:pt x="716076" y="3033626"/>
                  </a:lnTo>
                  <a:lnTo>
                    <a:pt x="716931" y="3116972"/>
                  </a:lnTo>
                  <a:lnTo>
                    <a:pt x="716931" y="3116972"/>
                  </a:lnTo>
                  <a:lnTo>
                    <a:pt x="717787" y="3116972"/>
                  </a:lnTo>
                  <a:lnTo>
                    <a:pt x="718642" y="3116972"/>
                  </a:lnTo>
                  <a:lnTo>
                    <a:pt x="719498" y="3116972"/>
                  </a:lnTo>
                  <a:lnTo>
                    <a:pt x="720353" y="3034657"/>
                  </a:lnTo>
                  <a:lnTo>
                    <a:pt x="721209" y="2927228"/>
                  </a:lnTo>
                  <a:lnTo>
                    <a:pt x="722064" y="2880115"/>
                  </a:lnTo>
                  <a:lnTo>
                    <a:pt x="722920" y="2816261"/>
                  </a:lnTo>
                  <a:lnTo>
                    <a:pt x="723776" y="2738414"/>
                  </a:lnTo>
                  <a:lnTo>
                    <a:pt x="724631" y="2671265"/>
                  </a:lnTo>
                  <a:lnTo>
                    <a:pt x="725487" y="2670804"/>
                  </a:lnTo>
                  <a:lnTo>
                    <a:pt x="726342" y="2749092"/>
                  </a:lnTo>
                  <a:lnTo>
                    <a:pt x="727198" y="2715379"/>
                  </a:lnTo>
                  <a:lnTo>
                    <a:pt x="728053" y="2713552"/>
                  </a:lnTo>
                  <a:lnTo>
                    <a:pt x="728909" y="2827935"/>
                  </a:lnTo>
                  <a:lnTo>
                    <a:pt x="729764" y="2948901"/>
                  </a:lnTo>
                  <a:lnTo>
                    <a:pt x="730620" y="2926620"/>
                  </a:lnTo>
                  <a:lnTo>
                    <a:pt x="731475" y="2823099"/>
                  </a:lnTo>
                  <a:lnTo>
                    <a:pt x="732331" y="2829100"/>
                  </a:lnTo>
                  <a:lnTo>
                    <a:pt x="733186" y="2811372"/>
                  </a:lnTo>
                  <a:lnTo>
                    <a:pt x="734042" y="2708567"/>
                  </a:lnTo>
                  <a:lnTo>
                    <a:pt x="734897" y="2647289"/>
                  </a:lnTo>
                  <a:lnTo>
                    <a:pt x="735753" y="2693804"/>
                  </a:lnTo>
                  <a:lnTo>
                    <a:pt x="736608" y="2748078"/>
                  </a:lnTo>
                  <a:lnTo>
                    <a:pt x="737464" y="2729186"/>
                  </a:lnTo>
                  <a:lnTo>
                    <a:pt x="738319" y="2720143"/>
                  </a:lnTo>
                  <a:lnTo>
                    <a:pt x="739175" y="2669339"/>
                  </a:lnTo>
                  <a:lnTo>
                    <a:pt x="740031" y="2597111"/>
                  </a:lnTo>
                  <a:lnTo>
                    <a:pt x="740886" y="2631135"/>
                  </a:lnTo>
                  <a:lnTo>
                    <a:pt x="741742" y="2719291"/>
                  </a:lnTo>
                  <a:lnTo>
                    <a:pt x="742597" y="2808977"/>
                  </a:lnTo>
                  <a:lnTo>
                    <a:pt x="743453" y="2831462"/>
                  </a:lnTo>
                  <a:lnTo>
                    <a:pt x="744308" y="2858253"/>
                  </a:lnTo>
                  <a:lnTo>
                    <a:pt x="745164" y="2806753"/>
                  </a:lnTo>
                  <a:lnTo>
                    <a:pt x="746019" y="2701959"/>
                  </a:lnTo>
                  <a:lnTo>
                    <a:pt x="746875" y="2588160"/>
                  </a:lnTo>
                  <a:lnTo>
                    <a:pt x="747730" y="2550413"/>
                  </a:lnTo>
                  <a:lnTo>
                    <a:pt x="748586" y="2622678"/>
                  </a:lnTo>
                  <a:lnTo>
                    <a:pt x="749441" y="2629855"/>
                  </a:lnTo>
                  <a:lnTo>
                    <a:pt x="750297" y="2634666"/>
                  </a:lnTo>
                  <a:lnTo>
                    <a:pt x="751152" y="2587975"/>
                  </a:lnTo>
                  <a:lnTo>
                    <a:pt x="752008" y="2559344"/>
                  </a:lnTo>
                  <a:lnTo>
                    <a:pt x="752863" y="2468954"/>
                  </a:lnTo>
                  <a:lnTo>
                    <a:pt x="753719" y="2313378"/>
                  </a:lnTo>
                  <a:lnTo>
                    <a:pt x="754574" y="2265170"/>
                  </a:lnTo>
                  <a:lnTo>
                    <a:pt x="755430" y="2276549"/>
                  </a:lnTo>
                  <a:lnTo>
                    <a:pt x="756286" y="2280692"/>
                  </a:lnTo>
                  <a:lnTo>
                    <a:pt x="757141" y="2310494"/>
                  </a:lnTo>
                  <a:lnTo>
                    <a:pt x="757997" y="2346198"/>
                  </a:lnTo>
                  <a:lnTo>
                    <a:pt x="758852" y="2340540"/>
                  </a:lnTo>
                  <a:lnTo>
                    <a:pt x="759708" y="2365899"/>
                  </a:lnTo>
                  <a:lnTo>
                    <a:pt x="760563" y="2418532"/>
                  </a:lnTo>
                  <a:lnTo>
                    <a:pt x="761419" y="2398160"/>
                  </a:lnTo>
                  <a:lnTo>
                    <a:pt x="762274" y="2325421"/>
                  </a:lnTo>
                  <a:lnTo>
                    <a:pt x="763130" y="2262140"/>
                  </a:lnTo>
                  <a:lnTo>
                    <a:pt x="763985" y="2284357"/>
                  </a:lnTo>
                  <a:lnTo>
                    <a:pt x="764841" y="2333708"/>
                  </a:lnTo>
                  <a:lnTo>
                    <a:pt x="765696" y="2331095"/>
                  </a:lnTo>
                  <a:lnTo>
                    <a:pt x="766552" y="2380723"/>
                  </a:lnTo>
                  <a:lnTo>
                    <a:pt x="767407" y="2416852"/>
                  </a:lnTo>
                  <a:lnTo>
                    <a:pt x="768263" y="2388744"/>
                  </a:lnTo>
                  <a:lnTo>
                    <a:pt x="769118" y="2359117"/>
                  </a:lnTo>
                  <a:lnTo>
                    <a:pt x="769974" y="2349854"/>
                  </a:lnTo>
                  <a:lnTo>
                    <a:pt x="770830" y="2386491"/>
                  </a:lnTo>
                  <a:lnTo>
                    <a:pt x="771685" y="2512980"/>
                  </a:lnTo>
                  <a:lnTo>
                    <a:pt x="772541" y="2575618"/>
                  </a:lnTo>
                  <a:lnTo>
                    <a:pt x="773396" y="2643999"/>
                  </a:lnTo>
                  <a:lnTo>
                    <a:pt x="774252" y="2715643"/>
                  </a:lnTo>
                  <a:lnTo>
                    <a:pt x="775107" y="2665100"/>
                  </a:lnTo>
                  <a:lnTo>
                    <a:pt x="775963" y="2628475"/>
                  </a:lnTo>
                  <a:lnTo>
                    <a:pt x="776818" y="2499226"/>
                  </a:lnTo>
                  <a:lnTo>
                    <a:pt x="777674" y="2447982"/>
                  </a:lnTo>
                  <a:lnTo>
                    <a:pt x="778529" y="2478183"/>
                  </a:lnTo>
                  <a:lnTo>
                    <a:pt x="779385" y="2526733"/>
                  </a:lnTo>
                  <a:lnTo>
                    <a:pt x="780240" y="2619281"/>
                  </a:lnTo>
                  <a:lnTo>
                    <a:pt x="781096" y="2684061"/>
                  </a:lnTo>
                  <a:lnTo>
                    <a:pt x="781951" y="2782968"/>
                  </a:lnTo>
                  <a:lnTo>
                    <a:pt x="782807" y="2850719"/>
                  </a:lnTo>
                  <a:lnTo>
                    <a:pt x="783662" y="2848402"/>
                  </a:lnTo>
                  <a:lnTo>
                    <a:pt x="784518" y="2807993"/>
                  </a:lnTo>
                  <a:lnTo>
                    <a:pt x="785373" y="2816602"/>
                  </a:lnTo>
                  <a:lnTo>
                    <a:pt x="786229" y="2866024"/>
                  </a:lnTo>
                  <a:lnTo>
                    <a:pt x="787085" y="2883948"/>
                  </a:lnTo>
                  <a:lnTo>
                    <a:pt x="787940" y="2881940"/>
                  </a:lnTo>
                  <a:lnTo>
                    <a:pt x="788796" y="2844956"/>
                  </a:lnTo>
                  <a:lnTo>
                    <a:pt x="789651" y="2780059"/>
                  </a:lnTo>
                  <a:lnTo>
                    <a:pt x="790507" y="2707918"/>
                  </a:lnTo>
                  <a:lnTo>
                    <a:pt x="791362" y="2583912"/>
                  </a:lnTo>
                  <a:lnTo>
                    <a:pt x="792218" y="2459547"/>
                  </a:lnTo>
                  <a:lnTo>
                    <a:pt x="793073" y="2374883"/>
                  </a:lnTo>
                  <a:lnTo>
                    <a:pt x="793929" y="2416379"/>
                  </a:lnTo>
                  <a:lnTo>
                    <a:pt x="794784" y="2502319"/>
                  </a:lnTo>
                  <a:lnTo>
                    <a:pt x="795640" y="2523610"/>
                  </a:lnTo>
                  <a:lnTo>
                    <a:pt x="796495" y="2505746"/>
                  </a:lnTo>
                  <a:lnTo>
                    <a:pt x="797351" y="2550175"/>
                  </a:lnTo>
                  <a:lnTo>
                    <a:pt x="798206" y="2617936"/>
                  </a:lnTo>
                  <a:lnTo>
                    <a:pt x="799062" y="2671774"/>
                  </a:lnTo>
                  <a:lnTo>
                    <a:pt x="799917" y="2703848"/>
                  </a:lnTo>
                  <a:lnTo>
                    <a:pt x="800773" y="2692177"/>
                  </a:lnTo>
                  <a:lnTo>
                    <a:pt x="801628" y="2729673"/>
                  </a:lnTo>
                  <a:lnTo>
                    <a:pt x="802484" y="2837569"/>
                  </a:lnTo>
                  <a:lnTo>
                    <a:pt x="803340" y="2921394"/>
                  </a:lnTo>
                  <a:lnTo>
                    <a:pt x="804195" y="2867458"/>
                  </a:lnTo>
                  <a:lnTo>
                    <a:pt x="805051" y="2817870"/>
                  </a:lnTo>
                  <a:lnTo>
                    <a:pt x="805906" y="2822596"/>
                  </a:lnTo>
                  <a:lnTo>
                    <a:pt x="806762" y="2780797"/>
                  </a:lnTo>
                  <a:lnTo>
                    <a:pt x="807617" y="2618888"/>
                  </a:lnTo>
                  <a:lnTo>
                    <a:pt x="808473" y="2484629"/>
                  </a:lnTo>
                  <a:lnTo>
                    <a:pt x="809328" y="2415102"/>
                  </a:lnTo>
                  <a:lnTo>
                    <a:pt x="810184" y="2364771"/>
                  </a:lnTo>
                  <a:lnTo>
                    <a:pt x="811039" y="2389131"/>
                  </a:lnTo>
                  <a:lnTo>
                    <a:pt x="811895" y="2429750"/>
                  </a:lnTo>
                  <a:lnTo>
                    <a:pt x="812750" y="2451087"/>
                  </a:lnTo>
                  <a:lnTo>
                    <a:pt x="813606" y="2479916"/>
                  </a:lnTo>
                  <a:lnTo>
                    <a:pt x="814461" y="2468839"/>
                  </a:lnTo>
                  <a:lnTo>
                    <a:pt x="815317" y="2420519"/>
                  </a:lnTo>
                  <a:lnTo>
                    <a:pt x="816172" y="2264182"/>
                  </a:lnTo>
                  <a:lnTo>
                    <a:pt x="817028" y="2074630"/>
                  </a:lnTo>
                  <a:lnTo>
                    <a:pt x="817884" y="1952810"/>
                  </a:lnTo>
                  <a:lnTo>
                    <a:pt x="818739" y="1752702"/>
                  </a:lnTo>
                  <a:lnTo>
                    <a:pt x="819595" y="1580529"/>
                  </a:lnTo>
                  <a:lnTo>
                    <a:pt x="820450" y="1431723"/>
                  </a:lnTo>
                  <a:lnTo>
                    <a:pt x="821306" y="1318024"/>
                  </a:lnTo>
                  <a:lnTo>
                    <a:pt x="822161" y="1172600"/>
                  </a:lnTo>
                  <a:lnTo>
                    <a:pt x="823017" y="969011"/>
                  </a:lnTo>
                  <a:lnTo>
                    <a:pt x="823872" y="844896"/>
                  </a:lnTo>
                  <a:lnTo>
                    <a:pt x="824728" y="839280"/>
                  </a:lnTo>
                  <a:lnTo>
                    <a:pt x="825583" y="847595"/>
                  </a:lnTo>
                  <a:lnTo>
                    <a:pt x="826439" y="849947"/>
                  </a:lnTo>
                  <a:lnTo>
                    <a:pt x="827294" y="932616"/>
                  </a:lnTo>
                  <a:lnTo>
                    <a:pt x="828150" y="1093188"/>
                  </a:lnTo>
                  <a:lnTo>
                    <a:pt x="829005" y="1213706"/>
                  </a:lnTo>
                  <a:lnTo>
                    <a:pt x="829861" y="1174249"/>
                  </a:lnTo>
                  <a:lnTo>
                    <a:pt x="830716" y="1095999"/>
                  </a:lnTo>
                  <a:lnTo>
                    <a:pt x="831572" y="1107231"/>
                  </a:lnTo>
                  <a:lnTo>
                    <a:pt x="832427" y="1148279"/>
                  </a:lnTo>
                  <a:lnTo>
                    <a:pt x="833283" y="1056932"/>
                  </a:lnTo>
                  <a:lnTo>
                    <a:pt x="834139" y="1012243"/>
                  </a:lnTo>
                  <a:lnTo>
                    <a:pt x="834994" y="1101566"/>
                  </a:lnTo>
                  <a:lnTo>
                    <a:pt x="835850" y="1185066"/>
                  </a:lnTo>
                  <a:lnTo>
                    <a:pt x="836705" y="1211737"/>
                  </a:lnTo>
                  <a:lnTo>
                    <a:pt x="837561" y="1280165"/>
                  </a:lnTo>
                  <a:lnTo>
                    <a:pt x="838416" y="1372868"/>
                  </a:lnTo>
                  <a:lnTo>
                    <a:pt x="839272" y="1418185"/>
                  </a:lnTo>
                  <a:lnTo>
                    <a:pt x="840127" y="1466315"/>
                  </a:lnTo>
                  <a:lnTo>
                    <a:pt x="840983" y="1670363"/>
                  </a:lnTo>
                  <a:lnTo>
                    <a:pt x="841838" y="1899813"/>
                  </a:lnTo>
                  <a:lnTo>
                    <a:pt x="842694" y="2005348"/>
                  </a:lnTo>
                  <a:lnTo>
                    <a:pt x="843549" y="2167400"/>
                  </a:lnTo>
                  <a:lnTo>
                    <a:pt x="844405" y="2264689"/>
                  </a:lnTo>
                  <a:lnTo>
                    <a:pt x="845260" y="2251809"/>
                  </a:lnTo>
                  <a:lnTo>
                    <a:pt x="846116" y="2062445"/>
                  </a:lnTo>
                  <a:lnTo>
                    <a:pt x="846971" y="1856154"/>
                  </a:lnTo>
                  <a:lnTo>
                    <a:pt x="847827" y="1770746"/>
                  </a:lnTo>
                  <a:lnTo>
                    <a:pt x="848682" y="1730138"/>
                  </a:lnTo>
                  <a:lnTo>
                    <a:pt x="849538" y="1736210"/>
                  </a:lnTo>
                  <a:lnTo>
                    <a:pt x="850394" y="1795923"/>
                  </a:lnTo>
                  <a:lnTo>
                    <a:pt x="851249" y="1908616"/>
                  </a:lnTo>
                  <a:lnTo>
                    <a:pt x="852105" y="1958574"/>
                  </a:lnTo>
                  <a:lnTo>
                    <a:pt x="852960" y="1959563"/>
                  </a:lnTo>
                  <a:lnTo>
                    <a:pt x="853816" y="2019527"/>
                  </a:lnTo>
                  <a:lnTo>
                    <a:pt x="854671" y="2028016"/>
                  </a:lnTo>
                  <a:lnTo>
                    <a:pt x="855527" y="2002048"/>
                  </a:lnTo>
                  <a:lnTo>
                    <a:pt x="856382" y="1988257"/>
                  </a:lnTo>
                  <a:lnTo>
                    <a:pt x="857238" y="2001836"/>
                  </a:lnTo>
                  <a:lnTo>
                    <a:pt x="858093" y="2064991"/>
                  </a:lnTo>
                  <a:lnTo>
                    <a:pt x="858949" y="2043167"/>
                  </a:lnTo>
                  <a:lnTo>
                    <a:pt x="859804" y="2038913"/>
                  </a:lnTo>
                  <a:lnTo>
                    <a:pt x="860660" y="2010842"/>
                  </a:lnTo>
                  <a:lnTo>
                    <a:pt x="861515" y="1967726"/>
                  </a:lnTo>
                  <a:lnTo>
                    <a:pt x="862371" y="1994167"/>
                  </a:lnTo>
                  <a:lnTo>
                    <a:pt x="863226" y="2037814"/>
                  </a:lnTo>
                  <a:lnTo>
                    <a:pt x="864082" y="2121527"/>
                  </a:lnTo>
                  <a:lnTo>
                    <a:pt x="864938" y="2270941"/>
                  </a:lnTo>
                  <a:lnTo>
                    <a:pt x="865793" y="2388362"/>
                  </a:lnTo>
                  <a:lnTo>
                    <a:pt x="866649" y="2552488"/>
                  </a:lnTo>
                  <a:lnTo>
                    <a:pt x="867504" y="2720071"/>
                  </a:lnTo>
                  <a:lnTo>
                    <a:pt x="868360" y="2811548"/>
                  </a:lnTo>
                  <a:lnTo>
                    <a:pt x="869215" y="2848101"/>
                  </a:lnTo>
                  <a:lnTo>
                    <a:pt x="870071" y="2869150"/>
                  </a:lnTo>
                  <a:lnTo>
                    <a:pt x="870926" y="2982551"/>
                  </a:lnTo>
                  <a:lnTo>
                    <a:pt x="871782" y="3046145"/>
                  </a:lnTo>
                  <a:lnTo>
                    <a:pt x="872637" y="3018041"/>
                  </a:lnTo>
                  <a:lnTo>
                    <a:pt x="873493" y="2991080"/>
                  </a:lnTo>
                  <a:lnTo>
                    <a:pt x="874348" y="2945186"/>
                  </a:lnTo>
                  <a:lnTo>
                    <a:pt x="875204" y="2902943"/>
                  </a:lnTo>
                  <a:lnTo>
                    <a:pt x="876059" y="2876095"/>
                  </a:lnTo>
                  <a:lnTo>
                    <a:pt x="876915" y="2819609"/>
                  </a:lnTo>
                  <a:lnTo>
                    <a:pt x="877770" y="2769504"/>
                  </a:lnTo>
                  <a:lnTo>
                    <a:pt x="878626" y="2724488"/>
                  </a:lnTo>
                  <a:lnTo>
                    <a:pt x="879481" y="2734094"/>
                  </a:lnTo>
                  <a:lnTo>
                    <a:pt x="880337" y="2747720"/>
                  </a:lnTo>
                  <a:lnTo>
                    <a:pt x="881193" y="2707928"/>
                  </a:lnTo>
                  <a:lnTo>
                    <a:pt x="882048" y="2735943"/>
                  </a:lnTo>
                  <a:lnTo>
                    <a:pt x="882904" y="2775876"/>
                  </a:lnTo>
                  <a:lnTo>
                    <a:pt x="883759" y="2826561"/>
                  </a:lnTo>
                  <a:lnTo>
                    <a:pt x="884615" y="2819544"/>
                  </a:lnTo>
                  <a:lnTo>
                    <a:pt x="885470" y="2783637"/>
                  </a:lnTo>
                  <a:lnTo>
                    <a:pt x="886326" y="2772074"/>
                  </a:lnTo>
                  <a:lnTo>
                    <a:pt x="887181" y="2710165"/>
                  </a:lnTo>
                  <a:lnTo>
                    <a:pt x="888037" y="2687100"/>
                  </a:lnTo>
                  <a:lnTo>
                    <a:pt x="888892" y="2612265"/>
                  </a:lnTo>
                  <a:lnTo>
                    <a:pt x="889748" y="2644379"/>
                  </a:lnTo>
                  <a:lnTo>
                    <a:pt x="890603" y="2698129"/>
                  </a:lnTo>
                  <a:lnTo>
                    <a:pt x="891459" y="2749154"/>
                  </a:lnTo>
                  <a:lnTo>
                    <a:pt x="892314" y="2806408"/>
                  </a:lnTo>
                  <a:lnTo>
                    <a:pt x="893170" y="2844181"/>
                  </a:lnTo>
                  <a:lnTo>
                    <a:pt x="894025" y="2915306"/>
                  </a:lnTo>
                  <a:lnTo>
                    <a:pt x="894881" y="2924083"/>
                  </a:lnTo>
                  <a:lnTo>
                    <a:pt x="895736" y="2946470"/>
                  </a:lnTo>
                  <a:lnTo>
                    <a:pt x="896592" y="3010131"/>
                  </a:lnTo>
                  <a:lnTo>
                    <a:pt x="897448" y="3061411"/>
                  </a:lnTo>
                  <a:lnTo>
                    <a:pt x="898303" y="3082710"/>
                  </a:lnTo>
                  <a:lnTo>
                    <a:pt x="899159" y="3074667"/>
                  </a:lnTo>
                  <a:lnTo>
                    <a:pt x="900014" y="3040696"/>
                  </a:lnTo>
                  <a:lnTo>
                    <a:pt x="900870" y="2942751"/>
                  </a:lnTo>
                  <a:lnTo>
                    <a:pt x="901725" y="2812962"/>
                  </a:lnTo>
                  <a:lnTo>
                    <a:pt x="902581" y="2762932"/>
                  </a:lnTo>
                  <a:lnTo>
                    <a:pt x="903436" y="2763050"/>
                  </a:lnTo>
                  <a:lnTo>
                    <a:pt x="904292" y="2769338"/>
                  </a:lnTo>
                  <a:lnTo>
                    <a:pt x="905147" y="2778100"/>
                  </a:lnTo>
                  <a:lnTo>
                    <a:pt x="906003" y="2865512"/>
                  </a:lnTo>
                  <a:lnTo>
                    <a:pt x="906858" y="2968707"/>
                  </a:lnTo>
                  <a:lnTo>
                    <a:pt x="907714" y="2998390"/>
                  </a:lnTo>
                  <a:lnTo>
                    <a:pt x="908569" y="2992738"/>
                  </a:lnTo>
                  <a:lnTo>
                    <a:pt x="909425" y="2997188"/>
                  </a:lnTo>
                  <a:lnTo>
                    <a:pt x="910280" y="3011051"/>
                  </a:lnTo>
                  <a:lnTo>
                    <a:pt x="911136" y="3023676"/>
                  </a:lnTo>
                  <a:lnTo>
                    <a:pt x="911991" y="3023677"/>
                  </a:lnTo>
                  <a:lnTo>
                    <a:pt x="912847" y="3023425"/>
                  </a:lnTo>
                  <a:lnTo>
                    <a:pt x="913703" y="3031226"/>
                  </a:lnTo>
                  <a:lnTo>
                    <a:pt x="914558" y="3053533"/>
                  </a:lnTo>
                  <a:lnTo>
                    <a:pt x="915414" y="3073678"/>
                  </a:lnTo>
                  <a:lnTo>
                    <a:pt x="916269" y="3071586"/>
                  </a:lnTo>
                  <a:lnTo>
                    <a:pt x="917125" y="3048291"/>
                  </a:lnTo>
                  <a:lnTo>
                    <a:pt x="917980" y="3011853"/>
                  </a:lnTo>
                  <a:lnTo>
                    <a:pt x="918836" y="2998179"/>
                  </a:lnTo>
                  <a:lnTo>
                    <a:pt x="919691" y="2998180"/>
                  </a:lnTo>
                  <a:lnTo>
                    <a:pt x="920547" y="3010827"/>
                  </a:lnTo>
                  <a:lnTo>
                    <a:pt x="921402" y="3038565"/>
                  </a:lnTo>
                  <a:lnTo>
                    <a:pt x="922258" y="3068872"/>
                  </a:lnTo>
                  <a:lnTo>
                    <a:pt x="923113" y="3105310"/>
                  </a:lnTo>
                  <a:lnTo>
                    <a:pt x="923969" y="3116972"/>
                  </a:lnTo>
                  <a:lnTo>
                    <a:pt x="923969" y="3116972"/>
                  </a:lnTo>
                  <a:lnTo>
                    <a:pt x="924824" y="3116972"/>
                  </a:lnTo>
                  <a:lnTo>
                    <a:pt x="925680" y="3108743"/>
                  </a:lnTo>
                  <a:lnTo>
                    <a:pt x="926535" y="3072830"/>
                  </a:lnTo>
                  <a:lnTo>
                    <a:pt x="927391" y="3085594"/>
                  </a:lnTo>
                  <a:lnTo>
                    <a:pt x="928247" y="3086223"/>
                  </a:lnTo>
                  <a:lnTo>
                    <a:pt x="929102" y="3045634"/>
                  </a:lnTo>
                  <a:lnTo>
                    <a:pt x="929958" y="3023089"/>
                  </a:lnTo>
                  <a:lnTo>
                    <a:pt x="930813" y="3058286"/>
                  </a:lnTo>
                  <a:lnTo>
                    <a:pt x="931669" y="3066460"/>
                  </a:lnTo>
                  <a:lnTo>
                    <a:pt x="932524" y="3043912"/>
                  </a:lnTo>
                  <a:lnTo>
                    <a:pt x="933380" y="3025636"/>
                  </a:lnTo>
                  <a:lnTo>
                    <a:pt x="934235" y="3039285"/>
                  </a:lnTo>
                  <a:lnTo>
                    <a:pt x="935091" y="3078728"/>
                  </a:lnTo>
                  <a:lnTo>
                    <a:pt x="935946" y="3112536"/>
                  </a:lnTo>
                  <a:lnTo>
                    <a:pt x="936802" y="3112536"/>
                  </a:lnTo>
                  <a:lnTo>
                    <a:pt x="937657" y="3116972"/>
                  </a:lnTo>
                  <a:lnTo>
                    <a:pt x="937657" y="3116972"/>
                  </a:lnTo>
                  <a:lnTo>
                    <a:pt x="938513" y="3116972"/>
                  </a:lnTo>
                  <a:lnTo>
                    <a:pt x="939368" y="3116972"/>
                  </a:lnTo>
                  <a:lnTo>
                    <a:pt x="940224" y="3116972"/>
                  </a:lnTo>
                  <a:lnTo>
                    <a:pt x="941079" y="3116972"/>
                  </a:lnTo>
                  <a:lnTo>
                    <a:pt x="941935" y="3116972"/>
                  </a:lnTo>
                  <a:lnTo>
                    <a:pt x="942790" y="3085101"/>
                  </a:lnTo>
                  <a:lnTo>
                    <a:pt x="943646" y="3010956"/>
                  </a:lnTo>
                  <a:lnTo>
                    <a:pt x="944502" y="2960496"/>
                  </a:lnTo>
                  <a:lnTo>
                    <a:pt x="945357" y="2878643"/>
                  </a:lnTo>
                  <a:lnTo>
                    <a:pt x="946213" y="2810024"/>
                  </a:lnTo>
                  <a:lnTo>
                    <a:pt x="947068" y="2820765"/>
                  </a:lnTo>
                  <a:lnTo>
                    <a:pt x="947924" y="2861830"/>
                  </a:lnTo>
                  <a:lnTo>
                    <a:pt x="948779" y="2873130"/>
                  </a:lnTo>
                  <a:lnTo>
                    <a:pt x="949635" y="2918868"/>
                  </a:lnTo>
                  <a:lnTo>
                    <a:pt x="950490" y="3028458"/>
                  </a:lnTo>
                  <a:lnTo>
                    <a:pt x="951346" y="3116972"/>
                  </a:lnTo>
                  <a:lnTo>
                    <a:pt x="951346" y="3116972"/>
                  </a:lnTo>
                  <a:lnTo>
                    <a:pt x="952201" y="3116972"/>
                  </a:lnTo>
                  <a:lnTo>
                    <a:pt x="953057" y="3116972"/>
                  </a:lnTo>
                  <a:lnTo>
                    <a:pt x="953912" y="3116972"/>
                  </a:lnTo>
                  <a:lnTo>
                    <a:pt x="954768" y="3116972"/>
                  </a:lnTo>
                  <a:lnTo>
                    <a:pt x="955623" y="3116972"/>
                  </a:lnTo>
                  <a:lnTo>
                    <a:pt x="956479" y="3092553"/>
                  </a:lnTo>
                  <a:lnTo>
                    <a:pt x="957334" y="3047833"/>
                  </a:lnTo>
                  <a:lnTo>
                    <a:pt x="958190" y="2969483"/>
                  </a:lnTo>
                  <a:lnTo>
                    <a:pt x="959045" y="2940338"/>
                  </a:lnTo>
                  <a:lnTo>
                    <a:pt x="959901" y="2940338"/>
                  </a:lnTo>
                  <a:lnTo>
                    <a:pt x="960757" y="2932703"/>
                  </a:lnTo>
                  <a:lnTo>
                    <a:pt x="961612" y="2897597"/>
                  </a:lnTo>
                  <a:lnTo>
                    <a:pt x="962468" y="2892117"/>
                  </a:lnTo>
                  <a:lnTo>
                    <a:pt x="963323" y="2969548"/>
                  </a:lnTo>
                  <a:lnTo>
                    <a:pt x="964179" y="2998694"/>
                  </a:lnTo>
                  <a:lnTo>
                    <a:pt x="965034" y="2965973"/>
                  </a:lnTo>
                  <a:lnTo>
                    <a:pt x="965890" y="2935061"/>
                  </a:lnTo>
                  <a:lnTo>
                    <a:pt x="966745" y="2970166"/>
                  </a:lnTo>
                  <a:lnTo>
                    <a:pt x="967601" y="2999399"/>
                  </a:lnTo>
                  <a:lnTo>
                    <a:pt x="968456" y="3000318"/>
                  </a:lnTo>
                  <a:lnTo>
                    <a:pt x="969312" y="3000319"/>
                  </a:lnTo>
                  <a:lnTo>
                    <a:pt x="970167" y="3033039"/>
                  </a:lnTo>
                  <a:lnTo>
                    <a:pt x="971023" y="3071586"/>
                  </a:lnTo>
                  <a:lnTo>
                    <a:pt x="971878" y="3071586"/>
                  </a:lnTo>
                  <a:lnTo>
                    <a:pt x="972734" y="3071586"/>
                  </a:lnTo>
                  <a:lnTo>
                    <a:pt x="973589" y="3071586"/>
                  </a:lnTo>
                  <a:lnTo>
                    <a:pt x="974445" y="3067456"/>
                  </a:lnTo>
                  <a:lnTo>
                    <a:pt x="975301" y="3020795"/>
                  </a:lnTo>
                  <a:lnTo>
                    <a:pt x="976156" y="3029114"/>
                  </a:lnTo>
                  <a:lnTo>
                    <a:pt x="977012" y="3076553"/>
                  </a:lnTo>
                  <a:lnTo>
                    <a:pt x="977867" y="3116972"/>
                  </a:lnTo>
                  <a:lnTo>
                    <a:pt x="977867" y="3116972"/>
                  </a:lnTo>
                  <a:lnTo>
                    <a:pt x="978723" y="3116972"/>
                  </a:lnTo>
                  <a:lnTo>
                    <a:pt x="979578" y="3116972"/>
                  </a:lnTo>
                  <a:lnTo>
                    <a:pt x="980434" y="3116972"/>
                  </a:lnTo>
                  <a:lnTo>
                    <a:pt x="981289" y="3116972"/>
                  </a:lnTo>
                  <a:lnTo>
                    <a:pt x="982145" y="3116972"/>
                  </a:lnTo>
                  <a:lnTo>
                    <a:pt x="983000" y="3116972"/>
                  </a:lnTo>
                  <a:lnTo>
                    <a:pt x="983856" y="3116972"/>
                  </a:lnTo>
                  <a:lnTo>
                    <a:pt x="984711" y="3116972"/>
                  </a:lnTo>
                  <a:lnTo>
                    <a:pt x="985567" y="3101703"/>
                  </a:lnTo>
                  <a:lnTo>
                    <a:pt x="986422" y="3044563"/>
                  </a:lnTo>
                  <a:lnTo>
                    <a:pt x="987278" y="3006940"/>
                  </a:lnTo>
                  <a:lnTo>
                    <a:pt x="988133" y="2981248"/>
                  </a:lnTo>
                  <a:lnTo>
                    <a:pt x="988989" y="2941569"/>
                  </a:lnTo>
                  <a:lnTo>
                    <a:pt x="989844" y="2917506"/>
                  </a:lnTo>
                  <a:lnTo>
                    <a:pt x="990700" y="2906980"/>
                  </a:lnTo>
                  <a:lnTo>
                    <a:pt x="991556" y="2941629"/>
                  </a:lnTo>
                  <a:lnTo>
                    <a:pt x="992411" y="2969865"/>
                  </a:lnTo>
                  <a:lnTo>
                    <a:pt x="993267" y="3011726"/>
                  </a:lnTo>
                  <a:lnTo>
                    <a:pt x="994122" y="3058217"/>
                  </a:lnTo>
                  <a:lnTo>
                    <a:pt x="994978" y="3082279"/>
                  </a:lnTo>
                  <a:lnTo>
                    <a:pt x="995833" y="3110091"/>
                  </a:lnTo>
                  <a:lnTo>
                    <a:pt x="996689" y="3116972"/>
                  </a:lnTo>
                  <a:lnTo>
                    <a:pt x="996689" y="3116972"/>
                  </a:lnTo>
                  <a:lnTo>
                    <a:pt x="997544" y="3088338"/>
                  </a:lnTo>
                  <a:lnTo>
                    <a:pt x="998400" y="3000916"/>
                  </a:lnTo>
                  <a:lnTo>
                    <a:pt x="999255" y="2948443"/>
                  </a:lnTo>
                  <a:lnTo>
                    <a:pt x="1000111" y="2914034"/>
                  </a:lnTo>
                  <a:lnTo>
                    <a:pt x="1000966" y="2898632"/>
                  </a:lnTo>
                  <a:lnTo>
                    <a:pt x="1001822" y="2891536"/>
                  </a:lnTo>
                  <a:lnTo>
                    <a:pt x="1002677" y="2858123"/>
                  </a:lnTo>
                  <a:lnTo>
                    <a:pt x="1003533" y="2905692"/>
                  </a:lnTo>
                  <a:lnTo>
                    <a:pt x="1004388" y="2951355"/>
                  </a:lnTo>
                  <a:lnTo>
                    <a:pt x="1005244" y="2985763"/>
                  </a:lnTo>
                  <a:lnTo>
                    <a:pt x="1006099" y="3001165"/>
                  </a:lnTo>
                  <a:lnTo>
                    <a:pt x="1006955" y="3008262"/>
                  </a:lnTo>
                  <a:lnTo>
                    <a:pt x="1007811" y="3054921"/>
                  </a:lnTo>
                  <a:lnTo>
                    <a:pt x="1008666" y="3071586"/>
                  </a:lnTo>
                  <a:lnTo>
                    <a:pt x="1009522" y="3071586"/>
                  </a:lnTo>
                  <a:lnTo>
                    <a:pt x="1010377" y="3071586"/>
                  </a:lnTo>
                  <a:lnTo>
                    <a:pt x="1011233" y="3071586"/>
                  </a:lnTo>
                  <a:lnTo>
                    <a:pt x="1012088" y="3069927"/>
                  </a:lnTo>
                  <a:lnTo>
                    <a:pt x="1012944" y="3047384"/>
                  </a:lnTo>
                  <a:lnTo>
                    <a:pt x="1013799" y="3024760"/>
                  </a:lnTo>
                  <a:lnTo>
                    <a:pt x="1014655" y="3024759"/>
                  </a:lnTo>
                  <a:lnTo>
                    <a:pt x="1015510" y="3024760"/>
                  </a:lnTo>
                  <a:lnTo>
                    <a:pt x="1016366" y="3024761"/>
                  </a:lnTo>
                  <a:lnTo>
                    <a:pt x="1017221" y="3026420"/>
                  </a:lnTo>
                  <a:lnTo>
                    <a:pt x="1018077" y="3048962"/>
                  </a:lnTo>
                  <a:lnTo>
                    <a:pt x="1018932" y="3071586"/>
                  </a:lnTo>
                  <a:lnTo>
                    <a:pt x="1019788" y="3071586"/>
                  </a:lnTo>
                  <a:lnTo>
                    <a:pt x="1020643" y="3071586"/>
                  </a:lnTo>
                  <a:lnTo>
                    <a:pt x="1021499" y="3071586"/>
                  </a:lnTo>
                  <a:lnTo>
                    <a:pt x="1022355" y="3071586"/>
                  </a:lnTo>
                  <a:lnTo>
                    <a:pt x="1023210" y="3071586"/>
                  </a:lnTo>
                  <a:lnTo>
                    <a:pt x="1024066" y="3071586"/>
                  </a:lnTo>
                  <a:lnTo>
                    <a:pt x="1024921" y="3071586"/>
                  </a:lnTo>
                  <a:lnTo>
                    <a:pt x="1025777" y="3071586"/>
                  </a:lnTo>
                  <a:lnTo>
                    <a:pt x="1026632" y="3071586"/>
                  </a:lnTo>
                  <a:lnTo>
                    <a:pt x="1027488" y="3071586"/>
                  </a:lnTo>
                  <a:lnTo>
                    <a:pt x="1028343" y="3071586"/>
                  </a:lnTo>
                  <a:lnTo>
                    <a:pt x="1029199" y="3071586"/>
                  </a:lnTo>
                  <a:lnTo>
                    <a:pt x="1030054" y="3071586"/>
                  </a:lnTo>
                  <a:lnTo>
                    <a:pt x="1030910" y="3071586"/>
                  </a:lnTo>
                  <a:lnTo>
                    <a:pt x="1031765" y="3071586"/>
                  </a:lnTo>
                  <a:lnTo>
                    <a:pt x="1032621" y="3071586"/>
                  </a:lnTo>
                  <a:lnTo>
                    <a:pt x="1033476" y="3071586"/>
                  </a:lnTo>
                  <a:lnTo>
                    <a:pt x="1034332" y="3071586"/>
                  </a:lnTo>
                  <a:lnTo>
                    <a:pt x="1035187" y="3071586"/>
                  </a:lnTo>
                  <a:lnTo>
                    <a:pt x="1036043" y="3071586"/>
                  </a:lnTo>
                  <a:lnTo>
                    <a:pt x="1036898" y="3071586"/>
                  </a:lnTo>
                  <a:lnTo>
                    <a:pt x="1037754" y="3071586"/>
                  </a:lnTo>
                  <a:lnTo>
                    <a:pt x="1038610" y="3045162"/>
                  </a:lnTo>
                  <a:lnTo>
                    <a:pt x="1039465" y="3008212"/>
                  </a:lnTo>
                  <a:lnTo>
                    <a:pt x="1040321" y="2960419"/>
                  </a:lnTo>
                  <a:lnTo>
                    <a:pt x="1041176" y="2929624"/>
                  </a:lnTo>
                  <a:lnTo>
                    <a:pt x="1042032" y="2929625"/>
                  </a:lnTo>
                  <a:lnTo>
                    <a:pt x="1042887" y="2929625"/>
                  </a:lnTo>
                  <a:lnTo>
                    <a:pt x="1043743" y="2956048"/>
                  </a:lnTo>
                  <a:lnTo>
                    <a:pt x="1044598" y="2992998"/>
                  </a:lnTo>
                  <a:lnTo>
                    <a:pt x="1045454" y="3040791"/>
                  </a:lnTo>
                  <a:lnTo>
                    <a:pt x="1046309" y="3071586"/>
                  </a:lnTo>
                  <a:lnTo>
                    <a:pt x="1047165" y="3055626"/>
                  </a:lnTo>
                  <a:lnTo>
                    <a:pt x="1048020" y="3008966"/>
                  </a:lnTo>
                  <a:lnTo>
                    <a:pt x="1048876" y="3000933"/>
                  </a:lnTo>
                  <a:lnTo>
                    <a:pt x="1049731" y="3000934"/>
                  </a:lnTo>
                  <a:lnTo>
                    <a:pt x="1050587" y="3000934"/>
                  </a:lnTo>
                  <a:lnTo>
                    <a:pt x="1051442" y="3000934"/>
                  </a:lnTo>
                  <a:lnTo>
                    <a:pt x="1052298" y="3021417"/>
                  </a:lnTo>
                  <a:lnTo>
                    <a:pt x="1053153" y="3024789"/>
                  </a:lnTo>
                  <a:lnTo>
                    <a:pt x="1054009" y="2990094"/>
                  </a:lnTo>
                  <a:lnTo>
                    <a:pt x="1054865" y="2967858"/>
                  </a:lnTo>
                  <a:lnTo>
                    <a:pt x="1055720" y="2924090"/>
                  </a:lnTo>
                  <a:lnTo>
                    <a:pt x="1056576" y="2923045"/>
                  </a:lnTo>
                  <a:lnTo>
                    <a:pt x="1057431" y="2931172"/>
                  </a:lnTo>
                  <a:lnTo>
                    <a:pt x="1058287" y="2980526"/>
                  </a:lnTo>
                  <a:lnTo>
                    <a:pt x="1059142" y="2993903"/>
                  </a:lnTo>
                  <a:lnTo>
                    <a:pt x="1059998" y="2998501"/>
                  </a:lnTo>
                  <a:lnTo>
                    <a:pt x="1060853" y="3034138"/>
                  </a:lnTo>
                  <a:lnTo>
                    <a:pt x="1061709" y="3003593"/>
                  </a:lnTo>
                  <a:lnTo>
                    <a:pt x="1062564" y="2949855"/>
                  </a:lnTo>
                  <a:lnTo>
                    <a:pt x="1063420" y="2953535"/>
                  </a:lnTo>
                  <a:lnTo>
                    <a:pt x="1064275" y="3008948"/>
                  </a:lnTo>
                  <a:lnTo>
                    <a:pt x="1065131" y="3026583"/>
                  </a:lnTo>
                  <a:lnTo>
                    <a:pt x="1065986" y="3034719"/>
                  </a:lnTo>
                  <a:lnTo>
                    <a:pt x="1066842" y="3066312"/>
                  </a:lnTo>
                  <a:lnTo>
                    <a:pt x="1067697" y="3107399"/>
                  </a:lnTo>
                  <a:lnTo>
                    <a:pt x="1068553" y="3097650"/>
                  </a:lnTo>
                  <a:lnTo>
                    <a:pt x="1069409" y="3071586"/>
                  </a:lnTo>
                  <a:lnTo>
                    <a:pt x="1070264" y="3071586"/>
                  </a:lnTo>
                  <a:lnTo>
                    <a:pt x="1071120" y="3071586"/>
                  </a:lnTo>
                  <a:lnTo>
                    <a:pt x="1071975" y="3071586"/>
                  </a:lnTo>
                  <a:lnTo>
                    <a:pt x="1072831" y="3071586"/>
                  </a:lnTo>
                  <a:lnTo>
                    <a:pt x="1073686" y="3071586"/>
                  </a:lnTo>
                  <a:lnTo>
                    <a:pt x="1074542" y="3071586"/>
                  </a:lnTo>
                  <a:lnTo>
                    <a:pt x="1075397" y="3071586"/>
                  </a:lnTo>
                  <a:lnTo>
                    <a:pt x="1076253" y="3095332"/>
                  </a:lnTo>
                  <a:lnTo>
                    <a:pt x="1077108" y="3094856"/>
                  </a:lnTo>
                  <a:lnTo>
                    <a:pt x="1077964" y="3078431"/>
                  </a:lnTo>
                  <a:lnTo>
                    <a:pt x="1078819" y="3101986"/>
                  </a:lnTo>
                  <a:lnTo>
                    <a:pt x="1079675" y="3103997"/>
                  </a:lnTo>
                  <a:lnTo>
                    <a:pt x="1080530" y="3103998"/>
                  </a:lnTo>
                  <a:lnTo>
                    <a:pt x="1081386" y="3080254"/>
                  </a:lnTo>
                  <a:lnTo>
                    <a:pt x="1082241" y="3080727"/>
                  </a:lnTo>
                  <a:lnTo>
                    <a:pt x="1083097" y="3080727"/>
                  </a:lnTo>
                  <a:lnTo>
                    <a:pt x="1083952" y="3035996"/>
                  </a:lnTo>
                  <a:lnTo>
                    <a:pt x="1084808" y="3012936"/>
                  </a:lnTo>
                  <a:lnTo>
                    <a:pt x="1085664" y="2996390"/>
                  </a:lnTo>
                  <a:lnTo>
                    <a:pt x="1086519" y="2996392"/>
                  </a:lnTo>
                  <a:lnTo>
                    <a:pt x="1087375" y="2977099"/>
                  </a:lnTo>
                  <a:lnTo>
                    <a:pt x="1088230" y="2957738"/>
                  </a:lnTo>
                  <a:lnTo>
                    <a:pt x="1089086" y="2960490"/>
                  </a:lnTo>
                  <a:lnTo>
                    <a:pt x="1089941" y="2981540"/>
                  </a:lnTo>
                  <a:lnTo>
                    <a:pt x="1090797" y="2998088"/>
                  </a:lnTo>
                  <a:lnTo>
                    <a:pt x="1091652" y="2998088"/>
                  </a:lnTo>
                  <a:lnTo>
                    <a:pt x="1092508" y="3000708"/>
                  </a:lnTo>
                  <a:lnTo>
                    <a:pt x="1093363" y="2997808"/>
                  </a:lnTo>
                  <a:lnTo>
                    <a:pt x="1094219" y="2998592"/>
                  </a:lnTo>
                  <a:lnTo>
                    <a:pt x="1095074" y="2998593"/>
                  </a:lnTo>
                  <a:lnTo>
                    <a:pt x="1095930" y="2998594"/>
                  </a:lnTo>
                  <a:lnTo>
                    <a:pt x="1096785" y="2998594"/>
                  </a:lnTo>
                  <a:lnTo>
                    <a:pt x="1097641" y="3015264"/>
                  </a:lnTo>
                  <a:lnTo>
                    <a:pt x="1098496" y="3053950"/>
                  </a:lnTo>
                  <a:lnTo>
                    <a:pt x="1099352" y="3067417"/>
                  </a:lnTo>
                  <a:lnTo>
                    <a:pt x="1100207" y="3023148"/>
                  </a:lnTo>
                  <a:lnTo>
                    <a:pt x="1101063" y="2961625"/>
                  </a:lnTo>
                  <a:lnTo>
                    <a:pt x="1101919" y="2971940"/>
                  </a:lnTo>
                  <a:lnTo>
                    <a:pt x="1102774" y="3012951"/>
                  </a:lnTo>
                  <a:lnTo>
                    <a:pt x="1103630" y="3019681"/>
                  </a:lnTo>
                  <a:lnTo>
                    <a:pt x="1104485" y="3023850"/>
                  </a:lnTo>
                  <a:lnTo>
                    <a:pt x="1105341" y="3068119"/>
                  </a:lnTo>
                  <a:lnTo>
                    <a:pt x="1106196" y="3116972"/>
                  </a:lnTo>
                  <a:lnTo>
                    <a:pt x="1106196" y="3116972"/>
                  </a:lnTo>
                  <a:lnTo>
                    <a:pt x="1107052" y="3116972"/>
                  </a:lnTo>
                  <a:lnTo>
                    <a:pt x="1107907" y="3116972"/>
                  </a:lnTo>
                  <a:lnTo>
                    <a:pt x="1108763" y="3102181"/>
                  </a:lnTo>
                  <a:lnTo>
                    <a:pt x="1109618" y="3061881"/>
                  </a:lnTo>
                  <a:lnTo>
                    <a:pt x="1110474" y="3033042"/>
                  </a:lnTo>
                  <a:lnTo>
                    <a:pt x="1111329" y="2988167"/>
                  </a:lnTo>
                  <a:lnTo>
                    <a:pt x="1112185" y="2934634"/>
                  </a:lnTo>
                  <a:lnTo>
                    <a:pt x="1113040" y="2925955"/>
                  </a:lnTo>
                  <a:lnTo>
                    <a:pt x="1113896" y="2940606"/>
                  </a:lnTo>
                  <a:lnTo>
                    <a:pt x="1114751" y="2980909"/>
                  </a:lnTo>
                  <a:lnTo>
                    <a:pt x="1115607" y="3009747"/>
                  </a:lnTo>
                  <a:lnTo>
                    <a:pt x="1116462" y="3044746"/>
                  </a:lnTo>
                  <a:lnTo>
                    <a:pt x="1117318" y="3070539"/>
                  </a:lnTo>
                  <a:lnTo>
                    <a:pt x="1118174" y="3056817"/>
                  </a:lnTo>
                  <a:lnTo>
                    <a:pt x="1119029" y="3020857"/>
                  </a:lnTo>
                  <a:lnTo>
                    <a:pt x="1119885" y="2998219"/>
                  </a:lnTo>
                  <a:lnTo>
                    <a:pt x="1120740" y="2998221"/>
                  </a:lnTo>
                  <a:lnTo>
                    <a:pt x="1121596" y="2998222"/>
                  </a:lnTo>
                  <a:lnTo>
                    <a:pt x="1122451" y="2998222"/>
                  </a:lnTo>
                  <a:lnTo>
                    <a:pt x="1123307" y="3012991"/>
                  </a:lnTo>
                  <a:lnTo>
                    <a:pt x="1124162" y="3048950"/>
                  </a:lnTo>
                  <a:lnTo>
                    <a:pt x="1125018" y="3071586"/>
                  </a:lnTo>
                  <a:lnTo>
                    <a:pt x="1125873" y="3071586"/>
                  </a:lnTo>
                  <a:lnTo>
                    <a:pt x="1126729" y="3071586"/>
                  </a:lnTo>
                  <a:lnTo>
                    <a:pt x="1127584" y="3071586"/>
                  </a:lnTo>
                  <a:lnTo>
                    <a:pt x="1128440" y="3071586"/>
                  </a:lnTo>
                  <a:lnTo>
                    <a:pt x="1129295" y="3071586"/>
                  </a:lnTo>
                  <a:lnTo>
                    <a:pt x="1130151" y="3071586"/>
                  </a:lnTo>
                  <a:lnTo>
                    <a:pt x="1131006" y="3071586"/>
                  </a:lnTo>
                  <a:lnTo>
                    <a:pt x="1131862" y="3071586"/>
                  </a:lnTo>
                  <a:lnTo>
                    <a:pt x="1132718" y="3071586"/>
                  </a:lnTo>
                  <a:lnTo>
                    <a:pt x="1133573" y="3071586"/>
                  </a:lnTo>
                  <a:lnTo>
                    <a:pt x="1134429" y="3071586"/>
                  </a:lnTo>
                  <a:lnTo>
                    <a:pt x="1135284" y="3071586"/>
                  </a:lnTo>
                  <a:lnTo>
                    <a:pt x="1136140" y="3071586"/>
                  </a:lnTo>
                  <a:lnTo>
                    <a:pt x="1136995" y="3071586"/>
                  </a:lnTo>
                  <a:lnTo>
                    <a:pt x="1137851" y="3071586"/>
                  </a:lnTo>
                  <a:lnTo>
                    <a:pt x="1138706" y="3071586"/>
                  </a:lnTo>
                  <a:lnTo>
                    <a:pt x="1139562" y="3069380"/>
                  </a:lnTo>
                  <a:lnTo>
                    <a:pt x="1140417" y="3050459"/>
                  </a:lnTo>
                  <a:lnTo>
                    <a:pt x="1141273" y="3046250"/>
                  </a:lnTo>
                  <a:lnTo>
                    <a:pt x="1142128" y="3037326"/>
                  </a:lnTo>
                  <a:lnTo>
                    <a:pt x="1142984" y="3082932"/>
                  </a:lnTo>
                  <a:lnTo>
                    <a:pt x="1143839" y="3116972"/>
                  </a:lnTo>
                  <a:lnTo>
                    <a:pt x="1143839" y="3116972"/>
                  </a:lnTo>
                  <a:lnTo>
                    <a:pt x="1144695" y="3116972"/>
                  </a:lnTo>
                  <a:lnTo>
                    <a:pt x="1145550" y="3116972"/>
                  </a:lnTo>
                  <a:lnTo>
                    <a:pt x="1146406" y="3116972"/>
                  </a:lnTo>
                  <a:lnTo>
                    <a:pt x="1147261" y="3116972"/>
                  </a:lnTo>
                  <a:lnTo>
                    <a:pt x="1148117" y="3116972"/>
                  </a:lnTo>
                  <a:lnTo>
                    <a:pt x="1148973" y="3103452"/>
                  </a:lnTo>
                  <a:lnTo>
                    <a:pt x="1149828" y="3001711"/>
                  </a:lnTo>
                  <a:lnTo>
                    <a:pt x="1150684" y="2909881"/>
                  </a:lnTo>
                  <a:lnTo>
                    <a:pt x="1151539" y="2860925"/>
                  </a:lnTo>
                  <a:lnTo>
                    <a:pt x="1152395" y="2843323"/>
                  </a:lnTo>
                  <a:lnTo>
                    <a:pt x="1153250" y="2913443"/>
                  </a:lnTo>
                  <a:lnTo>
                    <a:pt x="1154106" y="2961550"/>
                  </a:lnTo>
                  <a:lnTo>
                    <a:pt x="1154961" y="2977184"/>
                  </a:lnTo>
                  <a:lnTo>
                    <a:pt x="1155817" y="2974498"/>
                  </a:lnTo>
                  <a:lnTo>
                    <a:pt x="1156672" y="3021737"/>
                  </a:lnTo>
                  <a:lnTo>
                    <a:pt x="1157528" y="3098646"/>
                  </a:lnTo>
                  <a:lnTo>
                    <a:pt x="1158383" y="3051043"/>
                  </a:lnTo>
                  <a:lnTo>
                    <a:pt x="1159239" y="2998759"/>
                  </a:lnTo>
                  <a:lnTo>
                    <a:pt x="1160094" y="3020709"/>
                  </a:lnTo>
                  <a:lnTo>
                    <a:pt x="1160950" y="3060039"/>
                  </a:lnTo>
                  <a:lnTo>
                    <a:pt x="1161805" y="3061809"/>
                  </a:lnTo>
                  <a:lnTo>
                    <a:pt x="1162661" y="3015149"/>
                  </a:lnTo>
                  <a:lnTo>
                    <a:pt x="1163516" y="3000937"/>
                  </a:lnTo>
                  <a:lnTo>
                    <a:pt x="1164372" y="3024349"/>
                  </a:lnTo>
                  <a:lnTo>
                    <a:pt x="1165228" y="3071532"/>
                  </a:lnTo>
                  <a:lnTo>
                    <a:pt x="1166083" y="3078797"/>
                  </a:lnTo>
                  <a:lnTo>
                    <a:pt x="1166939" y="3104762"/>
                  </a:lnTo>
                  <a:lnTo>
                    <a:pt x="1167794" y="3116972"/>
                  </a:lnTo>
                  <a:lnTo>
                    <a:pt x="1167794" y="3116972"/>
                  </a:lnTo>
                  <a:lnTo>
                    <a:pt x="1168650" y="3116972"/>
                  </a:lnTo>
                  <a:lnTo>
                    <a:pt x="1169505" y="3116972"/>
                  </a:lnTo>
                  <a:lnTo>
                    <a:pt x="1170361" y="3116972"/>
                  </a:lnTo>
                  <a:lnTo>
                    <a:pt x="1171216" y="3116972"/>
                  </a:lnTo>
                  <a:lnTo>
                    <a:pt x="1172072" y="3116972"/>
                  </a:lnTo>
                  <a:lnTo>
                    <a:pt x="1172927" y="3116972"/>
                  </a:lnTo>
                  <a:lnTo>
                    <a:pt x="1173783" y="3095261"/>
                  </a:lnTo>
                  <a:lnTo>
                    <a:pt x="1174638" y="3061145"/>
                  </a:lnTo>
                  <a:lnTo>
                    <a:pt x="1175494" y="3108672"/>
                  </a:lnTo>
                  <a:lnTo>
                    <a:pt x="1176349" y="3116972"/>
                  </a:lnTo>
                  <a:lnTo>
                    <a:pt x="1176349" y="3116972"/>
                  </a:lnTo>
                  <a:lnTo>
                    <a:pt x="1177205" y="3116972"/>
                  </a:lnTo>
                  <a:lnTo>
                    <a:pt x="1178060" y="3116972"/>
                  </a:lnTo>
                  <a:lnTo>
                    <a:pt x="1178916" y="3116972"/>
                  </a:lnTo>
                  <a:lnTo>
                    <a:pt x="1179772" y="3116972"/>
                  </a:lnTo>
                  <a:lnTo>
                    <a:pt x="1180627" y="3116972"/>
                  </a:lnTo>
                  <a:lnTo>
                    <a:pt x="1181483" y="3116972"/>
                  </a:lnTo>
                  <a:lnTo>
                    <a:pt x="1182338" y="3116972"/>
                  </a:lnTo>
                  <a:lnTo>
                    <a:pt x="1183194" y="3116972"/>
                  </a:lnTo>
                  <a:lnTo>
                    <a:pt x="1184049" y="3116972"/>
                  </a:lnTo>
                  <a:lnTo>
                    <a:pt x="1184905" y="3067707"/>
                  </a:lnTo>
                  <a:lnTo>
                    <a:pt x="1185760" y="3014171"/>
                  </a:lnTo>
                  <a:lnTo>
                    <a:pt x="1186616" y="2947575"/>
                  </a:lnTo>
                  <a:lnTo>
                    <a:pt x="1187471" y="2901657"/>
                  </a:lnTo>
                  <a:lnTo>
                    <a:pt x="1188327" y="2897160"/>
                  </a:lnTo>
                  <a:lnTo>
                    <a:pt x="1189182" y="2928240"/>
                  </a:lnTo>
                  <a:lnTo>
                    <a:pt x="1190038" y="2968893"/>
                  </a:lnTo>
                  <a:lnTo>
                    <a:pt x="1190893" y="3005551"/>
                  </a:lnTo>
                  <a:lnTo>
                    <a:pt x="1191749" y="3048055"/>
                  </a:lnTo>
                  <a:lnTo>
                    <a:pt x="1192604" y="3105338"/>
                  </a:lnTo>
                  <a:lnTo>
                    <a:pt x="1193460" y="3116972"/>
                  </a:lnTo>
                  <a:lnTo>
                    <a:pt x="1193460" y="3116972"/>
                  </a:lnTo>
                  <a:lnTo>
                    <a:pt x="1194315" y="3085900"/>
                  </a:lnTo>
                  <a:lnTo>
                    <a:pt x="1195171" y="3028930"/>
                  </a:lnTo>
                  <a:lnTo>
                    <a:pt x="1196027" y="2982466"/>
                  </a:lnTo>
                  <a:lnTo>
                    <a:pt x="1196882" y="2987321"/>
                  </a:lnTo>
                  <a:lnTo>
                    <a:pt x="1197738" y="3033669"/>
                  </a:lnTo>
                  <a:lnTo>
                    <a:pt x="1198593" y="3076536"/>
                  </a:lnTo>
                  <a:lnTo>
                    <a:pt x="1199449" y="3116972"/>
                  </a:lnTo>
                  <a:lnTo>
                    <a:pt x="1199449" y="3116972"/>
                  </a:lnTo>
                  <a:lnTo>
                    <a:pt x="1200304" y="3116972"/>
                  </a:lnTo>
                  <a:lnTo>
                    <a:pt x="1201160" y="3116972"/>
                  </a:lnTo>
                  <a:lnTo>
                    <a:pt x="1202015" y="3116972"/>
                  </a:lnTo>
                  <a:lnTo>
                    <a:pt x="1202871" y="3116972"/>
                  </a:lnTo>
                  <a:lnTo>
                    <a:pt x="1203726" y="3038528"/>
                  </a:lnTo>
                  <a:lnTo>
                    <a:pt x="1204582" y="3000852"/>
                  </a:lnTo>
                  <a:lnTo>
                    <a:pt x="1205437" y="3000852"/>
                  </a:lnTo>
                  <a:lnTo>
                    <a:pt x="1206293" y="3000853"/>
                  </a:lnTo>
                  <a:lnTo>
                    <a:pt x="1207148" y="2972434"/>
                  </a:lnTo>
                  <a:lnTo>
                    <a:pt x="1208004" y="2950904"/>
                  </a:lnTo>
                  <a:lnTo>
                    <a:pt x="1208859" y="2999594"/>
                  </a:lnTo>
                  <a:lnTo>
                    <a:pt x="1209715" y="3011748"/>
                  </a:lnTo>
                  <a:lnTo>
                    <a:pt x="1210570" y="3011748"/>
                  </a:lnTo>
                  <a:lnTo>
                    <a:pt x="1211426" y="3011750"/>
                  </a:lnTo>
                  <a:lnTo>
                    <a:pt x="1212282" y="3040168"/>
                  </a:lnTo>
                  <a:lnTo>
                    <a:pt x="1213137" y="3073618"/>
                  </a:lnTo>
                  <a:lnTo>
                    <a:pt x="1213993" y="3071586"/>
                  </a:lnTo>
                  <a:lnTo>
                    <a:pt x="1214848" y="3071586"/>
                  </a:lnTo>
                  <a:lnTo>
                    <a:pt x="1215704" y="3080920"/>
                  </a:lnTo>
                  <a:lnTo>
                    <a:pt x="1216559" y="3108658"/>
                  </a:lnTo>
                  <a:lnTo>
                    <a:pt x="1217415" y="3116972"/>
                  </a:lnTo>
                  <a:lnTo>
                    <a:pt x="1217415" y="3116972"/>
                  </a:lnTo>
                  <a:lnTo>
                    <a:pt x="1218270" y="3110671"/>
                  </a:lnTo>
                  <a:lnTo>
                    <a:pt x="1219126" y="3041486"/>
                  </a:lnTo>
                  <a:lnTo>
                    <a:pt x="1219981" y="2989012"/>
                  </a:lnTo>
                  <a:lnTo>
                    <a:pt x="1220837" y="2979677"/>
                  </a:lnTo>
                  <a:lnTo>
                    <a:pt x="1221692" y="2951939"/>
                  </a:lnTo>
                  <a:lnTo>
                    <a:pt x="1222548" y="2939831"/>
                  </a:lnTo>
                  <a:lnTo>
                    <a:pt x="1223403" y="2935060"/>
                  </a:lnTo>
                  <a:lnTo>
                    <a:pt x="1224259" y="2957587"/>
                  </a:lnTo>
                  <a:lnTo>
                    <a:pt x="1225114" y="2970751"/>
                  </a:lnTo>
                  <a:lnTo>
                    <a:pt x="1225970" y="2929940"/>
                  </a:lnTo>
                  <a:lnTo>
                    <a:pt x="1226826" y="2929940"/>
                  </a:lnTo>
                  <a:lnTo>
                    <a:pt x="1227681" y="2929941"/>
                  </a:lnTo>
                  <a:lnTo>
                    <a:pt x="1228537" y="2924533"/>
                  </a:lnTo>
                  <a:lnTo>
                    <a:pt x="1229392" y="2932720"/>
                  </a:lnTo>
                  <a:lnTo>
                    <a:pt x="1230248" y="2957739"/>
                  </a:lnTo>
                  <a:lnTo>
                    <a:pt x="1231103" y="2998551"/>
                  </a:lnTo>
                  <a:lnTo>
                    <a:pt x="1231959" y="2998552"/>
                  </a:lnTo>
                  <a:lnTo>
                    <a:pt x="1232814" y="3013050"/>
                  </a:lnTo>
                  <a:lnTo>
                    <a:pt x="1233670" y="3058729"/>
                  </a:lnTo>
                  <a:lnTo>
                    <a:pt x="1234525" y="3112239"/>
                  </a:lnTo>
                  <a:lnTo>
                    <a:pt x="1235381" y="3086437"/>
                  </a:lnTo>
                  <a:lnTo>
                    <a:pt x="1236236" y="3028059"/>
                  </a:lnTo>
                  <a:lnTo>
                    <a:pt x="1237092" y="3022720"/>
                  </a:lnTo>
                  <a:lnTo>
                    <a:pt x="1237947" y="3008222"/>
                  </a:lnTo>
                  <a:lnTo>
                    <a:pt x="1238803" y="2982814"/>
                  </a:lnTo>
                  <a:lnTo>
                    <a:pt x="1239658" y="2967777"/>
                  </a:lnTo>
                  <a:lnTo>
                    <a:pt x="1240514" y="3007868"/>
                  </a:lnTo>
                  <a:lnTo>
                    <a:pt x="1241369" y="3066247"/>
                  </a:lnTo>
                  <a:lnTo>
                    <a:pt x="1242225" y="3071586"/>
                  </a:lnTo>
                  <a:lnTo>
                    <a:pt x="1243081" y="3048524"/>
                  </a:lnTo>
                  <a:lnTo>
                    <a:pt x="1243936" y="3024993"/>
                  </a:lnTo>
                  <a:lnTo>
                    <a:pt x="1244792" y="2978313"/>
                  </a:lnTo>
                  <a:lnTo>
                    <a:pt x="1245647" y="2835717"/>
                  </a:lnTo>
                  <a:lnTo>
                    <a:pt x="1246503" y="2725095"/>
                  </a:lnTo>
                  <a:lnTo>
                    <a:pt x="1247358" y="2733938"/>
                  </a:lnTo>
                  <a:lnTo>
                    <a:pt x="1248214" y="2756998"/>
                  </a:lnTo>
                  <a:lnTo>
                    <a:pt x="1249069" y="2780531"/>
                  </a:lnTo>
                  <a:lnTo>
                    <a:pt x="1249925" y="2827211"/>
                  </a:lnTo>
                  <a:lnTo>
                    <a:pt x="1250780" y="2969807"/>
                  </a:lnTo>
                  <a:lnTo>
                    <a:pt x="1251636" y="3080429"/>
                  </a:lnTo>
                  <a:lnTo>
                    <a:pt x="1252491" y="3071586"/>
                  </a:lnTo>
                  <a:lnTo>
                    <a:pt x="1253347" y="3071586"/>
                  </a:lnTo>
                  <a:lnTo>
                    <a:pt x="1254202" y="3067787"/>
                  </a:lnTo>
                  <a:lnTo>
                    <a:pt x="1255058" y="3022492"/>
                  </a:lnTo>
                  <a:lnTo>
                    <a:pt x="1255913" y="3012296"/>
                  </a:lnTo>
                  <a:lnTo>
                    <a:pt x="1256769" y="2996049"/>
                  </a:lnTo>
                  <a:lnTo>
                    <a:pt x="1257624" y="2989027"/>
                  </a:lnTo>
                  <a:lnTo>
                    <a:pt x="1258480" y="2978647"/>
                  </a:lnTo>
                  <a:lnTo>
                    <a:pt x="1259336" y="2935787"/>
                  </a:lnTo>
                  <a:lnTo>
                    <a:pt x="1260191" y="2944649"/>
                  </a:lnTo>
                  <a:lnTo>
                    <a:pt x="1261047" y="2897928"/>
                  </a:lnTo>
                  <a:lnTo>
                    <a:pt x="1261902" y="2888381"/>
                  </a:lnTo>
                  <a:lnTo>
                    <a:pt x="1262758" y="2873132"/>
                  </a:lnTo>
                  <a:lnTo>
                    <a:pt x="1263613" y="2868244"/>
                  </a:lnTo>
                  <a:lnTo>
                    <a:pt x="1264469" y="2914905"/>
                  </a:lnTo>
                  <a:lnTo>
                    <a:pt x="1265324" y="2951338"/>
                  </a:lnTo>
                  <a:lnTo>
                    <a:pt x="1266180" y="3008257"/>
                  </a:lnTo>
                  <a:lnTo>
                    <a:pt x="1267035" y="3034048"/>
                  </a:lnTo>
                  <a:lnTo>
                    <a:pt x="1267891" y="3056317"/>
                  </a:lnTo>
                  <a:lnTo>
                    <a:pt x="1268746" y="3071586"/>
                  </a:lnTo>
                  <a:lnTo>
                    <a:pt x="1269602" y="3071586"/>
                  </a:lnTo>
                  <a:lnTo>
                    <a:pt x="1270457" y="3071586"/>
                  </a:lnTo>
                  <a:lnTo>
                    <a:pt x="1271313" y="3071586"/>
                  </a:lnTo>
                  <a:lnTo>
                    <a:pt x="1272168" y="3071586"/>
                  </a:lnTo>
                  <a:lnTo>
                    <a:pt x="1273024" y="3071586"/>
                  </a:lnTo>
                  <a:lnTo>
                    <a:pt x="1273880" y="3071586"/>
                  </a:lnTo>
                  <a:lnTo>
                    <a:pt x="1274735" y="3071586"/>
                  </a:lnTo>
                  <a:lnTo>
                    <a:pt x="1275591" y="3071586"/>
                  </a:lnTo>
                  <a:lnTo>
                    <a:pt x="1276446" y="3071586"/>
                  </a:lnTo>
                  <a:lnTo>
                    <a:pt x="1277302" y="3071586"/>
                  </a:lnTo>
                  <a:lnTo>
                    <a:pt x="1278157" y="3071586"/>
                  </a:lnTo>
                  <a:lnTo>
                    <a:pt x="1279013" y="3071586"/>
                  </a:lnTo>
                  <a:lnTo>
                    <a:pt x="1279868" y="3071586"/>
                  </a:lnTo>
                  <a:lnTo>
                    <a:pt x="1280724" y="3071586"/>
                  </a:lnTo>
                  <a:lnTo>
                    <a:pt x="1281579" y="3071586"/>
                  </a:lnTo>
                  <a:lnTo>
                    <a:pt x="1282435" y="3071586"/>
                  </a:lnTo>
                  <a:lnTo>
                    <a:pt x="1283290" y="3071586"/>
                  </a:lnTo>
                  <a:lnTo>
                    <a:pt x="1284146" y="3071586"/>
                  </a:lnTo>
                  <a:lnTo>
                    <a:pt x="1285001" y="3071586"/>
                  </a:lnTo>
                  <a:lnTo>
                    <a:pt x="1285857" y="3071586"/>
                  </a:lnTo>
                  <a:lnTo>
                    <a:pt x="1286712" y="3071586"/>
                  </a:lnTo>
                  <a:lnTo>
                    <a:pt x="1287568" y="3071586"/>
                  </a:lnTo>
                  <a:lnTo>
                    <a:pt x="1288423" y="3071586"/>
                  </a:lnTo>
                  <a:lnTo>
                    <a:pt x="1289279" y="3071586"/>
                  </a:lnTo>
                  <a:lnTo>
                    <a:pt x="1290135" y="3053292"/>
                  </a:lnTo>
                  <a:lnTo>
                    <a:pt x="1290990" y="3015685"/>
                  </a:lnTo>
                  <a:lnTo>
                    <a:pt x="1291846" y="2998417"/>
                  </a:lnTo>
                  <a:lnTo>
                    <a:pt x="1292701" y="3022245"/>
                  </a:lnTo>
                  <a:lnTo>
                    <a:pt x="1293557" y="3043893"/>
                  </a:lnTo>
                  <a:lnTo>
                    <a:pt x="1294412" y="3029865"/>
                  </a:lnTo>
                  <a:lnTo>
                    <a:pt x="1295268" y="2950888"/>
                  </a:lnTo>
                  <a:lnTo>
                    <a:pt x="1296123" y="2901160"/>
                  </a:lnTo>
                  <a:lnTo>
                    <a:pt x="1296979" y="2873951"/>
                  </a:lnTo>
                  <a:lnTo>
                    <a:pt x="1297834" y="2850540"/>
                  </a:lnTo>
                  <a:lnTo>
                    <a:pt x="1298690" y="2828893"/>
                  </a:lnTo>
                  <a:lnTo>
                    <a:pt x="1299545" y="2831872"/>
                  </a:lnTo>
                  <a:lnTo>
                    <a:pt x="1300401" y="2885481"/>
                  </a:lnTo>
                  <a:lnTo>
                    <a:pt x="1301256" y="2955434"/>
                  </a:lnTo>
                  <a:lnTo>
                    <a:pt x="1302112" y="2982407"/>
                  </a:lnTo>
                  <a:lnTo>
                    <a:pt x="1302967" y="2941260"/>
                  </a:lnTo>
                  <a:lnTo>
                    <a:pt x="1303823" y="2926848"/>
                  </a:lnTo>
                  <a:lnTo>
                    <a:pt x="1304678" y="2911716"/>
                  </a:lnTo>
                  <a:lnTo>
                    <a:pt x="1305534" y="2858218"/>
                  </a:lnTo>
                  <a:lnTo>
                    <a:pt x="1306390" y="2820712"/>
                  </a:lnTo>
                  <a:lnTo>
                    <a:pt x="1307245" y="2827811"/>
                  </a:lnTo>
                  <a:lnTo>
                    <a:pt x="1308101" y="2868545"/>
                  </a:lnTo>
                  <a:lnTo>
                    <a:pt x="1308956" y="2882957"/>
                  </a:lnTo>
                  <a:lnTo>
                    <a:pt x="1309812" y="2871188"/>
                  </a:lnTo>
                  <a:lnTo>
                    <a:pt x="1310667" y="2927714"/>
                  </a:lnTo>
                  <a:lnTo>
                    <a:pt x="1311523" y="2899188"/>
                  </a:lnTo>
                  <a:lnTo>
                    <a:pt x="1312378" y="2820823"/>
                  </a:lnTo>
                  <a:lnTo>
                    <a:pt x="1313234" y="2749458"/>
                  </a:lnTo>
                  <a:lnTo>
                    <a:pt x="1314089" y="2601200"/>
                  </a:lnTo>
                  <a:lnTo>
                    <a:pt x="1314945" y="2460965"/>
                  </a:lnTo>
                  <a:lnTo>
                    <a:pt x="1315800" y="2338272"/>
                  </a:lnTo>
                  <a:lnTo>
                    <a:pt x="1316656" y="2211479"/>
                  </a:lnTo>
                  <a:lnTo>
                    <a:pt x="1317511" y="2102839"/>
                  </a:lnTo>
                  <a:lnTo>
                    <a:pt x="1318367" y="2042142"/>
                  </a:lnTo>
                  <a:lnTo>
                    <a:pt x="1319222" y="2103914"/>
                  </a:lnTo>
                  <a:lnTo>
                    <a:pt x="1320078" y="2182685"/>
                  </a:lnTo>
                  <a:lnTo>
                    <a:pt x="1320934" y="2220023"/>
                  </a:lnTo>
                  <a:lnTo>
                    <a:pt x="1321789" y="2358552"/>
                  </a:lnTo>
                  <a:lnTo>
                    <a:pt x="1322645" y="2445075"/>
                  </a:lnTo>
                  <a:lnTo>
                    <a:pt x="1323500" y="2503805"/>
                  </a:lnTo>
                  <a:lnTo>
                    <a:pt x="1324356" y="2483898"/>
                  </a:lnTo>
                  <a:lnTo>
                    <a:pt x="1325211" y="2507964"/>
                  </a:lnTo>
                  <a:lnTo>
                    <a:pt x="1326067" y="2628256"/>
                  </a:lnTo>
                  <a:lnTo>
                    <a:pt x="1326922" y="2697902"/>
                  </a:lnTo>
                  <a:lnTo>
                    <a:pt x="1327778" y="2745281"/>
                  </a:lnTo>
                  <a:lnTo>
                    <a:pt x="1328633" y="2703786"/>
                  </a:lnTo>
                  <a:lnTo>
                    <a:pt x="1329489" y="2712870"/>
                  </a:lnTo>
                  <a:lnTo>
                    <a:pt x="1330344" y="2708328"/>
                  </a:lnTo>
                  <a:lnTo>
                    <a:pt x="1331200" y="2664127"/>
                  </a:lnTo>
                  <a:lnTo>
                    <a:pt x="1332055" y="2529950"/>
                  </a:lnTo>
                  <a:lnTo>
                    <a:pt x="1332911" y="2389743"/>
                  </a:lnTo>
                  <a:lnTo>
                    <a:pt x="1333766" y="2283986"/>
                  </a:lnTo>
                  <a:lnTo>
                    <a:pt x="1334622" y="2143839"/>
                  </a:lnTo>
                  <a:lnTo>
                    <a:pt x="1335477" y="1999672"/>
                  </a:lnTo>
                  <a:lnTo>
                    <a:pt x="1336333" y="1896080"/>
                  </a:lnTo>
                  <a:lnTo>
                    <a:pt x="1337189" y="1889240"/>
                  </a:lnTo>
                  <a:lnTo>
                    <a:pt x="1338044" y="2013986"/>
                  </a:lnTo>
                  <a:lnTo>
                    <a:pt x="1338900" y="2164174"/>
                  </a:lnTo>
                  <a:lnTo>
                    <a:pt x="1339755" y="2320816"/>
                  </a:lnTo>
                  <a:lnTo>
                    <a:pt x="1340611" y="2430587"/>
                  </a:lnTo>
                  <a:lnTo>
                    <a:pt x="1341466" y="2467941"/>
                  </a:lnTo>
                  <a:lnTo>
                    <a:pt x="1342322" y="2477644"/>
                  </a:lnTo>
                  <a:lnTo>
                    <a:pt x="1343177" y="2352426"/>
                  </a:lnTo>
                  <a:lnTo>
                    <a:pt x="1344033" y="2290231"/>
                  </a:lnTo>
                  <a:lnTo>
                    <a:pt x="1344888" y="2357082"/>
                  </a:lnTo>
                  <a:lnTo>
                    <a:pt x="1345744" y="2447882"/>
                  </a:lnTo>
                  <a:lnTo>
                    <a:pt x="1346599" y="2524842"/>
                  </a:lnTo>
                  <a:lnTo>
                    <a:pt x="1347455" y="2632915"/>
                  </a:lnTo>
                  <a:lnTo>
                    <a:pt x="1348310" y="2823401"/>
                  </a:lnTo>
                  <a:lnTo>
                    <a:pt x="1349166" y="2889652"/>
                  </a:lnTo>
                  <a:lnTo>
                    <a:pt x="1350021" y="2802614"/>
                  </a:lnTo>
                  <a:lnTo>
                    <a:pt x="1350877" y="2659182"/>
                  </a:lnTo>
                  <a:lnTo>
                    <a:pt x="1351732" y="2542301"/>
                  </a:lnTo>
                  <a:lnTo>
                    <a:pt x="1352588" y="2508749"/>
                  </a:lnTo>
                  <a:lnTo>
                    <a:pt x="1353444" y="2521529"/>
                  </a:lnTo>
                  <a:lnTo>
                    <a:pt x="1354299" y="2583219"/>
                  </a:lnTo>
                  <a:lnTo>
                    <a:pt x="1355155" y="2643898"/>
                  </a:lnTo>
                  <a:lnTo>
                    <a:pt x="1356010" y="2724547"/>
                  </a:lnTo>
                  <a:lnTo>
                    <a:pt x="1356866" y="2788205"/>
                  </a:lnTo>
                  <a:lnTo>
                    <a:pt x="1357721" y="2821082"/>
                  </a:lnTo>
                  <a:lnTo>
                    <a:pt x="1358577" y="2725042"/>
                  </a:lnTo>
                  <a:lnTo>
                    <a:pt x="1359432" y="2616541"/>
                  </a:lnTo>
                  <a:lnTo>
                    <a:pt x="1360288" y="2628963"/>
                  </a:lnTo>
                  <a:lnTo>
                    <a:pt x="1361143" y="2711534"/>
                  </a:lnTo>
                  <a:lnTo>
                    <a:pt x="1361999" y="2803933"/>
                  </a:lnTo>
                  <a:lnTo>
                    <a:pt x="1362854" y="2803207"/>
                  </a:lnTo>
                  <a:lnTo>
                    <a:pt x="1363710" y="2853219"/>
                  </a:lnTo>
                  <a:lnTo>
                    <a:pt x="1364565" y="2857105"/>
                  </a:lnTo>
                  <a:lnTo>
                    <a:pt x="1365421" y="2727822"/>
                  </a:lnTo>
                  <a:lnTo>
                    <a:pt x="1366276" y="2559683"/>
                  </a:lnTo>
                  <a:lnTo>
                    <a:pt x="1367132" y="2429917"/>
                  </a:lnTo>
                  <a:lnTo>
                    <a:pt x="1367987" y="2419025"/>
                  </a:lnTo>
                  <a:lnTo>
                    <a:pt x="1368843" y="2493713"/>
                  </a:lnTo>
                  <a:lnTo>
                    <a:pt x="1369699" y="2605087"/>
                  </a:lnTo>
                  <a:lnTo>
                    <a:pt x="1370554" y="2729496"/>
                  </a:lnTo>
                  <a:lnTo>
                    <a:pt x="1371410" y="2806572"/>
                  </a:lnTo>
                  <a:lnTo>
                    <a:pt x="1372265" y="2862937"/>
                  </a:lnTo>
                  <a:lnTo>
                    <a:pt x="1373121" y="2861490"/>
                  </a:lnTo>
                  <a:lnTo>
                    <a:pt x="1373976" y="2774398"/>
                  </a:lnTo>
                  <a:lnTo>
                    <a:pt x="1374832" y="2718777"/>
                  </a:lnTo>
                  <a:lnTo>
                    <a:pt x="1375687" y="2682284"/>
                  </a:lnTo>
                  <a:lnTo>
                    <a:pt x="1376543" y="2692106"/>
                  </a:lnTo>
                  <a:lnTo>
                    <a:pt x="1377398" y="2670989"/>
                  </a:lnTo>
                  <a:lnTo>
                    <a:pt x="1378254" y="2599043"/>
                  </a:lnTo>
                  <a:lnTo>
                    <a:pt x="1379109" y="2543164"/>
                  </a:lnTo>
                  <a:lnTo>
                    <a:pt x="1379965" y="2524831"/>
                  </a:lnTo>
                  <a:lnTo>
                    <a:pt x="1380820" y="2547428"/>
                  </a:lnTo>
                  <a:lnTo>
                    <a:pt x="1381676" y="2570847"/>
                  </a:lnTo>
                  <a:lnTo>
                    <a:pt x="1382531" y="2598154"/>
                  </a:lnTo>
                  <a:lnTo>
                    <a:pt x="1383387" y="2657711"/>
                  </a:lnTo>
                  <a:lnTo>
                    <a:pt x="1384243" y="2749200"/>
                  </a:lnTo>
                  <a:lnTo>
                    <a:pt x="1385098" y="2766846"/>
                  </a:lnTo>
                  <a:lnTo>
                    <a:pt x="1385954" y="2754344"/>
                  </a:lnTo>
                  <a:lnTo>
                    <a:pt x="1386809" y="2750058"/>
                  </a:lnTo>
                  <a:lnTo>
                    <a:pt x="1387665" y="2678337"/>
                  </a:lnTo>
                  <a:lnTo>
                    <a:pt x="1388520" y="2649570"/>
                  </a:lnTo>
                  <a:lnTo>
                    <a:pt x="1389376" y="2673315"/>
                  </a:lnTo>
                  <a:lnTo>
                    <a:pt x="1390231" y="2682526"/>
                  </a:lnTo>
                  <a:lnTo>
                    <a:pt x="1391087" y="2644201"/>
                  </a:lnTo>
                  <a:lnTo>
                    <a:pt x="1391942" y="2674304"/>
                  </a:lnTo>
                  <a:lnTo>
                    <a:pt x="1392798" y="2767064"/>
                  </a:lnTo>
                  <a:lnTo>
                    <a:pt x="1393653" y="2701603"/>
                  </a:lnTo>
                  <a:lnTo>
                    <a:pt x="1394509" y="2590713"/>
                  </a:lnTo>
                  <a:lnTo>
                    <a:pt x="1395364" y="2560402"/>
                  </a:lnTo>
                  <a:lnTo>
                    <a:pt x="1396220" y="2566566"/>
                  </a:lnTo>
                  <a:lnTo>
                    <a:pt x="1397075" y="2603016"/>
                  </a:lnTo>
                  <a:lnTo>
                    <a:pt x="1397931" y="2681977"/>
                  </a:lnTo>
                  <a:lnTo>
                    <a:pt x="1398786" y="2827605"/>
                  </a:lnTo>
                  <a:lnTo>
                    <a:pt x="1399642" y="2938496"/>
                  </a:lnTo>
                  <a:lnTo>
                    <a:pt x="1400498" y="3004291"/>
                  </a:lnTo>
                  <a:lnTo>
                    <a:pt x="1401353" y="3047299"/>
                  </a:lnTo>
                  <a:lnTo>
                    <a:pt x="1402209" y="3056869"/>
                  </a:lnTo>
                  <a:lnTo>
                    <a:pt x="1403064" y="3045356"/>
                  </a:lnTo>
                  <a:lnTo>
                    <a:pt x="1403920" y="2995344"/>
                  </a:lnTo>
                  <a:lnTo>
                    <a:pt x="1404775" y="2893746"/>
                  </a:lnTo>
                  <a:lnTo>
                    <a:pt x="1405631" y="2844029"/>
                  </a:lnTo>
                  <a:lnTo>
                    <a:pt x="1406486" y="2862681"/>
                  </a:lnTo>
                  <a:lnTo>
                    <a:pt x="1407342" y="2850765"/>
                  </a:lnTo>
                  <a:lnTo>
                    <a:pt x="1408197" y="2807119"/>
                  </a:lnTo>
                  <a:lnTo>
                    <a:pt x="1409053" y="2767615"/>
                  </a:lnTo>
                  <a:lnTo>
                    <a:pt x="1409908" y="2783275"/>
                  </a:lnTo>
                  <a:lnTo>
                    <a:pt x="1410764" y="2730368"/>
                  </a:lnTo>
                  <a:lnTo>
                    <a:pt x="1411619" y="2703853"/>
                  </a:lnTo>
                  <a:lnTo>
                    <a:pt x="1412475" y="2694834"/>
                  </a:lnTo>
                  <a:lnTo>
                    <a:pt x="1413330" y="2684122"/>
                  </a:lnTo>
                  <a:lnTo>
                    <a:pt x="1414186" y="2722922"/>
                  </a:lnTo>
                  <a:lnTo>
                    <a:pt x="1415041" y="2769908"/>
                  </a:lnTo>
                  <a:lnTo>
                    <a:pt x="1415897" y="2772525"/>
                  </a:lnTo>
                  <a:lnTo>
                    <a:pt x="1416753" y="2758721"/>
                  </a:lnTo>
                  <a:lnTo>
                    <a:pt x="1417608" y="2695719"/>
                  </a:lnTo>
                  <a:lnTo>
                    <a:pt x="1418464" y="2626423"/>
                  </a:lnTo>
                  <a:lnTo>
                    <a:pt x="1419319" y="2557716"/>
                  </a:lnTo>
                  <a:lnTo>
                    <a:pt x="1420175" y="2480843"/>
                  </a:lnTo>
                  <a:lnTo>
                    <a:pt x="1421030" y="2477536"/>
                  </a:lnTo>
                  <a:lnTo>
                    <a:pt x="1421886" y="2491516"/>
                  </a:lnTo>
                  <a:lnTo>
                    <a:pt x="1422741" y="2560711"/>
                  </a:lnTo>
                  <a:lnTo>
                    <a:pt x="1423597" y="2605408"/>
                  </a:lnTo>
                  <a:lnTo>
                    <a:pt x="1424452" y="2638739"/>
                  </a:lnTo>
                  <a:lnTo>
                    <a:pt x="1425308" y="2693899"/>
                  </a:lnTo>
                  <a:lnTo>
                    <a:pt x="1426163" y="2677544"/>
                  </a:lnTo>
                  <a:lnTo>
                    <a:pt x="1427019" y="2526567"/>
                  </a:lnTo>
                  <a:lnTo>
                    <a:pt x="1427874" y="2336366"/>
                  </a:lnTo>
                  <a:lnTo>
                    <a:pt x="1428730" y="2206532"/>
                  </a:lnTo>
                  <a:lnTo>
                    <a:pt x="1429585" y="2167942"/>
                  </a:lnTo>
                  <a:lnTo>
                    <a:pt x="1430441" y="2106508"/>
                  </a:lnTo>
                  <a:lnTo>
                    <a:pt x="1431297" y="2154540"/>
                  </a:lnTo>
                  <a:lnTo>
                    <a:pt x="1432152" y="2312617"/>
                  </a:lnTo>
                  <a:lnTo>
                    <a:pt x="1433008" y="2457598"/>
                  </a:lnTo>
                  <a:lnTo>
                    <a:pt x="1433863" y="2602825"/>
                  </a:lnTo>
                  <a:lnTo>
                    <a:pt x="1434719" y="2682991"/>
                  </a:lnTo>
                  <a:lnTo>
                    <a:pt x="1435574" y="2723368"/>
                  </a:lnTo>
                  <a:lnTo>
                    <a:pt x="1436430" y="2709059"/>
                  </a:lnTo>
                  <a:lnTo>
                    <a:pt x="1437285" y="2683330"/>
                  </a:lnTo>
                  <a:lnTo>
                    <a:pt x="1438141" y="2635191"/>
                  </a:lnTo>
                  <a:lnTo>
                    <a:pt x="1438996" y="2621084"/>
                  </a:lnTo>
                  <a:lnTo>
                    <a:pt x="1439852" y="2602466"/>
                  </a:lnTo>
                  <a:lnTo>
                    <a:pt x="1440707" y="2598876"/>
                  </a:lnTo>
                  <a:lnTo>
                    <a:pt x="1441563" y="2681647"/>
                  </a:lnTo>
                  <a:lnTo>
                    <a:pt x="1442418" y="2756287"/>
                  </a:lnTo>
                  <a:lnTo>
                    <a:pt x="1443274" y="2807097"/>
                  </a:lnTo>
                  <a:lnTo>
                    <a:pt x="1444129" y="2762623"/>
                  </a:lnTo>
                  <a:lnTo>
                    <a:pt x="1444985" y="2702785"/>
                  </a:lnTo>
                  <a:lnTo>
                    <a:pt x="1445840" y="2670249"/>
                  </a:lnTo>
                  <a:lnTo>
                    <a:pt x="1446696" y="2607804"/>
                  </a:lnTo>
                  <a:lnTo>
                    <a:pt x="1447552" y="2567645"/>
                  </a:lnTo>
                  <a:lnTo>
                    <a:pt x="1448407" y="2594029"/>
                  </a:lnTo>
                  <a:lnTo>
                    <a:pt x="1449263" y="2622957"/>
                  </a:lnTo>
                  <a:lnTo>
                    <a:pt x="1450118" y="2662263"/>
                  </a:lnTo>
                  <a:lnTo>
                    <a:pt x="1450974" y="2648961"/>
                  </a:lnTo>
                  <a:lnTo>
                    <a:pt x="1451829" y="2594807"/>
                  </a:lnTo>
                  <a:lnTo>
                    <a:pt x="1452685" y="2522165"/>
                  </a:lnTo>
                  <a:lnTo>
                    <a:pt x="1453540" y="2460549"/>
                  </a:lnTo>
                  <a:lnTo>
                    <a:pt x="1454396" y="2438634"/>
                  </a:lnTo>
                  <a:lnTo>
                    <a:pt x="1455251" y="2438438"/>
                  </a:lnTo>
                  <a:lnTo>
                    <a:pt x="1456107" y="2483982"/>
                  </a:lnTo>
                  <a:lnTo>
                    <a:pt x="1456962" y="2537830"/>
                  </a:lnTo>
                  <a:lnTo>
                    <a:pt x="1457818" y="2497008"/>
                  </a:lnTo>
                  <a:lnTo>
                    <a:pt x="1458673" y="2380917"/>
                  </a:lnTo>
                  <a:lnTo>
                    <a:pt x="1459529" y="2227155"/>
                  </a:lnTo>
                  <a:lnTo>
                    <a:pt x="1460384" y="2140965"/>
                  </a:lnTo>
                  <a:lnTo>
                    <a:pt x="1461240" y="1979269"/>
                  </a:lnTo>
                  <a:lnTo>
                    <a:pt x="1462095" y="1740661"/>
                  </a:lnTo>
                  <a:lnTo>
                    <a:pt x="1462951" y="1548496"/>
                  </a:lnTo>
                  <a:lnTo>
                    <a:pt x="1463807" y="1383437"/>
                  </a:lnTo>
                  <a:lnTo>
                    <a:pt x="1464662" y="1307610"/>
                  </a:lnTo>
                  <a:lnTo>
                    <a:pt x="1465518" y="1157068"/>
                  </a:lnTo>
                  <a:lnTo>
                    <a:pt x="1466373" y="1091889"/>
                  </a:lnTo>
                  <a:lnTo>
                    <a:pt x="1467229" y="1112139"/>
                  </a:lnTo>
                  <a:lnTo>
                    <a:pt x="1468084" y="1176044"/>
                  </a:lnTo>
                  <a:lnTo>
                    <a:pt x="1468940" y="1283216"/>
                  </a:lnTo>
                  <a:lnTo>
                    <a:pt x="1469795" y="1388451"/>
                  </a:lnTo>
                  <a:lnTo>
                    <a:pt x="1470651" y="1519547"/>
                  </a:lnTo>
                  <a:lnTo>
                    <a:pt x="1471506" y="1615978"/>
                  </a:lnTo>
                  <a:lnTo>
                    <a:pt x="1472362" y="1718137"/>
                  </a:lnTo>
                  <a:lnTo>
                    <a:pt x="1473217" y="1811445"/>
                  </a:lnTo>
                  <a:lnTo>
                    <a:pt x="1474073" y="1901087"/>
                  </a:lnTo>
                  <a:lnTo>
                    <a:pt x="1474928" y="1992519"/>
                  </a:lnTo>
                  <a:lnTo>
                    <a:pt x="1475784" y="1961401"/>
                  </a:lnTo>
                  <a:lnTo>
                    <a:pt x="1476639" y="1896472"/>
                  </a:lnTo>
                  <a:lnTo>
                    <a:pt x="1477495" y="1799443"/>
                  </a:lnTo>
                  <a:lnTo>
                    <a:pt x="1478351" y="1724961"/>
                  </a:lnTo>
                  <a:lnTo>
                    <a:pt x="1479206" y="1740436"/>
                  </a:lnTo>
                  <a:lnTo>
                    <a:pt x="1480062" y="1704682"/>
                  </a:lnTo>
                  <a:lnTo>
                    <a:pt x="1480917" y="1831029"/>
                  </a:lnTo>
                  <a:lnTo>
                    <a:pt x="1481773" y="2112009"/>
                  </a:lnTo>
                  <a:lnTo>
                    <a:pt x="1482628" y="2333496"/>
                  </a:lnTo>
                  <a:lnTo>
                    <a:pt x="1483484" y="2453050"/>
                  </a:lnTo>
                  <a:lnTo>
                    <a:pt x="1484339" y="2547451"/>
                  </a:lnTo>
                  <a:lnTo>
                    <a:pt x="1485195" y="2599790"/>
                  </a:lnTo>
                  <a:lnTo>
                    <a:pt x="1486050" y="2543716"/>
                  </a:lnTo>
                  <a:lnTo>
                    <a:pt x="1486906" y="2427456"/>
                  </a:lnTo>
                  <a:lnTo>
                    <a:pt x="1487761" y="2436921"/>
                  </a:lnTo>
                  <a:lnTo>
                    <a:pt x="1488617" y="2578169"/>
                  </a:lnTo>
                  <a:lnTo>
                    <a:pt x="1489472" y="2588103"/>
                  </a:lnTo>
                  <a:lnTo>
                    <a:pt x="1490328" y="2642822"/>
                  </a:lnTo>
                  <a:lnTo>
                    <a:pt x="1491183" y="2726669"/>
                  </a:lnTo>
                  <a:lnTo>
                    <a:pt x="1492039" y="2774789"/>
                  </a:lnTo>
                  <a:lnTo>
                    <a:pt x="1492894" y="2846189"/>
                  </a:lnTo>
                  <a:lnTo>
                    <a:pt x="1493750" y="2812661"/>
                  </a:lnTo>
                  <a:lnTo>
                    <a:pt x="1494606" y="2802419"/>
                  </a:lnTo>
                  <a:lnTo>
                    <a:pt x="1495461" y="2823182"/>
                  </a:lnTo>
                  <a:lnTo>
                    <a:pt x="1496317" y="2863765"/>
                  </a:lnTo>
                  <a:lnTo>
                    <a:pt x="1497172" y="2873026"/>
                  </a:lnTo>
                  <a:lnTo>
                    <a:pt x="1498028" y="2798211"/>
                  </a:lnTo>
                  <a:lnTo>
                    <a:pt x="1498883" y="2842658"/>
                  </a:lnTo>
                  <a:lnTo>
                    <a:pt x="1499739" y="2955594"/>
                  </a:lnTo>
                  <a:lnTo>
                    <a:pt x="1500594" y="3031490"/>
                  </a:lnTo>
                  <a:lnTo>
                    <a:pt x="1501450" y="3073967"/>
                  </a:lnTo>
                  <a:lnTo>
                    <a:pt x="1502305" y="3116972"/>
                  </a:lnTo>
                  <a:lnTo>
                    <a:pt x="1502305" y="3116972"/>
                  </a:lnTo>
                  <a:lnTo>
                    <a:pt x="1503161" y="3116972"/>
                  </a:lnTo>
                  <a:lnTo>
                    <a:pt x="1504016" y="3033458"/>
                  </a:lnTo>
                  <a:lnTo>
                    <a:pt x="1504872" y="2862740"/>
                  </a:lnTo>
                  <a:lnTo>
                    <a:pt x="1505727" y="2697267"/>
                  </a:lnTo>
                  <a:lnTo>
                    <a:pt x="1506583" y="2548325"/>
                  </a:lnTo>
                  <a:lnTo>
                    <a:pt x="1507438" y="2519161"/>
                  </a:lnTo>
                  <a:lnTo>
                    <a:pt x="1508294" y="2499462"/>
                  </a:lnTo>
                  <a:lnTo>
                    <a:pt x="1509149" y="2547069"/>
                  </a:lnTo>
                  <a:lnTo>
                    <a:pt x="1510005" y="2582362"/>
                  </a:lnTo>
                  <a:lnTo>
                    <a:pt x="1510861" y="2642903"/>
                  </a:lnTo>
                  <a:lnTo>
                    <a:pt x="1511716" y="2713315"/>
                  </a:lnTo>
                  <a:lnTo>
                    <a:pt x="1512572" y="2636452"/>
                  </a:lnTo>
                  <a:lnTo>
                    <a:pt x="1513427" y="2565386"/>
                  </a:lnTo>
                  <a:lnTo>
                    <a:pt x="1514283" y="2506762"/>
                  </a:lnTo>
                  <a:lnTo>
                    <a:pt x="1515138" y="2485202"/>
                  </a:lnTo>
                  <a:lnTo>
                    <a:pt x="1515994" y="2401149"/>
                  </a:lnTo>
                  <a:lnTo>
                    <a:pt x="1516849" y="2421877"/>
                  </a:lnTo>
                  <a:lnTo>
                    <a:pt x="1517705" y="2549744"/>
                  </a:lnTo>
                  <a:lnTo>
                    <a:pt x="1518560" y="2578813"/>
                  </a:lnTo>
                  <a:lnTo>
                    <a:pt x="1519416" y="2584603"/>
                  </a:lnTo>
                  <a:lnTo>
                    <a:pt x="1520271" y="2601548"/>
                  </a:lnTo>
                  <a:lnTo>
                    <a:pt x="1521127" y="2682665"/>
                  </a:lnTo>
                  <a:lnTo>
                    <a:pt x="1521982" y="2670780"/>
                  </a:lnTo>
                  <a:lnTo>
                    <a:pt x="1522838" y="2568256"/>
                  </a:lnTo>
                  <a:lnTo>
                    <a:pt x="1523693" y="2572362"/>
                  </a:lnTo>
                  <a:lnTo>
                    <a:pt x="1524549" y="2623109"/>
                  </a:lnTo>
                  <a:lnTo>
                    <a:pt x="1525405" y="2629790"/>
                  </a:lnTo>
                  <a:lnTo>
                    <a:pt x="1526260" y="2566347"/>
                  </a:lnTo>
                  <a:lnTo>
                    <a:pt x="1527116" y="2506047"/>
                  </a:lnTo>
                  <a:lnTo>
                    <a:pt x="1527971" y="2490643"/>
                  </a:lnTo>
                  <a:lnTo>
                    <a:pt x="1528827" y="2423258"/>
                  </a:lnTo>
                  <a:lnTo>
                    <a:pt x="1529682" y="2374960"/>
                  </a:lnTo>
                  <a:lnTo>
                    <a:pt x="1530538" y="2387368"/>
                  </a:lnTo>
                  <a:lnTo>
                    <a:pt x="1531393" y="2450936"/>
                  </a:lnTo>
                  <a:lnTo>
                    <a:pt x="1532249" y="2458255"/>
                  </a:lnTo>
                  <a:lnTo>
                    <a:pt x="1533104" y="2434822"/>
                  </a:lnTo>
                  <a:lnTo>
                    <a:pt x="1533960" y="2550549"/>
                  </a:lnTo>
                  <a:lnTo>
                    <a:pt x="1534815" y="2644394"/>
                  </a:lnTo>
                  <a:lnTo>
                    <a:pt x="1535671" y="2620720"/>
                  </a:lnTo>
                  <a:lnTo>
                    <a:pt x="1536526" y="2613847"/>
                  </a:lnTo>
                  <a:lnTo>
                    <a:pt x="1537382" y="2633385"/>
                  </a:lnTo>
                  <a:lnTo>
                    <a:pt x="1538237" y="2646654"/>
                  </a:lnTo>
                  <a:lnTo>
                    <a:pt x="1539093" y="2614758"/>
                  </a:lnTo>
                  <a:lnTo>
                    <a:pt x="1539948" y="2593804"/>
                  </a:lnTo>
                  <a:lnTo>
                    <a:pt x="1540804" y="2638144"/>
                  </a:lnTo>
                  <a:lnTo>
                    <a:pt x="1541660" y="2684983"/>
                  </a:lnTo>
                  <a:lnTo>
                    <a:pt x="1542515" y="2706967"/>
                  </a:lnTo>
                  <a:lnTo>
                    <a:pt x="1543371" y="2807594"/>
                  </a:lnTo>
                  <a:lnTo>
                    <a:pt x="1544226" y="2927780"/>
                  </a:lnTo>
                  <a:lnTo>
                    <a:pt x="1545082" y="2965846"/>
                  </a:lnTo>
                  <a:lnTo>
                    <a:pt x="1545937" y="2984623"/>
                  </a:lnTo>
                  <a:lnTo>
                    <a:pt x="1546793" y="3015410"/>
                  </a:lnTo>
                  <a:lnTo>
                    <a:pt x="1547648" y="3015852"/>
                  </a:lnTo>
                  <a:lnTo>
                    <a:pt x="1548504" y="2949063"/>
                  </a:lnTo>
                  <a:lnTo>
                    <a:pt x="1549359" y="2834104"/>
                  </a:lnTo>
                  <a:lnTo>
                    <a:pt x="1550215" y="2786818"/>
                  </a:lnTo>
                  <a:lnTo>
                    <a:pt x="1551070" y="2779883"/>
                  </a:lnTo>
                  <a:lnTo>
                    <a:pt x="1551926" y="2690801"/>
                  </a:lnTo>
                  <a:lnTo>
                    <a:pt x="1552781" y="2696014"/>
                  </a:lnTo>
                  <a:lnTo>
                    <a:pt x="1553637" y="2758248"/>
                  </a:lnTo>
                  <a:lnTo>
                    <a:pt x="1554492" y="2867396"/>
                  </a:lnTo>
                  <a:lnTo>
                    <a:pt x="1555348" y="2950862"/>
                  </a:lnTo>
                  <a:lnTo>
                    <a:pt x="1556203" y="3015748"/>
                  </a:lnTo>
                  <a:lnTo>
                    <a:pt x="1557059" y="3109049"/>
                  </a:lnTo>
                  <a:lnTo>
                    <a:pt x="1557915" y="3116972"/>
                  </a:lnTo>
                  <a:lnTo>
                    <a:pt x="1557915" y="3116972"/>
                  </a:lnTo>
                  <a:lnTo>
                    <a:pt x="1558770" y="3116972"/>
                  </a:lnTo>
                  <a:lnTo>
                    <a:pt x="1559626" y="3070547"/>
                  </a:lnTo>
                  <a:lnTo>
                    <a:pt x="1560481" y="2981034"/>
                  </a:lnTo>
                  <a:lnTo>
                    <a:pt x="1561337" y="2962970"/>
                  </a:lnTo>
                  <a:lnTo>
                    <a:pt x="1562192" y="2934643"/>
                  </a:lnTo>
                  <a:lnTo>
                    <a:pt x="1563048" y="2783436"/>
                  </a:lnTo>
                  <a:lnTo>
                    <a:pt x="1563903" y="2655195"/>
                  </a:lnTo>
                  <a:lnTo>
                    <a:pt x="1564759" y="2613964"/>
                  </a:lnTo>
                  <a:lnTo>
                    <a:pt x="1565614" y="2588855"/>
                  </a:lnTo>
                  <a:lnTo>
                    <a:pt x="1566470" y="2562857"/>
                  </a:lnTo>
                  <a:lnTo>
                    <a:pt x="1567325" y="2593948"/>
                  </a:lnTo>
                  <a:lnTo>
                    <a:pt x="1568181" y="2793552"/>
                  </a:lnTo>
                  <a:lnTo>
                    <a:pt x="1569036" y="2906772"/>
                  </a:lnTo>
                  <a:lnTo>
                    <a:pt x="1569892" y="2899074"/>
                  </a:lnTo>
                  <a:lnTo>
                    <a:pt x="1570747" y="2831924"/>
                  </a:lnTo>
                  <a:lnTo>
                    <a:pt x="1571603" y="2730677"/>
                  </a:lnTo>
                  <a:lnTo>
                    <a:pt x="1572458" y="2624756"/>
                  </a:lnTo>
                  <a:lnTo>
                    <a:pt x="1573314" y="2467195"/>
                  </a:lnTo>
                  <a:lnTo>
                    <a:pt x="1574170" y="2441371"/>
                  </a:lnTo>
                  <a:lnTo>
                    <a:pt x="1575025" y="2459058"/>
                  </a:lnTo>
                  <a:lnTo>
                    <a:pt x="1575881" y="2553031"/>
                  </a:lnTo>
                  <a:lnTo>
                    <a:pt x="1576736" y="2664513"/>
                  </a:lnTo>
                  <a:lnTo>
                    <a:pt x="1577592" y="2715392"/>
                  </a:lnTo>
                  <a:lnTo>
                    <a:pt x="1578447" y="2804729"/>
                  </a:lnTo>
                  <a:lnTo>
                    <a:pt x="1579303" y="2884803"/>
                  </a:lnTo>
                  <a:lnTo>
                    <a:pt x="1580158" y="2932775"/>
                  </a:lnTo>
                  <a:lnTo>
                    <a:pt x="1581014" y="2935906"/>
                  </a:lnTo>
                  <a:lnTo>
                    <a:pt x="1581869" y="2961048"/>
                  </a:lnTo>
                  <a:lnTo>
                    <a:pt x="1582725" y="3056906"/>
                  </a:lnTo>
                  <a:lnTo>
                    <a:pt x="1583580" y="3024436"/>
                  </a:lnTo>
                  <a:lnTo>
                    <a:pt x="1584436" y="2888404"/>
                  </a:lnTo>
                  <a:lnTo>
                    <a:pt x="1585291" y="2822573"/>
                  </a:lnTo>
                  <a:lnTo>
                    <a:pt x="1586147" y="2741732"/>
                  </a:lnTo>
                  <a:lnTo>
                    <a:pt x="1587002" y="2586809"/>
                  </a:lnTo>
                  <a:lnTo>
                    <a:pt x="1587858" y="2390034"/>
                  </a:lnTo>
                  <a:lnTo>
                    <a:pt x="1588714" y="2304611"/>
                  </a:lnTo>
                  <a:lnTo>
                    <a:pt x="1589569" y="2345371"/>
                  </a:lnTo>
                  <a:lnTo>
                    <a:pt x="1590425" y="2294186"/>
                  </a:lnTo>
                  <a:lnTo>
                    <a:pt x="1591280" y="2248365"/>
                  </a:lnTo>
                  <a:lnTo>
                    <a:pt x="1592136" y="2308127"/>
                  </a:lnTo>
                  <a:lnTo>
                    <a:pt x="1592991" y="2391289"/>
                  </a:lnTo>
                  <a:lnTo>
                    <a:pt x="1593847" y="2509449"/>
                  </a:lnTo>
                  <a:lnTo>
                    <a:pt x="1594702" y="2597382"/>
                  </a:lnTo>
                  <a:lnTo>
                    <a:pt x="1595558" y="2717396"/>
                  </a:lnTo>
                  <a:lnTo>
                    <a:pt x="1596413" y="2873243"/>
                  </a:lnTo>
                  <a:lnTo>
                    <a:pt x="1597269" y="2946968"/>
                  </a:lnTo>
                  <a:lnTo>
                    <a:pt x="1598124" y="3014453"/>
                  </a:lnTo>
                  <a:lnTo>
                    <a:pt x="1598980" y="3044298"/>
                  </a:lnTo>
                  <a:lnTo>
                    <a:pt x="1599835" y="3054888"/>
                  </a:lnTo>
                  <a:lnTo>
                    <a:pt x="1600691" y="3060950"/>
                  </a:lnTo>
                  <a:lnTo>
                    <a:pt x="1601546" y="3067001"/>
                  </a:lnTo>
                  <a:lnTo>
                    <a:pt x="1602402" y="3111235"/>
                  </a:lnTo>
                  <a:lnTo>
                    <a:pt x="1603257" y="3116972"/>
                  </a:lnTo>
                  <a:lnTo>
                    <a:pt x="1603257" y="3116972"/>
                  </a:lnTo>
                  <a:lnTo>
                    <a:pt x="1604113" y="3116972"/>
                  </a:lnTo>
                  <a:lnTo>
                    <a:pt x="1604969" y="3116972"/>
                  </a:lnTo>
                  <a:lnTo>
                    <a:pt x="1605824" y="3114637"/>
                  </a:lnTo>
                  <a:lnTo>
                    <a:pt x="1606680" y="3056814"/>
                  </a:lnTo>
                  <a:lnTo>
                    <a:pt x="1607535" y="2966154"/>
                  </a:lnTo>
                  <a:lnTo>
                    <a:pt x="1608391" y="2893577"/>
                  </a:lnTo>
                  <a:lnTo>
                    <a:pt x="1609246" y="2891990"/>
                  </a:lnTo>
                  <a:lnTo>
                    <a:pt x="1610102" y="2878905"/>
                  </a:lnTo>
                  <a:lnTo>
                    <a:pt x="1610957" y="2795736"/>
                  </a:lnTo>
                  <a:lnTo>
                    <a:pt x="1611813" y="2711756"/>
                  </a:lnTo>
                  <a:lnTo>
                    <a:pt x="1612668" y="2602851"/>
                  </a:lnTo>
                  <a:lnTo>
                    <a:pt x="1613524" y="2525527"/>
                  </a:lnTo>
                  <a:lnTo>
                    <a:pt x="1614379" y="2374882"/>
                  </a:lnTo>
                  <a:lnTo>
                    <a:pt x="1615235" y="2206296"/>
                  </a:lnTo>
                  <a:lnTo>
                    <a:pt x="1616090" y="2145070"/>
                  </a:lnTo>
                  <a:lnTo>
                    <a:pt x="1616946" y="2100376"/>
                  </a:lnTo>
                  <a:lnTo>
                    <a:pt x="1617801" y="2048115"/>
                  </a:lnTo>
                  <a:lnTo>
                    <a:pt x="1618657" y="1992891"/>
                  </a:lnTo>
                  <a:lnTo>
                    <a:pt x="1619512" y="2069317"/>
                  </a:lnTo>
                  <a:lnTo>
                    <a:pt x="1620368" y="2228441"/>
                  </a:lnTo>
                  <a:lnTo>
                    <a:pt x="1621224" y="2330286"/>
                  </a:lnTo>
                  <a:lnTo>
                    <a:pt x="1622079" y="2401747"/>
                  </a:lnTo>
                  <a:lnTo>
                    <a:pt x="1622935" y="2465867"/>
                  </a:lnTo>
                  <a:lnTo>
                    <a:pt x="1623790" y="2507352"/>
                  </a:lnTo>
                  <a:lnTo>
                    <a:pt x="1624646" y="2463186"/>
                  </a:lnTo>
                  <a:lnTo>
                    <a:pt x="1625501" y="2393793"/>
                  </a:lnTo>
                  <a:lnTo>
                    <a:pt x="1626357" y="2401168"/>
                  </a:lnTo>
                  <a:lnTo>
                    <a:pt x="1627212" y="2476889"/>
                  </a:lnTo>
                  <a:lnTo>
                    <a:pt x="1628068" y="2553712"/>
                  </a:lnTo>
                  <a:lnTo>
                    <a:pt x="1628923" y="2569372"/>
                  </a:lnTo>
                  <a:lnTo>
                    <a:pt x="1629779" y="2515907"/>
                  </a:lnTo>
                  <a:lnTo>
                    <a:pt x="1630634" y="2364049"/>
                  </a:lnTo>
                  <a:lnTo>
                    <a:pt x="1631490" y="2133040"/>
                  </a:lnTo>
                  <a:lnTo>
                    <a:pt x="1632345" y="1907635"/>
                  </a:lnTo>
                  <a:lnTo>
                    <a:pt x="1633201" y="1788666"/>
                  </a:lnTo>
                  <a:lnTo>
                    <a:pt x="1634056" y="1726481"/>
                  </a:lnTo>
                  <a:lnTo>
                    <a:pt x="1634912" y="1691109"/>
                  </a:lnTo>
                  <a:lnTo>
                    <a:pt x="1635768" y="1713518"/>
                  </a:lnTo>
                  <a:lnTo>
                    <a:pt x="1636623" y="1781751"/>
                  </a:lnTo>
                  <a:lnTo>
                    <a:pt x="1637479" y="1801763"/>
                  </a:lnTo>
                  <a:lnTo>
                    <a:pt x="1638334" y="1797373"/>
                  </a:lnTo>
                  <a:lnTo>
                    <a:pt x="1639190" y="1860210"/>
                  </a:lnTo>
                  <a:lnTo>
                    <a:pt x="1640045" y="2012611"/>
                  </a:lnTo>
                  <a:lnTo>
                    <a:pt x="1640901" y="2191135"/>
                  </a:lnTo>
                  <a:lnTo>
                    <a:pt x="1641756" y="2366621"/>
                  </a:lnTo>
                  <a:lnTo>
                    <a:pt x="1642612" y="2525390"/>
                  </a:lnTo>
                  <a:lnTo>
                    <a:pt x="1643467" y="2595215"/>
                  </a:lnTo>
                  <a:lnTo>
                    <a:pt x="1644323" y="2532887"/>
                  </a:lnTo>
                  <a:lnTo>
                    <a:pt x="1645178" y="2412787"/>
                  </a:lnTo>
                  <a:lnTo>
                    <a:pt x="1646034" y="2332065"/>
                  </a:lnTo>
                  <a:lnTo>
                    <a:pt x="1646889" y="2253553"/>
                  </a:lnTo>
                  <a:lnTo>
                    <a:pt x="1647745" y="2244176"/>
                  </a:lnTo>
                  <a:lnTo>
                    <a:pt x="1648600" y="2272060"/>
                  </a:lnTo>
                  <a:lnTo>
                    <a:pt x="1649456" y="2382679"/>
                  </a:lnTo>
                  <a:lnTo>
                    <a:pt x="1650311" y="2424298"/>
                  </a:lnTo>
                  <a:lnTo>
                    <a:pt x="1651167" y="2380313"/>
                  </a:lnTo>
                  <a:lnTo>
                    <a:pt x="1652023" y="2319390"/>
                  </a:lnTo>
                  <a:lnTo>
                    <a:pt x="1652878" y="2240222"/>
                  </a:lnTo>
                  <a:lnTo>
                    <a:pt x="1653734" y="2144341"/>
                  </a:lnTo>
                  <a:lnTo>
                    <a:pt x="1654589" y="2054109"/>
                  </a:lnTo>
                  <a:lnTo>
                    <a:pt x="1655445" y="2011096"/>
                  </a:lnTo>
                  <a:lnTo>
                    <a:pt x="1656300" y="2021175"/>
                  </a:lnTo>
                  <a:lnTo>
                    <a:pt x="1657156" y="2046526"/>
                  </a:lnTo>
                  <a:lnTo>
                    <a:pt x="1658011" y="2121322"/>
                  </a:lnTo>
                  <a:lnTo>
                    <a:pt x="1658867" y="2221144"/>
                  </a:lnTo>
                  <a:lnTo>
                    <a:pt x="1659722" y="2234295"/>
                  </a:lnTo>
                  <a:lnTo>
                    <a:pt x="1660578" y="2223550"/>
                  </a:lnTo>
                  <a:lnTo>
                    <a:pt x="1661433" y="2238440"/>
                  </a:lnTo>
                  <a:lnTo>
                    <a:pt x="1662289" y="2275258"/>
                  </a:lnTo>
                  <a:lnTo>
                    <a:pt x="1663144" y="2290745"/>
                  </a:lnTo>
                  <a:lnTo>
                    <a:pt x="1664000" y="2231935"/>
                  </a:lnTo>
                  <a:lnTo>
                    <a:pt x="1664855" y="2222335"/>
                  </a:lnTo>
                  <a:lnTo>
                    <a:pt x="1665711" y="2345971"/>
                  </a:lnTo>
                  <a:lnTo>
                    <a:pt x="1666566" y="2415658"/>
                  </a:lnTo>
                  <a:lnTo>
                    <a:pt x="1667422" y="2409647"/>
                  </a:lnTo>
                  <a:lnTo>
                    <a:pt x="1668278" y="2362008"/>
                  </a:lnTo>
                  <a:lnTo>
                    <a:pt x="1669133" y="2348887"/>
                  </a:lnTo>
                  <a:lnTo>
                    <a:pt x="1669989" y="2314041"/>
                  </a:lnTo>
                  <a:lnTo>
                    <a:pt x="1670844" y="2135204"/>
                  </a:lnTo>
                  <a:lnTo>
                    <a:pt x="1671700" y="2008266"/>
                  </a:lnTo>
                  <a:lnTo>
                    <a:pt x="1672555" y="2015803"/>
                  </a:lnTo>
                  <a:lnTo>
                    <a:pt x="1673411" y="2041714"/>
                  </a:lnTo>
                  <a:lnTo>
                    <a:pt x="1674266" y="2129929"/>
                  </a:lnTo>
                  <a:lnTo>
                    <a:pt x="1675122" y="2207577"/>
                  </a:lnTo>
                  <a:lnTo>
                    <a:pt x="1675977" y="2284266"/>
                  </a:lnTo>
                  <a:lnTo>
                    <a:pt x="1676833" y="2390649"/>
                  </a:lnTo>
                  <a:lnTo>
                    <a:pt x="1677688" y="2444218"/>
                  </a:lnTo>
                  <a:lnTo>
                    <a:pt x="1678544" y="2528610"/>
                  </a:lnTo>
                  <a:lnTo>
                    <a:pt x="1679399" y="2556260"/>
                  </a:lnTo>
                  <a:lnTo>
                    <a:pt x="1680255" y="2616948"/>
                  </a:lnTo>
                  <a:lnTo>
                    <a:pt x="1681110" y="2705054"/>
                  </a:lnTo>
                  <a:lnTo>
                    <a:pt x="1681966" y="2762695"/>
                  </a:lnTo>
                  <a:lnTo>
                    <a:pt x="1682822" y="2730278"/>
                  </a:lnTo>
                  <a:lnTo>
                    <a:pt x="1683677" y="2681693"/>
                  </a:lnTo>
                  <a:lnTo>
                    <a:pt x="1684533" y="2728690"/>
                  </a:lnTo>
                  <a:lnTo>
                    <a:pt x="1685388" y="2808523"/>
                  </a:lnTo>
                  <a:lnTo>
                    <a:pt x="1686244" y="2849103"/>
                  </a:lnTo>
                  <a:lnTo>
                    <a:pt x="1687099" y="2786548"/>
                  </a:lnTo>
                  <a:lnTo>
                    <a:pt x="1687955" y="2789101"/>
                  </a:lnTo>
                  <a:lnTo>
                    <a:pt x="1688810" y="2832789"/>
                  </a:lnTo>
                  <a:lnTo>
                    <a:pt x="1689666" y="2817170"/>
                  </a:lnTo>
                  <a:lnTo>
                    <a:pt x="1690521" y="2783483"/>
                  </a:lnTo>
                  <a:lnTo>
                    <a:pt x="1691377" y="2804573"/>
                  </a:lnTo>
                  <a:lnTo>
                    <a:pt x="1692232" y="2907667"/>
                  </a:lnTo>
                  <a:lnTo>
                    <a:pt x="1693088" y="3005201"/>
                  </a:lnTo>
                  <a:lnTo>
                    <a:pt x="1693943" y="3037493"/>
                  </a:lnTo>
                  <a:lnTo>
                    <a:pt x="1694799" y="3048253"/>
                  </a:lnTo>
                  <a:lnTo>
                    <a:pt x="1695654" y="3020651"/>
                  </a:lnTo>
                  <a:lnTo>
                    <a:pt x="1696510" y="3000521"/>
                  </a:lnTo>
                  <a:lnTo>
                    <a:pt x="1697365" y="3000521"/>
                  </a:lnTo>
                  <a:lnTo>
                    <a:pt x="1698221" y="3000521"/>
                  </a:lnTo>
                  <a:lnTo>
                    <a:pt x="1699077" y="3000521"/>
                  </a:lnTo>
                  <a:lnTo>
                    <a:pt x="1699932" y="3000522"/>
                  </a:lnTo>
                  <a:lnTo>
                    <a:pt x="1700788" y="3034072"/>
                  </a:lnTo>
                  <a:lnTo>
                    <a:pt x="1701643" y="3071586"/>
                  </a:lnTo>
                  <a:lnTo>
                    <a:pt x="1702499" y="3066701"/>
                  </a:lnTo>
                  <a:lnTo>
                    <a:pt x="1703354" y="3034300"/>
                  </a:lnTo>
                  <a:lnTo>
                    <a:pt x="1704210" y="3002684"/>
                  </a:lnTo>
                  <a:lnTo>
                    <a:pt x="1705065" y="2998639"/>
                  </a:lnTo>
                  <a:lnTo>
                    <a:pt x="1705921" y="2998640"/>
                  </a:lnTo>
                  <a:lnTo>
                    <a:pt x="1706776" y="3011453"/>
                  </a:lnTo>
                  <a:lnTo>
                    <a:pt x="1707632" y="3044075"/>
                  </a:lnTo>
                  <a:lnTo>
                    <a:pt x="1708487" y="3080965"/>
                  </a:lnTo>
                  <a:lnTo>
                    <a:pt x="1709343" y="3073281"/>
                  </a:lnTo>
                  <a:lnTo>
                    <a:pt x="1710198" y="3005650"/>
                  </a:lnTo>
                  <a:lnTo>
                    <a:pt x="1711054" y="3004332"/>
                  </a:lnTo>
                  <a:lnTo>
                    <a:pt x="1711909" y="2991520"/>
                  </a:lnTo>
                  <a:lnTo>
                    <a:pt x="1712765" y="2963782"/>
                  </a:lnTo>
                  <a:lnTo>
                    <a:pt x="1713620" y="2945121"/>
                  </a:lnTo>
                  <a:lnTo>
                    <a:pt x="1714476" y="2945403"/>
                  </a:lnTo>
                  <a:lnTo>
                    <a:pt x="1715332" y="2997428"/>
                  </a:lnTo>
                  <a:lnTo>
                    <a:pt x="1716187" y="2996860"/>
                  </a:lnTo>
                  <a:lnTo>
                    <a:pt x="1717043" y="2972689"/>
                  </a:lnTo>
                  <a:lnTo>
                    <a:pt x="1717898" y="2908937"/>
                  </a:lnTo>
                  <a:lnTo>
                    <a:pt x="1718754" y="2760006"/>
                  </a:lnTo>
                  <a:lnTo>
                    <a:pt x="1719609" y="2599749"/>
                  </a:lnTo>
                  <a:lnTo>
                    <a:pt x="1720465" y="2453499"/>
                  </a:lnTo>
                  <a:lnTo>
                    <a:pt x="1721320" y="2333931"/>
                  </a:lnTo>
                  <a:lnTo>
                    <a:pt x="1722176" y="2323161"/>
                  </a:lnTo>
                  <a:lnTo>
                    <a:pt x="1723031" y="2416170"/>
                  </a:lnTo>
                  <a:lnTo>
                    <a:pt x="1723887" y="2545704"/>
                  </a:lnTo>
                  <a:lnTo>
                    <a:pt x="1724742" y="2678073"/>
                  </a:lnTo>
                  <a:lnTo>
                    <a:pt x="1725598" y="2691134"/>
                  </a:lnTo>
                  <a:lnTo>
                    <a:pt x="1726453" y="2598013"/>
                  </a:lnTo>
                  <a:lnTo>
                    <a:pt x="1727309" y="2441272"/>
                  </a:lnTo>
                  <a:lnTo>
                    <a:pt x="1728164" y="2339362"/>
                  </a:lnTo>
                  <a:lnTo>
                    <a:pt x="1729020" y="2387738"/>
                  </a:lnTo>
                  <a:lnTo>
                    <a:pt x="1729876" y="2390013"/>
                  </a:lnTo>
                  <a:lnTo>
                    <a:pt x="1730731" y="2431837"/>
                  </a:lnTo>
                  <a:lnTo>
                    <a:pt x="1731587" y="2550515"/>
                  </a:lnTo>
                  <a:lnTo>
                    <a:pt x="1732442" y="2599387"/>
                  </a:lnTo>
                  <a:lnTo>
                    <a:pt x="1733298" y="2559665"/>
                  </a:lnTo>
                  <a:lnTo>
                    <a:pt x="1734153" y="2458759"/>
                  </a:lnTo>
                  <a:lnTo>
                    <a:pt x="1735009" y="2409236"/>
                  </a:lnTo>
                  <a:lnTo>
                    <a:pt x="1735864" y="2345684"/>
                  </a:lnTo>
                  <a:lnTo>
                    <a:pt x="1736720" y="2318832"/>
                  </a:lnTo>
                  <a:lnTo>
                    <a:pt x="1737575" y="2410441"/>
                  </a:lnTo>
                  <a:lnTo>
                    <a:pt x="1738431" y="2419312"/>
                  </a:lnTo>
                  <a:lnTo>
                    <a:pt x="1739286" y="2331721"/>
                  </a:lnTo>
                  <a:lnTo>
                    <a:pt x="1740142" y="2357347"/>
                  </a:lnTo>
                  <a:lnTo>
                    <a:pt x="1740997" y="2461909"/>
                  </a:lnTo>
                  <a:lnTo>
                    <a:pt x="1741853" y="2473817"/>
                  </a:lnTo>
                  <a:lnTo>
                    <a:pt x="1742708" y="2499718"/>
                  </a:lnTo>
                  <a:lnTo>
                    <a:pt x="1743564" y="2518375"/>
                  </a:lnTo>
                  <a:lnTo>
                    <a:pt x="1744419" y="2522301"/>
                  </a:lnTo>
                  <a:lnTo>
                    <a:pt x="1745275" y="2460885"/>
                  </a:lnTo>
                  <a:lnTo>
                    <a:pt x="1746131" y="2427273"/>
                  </a:lnTo>
                  <a:lnTo>
                    <a:pt x="1746986" y="2479463"/>
                  </a:lnTo>
                  <a:lnTo>
                    <a:pt x="1747842" y="2421884"/>
                  </a:lnTo>
                  <a:lnTo>
                    <a:pt x="1748697" y="2390829"/>
                  </a:lnTo>
                  <a:lnTo>
                    <a:pt x="1749553" y="2359616"/>
                  </a:lnTo>
                  <a:lnTo>
                    <a:pt x="1750408" y="2306042"/>
                  </a:lnTo>
                  <a:lnTo>
                    <a:pt x="1751264" y="2221367"/>
                  </a:lnTo>
                  <a:lnTo>
                    <a:pt x="1752119" y="2145708"/>
                  </a:lnTo>
                  <a:lnTo>
                    <a:pt x="1752975" y="2175694"/>
                  </a:lnTo>
                  <a:lnTo>
                    <a:pt x="1753830" y="2178955"/>
                  </a:lnTo>
                  <a:lnTo>
                    <a:pt x="1754686" y="2166467"/>
                  </a:lnTo>
                  <a:lnTo>
                    <a:pt x="1755541" y="2129991"/>
                  </a:lnTo>
                  <a:lnTo>
                    <a:pt x="1756397" y="2106454"/>
                  </a:lnTo>
                  <a:lnTo>
                    <a:pt x="1757252" y="2046868"/>
                  </a:lnTo>
                  <a:lnTo>
                    <a:pt x="1758108" y="1942258"/>
                  </a:lnTo>
                  <a:lnTo>
                    <a:pt x="1758963" y="1964756"/>
                  </a:lnTo>
                  <a:lnTo>
                    <a:pt x="1759819" y="2046815"/>
                  </a:lnTo>
                  <a:lnTo>
                    <a:pt x="1760674" y="2206629"/>
                  </a:lnTo>
                  <a:lnTo>
                    <a:pt x="1761530" y="2451092"/>
                  </a:lnTo>
                  <a:lnTo>
                    <a:pt x="1762386" y="2562994"/>
                  </a:lnTo>
                  <a:lnTo>
                    <a:pt x="1763241" y="2598500"/>
                  </a:lnTo>
                  <a:lnTo>
                    <a:pt x="1764097" y="2528177"/>
                  </a:lnTo>
                  <a:lnTo>
                    <a:pt x="1764952" y="2408010"/>
                  </a:lnTo>
                  <a:lnTo>
                    <a:pt x="1765808" y="2252374"/>
                  </a:lnTo>
                  <a:lnTo>
                    <a:pt x="1766663" y="2028957"/>
                  </a:lnTo>
                  <a:lnTo>
                    <a:pt x="1767519" y="1910261"/>
                  </a:lnTo>
                  <a:lnTo>
                    <a:pt x="1768374" y="1784878"/>
                  </a:lnTo>
                  <a:lnTo>
                    <a:pt x="1769230" y="1709773"/>
                  </a:lnTo>
                  <a:lnTo>
                    <a:pt x="1770085" y="1713860"/>
                  </a:lnTo>
                  <a:lnTo>
                    <a:pt x="1770941" y="1687284"/>
                  </a:lnTo>
                  <a:lnTo>
                    <a:pt x="1771796" y="1657239"/>
                  </a:lnTo>
                  <a:lnTo>
                    <a:pt x="1772652" y="1684639"/>
                  </a:lnTo>
                  <a:lnTo>
                    <a:pt x="1773507" y="1814145"/>
                  </a:lnTo>
                  <a:lnTo>
                    <a:pt x="1774363" y="1899141"/>
                  </a:lnTo>
                  <a:lnTo>
                    <a:pt x="1775218" y="1938505"/>
                  </a:lnTo>
                  <a:lnTo>
                    <a:pt x="1776074" y="2055278"/>
                  </a:lnTo>
                  <a:lnTo>
                    <a:pt x="1776929" y="2202816"/>
                  </a:lnTo>
                  <a:lnTo>
                    <a:pt x="1777785" y="2356339"/>
                  </a:lnTo>
                  <a:lnTo>
                    <a:pt x="1778641" y="2402226"/>
                  </a:lnTo>
                  <a:lnTo>
                    <a:pt x="1779496" y="2417929"/>
                  </a:lnTo>
                  <a:lnTo>
                    <a:pt x="1780352" y="2541604"/>
                  </a:lnTo>
                  <a:lnTo>
                    <a:pt x="1781207" y="2627873"/>
                  </a:lnTo>
                  <a:lnTo>
                    <a:pt x="1782063" y="2606243"/>
                  </a:lnTo>
                  <a:lnTo>
                    <a:pt x="1782918" y="2555676"/>
                  </a:lnTo>
                  <a:lnTo>
                    <a:pt x="1783774" y="2656059"/>
                  </a:lnTo>
                  <a:lnTo>
                    <a:pt x="1784629" y="2820884"/>
                  </a:lnTo>
                  <a:lnTo>
                    <a:pt x="1785485" y="2871923"/>
                  </a:lnTo>
                  <a:lnTo>
                    <a:pt x="1786340" y="2839769"/>
                  </a:lnTo>
                  <a:lnTo>
                    <a:pt x="1787196" y="2854116"/>
                  </a:lnTo>
                  <a:lnTo>
                    <a:pt x="1788051" y="2885892"/>
                  </a:lnTo>
                  <a:lnTo>
                    <a:pt x="1788907" y="2746692"/>
                  </a:lnTo>
                  <a:lnTo>
                    <a:pt x="1789762" y="2561218"/>
                  </a:lnTo>
                  <a:lnTo>
                    <a:pt x="1790618" y="2445344"/>
                  </a:lnTo>
                  <a:lnTo>
                    <a:pt x="1791473" y="2380064"/>
                  </a:lnTo>
                  <a:lnTo>
                    <a:pt x="1792329" y="2333647"/>
                  </a:lnTo>
                  <a:lnTo>
                    <a:pt x="1793185" y="2249260"/>
                  </a:lnTo>
                  <a:lnTo>
                    <a:pt x="1794040" y="2329720"/>
                  </a:lnTo>
                  <a:lnTo>
                    <a:pt x="1794896" y="2464969"/>
                  </a:lnTo>
                  <a:lnTo>
                    <a:pt x="1795751" y="2607891"/>
                  </a:lnTo>
                  <a:lnTo>
                    <a:pt x="1796607" y="2690299"/>
                  </a:lnTo>
                  <a:lnTo>
                    <a:pt x="1797462" y="2743087"/>
                  </a:lnTo>
                  <a:lnTo>
                    <a:pt x="1798318" y="2824042"/>
                  </a:lnTo>
                  <a:lnTo>
                    <a:pt x="1799173" y="2707014"/>
                  </a:lnTo>
                  <a:lnTo>
                    <a:pt x="1800029" y="2641541"/>
                  </a:lnTo>
                  <a:lnTo>
                    <a:pt x="1800884" y="2637861"/>
                  </a:lnTo>
                  <a:lnTo>
                    <a:pt x="1801740" y="2701536"/>
                  </a:lnTo>
                  <a:lnTo>
                    <a:pt x="1802595" y="2701056"/>
                  </a:lnTo>
                  <a:lnTo>
                    <a:pt x="1803451" y="2679314"/>
                  </a:lnTo>
                  <a:lnTo>
                    <a:pt x="1804306" y="2807497"/>
                  </a:lnTo>
                  <a:lnTo>
                    <a:pt x="1805162" y="2916225"/>
                  </a:lnTo>
                  <a:lnTo>
                    <a:pt x="1806017" y="2951947"/>
                  </a:lnTo>
                  <a:lnTo>
                    <a:pt x="1806873" y="2962239"/>
                  </a:lnTo>
                  <a:lnTo>
                    <a:pt x="1807728" y="2972893"/>
                  </a:lnTo>
                  <a:lnTo>
                    <a:pt x="1808584" y="2983877"/>
                  </a:lnTo>
                  <a:lnTo>
                    <a:pt x="1809440" y="2932098"/>
                  </a:lnTo>
                  <a:lnTo>
                    <a:pt x="1810295" y="2860093"/>
                  </a:lnTo>
                  <a:lnTo>
                    <a:pt x="1811151" y="2844808"/>
                  </a:lnTo>
                  <a:lnTo>
                    <a:pt x="1812006" y="2792755"/>
                  </a:lnTo>
                  <a:lnTo>
                    <a:pt x="1812862" y="2775093"/>
                  </a:lnTo>
                  <a:lnTo>
                    <a:pt x="1813717" y="2765906"/>
                  </a:lnTo>
                  <a:lnTo>
                    <a:pt x="1814573" y="2835040"/>
                  </a:lnTo>
                  <a:lnTo>
                    <a:pt x="1815428" y="2884062"/>
                  </a:lnTo>
                  <a:lnTo>
                    <a:pt x="1816284" y="2878071"/>
                  </a:lnTo>
                  <a:lnTo>
                    <a:pt x="1817139" y="2958273"/>
                  </a:lnTo>
                  <a:lnTo>
                    <a:pt x="1817995" y="3053290"/>
                  </a:lnTo>
                  <a:lnTo>
                    <a:pt x="1818850" y="3060846"/>
                  </a:lnTo>
                  <a:lnTo>
                    <a:pt x="1819706" y="2907642"/>
                  </a:lnTo>
                  <a:lnTo>
                    <a:pt x="1820561" y="2799105"/>
                  </a:lnTo>
                  <a:lnTo>
                    <a:pt x="1821417" y="2743699"/>
                  </a:lnTo>
                  <a:lnTo>
                    <a:pt x="1822272" y="2713789"/>
                  </a:lnTo>
                  <a:lnTo>
                    <a:pt x="1823128" y="2629667"/>
                  </a:lnTo>
                  <a:lnTo>
                    <a:pt x="1823983" y="2621024"/>
                  </a:lnTo>
                  <a:lnTo>
                    <a:pt x="1824839" y="2709137"/>
                  </a:lnTo>
                  <a:lnTo>
                    <a:pt x="1825695" y="2717279"/>
                  </a:lnTo>
                  <a:lnTo>
                    <a:pt x="1826550" y="2663956"/>
                  </a:lnTo>
                  <a:lnTo>
                    <a:pt x="1827406" y="2640964"/>
                  </a:lnTo>
                  <a:lnTo>
                    <a:pt x="1828261" y="2627306"/>
                  </a:lnTo>
                  <a:lnTo>
                    <a:pt x="1829117" y="2588647"/>
                  </a:lnTo>
                  <a:lnTo>
                    <a:pt x="1829972" y="2582606"/>
                  </a:lnTo>
                  <a:lnTo>
                    <a:pt x="1830828" y="2616539"/>
                  </a:lnTo>
                  <a:lnTo>
                    <a:pt x="1831683" y="2592323"/>
                  </a:lnTo>
                  <a:lnTo>
                    <a:pt x="1832539" y="2487179"/>
                  </a:lnTo>
                  <a:lnTo>
                    <a:pt x="1833394" y="2464933"/>
                  </a:lnTo>
                  <a:lnTo>
                    <a:pt x="1834250" y="2427127"/>
                  </a:lnTo>
                  <a:lnTo>
                    <a:pt x="1835105" y="2322308"/>
                  </a:lnTo>
                  <a:lnTo>
                    <a:pt x="1835961" y="2282331"/>
                  </a:lnTo>
                  <a:lnTo>
                    <a:pt x="1836816" y="2288677"/>
                  </a:lnTo>
                  <a:lnTo>
                    <a:pt x="1837672" y="2268341"/>
                  </a:lnTo>
                  <a:lnTo>
                    <a:pt x="1838527" y="2249752"/>
                  </a:lnTo>
                  <a:lnTo>
                    <a:pt x="1839383" y="2306180"/>
                  </a:lnTo>
                  <a:lnTo>
                    <a:pt x="1840239" y="2439898"/>
                  </a:lnTo>
                  <a:lnTo>
                    <a:pt x="1841094" y="2526367"/>
                  </a:lnTo>
                  <a:lnTo>
                    <a:pt x="1841950" y="2581271"/>
                  </a:lnTo>
                  <a:lnTo>
                    <a:pt x="1842805" y="2673989"/>
                  </a:lnTo>
                  <a:lnTo>
                    <a:pt x="1843661" y="2662313"/>
                  </a:lnTo>
                  <a:lnTo>
                    <a:pt x="1844516" y="2596633"/>
                  </a:lnTo>
                  <a:lnTo>
                    <a:pt x="1845372" y="2527225"/>
                  </a:lnTo>
                  <a:lnTo>
                    <a:pt x="1846227" y="2492082"/>
                  </a:lnTo>
                  <a:lnTo>
                    <a:pt x="1847083" y="2552217"/>
                  </a:lnTo>
                  <a:lnTo>
                    <a:pt x="1847938" y="2577853"/>
                  </a:lnTo>
                  <a:lnTo>
                    <a:pt x="1848794" y="2692813"/>
                  </a:lnTo>
                  <a:lnTo>
                    <a:pt x="1849649" y="2783355"/>
                  </a:lnTo>
                  <a:lnTo>
                    <a:pt x="1850505" y="2821644"/>
                  </a:lnTo>
                  <a:lnTo>
                    <a:pt x="1851360" y="2746754"/>
                  </a:lnTo>
                  <a:lnTo>
                    <a:pt x="1852216" y="2585579"/>
                  </a:lnTo>
                  <a:lnTo>
                    <a:pt x="1853071" y="2457536"/>
                  </a:lnTo>
                  <a:lnTo>
                    <a:pt x="1853927" y="2372548"/>
                  </a:lnTo>
                  <a:lnTo>
                    <a:pt x="1854782" y="2344009"/>
                  </a:lnTo>
                  <a:lnTo>
                    <a:pt x="1855638" y="2296503"/>
                  </a:lnTo>
                  <a:lnTo>
                    <a:pt x="1856494" y="2274575"/>
                  </a:lnTo>
                  <a:lnTo>
                    <a:pt x="1857349" y="2322279"/>
                  </a:lnTo>
                  <a:lnTo>
                    <a:pt x="1858205" y="2445620"/>
                  </a:lnTo>
                  <a:lnTo>
                    <a:pt x="1859060" y="2447519"/>
                  </a:lnTo>
                  <a:lnTo>
                    <a:pt x="1859916" y="2372510"/>
                  </a:lnTo>
                  <a:lnTo>
                    <a:pt x="1860771" y="2281434"/>
                  </a:lnTo>
                  <a:lnTo>
                    <a:pt x="1861627" y="2192608"/>
                  </a:lnTo>
                  <a:lnTo>
                    <a:pt x="1862482" y="2101909"/>
                  </a:lnTo>
                  <a:lnTo>
                    <a:pt x="1863338" y="1903753"/>
                  </a:lnTo>
                  <a:lnTo>
                    <a:pt x="1864193" y="1788364"/>
                  </a:lnTo>
                  <a:lnTo>
                    <a:pt x="1865049" y="1800265"/>
                  </a:lnTo>
                  <a:lnTo>
                    <a:pt x="1865904" y="1945085"/>
                  </a:lnTo>
                  <a:lnTo>
                    <a:pt x="1866760" y="2157684"/>
                  </a:lnTo>
                  <a:lnTo>
                    <a:pt x="1867615" y="2280744"/>
                  </a:lnTo>
                  <a:lnTo>
                    <a:pt x="1868471" y="2445241"/>
                  </a:lnTo>
                  <a:lnTo>
                    <a:pt x="1869326" y="2540391"/>
                  </a:lnTo>
                  <a:lnTo>
                    <a:pt x="1870182" y="2590875"/>
                  </a:lnTo>
                  <a:lnTo>
                    <a:pt x="1871037" y="2593529"/>
                  </a:lnTo>
                  <a:lnTo>
                    <a:pt x="1871893" y="2559793"/>
                  </a:lnTo>
                  <a:lnTo>
                    <a:pt x="1872749" y="2568643"/>
                  </a:lnTo>
                  <a:lnTo>
                    <a:pt x="1873604" y="2538433"/>
                  </a:lnTo>
                  <a:lnTo>
                    <a:pt x="1874460" y="2526504"/>
                  </a:lnTo>
                  <a:lnTo>
                    <a:pt x="1875315" y="2562621"/>
                  </a:lnTo>
                  <a:lnTo>
                    <a:pt x="1876171" y="2590558"/>
                  </a:lnTo>
                  <a:lnTo>
                    <a:pt x="1877026" y="2555888"/>
                  </a:lnTo>
                  <a:lnTo>
                    <a:pt x="1877882" y="2455559"/>
                  </a:lnTo>
                  <a:lnTo>
                    <a:pt x="1878737" y="2380325"/>
                  </a:lnTo>
                  <a:lnTo>
                    <a:pt x="1879593" y="2380845"/>
                  </a:lnTo>
                  <a:lnTo>
                    <a:pt x="1880448" y="2275479"/>
                  </a:lnTo>
                  <a:lnTo>
                    <a:pt x="1881304" y="2134284"/>
                  </a:lnTo>
                  <a:lnTo>
                    <a:pt x="1882159" y="2115609"/>
                  </a:lnTo>
                  <a:lnTo>
                    <a:pt x="1883015" y="2139625"/>
                  </a:lnTo>
                  <a:lnTo>
                    <a:pt x="1883870" y="2161342"/>
                  </a:lnTo>
                  <a:lnTo>
                    <a:pt x="1884726" y="2208302"/>
                  </a:lnTo>
                  <a:lnTo>
                    <a:pt x="1885581" y="2191590"/>
                  </a:lnTo>
                  <a:lnTo>
                    <a:pt x="1886437" y="2193630"/>
                  </a:lnTo>
                  <a:lnTo>
                    <a:pt x="1887293" y="2248922"/>
                  </a:lnTo>
                  <a:lnTo>
                    <a:pt x="1888148" y="2279892"/>
                  </a:lnTo>
                  <a:lnTo>
                    <a:pt x="1889004" y="2247305"/>
                  </a:lnTo>
                  <a:lnTo>
                    <a:pt x="1889859" y="2115140"/>
                  </a:lnTo>
                  <a:lnTo>
                    <a:pt x="1890715" y="2122392"/>
                  </a:lnTo>
                  <a:lnTo>
                    <a:pt x="1891570" y="2154762"/>
                  </a:lnTo>
                  <a:lnTo>
                    <a:pt x="1892426" y="2099438"/>
                  </a:lnTo>
                  <a:lnTo>
                    <a:pt x="1893281" y="2089062"/>
                  </a:lnTo>
                  <a:lnTo>
                    <a:pt x="1894137" y="2161904"/>
                  </a:lnTo>
                  <a:lnTo>
                    <a:pt x="1894992" y="2265503"/>
                  </a:lnTo>
                  <a:lnTo>
                    <a:pt x="1895848" y="2276196"/>
                  </a:lnTo>
                  <a:lnTo>
                    <a:pt x="1896703" y="2270369"/>
                  </a:lnTo>
                  <a:lnTo>
                    <a:pt x="1897559" y="2331931"/>
                  </a:lnTo>
                  <a:lnTo>
                    <a:pt x="1898414" y="2391201"/>
                  </a:lnTo>
                  <a:lnTo>
                    <a:pt x="1899270" y="2488182"/>
                  </a:lnTo>
                  <a:lnTo>
                    <a:pt x="1900125" y="2633810"/>
                  </a:lnTo>
                  <a:lnTo>
                    <a:pt x="1900981" y="2803357"/>
                  </a:lnTo>
                  <a:lnTo>
                    <a:pt x="1901836" y="2954325"/>
                  </a:lnTo>
                  <a:lnTo>
                    <a:pt x="1902692" y="3008040"/>
                  </a:lnTo>
                  <a:lnTo>
                    <a:pt x="1903548" y="3062423"/>
                  </a:lnTo>
                  <a:lnTo>
                    <a:pt x="1904403" y="3013716"/>
                  </a:lnTo>
                  <a:lnTo>
                    <a:pt x="1905259" y="2912989"/>
                  </a:lnTo>
                  <a:lnTo>
                    <a:pt x="1906114" y="2788945"/>
                  </a:lnTo>
                  <a:lnTo>
                    <a:pt x="1906970" y="2743100"/>
                  </a:lnTo>
                  <a:lnTo>
                    <a:pt x="1907825" y="2727566"/>
                  </a:lnTo>
                  <a:lnTo>
                    <a:pt x="1908681" y="2674738"/>
                  </a:lnTo>
                  <a:lnTo>
                    <a:pt x="1909536" y="2640587"/>
                  </a:lnTo>
                  <a:lnTo>
                    <a:pt x="1910392" y="2615639"/>
                  </a:lnTo>
                  <a:lnTo>
                    <a:pt x="1911247" y="2625056"/>
                  </a:lnTo>
                  <a:lnTo>
                    <a:pt x="1912103" y="2613147"/>
                  </a:lnTo>
                  <a:lnTo>
                    <a:pt x="1912958" y="2618791"/>
                  </a:lnTo>
                  <a:lnTo>
                    <a:pt x="1913814" y="2592550"/>
                  </a:lnTo>
                  <a:lnTo>
                    <a:pt x="1914669" y="2594603"/>
                  </a:lnTo>
                  <a:lnTo>
                    <a:pt x="1915525" y="2629783"/>
                  </a:lnTo>
                  <a:lnTo>
                    <a:pt x="1916380" y="2733027"/>
                  </a:lnTo>
                  <a:lnTo>
                    <a:pt x="1917236" y="2790783"/>
                  </a:lnTo>
                  <a:lnTo>
                    <a:pt x="1918091" y="2800672"/>
                  </a:lnTo>
                  <a:lnTo>
                    <a:pt x="1918947" y="2897293"/>
                  </a:lnTo>
                  <a:lnTo>
                    <a:pt x="1919803" y="2959189"/>
                  </a:lnTo>
                  <a:lnTo>
                    <a:pt x="1920658" y="2924021"/>
                  </a:lnTo>
                  <a:lnTo>
                    <a:pt x="1921514" y="2783611"/>
                  </a:lnTo>
                  <a:lnTo>
                    <a:pt x="1922369" y="2623164"/>
                  </a:lnTo>
                  <a:lnTo>
                    <a:pt x="1923225" y="2554681"/>
                  </a:lnTo>
                  <a:lnTo>
                    <a:pt x="1924080" y="2537250"/>
                  </a:lnTo>
                  <a:lnTo>
                    <a:pt x="1924936" y="2534539"/>
                  </a:lnTo>
                  <a:lnTo>
                    <a:pt x="1925791" y="2588808"/>
                  </a:lnTo>
                  <a:lnTo>
                    <a:pt x="1926647" y="2684920"/>
                  </a:lnTo>
                  <a:lnTo>
                    <a:pt x="1927502" y="2767786"/>
                  </a:lnTo>
                  <a:lnTo>
                    <a:pt x="1928358" y="2801956"/>
                  </a:lnTo>
                  <a:lnTo>
                    <a:pt x="1929213" y="2774926"/>
                  </a:lnTo>
                  <a:lnTo>
                    <a:pt x="1930069" y="2714894"/>
                  </a:lnTo>
                  <a:lnTo>
                    <a:pt x="1930924" y="2613796"/>
                  </a:lnTo>
                  <a:lnTo>
                    <a:pt x="1931780" y="2491361"/>
                  </a:lnTo>
                  <a:lnTo>
                    <a:pt x="1932635" y="2412369"/>
                  </a:lnTo>
                  <a:lnTo>
                    <a:pt x="1933491" y="2334707"/>
                  </a:lnTo>
                  <a:lnTo>
                    <a:pt x="1934347" y="2218092"/>
                  </a:lnTo>
                  <a:lnTo>
                    <a:pt x="1935202" y="2128730"/>
                  </a:lnTo>
                  <a:lnTo>
                    <a:pt x="1936058" y="2124290"/>
                  </a:lnTo>
                  <a:lnTo>
                    <a:pt x="1936913" y="2181013"/>
                  </a:lnTo>
                  <a:lnTo>
                    <a:pt x="1937769" y="2197449"/>
                  </a:lnTo>
                  <a:lnTo>
                    <a:pt x="1938624" y="2124309"/>
                  </a:lnTo>
                  <a:lnTo>
                    <a:pt x="1939480" y="2135130"/>
                  </a:lnTo>
                  <a:lnTo>
                    <a:pt x="1940335" y="2200068"/>
                  </a:lnTo>
                  <a:lnTo>
                    <a:pt x="1941191" y="2289812"/>
                  </a:lnTo>
                  <a:lnTo>
                    <a:pt x="1942046" y="2331182"/>
                  </a:lnTo>
                  <a:lnTo>
                    <a:pt x="1942902" y="2377356"/>
                  </a:lnTo>
                  <a:lnTo>
                    <a:pt x="1943757" y="2478166"/>
                  </a:lnTo>
                  <a:lnTo>
                    <a:pt x="1944613" y="2613721"/>
                  </a:lnTo>
                  <a:lnTo>
                    <a:pt x="1945468" y="2697017"/>
                  </a:lnTo>
                  <a:lnTo>
                    <a:pt x="1946324" y="2672958"/>
                  </a:lnTo>
                  <a:lnTo>
                    <a:pt x="1947179" y="2658447"/>
                  </a:lnTo>
                  <a:lnTo>
                    <a:pt x="1948035" y="2641274"/>
                  </a:lnTo>
                  <a:lnTo>
                    <a:pt x="1948890" y="2680219"/>
                  </a:lnTo>
                  <a:lnTo>
                    <a:pt x="1949746" y="2755660"/>
                  </a:lnTo>
                  <a:lnTo>
                    <a:pt x="1950602" y="2745214"/>
                  </a:lnTo>
                  <a:lnTo>
                    <a:pt x="1951457" y="2679836"/>
                  </a:lnTo>
                  <a:lnTo>
                    <a:pt x="1952313" y="2662071"/>
                  </a:lnTo>
                  <a:lnTo>
                    <a:pt x="1953168" y="2599477"/>
                  </a:lnTo>
                  <a:lnTo>
                    <a:pt x="1954024" y="2449366"/>
                  </a:lnTo>
                  <a:lnTo>
                    <a:pt x="1954879" y="2307676"/>
                  </a:lnTo>
                  <a:lnTo>
                    <a:pt x="1955735" y="2309177"/>
                  </a:lnTo>
                  <a:lnTo>
                    <a:pt x="1956590" y="2387958"/>
                  </a:lnTo>
                  <a:lnTo>
                    <a:pt x="1957446" y="2398296"/>
                  </a:lnTo>
                  <a:lnTo>
                    <a:pt x="1958301" y="2443202"/>
                  </a:lnTo>
                  <a:lnTo>
                    <a:pt x="1959157" y="2509182"/>
                  </a:lnTo>
                  <a:lnTo>
                    <a:pt x="1960012" y="2401873"/>
                  </a:lnTo>
                  <a:lnTo>
                    <a:pt x="1960868" y="2222114"/>
                  </a:lnTo>
                  <a:lnTo>
                    <a:pt x="1961723" y="2093856"/>
                  </a:lnTo>
                  <a:lnTo>
                    <a:pt x="1962579" y="2012201"/>
                  </a:lnTo>
                  <a:lnTo>
                    <a:pt x="1963434" y="1971927"/>
                  </a:lnTo>
                  <a:lnTo>
                    <a:pt x="1964290" y="2026482"/>
                  </a:lnTo>
                  <a:lnTo>
                    <a:pt x="1965145" y="2140426"/>
                  </a:lnTo>
                  <a:lnTo>
                    <a:pt x="1966001" y="2262498"/>
                  </a:lnTo>
                  <a:lnTo>
                    <a:pt x="1966857" y="2339983"/>
                  </a:lnTo>
                  <a:lnTo>
                    <a:pt x="1967712" y="2417169"/>
                  </a:lnTo>
                  <a:lnTo>
                    <a:pt x="1968568" y="2472882"/>
                  </a:lnTo>
                  <a:lnTo>
                    <a:pt x="1969423" y="2367346"/>
                  </a:lnTo>
                  <a:lnTo>
                    <a:pt x="1970279" y="2193927"/>
                  </a:lnTo>
                  <a:lnTo>
                    <a:pt x="1971134" y="2091063"/>
                  </a:lnTo>
                  <a:lnTo>
                    <a:pt x="1971990" y="2091600"/>
                  </a:lnTo>
                  <a:lnTo>
                    <a:pt x="1972845" y="2033266"/>
                  </a:lnTo>
                  <a:lnTo>
                    <a:pt x="1973701" y="1957083"/>
                  </a:lnTo>
                  <a:lnTo>
                    <a:pt x="1974556" y="1956722"/>
                  </a:lnTo>
                  <a:lnTo>
                    <a:pt x="1975412" y="2098289"/>
                  </a:lnTo>
                  <a:lnTo>
                    <a:pt x="1976267" y="2215081"/>
                  </a:lnTo>
                  <a:lnTo>
                    <a:pt x="1977123" y="2180835"/>
                  </a:lnTo>
                  <a:lnTo>
                    <a:pt x="1977978" y="2206779"/>
                  </a:lnTo>
                  <a:lnTo>
                    <a:pt x="1978834" y="2368278"/>
                  </a:lnTo>
                  <a:lnTo>
                    <a:pt x="1979689" y="2506633"/>
                  </a:lnTo>
                  <a:lnTo>
                    <a:pt x="1980545" y="2471765"/>
                  </a:lnTo>
                  <a:lnTo>
                    <a:pt x="1981401" y="2408426"/>
                  </a:lnTo>
                  <a:lnTo>
                    <a:pt x="1982256" y="2404479"/>
                  </a:lnTo>
                  <a:lnTo>
                    <a:pt x="1983112" y="2432394"/>
                  </a:lnTo>
                  <a:lnTo>
                    <a:pt x="1983967" y="2378523"/>
                  </a:lnTo>
                  <a:lnTo>
                    <a:pt x="1984823" y="2395914"/>
                  </a:lnTo>
                  <a:lnTo>
                    <a:pt x="1985678" y="2478501"/>
                  </a:lnTo>
                  <a:lnTo>
                    <a:pt x="1986534" y="2559482"/>
                  </a:lnTo>
                  <a:lnTo>
                    <a:pt x="1987389" y="2719447"/>
                  </a:lnTo>
                  <a:lnTo>
                    <a:pt x="1988245" y="2752126"/>
                  </a:lnTo>
                  <a:lnTo>
                    <a:pt x="1989100" y="2728501"/>
                  </a:lnTo>
                  <a:lnTo>
                    <a:pt x="1989956" y="2707427"/>
                  </a:lnTo>
                  <a:lnTo>
                    <a:pt x="1990811" y="2648274"/>
                  </a:lnTo>
                  <a:lnTo>
                    <a:pt x="1991667" y="2558011"/>
                  </a:lnTo>
                  <a:lnTo>
                    <a:pt x="1992522" y="2448742"/>
                  </a:lnTo>
                  <a:lnTo>
                    <a:pt x="1993378" y="2443665"/>
                  </a:lnTo>
                  <a:lnTo>
                    <a:pt x="1994233" y="2459889"/>
                  </a:lnTo>
                  <a:lnTo>
                    <a:pt x="1995089" y="2389803"/>
                  </a:lnTo>
                  <a:lnTo>
                    <a:pt x="1995944" y="2306729"/>
                  </a:lnTo>
                  <a:lnTo>
                    <a:pt x="1996800" y="2239933"/>
                  </a:lnTo>
                  <a:lnTo>
                    <a:pt x="1997656" y="2227485"/>
                  </a:lnTo>
                  <a:lnTo>
                    <a:pt x="1998511" y="2252083"/>
                  </a:lnTo>
                  <a:lnTo>
                    <a:pt x="1999367" y="2266881"/>
                  </a:lnTo>
                  <a:lnTo>
                    <a:pt x="2000222" y="2242881"/>
                  </a:lnTo>
                  <a:lnTo>
                    <a:pt x="2001078" y="2261655"/>
                  </a:lnTo>
                  <a:lnTo>
                    <a:pt x="2001933" y="2312008"/>
                  </a:lnTo>
                  <a:lnTo>
                    <a:pt x="2002789" y="2256839"/>
                  </a:lnTo>
                  <a:lnTo>
                    <a:pt x="2003644" y="2166869"/>
                  </a:lnTo>
                  <a:lnTo>
                    <a:pt x="2004500" y="2037450"/>
                  </a:lnTo>
                  <a:lnTo>
                    <a:pt x="2005355" y="1940495"/>
                  </a:lnTo>
                  <a:lnTo>
                    <a:pt x="2006211" y="1908419"/>
                  </a:lnTo>
                  <a:lnTo>
                    <a:pt x="2007066" y="1889463"/>
                  </a:lnTo>
                  <a:lnTo>
                    <a:pt x="2007922" y="1892255"/>
                  </a:lnTo>
                  <a:lnTo>
                    <a:pt x="2008777" y="1952496"/>
                  </a:lnTo>
                  <a:lnTo>
                    <a:pt x="2009633" y="2008856"/>
                  </a:lnTo>
                  <a:lnTo>
                    <a:pt x="2010488" y="2074138"/>
                  </a:lnTo>
                  <a:lnTo>
                    <a:pt x="2011344" y="2181495"/>
                  </a:lnTo>
                  <a:lnTo>
                    <a:pt x="2012199" y="2269415"/>
                  </a:lnTo>
                  <a:lnTo>
                    <a:pt x="2013055" y="2363397"/>
                  </a:lnTo>
                  <a:lnTo>
                    <a:pt x="2013911" y="2357748"/>
                  </a:lnTo>
                  <a:lnTo>
                    <a:pt x="2014766" y="2350633"/>
                  </a:lnTo>
                  <a:lnTo>
                    <a:pt x="2015622" y="2333819"/>
                  </a:lnTo>
                  <a:lnTo>
                    <a:pt x="2016477" y="2286808"/>
                  </a:lnTo>
                  <a:lnTo>
                    <a:pt x="2017333" y="2274231"/>
                  </a:lnTo>
                  <a:lnTo>
                    <a:pt x="2018188" y="2299243"/>
                  </a:lnTo>
                  <a:lnTo>
                    <a:pt x="2019044" y="2347134"/>
                  </a:lnTo>
                  <a:lnTo>
                    <a:pt x="2019899" y="2396123"/>
                  </a:lnTo>
                  <a:lnTo>
                    <a:pt x="2020755" y="2454684"/>
                  </a:lnTo>
                  <a:lnTo>
                    <a:pt x="2021610" y="2468790"/>
                  </a:lnTo>
                  <a:lnTo>
                    <a:pt x="2022466" y="2411523"/>
                  </a:lnTo>
                  <a:lnTo>
                    <a:pt x="2023321" y="2280151"/>
                  </a:lnTo>
                  <a:lnTo>
                    <a:pt x="2024177" y="2173168"/>
                  </a:lnTo>
                  <a:lnTo>
                    <a:pt x="2025032" y="2081176"/>
                  </a:lnTo>
                  <a:lnTo>
                    <a:pt x="2025888" y="2051709"/>
                  </a:lnTo>
                  <a:lnTo>
                    <a:pt x="2026743" y="2031584"/>
                  </a:lnTo>
                  <a:lnTo>
                    <a:pt x="2027599" y="2019612"/>
                  </a:lnTo>
                  <a:lnTo>
                    <a:pt x="2028454" y="2055241"/>
                  </a:lnTo>
                  <a:lnTo>
                    <a:pt x="2029310" y="2073945"/>
                  </a:lnTo>
                  <a:lnTo>
                    <a:pt x="2030166" y="2099459"/>
                  </a:lnTo>
                  <a:lnTo>
                    <a:pt x="2031021" y="2171473"/>
                  </a:lnTo>
                  <a:lnTo>
                    <a:pt x="2031877" y="2240477"/>
                  </a:lnTo>
                  <a:lnTo>
                    <a:pt x="2032732" y="2340774"/>
                  </a:lnTo>
                  <a:lnTo>
                    <a:pt x="2033588" y="2390631"/>
                  </a:lnTo>
                  <a:lnTo>
                    <a:pt x="2034443" y="2441304"/>
                  </a:lnTo>
                  <a:lnTo>
                    <a:pt x="2035299" y="2557110"/>
                  </a:lnTo>
                  <a:lnTo>
                    <a:pt x="2036154" y="2526430"/>
                  </a:lnTo>
                  <a:lnTo>
                    <a:pt x="2037010" y="2491688"/>
                  </a:lnTo>
                  <a:lnTo>
                    <a:pt x="2037865" y="2412605"/>
                  </a:lnTo>
                  <a:lnTo>
                    <a:pt x="2038721" y="2298725"/>
                  </a:lnTo>
                  <a:lnTo>
                    <a:pt x="2039576" y="2117714"/>
                  </a:lnTo>
                  <a:lnTo>
                    <a:pt x="2040432" y="1963633"/>
                  </a:lnTo>
                  <a:lnTo>
                    <a:pt x="2041287" y="1958766"/>
                  </a:lnTo>
                  <a:lnTo>
                    <a:pt x="2042143" y="1925760"/>
                  </a:lnTo>
                  <a:lnTo>
                    <a:pt x="2042998" y="1892384"/>
                  </a:lnTo>
                  <a:lnTo>
                    <a:pt x="2043854" y="1887822"/>
                  </a:lnTo>
                  <a:lnTo>
                    <a:pt x="2044710" y="1901304"/>
                  </a:lnTo>
                  <a:lnTo>
                    <a:pt x="2045565" y="1850332"/>
                  </a:lnTo>
                  <a:lnTo>
                    <a:pt x="2046421" y="1750053"/>
                  </a:lnTo>
                  <a:lnTo>
                    <a:pt x="2047276" y="1652941"/>
                  </a:lnTo>
                  <a:lnTo>
                    <a:pt x="2048132" y="1562600"/>
                  </a:lnTo>
                  <a:lnTo>
                    <a:pt x="2048987" y="1495416"/>
                  </a:lnTo>
                  <a:lnTo>
                    <a:pt x="2049843" y="1460075"/>
                  </a:lnTo>
                  <a:lnTo>
                    <a:pt x="2050698" y="1456027"/>
                  </a:lnTo>
                  <a:lnTo>
                    <a:pt x="2051554" y="1476167"/>
                  </a:lnTo>
                  <a:lnTo>
                    <a:pt x="2052409" y="1534488"/>
                  </a:lnTo>
                  <a:lnTo>
                    <a:pt x="2053265" y="1577285"/>
                  </a:lnTo>
                  <a:lnTo>
                    <a:pt x="2054120" y="1650362"/>
                  </a:lnTo>
                  <a:lnTo>
                    <a:pt x="2054976" y="1776915"/>
                  </a:lnTo>
                  <a:lnTo>
                    <a:pt x="2055831" y="1894615"/>
                  </a:lnTo>
                  <a:lnTo>
                    <a:pt x="2056687" y="1883910"/>
                  </a:lnTo>
                  <a:lnTo>
                    <a:pt x="2057542" y="1881257"/>
                  </a:lnTo>
                  <a:lnTo>
                    <a:pt x="2058398" y="1951470"/>
                  </a:lnTo>
                  <a:lnTo>
                    <a:pt x="2059253" y="1937109"/>
                  </a:lnTo>
                  <a:lnTo>
                    <a:pt x="2060109" y="1866145"/>
                  </a:lnTo>
                  <a:lnTo>
                    <a:pt x="2060965" y="1794528"/>
                  </a:lnTo>
                  <a:lnTo>
                    <a:pt x="2061820" y="1820223"/>
                  </a:lnTo>
                  <a:lnTo>
                    <a:pt x="2062676" y="1815185"/>
                  </a:lnTo>
                  <a:lnTo>
                    <a:pt x="2063531" y="1757976"/>
                  </a:lnTo>
                  <a:lnTo>
                    <a:pt x="2064387" y="1770628"/>
                  </a:lnTo>
                  <a:lnTo>
                    <a:pt x="2065242" y="1772695"/>
                  </a:lnTo>
                  <a:lnTo>
                    <a:pt x="2066098" y="1755865"/>
                  </a:lnTo>
                  <a:lnTo>
                    <a:pt x="2066953" y="1775866"/>
                  </a:lnTo>
                  <a:lnTo>
                    <a:pt x="2067809" y="1814278"/>
                  </a:lnTo>
                  <a:lnTo>
                    <a:pt x="2068664" y="1811888"/>
                  </a:lnTo>
                  <a:lnTo>
                    <a:pt x="2069520" y="1808461"/>
                  </a:lnTo>
                  <a:lnTo>
                    <a:pt x="2070375" y="1827239"/>
                  </a:lnTo>
                  <a:lnTo>
                    <a:pt x="2071231" y="1854715"/>
                  </a:lnTo>
                  <a:lnTo>
                    <a:pt x="2072086" y="1812333"/>
                  </a:lnTo>
                  <a:lnTo>
                    <a:pt x="2072942" y="1750389"/>
                  </a:lnTo>
                  <a:lnTo>
                    <a:pt x="2073797" y="1749147"/>
                  </a:lnTo>
                  <a:lnTo>
                    <a:pt x="2074653" y="1665042"/>
                  </a:lnTo>
                  <a:lnTo>
                    <a:pt x="2075508" y="1543003"/>
                  </a:lnTo>
                  <a:lnTo>
                    <a:pt x="2076364" y="1423465"/>
                  </a:lnTo>
                  <a:lnTo>
                    <a:pt x="2077220" y="1296240"/>
                  </a:lnTo>
                  <a:lnTo>
                    <a:pt x="2078075" y="1225936"/>
                  </a:lnTo>
                  <a:lnTo>
                    <a:pt x="2078931" y="1183949"/>
                  </a:lnTo>
                  <a:lnTo>
                    <a:pt x="2079786" y="1153320"/>
                  </a:lnTo>
                  <a:lnTo>
                    <a:pt x="2080642" y="1141988"/>
                  </a:lnTo>
                  <a:lnTo>
                    <a:pt x="2081497" y="1111857"/>
                  </a:lnTo>
                  <a:lnTo>
                    <a:pt x="2082353" y="1107092"/>
                  </a:lnTo>
                  <a:lnTo>
                    <a:pt x="2083208" y="1052012"/>
                  </a:lnTo>
                  <a:lnTo>
                    <a:pt x="2084064" y="969144"/>
                  </a:lnTo>
                  <a:lnTo>
                    <a:pt x="2084919" y="911422"/>
                  </a:lnTo>
                  <a:lnTo>
                    <a:pt x="2085775" y="815536"/>
                  </a:lnTo>
                  <a:lnTo>
                    <a:pt x="2086630" y="716832"/>
                  </a:lnTo>
                  <a:lnTo>
                    <a:pt x="2087486" y="644088"/>
                  </a:lnTo>
                  <a:lnTo>
                    <a:pt x="2088341" y="620387"/>
                  </a:lnTo>
                  <a:lnTo>
                    <a:pt x="2089197" y="610577"/>
                  </a:lnTo>
                  <a:lnTo>
                    <a:pt x="2090052" y="585193"/>
                  </a:lnTo>
                  <a:lnTo>
                    <a:pt x="2090908" y="678324"/>
                  </a:lnTo>
                  <a:lnTo>
                    <a:pt x="2091764" y="936107"/>
                  </a:lnTo>
                  <a:lnTo>
                    <a:pt x="2092619" y="1138849"/>
                  </a:lnTo>
                  <a:lnTo>
                    <a:pt x="2093475" y="1270448"/>
                  </a:lnTo>
                  <a:lnTo>
                    <a:pt x="2094330" y="1295818"/>
                  </a:lnTo>
                  <a:lnTo>
                    <a:pt x="2095186" y="1358990"/>
                  </a:lnTo>
                  <a:lnTo>
                    <a:pt x="2096041" y="1292974"/>
                  </a:lnTo>
                  <a:lnTo>
                    <a:pt x="2096897" y="1100139"/>
                  </a:lnTo>
                  <a:lnTo>
                    <a:pt x="2097752" y="895518"/>
                  </a:lnTo>
                  <a:lnTo>
                    <a:pt x="2098608" y="751378"/>
                  </a:lnTo>
                  <a:lnTo>
                    <a:pt x="2099463" y="733269"/>
                  </a:lnTo>
                  <a:lnTo>
                    <a:pt x="2100319" y="703330"/>
                  </a:lnTo>
                  <a:lnTo>
                    <a:pt x="2101174" y="755593"/>
                  </a:lnTo>
                  <a:lnTo>
                    <a:pt x="2102030" y="785231"/>
                  </a:lnTo>
                  <a:lnTo>
                    <a:pt x="2102885" y="896152"/>
                  </a:lnTo>
                  <a:lnTo>
                    <a:pt x="2103741" y="1007885"/>
                  </a:lnTo>
                  <a:lnTo>
                    <a:pt x="2104596" y="1079253"/>
                  </a:lnTo>
                  <a:lnTo>
                    <a:pt x="2105452" y="1167094"/>
                  </a:lnTo>
                  <a:lnTo>
                    <a:pt x="2106307" y="1294351"/>
                  </a:lnTo>
                  <a:lnTo>
                    <a:pt x="2107163" y="1437628"/>
                  </a:lnTo>
                  <a:lnTo>
                    <a:pt x="2108019" y="1508236"/>
                  </a:lnTo>
                  <a:lnTo>
                    <a:pt x="2108874" y="1533726"/>
                  </a:lnTo>
                  <a:lnTo>
                    <a:pt x="2109730" y="1560170"/>
                  </a:lnTo>
                  <a:lnTo>
                    <a:pt x="2110585" y="1548875"/>
                  </a:lnTo>
                  <a:lnTo>
                    <a:pt x="2111441" y="1480986"/>
                  </a:lnTo>
                  <a:lnTo>
                    <a:pt x="2112296" y="1430872"/>
                  </a:lnTo>
                  <a:lnTo>
                    <a:pt x="2113152" y="1454284"/>
                  </a:lnTo>
                  <a:lnTo>
                    <a:pt x="2114007" y="1497654"/>
                  </a:lnTo>
                  <a:lnTo>
                    <a:pt x="2114863" y="1511193"/>
                  </a:lnTo>
                  <a:lnTo>
                    <a:pt x="2115718" y="1581770"/>
                  </a:lnTo>
                  <a:lnTo>
                    <a:pt x="2116574" y="1635767"/>
                  </a:lnTo>
                  <a:lnTo>
                    <a:pt x="2117429" y="1609214"/>
                  </a:lnTo>
                  <a:lnTo>
                    <a:pt x="2118285" y="1524682"/>
                  </a:lnTo>
                  <a:lnTo>
                    <a:pt x="2119140" y="1453786"/>
                  </a:lnTo>
                  <a:lnTo>
                    <a:pt x="2119996" y="1462426"/>
                  </a:lnTo>
                  <a:lnTo>
                    <a:pt x="2120851" y="1495683"/>
                  </a:lnTo>
                  <a:lnTo>
                    <a:pt x="2121707" y="1481074"/>
                  </a:lnTo>
                  <a:lnTo>
                    <a:pt x="2122562" y="1543260"/>
                  </a:lnTo>
                  <a:lnTo>
                    <a:pt x="2123418" y="1668779"/>
                  </a:lnTo>
                  <a:lnTo>
                    <a:pt x="2124274" y="1766466"/>
                  </a:lnTo>
                  <a:lnTo>
                    <a:pt x="2125129" y="1856892"/>
                  </a:lnTo>
                  <a:lnTo>
                    <a:pt x="2125985" y="1859706"/>
                  </a:lnTo>
                  <a:lnTo>
                    <a:pt x="2126840" y="1873808"/>
                  </a:lnTo>
                  <a:lnTo>
                    <a:pt x="2127696" y="1819511"/>
                  </a:lnTo>
                  <a:lnTo>
                    <a:pt x="2128551" y="1661999"/>
                  </a:lnTo>
                  <a:lnTo>
                    <a:pt x="2129407" y="1538428"/>
                  </a:lnTo>
                  <a:lnTo>
                    <a:pt x="2130262" y="1450595"/>
                  </a:lnTo>
                  <a:lnTo>
                    <a:pt x="2131118" y="1334148"/>
                  </a:lnTo>
                  <a:lnTo>
                    <a:pt x="2131973" y="1261491"/>
                  </a:lnTo>
                  <a:lnTo>
                    <a:pt x="2132829" y="1269289"/>
                  </a:lnTo>
                  <a:lnTo>
                    <a:pt x="2133684" y="1342417"/>
                  </a:lnTo>
                  <a:lnTo>
                    <a:pt x="2134540" y="1418222"/>
                  </a:lnTo>
                  <a:lnTo>
                    <a:pt x="2135395" y="1458285"/>
                  </a:lnTo>
                  <a:lnTo>
                    <a:pt x="2136251" y="1521112"/>
                  </a:lnTo>
                  <a:lnTo>
                    <a:pt x="2137106" y="1546566"/>
                  </a:lnTo>
                  <a:lnTo>
                    <a:pt x="2137962" y="1549125"/>
                  </a:lnTo>
                  <a:lnTo>
                    <a:pt x="2138818" y="1599081"/>
                  </a:lnTo>
                  <a:lnTo>
                    <a:pt x="2139673" y="1660632"/>
                  </a:lnTo>
                  <a:lnTo>
                    <a:pt x="2140529" y="1630040"/>
                  </a:lnTo>
                  <a:lnTo>
                    <a:pt x="2141384" y="1626180"/>
                  </a:lnTo>
                  <a:lnTo>
                    <a:pt x="2142240" y="1643162"/>
                  </a:lnTo>
                  <a:lnTo>
                    <a:pt x="2143095" y="1670849"/>
                  </a:lnTo>
                  <a:lnTo>
                    <a:pt x="2143951" y="1548776"/>
                  </a:lnTo>
                  <a:lnTo>
                    <a:pt x="2144806" y="1364029"/>
                  </a:lnTo>
                  <a:lnTo>
                    <a:pt x="2145662" y="1308006"/>
                  </a:lnTo>
                  <a:lnTo>
                    <a:pt x="2146517" y="1311456"/>
                  </a:lnTo>
                  <a:lnTo>
                    <a:pt x="2147373" y="1296853"/>
                  </a:lnTo>
                  <a:lnTo>
                    <a:pt x="2148228" y="1225707"/>
                  </a:lnTo>
                  <a:lnTo>
                    <a:pt x="2149084" y="1247175"/>
                  </a:lnTo>
                  <a:lnTo>
                    <a:pt x="2149939" y="1373184"/>
                  </a:lnTo>
                  <a:lnTo>
                    <a:pt x="2150795" y="1510131"/>
                  </a:lnTo>
                  <a:lnTo>
                    <a:pt x="2151650" y="1611684"/>
                  </a:lnTo>
                  <a:lnTo>
                    <a:pt x="2152506" y="1664916"/>
                  </a:lnTo>
                  <a:lnTo>
                    <a:pt x="2153361" y="1738722"/>
                  </a:lnTo>
                  <a:lnTo>
                    <a:pt x="2154217" y="1814563"/>
                  </a:lnTo>
                  <a:lnTo>
                    <a:pt x="2155073" y="1838379"/>
                  </a:lnTo>
                  <a:lnTo>
                    <a:pt x="2155928" y="1807774"/>
                  </a:lnTo>
                  <a:lnTo>
                    <a:pt x="2156784" y="1825057"/>
                  </a:lnTo>
                  <a:lnTo>
                    <a:pt x="2157639" y="1906449"/>
                  </a:lnTo>
                  <a:lnTo>
                    <a:pt x="2158495" y="1955934"/>
                  </a:lnTo>
                  <a:lnTo>
                    <a:pt x="2159350" y="1979625"/>
                  </a:lnTo>
                  <a:lnTo>
                    <a:pt x="2160206" y="2035387"/>
                  </a:lnTo>
                  <a:lnTo>
                    <a:pt x="2161061" y="2105106"/>
                  </a:lnTo>
                  <a:lnTo>
                    <a:pt x="2161917" y="2116181"/>
                  </a:lnTo>
                  <a:lnTo>
                    <a:pt x="2162772" y="2215679"/>
                  </a:lnTo>
                  <a:lnTo>
                    <a:pt x="2163628" y="2387761"/>
                  </a:lnTo>
                  <a:lnTo>
                    <a:pt x="2164483" y="2592207"/>
                  </a:lnTo>
                  <a:lnTo>
                    <a:pt x="2165339" y="2730008"/>
                  </a:lnTo>
                  <a:lnTo>
                    <a:pt x="2166194" y="2842427"/>
                  </a:lnTo>
                  <a:lnTo>
                    <a:pt x="2167050" y="2965652"/>
                  </a:lnTo>
                  <a:lnTo>
                    <a:pt x="2167905" y="3042561"/>
                  </a:lnTo>
                  <a:lnTo>
                    <a:pt x="2168761" y="3092261"/>
                  </a:lnTo>
                  <a:lnTo>
                    <a:pt x="2169616" y="3094708"/>
                  </a:lnTo>
                  <a:lnTo>
                    <a:pt x="2170472" y="3108858"/>
                  </a:lnTo>
                  <a:lnTo>
                    <a:pt x="2171328" y="3112582"/>
                  </a:lnTo>
                  <a:lnTo>
                    <a:pt x="2172183" y="3079431"/>
                  </a:lnTo>
                  <a:lnTo>
                    <a:pt x="2173039" y="3025895"/>
                  </a:lnTo>
                  <a:lnTo>
                    <a:pt x="2173894" y="2998825"/>
                  </a:lnTo>
                  <a:lnTo>
                    <a:pt x="2174750" y="2971422"/>
                  </a:lnTo>
                  <a:lnTo>
                    <a:pt x="2175605" y="2933426"/>
                  </a:lnTo>
                  <a:lnTo>
                    <a:pt x="2176461" y="2954390"/>
                  </a:lnTo>
                  <a:lnTo>
                    <a:pt x="2177316" y="3005768"/>
                  </a:lnTo>
                  <a:lnTo>
                    <a:pt x="2178172" y="3004272"/>
                  </a:lnTo>
                  <a:lnTo>
                    <a:pt x="2179027" y="2944430"/>
                  </a:lnTo>
                  <a:lnTo>
                    <a:pt x="2179883" y="2936867"/>
                  </a:lnTo>
                  <a:lnTo>
                    <a:pt x="2180738" y="3002148"/>
                  </a:lnTo>
                  <a:lnTo>
                    <a:pt x="2181594" y="2991566"/>
                  </a:lnTo>
                  <a:lnTo>
                    <a:pt x="2182449" y="2961182"/>
                  </a:lnTo>
                  <a:lnTo>
                    <a:pt x="2183305" y="2963968"/>
                  </a:lnTo>
                  <a:lnTo>
                    <a:pt x="2184160" y="2986463"/>
                  </a:lnTo>
                  <a:lnTo>
                    <a:pt x="2185016" y="2929367"/>
                  </a:lnTo>
                  <a:lnTo>
                    <a:pt x="2185872" y="2864058"/>
                  </a:lnTo>
                  <a:lnTo>
                    <a:pt x="2186727" y="2859202"/>
                  </a:lnTo>
                  <a:lnTo>
                    <a:pt x="2187583" y="2871359"/>
                  </a:lnTo>
                  <a:lnTo>
                    <a:pt x="2188438" y="2938545"/>
                  </a:lnTo>
                  <a:lnTo>
                    <a:pt x="2189294" y="3019873"/>
                  </a:lnTo>
                  <a:lnTo>
                    <a:pt x="2190149" y="3114026"/>
                  </a:lnTo>
                  <a:lnTo>
                    <a:pt x="2191005" y="3116972"/>
                  </a:lnTo>
                  <a:lnTo>
                    <a:pt x="2191005" y="3116972"/>
                  </a:lnTo>
                  <a:lnTo>
                    <a:pt x="2191860" y="3051418"/>
                  </a:lnTo>
                  <a:lnTo>
                    <a:pt x="2192716" y="2907997"/>
                  </a:lnTo>
                  <a:lnTo>
                    <a:pt x="2193571" y="2800175"/>
                  </a:lnTo>
                  <a:lnTo>
                    <a:pt x="2194427" y="2749916"/>
                  </a:lnTo>
                  <a:lnTo>
                    <a:pt x="2195282" y="2798811"/>
                  </a:lnTo>
                  <a:lnTo>
                    <a:pt x="2196138" y="2815363"/>
                  </a:lnTo>
                  <a:lnTo>
                    <a:pt x="2196993" y="2884968"/>
                  </a:lnTo>
                  <a:lnTo>
                    <a:pt x="2197849" y="3028388"/>
                  </a:lnTo>
                  <a:lnTo>
                    <a:pt x="2198704" y="3089343"/>
                  </a:lnTo>
                  <a:lnTo>
                    <a:pt x="2199560" y="3064001"/>
                  </a:lnTo>
                  <a:lnTo>
                    <a:pt x="2200415" y="2986462"/>
                  </a:lnTo>
                  <a:lnTo>
                    <a:pt x="2201271" y="2980562"/>
                  </a:lnTo>
                  <a:lnTo>
                    <a:pt x="2202127" y="2977330"/>
                  </a:lnTo>
                  <a:lnTo>
                    <a:pt x="2202982" y="2952994"/>
                  </a:lnTo>
                  <a:lnTo>
                    <a:pt x="2203838" y="2906201"/>
                  </a:lnTo>
                  <a:lnTo>
                    <a:pt x="2204693" y="2925226"/>
                  </a:lnTo>
                  <a:lnTo>
                    <a:pt x="2205549" y="2929272"/>
                  </a:lnTo>
                  <a:lnTo>
                    <a:pt x="2206404" y="2883026"/>
                  </a:lnTo>
                  <a:lnTo>
                    <a:pt x="2207260" y="2807536"/>
                  </a:lnTo>
                  <a:lnTo>
                    <a:pt x="2208115" y="2805236"/>
                  </a:lnTo>
                  <a:lnTo>
                    <a:pt x="2208971" y="2862822"/>
                  </a:lnTo>
                  <a:lnTo>
                    <a:pt x="2209826" y="2872033"/>
                  </a:lnTo>
                  <a:lnTo>
                    <a:pt x="2210682" y="2891203"/>
                  </a:lnTo>
                  <a:lnTo>
                    <a:pt x="2211537" y="2894016"/>
                  </a:lnTo>
                  <a:lnTo>
                    <a:pt x="2212393" y="2859661"/>
                  </a:lnTo>
                  <a:lnTo>
                    <a:pt x="2213248" y="2762901"/>
                  </a:lnTo>
                  <a:lnTo>
                    <a:pt x="2214104" y="2713408"/>
                  </a:lnTo>
                  <a:lnTo>
                    <a:pt x="2214959" y="2683340"/>
                  </a:lnTo>
                  <a:lnTo>
                    <a:pt x="2215815" y="2622632"/>
                  </a:lnTo>
                  <a:lnTo>
                    <a:pt x="2216670" y="2541837"/>
                  </a:lnTo>
                  <a:lnTo>
                    <a:pt x="2217526" y="2556586"/>
                  </a:lnTo>
                  <a:lnTo>
                    <a:pt x="2218382" y="2561458"/>
                  </a:lnTo>
                  <a:lnTo>
                    <a:pt x="2219237" y="2440796"/>
                  </a:lnTo>
                  <a:lnTo>
                    <a:pt x="2220093" y="2347973"/>
                  </a:lnTo>
                  <a:lnTo>
                    <a:pt x="2220948" y="2303019"/>
                  </a:lnTo>
                  <a:lnTo>
                    <a:pt x="2221804" y="2277704"/>
                  </a:lnTo>
                  <a:lnTo>
                    <a:pt x="2222659" y="2184665"/>
                  </a:lnTo>
                  <a:lnTo>
                    <a:pt x="2223515" y="2118907"/>
                  </a:lnTo>
                  <a:lnTo>
                    <a:pt x="2224370" y="2200774"/>
                  </a:lnTo>
                  <a:lnTo>
                    <a:pt x="2225226" y="2267933"/>
                  </a:lnTo>
                  <a:lnTo>
                    <a:pt x="2226081" y="2294409"/>
                  </a:lnTo>
                  <a:lnTo>
                    <a:pt x="2226937" y="2354783"/>
                  </a:lnTo>
                  <a:lnTo>
                    <a:pt x="2227792" y="2470897"/>
                  </a:lnTo>
                  <a:lnTo>
                    <a:pt x="2228648" y="2514505"/>
                  </a:lnTo>
                  <a:lnTo>
                    <a:pt x="2229503" y="2469707"/>
                  </a:lnTo>
                  <a:lnTo>
                    <a:pt x="2230359" y="2401740"/>
                  </a:lnTo>
                  <a:lnTo>
                    <a:pt x="2231214" y="2399506"/>
                  </a:lnTo>
                  <a:lnTo>
                    <a:pt x="2232070" y="2433617"/>
                  </a:lnTo>
                  <a:lnTo>
                    <a:pt x="2232925" y="2374689"/>
                  </a:lnTo>
                  <a:lnTo>
                    <a:pt x="2233781" y="2340581"/>
                  </a:lnTo>
                  <a:lnTo>
                    <a:pt x="2234637" y="2341344"/>
                  </a:lnTo>
                  <a:lnTo>
                    <a:pt x="2235492" y="2368426"/>
                  </a:lnTo>
                  <a:lnTo>
                    <a:pt x="2236348" y="2333452"/>
                  </a:lnTo>
                  <a:lnTo>
                    <a:pt x="2237203" y="2295610"/>
                  </a:lnTo>
                  <a:lnTo>
                    <a:pt x="2238059" y="2391372"/>
                  </a:lnTo>
                  <a:lnTo>
                    <a:pt x="2238914" y="2512634"/>
                  </a:lnTo>
                  <a:lnTo>
                    <a:pt x="2239770" y="2603717"/>
                  </a:lnTo>
                  <a:lnTo>
                    <a:pt x="2240625" y="2693921"/>
                  </a:lnTo>
                  <a:lnTo>
                    <a:pt x="2241481" y="2795777"/>
                  </a:lnTo>
                  <a:lnTo>
                    <a:pt x="2242336" y="2803921"/>
                  </a:lnTo>
                  <a:lnTo>
                    <a:pt x="2243192" y="2693942"/>
                  </a:lnTo>
                  <a:lnTo>
                    <a:pt x="2244047" y="2653806"/>
                  </a:lnTo>
                  <a:lnTo>
                    <a:pt x="2244903" y="2675204"/>
                  </a:lnTo>
                  <a:lnTo>
                    <a:pt x="2245758" y="2688163"/>
                  </a:lnTo>
                  <a:lnTo>
                    <a:pt x="2246614" y="2706031"/>
                  </a:lnTo>
                  <a:lnTo>
                    <a:pt x="2247469" y="2762326"/>
                  </a:lnTo>
                  <a:lnTo>
                    <a:pt x="2248325" y="2881052"/>
                  </a:lnTo>
                  <a:lnTo>
                    <a:pt x="2249181" y="2992226"/>
                  </a:lnTo>
                  <a:lnTo>
                    <a:pt x="2250036" y="2960162"/>
                  </a:lnTo>
                  <a:lnTo>
                    <a:pt x="2250892" y="2879843"/>
                  </a:lnTo>
                  <a:lnTo>
                    <a:pt x="2251747" y="2807434"/>
                  </a:lnTo>
                  <a:lnTo>
                    <a:pt x="2252603" y="2821995"/>
                  </a:lnTo>
                  <a:lnTo>
                    <a:pt x="2253458" y="2864698"/>
                  </a:lnTo>
                  <a:lnTo>
                    <a:pt x="2254314" y="2847183"/>
                  </a:lnTo>
                  <a:lnTo>
                    <a:pt x="2255169" y="2899089"/>
                  </a:lnTo>
                  <a:lnTo>
                    <a:pt x="2256025" y="2979410"/>
                  </a:lnTo>
                  <a:lnTo>
                    <a:pt x="2256880" y="3013262"/>
                  </a:lnTo>
                  <a:lnTo>
                    <a:pt x="2257736" y="2965752"/>
                  </a:lnTo>
                  <a:lnTo>
                    <a:pt x="2258591" y="2906737"/>
                  </a:lnTo>
                  <a:lnTo>
                    <a:pt x="2259447" y="2855031"/>
                  </a:lnTo>
                  <a:lnTo>
                    <a:pt x="2260302" y="2769018"/>
                  </a:lnTo>
                  <a:lnTo>
                    <a:pt x="2261158" y="2642110"/>
                  </a:lnTo>
                  <a:lnTo>
                    <a:pt x="2262013" y="2530582"/>
                  </a:lnTo>
                  <a:lnTo>
                    <a:pt x="2262869" y="2470622"/>
                  </a:lnTo>
                  <a:lnTo>
                    <a:pt x="2263724" y="2493376"/>
                  </a:lnTo>
                  <a:lnTo>
                    <a:pt x="2264580" y="2508372"/>
                  </a:lnTo>
                  <a:lnTo>
                    <a:pt x="2265436" y="2491920"/>
                  </a:lnTo>
                  <a:lnTo>
                    <a:pt x="2266291" y="2500986"/>
                  </a:lnTo>
                  <a:lnTo>
                    <a:pt x="2267147" y="2509406"/>
                  </a:lnTo>
                  <a:lnTo>
                    <a:pt x="2268002" y="2465813"/>
                  </a:lnTo>
                  <a:lnTo>
                    <a:pt x="2268858" y="2357408"/>
                  </a:lnTo>
                  <a:lnTo>
                    <a:pt x="2269713" y="2293604"/>
                  </a:lnTo>
                  <a:lnTo>
                    <a:pt x="2270569" y="2307232"/>
                  </a:lnTo>
                  <a:lnTo>
                    <a:pt x="2271424" y="2330141"/>
                  </a:lnTo>
                  <a:lnTo>
                    <a:pt x="2272280" y="2372119"/>
                  </a:lnTo>
                  <a:lnTo>
                    <a:pt x="2273135" y="2460591"/>
                  </a:lnTo>
                  <a:lnTo>
                    <a:pt x="2273991" y="2567368"/>
                  </a:lnTo>
                  <a:lnTo>
                    <a:pt x="2274846" y="2628129"/>
                  </a:lnTo>
                  <a:lnTo>
                    <a:pt x="2275702" y="2700693"/>
                  </a:lnTo>
                  <a:lnTo>
                    <a:pt x="2276557" y="2703362"/>
                  </a:lnTo>
                  <a:lnTo>
                    <a:pt x="2277413" y="2675057"/>
                  </a:lnTo>
                  <a:lnTo>
                    <a:pt x="2278268" y="2702458"/>
                  </a:lnTo>
                  <a:lnTo>
                    <a:pt x="2279124" y="2712694"/>
                  </a:lnTo>
                  <a:lnTo>
                    <a:pt x="2279979" y="2675829"/>
                  </a:lnTo>
                  <a:lnTo>
                    <a:pt x="2280835" y="2589670"/>
                  </a:lnTo>
                  <a:lnTo>
                    <a:pt x="2281691" y="2579739"/>
                  </a:lnTo>
                  <a:lnTo>
                    <a:pt x="2282546" y="2626482"/>
                  </a:lnTo>
                  <a:lnTo>
                    <a:pt x="2283402" y="2616726"/>
                  </a:lnTo>
                  <a:lnTo>
                    <a:pt x="2284257" y="2545007"/>
                  </a:lnTo>
                  <a:lnTo>
                    <a:pt x="2285113" y="2532743"/>
                  </a:lnTo>
                  <a:lnTo>
                    <a:pt x="2285968" y="2575718"/>
                  </a:lnTo>
                  <a:lnTo>
                    <a:pt x="2286824" y="2594324"/>
                  </a:lnTo>
                  <a:lnTo>
                    <a:pt x="2287679" y="2517207"/>
                  </a:lnTo>
                  <a:lnTo>
                    <a:pt x="2288535" y="2470910"/>
                  </a:lnTo>
                  <a:lnTo>
                    <a:pt x="2289390" y="2420520"/>
                  </a:lnTo>
                  <a:lnTo>
                    <a:pt x="2290246" y="2334700"/>
                  </a:lnTo>
                  <a:lnTo>
                    <a:pt x="2291101" y="2239450"/>
                  </a:lnTo>
                  <a:lnTo>
                    <a:pt x="2291957" y="2175037"/>
                  </a:lnTo>
                  <a:lnTo>
                    <a:pt x="2292812" y="2162562"/>
                  </a:lnTo>
                  <a:lnTo>
                    <a:pt x="2293668" y="2098760"/>
                  </a:lnTo>
                  <a:lnTo>
                    <a:pt x="2294523" y="2058600"/>
                  </a:lnTo>
                  <a:lnTo>
                    <a:pt x="2295379" y="1957141"/>
                  </a:lnTo>
                  <a:lnTo>
                    <a:pt x="2296235" y="1875654"/>
                  </a:lnTo>
                  <a:lnTo>
                    <a:pt x="2297090" y="1903139"/>
                  </a:lnTo>
                  <a:lnTo>
                    <a:pt x="2297946" y="1987555"/>
                  </a:lnTo>
                  <a:lnTo>
                    <a:pt x="2298801" y="2124449"/>
                  </a:lnTo>
                  <a:lnTo>
                    <a:pt x="2299657" y="2250952"/>
                  </a:lnTo>
                  <a:lnTo>
                    <a:pt x="2300512" y="2401989"/>
                  </a:lnTo>
                  <a:lnTo>
                    <a:pt x="2301368" y="2555231"/>
                  </a:lnTo>
                  <a:lnTo>
                    <a:pt x="2302223" y="2675751"/>
                  </a:lnTo>
                  <a:lnTo>
                    <a:pt x="2303079" y="2759541"/>
                  </a:lnTo>
                  <a:lnTo>
                    <a:pt x="2303934" y="2766503"/>
                  </a:lnTo>
                  <a:lnTo>
                    <a:pt x="2304790" y="2846900"/>
                  </a:lnTo>
                  <a:lnTo>
                    <a:pt x="2305645" y="3025031"/>
                  </a:lnTo>
                  <a:lnTo>
                    <a:pt x="2306501" y="3114940"/>
                  </a:lnTo>
                  <a:lnTo>
                    <a:pt x="2307356" y="3114941"/>
                  </a:lnTo>
                  <a:lnTo>
                    <a:pt x="2308212" y="3113407"/>
                  </a:lnTo>
                  <a:lnTo>
                    <a:pt x="2309067" y="3105184"/>
                  </a:lnTo>
                  <a:lnTo>
                    <a:pt x="2309923" y="2981971"/>
                  </a:lnTo>
                  <a:lnTo>
                    <a:pt x="2310778" y="2839915"/>
                  </a:lnTo>
                  <a:lnTo>
                    <a:pt x="2311634" y="2738906"/>
                  </a:lnTo>
                  <a:lnTo>
                    <a:pt x="2312490" y="2617138"/>
                  </a:lnTo>
                  <a:lnTo>
                    <a:pt x="2313345" y="2537704"/>
                  </a:lnTo>
                  <a:lnTo>
                    <a:pt x="2314201" y="2477691"/>
                  </a:lnTo>
                  <a:lnTo>
                    <a:pt x="2315056" y="2503263"/>
                  </a:lnTo>
                  <a:lnTo>
                    <a:pt x="2315912" y="2531176"/>
                  </a:lnTo>
                  <a:lnTo>
                    <a:pt x="2316767" y="2526979"/>
                  </a:lnTo>
                  <a:lnTo>
                    <a:pt x="2317623" y="2538641"/>
                  </a:lnTo>
                  <a:lnTo>
                    <a:pt x="2318478" y="2545813"/>
                  </a:lnTo>
                  <a:lnTo>
                    <a:pt x="2319334" y="2711174"/>
                  </a:lnTo>
                  <a:lnTo>
                    <a:pt x="2320189" y="2846101"/>
                  </a:lnTo>
                  <a:lnTo>
                    <a:pt x="2321045" y="2922935"/>
                  </a:lnTo>
                  <a:lnTo>
                    <a:pt x="2321900" y="3014912"/>
                  </a:lnTo>
                  <a:lnTo>
                    <a:pt x="2322756" y="3025976"/>
                  </a:lnTo>
                  <a:lnTo>
                    <a:pt x="2323611" y="2963654"/>
                  </a:lnTo>
                  <a:lnTo>
                    <a:pt x="2324467" y="2856310"/>
                  </a:lnTo>
                  <a:lnTo>
                    <a:pt x="2325322" y="2801732"/>
                  </a:lnTo>
                  <a:lnTo>
                    <a:pt x="2326178" y="2785401"/>
                  </a:lnTo>
                  <a:lnTo>
                    <a:pt x="2327033" y="2759820"/>
                  </a:lnTo>
                  <a:lnTo>
                    <a:pt x="2327889" y="2793649"/>
                  </a:lnTo>
                  <a:lnTo>
                    <a:pt x="2328745" y="2868824"/>
                  </a:lnTo>
                  <a:lnTo>
                    <a:pt x="2329600" y="2813793"/>
                  </a:lnTo>
                  <a:lnTo>
                    <a:pt x="2330456" y="2753816"/>
                  </a:lnTo>
                  <a:lnTo>
                    <a:pt x="2331311" y="2753147"/>
                  </a:lnTo>
                  <a:lnTo>
                    <a:pt x="2332167" y="2785002"/>
                  </a:lnTo>
                  <a:lnTo>
                    <a:pt x="2333022" y="2850217"/>
                  </a:lnTo>
                  <a:lnTo>
                    <a:pt x="2333878" y="2913796"/>
                  </a:lnTo>
                  <a:lnTo>
                    <a:pt x="2334733" y="3009997"/>
                  </a:lnTo>
                  <a:lnTo>
                    <a:pt x="2335589" y="3070288"/>
                  </a:lnTo>
                  <a:lnTo>
                    <a:pt x="2336444" y="3055262"/>
                  </a:lnTo>
                  <a:lnTo>
                    <a:pt x="2337300" y="3039667"/>
                  </a:lnTo>
                  <a:lnTo>
                    <a:pt x="2338155" y="2973848"/>
                  </a:lnTo>
                  <a:lnTo>
                    <a:pt x="2339011" y="2907418"/>
                  </a:lnTo>
                  <a:lnTo>
                    <a:pt x="2339866" y="2902366"/>
                  </a:lnTo>
                  <a:lnTo>
                    <a:pt x="2340722" y="2901966"/>
                  </a:lnTo>
                  <a:lnTo>
                    <a:pt x="2341577" y="2858284"/>
                  </a:lnTo>
                  <a:lnTo>
                    <a:pt x="2342433" y="2759398"/>
                  </a:lnTo>
                  <a:lnTo>
                    <a:pt x="2343289" y="2735003"/>
                  </a:lnTo>
                  <a:lnTo>
                    <a:pt x="2344144" y="2672597"/>
                  </a:lnTo>
                  <a:lnTo>
                    <a:pt x="2345000" y="2555936"/>
                  </a:lnTo>
                  <a:lnTo>
                    <a:pt x="2345855" y="2520574"/>
                  </a:lnTo>
                  <a:lnTo>
                    <a:pt x="2346711" y="2579918"/>
                  </a:lnTo>
                  <a:lnTo>
                    <a:pt x="2347566" y="2669902"/>
                  </a:lnTo>
                  <a:lnTo>
                    <a:pt x="2348422" y="2713335"/>
                  </a:lnTo>
                  <a:lnTo>
                    <a:pt x="2349277" y="2787971"/>
                  </a:lnTo>
                  <a:lnTo>
                    <a:pt x="2350133" y="2859312"/>
                  </a:lnTo>
                  <a:lnTo>
                    <a:pt x="2350988" y="2799981"/>
                  </a:lnTo>
                  <a:lnTo>
                    <a:pt x="2351844" y="2676014"/>
                  </a:lnTo>
                  <a:lnTo>
                    <a:pt x="2352699" y="2568180"/>
                  </a:lnTo>
                  <a:lnTo>
                    <a:pt x="2353555" y="2473162"/>
                  </a:lnTo>
                  <a:lnTo>
                    <a:pt x="2354410" y="2469869"/>
                  </a:lnTo>
                  <a:lnTo>
                    <a:pt x="2355266" y="2500073"/>
                  </a:lnTo>
                  <a:lnTo>
                    <a:pt x="2356121" y="2595166"/>
                  </a:lnTo>
                  <a:lnTo>
                    <a:pt x="2356977" y="2705747"/>
                  </a:lnTo>
                  <a:lnTo>
                    <a:pt x="2357832" y="2821963"/>
                  </a:lnTo>
                  <a:lnTo>
                    <a:pt x="2358688" y="2966829"/>
                  </a:lnTo>
                  <a:lnTo>
                    <a:pt x="2359544" y="3004013"/>
                  </a:lnTo>
                  <a:lnTo>
                    <a:pt x="2360399" y="2958782"/>
                  </a:lnTo>
                  <a:lnTo>
                    <a:pt x="2361255" y="2879219"/>
                  </a:lnTo>
                  <a:lnTo>
                    <a:pt x="2362110" y="2782677"/>
                  </a:lnTo>
                  <a:lnTo>
                    <a:pt x="2362966" y="2750740"/>
                  </a:lnTo>
                  <a:lnTo>
                    <a:pt x="2363821" y="2710826"/>
                  </a:lnTo>
                  <a:lnTo>
                    <a:pt x="2364677" y="2714829"/>
                  </a:lnTo>
                  <a:lnTo>
                    <a:pt x="2365532" y="2763813"/>
                  </a:lnTo>
                  <a:lnTo>
                    <a:pt x="2366388" y="2792030"/>
                  </a:lnTo>
                  <a:lnTo>
                    <a:pt x="2367243" y="2893705"/>
                  </a:lnTo>
                  <a:lnTo>
                    <a:pt x="2368099" y="2910199"/>
                  </a:lnTo>
                  <a:lnTo>
                    <a:pt x="2368954" y="2837600"/>
                  </a:lnTo>
                  <a:lnTo>
                    <a:pt x="2369810" y="2749773"/>
                  </a:lnTo>
                  <a:lnTo>
                    <a:pt x="2370665" y="2649327"/>
                  </a:lnTo>
                  <a:lnTo>
                    <a:pt x="2371521" y="2644403"/>
                  </a:lnTo>
                  <a:lnTo>
                    <a:pt x="2372376" y="2626310"/>
                  </a:lnTo>
                  <a:lnTo>
                    <a:pt x="2373232" y="2675242"/>
                  </a:lnTo>
                  <a:lnTo>
                    <a:pt x="2374087" y="2743878"/>
                  </a:lnTo>
                  <a:lnTo>
                    <a:pt x="2374943" y="2756372"/>
                  </a:lnTo>
                  <a:lnTo>
                    <a:pt x="2375799" y="2836731"/>
                  </a:lnTo>
                  <a:lnTo>
                    <a:pt x="2376654" y="2867443"/>
                  </a:lnTo>
                  <a:lnTo>
                    <a:pt x="2377510" y="2833429"/>
                  </a:lnTo>
                  <a:lnTo>
                    <a:pt x="2378365" y="2802241"/>
                  </a:lnTo>
                  <a:lnTo>
                    <a:pt x="2379221" y="2852988"/>
                  </a:lnTo>
                  <a:lnTo>
                    <a:pt x="2380076" y="2919038"/>
                  </a:lnTo>
                  <a:lnTo>
                    <a:pt x="2380932" y="2841730"/>
                  </a:lnTo>
                  <a:lnTo>
                    <a:pt x="2381787" y="2760637"/>
                  </a:lnTo>
                  <a:lnTo>
                    <a:pt x="2382643" y="2759042"/>
                  </a:lnTo>
                  <a:lnTo>
                    <a:pt x="2383498" y="2662502"/>
                  </a:lnTo>
                  <a:lnTo>
                    <a:pt x="2384354" y="2481464"/>
                  </a:lnTo>
                  <a:lnTo>
                    <a:pt x="2385209" y="2345635"/>
                  </a:lnTo>
                  <a:lnTo>
                    <a:pt x="2386065" y="2334443"/>
                  </a:lnTo>
                  <a:lnTo>
                    <a:pt x="2386920" y="2269241"/>
                  </a:lnTo>
                  <a:lnTo>
                    <a:pt x="2387776" y="2241841"/>
                  </a:lnTo>
                  <a:lnTo>
                    <a:pt x="2388631" y="2359996"/>
                  </a:lnTo>
                  <a:lnTo>
                    <a:pt x="2389487" y="2478523"/>
                  </a:lnTo>
                  <a:lnTo>
                    <a:pt x="2390343" y="2575393"/>
                  </a:lnTo>
                  <a:lnTo>
                    <a:pt x="2391198" y="2587916"/>
                  </a:lnTo>
                  <a:lnTo>
                    <a:pt x="2392054" y="2617039"/>
                  </a:lnTo>
                  <a:lnTo>
                    <a:pt x="2392909" y="2601378"/>
                  </a:lnTo>
                  <a:lnTo>
                    <a:pt x="2393765" y="2474880"/>
                  </a:lnTo>
                  <a:lnTo>
                    <a:pt x="2394620" y="2428687"/>
                  </a:lnTo>
                  <a:lnTo>
                    <a:pt x="2395476" y="2368640"/>
                  </a:lnTo>
                  <a:lnTo>
                    <a:pt x="2396331" y="2395174"/>
                  </a:lnTo>
                  <a:lnTo>
                    <a:pt x="2397187" y="2497326"/>
                  </a:lnTo>
                  <a:lnTo>
                    <a:pt x="2398042" y="2512722"/>
                  </a:lnTo>
                  <a:lnTo>
                    <a:pt x="2398898" y="2576469"/>
                  </a:lnTo>
                  <a:lnTo>
                    <a:pt x="2399753" y="2728404"/>
                  </a:lnTo>
                  <a:lnTo>
                    <a:pt x="2400609" y="2895979"/>
                  </a:lnTo>
                  <a:lnTo>
                    <a:pt x="2401464" y="2978388"/>
                  </a:lnTo>
                  <a:lnTo>
                    <a:pt x="2402320" y="3011617"/>
                  </a:lnTo>
                  <a:lnTo>
                    <a:pt x="2403175" y="3091275"/>
                  </a:lnTo>
                  <a:lnTo>
                    <a:pt x="2404031" y="3048338"/>
                  </a:lnTo>
                  <a:lnTo>
                    <a:pt x="2404886" y="2908052"/>
                  </a:lnTo>
                  <a:lnTo>
                    <a:pt x="2405742" y="2774896"/>
                  </a:lnTo>
                  <a:lnTo>
                    <a:pt x="2406598" y="2671125"/>
                  </a:lnTo>
                  <a:lnTo>
                    <a:pt x="2407453" y="2644568"/>
                  </a:lnTo>
                  <a:lnTo>
                    <a:pt x="2408309" y="2624739"/>
                  </a:lnTo>
                  <a:lnTo>
                    <a:pt x="2409164" y="2682132"/>
                  </a:lnTo>
                  <a:lnTo>
                    <a:pt x="2410020" y="2737561"/>
                  </a:lnTo>
                  <a:lnTo>
                    <a:pt x="2410875" y="2682111"/>
                  </a:lnTo>
                  <a:lnTo>
                    <a:pt x="2411731" y="2608384"/>
                  </a:lnTo>
                  <a:lnTo>
                    <a:pt x="2412586" y="2507838"/>
                  </a:lnTo>
                  <a:lnTo>
                    <a:pt x="2413442" y="2478990"/>
                  </a:lnTo>
                  <a:lnTo>
                    <a:pt x="2414297" y="2483158"/>
                  </a:lnTo>
                  <a:lnTo>
                    <a:pt x="2415153" y="2502726"/>
                  </a:lnTo>
                  <a:lnTo>
                    <a:pt x="2416008" y="2648358"/>
                  </a:lnTo>
                  <a:lnTo>
                    <a:pt x="2416864" y="2829393"/>
                  </a:lnTo>
                  <a:lnTo>
                    <a:pt x="2417719" y="2935461"/>
                  </a:lnTo>
                  <a:lnTo>
                    <a:pt x="2418575" y="2972367"/>
                  </a:lnTo>
                  <a:lnTo>
                    <a:pt x="2419430" y="3012057"/>
                  </a:lnTo>
                  <a:lnTo>
                    <a:pt x="2420286" y="3001372"/>
                  </a:lnTo>
                  <a:lnTo>
                    <a:pt x="2421141" y="2938474"/>
                  </a:lnTo>
                  <a:lnTo>
                    <a:pt x="2421997" y="2880891"/>
                  </a:lnTo>
                  <a:lnTo>
                    <a:pt x="2422853" y="2848792"/>
                  </a:lnTo>
                  <a:lnTo>
                    <a:pt x="2423708" y="2808332"/>
                  </a:lnTo>
                  <a:lnTo>
                    <a:pt x="2424564" y="2777602"/>
                  </a:lnTo>
                  <a:lnTo>
                    <a:pt x="2425419" y="2773925"/>
                  </a:lnTo>
                  <a:lnTo>
                    <a:pt x="2426275" y="2785162"/>
                  </a:lnTo>
                  <a:lnTo>
                    <a:pt x="2427130" y="2814279"/>
                  </a:lnTo>
                  <a:lnTo>
                    <a:pt x="2427986" y="2824690"/>
                  </a:lnTo>
                  <a:lnTo>
                    <a:pt x="2428841" y="2844842"/>
                  </a:lnTo>
                  <a:lnTo>
                    <a:pt x="2429697" y="2819958"/>
                  </a:lnTo>
                  <a:lnTo>
                    <a:pt x="2430552" y="2787837"/>
                  </a:lnTo>
                  <a:lnTo>
                    <a:pt x="2431408" y="2831619"/>
                  </a:lnTo>
                  <a:lnTo>
                    <a:pt x="2432263" y="2860085"/>
                  </a:lnTo>
                  <a:lnTo>
                    <a:pt x="2433119" y="2910152"/>
                  </a:lnTo>
                  <a:lnTo>
                    <a:pt x="2433974" y="2941934"/>
                  </a:lnTo>
                  <a:lnTo>
                    <a:pt x="2434830" y="2913989"/>
                  </a:lnTo>
                  <a:lnTo>
                    <a:pt x="2435685" y="2919255"/>
                  </a:lnTo>
                  <a:lnTo>
                    <a:pt x="2436541" y="2956305"/>
                  </a:lnTo>
                  <a:lnTo>
                    <a:pt x="2437396" y="2955773"/>
                  </a:lnTo>
                  <a:lnTo>
                    <a:pt x="2438252" y="2880095"/>
                  </a:lnTo>
                  <a:lnTo>
                    <a:pt x="2439108" y="2802929"/>
                  </a:lnTo>
                  <a:lnTo>
                    <a:pt x="2439963" y="2836170"/>
                  </a:lnTo>
                  <a:lnTo>
                    <a:pt x="2440819" y="2831544"/>
                  </a:lnTo>
                  <a:lnTo>
                    <a:pt x="2441674" y="2763449"/>
                  </a:lnTo>
                  <a:lnTo>
                    <a:pt x="2442530" y="2776066"/>
                  </a:lnTo>
                  <a:lnTo>
                    <a:pt x="2443385" y="2812879"/>
                  </a:lnTo>
                  <a:lnTo>
                    <a:pt x="2444241" y="2830189"/>
                  </a:lnTo>
                  <a:lnTo>
                    <a:pt x="2445096" y="2821820"/>
                  </a:lnTo>
                  <a:lnTo>
                    <a:pt x="2445952" y="2850044"/>
                  </a:lnTo>
                  <a:lnTo>
                    <a:pt x="2446807" y="2843624"/>
                  </a:lnTo>
                  <a:lnTo>
                    <a:pt x="2447663" y="2793018"/>
                  </a:lnTo>
                  <a:lnTo>
                    <a:pt x="2448518" y="2811024"/>
                  </a:lnTo>
                  <a:lnTo>
                    <a:pt x="2449374" y="2870027"/>
                  </a:lnTo>
                  <a:lnTo>
                    <a:pt x="2450229" y="2912366"/>
                  </a:lnTo>
                  <a:lnTo>
                    <a:pt x="2451085" y="2903004"/>
                  </a:lnTo>
                  <a:lnTo>
                    <a:pt x="2451940" y="2880857"/>
                  </a:lnTo>
                  <a:lnTo>
                    <a:pt x="2452796" y="2832341"/>
                  </a:lnTo>
                  <a:lnTo>
                    <a:pt x="2453652" y="2714185"/>
                  </a:lnTo>
                  <a:lnTo>
                    <a:pt x="2454507" y="2600093"/>
                  </a:lnTo>
                  <a:lnTo>
                    <a:pt x="2455363" y="2463080"/>
                  </a:lnTo>
                  <a:lnTo>
                    <a:pt x="2456218" y="2413328"/>
                  </a:lnTo>
                  <a:lnTo>
                    <a:pt x="2457074" y="2414716"/>
                  </a:lnTo>
                  <a:lnTo>
                    <a:pt x="2457929" y="2467858"/>
                  </a:lnTo>
                  <a:lnTo>
                    <a:pt x="2458785" y="2568451"/>
                  </a:lnTo>
                  <a:lnTo>
                    <a:pt x="2459640" y="2580173"/>
                  </a:lnTo>
                  <a:lnTo>
                    <a:pt x="2460496" y="2605617"/>
                  </a:lnTo>
                  <a:lnTo>
                    <a:pt x="2461351" y="2576114"/>
                  </a:lnTo>
                  <a:lnTo>
                    <a:pt x="2462207" y="2541212"/>
                  </a:lnTo>
                  <a:lnTo>
                    <a:pt x="2463062" y="2465854"/>
                  </a:lnTo>
                  <a:lnTo>
                    <a:pt x="2463918" y="2444120"/>
                  </a:lnTo>
                  <a:lnTo>
                    <a:pt x="2464773" y="2570800"/>
                  </a:lnTo>
                  <a:lnTo>
                    <a:pt x="2465629" y="2742499"/>
                  </a:lnTo>
                  <a:lnTo>
                    <a:pt x="2466484" y="2877505"/>
                  </a:lnTo>
                  <a:lnTo>
                    <a:pt x="2467340" y="3005794"/>
                  </a:lnTo>
                  <a:lnTo>
                    <a:pt x="2468195" y="3116972"/>
                  </a:lnTo>
                  <a:lnTo>
                    <a:pt x="2468195" y="3116972"/>
                  </a:lnTo>
                  <a:lnTo>
                    <a:pt x="2469051" y="3116972"/>
                  </a:lnTo>
                  <a:lnTo>
                    <a:pt x="2469907" y="3116972"/>
                  </a:lnTo>
                  <a:lnTo>
                    <a:pt x="2470762" y="3116972"/>
                  </a:lnTo>
                  <a:lnTo>
                    <a:pt x="2471618" y="3116972"/>
                  </a:lnTo>
                  <a:lnTo>
                    <a:pt x="2472473" y="3109949"/>
                  </a:lnTo>
                  <a:lnTo>
                    <a:pt x="2473329" y="3088440"/>
                  </a:lnTo>
                  <a:lnTo>
                    <a:pt x="2474184" y="3095232"/>
                  </a:lnTo>
                  <a:lnTo>
                    <a:pt x="2475040" y="2996036"/>
                  </a:lnTo>
                  <a:lnTo>
                    <a:pt x="2475895" y="2880902"/>
                  </a:lnTo>
                  <a:lnTo>
                    <a:pt x="2476751" y="2851638"/>
                  </a:lnTo>
                  <a:lnTo>
                    <a:pt x="2477606" y="2934033"/>
                  </a:lnTo>
                  <a:lnTo>
                    <a:pt x="2478462" y="2986233"/>
                  </a:lnTo>
                  <a:lnTo>
                    <a:pt x="2479317" y="3004654"/>
                  </a:lnTo>
                  <a:lnTo>
                    <a:pt x="2480173" y="3051786"/>
                  </a:lnTo>
                  <a:lnTo>
                    <a:pt x="2481028" y="3116972"/>
                  </a:lnTo>
                  <a:lnTo>
                    <a:pt x="2481028" y="3116972"/>
                  </a:lnTo>
                  <a:lnTo>
                    <a:pt x="2481884" y="3102821"/>
                  </a:lnTo>
                  <a:lnTo>
                    <a:pt x="2482739" y="2959569"/>
                  </a:lnTo>
                  <a:lnTo>
                    <a:pt x="2483595" y="2852746"/>
                  </a:lnTo>
                  <a:lnTo>
                    <a:pt x="2484450" y="2817672"/>
                  </a:lnTo>
                  <a:lnTo>
                    <a:pt x="2485306" y="2812514"/>
                  </a:lnTo>
                  <a:lnTo>
                    <a:pt x="2486162" y="2797327"/>
                  </a:lnTo>
                  <a:lnTo>
                    <a:pt x="2487017" y="2861248"/>
                  </a:lnTo>
                  <a:lnTo>
                    <a:pt x="2487873" y="3024867"/>
                  </a:lnTo>
                  <a:lnTo>
                    <a:pt x="2488728" y="3116972"/>
                  </a:lnTo>
                  <a:lnTo>
                    <a:pt x="2488728" y="3116972"/>
                  </a:lnTo>
                  <a:lnTo>
                    <a:pt x="2489584" y="3116972"/>
                  </a:lnTo>
                  <a:lnTo>
                    <a:pt x="2490439" y="3116972"/>
                  </a:lnTo>
                  <a:lnTo>
                    <a:pt x="2491295" y="3116972"/>
                  </a:lnTo>
                  <a:lnTo>
                    <a:pt x="2492150" y="3116972"/>
                  </a:lnTo>
                  <a:lnTo>
                    <a:pt x="2493006" y="3111610"/>
                  </a:lnTo>
                  <a:lnTo>
                    <a:pt x="2493861" y="3041928"/>
                  </a:lnTo>
                  <a:lnTo>
                    <a:pt x="2494717" y="3034598"/>
                  </a:lnTo>
                  <a:lnTo>
                    <a:pt x="2495572" y="3033941"/>
                  </a:lnTo>
                  <a:lnTo>
                    <a:pt x="2496428" y="3016920"/>
                  </a:lnTo>
                  <a:lnTo>
                    <a:pt x="2497283" y="2993695"/>
                  </a:lnTo>
                  <a:lnTo>
                    <a:pt x="2498139" y="3020319"/>
                  </a:lnTo>
                  <a:lnTo>
                    <a:pt x="2498994" y="3068589"/>
                  </a:lnTo>
                  <a:lnTo>
                    <a:pt x="2499850" y="3116972"/>
                  </a:lnTo>
                  <a:lnTo>
                    <a:pt x="2499850" y="3116972"/>
                  </a:lnTo>
                  <a:lnTo>
                    <a:pt x="2500706" y="3116972"/>
                  </a:lnTo>
                  <a:lnTo>
                    <a:pt x="2501561" y="3116972"/>
                  </a:lnTo>
                  <a:lnTo>
                    <a:pt x="2502417" y="3116972"/>
                  </a:lnTo>
                  <a:lnTo>
                    <a:pt x="2503272" y="3116972"/>
                  </a:lnTo>
                  <a:lnTo>
                    <a:pt x="2504128" y="3116972"/>
                  </a:lnTo>
                  <a:lnTo>
                    <a:pt x="2504983" y="3088773"/>
                  </a:lnTo>
                  <a:lnTo>
                    <a:pt x="2505839" y="3071044"/>
                  </a:lnTo>
                  <a:lnTo>
                    <a:pt x="2506694" y="3056626"/>
                  </a:lnTo>
                  <a:lnTo>
                    <a:pt x="2507550" y="3106589"/>
                  </a:lnTo>
                  <a:lnTo>
                    <a:pt x="2508405" y="3116972"/>
                  </a:lnTo>
                  <a:lnTo>
                    <a:pt x="2508405" y="3116972"/>
                  </a:lnTo>
                  <a:lnTo>
                    <a:pt x="2509261" y="3116972"/>
                  </a:lnTo>
                  <a:lnTo>
                    <a:pt x="2510116" y="3104331"/>
                  </a:lnTo>
                  <a:lnTo>
                    <a:pt x="2510972" y="3071456"/>
                  </a:lnTo>
                  <a:lnTo>
                    <a:pt x="2511827" y="3066417"/>
                  </a:lnTo>
                  <a:lnTo>
                    <a:pt x="2512683" y="2998921"/>
                  </a:lnTo>
                  <a:lnTo>
                    <a:pt x="2513538" y="2973146"/>
                  </a:lnTo>
                  <a:lnTo>
                    <a:pt x="2514394" y="3020297"/>
                  </a:lnTo>
                  <a:lnTo>
                    <a:pt x="2515249" y="3031781"/>
                  </a:lnTo>
                  <a:lnTo>
                    <a:pt x="2516105" y="3002307"/>
                  </a:lnTo>
                  <a:lnTo>
                    <a:pt x="2516961" y="2947982"/>
                  </a:lnTo>
                  <a:lnTo>
                    <a:pt x="2517816" y="3021677"/>
                  </a:lnTo>
                  <a:lnTo>
                    <a:pt x="2518672" y="3049771"/>
                  </a:lnTo>
                  <a:lnTo>
                    <a:pt x="2519527" y="3002621"/>
                  </a:lnTo>
                  <a:lnTo>
                    <a:pt x="2520383" y="2991138"/>
                  </a:lnTo>
                  <a:lnTo>
                    <a:pt x="2521238" y="3025748"/>
                  </a:lnTo>
                  <a:lnTo>
                    <a:pt x="2522094" y="3080106"/>
                  </a:lnTo>
                  <a:lnTo>
                    <a:pt x="2522949" y="3094418"/>
                  </a:lnTo>
                  <a:lnTo>
                    <a:pt x="2523805" y="3116972"/>
                  </a:lnTo>
                  <a:lnTo>
                    <a:pt x="2523805" y="3116972"/>
                  </a:lnTo>
                  <a:lnTo>
                    <a:pt x="2524660" y="3116972"/>
                  </a:lnTo>
                  <a:lnTo>
                    <a:pt x="2525516" y="3116972"/>
                  </a:lnTo>
                  <a:lnTo>
                    <a:pt x="2526371" y="3116972"/>
                  </a:lnTo>
                  <a:lnTo>
                    <a:pt x="2527227" y="3116972"/>
                  </a:lnTo>
                  <a:lnTo>
                    <a:pt x="2528082" y="3116972"/>
                  </a:lnTo>
                  <a:lnTo>
                    <a:pt x="2528938" y="3110917"/>
                  </a:lnTo>
                  <a:lnTo>
                    <a:pt x="2529793" y="3066044"/>
                  </a:lnTo>
                  <a:lnTo>
                    <a:pt x="2530649" y="3046713"/>
                  </a:lnTo>
                  <a:lnTo>
                    <a:pt x="2531504" y="3074453"/>
                  </a:lnTo>
                  <a:lnTo>
                    <a:pt x="2532360" y="3081690"/>
                  </a:lnTo>
                  <a:lnTo>
                    <a:pt x="2533216" y="3103815"/>
                  </a:lnTo>
                  <a:lnTo>
                    <a:pt x="2534071" y="3116972"/>
                  </a:lnTo>
                  <a:lnTo>
                    <a:pt x="2534071" y="3116972"/>
                  </a:lnTo>
                  <a:lnTo>
                    <a:pt x="2534927" y="3116972"/>
                  </a:lnTo>
                  <a:lnTo>
                    <a:pt x="2535782" y="3116972"/>
                  </a:lnTo>
                  <a:lnTo>
                    <a:pt x="2536638" y="3116972"/>
                  </a:lnTo>
                  <a:lnTo>
                    <a:pt x="2537493" y="3116972"/>
                  </a:lnTo>
                  <a:lnTo>
                    <a:pt x="2538349" y="3116972"/>
                  </a:lnTo>
                  <a:lnTo>
                    <a:pt x="2539204" y="3116972"/>
                  </a:lnTo>
                  <a:lnTo>
                    <a:pt x="2540060" y="3073398"/>
                  </a:lnTo>
                  <a:lnTo>
                    <a:pt x="2540915" y="3013318"/>
                  </a:lnTo>
                  <a:lnTo>
                    <a:pt x="2541771" y="2993683"/>
                  </a:lnTo>
                  <a:lnTo>
                    <a:pt x="2542626" y="2957120"/>
                  </a:lnTo>
                  <a:lnTo>
                    <a:pt x="2543482" y="2953441"/>
                  </a:lnTo>
                  <a:lnTo>
                    <a:pt x="2544337" y="2921834"/>
                  </a:lnTo>
                  <a:lnTo>
                    <a:pt x="2545193" y="2940498"/>
                  </a:lnTo>
                  <a:lnTo>
                    <a:pt x="2546048" y="2948083"/>
                  </a:lnTo>
                  <a:lnTo>
                    <a:pt x="2546904" y="2940048"/>
                  </a:lnTo>
                  <a:lnTo>
                    <a:pt x="2547760" y="2979941"/>
                  </a:lnTo>
                  <a:lnTo>
                    <a:pt x="2548615" y="2995814"/>
                  </a:lnTo>
                  <a:lnTo>
                    <a:pt x="2549471" y="3048607"/>
                  </a:lnTo>
                  <a:lnTo>
                    <a:pt x="2550326" y="3062254"/>
                  </a:lnTo>
                  <a:lnTo>
                    <a:pt x="2551182" y="3054712"/>
                  </a:lnTo>
                  <a:lnTo>
                    <a:pt x="2552037" y="3084145"/>
                  </a:lnTo>
                  <a:lnTo>
                    <a:pt x="2552893" y="3078815"/>
                  </a:lnTo>
                  <a:lnTo>
                    <a:pt x="2553748" y="3116972"/>
                  </a:lnTo>
                  <a:lnTo>
                    <a:pt x="2553748" y="3116972"/>
                  </a:lnTo>
                  <a:lnTo>
                    <a:pt x="2554604" y="3116972"/>
                  </a:lnTo>
                  <a:lnTo>
                    <a:pt x="2555459" y="3116972"/>
                  </a:lnTo>
                  <a:lnTo>
                    <a:pt x="2556315" y="3116972"/>
                  </a:lnTo>
                  <a:lnTo>
                    <a:pt x="2557170" y="3116972"/>
                  </a:lnTo>
                  <a:lnTo>
                    <a:pt x="2558026" y="3116972"/>
                  </a:lnTo>
                  <a:lnTo>
                    <a:pt x="2558881" y="3116972"/>
                  </a:lnTo>
                  <a:lnTo>
                    <a:pt x="2559737" y="3116972"/>
                  </a:lnTo>
                  <a:lnTo>
                    <a:pt x="2560592" y="3102979"/>
                  </a:lnTo>
                  <a:lnTo>
                    <a:pt x="2561448" y="3063422"/>
                  </a:lnTo>
                  <a:lnTo>
                    <a:pt x="2562303" y="3091074"/>
                  </a:lnTo>
                  <a:lnTo>
                    <a:pt x="2563159" y="3095402"/>
                  </a:lnTo>
                  <a:lnTo>
                    <a:pt x="2564015" y="3082756"/>
                  </a:lnTo>
                  <a:lnTo>
                    <a:pt x="2564870" y="3062399"/>
                  </a:lnTo>
                  <a:lnTo>
                    <a:pt x="2565726" y="3115289"/>
                  </a:lnTo>
                  <a:lnTo>
                    <a:pt x="2566581" y="3116972"/>
                  </a:lnTo>
                  <a:lnTo>
                    <a:pt x="2566581" y="3116972"/>
                  </a:lnTo>
                  <a:lnTo>
                    <a:pt x="2567437" y="3116972"/>
                  </a:lnTo>
                  <a:lnTo>
                    <a:pt x="2568292" y="3116972"/>
                  </a:lnTo>
                  <a:lnTo>
                    <a:pt x="2569148" y="3088554"/>
                  </a:lnTo>
                  <a:lnTo>
                    <a:pt x="2570003" y="3087764"/>
                  </a:lnTo>
                  <a:lnTo>
                    <a:pt x="2570859" y="3074437"/>
                  </a:lnTo>
                  <a:lnTo>
                    <a:pt x="2571714" y="3046699"/>
                  </a:lnTo>
                  <a:lnTo>
                    <a:pt x="2572570" y="3034406"/>
                  </a:lnTo>
                  <a:lnTo>
                    <a:pt x="2573425" y="3041878"/>
                  </a:lnTo>
                  <a:lnTo>
                    <a:pt x="2574281" y="3097314"/>
                  </a:lnTo>
                  <a:lnTo>
                    <a:pt x="2575136" y="3116972"/>
                  </a:lnTo>
                  <a:lnTo>
                    <a:pt x="2575136" y="3116972"/>
                  </a:lnTo>
                  <a:lnTo>
                    <a:pt x="2575992" y="3098429"/>
                  </a:lnTo>
                  <a:lnTo>
                    <a:pt x="2576847" y="3062974"/>
                  </a:lnTo>
                  <a:lnTo>
                    <a:pt x="2577703" y="3011824"/>
                  </a:lnTo>
                  <a:lnTo>
                    <a:pt x="2578558" y="2976130"/>
                  </a:lnTo>
                  <a:lnTo>
                    <a:pt x="2579414" y="2949611"/>
                  </a:lnTo>
                  <a:lnTo>
                    <a:pt x="2580270" y="2930736"/>
                  </a:lnTo>
                  <a:lnTo>
                    <a:pt x="2581125" y="2949285"/>
                  </a:lnTo>
                  <a:lnTo>
                    <a:pt x="2581981" y="2984741"/>
                  </a:lnTo>
                  <a:lnTo>
                    <a:pt x="2582836" y="3046446"/>
                  </a:lnTo>
                  <a:lnTo>
                    <a:pt x="2583692" y="3109877"/>
                  </a:lnTo>
                  <a:lnTo>
                    <a:pt x="2584547" y="3116972"/>
                  </a:lnTo>
                  <a:lnTo>
                    <a:pt x="2584547" y="3116972"/>
                  </a:lnTo>
                  <a:lnTo>
                    <a:pt x="2585403" y="3116972"/>
                  </a:lnTo>
                  <a:lnTo>
                    <a:pt x="2586258" y="3116972"/>
                  </a:lnTo>
                  <a:lnTo>
                    <a:pt x="2587114" y="3116972"/>
                  </a:lnTo>
                  <a:lnTo>
                    <a:pt x="2587969" y="3106509"/>
                  </a:lnTo>
                  <a:lnTo>
                    <a:pt x="2588825" y="3078771"/>
                  </a:lnTo>
                  <a:lnTo>
                    <a:pt x="2589680" y="3071586"/>
                  </a:lnTo>
                  <a:lnTo>
                    <a:pt x="2590536" y="3071586"/>
                  </a:lnTo>
                  <a:lnTo>
                    <a:pt x="2591391" y="3071586"/>
                  </a:lnTo>
                  <a:lnTo>
                    <a:pt x="2592247" y="3071586"/>
                  </a:lnTo>
                  <a:lnTo>
                    <a:pt x="2593102" y="3071586"/>
                  </a:lnTo>
                  <a:lnTo>
                    <a:pt x="2593958" y="3016894"/>
                  </a:lnTo>
                  <a:lnTo>
                    <a:pt x="2594814" y="2945431"/>
                  </a:lnTo>
                  <a:lnTo>
                    <a:pt x="2595669" y="2943763"/>
                  </a:lnTo>
                  <a:lnTo>
                    <a:pt x="2596525" y="2970961"/>
                  </a:lnTo>
                  <a:lnTo>
                    <a:pt x="2597380" y="2989239"/>
                  </a:lnTo>
                  <a:lnTo>
                    <a:pt x="2598236" y="2989239"/>
                  </a:lnTo>
                  <a:lnTo>
                    <a:pt x="2599091" y="3043931"/>
                  </a:lnTo>
                  <a:lnTo>
                    <a:pt x="2599947" y="3116972"/>
                  </a:lnTo>
                  <a:lnTo>
                    <a:pt x="2599947" y="3116972"/>
                  </a:lnTo>
                  <a:lnTo>
                    <a:pt x="2600802" y="3116972"/>
                  </a:lnTo>
                  <a:lnTo>
                    <a:pt x="2601658" y="3108448"/>
                  </a:lnTo>
                  <a:lnTo>
                    <a:pt x="2602513" y="3090168"/>
                  </a:lnTo>
                  <a:lnTo>
                    <a:pt x="2603369" y="3108363"/>
                  </a:lnTo>
                  <a:lnTo>
                    <a:pt x="2604224" y="3116972"/>
                  </a:lnTo>
                  <a:lnTo>
                    <a:pt x="2604224" y="3116972"/>
                  </a:lnTo>
                  <a:lnTo>
                    <a:pt x="2605080" y="3116972"/>
                  </a:lnTo>
                  <a:lnTo>
                    <a:pt x="2605935" y="3116972"/>
                  </a:lnTo>
                  <a:lnTo>
                    <a:pt x="2606791" y="3116972"/>
                  </a:lnTo>
                  <a:lnTo>
                    <a:pt x="2607646" y="3116972"/>
                  </a:lnTo>
                  <a:lnTo>
                    <a:pt x="2608502" y="3066489"/>
                  </a:lnTo>
                  <a:lnTo>
                    <a:pt x="2609357" y="2978327"/>
                  </a:lnTo>
                  <a:lnTo>
                    <a:pt x="2610213" y="2950588"/>
                  </a:lnTo>
                  <a:lnTo>
                    <a:pt x="2611069" y="2917049"/>
                  </a:lnTo>
                  <a:lnTo>
                    <a:pt x="2611924" y="2890589"/>
                  </a:lnTo>
                  <a:lnTo>
                    <a:pt x="2612780" y="2893223"/>
                  </a:lnTo>
                  <a:lnTo>
                    <a:pt x="2613635" y="2967689"/>
                  </a:lnTo>
                  <a:lnTo>
                    <a:pt x="2614491" y="3018543"/>
                  </a:lnTo>
                  <a:lnTo>
                    <a:pt x="2615346" y="3018543"/>
                  </a:lnTo>
                  <a:lnTo>
                    <a:pt x="2616202" y="3045127"/>
                  </a:lnTo>
                  <a:lnTo>
                    <a:pt x="2617057" y="3105114"/>
                  </a:lnTo>
                  <a:lnTo>
                    <a:pt x="2617913" y="3116972"/>
                  </a:lnTo>
                  <a:lnTo>
                    <a:pt x="2617913" y="3116972"/>
                  </a:lnTo>
                  <a:lnTo>
                    <a:pt x="2618768" y="3116972"/>
                  </a:lnTo>
                  <a:lnTo>
                    <a:pt x="2619624" y="3116972"/>
                  </a:lnTo>
                  <a:lnTo>
                    <a:pt x="2620479" y="3116972"/>
                  </a:lnTo>
                  <a:lnTo>
                    <a:pt x="2621335" y="3116972"/>
                  </a:lnTo>
                  <a:lnTo>
                    <a:pt x="2622190" y="3116972"/>
                  </a:lnTo>
                  <a:lnTo>
                    <a:pt x="2623046" y="3116972"/>
                  </a:lnTo>
                  <a:lnTo>
                    <a:pt x="2623901" y="3116972"/>
                  </a:lnTo>
                  <a:lnTo>
                    <a:pt x="2624757" y="3116972"/>
                  </a:lnTo>
                  <a:lnTo>
                    <a:pt x="2625612" y="3116972"/>
                  </a:lnTo>
                  <a:lnTo>
                    <a:pt x="2626468" y="3116972"/>
                  </a:lnTo>
                  <a:lnTo>
                    <a:pt x="2627324" y="3116972"/>
                  </a:lnTo>
                  <a:lnTo>
                    <a:pt x="2628179" y="3116972"/>
                  </a:lnTo>
                  <a:lnTo>
                    <a:pt x="2629035" y="3116972"/>
                  </a:lnTo>
                  <a:lnTo>
                    <a:pt x="2629890" y="3116972"/>
                  </a:lnTo>
                  <a:lnTo>
                    <a:pt x="2630746" y="3116972"/>
                  </a:lnTo>
                  <a:lnTo>
                    <a:pt x="2631601" y="3116972"/>
                  </a:lnTo>
                  <a:lnTo>
                    <a:pt x="2632457" y="3116972"/>
                  </a:lnTo>
                  <a:lnTo>
                    <a:pt x="2633312" y="3116972"/>
                  </a:lnTo>
                  <a:lnTo>
                    <a:pt x="2634168" y="3102924"/>
                  </a:lnTo>
                  <a:lnTo>
                    <a:pt x="2635023" y="3056797"/>
                  </a:lnTo>
                  <a:lnTo>
                    <a:pt x="2635879" y="3010010"/>
                  </a:lnTo>
                  <a:lnTo>
                    <a:pt x="2636734" y="2998271"/>
                  </a:lnTo>
                  <a:lnTo>
                    <a:pt x="2637590" y="2998272"/>
                  </a:lnTo>
                  <a:lnTo>
                    <a:pt x="2638445" y="2998272"/>
                  </a:lnTo>
                  <a:lnTo>
                    <a:pt x="2639301" y="3015909"/>
                  </a:lnTo>
                  <a:lnTo>
                    <a:pt x="2640156" y="3052539"/>
                  </a:lnTo>
                  <a:lnTo>
                    <a:pt x="2641012" y="3071586"/>
                  </a:lnTo>
                  <a:lnTo>
                    <a:pt x="2641868" y="3071586"/>
                  </a:lnTo>
                  <a:lnTo>
                    <a:pt x="2642723" y="3071586"/>
                  </a:lnTo>
                  <a:lnTo>
                    <a:pt x="2643579" y="3071586"/>
                  </a:lnTo>
                  <a:lnTo>
                    <a:pt x="2644434" y="3071586"/>
                  </a:lnTo>
                  <a:lnTo>
                    <a:pt x="2645290" y="3071586"/>
                  </a:lnTo>
                  <a:lnTo>
                    <a:pt x="2646145" y="3071586"/>
                  </a:lnTo>
                  <a:lnTo>
                    <a:pt x="2647001" y="3071586"/>
                  </a:lnTo>
                  <a:lnTo>
                    <a:pt x="2647856" y="3071586"/>
                  </a:lnTo>
                  <a:lnTo>
                    <a:pt x="2648712" y="3071586"/>
                  </a:lnTo>
                  <a:lnTo>
                    <a:pt x="2649567" y="3071586"/>
                  </a:lnTo>
                  <a:lnTo>
                    <a:pt x="2650423" y="3071586"/>
                  </a:lnTo>
                  <a:lnTo>
                    <a:pt x="2651278" y="3071586"/>
                  </a:lnTo>
                  <a:lnTo>
                    <a:pt x="2652134" y="3071586"/>
                  </a:lnTo>
                  <a:lnTo>
                    <a:pt x="2652989" y="3081538"/>
                  </a:lnTo>
                  <a:lnTo>
                    <a:pt x="2653845" y="3109276"/>
                  </a:lnTo>
                  <a:lnTo>
                    <a:pt x="2654700" y="3116972"/>
                  </a:lnTo>
                  <a:lnTo>
                    <a:pt x="2654700" y="3116972"/>
                  </a:lnTo>
                  <a:lnTo>
                    <a:pt x="2655556" y="3116972"/>
                  </a:lnTo>
                  <a:lnTo>
                    <a:pt x="2656411" y="3116972"/>
                  </a:lnTo>
                  <a:lnTo>
                    <a:pt x="2657267" y="3116972"/>
                  </a:lnTo>
                  <a:lnTo>
                    <a:pt x="2658123" y="3116972"/>
                  </a:lnTo>
                  <a:lnTo>
                    <a:pt x="2658978" y="3116972"/>
                  </a:lnTo>
                  <a:lnTo>
                    <a:pt x="2659834" y="3116972"/>
                  </a:lnTo>
                  <a:lnTo>
                    <a:pt x="2660689" y="3116972"/>
                  </a:lnTo>
                  <a:lnTo>
                    <a:pt x="2661545" y="3116972"/>
                  </a:lnTo>
                  <a:lnTo>
                    <a:pt x="2662400" y="3116972"/>
                  </a:lnTo>
                  <a:lnTo>
                    <a:pt x="2663256" y="3116972"/>
                  </a:lnTo>
                  <a:lnTo>
                    <a:pt x="2664111" y="3116972"/>
                  </a:lnTo>
                  <a:lnTo>
                    <a:pt x="2664967" y="3116972"/>
                  </a:lnTo>
                  <a:lnTo>
                    <a:pt x="2665822" y="3116972"/>
                  </a:lnTo>
                  <a:lnTo>
                    <a:pt x="2666678" y="3116972"/>
                  </a:lnTo>
                  <a:lnTo>
                    <a:pt x="2667533" y="3116972"/>
                  </a:lnTo>
                  <a:lnTo>
                    <a:pt x="2668389" y="3116972"/>
                  </a:lnTo>
                  <a:lnTo>
                    <a:pt x="2669244" y="3116972"/>
                  </a:lnTo>
                  <a:lnTo>
                    <a:pt x="2670100" y="3116972"/>
                  </a:lnTo>
                  <a:lnTo>
                    <a:pt x="2670955" y="3116972"/>
                  </a:lnTo>
                  <a:lnTo>
                    <a:pt x="2671811" y="3116972"/>
                  </a:lnTo>
                  <a:lnTo>
                    <a:pt x="2672666" y="3116972"/>
                  </a:lnTo>
                  <a:lnTo>
                    <a:pt x="2673522" y="3116972"/>
                  </a:lnTo>
                  <a:lnTo>
                    <a:pt x="2674378" y="3116972"/>
                  </a:lnTo>
                  <a:lnTo>
                    <a:pt x="2675233" y="3109878"/>
                  </a:lnTo>
                  <a:lnTo>
                    <a:pt x="2676089" y="3084041"/>
                  </a:lnTo>
                  <a:lnTo>
                    <a:pt x="2676944" y="3058366"/>
                  </a:lnTo>
                  <a:lnTo>
                    <a:pt x="2677800" y="3021802"/>
                  </a:lnTo>
                  <a:lnTo>
                    <a:pt x="2678655" y="2996518"/>
                  </a:lnTo>
                  <a:lnTo>
                    <a:pt x="2679511" y="2993812"/>
                  </a:lnTo>
                  <a:lnTo>
                    <a:pt x="2680366" y="2993812"/>
                  </a:lnTo>
                  <a:lnTo>
                    <a:pt x="2681222" y="2991910"/>
                  </a:lnTo>
                  <a:lnTo>
                    <a:pt x="2682077" y="3007032"/>
                  </a:lnTo>
                  <a:lnTo>
                    <a:pt x="2682933" y="3043596"/>
                  </a:lnTo>
                  <a:lnTo>
                    <a:pt x="2683788" y="3068880"/>
                  </a:lnTo>
                  <a:lnTo>
                    <a:pt x="2684644" y="3071586"/>
                  </a:lnTo>
                  <a:lnTo>
                    <a:pt x="2685499" y="3071586"/>
                  </a:lnTo>
                  <a:lnTo>
                    <a:pt x="2686355" y="3071586"/>
                  </a:lnTo>
                  <a:lnTo>
                    <a:pt x="2687210" y="3071586"/>
                  </a:lnTo>
                  <a:lnTo>
                    <a:pt x="2688066" y="3089866"/>
                  </a:lnTo>
                  <a:lnTo>
                    <a:pt x="2688921" y="3116972"/>
                  </a:lnTo>
                  <a:lnTo>
                    <a:pt x="2688921" y="3116972"/>
                  </a:lnTo>
                  <a:lnTo>
                    <a:pt x="2689777" y="3116972"/>
                  </a:lnTo>
                  <a:lnTo>
                    <a:pt x="2690633" y="3116972"/>
                  </a:lnTo>
                  <a:lnTo>
                    <a:pt x="2691488" y="3116972"/>
                  </a:lnTo>
                  <a:lnTo>
                    <a:pt x="2692344" y="3099820"/>
                  </a:lnTo>
                  <a:lnTo>
                    <a:pt x="2693199" y="3046079"/>
                  </a:lnTo>
                  <a:lnTo>
                    <a:pt x="2694055" y="3006564"/>
                  </a:lnTo>
                  <a:lnTo>
                    <a:pt x="2694910" y="2979281"/>
                  </a:lnTo>
                  <a:lnTo>
                    <a:pt x="2695766" y="2956709"/>
                  </a:lnTo>
                  <a:lnTo>
                    <a:pt x="2696621" y="2982836"/>
                  </a:lnTo>
                  <a:lnTo>
                    <a:pt x="2697477" y="3036125"/>
                  </a:lnTo>
                  <a:lnTo>
                    <a:pt x="2698332" y="3071586"/>
                  </a:lnTo>
                  <a:lnTo>
                    <a:pt x="2699188" y="3071586"/>
                  </a:lnTo>
                  <a:lnTo>
                    <a:pt x="2700043" y="3071586"/>
                  </a:lnTo>
                  <a:lnTo>
                    <a:pt x="2700899" y="3071586"/>
                  </a:lnTo>
                  <a:lnTo>
                    <a:pt x="2701754" y="3046380"/>
                  </a:lnTo>
                  <a:lnTo>
                    <a:pt x="2702610" y="3019408"/>
                  </a:lnTo>
                  <a:lnTo>
                    <a:pt x="2703465" y="3043271"/>
                  </a:lnTo>
                  <a:lnTo>
                    <a:pt x="2704321" y="3065321"/>
                  </a:lnTo>
                  <a:lnTo>
                    <a:pt x="2705177" y="3116972"/>
                  </a:lnTo>
                  <a:lnTo>
                    <a:pt x="2705177" y="3116972"/>
                  </a:lnTo>
                  <a:lnTo>
                    <a:pt x="2706032" y="3116972"/>
                  </a:lnTo>
                  <a:lnTo>
                    <a:pt x="2706888" y="3116972"/>
                  </a:lnTo>
                  <a:lnTo>
                    <a:pt x="2707743" y="3116972"/>
                  </a:lnTo>
                  <a:lnTo>
                    <a:pt x="2708599" y="3116972"/>
                  </a:lnTo>
                  <a:lnTo>
                    <a:pt x="2709454" y="3116972"/>
                  </a:lnTo>
                  <a:lnTo>
                    <a:pt x="2710310" y="3114874"/>
                  </a:lnTo>
                  <a:lnTo>
                    <a:pt x="2711165" y="3116773"/>
                  </a:lnTo>
                  <a:lnTo>
                    <a:pt x="2712021" y="3116772"/>
                  </a:lnTo>
                  <a:lnTo>
                    <a:pt x="2712876" y="3116972"/>
                  </a:lnTo>
                  <a:lnTo>
                    <a:pt x="2712876" y="3116972"/>
                  </a:lnTo>
                  <a:lnTo>
                    <a:pt x="2713732" y="3106469"/>
                  </a:lnTo>
                  <a:lnTo>
                    <a:pt x="2714587" y="3091447"/>
                  </a:lnTo>
                  <a:lnTo>
                    <a:pt x="2715443" y="3100137"/>
                  </a:lnTo>
                  <a:lnTo>
                    <a:pt x="2716298" y="3077893"/>
                  </a:lnTo>
                  <a:lnTo>
                    <a:pt x="2717154" y="3044270"/>
                  </a:lnTo>
                  <a:lnTo>
                    <a:pt x="2718009" y="2991628"/>
                  </a:lnTo>
                  <a:lnTo>
                    <a:pt x="2718865" y="3008722"/>
                  </a:lnTo>
                  <a:lnTo>
                    <a:pt x="2719720" y="3062605"/>
                  </a:lnTo>
                  <a:lnTo>
                    <a:pt x="2720576" y="3096450"/>
                  </a:lnTo>
                  <a:lnTo>
                    <a:pt x="2721432" y="3080692"/>
                  </a:lnTo>
                  <a:lnTo>
                    <a:pt x="2722287" y="3108312"/>
                  </a:lnTo>
                  <a:lnTo>
                    <a:pt x="2723143" y="3116972"/>
                  </a:lnTo>
                  <a:lnTo>
                    <a:pt x="2723143" y="3116972"/>
                  </a:lnTo>
                  <a:lnTo>
                    <a:pt x="2723998" y="3116972"/>
                  </a:lnTo>
                  <a:lnTo>
                    <a:pt x="2724854" y="3091035"/>
                  </a:lnTo>
                  <a:lnTo>
                    <a:pt x="2725709" y="3029993"/>
                  </a:lnTo>
                  <a:lnTo>
                    <a:pt x="2726565" y="3041313"/>
                  </a:lnTo>
                  <a:lnTo>
                    <a:pt x="2727420" y="3070606"/>
                  </a:lnTo>
                  <a:lnTo>
                    <a:pt x="2728276" y="3112487"/>
                  </a:lnTo>
                  <a:lnTo>
                    <a:pt x="2729131" y="3116972"/>
                  </a:lnTo>
                  <a:lnTo>
                    <a:pt x="2729131" y="3116972"/>
                  </a:lnTo>
                  <a:lnTo>
                    <a:pt x="2729987" y="3116972"/>
                  </a:lnTo>
                  <a:lnTo>
                    <a:pt x="2730842" y="3115929"/>
                  </a:lnTo>
                  <a:lnTo>
                    <a:pt x="2731698" y="3070101"/>
                  </a:lnTo>
                  <a:lnTo>
                    <a:pt x="2732553" y="3029075"/>
                  </a:lnTo>
                  <a:lnTo>
                    <a:pt x="2733409" y="2964513"/>
                  </a:lnTo>
                  <a:lnTo>
                    <a:pt x="2734264" y="2923616"/>
                  </a:lnTo>
                  <a:lnTo>
                    <a:pt x="2735120" y="2915715"/>
                  </a:lnTo>
                  <a:lnTo>
                    <a:pt x="2735975" y="2918485"/>
                  </a:lnTo>
                  <a:lnTo>
                    <a:pt x="2736831" y="2964314"/>
                  </a:lnTo>
                  <a:lnTo>
                    <a:pt x="2737687" y="2982050"/>
                  </a:lnTo>
                  <a:lnTo>
                    <a:pt x="2738542" y="3022790"/>
                  </a:lnTo>
                  <a:lnTo>
                    <a:pt x="2739398" y="3063685"/>
                  </a:lnTo>
                  <a:lnTo>
                    <a:pt x="2740253" y="3116972"/>
                  </a:lnTo>
                  <a:lnTo>
                    <a:pt x="2740253" y="3116972"/>
                  </a:lnTo>
                  <a:lnTo>
                    <a:pt x="2741109" y="3116972"/>
                  </a:lnTo>
                  <a:lnTo>
                    <a:pt x="2741964" y="3116972"/>
                  </a:lnTo>
                  <a:lnTo>
                    <a:pt x="2742820" y="3116972"/>
                  </a:lnTo>
                  <a:lnTo>
                    <a:pt x="2743675" y="3116972"/>
                  </a:lnTo>
                  <a:lnTo>
                    <a:pt x="2744531" y="3116972"/>
                  </a:lnTo>
                  <a:lnTo>
                    <a:pt x="2745386" y="3116972"/>
                  </a:lnTo>
                  <a:lnTo>
                    <a:pt x="2746242" y="3116972"/>
                  </a:lnTo>
                  <a:lnTo>
                    <a:pt x="2747097" y="3116972"/>
                  </a:lnTo>
                  <a:lnTo>
                    <a:pt x="2747953" y="3116972"/>
                  </a:lnTo>
                  <a:lnTo>
                    <a:pt x="2748808" y="3116972"/>
                  </a:lnTo>
                  <a:lnTo>
                    <a:pt x="2749664" y="3116972"/>
                  </a:lnTo>
                  <a:lnTo>
                    <a:pt x="2750519" y="3116972"/>
                  </a:lnTo>
                  <a:lnTo>
                    <a:pt x="2751375" y="3116972"/>
                  </a:lnTo>
                  <a:lnTo>
                    <a:pt x="2752231" y="3116972"/>
                  </a:lnTo>
                  <a:lnTo>
                    <a:pt x="2753086" y="3116972"/>
                  </a:lnTo>
                  <a:lnTo>
                    <a:pt x="2753942" y="3116972"/>
                  </a:lnTo>
                  <a:lnTo>
                    <a:pt x="2754797" y="3116972"/>
                  </a:lnTo>
                  <a:lnTo>
                    <a:pt x="2755653" y="3116972"/>
                  </a:lnTo>
                  <a:lnTo>
                    <a:pt x="2756508" y="3116972"/>
                  </a:lnTo>
                  <a:lnTo>
                    <a:pt x="2757364" y="3116972"/>
                  </a:lnTo>
                  <a:lnTo>
                    <a:pt x="2758219" y="3116972"/>
                  </a:lnTo>
                  <a:lnTo>
                    <a:pt x="2759075" y="3073678"/>
                  </a:lnTo>
                  <a:lnTo>
                    <a:pt x="2759930" y="3071586"/>
                  </a:lnTo>
                  <a:lnTo>
                    <a:pt x="2760786" y="3071586"/>
                  </a:lnTo>
                  <a:lnTo>
                    <a:pt x="2761641" y="3093322"/>
                  </a:lnTo>
                  <a:lnTo>
                    <a:pt x="2762497" y="3114909"/>
                  </a:lnTo>
                  <a:lnTo>
                    <a:pt x="2763352" y="3114909"/>
                  </a:lnTo>
                  <a:lnTo>
                    <a:pt x="2764208" y="3114909"/>
                  </a:lnTo>
                  <a:lnTo>
                    <a:pt x="2765063" y="3116972"/>
                  </a:lnTo>
                  <a:lnTo>
                    <a:pt x="2765063" y="3116972"/>
                  </a:lnTo>
                  <a:lnTo>
                    <a:pt x="2765919" y="3116972"/>
                  </a:lnTo>
                  <a:lnTo>
                    <a:pt x="2766774" y="3116972"/>
                  </a:lnTo>
                  <a:lnTo>
                    <a:pt x="2767630" y="3116972"/>
                  </a:lnTo>
                  <a:lnTo>
                    <a:pt x="2768486" y="3116972"/>
                  </a:lnTo>
                  <a:lnTo>
                    <a:pt x="2769341" y="3116972"/>
                  </a:lnTo>
                  <a:lnTo>
                    <a:pt x="2770197" y="3034609"/>
                  </a:lnTo>
                  <a:lnTo>
                    <a:pt x="2771052" y="2930388"/>
                  </a:lnTo>
                  <a:lnTo>
                    <a:pt x="2771908" y="2887755"/>
                  </a:lnTo>
                  <a:lnTo>
                    <a:pt x="2772763" y="2883264"/>
                  </a:lnTo>
                  <a:lnTo>
                    <a:pt x="2773619" y="2883265"/>
                  </a:lnTo>
                  <a:lnTo>
                    <a:pt x="2774474" y="2907313"/>
                  </a:lnTo>
                  <a:lnTo>
                    <a:pt x="2775330" y="2962840"/>
                  </a:lnTo>
                  <a:lnTo>
                    <a:pt x="2776185" y="2998923"/>
                  </a:lnTo>
                  <a:lnTo>
                    <a:pt x="2777041" y="2998923"/>
                  </a:lnTo>
                  <a:lnTo>
                    <a:pt x="2777896" y="3029676"/>
                  </a:lnTo>
                  <a:lnTo>
                    <a:pt x="2778752" y="3047564"/>
                  </a:lnTo>
                  <a:lnTo>
                    <a:pt x="2779607" y="3089347"/>
                  </a:lnTo>
                  <a:lnTo>
                    <a:pt x="2780463" y="3116972"/>
                  </a:lnTo>
                  <a:lnTo>
                    <a:pt x="2780463" y="3116972"/>
                  </a:lnTo>
                  <a:lnTo>
                    <a:pt x="2781318" y="3116972"/>
                  </a:lnTo>
                  <a:lnTo>
                    <a:pt x="2782174" y="3116972"/>
                  </a:lnTo>
                  <a:lnTo>
                    <a:pt x="2783029" y="3116972"/>
                  </a:lnTo>
                  <a:lnTo>
                    <a:pt x="2783885" y="3116086"/>
                  </a:lnTo>
                  <a:lnTo>
                    <a:pt x="2784741" y="3116972"/>
                  </a:lnTo>
                  <a:lnTo>
                    <a:pt x="2784741" y="3116972"/>
                  </a:lnTo>
                  <a:lnTo>
                    <a:pt x="2785596" y="3074676"/>
                  </a:lnTo>
                  <a:lnTo>
                    <a:pt x="2786452" y="3045813"/>
                  </a:lnTo>
                  <a:lnTo>
                    <a:pt x="2787307" y="3045815"/>
                  </a:lnTo>
                  <a:lnTo>
                    <a:pt x="2788163" y="3045816"/>
                  </a:lnTo>
                  <a:lnTo>
                    <a:pt x="2789018" y="3041405"/>
                  </a:lnTo>
                  <a:lnTo>
                    <a:pt x="2789874" y="3014329"/>
                  </a:lnTo>
                  <a:lnTo>
                    <a:pt x="2790729" y="3042724"/>
                  </a:lnTo>
                  <a:lnTo>
                    <a:pt x="2791585" y="3071586"/>
                  </a:lnTo>
                  <a:lnTo>
                    <a:pt x="2792440" y="3081280"/>
                  </a:lnTo>
                  <a:lnTo>
                    <a:pt x="2793296" y="3116972"/>
                  </a:lnTo>
                  <a:lnTo>
                    <a:pt x="2793296" y="3116972"/>
                  </a:lnTo>
                  <a:lnTo>
                    <a:pt x="2794151" y="3114899"/>
                  </a:lnTo>
                  <a:lnTo>
                    <a:pt x="2795007" y="3079353"/>
                  </a:lnTo>
                  <a:lnTo>
                    <a:pt x="2795862" y="3079354"/>
                  </a:lnTo>
                  <a:lnTo>
                    <a:pt x="2796718" y="3079354"/>
                  </a:lnTo>
                  <a:lnTo>
                    <a:pt x="2797573" y="3069661"/>
                  </a:lnTo>
                  <a:lnTo>
                    <a:pt x="2798429" y="3022478"/>
                  </a:lnTo>
                  <a:lnTo>
                    <a:pt x="2799285" y="3063237"/>
                  </a:lnTo>
                  <a:lnTo>
                    <a:pt x="2800140" y="3112966"/>
                  </a:lnTo>
                  <a:lnTo>
                    <a:pt x="2800996" y="3116972"/>
                  </a:lnTo>
                  <a:lnTo>
                    <a:pt x="2800996" y="3116972"/>
                  </a:lnTo>
                  <a:lnTo>
                    <a:pt x="2801851" y="3116972"/>
                  </a:lnTo>
                  <a:lnTo>
                    <a:pt x="2802707" y="3116972"/>
                  </a:lnTo>
                  <a:lnTo>
                    <a:pt x="2803562" y="3116972"/>
                  </a:lnTo>
                  <a:lnTo>
                    <a:pt x="2804418" y="3116972"/>
                  </a:lnTo>
                  <a:lnTo>
                    <a:pt x="2805273" y="3116972"/>
                  </a:lnTo>
                  <a:lnTo>
                    <a:pt x="2806129" y="3073370"/>
                  </a:lnTo>
                  <a:lnTo>
                    <a:pt x="2806984" y="3055503"/>
                  </a:lnTo>
                  <a:lnTo>
                    <a:pt x="2807840" y="3065833"/>
                  </a:lnTo>
                  <a:lnTo>
                    <a:pt x="2808695" y="3095646"/>
                  </a:lnTo>
                  <a:lnTo>
                    <a:pt x="2809551" y="3116972"/>
                  </a:lnTo>
                  <a:lnTo>
                    <a:pt x="2809551" y="3116972"/>
                  </a:lnTo>
                  <a:lnTo>
                    <a:pt x="2810406" y="3116972"/>
                  </a:lnTo>
                  <a:lnTo>
                    <a:pt x="2811262" y="3116972"/>
                  </a:lnTo>
                  <a:lnTo>
                    <a:pt x="2812117" y="3116972"/>
                  </a:lnTo>
                  <a:lnTo>
                    <a:pt x="2812973" y="3116972"/>
                  </a:lnTo>
                  <a:lnTo>
                    <a:pt x="2813828" y="3116972"/>
                  </a:lnTo>
                  <a:lnTo>
                    <a:pt x="2814684" y="3068114"/>
                  </a:lnTo>
                  <a:lnTo>
                    <a:pt x="2815540" y="3013598"/>
                  </a:lnTo>
                  <a:lnTo>
                    <a:pt x="2816395" y="2938730"/>
                  </a:lnTo>
                  <a:lnTo>
                    <a:pt x="2817251" y="2896460"/>
                  </a:lnTo>
                  <a:lnTo>
                    <a:pt x="2818106" y="2905908"/>
                  </a:lnTo>
                  <a:lnTo>
                    <a:pt x="2818962" y="2905908"/>
                  </a:lnTo>
                  <a:lnTo>
                    <a:pt x="2819817" y="2905909"/>
                  </a:lnTo>
                  <a:lnTo>
                    <a:pt x="2820673" y="2932091"/>
                  </a:lnTo>
                  <a:lnTo>
                    <a:pt x="2821528" y="2944772"/>
                  </a:lnTo>
                  <a:lnTo>
                    <a:pt x="2822384" y="2933545"/>
                  </a:lnTo>
                  <a:lnTo>
                    <a:pt x="2823239" y="2928291"/>
                  </a:lnTo>
                  <a:lnTo>
                    <a:pt x="2824095" y="2911562"/>
                  </a:lnTo>
                  <a:lnTo>
                    <a:pt x="2824950" y="2890747"/>
                  </a:lnTo>
                  <a:lnTo>
                    <a:pt x="2825806" y="2879094"/>
                  </a:lnTo>
                  <a:lnTo>
                    <a:pt x="2826661" y="2932618"/>
                  </a:lnTo>
                  <a:lnTo>
                    <a:pt x="2827517" y="3001994"/>
                  </a:lnTo>
                  <a:lnTo>
                    <a:pt x="2828372" y="2975427"/>
                  </a:lnTo>
                  <a:lnTo>
                    <a:pt x="2829228" y="2967321"/>
                  </a:lnTo>
                  <a:lnTo>
                    <a:pt x="2830083" y="2974681"/>
                  </a:lnTo>
                  <a:lnTo>
                    <a:pt x="2830939" y="2985155"/>
                  </a:lnTo>
                  <a:lnTo>
                    <a:pt x="2831795" y="2987233"/>
                  </a:lnTo>
                  <a:lnTo>
                    <a:pt x="2832650" y="2930417"/>
                  </a:lnTo>
                  <a:lnTo>
                    <a:pt x="2833506" y="2855306"/>
                  </a:lnTo>
                  <a:lnTo>
                    <a:pt x="2834361" y="2832680"/>
                  </a:lnTo>
                  <a:lnTo>
                    <a:pt x="2835217" y="2821213"/>
                  </a:lnTo>
                  <a:lnTo>
                    <a:pt x="2836072" y="2821713"/>
                  </a:lnTo>
                  <a:lnTo>
                    <a:pt x="2836928" y="2821734"/>
                  </a:lnTo>
                  <a:lnTo>
                    <a:pt x="2837783" y="2808882"/>
                  </a:lnTo>
                  <a:lnTo>
                    <a:pt x="2838639" y="2814725"/>
                  </a:lnTo>
                  <a:lnTo>
                    <a:pt x="2839494" y="2803895"/>
                  </a:lnTo>
                  <a:lnTo>
                    <a:pt x="2840350" y="2719045"/>
                  </a:lnTo>
                  <a:lnTo>
                    <a:pt x="2841205" y="2629079"/>
                  </a:lnTo>
                  <a:lnTo>
                    <a:pt x="2842061" y="2634476"/>
                  </a:lnTo>
                  <a:lnTo>
                    <a:pt x="2842916" y="2655569"/>
                  </a:lnTo>
                  <a:lnTo>
                    <a:pt x="2843772" y="2640624"/>
                  </a:lnTo>
                  <a:lnTo>
                    <a:pt x="2844627" y="2553586"/>
                  </a:lnTo>
                  <a:lnTo>
                    <a:pt x="2845483" y="2591113"/>
                  </a:lnTo>
                  <a:lnTo>
                    <a:pt x="2846339" y="2674081"/>
                  </a:lnTo>
                  <a:lnTo>
                    <a:pt x="2847194" y="2644958"/>
                  </a:lnTo>
                  <a:lnTo>
                    <a:pt x="2848050" y="2637784"/>
                  </a:lnTo>
                  <a:lnTo>
                    <a:pt x="2848905" y="2670922"/>
                  </a:lnTo>
                  <a:lnTo>
                    <a:pt x="2849761" y="2686062"/>
                  </a:lnTo>
                  <a:lnTo>
                    <a:pt x="2850616" y="2625755"/>
                  </a:lnTo>
                  <a:lnTo>
                    <a:pt x="2851472" y="2536180"/>
                  </a:lnTo>
                  <a:lnTo>
                    <a:pt x="2852327" y="2473901"/>
                  </a:lnTo>
                  <a:lnTo>
                    <a:pt x="2853183" y="2446518"/>
                  </a:lnTo>
                  <a:lnTo>
                    <a:pt x="2854038" y="2455227"/>
                  </a:lnTo>
                  <a:lnTo>
                    <a:pt x="2854894" y="2497909"/>
                  </a:lnTo>
                  <a:lnTo>
                    <a:pt x="2855749" y="2583440"/>
                  </a:lnTo>
                  <a:lnTo>
                    <a:pt x="2856605" y="2645245"/>
                  </a:lnTo>
                  <a:lnTo>
                    <a:pt x="2857460" y="2741613"/>
                  </a:lnTo>
                  <a:lnTo>
                    <a:pt x="2858316" y="2851790"/>
                  </a:lnTo>
                  <a:lnTo>
                    <a:pt x="2859171" y="2918726"/>
                  </a:lnTo>
                  <a:lnTo>
                    <a:pt x="2860027" y="2919288"/>
                  </a:lnTo>
                  <a:lnTo>
                    <a:pt x="2860882" y="2930322"/>
                  </a:lnTo>
                  <a:lnTo>
                    <a:pt x="2861738" y="2909493"/>
                  </a:lnTo>
                  <a:lnTo>
                    <a:pt x="2862594" y="2731151"/>
                  </a:lnTo>
                  <a:lnTo>
                    <a:pt x="2863449" y="2565091"/>
                  </a:lnTo>
                  <a:lnTo>
                    <a:pt x="2864305" y="2484119"/>
                  </a:lnTo>
                  <a:lnTo>
                    <a:pt x="2865160" y="2488611"/>
                  </a:lnTo>
                  <a:lnTo>
                    <a:pt x="2866016" y="2417168"/>
                  </a:lnTo>
                  <a:lnTo>
                    <a:pt x="2866871" y="2365873"/>
                  </a:lnTo>
                  <a:lnTo>
                    <a:pt x="2867727" y="2411120"/>
                  </a:lnTo>
                  <a:lnTo>
                    <a:pt x="2868582" y="2403452"/>
                  </a:lnTo>
                  <a:lnTo>
                    <a:pt x="2869438" y="2332618"/>
                  </a:lnTo>
                  <a:lnTo>
                    <a:pt x="2870293" y="2324895"/>
                  </a:lnTo>
                  <a:lnTo>
                    <a:pt x="2871149" y="2304872"/>
                  </a:lnTo>
                  <a:lnTo>
                    <a:pt x="2872004" y="2243426"/>
                  </a:lnTo>
                  <a:lnTo>
                    <a:pt x="2872860" y="2234284"/>
                  </a:lnTo>
                  <a:lnTo>
                    <a:pt x="2873715" y="2369984"/>
                  </a:lnTo>
                  <a:lnTo>
                    <a:pt x="2874571" y="2489334"/>
                  </a:lnTo>
                  <a:lnTo>
                    <a:pt x="2875426" y="2507047"/>
                  </a:lnTo>
                  <a:lnTo>
                    <a:pt x="2876282" y="2601967"/>
                  </a:lnTo>
                  <a:lnTo>
                    <a:pt x="2877137" y="2752566"/>
                  </a:lnTo>
                  <a:lnTo>
                    <a:pt x="2877993" y="2858296"/>
                  </a:lnTo>
                  <a:lnTo>
                    <a:pt x="2878849" y="2821203"/>
                  </a:lnTo>
                  <a:lnTo>
                    <a:pt x="2879704" y="2809418"/>
                  </a:lnTo>
                  <a:lnTo>
                    <a:pt x="2880560" y="2847155"/>
                  </a:lnTo>
                  <a:lnTo>
                    <a:pt x="2881415" y="2867813"/>
                  </a:lnTo>
                  <a:lnTo>
                    <a:pt x="2882271" y="2891195"/>
                  </a:lnTo>
                  <a:lnTo>
                    <a:pt x="2883126" y="2857222"/>
                  </a:lnTo>
                  <a:lnTo>
                    <a:pt x="2883982" y="2853596"/>
                  </a:lnTo>
                  <a:lnTo>
                    <a:pt x="2884837" y="2850656"/>
                  </a:lnTo>
                  <a:lnTo>
                    <a:pt x="2885693" y="2751167"/>
                  </a:lnTo>
                  <a:lnTo>
                    <a:pt x="2886548" y="2598100"/>
                  </a:lnTo>
                  <a:lnTo>
                    <a:pt x="2887404" y="2434026"/>
                  </a:lnTo>
                  <a:lnTo>
                    <a:pt x="2888259" y="2408019"/>
                  </a:lnTo>
                  <a:lnTo>
                    <a:pt x="2889115" y="2427115"/>
                  </a:lnTo>
                  <a:lnTo>
                    <a:pt x="2889970" y="2398435"/>
                  </a:lnTo>
                  <a:lnTo>
                    <a:pt x="2890826" y="2418396"/>
                  </a:lnTo>
                  <a:lnTo>
                    <a:pt x="2891681" y="2526727"/>
                  </a:lnTo>
                  <a:lnTo>
                    <a:pt x="2892537" y="2684442"/>
                  </a:lnTo>
                  <a:lnTo>
                    <a:pt x="2893392" y="2759640"/>
                  </a:lnTo>
                  <a:lnTo>
                    <a:pt x="2894248" y="2629864"/>
                  </a:lnTo>
                  <a:lnTo>
                    <a:pt x="2895104" y="2492283"/>
                  </a:lnTo>
                  <a:lnTo>
                    <a:pt x="2895959" y="2449421"/>
                  </a:lnTo>
                  <a:lnTo>
                    <a:pt x="2896815" y="2428999"/>
                  </a:lnTo>
                  <a:lnTo>
                    <a:pt x="2897670" y="2387266"/>
                  </a:lnTo>
                  <a:lnTo>
                    <a:pt x="2898526" y="2350830"/>
                  </a:lnTo>
                  <a:lnTo>
                    <a:pt x="2899381" y="2411731"/>
                  </a:lnTo>
                  <a:lnTo>
                    <a:pt x="2900237" y="2581309"/>
                  </a:lnTo>
                  <a:lnTo>
                    <a:pt x="2901092" y="2680643"/>
                  </a:lnTo>
                  <a:lnTo>
                    <a:pt x="2901948" y="2653568"/>
                  </a:lnTo>
                  <a:lnTo>
                    <a:pt x="2902803" y="2674902"/>
                  </a:lnTo>
                  <a:lnTo>
                    <a:pt x="2903659" y="2725450"/>
                  </a:lnTo>
                  <a:lnTo>
                    <a:pt x="2904514" y="2787097"/>
                  </a:lnTo>
                  <a:lnTo>
                    <a:pt x="2905370" y="2716751"/>
                  </a:lnTo>
                  <a:lnTo>
                    <a:pt x="2906225" y="2595990"/>
                  </a:lnTo>
                  <a:lnTo>
                    <a:pt x="2907081" y="2499333"/>
                  </a:lnTo>
                  <a:lnTo>
                    <a:pt x="2907936" y="2387888"/>
                  </a:lnTo>
                  <a:lnTo>
                    <a:pt x="2908792" y="2330775"/>
                  </a:lnTo>
                  <a:lnTo>
                    <a:pt x="2909648" y="2308760"/>
                  </a:lnTo>
                  <a:lnTo>
                    <a:pt x="2910503" y="2426604"/>
                  </a:lnTo>
                  <a:lnTo>
                    <a:pt x="2911359" y="2591524"/>
                  </a:lnTo>
                  <a:lnTo>
                    <a:pt x="2912214" y="2727742"/>
                  </a:lnTo>
                  <a:lnTo>
                    <a:pt x="2913070" y="2817950"/>
                  </a:lnTo>
                  <a:lnTo>
                    <a:pt x="2913925" y="2873325"/>
                  </a:lnTo>
                  <a:lnTo>
                    <a:pt x="2914781" y="2916076"/>
                  </a:lnTo>
                  <a:lnTo>
                    <a:pt x="2915636" y="2931533"/>
                  </a:lnTo>
                  <a:lnTo>
                    <a:pt x="2916492" y="2957707"/>
                  </a:lnTo>
                  <a:lnTo>
                    <a:pt x="2917347" y="2999320"/>
                  </a:lnTo>
                  <a:lnTo>
                    <a:pt x="2918203" y="2906652"/>
                  </a:lnTo>
                  <a:lnTo>
                    <a:pt x="2919058" y="2751470"/>
                  </a:lnTo>
                  <a:lnTo>
                    <a:pt x="2919914" y="2702192"/>
                  </a:lnTo>
                  <a:lnTo>
                    <a:pt x="2920769" y="2682665"/>
                  </a:lnTo>
                  <a:lnTo>
                    <a:pt x="2921625" y="2657729"/>
                  </a:lnTo>
                  <a:lnTo>
                    <a:pt x="2922480" y="2640690"/>
                  </a:lnTo>
                  <a:lnTo>
                    <a:pt x="2923336" y="2716527"/>
                  </a:lnTo>
                  <a:lnTo>
                    <a:pt x="2924191" y="2737009"/>
                  </a:lnTo>
                  <a:lnTo>
                    <a:pt x="2925047" y="2679844"/>
                  </a:lnTo>
                  <a:lnTo>
                    <a:pt x="2925903" y="2616226"/>
                  </a:lnTo>
                  <a:lnTo>
                    <a:pt x="2926758" y="2578902"/>
                  </a:lnTo>
                  <a:lnTo>
                    <a:pt x="2927614" y="2584161"/>
                  </a:lnTo>
                  <a:lnTo>
                    <a:pt x="2928469" y="2578981"/>
                  </a:lnTo>
                  <a:lnTo>
                    <a:pt x="2929325" y="2710295"/>
                  </a:lnTo>
                  <a:lnTo>
                    <a:pt x="2930180" y="2832225"/>
                  </a:lnTo>
                  <a:lnTo>
                    <a:pt x="2931036" y="2849975"/>
                  </a:lnTo>
                  <a:lnTo>
                    <a:pt x="2931891" y="2875646"/>
                  </a:lnTo>
                  <a:lnTo>
                    <a:pt x="2932747" y="2947787"/>
                  </a:lnTo>
                  <a:lnTo>
                    <a:pt x="2933602" y="3011325"/>
                  </a:lnTo>
                  <a:lnTo>
                    <a:pt x="2934458" y="2945348"/>
                  </a:lnTo>
                  <a:lnTo>
                    <a:pt x="2935313" y="2893881"/>
                  </a:lnTo>
                  <a:lnTo>
                    <a:pt x="2936169" y="2964720"/>
                  </a:lnTo>
                  <a:lnTo>
                    <a:pt x="2937024" y="2998813"/>
                  </a:lnTo>
                  <a:lnTo>
                    <a:pt x="2937880" y="2943749"/>
                  </a:lnTo>
                  <a:lnTo>
                    <a:pt x="2938735" y="2919091"/>
                  </a:lnTo>
                  <a:lnTo>
                    <a:pt x="2939591" y="2942613"/>
                  </a:lnTo>
                  <a:lnTo>
                    <a:pt x="2940446" y="2993066"/>
                  </a:lnTo>
                  <a:lnTo>
                    <a:pt x="2941302" y="2936822"/>
                  </a:lnTo>
                  <a:lnTo>
                    <a:pt x="2942158" y="2846591"/>
                  </a:lnTo>
                  <a:lnTo>
                    <a:pt x="2943013" y="2811298"/>
                  </a:lnTo>
                  <a:lnTo>
                    <a:pt x="2943869" y="2870941"/>
                  </a:lnTo>
                  <a:lnTo>
                    <a:pt x="2944724" y="2906162"/>
                  </a:lnTo>
                  <a:lnTo>
                    <a:pt x="2945580" y="2871058"/>
                  </a:lnTo>
                  <a:lnTo>
                    <a:pt x="2946435" y="2864214"/>
                  </a:lnTo>
                  <a:lnTo>
                    <a:pt x="2947291" y="2872306"/>
                  </a:lnTo>
                  <a:lnTo>
                    <a:pt x="2948146" y="2870817"/>
                  </a:lnTo>
                  <a:lnTo>
                    <a:pt x="2949002" y="2779301"/>
                  </a:lnTo>
                  <a:lnTo>
                    <a:pt x="2949857" y="2723647"/>
                  </a:lnTo>
                  <a:lnTo>
                    <a:pt x="2950713" y="2737813"/>
                  </a:lnTo>
                  <a:lnTo>
                    <a:pt x="2951568" y="2817588"/>
                  </a:lnTo>
                  <a:lnTo>
                    <a:pt x="2952424" y="2982465"/>
                  </a:lnTo>
                  <a:lnTo>
                    <a:pt x="2953279" y="3084624"/>
                  </a:lnTo>
                  <a:lnTo>
                    <a:pt x="2954135" y="3105142"/>
                  </a:lnTo>
                  <a:lnTo>
                    <a:pt x="2954990" y="3116972"/>
                  </a:lnTo>
                  <a:lnTo>
                    <a:pt x="2954990" y="3116972"/>
                  </a:lnTo>
                  <a:lnTo>
                    <a:pt x="2955846" y="3116972"/>
                  </a:lnTo>
                  <a:lnTo>
                    <a:pt x="2956702" y="3116972"/>
                  </a:lnTo>
                  <a:lnTo>
                    <a:pt x="2957557" y="3116972"/>
                  </a:lnTo>
                  <a:lnTo>
                    <a:pt x="2958413" y="3116972"/>
                  </a:lnTo>
                  <a:lnTo>
                    <a:pt x="2959268" y="3116972"/>
                  </a:lnTo>
                  <a:lnTo>
                    <a:pt x="2960124" y="3116972"/>
                  </a:lnTo>
                  <a:lnTo>
                    <a:pt x="2960979" y="3116972"/>
                  </a:lnTo>
                  <a:lnTo>
                    <a:pt x="2961835" y="3030553"/>
                  </a:lnTo>
                  <a:lnTo>
                    <a:pt x="2962690" y="2924127"/>
                  </a:lnTo>
                  <a:lnTo>
                    <a:pt x="2963546" y="2875308"/>
                  </a:lnTo>
                  <a:lnTo>
                    <a:pt x="2964401" y="2892346"/>
                  </a:lnTo>
                  <a:lnTo>
                    <a:pt x="2965257" y="2900191"/>
                  </a:lnTo>
                  <a:lnTo>
                    <a:pt x="2966112" y="2941160"/>
                  </a:lnTo>
                  <a:lnTo>
                    <a:pt x="2966968" y="3043247"/>
                  </a:lnTo>
                  <a:lnTo>
                    <a:pt x="2967823" y="3102460"/>
                  </a:lnTo>
                  <a:lnTo>
                    <a:pt x="2968679" y="3116972"/>
                  </a:lnTo>
                  <a:lnTo>
                    <a:pt x="2968679" y="3116972"/>
                  </a:lnTo>
                  <a:lnTo>
                    <a:pt x="2969534" y="3116972"/>
                  </a:lnTo>
                  <a:lnTo>
                    <a:pt x="2970390" y="3116972"/>
                  </a:lnTo>
                  <a:lnTo>
                    <a:pt x="2971245" y="3116972"/>
                  </a:lnTo>
                  <a:lnTo>
                    <a:pt x="2972101" y="3090519"/>
                  </a:lnTo>
                  <a:lnTo>
                    <a:pt x="2972957" y="3085673"/>
                  </a:lnTo>
                  <a:lnTo>
                    <a:pt x="2973812" y="3085674"/>
                  </a:lnTo>
                  <a:lnTo>
                    <a:pt x="2974668" y="3037500"/>
                  </a:lnTo>
                  <a:lnTo>
                    <a:pt x="2975523" y="2923095"/>
                  </a:lnTo>
                  <a:lnTo>
                    <a:pt x="2976379" y="2874613"/>
                  </a:lnTo>
                  <a:lnTo>
                    <a:pt x="2977234" y="2931542"/>
                  </a:lnTo>
                  <a:lnTo>
                    <a:pt x="2978090" y="2976675"/>
                  </a:lnTo>
                  <a:lnTo>
                    <a:pt x="2978945" y="2975587"/>
                  </a:lnTo>
                  <a:lnTo>
                    <a:pt x="2979801" y="3000296"/>
                  </a:lnTo>
                  <a:lnTo>
                    <a:pt x="2980656" y="3105667"/>
                  </a:lnTo>
                  <a:lnTo>
                    <a:pt x="2981512" y="3116972"/>
                  </a:lnTo>
                  <a:lnTo>
                    <a:pt x="2981512" y="3116972"/>
                  </a:lnTo>
                  <a:lnTo>
                    <a:pt x="2982367" y="3116972"/>
                  </a:lnTo>
                  <a:lnTo>
                    <a:pt x="2983223" y="3116972"/>
                  </a:lnTo>
                  <a:lnTo>
                    <a:pt x="2984078" y="3116972"/>
                  </a:lnTo>
                  <a:lnTo>
                    <a:pt x="2984934" y="3089606"/>
                  </a:lnTo>
                  <a:lnTo>
                    <a:pt x="2985789" y="3050202"/>
                  </a:lnTo>
                  <a:lnTo>
                    <a:pt x="2986645" y="3056504"/>
                  </a:lnTo>
                  <a:lnTo>
                    <a:pt x="2987500" y="3081838"/>
                  </a:lnTo>
                  <a:lnTo>
                    <a:pt x="2988356" y="3035494"/>
                  </a:lnTo>
                  <a:lnTo>
                    <a:pt x="2989212" y="3051009"/>
                  </a:lnTo>
                  <a:lnTo>
                    <a:pt x="2990067" y="3116972"/>
                  </a:lnTo>
                  <a:lnTo>
                    <a:pt x="2990067" y="3116972"/>
                  </a:lnTo>
                  <a:lnTo>
                    <a:pt x="2990923" y="3116972"/>
                  </a:lnTo>
                  <a:lnTo>
                    <a:pt x="2991778" y="3116972"/>
                  </a:lnTo>
                  <a:lnTo>
                    <a:pt x="2992634" y="3051903"/>
                  </a:lnTo>
                  <a:lnTo>
                    <a:pt x="2993489" y="2996614"/>
                  </a:lnTo>
                  <a:lnTo>
                    <a:pt x="2994345" y="2908819"/>
                  </a:lnTo>
                  <a:lnTo>
                    <a:pt x="2995200" y="2765721"/>
                  </a:lnTo>
                  <a:lnTo>
                    <a:pt x="2996056" y="2743525"/>
                  </a:lnTo>
                  <a:lnTo>
                    <a:pt x="2996911" y="2786581"/>
                  </a:lnTo>
                  <a:lnTo>
                    <a:pt x="2997767" y="2836822"/>
                  </a:lnTo>
                  <a:lnTo>
                    <a:pt x="2998622" y="2935449"/>
                  </a:lnTo>
                  <a:lnTo>
                    <a:pt x="2999478" y="3017838"/>
                  </a:lnTo>
                  <a:lnTo>
                    <a:pt x="3000333" y="3057928"/>
                  </a:lnTo>
                  <a:lnTo>
                    <a:pt x="3001189" y="3035279"/>
                  </a:lnTo>
                  <a:lnTo>
                    <a:pt x="3002044" y="2972162"/>
                  </a:lnTo>
                  <a:lnTo>
                    <a:pt x="3002900" y="2900216"/>
                  </a:lnTo>
                  <a:lnTo>
                    <a:pt x="3003756" y="2721667"/>
                  </a:lnTo>
                  <a:lnTo>
                    <a:pt x="3004611" y="2612618"/>
                  </a:lnTo>
                  <a:lnTo>
                    <a:pt x="3005467" y="2626426"/>
                  </a:lnTo>
                  <a:lnTo>
                    <a:pt x="3006322" y="2731087"/>
                  </a:lnTo>
                  <a:lnTo>
                    <a:pt x="3007178" y="2821830"/>
                  </a:lnTo>
                  <a:lnTo>
                    <a:pt x="3008033" y="2891250"/>
                  </a:lnTo>
                  <a:lnTo>
                    <a:pt x="3008889" y="3024169"/>
                  </a:lnTo>
                  <a:lnTo>
                    <a:pt x="3009744" y="3076034"/>
                  </a:lnTo>
                  <a:lnTo>
                    <a:pt x="3010600" y="3061488"/>
                  </a:lnTo>
                  <a:lnTo>
                    <a:pt x="3011455" y="2977625"/>
                  </a:lnTo>
                  <a:lnTo>
                    <a:pt x="3012311" y="2894322"/>
                  </a:lnTo>
                  <a:lnTo>
                    <a:pt x="3013166" y="2908553"/>
                  </a:lnTo>
                  <a:lnTo>
                    <a:pt x="3014022" y="2951076"/>
                  </a:lnTo>
                  <a:lnTo>
                    <a:pt x="3014877" y="3036159"/>
                  </a:lnTo>
                  <a:lnTo>
                    <a:pt x="3015733" y="3078309"/>
                  </a:lnTo>
                  <a:lnTo>
                    <a:pt x="3016588" y="3095843"/>
                  </a:lnTo>
                  <a:lnTo>
                    <a:pt x="3017444" y="3116972"/>
                  </a:lnTo>
                  <a:lnTo>
                    <a:pt x="3017444" y="3116972"/>
                  </a:lnTo>
                  <a:lnTo>
                    <a:pt x="3018299" y="3116972"/>
                  </a:lnTo>
                  <a:lnTo>
                    <a:pt x="3019155" y="3067083"/>
                  </a:lnTo>
                  <a:lnTo>
                    <a:pt x="3020011" y="2963192"/>
                  </a:lnTo>
                  <a:lnTo>
                    <a:pt x="3020866" y="2880078"/>
                  </a:lnTo>
                  <a:lnTo>
                    <a:pt x="3021722" y="2862692"/>
                  </a:lnTo>
                  <a:lnTo>
                    <a:pt x="3022577" y="2872104"/>
                  </a:lnTo>
                  <a:lnTo>
                    <a:pt x="3023433" y="2902880"/>
                  </a:lnTo>
                  <a:lnTo>
                    <a:pt x="3024288" y="2941139"/>
                  </a:lnTo>
                  <a:lnTo>
                    <a:pt x="3025144" y="2999989"/>
                  </a:lnTo>
                  <a:lnTo>
                    <a:pt x="3025999" y="3054201"/>
                  </a:lnTo>
                  <a:lnTo>
                    <a:pt x="3026855" y="3071586"/>
                  </a:lnTo>
                  <a:lnTo>
                    <a:pt x="3027710" y="3071586"/>
                  </a:lnTo>
                  <a:lnTo>
                    <a:pt x="3028566" y="3036737"/>
                  </a:lnTo>
                  <a:lnTo>
                    <a:pt x="3029421" y="2986184"/>
                  </a:lnTo>
                  <a:lnTo>
                    <a:pt x="3030277" y="2988220"/>
                  </a:lnTo>
                  <a:lnTo>
                    <a:pt x="3031132" y="2988220"/>
                  </a:lnTo>
                  <a:lnTo>
                    <a:pt x="3031988" y="2988221"/>
                  </a:lnTo>
                  <a:lnTo>
                    <a:pt x="3032843" y="3000953"/>
                  </a:lnTo>
                  <a:lnTo>
                    <a:pt x="3033699" y="3063539"/>
                  </a:lnTo>
                  <a:lnTo>
                    <a:pt x="3034554" y="3116972"/>
                  </a:lnTo>
                  <a:lnTo>
                    <a:pt x="3034554" y="3116972"/>
                  </a:lnTo>
                  <a:lnTo>
                    <a:pt x="3035410" y="3116972"/>
                  </a:lnTo>
                  <a:lnTo>
                    <a:pt x="3036266" y="3116972"/>
                  </a:lnTo>
                  <a:lnTo>
                    <a:pt x="3037121" y="3116972"/>
                  </a:lnTo>
                  <a:lnTo>
                    <a:pt x="3037977" y="3116972"/>
                  </a:lnTo>
                  <a:lnTo>
                    <a:pt x="3038832" y="3105958"/>
                  </a:lnTo>
                  <a:lnTo>
                    <a:pt x="3039688" y="3088758"/>
                  </a:lnTo>
                  <a:lnTo>
                    <a:pt x="3040543" y="2999490"/>
                  </a:lnTo>
                  <a:lnTo>
                    <a:pt x="3041399" y="2997951"/>
                  </a:lnTo>
                  <a:lnTo>
                    <a:pt x="3042254" y="3112647"/>
                  </a:lnTo>
                  <a:lnTo>
                    <a:pt x="3043110" y="3116972"/>
                  </a:lnTo>
                  <a:lnTo>
                    <a:pt x="3043110" y="3116972"/>
                  </a:lnTo>
                  <a:lnTo>
                    <a:pt x="3043965" y="3116972"/>
                  </a:lnTo>
                  <a:lnTo>
                    <a:pt x="3044821" y="3116972"/>
                  </a:lnTo>
                  <a:lnTo>
                    <a:pt x="3045676" y="3116972"/>
                  </a:lnTo>
                  <a:lnTo>
                    <a:pt x="3046532" y="3116972"/>
                  </a:lnTo>
                  <a:lnTo>
                    <a:pt x="3047387" y="3108420"/>
                  </a:lnTo>
                  <a:lnTo>
                    <a:pt x="3048243" y="3116972"/>
                  </a:lnTo>
                  <a:lnTo>
                    <a:pt x="3048243" y="3116972"/>
                  </a:lnTo>
                  <a:lnTo>
                    <a:pt x="3049098" y="3116972"/>
                  </a:lnTo>
                  <a:lnTo>
                    <a:pt x="3049954" y="3112990"/>
                  </a:lnTo>
                  <a:lnTo>
                    <a:pt x="3050810" y="3105242"/>
                  </a:lnTo>
                  <a:lnTo>
                    <a:pt x="3051665" y="3086515"/>
                  </a:lnTo>
                  <a:lnTo>
                    <a:pt x="3052521" y="3049503"/>
                  </a:lnTo>
                  <a:lnTo>
                    <a:pt x="3053376" y="3016438"/>
                  </a:lnTo>
                  <a:lnTo>
                    <a:pt x="3054232" y="3019279"/>
                  </a:lnTo>
                  <a:lnTo>
                    <a:pt x="3055087" y="3061633"/>
                  </a:lnTo>
                  <a:lnTo>
                    <a:pt x="3055943" y="3104021"/>
                  </a:lnTo>
                  <a:lnTo>
                    <a:pt x="3056798" y="3116972"/>
                  </a:lnTo>
                  <a:lnTo>
                    <a:pt x="3056798" y="3116972"/>
                  </a:lnTo>
                  <a:lnTo>
                    <a:pt x="3057654" y="3116972"/>
                  </a:lnTo>
                  <a:lnTo>
                    <a:pt x="3058509" y="3116972"/>
                  </a:lnTo>
                  <a:lnTo>
                    <a:pt x="3059365" y="3116972"/>
                  </a:lnTo>
                  <a:lnTo>
                    <a:pt x="3060220" y="3116972"/>
                  </a:lnTo>
                  <a:lnTo>
                    <a:pt x="3061076" y="3116972"/>
                  </a:lnTo>
                  <a:lnTo>
                    <a:pt x="3061931" y="3116972"/>
                  </a:lnTo>
                  <a:lnTo>
                    <a:pt x="3062787" y="3116972"/>
                  </a:lnTo>
                  <a:lnTo>
                    <a:pt x="3063642" y="3116972"/>
                  </a:lnTo>
                  <a:lnTo>
                    <a:pt x="3064498" y="3116972"/>
                  </a:lnTo>
                  <a:lnTo>
                    <a:pt x="3065353" y="3116972"/>
                  </a:lnTo>
                  <a:lnTo>
                    <a:pt x="3066209" y="3116972"/>
                  </a:lnTo>
                  <a:lnTo>
                    <a:pt x="3067065" y="3079293"/>
                  </a:lnTo>
                  <a:lnTo>
                    <a:pt x="3067920" y="3064753"/>
                  </a:lnTo>
                  <a:lnTo>
                    <a:pt x="3068776" y="3057944"/>
                  </a:lnTo>
                  <a:lnTo>
                    <a:pt x="3069631" y="3056714"/>
                  </a:lnTo>
                  <a:lnTo>
                    <a:pt x="3070487" y="3055424"/>
                  </a:lnTo>
                  <a:lnTo>
                    <a:pt x="3071342" y="3097606"/>
                  </a:lnTo>
                  <a:lnTo>
                    <a:pt x="3072198" y="3116972"/>
                  </a:lnTo>
                  <a:lnTo>
                    <a:pt x="3072198" y="3116972"/>
                  </a:lnTo>
                  <a:lnTo>
                    <a:pt x="3073053" y="3116972"/>
                  </a:lnTo>
                  <a:lnTo>
                    <a:pt x="3073909" y="3116972"/>
                  </a:lnTo>
                  <a:lnTo>
                    <a:pt x="3074764" y="3110594"/>
                  </a:lnTo>
                  <a:lnTo>
                    <a:pt x="3075620" y="3046041"/>
                  </a:lnTo>
                  <a:lnTo>
                    <a:pt x="3076475" y="2990614"/>
                  </a:lnTo>
                  <a:lnTo>
                    <a:pt x="3077331" y="2969449"/>
                  </a:lnTo>
                  <a:lnTo>
                    <a:pt x="3078186" y="2953266"/>
                  </a:lnTo>
                  <a:lnTo>
                    <a:pt x="3079042" y="2931677"/>
                  </a:lnTo>
                  <a:lnTo>
                    <a:pt x="3079897" y="2959460"/>
                  </a:lnTo>
                  <a:lnTo>
                    <a:pt x="3080753" y="3025172"/>
                  </a:lnTo>
                  <a:lnTo>
                    <a:pt x="3081608" y="3029061"/>
                  </a:lnTo>
                  <a:lnTo>
                    <a:pt x="3082464" y="3000492"/>
                  </a:lnTo>
                  <a:lnTo>
                    <a:pt x="3083320" y="3031102"/>
                  </a:lnTo>
                  <a:lnTo>
                    <a:pt x="3084175" y="3003573"/>
                  </a:lnTo>
                  <a:lnTo>
                    <a:pt x="3085031" y="2936152"/>
                  </a:lnTo>
                  <a:lnTo>
                    <a:pt x="3085886" y="2864115"/>
                  </a:lnTo>
                  <a:lnTo>
                    <a:pt x="3086742" y="2803154"/>
                  </a:lnTo>
                  <a:lnTo>
                    <a:pt x="3087597" y="2723502"/>
                  </a:lnTo>
                  <a:lnTo>
                    <a:pt x="3088453" y="2668904"/>
                  </a:lnTo>
                  <a:lnTo>
                    <a:pt x="3089308" y="2682181"/>
                  </a:lnTo>
                  <a:lnTo>
                    <a:pt x="3090164" y="2618129"/>
                  </a:lnTo>
                  <a:lnTo>
                    <a:pt x="3091019" y="2590866"/>
                  </a:lnTo>
                  <a:lnTo>
                    <a:pt x="3091875" y="2650708"/>
                  </a:lnTo>
                  <a:lnTo>
                    <a:pt x="3092730" y="2654391"/>
                  </a:lnTo>
                  <a:lnTo>
                    <a:pt x="3093586" y="2615330"/>
                  </a:lnTo>
                  <a:lnTo>
                    <a:pt x="3094441" y="2600015"/>
                  </a:lnTo>
                  <a:lnTo>
                    <a:pt x="3095297" y="2643437"/>
                  </a:lnTo>
                  <a:lnTo>
                    <a:pt x="3096152" y="2560752"/>
                  </a:lnTo>
                  <a:lnTo>
                    <a:pt x="3097008" y="2417262"/>
                  </a:lnTo>
                  <a:lnTo>
                    <a:pt x="3097864" y="2370629"/>
                  </a:lnTo>
                  <a:lnTo>
                    <a:pt x="3098719" y="2357511"/>
                  </a:lnTo>
                  <a:lnTo>
                    <a:pt x="3099575" y="2363933"/>
                  </a:lnTo>
                  <a:lnTo>
                    <a:pt x="3100430" y="2290199"/>
                  </a:lnTo>
                  <a:lnTo>
                    <a:pt x="3101286" y="2175201"/>
                  </a:lnTo>
                  <a:lnTo>
                    <a:pt x="3102141" y="2149850"/>
                  </a:lnTo>
                  <a:lnTo>
                    <a:pt x="3102997" y="2136102"/>
                  </a:lnTo>
                  <a:lnTo>
                    <a:pt x="3103852" y="2083945"/>
                  </a:lnTo>
                  <a:lnTo>
                    <a:pt x="3104708" y="2008579"/>
                  </a:lnTo>
                  <a:lnTo>
                    <a:pt x="3105563" y="2009490"/>
                  </a:lnTo>
                  <a:lnTo>
                    <a:pt x="3106419" y="2111683"/>
                  </a:lnTo>
                  <a:lnTo>
                    <a:pt x="3107274" y="2166881"/>
                  </a:lnTo>
                  <a:lnTo>
                    <a:pt x="3108130" y="2173692"/>
                  </a:lnTo>
                  <a:lnTo>
                    <a:pt x="3108985" y="2190894"/>
                  </a:lnTo>
                  <a:lnTo>
                    <a:pt x="3109841" y="2123152"/>
                  </a:lnTo>
                  <a:lnTo>
                    <a:pt x="3110696" y="2025228"/>
                  </a:lnTo>
                  <a:lnTo>
                    <a:pt x="3111552" y="1960111"/>
                  </a:lnTo>
                  <a:lnTo>
                    <a:pt x="3112407" y="1891457"/>
                  </a:lnTo>
                  <a:lnTo>
                    <a:pt x="3113263" y="1863843"/>
                  </a:lnTo>
                  <a:lnTo>
                    <a:pt x="3114119" y="1827284"/>
                  </a:lnTo>
                  <a:lnTo>
                    <a:pt x="3114974" y="1837505"/>
                  </a:lnTo>
                  <a:lnTo>
                    <a:pt x="3115830" y="1898634"/>
                  </a:lnTo>
                  <a:lnTo>
                    <a:pt x="3116685" y="1972683"/>
                  </a:lnTo>
                  <a:lnTo>
                    <a:pt x="3117541" y="2041088"/>
                  </a:lnTo>
                  <a:lnTo>
                    <a:pt x="3118396" y="2098442"/>
                  </a:lnTo>
                  <a:lnTo>
                    <a:pt x="3119252" y="2145230"/>
                  </a:lnTo>
                  <a:lnTo>
                    <a:pt x="3120107" y="2189066"/>
                  </a:lnTo>
                  <a:lnTo>
                    <a:pt x="3120963" y="2208395"/>
                  </a:lnTo>
                  <a:lnTo>
                    <a:pt x="3121818" y="2248700"/>
                  </a:lnTo>
                  <a:lnTo>
                    <a:pt x="3122674" y="2287320"/>
                  </a:lnTo>
                  <a:lnTo>
                    <a:pt x="3123529" y="2243710"/>
                  </a:lnTo>
                  <a:lnTo>
                    <a:pt x="3124385" y="2120276"/>
                  </a:lnTo>
                  <a:lnTo>
                    <a:pt x="3125240" y="1986187"/>
                  </a:lnTo>
                  <a:lnTo>
                    <a:pt x="3126096" y="1958494"/>
                  </a:lnTo>
                  <a:lnTo>
                    <a:pt x="3126951" y="1894821"/>
                  </a:lnTo>
                  <a:lnTo>
                    <a:pt x="3127807" y="1793000"/>
                  </a:lnTo>
                  <a:lnTo>
                    <a:pt x="3128662" y="1734554"/>
                  </a:lnTo>
                  <a:lnTo>
                    <a:pt x="3129518" y="1748303"/>
                  </a:lnTo>
                  <a:lnTo>
                    <a:pt x="3130374" y="1796132"/>
                  </a:lnTo>
                  <a:lnTo>
                    <a:pt x="3131229" y="1839396"/>
                  </a:lnTo>
                  <a:lnTo>
                    <a:pt x="3132085" y="1887137"/>
                  </a:lnTo>
                  <a:lnTo>
                    <a:pt x="3132940" y="1963892"/>
                  </a:lnTo>
                  <a:lnTo>
                    <a:pt x="3133796" y="2021474"/>
                  </a:lnTo>
                  <a:lnTo>
                    <a:pt x="3134651" y="2075021"/>
                  </a:lnTo>
                  <a:lnTo>
                    <a:pt x="3135507" y="2140947"/>
                  </a:lnTo>
                  <a:lnTo>
                    <a:pt x="3136362" y="2132221"/>
                  </a:lnTo>
                  <a:lnTo>
                    <a:pt x="3137218" y="2149208"/>
                  </a:lnTo>
                  <a:lnTo>
                    <a:pt x="3138073" y="2121459"/>
                  </a:lnTo>
                  <a:lnTo>
                    <a:pt x="3138929" y="2080166"/>
                  </a:lnTo>
                  <a:lnTo>
                    <a:pt x="3139784" y="2006419"/>
                  </a:lnTo>
                  <a:lnTo>
                    <a:pt x="3140640" y="1961515"/>
                  </a:lnTo>
                  <a:lnTo>
                    <a:pt x="3141495" y="1936683"/>
                  </a:lnTo>
                  <a:lnTo>
                    <a:pt x="3142351" y="1828818"/>
                  </a:lnTo>
                  <a:lnTo>
                    <a:pt x="3143206" y="1736131"/>
                  </a:lnTo>
                  <a:lnTo>
                    <a:pt x="3144062" y="1712980"/>
                  </a:lnTo>
                  <a:lnTo>
                    <a:pt x="3144917" y="1746245"/>
                  </a:lnTo>
                  <a:lnTo>
                    <a:pt x="3145773" y="1738764"/>
                  </a:lnTo>
                  <a:lnTo>
                    <a:pt x="3146629" y="1706386"/>
                  </a:lnTo>
                  <a:lnTo>
                    <a:pt x="3147484" y="1718339"/>
                  </a:lnTo>
                  <a:lnTo>
                    <a:pt x="3148340" y="1767883"/>
                  </a:lnTo>
                  <a:lnTo>
                    <a:pt x="3149195" y="1811324"/>
                  </a:lnTo>
                  <a:lnTo>
                    <a:pt x="3150051" y="1858894"/>
                  </a:lnTo>
                  <a:lnTo>
                    <a:pt x="3150906" y="1833188"/>
                  </a:lnTo>
                  <a:lnTo>
                    <a:pt x="3151762" y="1856669"/>
                  </a:lnTo>
                  <a:lnTo>
                    <a:pt x="3152617" y="1910994"/>
                  </a:lnTo>
                  <a:lnTo>
                    <a:pt x="3153473" y="1933075"/>
                  </a:lnTo>
                  <a:lnTo>
                    <a:pt x="3154328" y="1935038"/>
                  </a:lnTo>
                  <a:lnTo>
                    <a:pt x="3155184" y="1877871"/>
                  </a:lnTo>
                  <a:lnTo>
                    <a:pt x="3156039" y="1947542"/>
                  </a:lnTo>
                  <a:lnTo>
                    <a:pt x="3156895" y="1972524"/>
                  </a:lnTo>
                  <a:lnTo>
                    <a:pt x="3157750" y="1931196"/>
                  </a:lnTo>
                  <a:lnTo>
                    <a:pt x="3158606" y="1980718"/>
                  </a:lnTo>
                  <a:lnTo>
                    <a:pt x="3159461" y="2131869"/>
                  </a:lnTo>
                  <a:lnTo>
                    <a:pt x="3160317" y="2240554"/>
                  </a:lnTo>
                  <a:lnTo>
                    <a:pt x="3161173" y="2242252"/>
                  </a:lnTo>
                  <a:lnTo>
                    <a:pt x="3162028" y="2249129"/>
                  </a:lnTo>
                  <a:lnTo>
                    <a:pt x="3162884" y="2343884"/>
                  </a:lnTo>
                  <a:lnTo>
                    <a:pt x="3163739" y="2385465"/>
                  </a:lnTo>
                  <a:lnTo>
                    <a:pt x="3164595" y="2341586"/>
                  </a:lnTo>
                  <a:lnTo>
                    <a:pt x="3165450" y="2321209"/>
                  </a:lnTo>
                  <a:lnTo>
                    <a:pt x="3166306" y="2314794"/>
                  </a:lnTo>
                  <a:lnTo>
                    <a:pt x="3167161" y="2300752"/>
                  </a:lnTo>
                  <a:lnTo>
                    <a:pt x="3168017" y="2235103"/>
                  </a:lnTo>
                  <a:lnTo>
                    <a:pt x="3168872" y="2179779"/>
                  </a:lnTo>
                  <a:lnTo>
                    <a:pt x="3169728" y="2141354"/>
                  </a:lnTo>
                  <a:lnTo>
                    <a:pt x="3170583" y="2110773"/>
                  </a:lnTo>
                  <a:lnTo>
                    <a:pt x="3171439" y="2072221"/>
                  </a:lnTo>
                  <a:lnTo>
                    <a:pt x="3172294" y="2019321"/>
                  </a:lnTo>
                  <a:lnTo>
                    <a:pt x="3173150" y="1956849"/>
                  </a:lnTo>
                  <a:lnTo>
                    <a:pt x="3174005" y="1936326"/>
                  </a:lnTo>
                  <a:lnTo>
                    <a:pt x="3174861" y="1929913"/>
                  </a:lnTo>
                  <a:lnTo>
                    <a:pt x="3175716" y="1891022"/>
                  </a:lnTo>
                  <a:lnTo>
                    <a:pt x="3176572" y="1924947"/>
                  </a:lnTo>
                  <a:lnTo>
                    <a:pt x="3177428" y="1921678"/>
                  </a:lnTo>
                  <a:lnTo>
                    <a:pt x="3178283" y="1843321"/>
                  </a:lnTo>
                  <a:lnTo>
                    <a:pt x="3179139" y="1719436"/>
                  </a:lnTo>
                  <a:lnTo>
                    <a:pt x="3179994" y="1577157"/>
                  </a:lnTo>
                  <a:lnTo>
                    <a:pt x="3180850" y="1501493"/>
                  </a:lnTo>
                  <a:lnTo>
                    <a:pt x="3181705" y="1415821"/>
                  </a:lnTo>
                  <a:lnTo>
                    <a:pt x="3182561" y="1410697"/>
                  </a:lnTo>
                  <a:lnTo>
                    <a:pt x="3183416" y="1520298"/>
                  </a:lnTo>
                  <a:lnTo>
                    <a:pt x="3184272" y="1607715"/>
                  </a:lnTo>
                  <a:lnTo>
                    <a:pt x="3185127" y="1682811"/>
                  </a:lnTo>
                  <a:lnTo>
                    <a:pt x="3185983" y="1783405"/>
                  </a:lnTo>
                  <a:lnTo>
                    <a:pt x="3186838" y="1872232"/>
                  </a:lnTo>
                  <a:lnTo>
                    <a:pt x="3187694" y="1849415"/>
                  </a:lnTo>
                  <a:lnTo>
                    <a:pt x="3188549" y="1782439"/>
                  </a:lnTo>
                  <a:lnTo>
                    <a:pt x="3189405" y="1724799"/>
                  </a:lnTo>
                  <a:lnTo>
                    <a:pt x="3190260" y="1669214"/>
                  </a:lnTo>
                  <a:lnTo>
                    <a:pt x="3191116" y="1592049"/>
                  </a:lnTo>
                  <a:lnTo>
                    <a:pt x="3191971" y="1502217"/>
                  </a:lnTo>
                  <a:lnTo>
                    <a:pt x="3192827" y="1463778"/>
                  </a:lnTo>
                  <a:lnTo>
                    <a:pt x="3193683" y="1436913"/>
                  </a:lnTo>
                  <a:lnTo>
                    <a:pt x="3194538" y="1437211"/>
                  </a:lnTo>
                  <a:lnTo>
                    <a:pt x="3195394" y="1408831"/>
                  </a:lnTo>
                  <a:lnTo>
                    <a:pt x="3196249" y="1365690"/>
                  </a:lnTo>
                  <a:lnTo>
                    <a:pt x="3197105" y="1301345"/>
                  </a:lnTo>
                  <a:lnTo>
                    <a:pt x="3197960" y="1314400"/>
                  </a:lnTo>
                  <a:lnTo>
                    <a:pt x="3198816" y="1396417"/>
                  </a:lnTo>
                  <a:lnTo>
                    <a:pt x="3199671" y="1435316"/>
                  </a:lnTo>
                  <a:lnTo>
                    <a:pt x="3200527" y="1560241"/>
                  </a:lnTo>
                  <a:lnTo>
                    <a:pt x="3201382" y="1752043"/>
                  </a:lnTo>
                  <a:lnTo>
                    <a:pt x="3202238" y="1838293"/>
                  </a:lnTo>
                  <a:lnTo>
                    <a:pt x="3203093" y="1748407"/>
                  </a:lnTo>
                  <a:lnTo>
                    <a:pt x="3203949" y="1573106"/>
                  </a:lnTo>
                  <a:lnTo>
                    <a:pt x="3204804" y="1461950"/>
                  </a:lnTo>
                  <a:lnTo>
                    <a:pt x="3205660" y="1327473"/>
                  </a:lnTo>
                  <a:lnTo>
                    <a:pt x="3206515" y="1179073"/>
                  </a:lnTo>
                  <a:lnTo>
                    <a:pt x="3207371" y="1145130"/>
                  </a:lnTo>
                  <a:lnTo>
                    <a:pt x="3208227" y="1201355"/>
                  </a:lnTo>
                  <a:lnTo>
                    <a:pt x="3209082" y="1344133"/>
                  </a:lnTo>
                  <a:lnTo>
                    <a:pt x="3209938" y="1433980"/>
                  </a:lnTo>
                  <a:lnTo>
                    <a:pt x="3210793" y="1462070"/>
                  </a:lnTo>
                  <a:lnTo>
                    <a:pt x="3211649" y="1507318"/>
                  </a:lnTo>
                  <a:lnTo>
                    <a:pt x="3212504" y="1518327"/>
                  </a:lnTo>
                  <a:lnTo>
                    <a:pt x="3213360" y="1532406"/>
                  </a:lnTo>
                  <a:lnTo>
                    <a:pt x="3214215" y="1551728"/>
                  </a:lnTo>
                  <a:lnTo>
                    <a:pt x="3215071" y="1619412"/>
                  </a:lnTo>
                  <a:lnTo>
                    <a:pt x="3215926" y="1721382"/>
                  </a:lnTo>
                  <a:lnTo>
                    <a:pt x="3216782" y="1684762"/>
                  </a:lnTo>
                  <a:lnTo>
                    <a:pt x="3217637" y="1674609"/>
                  </a:lnTo>
                  <a:lnTo>
                    <a:pt x="3218493" y="1735813"/>
                  </a:lnTo>
                  <a:lnTo>
                    <a:pt x="3219348" y="1695019"/>
                  </a:lnTo>
                  <a:lnTo>
                    <a:pt x="3220204" y="1573490"/>
                  </a:lnTo>
                  <a:lnTo>
                    <a:pt x="3221059" y="1439976"/>
                  </a:lnTo>
                  <a:lnTo>
                    <a:pt x="3221915" y="1495972"/>
                  </a:lnTo>
                  <a:lnTo>
                    <a:pt x="3222770" y="1487044"/>
                  </a:lnTo>
                  <a:lnTo>
                    <a:pt x="3223626" y="1344647"/>
                  </a:lnTo>
                  <a:lnTo>
                    <a:pt x="3224482" y="1224747"/>
                  </a:lnTo>
                  <a:lnTo>
                    <a:pt x="3225337" y="1208779"/>
                  </a:lnTo>
                  <a:lnTo>
                    <a:pt x="3226193" y="1191202"/>
                  </a:lnTo>
                  <a:lnTo>
                    <a:pt x="3227048" y="1046581"/>
                  </a:lnTo>
                  <a:lnTo>
                    <a:pt x="3227904" y="977962"/>
                  </a:lnTo>
                  <a:lnTo>
                    <a:pt x="3228759" y="985746"/>
                  </a:lnTo>
                  <a:lnTo>
                    <a:pt x="3229615" y="1014984"/>
                  </a:lnTo>
                  <a:lnTo>
                    <a:pt x="3230470" y="991653"/>
                  </a:lnTo>
                  <a:lnTo>
                    <a:pt x="3231326" y="1021361"/>
                  </a:lnTo>
                  <a:lnTo>
                    <a:pt x="3232181" y="1034710"/>
                  </a:lnTo>
                  <a:lnTo>
                    <a:pt x="3233037" y="1005738"/>
                  </a:lnTo>
                  <a:lnTo>
                    <a:pt x="3233892" y="992091"/>
                  </a:lnTo>
                  <a:lnTo>
                    <a:pt x="3234748" y="968337"/>
                  </a:lnTo>
                  <a:lnTo>
                    <a:pt x="3235603" y="998357"/>
                  </a:lnTo>
                  <a:lnTo>
                    <a:pt x="3236459" y="1111079"/>
                  </a:lnTo>
                  <a:lnTo>
                    <a:pt x="3237314" y="1178103"/>
                  </a:lnTo>
                  <a:lnTo>
                    <a:pt x="3238170" y="1202038"/>
                  </a:lnTo>
                  <a:lnTo>
                    <a:pt x="3239025" y="1233126"/>
                  </a:lnTo>
                  <a:lnTo>
                    <a:pt x="3239881" y="1286944"/>
                  </a:lnTo>
                  <a:lnTo>
                    <a:pt x="3240737" y="1240188"/>
                  </a:lnTo>
                  <a:lnTo>
                    <a:pt x="3241592" y="1052826"/>
                  </a:lnTo>
                  <a:lnTo>
                    <a:pt x="3242448" y="980187"/>
                  </a:lnTo>
                  <a:lnTo>
                    <a:pt x="3243303" y="979563"/>
                  </a:lnTo>
                  <a:lnTo>
                    <a:pt x="3244159" y="929867"/>
                  </a:lnTo>
                  <a:lnTo>
                    <a:pt x="3245014" y="899063"/>
                  </a:lnTo>
                  <a:lnTo>
                    <a:pt x="3245870" y="991271"/>
                  </a:lnTo>
                  <a:lnTo>
                    <a:pt x="3246725" y="1152966"/>
                  </a:lnTo>
                  <a:lnTo>
                    <a:pt x="3247581" y="1237157"/>
                  </a:lnTo>
                  <a:lnTo>
                    <a:pt x="3248436" y="1272435"/>
                  </a:lnTo>
                  <a:lnTo>
                    <a:pt x="3249292" y="1403906"/>
                  </a:lnTo>
                  <a:lnTo>
                    <a:pt x="3250147" y="1521809"/>
                  </a:lnTo>
                  <a:lnTo>
                    <a:pt x="3251003" y="1567374"/>
                  </a:lnTo>
                  <a:lnTo>
                    <a:pt x="3251858" y="1593016"/>
                  </a:lnTo>
                  <a:lnTo>
                    <a:pt x="3252714" y="1694876"/>
                  </a:lnTo>
                  <a:lnTo>
                    <a:pt x="3253569" y="1800550"/>
                  </a:lnTo>
                  <a:lnTo>
                    <a:pt x="3254425" y="1778002"/>
                  </a:lnTo>
                  <a:lnTo>
                    <a:pt x="3255281" y="1685075"/>
                  </a:lnTo>
                  <a:lnTo>
                    <a:pt x="3256136" y="1652952"/>
                  </a:lnTo>
                  <a:lnTo>
                    <a:pt x="3256992" y="1567197"/>
                  </a:lnTo>
                  <a:lnTo>
                    <a:pt x="3257847" y="1405104"/>
                  </a:lnTo>
                  <a:lnTo>
                    <a:pt x="3258703" y="1276373"/>
                  </a:lnTo>
                  <a:lnTo>
                    <a:pt x="3259558" y="1220618"/>
                  </a:lnTo>
                  <a:lnTo>
                    <a:pt x="3260414" y="1258982"/>
                  </a:lnTo>
                  <a:lnTo>
                    <a:pt x="3261269" y="1317264"/>
                  </a:lnTo>
                  <a:lnTo>
                    <a:pt x="3262125" y="1527114"/>
                  </a:lnTo>
                  <a:lnTo>
                    <a:pt x="3262980" y="1622876"/>
                  </a:lnTo>
                  <a:lnTo>
                    <a:pt x="3263836" y="1600476"/>
                  </a:lnTo>
                  <a:lnTo>
                    <a:pt x="3264691" y="1531867"/>
                  </a:lnTo>
                  <a:lnTo>
                    <a:pt x="3265547" y="1395560"/>
                  </a:lnTo>
                  <a:lnTo>
                    <a:pt x="3266402" y="1175139"/>
                  </a:lnTo>
                  <a:lnTo>
                    <a:pt x="3267258" y="838586"/>
                  </a:lnTo>
                  <a:lnTo>
                    <a:pt x="3268113" y="701644"/>
                  </a:lnTo>
                  <a:lnTo>
                    <a:pt x="3268969" y="702100"/>
                  </a:lnTo>
                  <a:lnTo>
                    <a:pt x="3269824" y="763696"/>
                  </a:lnTo>
                  <a:lnTo>
                    <a:pt x="3270680" y="893012"/>
                  </a:lnTo>
                  <a:lnTo>
                    <a:pt x="3271536" y="970249"/>
                  </a:lnTo>
                  <a:lnTo>
                    <a:pt x="3272391" y="974801"/>
                  </a:lnTo>
                  <a:lnTo>
                    <a:pt x="3273247" y="974702"/>
                  </a:lnTo>
                  <a:lnTo>
                    <a:pt x="3274102" y="1028345"/>
                  </a:lnTo>
                  <a:lnTo>
                    <a:pt x="3274958" y="1132871"/>
                  </a:lnTo>
                  <a:lnTo>
                    <a:pt x="3275813" y="1144407"/>
                  </a:lnTo>
                  <a:lnTo>
                    <a:pt x="3276669" y="1094194"/>
                  </a:lnTo>
                  <a:lnTo>
                    <a:pt x="3277524" y="1081513"/>
                  </a:lnTo>
                  <a:lnTo>
                    <a:pt x="3278380" y="1042954"/>
                  </a:lnTo>
                  <a:lnTo>
                    <a:pt x="3279235" y="915926"/>
                  </a:lnTo>
                  <a:lnTo>
                    <a:pt x="3280091" y="738759"/>
                  </a:lnTo>
                  <a:lnTo>
                    <a:pt x="3280946" y="655620"/>
                  </a:lnTo>
                  <a:lnTo>
                    <a:pt x="3281802" y="668196"/>
                  </a:lnTo>
                  <a:lnTo>
                    <a:pt x="3282657" y="682303"/>
                  </a:lnTo>
                  <a:lnTo>
                    <a:pt x="3283513" y="699087"/>
                  </a:lnTo>
                  <a:lnTo>
                    <a:pt x="3284368" y="766032"/>
                  </a:lnTo>
                  <a:lnTo>
                    <a:pt x="3285224" y="870899"/>
                  </a:lnTo>
                  <a:lnTo>
                    <a:pt x="3286079" y="895747"/>
                  </a:lnTo>
                  <a:lnTo>
                    <a:pt x="3286935" y="875480"/>
                  </a:lnTo>
                  <a:lnTo>
                    <a:pt x="3287791" y="951236"/>
                  </a:lnTo>
                  <a:lnTo>
                    <a:pt x="3288646" y="1092739"/>
                  </a:lnTo>
                  <a:lnTo>
                    <a:pt x="3289502" y="1256484"/>
                  </a:lnTo>
                  <a:lnTo>
                    <a:pt x="3290357" y="1304711"/>
                  </a:lnTo>
                  <a:lnTo>
                    <a:pt x="3291213" y="1329767"/>
                  </a:lnTo>
                  <a:lnTo>
                    <a:pt x="3292068" y="1475002"/>
                  </a:lnTo>
                  <a:lnTo>
                    <a:pt x="3292924" y="1569560"/>
                  </a:lnTo>
                  <a:lnTo>
                    <a:pt x="3293779" y="1568732"/>
                  </a:lnTo>
                  <a:lnTo>
                    <a:pt x="3294635" y="1472064"/>
                  </a:lnTo>
                  <a:lnTo>
                    <a:pt x="3295490" y="1438221"/>
                  </a:lnTo>
                  <a:lnTo>
                    <a:pt x="3296346" y="1391929"/>
                  </a:lnTo>
                  <a:lnTo>
                    <a:pt x="3297201" y="1256959"/>
                  </a:lnTo>
                  <a:lnTo>
                    <a:pt x="3298057" y="1097219"/>
                  </a:lnTo>
                  <a:lnTo>
                    <a:pt x="3298912" y="957903"/>
                  </a:lnTo>
                  <a:lnTo>
                    <a:pt x="3299768" y="848549"/>
                  </a:lnTo>
                  <a:lnTo>
                    <a:pt x="3300623" y="865740"/>
                  </a:lnTo>
                  <a:lnTo>
                    <a:pt x="3301479" y="908815"/>
                  </a:lnTo>
                  <a:lnTo>
                    <a:pt x="3302335" y="885360"/>
                  </a:lnTo>
                  <a:lnTo>
                    <a:pt x="3303190" y="855561"/>
                  </a:lnTo>
                  <a:lnTo>
                    <a:pt x="3304046" y="769698"/>
                  </a:lnTo>
                  <a:lnTo>
                    <a:pt x="3304901" y="712971"/>
                  </a:lnTo>
                  <a:lnTo>
                    <a:pt x="3305757" y="578642"/>
                  </a:lnTo>
                  <a:lnTo>
                    <a:pt x="3306612" y="485203"/>
                  </a:lnTo>
                  <a:lnTo>
                    <a:pt x="3307468" y="491778"/>
                  </a:lnTo>
                  <a:lnTo>
                    <a:pt x="3308323" y="553222"/>
                  </a:lnTo>
                  <a:lnTo>
                    <a:pt x="3309179" y="698674"/>
                  </a:lnTo>
                  <a:lnTo>
                    <a:pt x="3310034" y="863018"/>
                  </a:lnTo>
                  <a:lnTo>
                    <a:pt x="3310890" y="974493"/>
                  </a:lnTo>
                  <a:lnTo>
                    <a:pt x="3311745" y="1034535"/>
                  </a:lnTo>
                  <a:lnTo>
                    <a:pt x="3312601" y="1101935"/>
                  </a:lnTo>
                  <a:lnTo>
                    <a:pt x="3313456" y="1122715"/>
                  </a:lnTo>
                  <a:lnTo>
                    <a:pt x="3314312" y="1123426"/>
                  </a:lnTo>
                  <a:lnTo>
                    <a:pt x="3315167" y="1123395"/>
                  </a:lnTo>
                  <a:lnTo>
                    <a:pt x="3316023" y="1110161"/>
                  </a:lnTo>
                  <a:lnTo>
                    <a:pt x="3316878" y="1118358"/>
                  </a:lnTo>
                  <a:lnTo>
                    <a:pt x="3317734" y="1121066"/>
                  </a:lnTo>
                  <a:lnTo>
                    <a:pt x="3318590" y="1149120"/>
                  </a:lnTo>
                  <a:lnTo>
                    <a:pt x="3319445" y="1153201"/>
                  </a:lnTo>
                  <a:lnTo>
                    <a:pt x="3320301" y="1113840"/>
                  </a:lnTo>
                  <a:lnTo>
                    <a:pt x="3321156" y="1036924"/>
                  </a:lnTo>
                  <a:lnTo>
                    <a:pt x="3322012" y="1026998"/>
                  </a:lnTo>
                  <a:lnTo>
                    <a:pt x="3322867" y="1026416"/>
                  </a:lnTo>
                  <a:lnTo>
                    <a:pt x="3323723" y="982431"/>
                  </a:lnTo>
                  <a:lnTo>
                    <a:pt x="3324578" y="914107"/>
                  </a:lnTo>
                  <a:lnTo>
                    <a:pt x="3325434" y="929247"/>
                  </a:lnTo>
                  <a:lnTo>
                    <a:pt x="3326289" y="1069850"/>
                  </a:lnTo>
                  <a:lnTo>
                    <a:pt x="3327145" y="1191625"/>
                  </a:lnTo>
                  <a:lnTo>
                    <a:pt x="3328000" y="1255011"/>
                  </a:lnTo>
                  <a:lnTo>
                    <a:pt x="3328856" y="1352522"/>
                  </a:lnTo>
                  <a:lnTo>
                    <a:pt x="3329711" y="1497897"/>
                  </a:lnTo>
                  <a:lnTo>
                    <a:pt x="3330567" y="1602539"/>
                  </a:lnTo>
                  <a:lnTo>
                    <a:pt x="3331422" y="1682428"/>
                  </a:lnTo>
                  <a:lnTo>
                    <a:pt x="3332278" y="1803801"/>
                  </a:lnTo>
                  <a:lnTo>
                    <a:pt x="3333133" y="1910900"/>
                  </a:lnTo>
                  <a:lnTo>
                    <a:pt x="3333989" y="1942823"/>
                  </a:lnTo>
                  <a:lnTo>
                    <a:pt x="3334845" y="1999877"/>
                  </a:lnTo>
                  <a:lnTo>
                    <a:pt x="3335700" y="2098407"/>
                  </a:lnTo>
                  <a:lnTo>
                    <a:pt x="3336556" y="2026306"/>
                  </a:lnTo>
                  <a:lnTo>
                    <a:pt x="3337411" y="1817834"/>
                  </a:lnTo>
                  <a:lnTo>
                    <a:pt x="3338267" y="1703279"/>
                  </a:lnTo>
                  <a:lnTo>
                    <a:pt x="3339122" y="1677777"/>
                  </a:lnTo>
                  <a:lnTo>
                    <a:pt x="3339978" y="1693907"/>
                  </a:lnTo>
                  <a:lnTo>
                    <a:pt x="3340833" y="1657603"/>
                  </a:lnTo>
                  <a:lnTo>
                    <a:pt x="3341689" y="1731920"/>
                  </a:lnTo>
                  <a:lnTo>
                    <a:pt x="3342544" y="1867214"/>
                  </a:lnTo>
                  <a:lnTo>
                    <a:pt x="3343400" y="1956265"/>
                  </a:lnTo>
                  <a:lnTo>
                    <a:pt x="3344255" y="2024570"/>
                  </a:lnTo>
                  <a:lnTo>
                    <a:pt x="3345111" y="2000540"/>
                  </a:lnTo>
                  <a:lnTo>
                    <a:pt x="3345966" y="1881393"/>
                  </a:lnTo>
                  <a:lnTo>
                    <a:pt x="3346822" y="1788372"/>
                  </a:lnTo>
                  <a:lnTo>
                    <a:pt x="3347677" y="1719565"/>
                  </a:lnTo>
                  <a:lnTo>
                    <a:pt x="3348533" y="1689237"/>
                  </a:lnTo>
                  <a:lnTo>
                    <a:pt x="3349388" y="1710650"/>
                  </a:lnTo>
                  <a:lnTo>
                    <a:pt x="3350244" y="1651120"/>
                  </a:lnTo>
                  <a:lnTo>
                    <a:pt x="3351100" y="1625302"/>
                  </a:lnTo>
                  <a:lnTo>
                    <a:pt x="3351955" y="1609193"/>
                  </a:lnTo>
                  <a:lnTo>
                    <a:pt x="3352811" y="1618642"/>
                  </a:lnTo>
                  <a:lnTo>
                    <a:pt x="3353666" y="1553457"/>
                  </a:lnTo>
                  <a:lnTo>
                    <a:pt x="3354522" y="1368213"/>
                  </a:lnTo>
                  <a:lnTo>
                    <a:pt x="3355377" y="1348449"/>
                  </a:lnTo>
                  <a:lnTo>
                    <a:pt x="3356233" y="1431372"/>
                  </a:lnTo>
                  <a:lnTo>
                    <a:pt x="3357088" y="1470195"/>
                  </a:lnTo>
                  <a:lnTo>
                    <a:pt x="3357944" y="1468047"/>
                  </a:lnTo>
                  <a:lnTo>
                    <a:pt x="3358799" y="1560624"/>
                  </a:lnTo>
                  <a:lnTo>
                    <a:pt x="3359655" y="1809341"/>
                  </a:lnTo>
                  <a:lnTo>
                    <a:pt x="3360510" y="2051551"/>
                  </a:lnTo>
                  <a:lnTo>
                    <a:pt x="3361366" y="2121246"/>
                  </a:lnTo>
                  <a:lnTo>
                    <a:pt x="3362221" y="2163334"/>
                  </a:lnTo>
                  <a:lnTo>
                    <a:pt x="3363077" y="2174022"/>
                  </a:lnTo>
                  <a:lnTo>
                    <a:pt x="3363932" y="2102072"/>
                  </a:lnTo>
                  <a:lnTo>
                    <a:pt x="3364788" y="1942161"/>
                  </a:lnTo>
                  <a:lnTo>
                    <a:pt x="3365644" y="1746617"/>
                  </a:lnTo>
                  <a:lnTo>
                    <a:pt x="3366499" y="1666611"/>
                  </a:lnTo>
                  <a:lnTo>
                    <a:pt x="3367355" y="1645589"/>
                  </a:lnTo>
                  <a:lnTo>
                    <a:pt x="3368210" y="1637076"/>
                  </a:lnTo>
                  <a:lnTo>
                    <a:pt x="3369066" y="1650790"/>
                  </a:lnTo>
                  <a:lnTo>
                    <a:pt x="3369921" y="1645708"/>
                  </a:lnTo>
                  <a:lnTo>
                    <a:pt x="3370777" y="1639503"/>
                  </a:lnTo>
                  <a:lnTo>
                    <a:pt x="3371632" y="1650946"/>
                  </a:lnTo>
                  <a:lnTo>
                    <a:pt x="3372488" y="1726970"/>
                  </a:lnTo>
                  <a:lnTo>
                    <a:pt x="3373343" y="1895771"/>
                  </a:lnTo>
                  <a:lnTo>
                    <a:pt x="3374199" y="2035331"/>
                  </a:lnTo>
                  <a:lnTo>
                    <a:pt x="3375054" y="2163632"/>
                  </a:lnTo>
                  <a:lnTo>
                    <a:pt x="3375910" y="2299495"/>
                  </a:lnTo>
                  <a:lnTo>
                    <a:pt x="3376765" y="2435953"/>
                  </a:lnTo>
                  <a:lnTo>
                    <a:pt x="3377621" y="2473780"/>
                  </a:lnTo>
                  <a:lnTo>
                    <a:pt x="3378476" y="2369769"/>
                  </a:lnTo>
                  <a:lnTo>
                    <a:pt x="3379332" y="2237509"/>
                  </a:lnTo>
                  <a:lnTo>
                    <a:pt x="3380187" y="2141118"/>
                  </a:lnTo>
                  <a:lnTo>
                    <a:pt x="3381043" y="2048091"/>
                  </a:lnTo>
                  <a:lnTo>
                    <a:pt x="3381899" y="1917918"/>
                  </a:lnTo>
                  <a:lnTo>
                    <a:pt x="3382754" y="1807671"/>
                  </a:lnTo>
                  <a:lnTo>
                    <a:pt x="3383610" y="1805679"/>
                  </a:lnTo>
                  <a:lnTo>
                    <a:pt x="3384465" y="1919782"/>
                  </a:lnTo>
                  <a:lnTo>
                    <a:pt x="3385321" y="2012779"/>
                  </a:lnTo>
                  <a:lnTo>
                    <a:pt x="3386176" y="2043321"/>
                  </a:lnTo>
                  <a:lnTo>
                    <a:pt x="3387032" y="2149708"/>
                  </a:lnTo>
                  <a:lnTo>
                    <a:pt x="3387887" y="2259269"/>
                  </a:lnTo>
                  <a:lnTo>
                    <a:pt x="3388743" y="2343245"/>
                  </a:lnTo>
                  <a:lnTo>
                    <a:pt x="3389598" y="2356709"/>
                  </a:lnTo>
                  <a:lnTo>
                    <a:pt x="3390454" y="2357038"/>
                  </a:lnTo>
                  <a:lnTo>
                    <a:pt x="3391309" y="2451209"/>
                  </a:lnTo>
                  <a:lnTo>
                    <a:pt x="3392165" y="2452497"/>
                  </a:lnTo>
                  <a:lnTo>
                    <a:pt x="3393020" y="2413462"/>
                  </a:lnTo>
                  <a:lnTo>
                    <a:pt x="3393876" y="2349973"/>
                  </a:lnTo>
                  <a:lnTo>
                    <a:pt x="3394731" y="2293363"/>
                  </a:lnTo>
                  <a:lnTo>
                    <a:pt x="3395587" y="2295292"/>
                  </a:lnTo>
                  <a:lnTo>
                    <a:pt x="3396442" y="2206922"/>
                  </a:lnTo>
                  <a:lnTo>
                    <a:pt x="3397298" y="2130873"/>
                  </a:lnTo>
                  <a:lnTo>
                    <a:pt x="3398154" y="2130023"/>
                  </a:lnTo>
                  <a:lnTo>
                    <a:pt x="3399009" y="2170821"/>
                  </a:lnTo>
                  <a:lnTo>
                    <a:pt x="3399865" y="2216620"/>
                  </a:lnTo>
                  <a:lnTo>
                    <a:pt x="3400720" y="2202262"/>
                  </a:lnTo>
                  <a:lnTo>
                    <a:pt x="3401576" y="2157945"/>
                  </a:lnTo>
                  <a:lnTo>
                    <a:pt x="3402431" y="2100872"/>
                  </a:lnTo>
                  <a:lnTo>
                    <a:pt x="3403287" y="2020595"/>
                  </a:lnTo>
                  <a:lnTo>
                    <a:pt x="3404142" y="2000274"/>
                  </a:lnTo>
                  <a:lnTo>
                    <a:pt x="3404998" y="2029621"/>
                  </a:lnTo>
                  <a:lnTo>
                    <a:pt x="3405853" y="2009691"/>
                  </a:lnTo>
                  <a:lnTo>
                    <a:pt x="3406709" y="2019602"/>
                  </a:lnTo>
                  <a:lnTo>
                    <a:pt x="3407564" y="2125593"/>
                  </a:lnTo>
                  <a:lnTo>
                    <a:pt x="3408420" y="2193742"/>
                  </a:lnTo>
                  <a:lnTo>
                    <a:pt x="3409275" y="2115410"/>
                  </a:lnTo>
                  <a:lnTo>
                    <a:pt x="3410131" y="1994898"/>
                  </a:lnTo>
                  <a:lnTo>
                    <a:pt x="3410986" y="1940950"/>
                  </a:lnTo>
                  <a:lnTo>
                    <a:pt x="3411842" y="1905420"/>
                  </a:lnTo>
                  <a:lnTo>
                    <a:pt x="3412698" y="1844533"/>
                  </a:lnTo>
                  <a:lnTo>
                    <a:pt x="3413553" y="1847540"/>
                  </a:lnTo>
                  <a:lnTo>
                    <a:pt x="3414409" y="1925682"/>
                  </a:lnTo>
                  <a:lnTo>
                    <a:pt x="3415264" y="2032926"/>
                  </a:lnTo>
                  <a:lnTo>
                    <a:pt x="3416120" y="2060560"/>
                  </a:lnTo>
                  <a:lnTo>
                    <a:pt x="3416975" y="2086398"/>
                  </a:lnTo>
                  <a:lnTo>
                    <a:pt x="3417831" y="2152847"/>
                  </a:lnTo>
                  <a:lnTo>
                    <a:pt x="3418686" y="2198773"/>
                  </a:lnTo>
                  <a:lnTo>
                    <a:pt x="3419542" y="2243053"/>
                  </a:lnTo>
                  <a:lnTo>
                    <a:pt x="3420397" y="2251151"/>
                  </a:lnTo>
                  <a:lnTo>
                    <a:pt x="3421253" y="2244474"/>
                  </a:lnTo>
                  <a:lnTo>
                    <a:pt x="3422108" y="2266974"/>
                  </a:lnTo>
                  <a:lnTo>
                    <a:pt x="3422964" y="2238121"/>
                  </a:lnTo>
                  <a:lnTo>
                    <a:pt x="3423819" y="2200242"/>
                  </a:lnTo>
                  <a:lnTo>
                    <a:pt x="3424675" y="2122266"/>
                  </a:lnTo>
                  <a:lnTo>
                    <a:pt x="3425530" y="2013874"/>
                  </a:lnTo>
                  <a:lnTo>
                    <a:pt x="3426386" y="2081890"/>
                  </a:lnTo>
                  <a:lnTo>
                    <a:pt x="3427241" y="2189541"/>
                  </a:lnTo>
                  <a:lnTo>
                    <a:pt x="3428097" y="2248816"/>
                  </a:lnTo>
                  <a:lnTo>
                    <a:pt x="3428953" y="2334473"/>
                  </a:lnTo>
                  <a:lnTo>
                    <a:pt x="3429808" y="2375870"/>
                  </a:lnTo>
                  <a:lnTo>
                    <a:pt x="3430664" y="2448049"/>
                  </a:lnTo>
                  <a:lnTo>
                    <a:pt x="3431519" y="2417242"/>
                  </a:lnTo>
                  <a:lnTo>
                    <a:pt x="3432375" y="2318799"/>
                  </a:lnTo>
                  <a:lnTo>
                    <a:pt x="3433230" y="2238833"/>
                  </a:lnTo>
                  <a:lnTo>
                    <a:pt x="3434086" y="2129292"/>
                  </a:lnTo>
                  <a:lnTo>
                    <a:pt x="3434941" y="2121007"/>
                  </a:lnTo>
                  <a:lnTo>
                    <a:pt x="3435797" y="2130819"/>
                  </a:lnTo>
                  <a:lnTo>
                    <a:pt x="3436652" y="2143798"/>
                  </a:lnTo>
                  <a:lnTo>
                    <a:pt x="3437508" y="2175413"/>
                  </a:lnTo>
                  <a:lnTo>
                    <a:pt x="3438363" y="2196424"/>
                  </a:lnTo>
                  <a:lnTo>
                    <a:pt x="3439219" y="2189971"/>
                  </a:lnTo>
                  <a:lnTo>
                    <a:pt x="3440074" y="2154703"/>
                  </a:lnTo>
                  <a:lnTo>
                    <a:pt x="3440930" y="2110211"/>
                  </a:lnTo>
                  <a:lnTo>
                    <a:pt x="3441785" y="2158596"/>
                  </a:lnTo>
                  <a:lnTo>
                    <a:pt x="3442641" y="2192310"/>
                  </a:lnTo>
                  <a:lnTo>
                    <a:pt x="3443496" y="2309149"/>
                  </a:lnTo>
                  <a:lnTo>
                    <a:pt x="3444352" y="2494817"/>
                  </a:lnTo>
                  <a:lnTo>
                    <a:pt x="3445208" y="2522526"/>
                  </a:lnTo>
                  <a:lnTo>
                    <a:pt x="3446063" y="2534163"/>
                  </a:lnTo>
                  <a:lnTo>
                    <a:pt x="3446919" y="2478174"/>
                  </a:lnTo>
                  <a:lnTo>
                    <a:pt x="3447774" y="2435669"/>
                  </a:lnTo>
                  <a:lnTo>
                    <a:pt x="3448630" y="2322059"/>
                  </a:lnTo>
                  <a:lnTo>
                    <a:pt x="3449485" y="2154783"/>
                  </a:lnTo>
                  <a:lnTo>
                    <a:pt x="3450341" y="2208249"/>
                  </a:lnTo>
                  <a:lnTo>
                    <a:pt x="3451196" y="2348548"/>
                  </a:lnTo>
                  <a:lnTo>
                    <a:pt x="3452052" y="2415876"/>
                  </a:lnTo>
                  <a:lnTo>
                    <a:pt x="3452907" y="2366096"/>
                  </a:lnTo>
                  <a:lnTo>
                    <a:pt x="3453763" y="2294713"/>
                  </a:lnTo>
                  <a:lnTo>
                    <a:pt x="3454618" y="2167134"/>
                  </a:lnTo>
                  <a:lnTo>
                    <a:pt x="3455474" y="1959923"/>
                  </a:lnTo>
                  <a:lnTo>
                    <a:pt x="3456329" y="1713117"/>
                  </a:lnTo>
                  <a:lnTo>
                    <a:pt x="3457185" y="1586085"/>
                  </a:lnTo>
                  <a:lnTo>
                    <a:pt x="3458040" y="1624745"/>
                  </a:lnTo>
                  <a:lnTo>
                    <a:pt x="3458896" y="1614068"/>
                  </a:lnTo>
                  <a:lnTo>
                    <a:pt x="3459752" y="1671754"/>
                  </a:lnTo>
                  <a:lnTo>
                    <a:pt x="3460607" y="1726286"/>
                  </a:lnTo>
                  <a:lnTo>
                    <a:pt x="3461463" y="1762508"/>
                  </a:lnTo>
                  <a:lnTo>
                    <a:pt x="3462318" y="1731525"/>
                  </a:lnTo>
                  <a:lnTo>
                    <a:pt x="3463174" y="1678834"/>
                  </a:lnTo>
                  <a:lnTo>
                    <a:pt x="3464029" y="1694125"/>
                  </a:lnTo>
                  <a:lnTo>
                    <a:pt x="3464885" y="1665088"/>
                  </a:lnTo>
                  <a:lnTo>
                    <a:pt x="3465740" y="1641817"/>
                  </a:lnTo>
                  <a:lnTo>
                    <a:pt x="3466596" y="1657126"/>
                  </a:lnTo>
                  <a:lnTo>
                    <a:pt x="3467451" y="1671226"/>
                  </a:lnTo>
                  <a:lnTo>
                    <a:pt x="3468307" y="1597337"/>
                  </a:lnTo>
                  <a:lnTo>
                    <a:pt x="3469162" y="1527310"/>
                  </a:lnTo>
                  <a:lnTo>
                    <a:pt x="3470018" y="1533215"/>
                  </a:lnTo>
                  <a:lnTo>
                    <a:pt x="3470873" y="1555933"/>
                  </a:lnTo>
                  <a:lnTo>
                    <a:pt x="3471729" y="1489997"/>
                  </a:lnTo>
                  <a:lnTo>
                    <a:pt x="3472584" y="1409183"/>
                  </a:lnTo>
                  <a:lnTo>
                    <a:pt x="3473440" y="1399406"/>
                  </a:lnTo>
                  <a:lnTo>
                    <a:pt x="3474295" y="1409912"/>
                  </a:lnTo>
                  <a:lnTo>
                    <a:pt x="3475151" y="1454184"/>
                  </a:lnTo>
                  <a:lnTo>
                    <a:pt x="3476007" y="1501109"/>
                  </a:lnTo>
                  <a:lnTo>
                    <a:pt x="3476862" y="1562678"/>
                  </a:lnTo>
                  <a:lnTo>
                    <a:pt x="3477718" y="1605533"/>
                  </a:lnTo>
                  <a:lnTo>
                    <a:pt x="3478573" y="1655261"/>
                  </a:lnTo>
                  <a:lnTo>
                    <a:pt x="3479429" y="1836279"/>
                  </a:lnTo>
                  <a:lnTo>
                    <a:pt x="3480284" y="1996924"/>
                  </a:lnTo>
                  <a:lnTo>
                    <a:pt x="3481140" y="2115150"/>
                  </a:lnTo>
                  <a:lnTo>
                    <a:pt x="3481995" y="2268104"/>
                  </a:lnTo>
                  <a:lnTo>
                    <a:pt x="3482851" y="2477837"/>
                  </a:lnTo>
                  <a:lnTo>
                    <a:pt x="3483706" y="2625069"/>
                  </a:lnTo>
                  <a:lnTo>
                    <a:pt x="3484562" y="2619958"/>
                  </a:lnTo>
                  <a:lnTo>
                    <a:pt x="3485417" y="2519797"/>
                  </a:lnTo>
                  <a:lnTo>
                    <a:pt x="3486273" y="2501453"/>
                  </a:lnTo>
                  <a:lnTo>
                    <a:pt x="3487128" y="2411798"/>
                  </a:lnTo>
                  <a:lnTo>
                    <a:pt x="3487984" y="2280553"/>
                  </a:lnTo>
                  <a:lnTo>
                    <a:pt x="3488839" y="2221509"/>
                  </a:lnTo>
                  <a:lnTo>
                    <a:pt x="3489695" y="2186570"/>
                  </a:lnTo>
                  <a:lnTo>
                    <a:pt x="3490550" y="2132076"/>
                  </a:lnTo>
                  <a:lnTo>
                    <a:pt x="3491406" y="1983684"/>
                  </a:lnTo>
                  <a:lnTo>
                    <a:pt x="3492262" y="1906177"/>
                  </a:lnTo>
                  <a:lnTo>
                    <a:pt x="3493117" y="1874675"/>
                  </a:lnTo>
                  <a:lnTo>
                    <a:pt x="3493973" y="1738949"/>
                  </a:lnTo>
                  <a:lnTo>
                    <a:pt x="3494828" y="1588148"/>
                  </a:lnTo>
                  <a:lnTo>
                    <a:pt x="3495684" y="1479520"/>
                  </a:lnTo>
                  <a:lnTo>
                    <a:pt x="3496539" y="1423251"/>
                  </a:lnTo>
                  <a:lnTo>
                    <a:pt x="3497395" y="1390473"/>
                  </a:lnTo>
                  <a:lnTo>
                    <a:pt x="3498250" y="1300721"/>
                  </a:lnTo>
                  <a:lnTo>
                    <a:pt x="3499106" y="1295022"/>
                  </a:lnTo>
                  <a:lnTo>
                    <a:pt x="3499961" y="1267851"/>
                  </a:lnTo>
                  <a:lnTo>
                    <a:pt x="3500817" y="1272942"/>
                  </a:lnTo>
                  <a:lnTo>
                    <a:pt x="3501672" y="1262713"/>
                  </a:lnTo>
                  <a:lnTo>
                    <a:pt x="3502528" y="1224689"/>
                  </a:lnTo>
                  <a:lnTo>
                    <a:pt x="3503383" y="1259135"/>
                  </a:lnTo>
                  <a:lnTo>
                    <a:pt x="3504239" y="1322713"/>
                  </a:lnTo>
                  <a:lnTo>
                    <a:pt x="3505094" y="1378846"/>
                  </a:lnTo>
                  <a:lnTo>
                    <a:pt x="3505950" y="1411362"/>
                  </a:lnTo>
                  <a:lnTo>
                    <a:pt x="3506806" y="1423967"/>
                  </a:lnTo>
                  <a:lnTo>
                    <a:pt x="3507661" y="1431419"/>
                  </a:lnTo>
                  <a:lnTo>
                    <a:pt x="3508517" y="1387218"/>
                  </a:lnTo>
                  <a:lnTo>
                    <a:pt x="3509372" y="1310298"/>
                  </a:lnTo>
                  <a:lnTo>
                    <a:pt x="3510228" y="1276622"/>
                  </a:lnTo>
                  <a:lnTo>
                    <a:pt x="3511083" y="1301627"/>
                  </a:lnTo>
                  <a:lnTo>
                    <a:pt x="3511939" y="1404004"/>
                  </a:lnTo>
                  <a:lnTo>
                    <a:pt x="3512794" y="1423306"/>
                  </a:lnTo>
                  <a:lnTo>
                    <a:pt x="3513650" y="1382554"/>
                  </a:lnTo>
                  <a:lnTo>
                    <a:pt x="3514505" y="1349856"/>
                  </a:lnTo>
                  <a:lnTo>
                    <a:pt x="3515361" y="1428460"/>
                  </a:lnTo>
                  <a:lnTo>
                    <a:pt x="3516216" y="1554080"/>
                  </a:lnTo>
                  <a:lnTo>
                    <a:pt x="3517072" y="1524169"/>
                  </a:lnTo>
                  <a:lnTo>
                    <a:pt x="3517927" y="1519724"/>
                  </a:lnTo>
                  <a:lnTo>
                    <a:pt x="3518783" y="1660382"/>
                  </a:lnTo>
                  <a:lnTo>
                    <a:pt x="3519638" y="1768654"/>
                  </a:lnTo>
                  <a:lnTo>
                    <a:pt x="3520494" y="1720969"/>
                  </a:lnTo>
                  <a:lnTo>
                    <a:pt x="3521349" y="1598941"/>
                  </a:lnTo>
                  <a:lnTo>
                    <a:pt x="3522205" y="1630950"/>
                  </a:lnTo>
                  <a:lnTo>
                    <a:pt x="3523061" y="1764931"/>
                  </a:lnTo>
                  <a:lnTo>
                    <a:pt x="3523916" y="1814963"/>
                  </a:lnTo>
                  <a:lnTo>
                    <a:pt x="3524772" y="1853232"/>
                  </a:lnTo>
                  <a:lnTo>
                    <a:pt x="3525627" y="1920169"/>
                  </a:lnTo>
                  <a:lnTo>
                    <a:pt x="3526483" y="1956663"/>
                  </a:lnTo>
                  <a:lnTo>
                    <a:pt x="3527338" y="1959549"/>
                  </a:lnTo>
                  <a:lnTo>
                    <a:pt x="3528194" y="1967832"/>
                  </a:lnTo>
                  <a:lnTo>
                    <a:pt x="3529049" y="2018640"/>
                  </a:lnTo>
                  <a:lnTo>
                    <a:pt x="3529905" y="2096644"/>
                  </a:lnTo>
                  <a:lnTo>
                    <a:pt x="3530760" y="2056588"/>
                  </a:lnTo>
                  <a:lnTo>
                    <a:pt x="3531616" y="1990590"/>
                  </a:lnTo>
                  <a:lnTo>
                    <a:pt x="3532471" y="1884789"/>
                  </a:lnTo>
                  <a:lnTo>
                    <a:pt x="3533327" y="1666590"/>
                  </a:lnTo>
                  <a:lnTo>
                    <a:pt x="3534182" y="1459891"/>
                  </a:lnTo>
                  <a:lnTo>
                    <a:pt x="3535038" y="1246067"/>
                  </a:lnTo>
                  <a:lnTo>
                    <a:pt x="3535893" y="1136303"/>
                  </a:lnTo>
                  <a:lnTo>
                    <a:pt x="3536749" y="1071742"/>
                  </a:lnTo>
                  <a:lnTo>
                    <a:pt x="3537604" y="1019081"/>
                  </a:lnTo>
                  <a:lnTo>
                    <a:pt x="3538460" y="1017431"/>
                  </a:lnTo>
                  <a:lnTo>
                    <a:pt x="3539316" y="996171"/>
                  </a:lnTo>
                  <a:lnTo>
                    <a:pt x="3540171" y="971905"/>
                  </a:lnTo>
                  <a:lnTo>
                    <a:pt x="3541027" y="923621"/>
                  </a:lnTo>
                  <a:lnTo>
                    <a:pt x="3541882" y="907566"/>
                  </a:lnTo>
                  <a:lnTo>
                    <a:pt x="3542738" y="987331"/>
                  </a:lnTo>
                  <a:lnTo>
                    <a:pt x="3543593" y="1037401"/>
                  </a:lnTo>
                  <a:lnTo>
                    <a:pt x="3544449" y="1050771"/>
                  </a:lnTo>
                  <a:lnTo>
                    <a:pt x="3545304" y="1114439"/>
                  </a:lnTo>
                  <a:lnTo>
                    <a:pt x="3546160" y="1183490"/>
                  </a:lnTo>
                  <a:lnTo>
                    <a:pt x="3547015" y="1142613"/>
                  </a:lnTo>
                  <a:lnTo>
                    <a:pt x="3547871" y="1023824"/>
                  </a:lnTo>
                  <a:lnTo>
                    <a:pt x="3548726" y="908453"/>
                  </a:lnTo>
                  <a:lnTo>
                    <a:pt x="3549582" y="798418"/>
                  </a:lnTo>
                  <a:lnTo>
                    <a:pt x="3550437" y="684103"/>
                  </a:lnTo>
                  <a:lnTo>
                    <a:pt x="3551293" y="649966"/>
                  </a:lnTo>
                  <a:lnTo>
                    <a:pt x="3552148" y="658035"/>
                  </a:lnTo>
                  <a:lnTo>
                    <a:pt x="3553004" y="620271"/>
                  </a:lnTo>
                  <a:lnTo>
                    <a:pt x="3553859" y="613182"/>
                  </a:lnTo>
                  <a:lnTo>
                    <a:pt x="3554715" y="624998"/>
                  </a:lnTo>
                  <a:lnTo>
                    <a:pt x="3555571" y="615851"/>
                  </a:lnTo>
                  <a:lnTo>
                    <a:pt x="3556426" y="571514"/>
                  </a:lnTo>
                  <a:lnTo>
                    <a:pt x="3557282" y="535653"/>
                  </a:lnTo>
                  <a:lnTo>
                    <a:pt x="3558137" y="490624"/>
                  </a:lnTo>
                  <a:lnTo>
                    <a:pt x="3558993" y="454901"/>
                  </a:lnTo>
                  <a:lnTo>
                    <a:pt x="3559848" y="451905"/>
                  </a:lnTo>
                  <a:lnTo>
                    <a:pt x="3560704" y="437413"/>
                  </a:lnTo>
                  <a:lnTo>
                    <a:pt x="3561559" y="359740"/>
                  </a:lnTo>
                  <a:lnTo>
                    <a:pt x="3562415" y="311556"/>
                  </a:lnTo>
                  <a:lnTo>
                    <a:pt x="3563270" y="370012"/>
                  </a:lnTo>
                  <a:lnTo>
                    <a:pt x="3564126" y="395989"/>
                  </a:lnTo>
                  <a:lnTo>
                    <a:pt x="3564981" y="327002"/>
                  </a:lnTo>
                  <a:lnTo>
                    <a:pt x="3565837" y="265068"/>
                  </a:lnTo>
                  <a:lnTo>
                    <a:pt x="3566692" y="279100"/>
                  </a:lnTo>
                  <a:lnTo>
                    <a:pt x="3567548" y="339417"/>
                  </a:lnTo>
                  <a:lnTo>
                    <a:pt x="3568403" y="366609"/>
                  </a:lnTo>
                  <a:lnTo>
                    <a:pt x="3569259" y="477466"/>
                  </a:lnTo>
                  <a:lnTo>
                    <a:pt x="3570115" y="619452"/>
                  </a:lnTo>
                  <a:lnTo>
                    <a:pt x="3570970" y="741593"/>
                  </a:lnTo>
                  <a:lnTo>
                    <a:pt x="3571826" y="854231"/>
                  </a:lnTo>
                  <a:lnTo>
                    <a:pt x="3572681" y="915987"/>
                  </a:lnTo>
                  <a:lnTo>
                    <a:pt x="3573537" y="985823"/>
                  </a:lnTo>
                  <a:lnTo>
                    <a:pt x="3574392" y="971428"/>
                  </a:lnTo>
                  <a:lnTo>
                    <a:pt x="3575248" y="1000582"/>
                  </a:lnTo>
                  <a:lnTo>
                    <a:pt x="3576103" y="1069867"/>
                  </a:lnTo>
                  <a:lnTo>
                    <a:pt x="3576959" y="1101009"/>
                  </a:lnTo>
                  <a:lnTo>
                    <a:pt x="3577814" y="1045377"/>
                  </a:lnTo>
                  <a:lnTo>
                    <a:pt x="3578670" y="956016"/>
                  </a:lnTo>
                  <a:lnTo>
                    <a:pt x="3579525" y="930051"/>
                  </a:lnTo>
                  <a:lnTo>
                    <a:pt x="3580381" y="879159"/>
                  </a:lnTo>
                  <a:lnTo>
                    <a:pt x="3581236" y="895032"/>
                  </a:lnTo>
                  <a:lnTo>
                    <a:pt x="3582092" y="961028"/>
                  </a:lnTo>
                  <a:lnTo>
                    <a:pt x="3582947" y="962595"/>
                  </a:lnTo>
                  <a:lnTo>
                    <a:pt x="3583803" y="1001565"/>
                  </a:lnTo>
                  <a:lnTo>
                    <a:pt x="3584658" y="1119670"/>
                  </a:lnTo>
                  <a:lnTo>
                    <a:pt x="3585514" y="1240548"/>
                  </a:lnTo>
                  <a:lnTo>
                    <a:pt x="3586370" y="1184392"/>
                  </a:lnTo>
                  <a:lnTo>
                    <a:pt x="3587225" y="1026901"/>
                  </a:lnTo>
                  <a:lnTo>
                    <a:pt x="3588081" y="1001794"/>
                  </a:lnTo>
                  <a:lnTo>
                    <a:pt x="3588936" y="949121"/>
                  </a:lnTo>
                  <a:lnTo>
                    <a:pt x="3589792" y="801965"/>
                  </a:lnTo>
                  <a:lnTo>
                    <a:pt x="3590647" y="689673"/>
                  </a:lnTo>
                  <a:lnTo>
                    <a:pt x="3591503" y="608654"/>
                  </a:lnTo>
                  <a:lnTo>
                    <a:pt x="3592358" y="605544"/>
                  </a:lnTo>
                  <a:lnTo>
                    <a:pt x="3593214" y="670037"/>
                  </a:lnTo>
                  <a:lnTo>
                    <a:pt x="3594069" y="759878"/>
                  </a:lnTo>
                  <a:lnTo>
                    <a:pt x="3594925" y="794516"/>
                  </a:lnTo>
                  <a:lnTo>
                    <a:pt x="3595780" y="741131"/>
                  </a:lnTo>
                  <a:lnTo>
                    <a:pt x="3596636" y="749513"/>
                  </a:lnTo>
                  <a:lnTo>
                    <a:pt x="3597491" y="827063"/>
                  </a:lnTo>
                  <a:lnTo>
                    <a:pt x="3598347" y="903479"/>
                  </a:lnTo>
                  <a:lnTo>
                    <a:pt x="3599202" y="878667"/>
                  </a:lnTo>
                  <a:lnTo>
                    <a:pt x="3600058" y="884002"/>
                  </a:lnTo>
                  <a:lnTo>
                    <a:pt x="3600913" y="1037559"/>
                  </a:lnTo>
                  <a:lnTo>
                    <a:pt x="3601769" y="1208377"/>
                  </a:lnTo>
                  <a:lnTo>
                    <a:pt x="3602625" y="1292536"/>
                  </a:lnTo>
                  <a:lnTo>
                    <a:pt x="3603480" y="1258561"/>
                  </a:lnTo>
                  <a:lnTo>
                    <a:pt x="3604336" y="1283177"/>
                  </a:lnTo>
                  <a:lnTo>
                    <a:pt x="3605191" y="1308821"/>
                  </a:lnTo>
                  <a:lnTo>
                    <a:pt x="3606047" y="1291575"/>
                  </a:lnTo>
                  <a:lnTo>
                    <a:pt x="3606902" y="1184193"/>
                  </a:lnTo>
                  <a:lnTo>
                    <a:pt x="3607758" y="1055500"/>
                  </a:lnTo>
                  <a:lnTo>
                    <a:pt x="3608613" y="1013994"/>
                  </a:lnTo>
                  <a:lnTo>
                    <a:pt x="3609469" y="1007527"/>
                  </a:lnTo>
                  <a:lnTo>
                    <a:pt x="3610324" y="1022031"/>
                  </a:lnTo>
                  <a:lnTo>
                    <a:pt x="3611180" y="1055429"/>
                  </a:lnTo>
                  <a:lnTo>
                    <a:pt x="3612035" y="1154392"/>
                  </a:lnTo>
                  <a:lnTo>
                    <a:pt x="3612891" y="1270417"/>
                  </a:lnTo>
                  <a:lnTo>
                    <a:pt x="3613746" y="1313404"/>
                  </a:lnTo>
                  <a:lnTo>
                    <a:pt x="3614602" y="1378801"/>
                  </a:lnTo>
                  <a:lnTo>
                    <a:pt x="3615457" y="1408424"/>
                  </a:lnTo>
                  <a:lnTo>
                    <a:pt x="3616313" y="1405649"/>
                  </a:lnTo>
                  <a:lnTo>
                    <a:pt x="3617169" y="1442521"/>
                  </a:lnTo>
                  <a:lnTo>
                    <a:pt x="3618024" y="1481537"/>
                  </a:lnTo>
                  <a:lnTo>
                    <a:pt x="3618880" y="1488051"/>
                  </a:lnTo>
                  <a:lnTo>
                    <a:pt x="3619735" y="1451125"/>
                  </a:lnTo>
                  <a:lnTo>
                    <a:pt x="3620591" y="1542066"/>
                  </a:lnTo>
                  <a:lnTo>
                    <a:pt x="3621446" y="1571986"/>
                  </a:lnTo>
                  <a:lnTo>
                    <a:pt x="3622302" y="1473811"/>
                  </a:lnTo>
                  <a:lnTo>
                    <a:pt x="3623157" y="1347954"/>
                  </a:lnTo>
                  <a:lnTo>
                    <a:pt x="3624013" y="1323785"/>
                  </a:lnTo>
                  <a:lnTo>
                    <a:pt x="3624868" y="1369294"/>
                  </a:lnTo>
                  <a:lnTo>
                    <a:pt x="3625724" y="1359022"/>
                  </a:lnTo>
                  <a:lnTo>
                    <a:pt x="3626579" y="1345330"/>
                  </a:lnTo>
                  <a:lnTo>
                    <a:pt x="3627435" y="1407461"/>
                  </a:lnTo>
                  <a:lnTo>
                    <a:pt x="3628290" y="1501172"/>
                  </a:lnTo>
                  <a:lnTo>
                    <a:pt x="3629146" y="1540463"/>
                  </a:lnTo>
                  <a:lnTo>
                    <a:pt x="3630001" y="1492239"/>
                  </a:lnTo>
                  <a:lnTo>
                    <a:pt x="3630857" y="1410084"/>
                  </a:lnTo>
                  <a:lnTo>
                    <a:pt x="3631712" y="1408451"/>
                  </a:lnTo>
                  <a:lnTo>
                    <a:pt x="3632568" y="1391929"/>
                  </a:lnTo>
                  <a:lnTo>
                    <a:pt x="3633424" y="1363862"/>
                  </a:lnTo>
                  <a:lnTo>
                    <a:pt x="3634279" y="1379302"/>
                  </a:lnTo>
                  <a:lnTo>
                    <a:pt x="3635135" y="1451692"/>
                  </a:lnTo>
                  <a:lnTo>
                    <a:pt x="3635990" y="1548799"/>
                  </a:lnTo>
                  <a:lnTo>
                    <a:pt x="3636846" y="1589735"/>
                  </a:lnTo>
                  <a:lnTo>
                    <a:pt x="3637701" y="1667656"/>
                  </a:lnTo>
                  <a:lnTo>
                    <a:pt x="3638557" y="1723321"/>
                  </a:lnTo>
                  <a:lnTo>
                    <a:pt x="3639412" y="1760298"/>
                  </a:lnTo>
                  <a:lnTo>
                    <a:pt x="3640268" y="1773411"/>
                  </a:lnTo>
                  <a:lnTo>
                    <a:pt x="3641123" y="1793310"/>
                  </a:lnTo>
                  <a:lnTo>
                    <a:pt x="3641979" y="1863678"/>
                  </a:lnTo>
                  <a:lnTo>
                    <a:pt x="3642834" y="1922917"/>
                  </a:lnTo>
                  <a:lnTo>
                    <a:pt x="3643690" y="2073408"/>
                  </a:lnTo>
                  <a:lnTo>
                    <a:pt x="3644545" y="2195470"/>
                  </a:lnTo>
                  <a:lnTo>
                    <a:pt x="3645401" y="2273987"/>
                  </a:lnTo>
                  <a:lnTo>
                    <a:pt x="3646256" y="2251273"/>
                  </a:lnTo>
                  <a:lnTo>
                    <a:pt x="3647112" y="2191007"/>
                  </a:lnTo>
                  <a:lnTo>
                    <a:pt x="3647967" y="2258509"/>
                  </a:lnTo>
                  <a:lnTo>
                    <a:pt x="3648823" y="2346022"/>
                  </a:lnTo>
                  <a:lnTo>
                    <a:pt x="3649679" y="2423360"/>
                  </a:lnTo>
                  <a:lnTo>
                    <a:pt x="3650534" y="2375601"/>
                  </a:lnTo>
                  <a:lnTo>
                    <a:pt x="3651390" y="2348829"/>
                  </a:lnTo>
                  <a:lnTo>
                    <a:pt x="3652245" y="2407413"/>
                  </a:lnTo>
                  <a:lnTo>
                    <a:pt x="3653101" y="2379781"/>
                  </a:lnTo>
                  <a:lnTo>
                    <a:pt x="3653956" y="2302249"/>
                  </a:lnTo>
                  <a:lnTo>
                    <a:pt x="3654812" y="2257611"/>
                  </a:lnTo>
                  <a:lnTo>
                    <a:pt x="3655667" y="2344297"/>
                  </a:lnTo>
                  <a:lnTo>
                    <a:pt x="3656523" y="2444079"/>
                  </a:lnTo>
                  <a:lnTo>
                    <a:pt x="3657378" y="2447101"/>
                  </a:lnTo>
                  <a:lnTo>
                    <a:pt x="3658234" y="2394802"/>
                  </a:lnTo>
                  <a:lnTo>
                    <a:pt x="3659089" y="2261758"/>
                  </a:lnTo>
                  <a:lnTo>
                    <a:pt x="3659945" y="2144352"/>
                  </a:lnTo>
                  <a:lnTo>
                    <a:pt x="3660800" y="2065414"/>
                  </a:lnTo>
                  <a:lnTo>
                    <a:pt x="3661656" y="1963814"/>
                  </a:lnTo>
                  <a:lnTo>
                    <a:pt x="3662511" y="1825533"/>
                  </a:lnTo>
                  <a:lnTo>
                    <a:pt x="3663367" y="1713418"/>
                  </a:lnTo>
                  <a:lnTo>
                    <a:pt x="3664223" y="1679499"/>
                  </a:lnTo>
                  <a:lnTo>
                    <a:pt x="3665078" y="1700454"/>
                  </a:lnTo>
                  <a:lnTo>
                    <a:pt x="3665934" y="1736505"/>
                  </a:lnTo>
                  <a:lnTo>
                    <a:pt x="3666789" y="1762975"/>
                  </a:lnTo>
                  <a:lnTo>
                    <a:pt x="3667645" y="1876163"/>
                  </a:lnTo>
                  <a:lnTo>
                    <a:pt x="3668500" y="1968844"/>
                  </a:lnTo>
                  <a:lnTo>
                    <a:pt x="3669356" y="2026387"/>
                  </a:lnTo>
                  <a:lnTo>
                    <a:pt x="3670211" y="2002082"/>
                  </a:lnTo>
                  <a:lnTo>
                    <a:pt x="3671067" y="1933351"/>
                  </a:lnTo>
                  <a:lnTo>
                    <a:pt x="3671922" y="1977379"/>
                  </a:lnTo>
                  <a:lnTo>
                    <a:pt x="3672778" y="2003851"/>
                  </a:lnTo>
                  <a:lnTo>
                    <a:pt x="3673633" y="1963388"/>
                  </a:lnTo>
                  <a:lnTo>
                    <a:pt x="3674489" y="1893635"/>
                  </a:lnTo>
                  <a:lnTo>
                    <a:pt x="3675344" y="1877642"/>
                  </a:lnTo>
                  <a:lnTo>
                    <a:pt x="3676200" y="1911323"/>
                  </a:lnTo>
                  <a:lnTo>
                    <a:pt x="3677055" y="1888071"/>
                  </a:lnTo>
                  <a:lnTo>
                    <a:pt x="3677911" y="1802946"/>
                  </a:lnTo>
                  <a:lnTo>
                    <a:pt x="3678766" y="1769855"/>
                  </a:lnTo>
                  <a:lnTo>
                    <a:pt x="3679622" y="1760320"/>
                  </a:lnTo>
                  <a:lnTo>
                    <a:pt x="3680478" y="1721704"/>
                  </a:lnTo>
                  <a:lnTo>
                    <a:pt x="3681333" y="1643858"/>
                  </a:lnTo>
                  <a:lnTo>
                    <a:pt x="3682189" y="1553344"/>
                  </a:lnTo>
                  <a:lnTo>
                    <a:pt x="3683044" y="1457032"/>
                  </a:lnTo>
                  <a:lnTo>
                    <a:pt x="3683900" y="1386831"/>
                  </a:lnTo>
                  <a:lnTo>
                    <a:pt x="3684755" y="1352618"/>
                  </a:lnTo>
                  <a:lnTo>
                    <a:pt x="3685611" y="1347526"/>
                  </a:lnTo>
                  <a:lnTo>
                    <a:pt x="3686466" y="1352382"/>
                  </a:lnTo>
                  <a:lnTo>
                    <a:pt x="3687322" y="1319051"/>
                  </a:lnTo>
                  <a:lnTo>
                    <a:pt x="3688177" y="1321706"/>
                  </a:lnTo>
                  <a:lnTo>
                    <a:pt x="3689033" y="1332076"/>
                  </a:lnTo>
                  <a:lnTo>
                    <a:pt x="3689888" y="1326846"/>
                  </a:lnTo>
                  <a:lnTo>
                    <a:pt x="3690744" y="1317182"/>
                  </a:lnTo>
                  <a:lnTo>
                    <a:pt x="3691599" y="1314422"/>
                  </a:lnTo>
                  <a:lnTo>
                    <a:pt x="3692455" y="1351414"/>
                  </a:lnTo>
                  <a:lnTo>
                    <a:pt x="3693310" y="1436670"/>
                  </a:lnTo>
                  <a:lnTo>
                    <a:pt x="3694166" y="1481513"/>
                  </a:lnTo>
                  <a:lnTo>
                    <a:pt x="3695021" y="1551179"/>
                  </a:lnTo>
                  <a:lnTo>
                    <a:pt x="3695877" y="1642439"/>
                  </a:lnTo>
                  <a:lnTo>
                    <a:pt x="3696733" y="1778691"/>
                  </a:lnTo>
                  <a:lnTo>
                    <a:pt x="3697588" y="1924382"/>
                  </a:lnTo>
                  <a:lnTo>
                    <a:pt x="3698444" y="2054115"/>
                  </a:lnTo>
                  <a:lnTo>
                    <a:pt x="3699299" y="2219511"/>
                  </a:lnTo>
                  <a:lnTo>
                    <a:pt x="3700155" y="2313875"/>
                  </a:lnTo>
                  <a:lnTo>
                    <a:pt x="3701010" y="2335125"/>
                  </a:lnTo>
                  <a:lnTo>
                    <a:pt x="3701866" y="2275668"/>
                  </a:lnTo>
                  <a:lnTo>
                    <a:pt x="3702721" y="2193601"/>
                  </a:lnTo>
                  <a:lnTo>
                    <a:pt x="3703577" y="2072186"/>
                  </a:lnTo>
                  <a:lnTo>
                    <a:pt x="3704432" y="1959655"/>
                  </a:lnTo>
                  <a:lnTo>
                    <a:pt x="3705288" y="1890797"/>
                  </a:lnTo>
                  <a:lnTo>
                    <a:pt x="3706143" y="1826061"/>
                  </a:lnTo>
                  <a:lnTo>
                    <a:pt x="3706999" y="1800286"/>
                  </a:lnTo>
                  <a:lnTo>
                    <a:pt x="3707854" y="1829248"/>
                  </a:lnTo>
                  <a:lnTo>
                    <a:pt x="3708710" y="1860328"/>
                  </a:lnTo>
                  <a:lnTo>
                    <a:pt x="3709565" y="1936288"/>
                  </a:lnTo>
                  <a:lnTo>
                    <a:pt x="3710421" y="2042909"/>
                  </a:lnTo>
                  <a:lnTo>
                    <a:pt x="3711277" y="2187470"/>
                  </a:lnTo>
                  <a:lnTo>
                    <a:pt x="3712132" y="2208964"/>
                  </a:lnTo>
                  <a:lnTo>
                    <a:pt x="3712988" y="2118580"/>
                  </a:lnTo>
                  <a:lnTo>
                    <a:pt x="3713843" y="2082507"/>
                  </a:lnTo>
                  <a:lnTo>
                    <a:pt x="3714699" y="1979269"/>
                  </a:lnTo>
                  <a:lnTo>
                    <a:pt x="3715554" y="1900344"/>
                  </a:lnTo>
                  <a:lnTo>
                    <a:pt x="3716410" y="1832101"/>
                  </a:lnTo>
                  <a:lnTo>
                    <a:pt x="3717265" y="1855387"/>
                  </a:lnTo>
                  <a:lnTo>
                    <a:pt x="3718121" y="1970783"/>
                  </a:lnTo>
                  <a:lnTo>
                    <a:pt x="3718976" y="1986055"/>
                  </a:lnTo>
                  <a:lnTo>
                    <a:pt x="3719832" y="2028875"/>
                  </a:lnTo>
                  <a:lnTo>
                    <a:pt x="3720687" y="2059788"/>
                  </a:lnTo>
                  <a:lnTo>
                    <a:pt x="3721543" y="2017212"/>
                  </a:lnTo>
                  <a:lnTo>
                    <a:pt x="3722398" y="1947092"/>
                  </a:lnTo>
                  <a:lnTo>
                    <a:pt x="3723254" y="1848370"/>
                  </a:lnTo>
                  <a:lnTo>
                    <a:pt x="3724109" y="1780574"/>
                  </a:lnTo>
                  <a:lnTo>
                    <a:pt x="3724965" y="1658349"/>
                  </a:lnTo>
                  <a:lnTo>
                    <a:pt x="3725820" y="1595460"/>
                  </a:lnTo>
                  <a:lnTo>
                    <a:pt x="3726676" y="1699658"/>
                  </a:lnTo>
                  <a:lnTo>
                    <a:pt x="3727532" y="1809685"/>
                  </a:lnTo>
                  <a:lnTo>
                    <a:pt x="3728387" y="1848702"/>
                  </a:lnTo>
                  <a:lnTo>
                    <a:pt x="3729243" y="1888762"/>
                  </a:lnTo>
                  <a:lnTo>
                    <a:pt x="3730098" y="2023793"/>
                  </a:lnTo>
                  <a:lnTo>
                    <a:pt x="3730954" y="2136507"/>
                  </a:lnTo>
                  <a:lnTo>
                    <a:pt x="3731809" y="2171817"/>
                  </a:lnTo>
                  <a:lnTo>
                    <a:pt x="3732665" y="2232912"/>
                  </a:lnTo>
                  <a:lnTo>
                    <a:pt x="3733520" y="2369324"/>
                  </a:lnTo>
                  <a:lnTo>
                    <a:pt x="3734376" y="2511425"/>
                  </a:lnTo>
                  <a:lnTo>
                    <a:pt x="3735231" y="2602832"/>
                  </a:lnTo>
                  <a:lnTo>
                    <a:pt x="3736087" y="2693581"/>
                  </a:lnTo>
                  <a:lnTo>
                    <a:pt x="3736942" y="2665190"/>
                  </a:lnTo>
                  <a:lnTo>
                    <a:pt x="3737798" y="2570113"/>
                  </a:lnTo>
                  <a:lnTo>
                    <a:pt x="3738653" y="2570506"/>
                  </a:lnTo>
                  <a:lnTo>
                    <a:pt x="3739509" y="2636193"/>
                  </a:lnTo>
                  <a:lnTo>
                    <a:pt x="3740364" y="2702797"/>
                  </a:lnTo>
                  <a:lnTo>
                    <a:pt x="3741220" y="2640651"/>
                  </a:lnTo>
                  <a:lnTo>
                    <a:pt x="3742075" y="2613433"/>
                  </a:lnTo>
                  <a:lnTo>
                    <a:pt x="3742931" y="2627557"/>
                  </a:lnTo>
                  <a:lnTo>
                    <a:pt x="3743787" y="2623229"/>
                  </a:lnTo>
                  <a:lnTo>
                    <a:pt x="3744642" y="2669519"/>
                  </a:lnTo>
                  <a:lnTo>
                    <a:pt x="3745498" y="2629890"/>
                  </a:lnTo>
                  <a:lnTo>
                    <a:pt x="3746353" y="2570133"/>
                  </a:lnTo>
                  <a:lnTo>
                    <a:pt x="3747209" y="2537536"/>
                  </a:lnTo>
                  <a:lnTo>
                    <a:pt x="3748064" y="2585722"/>
                  </a:lnTo>
                  <a:lnTo>
                    <a:pt x="3748920" y="2542305"/>
                  </a:lnTo>
                  <a:lnTo>
                    <a:pt x="3749775" y="2341428"/>
                  </a:lnTo>
                  <a:lnTo>
                    <a:pt x="3750631" y="2267462"/>
                  </a:lnTo>
                  <a:lnTo>
                    <a:pt x="3751486" y="2404682"/>
                  </a:lnTo>
                  <a:lnTo>
                    <a:pt x="3752342" y="2543663"/>
                  </a:lnTo>
                  <a:lnTo>
                    <a:pt x="3753197" y="2575200"/>
                  </a:lnTo>
                  <a:lnTo>
                    <a:pt x="3754053" y="2642901"/>
                  </a:lnTo>
                  <a:lnTo>
                    <a:pt x="3754908" y="2714253"/>
                  </a:lnTo>
                  <a:lnTo>
                    <a:pt x="3755764" y="2753014"/>
                  </a:lnTo>
                  <a:lnTo>
                    <a:pt x="3756619" y="2734118"/>
                  </a:lnTo>
                  <a:lnTo>
                    <a:pt x="3757475" y="2715684"/>
                  </a:lnTo>
                  <a:lnTo>
                    <a:pt x="3758331" y="2664567"/>
                  </a:lnTo>
                  <a:lnTo>
                    <a:pt x="3759186" y="2648272"/>
                  </a:lnTo>
                  <a:lnTo>
                    <a:pt x="3760042" y="2742801"/>
                  </a:lnTo>
                  <a:lnTo>
                    <a:pt x="3760897" y="2740020"/>
                  </a:lnTo>
                  <a:lnTo>
                    <a:pt x="3761753" y="2579379"/>
                  </a:lnTo>
                  <a:lnTo>
                    <a:pt x="3762608" y="2418611"/>
                  </a:lnTo>
                  <a:lnTo>
                    <a:pt x="3763464" y="2395399"/>
                  </a:lnTo>
                  <a:lnTo>
                    <a:pt x="3764319" y="2357891"/>
                  </a:lnTo>
                  <a:lnTo>
                    <a:pt x="3765175" y="2234741"/>
                  </a:lnTo>
                  <a:lnTo>
                    <a:pt x="3766030" y="2184054"/>
                  </a:lnTo>
                  <a:lnTo>
                    <a:pt x="3766886" y="2338508"/>
                  </a:lnTo>
                  <a:lnTo>
                    <a:pt x="3767741" y="2453762"/>
                  </a:lnTo>
                  <a:lnTo>
                    <a:pt x="3768597" y="2522092"/>
                  </a:lnTo>
                  <a:lnTo>
                    <a:pt x="3769452" y="2623730"/>
                  </a:lnTo>
                  <a:lnTo>
                    <a:pt x="3770308" y="2713792"/>
                  </a:lnTo>
                  <a:lnTo>
                    <a:pt x="3771163" y="2800249"/>
                  </a:lnTo>
                  <a:lnTo>
                    <a:pt x="3772019" y="2795522"/>
                  </a:lnTo>
                  <a:lnTo>
                    <a:pt x="3772874" y="2896596"/>
                  </a:lnTo>
                  <a:lnTo>
                    <a:pt x="3773730" y="2936446"/>
                  </a:lnTo>
                  <a:lnTo>
                    <a:pt x="3774586" y="2876248"/>
                  </a:lnTo>
                  <a:lnTo>
                    <a:pt x="3775441" y="2891142"/>
                  </a:lnTo>
                  <a:lnTo>
                    <a:pt x="3776297" y="2926179"/>
                  </a:lnTo>
                  <a:lnTo>
                    <a:pt x="3777152" y="2902887"/>
                  </a:lnTo>
                  <a:lnTo>
                    <a:pt x="3778008" y="2828042"/>
                  </a:lnTo>
                  <a:lnTo>
                    <a:pt x="3778863" y="2796160"/>
                  </a:lnTo>
                  <a:lnTo>
                    <a:pt x="3779719" y="2795899"/>
                  </a:lnTo>
                  <a:lnTo>
                    <a:pt x="3780574" y="2789687"/>
                  </a:lnTo>
                  <a:lnTo>
                    <a:pt x="3781430" y="2831599"/>
                  </a:lnTo>
                  <a:lnTo>
                    <a:pt x="3782285" y="2894389"/>
                  </a:lnTo>
                  <a:lnTo>
                    <a:pt x="3783141" y="2905765"/>
                  </a:lnTo>
                  <a:lnTo>
                    <a:pt x="3783996" y="2900743"/>
                  </a:lnTo>
                  <a:lnTo>
                    <a:pt x="3784852" y="2880295"/>
                  </a:lnTo>
                  <a:lnTo>
                    <a:pt x="3785707" y="2816994"/>
                  </a:lnTo>
                  <a:lnTo>
                    <a:pt x="3786563" y="2755020"/>
                  </a:lnTo>
                  <a:lnTo>
                    <a:pt x="3787418" y="2732175"/>
                  </a:lnTo>
                  <a:lnTo>
                    <a:pt x="3788274" y="2765972"/>
                  </a:lnTo>
                  <a:lnTo>
                    <a:pt x="3789129" y="2855102"/>
                  </a:lnTo>
                  <a:lnTo>
                    <a:pt x="3789985" y="2939782"/>
                  </a:lnTo>
                  <a:lnTo>
                    <a:pt x="3790841" y="3015965"/>
                  </a:lnTo>
                  <a:lnTo>
                    <a:pt x="3791696" y="2992097"/>
                  </a:lnTo>
                  <a:lnTo>
                    <a:pt x="3792552" y="2907709"/>
                  </a:lnTo>
                  <a:lnTo>
                    <a:pt x="3793407" y="2783710"/>
                  </a:lnTo>
                  <a:lnTo>
                    <a:pt x="3794263" y="2758880"/>
                  </a:lnTo>
                  <a:lnTo>
                    <a:pt x="3795118" y="2760014"/>
                  </a:lnTo>
                  <a:lnTo>
                    <a:pt x="3795974" y="2753506"/>
                  </a:lnTo>
                  <a:lnTo>
                    <a:pt x="3796829" y="2736899"/>
                  </a:lnTo>
                  <a:lnTo>
                    <a:pt x="3797685" y="2821872"/>
                  </a:lnTo>
                  <a:lnTo>
                    <a:pt x="3798540" y="2946382"/>
                  </a:lnTo>
                  <a:lnTo>
                    <a:pt x="3799396" y="2906998"/>
                  </a:lnTo>
                  <a:lnTo>
                    <a:pt x="3800251" y="2883225"/>
                  </a:lnTo>
                  <a:lnTo>
                    <a:pt x="3801107" y="2920829"/>
                  </a:lnTo>
                  <a:lnTo>
                    <a:pt x="3801962" y="3003968"/>
                  </a:lnTo>
                  <a:lnTo>
                    <a:pt x="3802818" y="3011470"/>
                  </a:lnTo>
                  <a:lnTo>
                    <a:pt x="3803673" y="3010816"/>
                  </a:lnTo>
                  <a:lnTo>
                    <a:pt x="3804529" y="3063404"/>
                  </a:lnTo>
                  <a:lnTo>
                    <a:pt x="3805384" y="3061785"/>
                  </a:lnTo>
                  <a:lnTo>
                    <a:pt x="3806240" y="3035990"/>
                  </a:lnTo>
                  <a:lnTo>
                    <a:pt x="3807096" y="3029821"/>
                  </a:lnTo>
                  <a:lnTo>
                    <a:pt x="3807951" y="3027172"/>
                  </a:lnTo>
                  <a:lnTo>
                    <a:pt x="3808807" y="3029250"/>
                  </a:lnTo>
                  <a:lnTo>
                    <a:pt x="3809662" y="3022167"/>
                  </a:lnTo>
                  <a:lnTo>
                    <a:pt x="3810518" y="3047383"/>
                  </a:lnTo>
                  <a:lnTo>
                    <a:pt x="3811373" y="3087092"/>
                  </a:lnTo>
                  <a:lnTo>
                    <a:pt x="3812229" y="3114743"/>
                  </a:lnTo>
                  <a:lnTo>
                    <a:pt x="3813084" y="3116972"/>
                  </a:lnTo>
                  <a:lnTo>
                    <a:pt x="3813084" y="3116972"/>
                  </a:lnTo>
                  <a:lnTo>
                    <a:pt x="3813940" y="3116972"/>
                  </a:lnTo>
                  <a:lnTo>
                    <a:pt x="3814795" y="3116972"/>
                  </a:lnTo>
                  <a:lnTo>
                    <a:pt x="3815651" y="3116972"/>
                  </a:lnTo>
                  <a:lnTo>
                    <a:pt x="3816506" y="3116972"/>
                  </a:lnTo>
                  <a:lnTo>
                    <a:pt x="3817362" y="3116972"/>
                  </a:lnTo>
                  <a:lnTo>
                    <a:pt x="3818217" y="3116972"/>
                  </a:lnTo>
                  <a:lnTo>
                    <a:pt x="3819073" y="3116618"/>
                  </a:lnTo>
                  <a:lnTo>
                    <a:pt x="3819928" y="3103972"/>
                  </a:lnTo>
                  <a:lnTo>
                    <a:pt x="3820784" y="3093433"/>
                  </a:lnTo>
                  <a:lnTo>
                    <a:pt x="3821640" y="3076520"/>
                  </a:lnTo>
                  <a:lnTo>
                    <a:pt x="3822495" y="3073285"/>
                  </a:lnTo>
                  <a:lnTo>
                    <a:pt x="3823351" y="3089645"/>
                  </a:lnTo>
                  <a:lnTo>
                    <a:pt x="3824206" y="3091386"/>
                  </a:lnTo>
                  <a:lnTo>
                    <a:pt x="3825062" y="3057121"/>
                  </a:lnTo>
                  <a:lnTo>
                    <a:pt x="3825917" y="2987450"/>
                  </a:lnTo>
                  <a:lnTo>
                    <a:pt x="3826773" y="2965759"/>
                  </a:lnTo>
                  <a:lnTo>
                    <a:pt x="3827628" y="2979712"/>
                  </a:lnTo>
                  <a:lnTo>
                    <a:pt x="3828484" y="2966721"/>
                  </a:lnTo>
                  <a:lnTo>
                    <a:pt x="3829339" y="2890484"/>
                  </a:lnTo>
                  <a:lnTo>
                    <a:pt x="3830195" y="2860259"/>
                  </a:lnTo>
                  <a:lnTo>
                    <a:pt x="3831050" y="2927612"/>
                  </a:lnTo>
                  <a:lnTo>
                    <a:pt x="3831906" y="2977222"/>
                  </a:lnTo>
                  <a:lnTo>
                    <a:pt x="3832761" y="3005088"/>
                  </a:lnTo>
                  <a:lnTo>
                    <a:pt x="3833617" y="3007917"/>
                  </a:lnTo>
                  <a:lnTo>
                    <a:pt x="3834472" y="3033719"/>
                  </a:lnTo>
                  <a:lnTo>
                    <a:pt x="3835328" y="3096711"/>
                  </a:lnTo>
                  <a:lnTo>
                    <a:pt x="3836183" y="3094365"/>
                  </a:lnTo>
                  <a:lnTo>
                    <a:pt x="3837039" y="3010675"/>
                  </a:lnTo>
                  <a:lnTo>
                    <a:pt x="3837895" y="2938782"/>
                  </a:lnTo>
                  <a:lnTo>
                    <a:pt x="3838750" y="2961443"/>
                  </a:lnTo>
                  <a:lnTo>
                    <a:pt x="3839606" y="2999868"/>
                  </a:lnTo>
                  <a:lnTo>
                    <a:pt x="3840461" y="2974623"/>
                  </a:lnTo>
                  <a:lnTo>
                    <a:pt x="3841317" y="2976968"/>
                  </a:lnTo>
                  <a:lnTo>
                    <a:pt x="3842172" y="3051540"/>
                  </a:lnTo>
                  <a:lnTo>
                    <a:pt x="3843028" y="3095566"/>
                  </a:lnTo>
                  <a:lnTo>
                    <a:pt x="3843883" y="3081376"/>
                  </a:lnTo>
                  <a:lnTo>
                    <a:pt x="3844739" y="3071586"/>
                  </a:lnTo>
                  <a:lnTo>
                    <a:pt x="3845594" y="3063993"/>
                  </a:lnTo>
                  <a:lnTo>
                    <a:pt x="3846450" y="3017333"/>
                  </a:lnTo>
                  <a:lnTo>
                    <a:pt x="3847305" y="3019382"/>
                  </a:lnTo>
                  <a:lnTo>
                    <a:pt x="3848161" y="3066787"/>
                  </a:lnTo>
                  <a:lnTo>
                    <a:pt x="3849016" y="3086038"/>
                  </a:lnTo>
                  <a:lnTo>
                    <a:pt x="3849872" y="3051139"/>
                  </a:lnTo>
                  <a:lnTo>
                    <a:pt x="3850727" y="3049564"/>
                  </a:lnTo>
                  <a:lnTo>
                    <a:pt x="3851583" y="2996989"/>
                  </a:lnTo>
                  <a:lnTo>
                    <a:pt x="3852438" y="2880002"/>
                  </a:lnTo>
                  <a:lnTo>
                    <a:pt x="3853294" y="2836186"/>
                  </a:lnTo>
                  <a:lnTo>
                    <a:pt x="3854150" y="2832882"/>
                  </a:lnTo>
                  <a:lnTo>
                    <a:pt x="3855005" y="2879882"/>
                  </a:lnTo>
                  <a:lnTo>
                    <a:pt x="3855861" y="2904185"/>
                  </a:lnTo>
                  <a:lnTo>
                    <a:pt x="3856716" y="3024438"/>
                  </a:lnTo>
                  <a:lnTo>
                    <a:pt x="3857572" y="3116972"/>
                  </a:lnTo>
                  <a:lnTo>
                    <a:pt x="3857572" y="3116972"/>
                  </a:lnTo>
                  <a:lnTo>
                    <a:pt x="3858427" y="3116972"/>
                  </a:lnTo>
                  <a:lnTo>
                    <a:pt x="3859283" y="3116972"/>
                  </a:lnTo>
                  <a:lnTo>
                    <a:pt x="3860138" y="3116972"/>
                  </a:lnTo>
                  <a:lnTo>
                    <a:pt x="3860994" y="3116972"/>
                  </a:lnTo>
                  <a:lnTo>
                    <a:pt x="3861849" y="3116972"/>
                  </a:lnTo>
                  <a:lnTo>
                    <a:pt x="3862705" y="3116972"/>
                  </a:lnTo>
                  <a:lnTo>
                    <a:pt x="3863560" y="3116972"/>
                  </a:lnTo>
                  <a:lnTo>
                    <a:pt x="3864416" y="3116972"/>
                  </a:lnTo>
                  <a:lnTo>
                    <a:pt x="3865271" y="3116972"/>
                  </a:lnTo>
                  <a:lnTo>
                    <a:pt x="3866127" y="3116972"/>
                  </a:lnTo>
                  <a:lnTo>
                    <a:pt x="3866982" y="3116972"/>
                  </a:lnTo>
                  <a:lnTo>
                    <a:pt x="3867838" y="3113937"/>
                  </a:lnTo>
                  <a:lnTo>
                    <a:pt x="3868694" y="3005776"/>
                  </a:lnTo>
                  <a:lnTo>
                    <a:pt x="3869549" y="2944928"/>
                  </a:lnTo>
                  <a:lnTo>
                    <a:pt x="3870405" y="2976280"/>
                  </a:lnTo>
                  <a:lnTo>
                    <a:pt x="3871260" y="3025891"/>
                  </a:lnTo>
                  <a:lnTo>
                    <a:pt x="3872116" y="3073817"/>
                  </a:lnTo>
                  <a:lnTo>
                    <a:pt x="3872971" y="3103771"/>
                  </a:lnTo>
                  <a:lnTo>
                    <a:pt x="3873827" y="3078925"/>
                  </a:lnTo>
                  <a:lnTo>
                    <a:pt x="3874682" y="3102245"/>
                  </a:lnTo>
                  <a:lnTo>
                    <a:pt x="3875538" y="3102902"/>
                  </a:lnTo>
                  <a:lnTo>
                    <a:pt x="3876393" y="3045057"/>
                  </a:lnTo>
                  <a:lnTo>
                    <a:pt x="3877249" y="2979068"/>
                  </a:lnTo>
                  <a:lnTo>
                    <a:pt x="3878104" y="2935722"/>
                  </a:lnTo>
                  <a:lnTo>
                    <a:pt x="3878960" y="2999031"/>
                  </a:lnTo>
                  <a:lnTo>
                    <a:pt x="3879815" y="3057168"/>
                  </a:lnTo>
                  <a:lnTo>
                    <a:pt x="3880671" y="3077738"/>
                  </a:lnTo>
                  <a:lnTo>
                    <a:pt x="3881526" y="3116972"/>
                  </a:lnTo>
                  <a:lnTo>
                    <a:pt x="3881526" y="3116972"/>
                  </a:lnTo>
                  <a:lnTo>
                    <a:pt x="3882382" y="3112824"/>
                  </a:lnTo>
                  <a:lnTo>
                    <a:pt x="3883237" y="3060150"/>
                  </a:lnTo>
                  <a:lnTo>
                    <a:pt x="3884093" y="3053251"/>
                  </a:lnTo>
                  <a:lnTo>
                    <a:pt x="3884949" y="3045385"/>
                  </a:lnTo>
                  <a:lnTo>
                    <a:pt x="3885804" y="3024164"/>
                  </a:lnTo>
                  <a:lnTo>
                    <a:pt x="3886660" y="3030536"/>
                  </a:lnTo>
                  <a:lnTo>
                    <a:pt x="3887515" y="3091708"/>
                  </a:lnTo>
                  <a:lnTo>
                    <a:pt x="3888371" y="3114416"/>
                  </a:lnTo>
                  <a:lnTo>
                    <a:pt x="3889226" y="3070981"/>
                  </a:lnTo>
                  <a:lnTo>
                    <a:pt x="3890082" y="3073323"/>
                  </a:lnTo>
                  <a:lnTo>
                    <a:pt x="3890937" y="3075451"/>
                  </a:lnTo>
                  <a:lnTo>
                    <a:pt x="3891793" y="3043764"/>
                  </a:lnTo>
                  <a:lnTo>
                    <a:pt x="3892648" y="3015334"/>
                  </a:lnTo>
                  <a:lnTo>
                    <a:pt x="3893504" y="3014517"/>
                  </a:lnTo>
                  <a:lnTo>
                    <a:pt x="3894359" y="3047319"/>
                  </a:lnTo>
                  <a:lnTo>
                    <a:pt x="3895215" y="3037122"/>
                  </a:lnTo>
                  <a:lnTo>
                    <a:pt x="3896070" y="3023843"/>
                  </a:lnTo>
                  <a:lnTo>
                    <a:pt x="3896926" y="3044157"/>
                  </a:lnTo>
                  <a:lnTo>
                    <a:pt x="3897781" y="3063573"/>
                  </a:lnTo>
                  <a:lnTo>
                    <a:pt x="3898637" y="3116972"/>
                  </a:lnTo>
                  <a:lnTo>
                    <a:pt x="3898637" y="3116972"/>
                  </a:lnTo>
                  <a:lnTo>
                    <a:pt x="3899492" y="3116972"/>
                  </a:lnTo>
                  <a:lnTo>
                    <a:pt x="3900348" y="3116972"/>
                  </a:lnTo>
                  <a:lnTo>
                    <a:pt x="3901204" y="3116972"/>
                  </a:lnTo>
                  <a:lnTo>
                    <a:pt x="3902059" y="3116972"/>
                  </a:lnTo>
                  <a:lnTo>
                    <a:pt x="3902915" y="3116972"/>
                  </a:lnTo>
                  <a:lnTo>
                    <a:pt x="3903770" y="3116972"/>
                  </a:lnTo>
                  <a:lnTo>
                    <a:pt x="3904626" y="3088536"/>
                  </a:lnTo>
                  <a:lnTo>
                    <a:pt x="3905481" y="3002566"/>
                  </a:lnTo>
                  <a:lnTo>
                    <a:pt x="3906337" y="2951098"/>
                  </a:lnTo>
                  <a:lnTo>
                    <a:pt x="3907192" y="2917564"/>
                  </a:lnTo>
                  <a:lnTo>
                    <a:pt x="3908048" y="2854101"/>
                  </a:lnTo>
                  <a:lnTo>
                    <a:pt x="3908903" y="2850225"/>
                  </a:lnTo>
                  <a:lnTo>
                    <a:pt x="3909759" y="2844650"/>
                  </a:lnTo>
                  <a:lnTo>
                    <a:pt x="3910614" y="2846816"/>
                  </a:lnTo>
                  <a:lnTo>
                    <a:pt x="3911470" y="2874513"/>
                  </a:lnTo>
                  <a:lnTo>
                    <a:pt x="3912325" y="2903190"/>
                  </a:lnTo>
                  <a:lnTo>
                    <a:pt x="3913181" y="2980298"/>
                  </a:lnTo>
                  <a:lnTo>
                    <a:pt x="3914036" y="3089691"/>
                  </a:lnTo>
                  <a:lnTo>
                    <a:pt x="3914892" y="3116972"/>
                  </a:lnTo>
                  <a:lnTo>
                    <a:pt x="3914892" y="3116972"/>
                  </a:lnTo>
                  <a:lnTo>
                    <a:pt x="3915748" y="3116972"/>
                  </a:lnTo>
                  <a:lnTo>
                    <a:pt x="3916603" y="3116972"/>
                  </a:lnTo>
                  <a:lnTo>
                    <a:pt x="3917459" y="3084791"/>
                  </a:lnTo>
                  <a:lnTo>
                    <a:pt x="3918314" y="2967318"/>
                  </a:lnTo>
                  <a:lnTo>
                    <a:pt x="3919170" y="2839429"/>
                  </a:lnTo>
                  <a:lnTo>
                    <a:pt x="3920025" y="2796725"/>
                  </a:lnTo>
                  <a:lnTo>
                    <a:pt x="3920881" y="2837499"/>
                  </a:lnTo>
                  <a:lnTo>
                    <a:pt x="3921736" y="2851921"/>
                  </a:lnTo>
                  <a:lnTo>
                    <a:pt x="3922592" y="2904992"/>
                  </a:lnTo>
                  <a:lnTo>
                    <a:pt x="3923447" y="3005518"/>
                  </a:lnTo>
                  <a:lnTo>
                    <a:pt x="3924303" y="3087451"/>
                  </a:lnTo>
                  <a:lnTo>
                    <a:pt x="3925158" y="3116972"/>
                  </a:lnTo>
                  <a:lnTo>
                    <a:pt x="3925158" y="3116972"/>
                  </a:lnTo>
                  <a:lnTo>
                    <a:pt x="3926014" y="3050679"/>
                  </a:lnTo>
                  <a:lnTo>
                    <a:pt x="3926869" y="3019505"/>
                  </a:lnTo>
                  <a:lnTo>
                    <a:pt x="3927725" y="2996998"/>
                  </a:lnTo>
                  <a:lnTo>
                    <a:pt x="3928580" y="2965954"/>
                  </a:lnTo>
                  <a:lnTo>
                    <a:pt x="3929436" y="2922237"/>
                  </a:lnTo>
                  <a:lnTo>
                    <a:pt x="3930291" y="2899945"/>
                  </a:lnTo>
                  <a:lnTo>
                    <a:pt x="3931147" y="2928854"/>
                  </a:lnTo>
                  <a:lnTo>
                    <a:pt x="3932003" y="2973657"/>
                  </a:lnTo>
                  <a:lnTo>
                    <a:pt x="3932858" y="3002389"/>
                  </a:lnTo>
                  <a:lnTo>
                    <a:pt x="3933714" y="2952816"/>
                  </a:lnTo>
                  <a:lnTo>
                    <a:pt x="3934569" y="2921307"/>
                  </a:lnTo>
                  <a:lnTo>
                    <a:pt x="3935425" y="2882403"/>
                  </a:lnTo>
                  <a:lnTo>
                    <a:pt x="3936280" y="2821762"/>
                  </a:lnTo>
                  <a:lnTo>
                    <a:pt x="3937136" y="2777642"/>
                  </a:lnTo>
                  <a:lnTo>
                    <a:pt x="3937991" y="2781970"/>
                  </a:lnTo>
                  <a:lnTo>
                    <a:pt x="3938847" y="2857347"/>
                  </a:lnTo>
                  <a:lnTo>
                    <a:pt x="3939702" y="2884267"/>
                  </a:lnTo>
                  <a:lnTo>
                    <a:pt x="3940558" y="2917535"/>
                  </a:lnTo>
                  <a:lnTo>
                    <a:pt x="3941413" y="2967001"/>
                  </a:lnTo>
                  <a:lnTo>
                    <a:pt x="3942269" y="2978480"/>
                  </a:lnTo>
                  <a:lnTo>
                    <a:pt x="3943124" y="2954184"/>
                  </a:lnTo>
                  <a:lnTo>
                    <a:pt x="3943980" y="2952723"/>
                  </a:lnTo>
                  <a:lnTo>
                    <a:pt x="3944835" y="2940381"/>
                  </a:lnTo>
                  <a:lnTo>
                    <a:pt x="3945691" y="2900085"/>
                  </a:lnTo>
                  <a:lnTo>
                    <a:pt x="3946546" y="2918031"/>
                  </a:lnTo>
                  <a:lnTo>
                    <a:pt x="3947402" y="2978410"/>
                  </a:lnTo>
                  <a:lnTo>
                    <a:pt x="3948258" y="3032853"/>
                  </a:lnTo>
                  <a:lnTo>
                    <a:pt x="3949113" y="3032081"/>
                  </a:lnTo>
                  <a:lnTo>
                    <a:pt x="3949969" y="3062528"/>
                  </a:lnTo>
                  <a:lnTo>
                    <a:pt x="3950824" y="3116972"/>
                  </a:lnTo>
                  <a:lnTo>
                    <a:pt x="3950824" y="3116972"/>
                  </a:lnTo>
                  <a:lnTo>
                    <a:pt x="3951680" y="3116972"/>
                  </a:lnTo>
                  <a:lnTo>
                    <a:pt x="3952535" y="3116972"/>
                  </a:lnTo>
                  <a:lnTo>
                    <a:pt x="3953391" y="3116972"/>
                  </a:lnTo>
                  <a:lnTo>
                    <a:pt x="3954246" y="3116972"/>
                  </a:lnTo>
                  <a:lnTo>
                    <a:pt x="3955102" y="3116972"/>
                  </a:lnTo>
                  <a:lnTo>
                    <a:pt x="3955957" y="3116972"/>
                  </a:lnTo>
                  <a:lnTo>
                    <a:pt x="3956813" y="3116972"/>
                  </a:lnTo>
                  <a:lnTo>
                    <a:pt x="3957668" y="3116972"/>
                  </a:lnTo>
                  <a:lnTo>
                    <a:pt x="3958524" y="3116972"/>
                  </a:lnTo>
                  <a:lnTo>
                    <a:pt x="3959379" y="3116972"/>
                  </a:lnTo>
                  <a:lnTo>
                    <a:pt x="3960235" y="3116972"/>
                  </a:lnTo>
                  <a:lnTo>
                    <a:pt x="3961090" y="3116972"/>
                  </a:lnTo>
                  <a:lnTo>
                    <a:pt x="3961946" y="3116972"/>
                  </a:lnTo>
                  <a:lnTo>
                    <a:pt x="3962802" y="3116972"/>
                  </a:lnTo>
                  <a:lnTo>
                    <a:pt x="3963657" y="3116972"/>
                  </a:lnTo>
                  <a:lnTo>
                    <a:pt x="3964513" y="3116972"/>
                  </a:lnTo>
                  <a:lnTo>
                    <a:pt x="3965368" y="3116972"/>
                  </a:lnTo>
                  <a:lnTo>
                    <a:pt x="3966224" y="3116972"/>
                  </a:lnTo>
                  <a:lnTo>
                    <a:pt x="3967079" y="3116972"/>
                  </a:lnTo>
                  <a:lnTo>
                    <a:pt x="3967935" y="3094174"/>
                  </a:lnTo>
                  <a:lnTo>
                    <a:pt x="3968790" y="3083160"/>
                  </a:lnTo>
                  <a:lnTo>
                    <a:pt x="3969646" y="3080450"/>
                  </a:lnTo>
                  <a:lnTo>
                    <a:pt x="3970501" y="3080451"/>
                  </a:lnTo>
                  <a:lnTo>
                    <a:pt x="3971357" y="3080451"/>
                  </a:lnTo>
                  <a:lnTo>
                    <a:pt x="3972212" y="3080452"/>
                  </a:lnTo>
                  <a:lnTo>
                    <a:pt x="3973068" y="3103907"/>
                  </a:lnTo>
                  <a:lnTo>
                    <a:pt x="3973923" y="3116972"/>
                  </a:lnTo>
                  <a:lnTo>
                    <a:pt x="3973923" y="3116972"/>
                  </a:lnTo>
                  <a:lnTo>
                    <a:pt x="3974779" y="3116626"/>
                  </a:lnTo>
                  <a:lnTo>
                    <a:pt x="3975634" y="3116627"/>
                  </a:lnTo>
                  <a:lnTo>
                    <a:pt x="3976490" y="3116494"/>
                  </a:lnTo>
                  <a:lnTo>
                    <a:pt x="3977345" y="3061463"/>
                  </a:lnTo>
                  <a:lnTo>
                    <a:pt x="3978201" y="2971185"/>
                  </a:lnTo>
                  <a:lnTo>
                    <a:pt x="3979057" y="2899237"/>
                  </a:lnTo>
                  <a:lnTo>
                    <a:pt x="3979912" y="2861851"/>
                  </a:lnTo>
                  <a:lnTo>
                    <a:pt x="3980768" y="2861852"/>
                  </a:lnTo>
                  <a:lnTo>
                    <a:pt x="3981623" y="2861987"/>
                  </a:lnTo>
                  <a:lnTo>
                    <a:pt x="3982479" y="2917019"/>
                  </a:lnTo>
                  <a:lnTo>
                    <a:pt x="3983334" y="2988934"/>
                  </a:lnTo>
                  <a:lnTo>
                    <a:pt x="3984190" y="3034201"/>
                  </a:lnTo>
                  <a:lnTo>
                    <a:pt x="3985045" y="3066996"/>
                  </a:lnTo>
                  <a:lnTo>
                    <a:pt x="3985901" y="3044444"/>
                  </a:lnTo>
                  <a:lnTo>
                    <a:pt x="3986756" y="3033781"/>
                  </a:lnTo>
                  <a:lnTo>
                    <a:pt x="3987612" y="3034441"/>
                  </a:lnTo>
                  <a:lnTo>
                    <a:pt x="3988467" y="3037830"/>
                  </a:lnTo>
                  <a:lnTo>
                    <a:pt x="3989323" y="3056056"/>
                  </a:lnTo>
                  <a:lnTo>
                    <a:pt x="3990178" y="3066104"/>
                  </a:lnTo>
                  <a:lnTo>
                    <a:pt x="3991034" y="3088655"/>
                  </a:lnTo>
                  <a:lnTo>
                    <a:pt x="3991889" y="3099319"/>
                  </a:lnTo>
                  <a:lnTo>
                    <a:pt x="3992745" y="3098660"/>
                  </a:lnTo>
                  <a:lnTo>
                    <a:pt x="3993600" y="3095270"/>
                  </a:lnTo>
                  <a:lnTo>
                    <a:pt x="3994456" y="3077044"/>
                  </a:lnTo>
                  <a:lnTo>
                    <a:pt x="3995312" y="3036227"/>
                  </a:lnTo>
                  <a:lnTo>
                    <a:pt x="3996167" y="3001103"/>
                  </a:lnTo>
                  <a:lnTo>
                    <a:pt x="3997023" y="3027932"/>
                  </a:lnTo>
                  <a:lnTo>
                    <a:pt x="3997878" y="3029866"/>
                  </a:lnTo>
                  <a:lnTo>
                    <a:pt x="3998734" y="2986643"/>
                  </a:lnTo>
                  <a:lnTo>
                    <a:pt x="3999589" y="2945068"/>
                  </a:lnTo>
                  <a:lnTo>
                    <a:pt x="4000445" y="2942657"/>
                  </a:lnTo>
                  <a:lnTo>
                    <a:pt x="4001300" y="2946693"/>
                  </a:lnTo>
                  <a:lnTo>
                    <a:pt x="4002156" y="2897910"/>
                  </a:lnTo>
                  <a:lnTo>
                    <a:pt x="4003011" y="2890182"/>
                  </a:lnTo>
                  <a:lnTo>
                    <a:pt x="4003867" y="2933406"/>
                  </a:lnTo>
                  <a:lnTo>
                    <a:pt x="4004722" y="2993217"/>
                  </a:lnTo>
                  <a:lnTo>
                    <a:pt x="4005578" y="3104808"/>
                  </a:lnTo>
                  <a:lnTo>
                    <a:pt x="4006433" y="3116972"/>
                  </a:lnTo>
                  <a:lnTo>
                    <a:pt x="4006433" y="3116972"/>
                  </a:lnTo>
                  <a:lnTo>
                    <a:pt x="4007289" y="3116972"/>
                  </a:lnTo>
                  <a:lnTo>
                    <a:pt x="4008144" y="3116972"/>
                  </a:lnTo>
                  <a:lnTo>
                    <a:pt x="4009000" y="3116972"/>
                  </a:lnTo>
                  <a:lnTo>
                    <a:pt x="4009855" y="3116972"/>
                  </a:lnTo>
                  <a:lnTo>
                    <a:pt x="4010711" y="3116972"/>
                  </a:lnTo>
                  <a:lnTo>
                    <a:pt x="4011567" y="3116972"/>
                  </a:lnTo>
                  <a:lnTo>
                    <a:pt x="4012422" y="3116972"/>
                  </a:lnTo>
                  <a:lnTo>
                    <a:pt x="4013278" y="3116972"/>
                  </a:lnTo>
                  <a:lnTo>
                    <a:pt x="4014133" y="3116972"/>
                  </a:lnTo>
                  <a:lnTo>
                    <a:pt x="4014989" y="3116972"/>
                  </a:lnTo>
                  <a:lnTo>
                    <a:pt x="4015844" y="3093449"/>
                  </a:lnTo>
                  <a:lnTo>
                    <a:pt x="4016700" y="3031657"/>
                  </a:lnTo>
                  <a:lnTo>
                    <a:pt x="4017555" y="2992974"/>
                  </a:lnTo>
                  <a:lnTo>
                    <a:pt x="4018411" y="2995270"/>
                  </a:lnTo>
                  <a:lnTo>
                    <a:pt x="4019266" y="3037438"/>
                  </a:lnTo>
                  <a:lnTo>
                    <a:pt x="4020122" y="3015922"/>
                  </a:lnTo>
                  <a:lnTo>
                    <a:pt x="4020977" y="3002051"/>
                  </a:lnTo>
                  <a:lnTo>
                    <a:pt x="4021833" y="3015110"/>
                  </a:lnTo>
                  <a:lnTo>
                    <a:pt x="4022688" y="3045418"/>
                  </a:lnTo>
                  <a:lnTo>
                    <a:pt x="4023544" y="3092337"/>
                  </a:lnTo>
                  <a:lnTo>
                    <a:pt x="4024399" y="3068782"/>
                  </a:lnTo>
                  <a:lnTo>
                    <a:pt x="4025255" y="3024288"/>
                  </a:lnTo>
                  <a:lnTo>
                    <a:pt x="4026111" y="3059080"/>
                  </a:lnTo>
                  <a:lnTo>
                    <a:pt x="4026966" y="3116132"/>
                  </a:lnTo>
                  <a:lnTo>
                    <a:pt x="4027822" y="3107099"/>
                  </a:lnTo>
                  <a:lnTo>
                    <a:pt x="4028677" y="3072782"/>
                  </a:lnTo>
                  <a:lnTo>
                    <a:pt x="4029533" y="3066386"/>
                  </a:lnTo>
                  <a:lnTo>
                    <a:pt x="4030388" y="3098649"/>
                  </a:lnTo>
                  <a:lnTo>
                    <a:pt x="4031244" y="3086000"/>
                  </a:lnTo>
                  <a:lnTo>
                    <a:pt x="4032099" y="3034355"/>
                  </a:lnTo>
                  <a:lnTo>
                    <a:pt x="4032955" y="3007831"/>
                  </a:lnTo>
                  <a:lnTo>
                    <a:pt x="4033810" y="2947191"/>
                  </a:lnTo>
                  <a:lnTo>
                    <a:pt x="4034666" y="2923375"/>
                  </a:lnTo>
                  <a:lnTo>
                    <a:pt x="4035521" y="2938124"/>
                  </a:lnTo>
                  <a:lnTo>
                    <a:pt x="4036377" y="2955187"/>
                  </a:lnTo>
                  <a:lnTo>
                    <a:pt x="4037232" y="2988925"/>
                  </a:lnTo>
                  <a:lnTo>
                    <a:pt x="4038088" y="3008555"/>
                  </a:lnTo>
                  <a:lnTo>
                    <a:pt x="4038943" y="3022805"/>
                  </a:lnTo>
                  <a:lnTo>
                    <a:pt x="4039799" y="2979452"/>
                  </a:lnTo>
                  <a:lnTo>
                    <a:pt x="4040654" y="2947128"/>
                  </a:lnTo>
                  <a:lnTo>
                    <a:pt x="4041510" y="2927302"/>
                  </a:lnTo>
                  <a:lnTo>
                    <a:pt x="4042366" y="2923930"/>
                  </a:lnTo>
                  <a:lnTo>
                    <a:pt x="4043221" y="2920949"/>
                  </a:lnTo>
                  <a:lnTo>
                    <a:pt x="4044077" y="2954737"/>
                  </a:lnTo>
                  <a:lnTo>
                    <a:pt x="4044932" y="3051859"/>
                  </a:lnTo>
                  <a:lnTo>
                    <a:pt x="4045788" y="3081664"/>
                  </a:lnTo>
                  <a:lnTo>
                    <a:pt x="4046643" y="3073758"/>
                  </a:lnTo>
                  <a:lnTo>
                    <a:pt x="4047499" y="3073758"/>
                  </a:lnTo>
                  <a:lnTo>
                    <a:pt x="4048354" y="3114769"/>
                  </a:lnTo>
                  <a:lnTo>
                    <a:pt x="4049210" y="3116972"/>
                  </a:lnTo>
                  <a:lnTo>
                    <a:pt x="4049210" y="3116972"/>
                  </a:lnTo>
                  <a:lnTo>
                    <a:pt x="4050065" y="3116972"/>
                  </a:lnTo>
                  <a:lnTo>
                    <a:pt x="4050921" y="3116972"/>
                  </a:lnTo>
                  <a:lnTo>
                    <a:pt x="4051776" y="3116972"/>
                  </a:lnTo>
                  <a:lnTo>
                    <a:pt x="4052632" y="3116972"/>
                  </a:lnTo>
                  <a:lnTo>
                    <a:pt x="4053487" y="3116972"/>
                  </a:lnTo>
                  <a:lnTo>
                    <a:pt x="4054343" y="3010055"/>
                  </a:lnTo>
                  <a:lnTo>
                    <a:pt x="4055198" y="2970382"/>
                  </a:lnTo>
                  <a:lnTo>
                    <a:pt x="4056054" y="3067457"/>
                  </a:lnTo>
                  <a:lnTo>
                    <a:pt x="4056909" y="3116972"/>
                  </a:lnTo>
                  <a:lnTo>
                    <a:pt x="4056909" y="3116972"/>
                  </a:lnTo>
                  <a:lnTo>
                    <a:pt x="4057765" y="3116292"/>
                  </a:lnTo>
                  <a:lnTo>
                    <a:pt x="4058621" y="3116972"/>
                  </a:lnTo>
                  <a:lnTo>
                    <a:pt x="4058621" y="3116972"/>
                  </a:lnTo>
                  <a:lnTo>
                    <a:pt x="4059476" y="3116972"/>
                  </a:lnTo>
                  <a:lnTo>
                    <a:pt x="4060332" y="3116972"/>
                  </a:lnTo>
                  <a:lnTo>
                    <a:pt x="4061187" y="3084279"/>
                  </a:lnTo>
                  <a:lnTo>
                    <a:pt x="4062043" y="3006322"/>
                  </a:lnTo>
                  <a:lnTo>
                    <a:pt x="4062898" y="2980705"/>
                  </a:lnTo>
                  <a:lnTo>
                    <a:pt x="4063754" y="2980706"/>
                  </a:lnTo>
                  <a:lnTo>
                    <a:pt x="4064609" y="2980707"/>
                  </a:lnTo>
                  <a:lnTo>
                    <a:pt x="4065465" y="2992427"/>
                  </a:lnTo>
                  <a:lnTo>
                    <a:pt x="4066320" y="3018825"/>
                  </a:lnTo>
                  <a:lnTo>
                    <a:pt x="4067176" y="3014374"/>
                  </a:lnTo>
                  <a:lnTo>
                    <a:pt x="4068031" y="3001130"/>
                  </a:lnTo>
                  <a:lnTo>
                    <a:pt x="4068887" y="3001130"/>
                  </a:lnTo>
                  <a:lnTo>
                    <a:pt x="4069742" y="2980721"/>
                  </a:lnTo>
                  <a:lnTo>
                    <a:pt x="4070598" y="2923498"/>
                  </a:lnTo>
                  <a:lnTo>
                    <a:pt x="4071453" y="2874486"/>
                  </a:lnTo>
                  <a:lnTo>
                    <a:pt x="4072309" y="2840154"/>
                  </a:lnTo>
                  <a:lnTo>
                    <a:pt x="4073165" y="2832568"/>
                  </a:lnTo>
                  <a:lnTo>
                    <a:pt x="4074020" y="2839216"/>
                  </a:lnTo>
                  <a:lnTo>
                    <a:pt x="4074876" y="2884073"/>
                  </a:lnTo>
                  <a:lnTo>
                    <a:pt x="4075731" y="2946114"/>
                  </a:lnTo>
                  <a:lnTo>
                    <a:pt x="4076587" y="3061261"/>
                  </a:lnTo>
                  <a:lnTo>
                    <a:pt x="4077442" y="3116972"/>
                  </a:lnTo>
                  <a:lnTo>
                    <a:pt x="4077442" y="3116972"/>
                  </a:lnTo>
                  <a:lnTo>
                    <a:pt x="4078298" y="3116972"/>
                  </a:lnTo>
                  <a:lnTo>
                    <a:pt x="4079153" y="3116972"/>
                  </a:lnTo>
                  <a:lnTo>
                    <a:pt x="4080009" y="3116972"/>
                  </a:lnTo>
                  <a:lnTo>
                    <a:pt x="4080864" y="3116972"/>
                  </a:lnTo>
                  <a:lnTo>
                    <a:pt x="4081720" y="3116972"/>
                  </a:lnTo>
                  <a:lnTo>
                    <a:pt x="4082575" y="3116972"/>
                  </a:lnTo>
                  <a:lnTo>
                    <a:pt x="4083431" y="3116972"/>
                  </a:lnTo>
                  <a:lnTo>
                    <a:pt x="4084286" y="3116972"/>
                  </a:lnTo>
                  <a:lnTo>
                    <a:pt x="4085142" y="3116972"/>
                  </a:lnTo>
                  <a:lnTo>
                    <a:pt x="4085997" y="3116972"/>
                  </a:lnTo>
                  <a:lnTo>
                    <a:pt x="4086853" y="3116972"/>
                  </a:lnTo>
                  <a:lnTo>
                    <a:pt x="4087708" y="3116972"/>
                  </a:lnTo>
                  <a:lnTo>
                    <a:pt x="4088564" y="3082313"/>
                  </a:lnTo>
                  <a:lnTo>
                    <a:pt x="4089420" y="3052603"/>
                  </a:lnTo>
                  <a:lnTo>
                    <a:pt x="4090275" y="3042050"/>
                  </a:lnTo>
                  <a:lnTo>
                    <a:pt x="4091131" y="3038868"/>
                  </a:lnTo>
                  <a:lnTo>
                    <a:pt x="4091986" y="3047023"/>
                  </a:lnTo>
                  <a:lnTo>
                    <a:pt x="4092842" y="3064534"/>
                  </a:lnTo>
                  <a:lnTo>
                    <a:pt x="4093697" y="3071586"/>
                  </a:lnTo>
                  <a:lnTo>
                    <a:pt x="4094553" y="3105336"/>
                  </a:lnTo>
                  <a:lnTo>
                    <a:pt x="4095408" y="3116972"/>
                  </a:lnTo>
                  <a:lnTo>
                    <a:pt x="4095408" y="3116972"/>
                  </a:lnTo>
                  <a:lnTo>
                    <a:pt x="4096264" y="3116972"/>
                  </a:lnTo>
                  <a:lnTo>
                    <a:pt x="4097119" y="3116972"/>
                  </a:lnTo>
                  <a:lnTo>
                    <a:pt x="4097975" y="3116972"/>
                  </a:lnTo>
                  <a:lnTo>
                    <a:pt x="4098830" y="3116972"/>
                  </a:lnTo>
                  <a:lnTo>
                    <a:pt x="4099686" y="3034991"/>
                  </a:lnTo>
                  <a:lnTo>
                    <a:pt x="4100541" y="2938607"/>
                  </a:lnTo>
                  <a:lnTo>
                    <a:pt x="4101397" y="2843843"/>
                  </a:lnTo>
                  <a:lnTo>
                    <a:pt x="4102252" y="2787807"/>
                  </a:lnTo>
                  <a:lnTo>
                    <a:pt x="4103108" y="2799171"/>
                  </a:lnTo>
                  <a:lnTo>
                    <a:pt x="4103963" y="2856353"/>
                  </a:lnTo>
                  <a:lnTo>
                    <a:pt x="4104819" y="2874043"/>
                  </a:lnTo>
                  <a:lnTo>
                    <a:pt x="4105675" y="2910909"/>
                  </a:lnTo>
                  <a:lnTo>
                    <a:pt x="4106530" y="2980094"/>
                  </a:lnTo>
                  <a:lnTo>
                    <a:pt x="4107386" y="2991119"/>
                  </a:lnTo>
                  <a:lnTo>
                    <a:pt x="4108241" y="2936279"/>
                  </a:lnTo>
                  <a:lnTo>
                    <a:pt x="4109097" y="2837035"/>
                  </a:lnTo>
                  <a:lnTo>
                    <a:pt x="4109952" y="2829617"/>
                  </a:lnTo>
                  <a:lnTo>
                    <a:pt x="4110808" y="2885605"/>
                  </a:lnTo>
                  <a:lnTo>
                    <a:pt x="4111663" y="2885621"/>
                  </a:lnTo>
                  <a:lnTo>
                    <a:pt x="4112519" y="2960969"/>
                  </a:lnTo>
                  <a:lnTo>
                    <a:pt x="4113374" y="3086905"/>
                  </a:lnTo>
                  <a:lnTo>
                    <a:pt x="4114230" y="3116972"/>
                  </a:lnTo>
                  <a:lnTo>
                    <a:pt x="4114230" y="3116972"/>
                  </a:lnTo>
                  <a:lnTo>
                    <a:pt x="4115085" y="3116972"/>
                  </a:lnTo>
                  <a:lnTo>
                    <a:pt x="4115941" y="3116972"/>
                  </a:lnTo>
                  <a:lnTo>
                    <a:pt x="4116796" y="3104149"/>
                  </a:lnTo>
                  <a:lnTo>
                    <a:pt x="4117652" y="3018905"/>
                  </a:lnTo>
                  <a:lnTo>
                    <a:pt x="4118507" y="2994793"/>
                  </a:lnTo>
                  <a:lnTo>
                    <a:pt x="4119363" y="3087578"/>
                  </a:lnTo>
                  <a:lnTo>
                    <a:pt x="4120219" y="3116972"/>
                  </a:lnTo>
                  <a:lnTo>
                    <a:pt x="4120219" y="3116972"/>
                  </a:lnTo>
                  <a:lnTo>
                    <a:pt x="4121074" y="3116972"/>
                  </a:lnTo>
                  <a:lnTo>
                    <a:pt x="4121930" y="3116972"/>
                  </a:lnTo>
                  <a:lnTo>
                    <a:pt x="4122785" y="3116972"/>
                  </a:lnTo>
                  <a:lnTo>
                    <a:pt x="4123641" y="3116972"/>
                  </a:lnTo>
                  <a:lnTo>
                    <a:pt x="4124496" y="3010555"/>
                  </a:lnTo>
                  <a:lnTo>
                    <a:pt x="4125352" y="2980956"/>
                  </a:lnTo>
                  <a:lnTo>
                    <a:pt x="4126207" y="2984921"/>
                  </a:lnTo>
                  <a:lnTo>
                    <a:pt x="4127063" y="2946006"/>
                  </a:lnTo>
                  <a:lnTo>
                    <a:pt x="4127918" y="2944205"/>
                  </a:lnTo>
                  <a:lnTo>
                    <a:pt x="4128774" y="2988691"/>
                  </a:lnTo>
                  <a:lnTo>
                    <a:pt x="4129629" y="2982433"/>
                  </a:lnTo>
                  <a:lnTo>
                    <a:pt x="4130485" y="3015301"/>
                  </a:lnTo>
                  <a:lnTo>
                    <a:pt x="4131340" y="3105799"/>
                  </a:lnTo>
                  <a:lnTo>
                    <a:pt x="4132196" y="3116972"/>
                  </a:lnTo>
                  <a:lnTo>
                    <a:pt x="4132196" y="3116972"/>
                  </a:lnTo>
                  <a:lnTo>
                    <a:pt x="4133051" y="3116972"/>
                  </a:lnTo>
                  <a:lnTo>
                    <a:pt x="4133907" y="3116972"/>
                  </a:lnTo>
                  <a:lnTo>
                    <a:pt x="4134762" y="3116972"/>
                  </a:lnTo>
                  <a:lnTo>
                    <a:pt x="4135618" y="3116972"/>
                  </a:lnTo>
                  <a:lnTo>
                    <a:pt x="4136474" y="3116972"/>
                  </a:lnTo>
                  <a:lnTo>
                    <a:pt x="4137329" y="3116972"/>
                  </a:lnTo>
                  <a:lnTo>
                    <a:pt x="4138185" y="3116972"/>
                  </a:lnTo>
                  <a:lnTo>
                    <a:pt x="4139040" y="3116972"/>
                  </a:lnTo>
                  <a:lnTo>
                    <a:pt x="4139896" y="3116972"/>
                  </a:lnTo>
                  <a:lnTo>
                    <a:pt x="4140751" y="3116972"/>
                  </a:lnTo>
                  <a:lnTo>
                    <a:pt x="4141607" y="3116972"/>
                  </a:lnTo>
                  <a:lnTo>
                    <a:pt x="4142462" y="3116972"/>
                  </a:lnTo>
                  <a:lnTo>
                    <a:pt x="4143318" y="3116972"/>
                  </a:lnTo>
                  <a:lnTo>
                    <a:pt x="4144173" y="3106034"/>
                  </a:lnTo>
                  <a:lnTo>
                    <a:pt x="4145029" y="3051277"/>
                  </a:lnTo>
                  <a:lnTo>
                    <a:pt x="4145884" y="3078038"/>
                  </a:lnTo>
                  <a:lnTo>
                    <a:pt x="4146740" y="3029164"/>
                  </a:lnTo>
                  <a:lnTo>
                    <a:pt x="4147595" y="3015293"/>
                  </a:lnTo>
                  <a:lnTo>
                    <a:pt x="4148451" y="2947195"/>
                  </a:lnTo>
                  <a:lnTo>
                    <a:pt x="4149306" y="2952266"/>
                  </a:lnTo>
                  <a:lnTo>
                    <a:pt x="4150162" y="3012050"/>
                  </a:lnTo>
                  <a:lnTo>
                    <a:pt x="4151017" y="3016519"/>
                  </a:lnTo>
                  <a:lnTo>
                    <a:pt x="4151873" y="2972555"/>
                  </a:lnTo>
                  <a:lnTo>
                    <a:pt x="4152729" y="2948843"/>
                  </a:lnTo>
                  <a:lnTo>
                    <a:pt x="4153584" y="3044024"/>
                  </a:lnTo>
                  <a:lnTo>
                    <a:pt x="4154440" y="3045084"/>
                  </a:lnTo>
                  <a:lnTo>
                    <a:pt x="4155295" y="2984723"/>
                  </a:lnTo>
                  <a:lnTo>
                    <a:pt x="4156151" y="2978820"/>
                  </a:lnTo>
                  <a:lnTo>
                    <a:pt x="4157006" y="3005285"/>
                  </a:lnTo>
                  <a:lnTo>
                    <a:pt x="4157862" y="2920538"/>
                  </a:lnTo>
                  <a:lnTo>
                    <a:pt x="4158717" y="2835173"/>
                  </a:lnTo>
                  <a:lnTo>
                    <a:pt x="4159573" y="2841974"/>
                  </a:lnTo>
                  <a:lnTo>
                    <a:pt x="4160428" y="2838910"/>
                  </a:lnTo>
                  <a:lnTo>
                    <a:pt x="4161284" y="2761258"/>
                  </a:lnTo>
                  <a:lnTo>
                    <a:pt x="4162139" y="2778042"/>
                  </a:lnTo>
                  <a:lnTo>
                    <a:pt x="4162995" y="2909882"/>
                  </a:lnTo>
                  <a:lnTo>
                    <a:pt x="4163850" y="2979306"/>
                  </a:lnTo>
                  <a:lnTo>
                    <a:pt x="4164706" y="2979228"/>
                  </a:lnTo>
                  <a:lnTo>
                    <a:pt x="4165561" y="2946423"/>
                  </a:lnTo>
                  <a:lnTo>
                    <a:pt x="4166417" y="2949751"/>
                  </a:lnTo>
                  <a:lnTo>
                    <a:pt x="4167273" y="2918198"/>
                  </a:lnTo>
                  <a:lnTo>
                    <a:pt x="4168128" y="2917930"/>
                  </a:lnTo>
                  <a:lnTo>
                    <a:pt x="4168984" y="2917931"/>
                  </a:lnTo>
                  <a:lnTo>
                    <a:pt x="4169839" y="2901019"/>
                  </a:lnTo>
                  <a:lnTo>
                    <a:pt x="4170695" y="2869615"/>
                  </a:lnTo>
                  <a:lnTo>
                    <a:pt x="4171550" y="2890092"/>
                  </a:lnTo>
                  <a:lnTo>
                    <a:pt x="4172406" y="2964425"/>
                  </a:lnTo>
                  <a:lnTo>
                    <a:pt x="4173261" y="2909758"/>
                  </a:lnTo>
                  <a:lnTo>
                    <a:pt x="4174117" y="2859943"/>
                  </a:lnTo>
                  <a:lnTo>
                    <a:pt x="4174972" y="2869385"/>
                  </a:lnTo>
                  <a:lnTo>
                    <a:pt x="4175828" y="2907637"/>
                  </a:lnTo>
                  <a:lnTo>
                    <a:pt x="4176683" y="2930610"/>
                  </a:lnTo>
                  <a:lnTo>
                    <a:pt x="4177539" y="2887839"/>
                  </a:lnTo>
                  <a:lnTo>
                    <a:pt x="4178394" y="2969603"/>
                  </a:lnTo>
                  <a:lnTo>
                    <a:pt x="4179250" y="3037922"/>
                  </a:lnTo>
                  <a:lnTo>
                    <a:pt x="4180105" y="3006242"/>
                  </a:lnTo>
                  <a:lnTo>
                    <a:pt x="4180961" y="3012378"/>
                  </a:lnTo>
                  <a:lnTo>
                    <a:pt x="4181816" y="3082019"/>
                  </a:lnTo>
                  <a:lnTo>
                    <a:pt x="4182672" y="3116972"/>
                  </a:lnTo>
                  <a:lnTo>
                    <a:pt x="4182672" y="3116972"/>
                  </a:lnTo>
                  <a:lnTo>
                    <a:pt x="4183528" y="3101217"/>
                  </a:lnTo>
                  <a:lnTo>
                    <a:pt x="4184383" y="3116972"/>
                  </a:lnTo>
                  <a:lnTo>
                    <a:pt x="4184383" y="3116972"/>
                  </a:lnTo>
                  <a:lnTo>
                    <a:pt x="4185239" y="3116972"/>
                  </a:lnTo>
                  <a:lnTo>
                    <a:pt x="4186094" y="3116972"/>
                  </a:lnTo>
                  <a:lnTo>
                    <a:pt x="4186950" y="3098941"/>
                  </a:lnTo>
                  <a:lnTo>
                    <a:pt x="4187805" y="3076714"/>
                  </a:lnTo>
                  <a:lnTo>
                    <a:pt x="4188661" y="3076314"/>
                  </a:lnTo>
                  <a:lnTo>
                    <a:pt x="4189516" y="3017738"/>
                  </a:lnTo>
                  <a:lnTo>
                    <a:pt x="4190372" y="2954191"/>
                  </a:lnTo>
                  <a:lnTo>
                    <a:pt x="4191227" y="2957298"/>
                  </a:lnTo>
                  <a:lnTo>
                    <a:pt x="4192083" y="2971223"/>
                  </a:lnTo>
                  <a:lnTo>
                    <a:pt x="4192938" y="2944780"/>
                  </a:lnTo>
                  <a:lnTo>
                    <a:pt x="4193794" y="2917002"/>
                  </a:lnTo>
                  <a:lnTo>
                    <a:pt x="4194649" y="2949066"/>
                  </a:lnTo>
                  <a:lnTo>
                    <a:pt x="4195505" y="3063282"/>
                  </a:lnTo>
                  <a:lnTo>
                    <a:pt x="4196360" y="3116972"/>
                  </a:lnTo>
                  <a:lnTo>
                    <a:pt x="4196360" y="3116972"/>
                  </a:lnTo>
                  <a:lnTo>
                    <a:pt x="4197216" y="3113520"/>
                  </a:lnTo>
                  <a:lnTo>
                    <a:pt x="4198071" y="3116972"/>
                  </a:lnTo>
                  <a:lnTo>
                    <a:pt x="4198071" y="3116972"/>
                  </a:lnTo>
                  <a:lnTo>
                    <a:pt x="4198927" y="3116972"/>
                  </a:lnTo>
                  <a:lnTo>
                    <a:pt x="4199783" y="3116972"/>
                  </a:lnTo>
                  <a:lnTo>
                    <a:pt x="4200638" y="3058358"/>
                  </a:lnTo>
                  <a:lnTo>
                    <a:pt x="4201494" y="3053114"/>
                  </a:lnTo>
                  <a:lnTo>
                    <a:pt x="4202349" y="3116972"/>
                  </a:lnTo>
                  <a:lnTo>
                    <a:pt x="4202349" y="3116972"/>
                  </a:lnTo>
                  <a:lnTo>
                    <a:pt x="4203205" y="3116972"/>
                  </a:lnTo>
                  <a:lnTo>
                    <a:pt x="4204060" y="3116972"/>
                  </a:lnTo>
                  <a:lnTo>
                    <a:pt x="4204916" y="3034693"/>
                  </a:lnTo>
                  <a:lnTo>
                    <a:pt x="4205771" y="2957593"/>
                  </a:lnTo>
                  <a:lnTo>
                    <a:pt x="4206627" y="2886958"/>
                  </a:lnTo>
                  <a:lnTo>
                    <a:pt x="4207482" y="2865180"/>
                  </a:lnTo>
                  <a:lnTo>
                    <a:pt x="4208338" y="2876481"/>
                  </a:lnTo>
                  <a:lnTo>
                    <a:pt x="4209193" y="2923182"/>
                  </a:lnTo>
                  <a:lnTo>
                    <a:pt x="4210049" y="3010892"/>
                  </a:lnTo>
                  <a:lnTo>
                    <a:pt x="4210904" y="3081264"/>
                  </a:lnTo>
                  <a:lnTo>
                    <a:pt x="4211760" y="3114051"/>
                  </a:lnTo>
                  <a:lnTo>
                    <a:pt x="4212615" y="3055479"/>
                  </a:lnTo>
                  <a:lnTo>
                    <a:pt x="4213471" y="2973169"/>
                  </a:lnTo>
                  <a:lnTo>
                    <a:pt x="4214326" y="2893892"/>
                  </a:lnTo>
                  <a:lnTo>
                    <a:pt x="4215182" y="2857913"/>
                  </a:lnTo>
                  <a:lnTo>
                    <a:pt x="4216038" y="2873553"/>
                  </a:lnTo>
                  <a:lnTo>
                    <a:pt x="4216893" y="2967283"/>
                  </a:lnTo>
                  <a:lnTo>
                    <a:pt x="4217749" y="3090954"/>
                  </a:lnTo>
                  <a:lnTo>
                    <a:pt x="4218604" y="3116972"/>
                  </a:lnTo>
                  <a:lnTo>
                    <a:pt x="4218604" y="3116972"/>
                  </a:lnTo>
                  <a:lnTo>
                    <a:pt x="4219460" y="3116972"/>
                  </a:lnTo>
                  <a:lnTo>
                    <a:pt x="4220315" y="3116972"/>
                  </a:lnTo>
                  <a:lnTo>
                    <a:pt x="4221171" y="3116972"/>
                  </a:lnTo>
                  <a:lnTo>
                    <a:pt x="4222026" y="3116972"/>
                  </a:lnTo>
                  <a:lnTo>
                    <a:pt x="4222882" y="3116972"/>
                  </a:lnTo>
                  <a:lnTo>
                    <a:pt x="4223737" y="3116972"/>
                  </a:lnTo>
                  <a:lnTo>
                    <a:pt x="4224593" y="3116972"/>
                  </a:lnTo>
                  <a:lnTo>
                    <a:pt x="4225448" y="3116972"/>
                  </a:lnTo>
                  <a:lnTo>
                    <a:pt x="4226304" y="3106649"/>
                  </a:lnTo>
                  <a:lnTo>
                    <a:pt x="4227159" y="3078911"/>
                  </a:lnTo>
                  <a:lnTo>
                    <a:pt x="4228015" y="3066005"/>
                  </a:lnTo>
                  <a:lnTo>
                    <a:pt x="4228870" y="3067062"/>
                  </a:lnTo>
                  <a:lnTo>
                    <a:pt x="4229726" y="3031876"/>
                  </a:lnTo>
                  <a:lnTo>
                    <a:pt x="4230582" y="3009144"/>
                  </a:lnTo>
                  <a:lnTo>
                    <a:pt x="4231437" y="3009145"/>
                  </a:lnTo>
                  <a:lnTo>
                    <a:pt x="4232293" y="3009145"/>
                  </a:lnTo>
                  <a:lnTo>
                    <a:pt x="4233148" y="3014726"/>
                  </a:lnTo>
                  <a:lnTo>
                    <a:pt x="4234004" y="3013669"/>
                  </a:lnTo>
                  <a:lnTo>
                    <a:pt x="4234859" y="3048854"/>
                  </a:lnTo>
                  <a:lnTo>
                    <a:pt x="4235715" y="3071586"/>
                  </a:lnTo>
                  <a:lnTo>
                    <a:pt x="4236570" y="3061449"/>
                  </a:lnTo>
                  <a:lnTo>
                    <a:pt x="4237426" y="3032275"/>
                  </a:lnTo>
                  <a:lnTo>
                    <a:pt x="4238281" y="3031950"/>
                  </a:lnTo>
                  <a:lnTo>
                    <a:pt x="4239137" y="3034489"/>
                  </a:lnTo>
                  <a:lnTo>
                    <a:pt x="4239992" y="2998964"/>
                  </a:lnTo>
                  <a:lnTo>
                    <a:pt x="4240848" y="2944468"/>
                  </a:lnTo>
                  <a:lnTo>
                    <a:pt x="4241703" y="2950435"/>
                  </a:lnTo>
                  <a:lnTo>
                    <a:pt x="4242559" y="2979610"/>
                  </a:lnTo>
                  <a:lnTo>
                    <a:pt x="4243414" y="2979935"/>
                  </a:lnTo>
                  <a:lnTo>
                    <a:pt x="4244270" y="2958720"/>
                  </a:lnTo>
                  <a:lnTo>
                    <a:pt x="4245125" y="2984751"/>
                  </a:lnTo>
                  <a:lnTo>
                    <a:pt x="4245981" y="3087811"/>
                  </a:lnTo>
                  <a:lnTo>
                    <a:pt x="4246837" y="3116972"/>
                  </a:lnTo>
                  <a:lnTo>
                    <a:pt x="4246837" y="3116972"/>
                  </a:lnTo>
                  <a:lnTo>
                    <a:pt x="4247692" y="3116972"/>
                  </a:lnTo>
                  <a:lnTo>
                    <a:pt x="4248548" y="3116972"/>
                  </a:lnTo>
                  <a:lnTo>
                    <a:pt x="4249403" y="3116972"/>
                  </a:lnTo>
                  <a:lnTo>
                    <a:pt x="4250259" y="3116972"/>
                  </a:lnTo>
                  <a:lnTo>
                    <a:pt x="4251114" y="3116972"/>
                  </a:lnTo>
                  <a:lnTo>
                    <a:pt x="4251970" y="3116972"/>
                  </a:lnTo>
                  <a:lnTo>
                    <a:pt x="4252825" y="3116972"/>
                  </a:lnTo>
                  <a:lnTo>
                    <a:pt x="4253681" y="3116972"/>
                  </a:lnTo>
                  <a:lnTo>
                    <a:pt x="4254536" y="3064883"/>
                  </a:lnTo>
                  <a:lnTo>
                    <a:pt x="4255392" y="3015281"/>
                  </a:lnTo>
                  <a:lnTo>
                    <a:pt x="4256247" y="3016748"/>
                  </a:lnTo>
                  <a:lnTo>
                    <a:pt x="4257103" y="2998804"/>
                  </a:lnTo>
                  <a:lnTo>
                    <a:pt x="4257958" y="2943646"/>
                  </a:lnTo>
                  <a:lnTo>
                    <a:pt x="4258814" y="2950920"/>
                  </a:lnTo>
                  <a:lnTo>
                    <a:pt x="4259669" y="2976638"/>
                  </a:lnTo>
                  <a:lnTo>
                    <a:pt x="4260525" y="2938296"/>
                  </a:lnTo>
                  <a:lnTo>
                    <a:pt x="4261380" y="2875024"/>
                  </a:lnTo>
                  <a:lnTo>
                    <a:pt x="4262236" y="2897363"/>
                  </a:lnTo>
                  <a:lnTo>
                    <a:pt x="4263092" y="2990689"/>
                  </a:lnTo>
                  <a:lnTo>
                    <a:pt x="4263947" y="2977142"/>
                  </a:lnTo>
                  <a:lnTo>
                    <a:pt x="4264803" y="2946148"/>
                  </a:lnTo>
                  <a:lnTo>
                    <a:pt x="4265658" y="2998283"/>
                  </a:lnTo>
                  <a:lnTo>
                    <a:pt x="4266514" y="3035468"/>
                  </a:lnTo>
                  <a:lnTo>
                    <a:pt x="4267369" y="3025102"/>
                  </a:lnTo>
                  <a:lnTo>
                    <a:pt x="4268225" y="2987709"/>
                  </a:lnTo>
                  <a:lnTo>
                    <a:pt x="4269080" y="3005435"/>
                  </a:lnTo>
                  <a:lnTo>
                    <a:pt x="4269936" y="3027678"/>
                  </a:lnTo>
                  <a:lnTo>
                    <a:pt x="4270791" y="3026075"/>
                  </a:lnTo>
                  <a:lnTo>
                    <a:pt x="4271647" y="3046986"/>
                  </a:lnTo>
                  <a:lnTo>
                    <a:pt x="4272502" y="3068716"/>
                  </a:lnTo>
                  <a:lnTo>
                    <a:pt x="4273358" y="3107282"/>
                  </a:lnTo>
                  <a:lnTo>
                    <a:pt x="4274213" y="3116972"/>
                  </a:lnTo>
                  <a:lnTo>
                    <a:pt x="4274213" y="3116972"/>
                  </a:lnTo>
                  <a:lnTo>
                    <a:pt x="4275069" y="3116972"/>
                  </a:lnTo>
                  <a:lnTo>
                    <a:pt x="4275924" y="3099823"/>
                  </a:lnTo>
                  <a:lnTo>
                    <a:pt x="4276780" y="3073905"/>
                  </a:lnTo>
                  <a:lnTo>
                    <a:pt x="4277636" y="3056926"/>
                  </a:lnTo>
                  <a:lnTo>
                    <a:pt x="4278491" y="3003620"/>
                  </a:lnTo>
                  <a:lnTo>
                    <a:pt x="4279347" y="3010893"/>
                  </a:lnTo>
                  <a:lnTo>
                    <a:pt x="4280202" y="3018217"/>
                  </a:lnTo>
                  <a:lnTo>
                    <a:pt x="4281058" y="3018084"/>
                  </a:lnTo>
                  <a:lnTo>
                    <a:pt x="4281913" y="2973590"/>
                  </a:lnTo>
                  <a:lnTo>
                    <a:pt x="4282769" y="2962523"/>
                  </a:lnTo>
                  <a:lnTo>
                    <a:pt x="4283624" y="3015827"/>
                  </a:lnTo>
                  <a:lnTo>
                    <a:pt x="4284480" y="3008553"/>
                  </a:lnTo>
                  <a:lnTo>
                    <a:pt x="4285335" y="3000960"/>
                  </a:lnTo>
                  <a:lnTo>
                    <a:pt x="4286191" y="2961764"/>
                  </a:lnTo>
                  <a:lnTo>
                    <a:pt x="4287046" y="2982218"/>
                  </a:lnTo>
                  <a:lnTo>
                    <a:pt x="4287902" y="3035685"/>
                  </a:lnTo>
                  <a:lnTo>
                    <a:pt x="4288757" y="3045642"/>
                  </a:lnTo>
                  <a:lnTo>
                    <a:pt x="4289613" y="3075953"/>
                  </a:lnTo>
                  <a:lnTo>
                    <a:pt x="4290468" y="3116972"/>
                  </a:lnTo>
                  <a:lnTo>
                    <a:pt x="4290468" y="3116972"/>
                  </a:lnTo>
                  <a:lnTo>
                    <a:pt x="4291324" y="3116972"/>
                  </a:lnTo>
                  <a:lnTo>
                    <a:pt x="4292179" y="3116972"/>
                  </a:lnTo>
                  <a:lnTo>
                    <a:pt x="4293035" y="3116972"/>
                  </a:lnTo>
                  <a:lnTo>
                    <a:pt x="4293891" y="3116972"/>
                  </a:lnTo>
                  <a:lnTo>
                    <a:pt x="4294746" y="3116972"/>
                  </a:lnTo>
                  <a:lnTo>
                    <a:pt x="4295602" y="3096346"/>
                  </a:lnTo>
                  <a:lnTo>
                    <a:pt x="4296457" y="3054488"/>
                  </a:lnTo>
                  <a:lnTo>
                    <a:pt x="4297313" y="3092729"/>
                  </a:lnTo>
                  <a:lnTo>
                    <a:pt x="4298168" y="3109277"/>
                  </a:lnTo>
                  <a:lnTo>
                    <a:pt x="4299024" y="3089259"/>
                  </a:lnTo>
                  <a:lnTo>
                    <a:pt x="4299879" y="3107044"/>
                  </a:lnTo>
                  <a:lnTo>
                    <a:pt x="4300735" y="3114909"/>
                  </a:lnTo>
                  <a:lnTo>
                    <a:pt x="4301590" y="3114909"/>
                  </a:lnTo>
                  <a:lnTo>
                    <a:pt x="4302446" y="3116972"/>
                  </a:lnTo>
                  <a:lnTo>
                    <a:pt x="4302446" y="3116972"/>
                  </a:lnTo>
                  <a:lnTo>
                    <a:pt x="4303301" y="3116972"/>
                  </a:lnTo>
                  <a:lnTo>
                    <a:pt x="4304157" y="3116972"/>
                  </a:lnTo>
                  <a:lnTo>
                    <a:pt x="4305012" y="3116972"/>
                  </a:lnTo>
                  <a:lnTo>
                    <a:pt x="4305868" y="3116972"/>
                  </a:lnTo>
                  <a:lnTo>
                    <a:pt x="4306723" y="3116972"/>
                  </a:lnTo>
                  <a:lnTo>
                    <a:pt x="4307579" y="3050226"/>
                  </a:lnTo>
                  <a:lnTo>
                    <a:pt x="4308434" y="2979987"/>
                  </a:lnTo>
                  <a:lnTo>
                    <a:pt x="4309290" y="2914659"/>
                  </a:lnTo>
                  <a:lnTo>
                    <a:pt x="4310146" y="2871480"/>
                  </a:lnTo>
                  <a:lnTo>
                    <a:pt x="4311001" y="2866784"/>
                  </a:lnTo>
                  <a:lnTo>
                    <a:pt x="4311857" y="2881693"/>
                  </a:lnTo>
                  <a:lnTo>
                    <a:pt x="4312712" y="2948837"/>
                  </a:lnTo>
                  <a:lnTo>
                    <a:pt x="4313568" y="3018288"/>
                  </a:lnTo>
                  <a:lnTo>
                    <a:pt x="4314423" y="3085658"/>
                  </a:lnTo>
                  <a:lnTo>
                    <a:pt x="4315279" y="3116972"/>
                  </a:lnTo>
                  <a:lnTo>
                    <a:pt x="4315279" y="3116972"/>
                  </a:lnTo>
                  <a:lnTo>
                    <a:pt x="4316134" y="3116972"/>
                  </a:lnTo>
                  <a:lnTo>
                    <a:pt x="4316990" y="3090175"/>
                  </a:lnTo>
                  <a:lnTo>
                    <a:pt x="4317845" y="3090176"/>
                  </a:lnTo>
                  <a:lnTo>
                    <a:pt x="4318701" y="3074677"/>
                  </a:lnTo>
                  <a:lnTo>
                    <a:pt x="4319556" y="3039374"/>
                  </a:lnTo>
                  <a:lnTo>
                    <a:pt x="4320412" y="3007985"/>
                  </a:lnTo>
                  <a:lnTo>
                    <a:pt x="4321267" y="3078132"/>
                  </a:lnTo>
                  <a:lnTo>
                    <a:pt x="4322123" y="3116972"/>
                  </a:lnTo>
                  <a:lnTo>
                    <a:pt x="4322123" y="3116972"/>
                  </a:lnTo>
                  <a:lnTo>
                    <a:pt x="4322978" y="3116972"/>
                  </a:lnTo>
                  <a:lnTo>
                    <a:pt x="4323834" y="3116972"/>
                  </a:lnTo>
                  <a:lnTo>
                    <a:pt x="4324690" y="3116972"/>
                  </a:lnTo>
                  <a:lnTo>
                    <a:pt x="4325545" y="3116972"/>
                  </a:lnTo>
                  <a:lnTo>
                    <a:pt x="4326401" y="3116972"/>
                  </a:lnTo>
                  <a:lnTo>
                    <a:pt x="4327256" y="3070581"/>
                  </a:lnTo>
                  <a:lnTo>
                    <a:pt x="4328112" y="3043549"/>
                  </a:lnTo>
                  <a:lnTo>
                    <a:pt x="4328967" y="3019891"/>
                  </a:lnTo>
                  <a:lnTo>
                    <a:pt x="4329823" y="2939734"/>
                  </a:lnTo>
                  <a:lnTo>
                    <a:pt x="4330678" y="2886013"/>
                  </a:lnTo>
                  <a:lnTo>
                    <a:pt x="4331534" y="2901350"/>
                  </a:lnTo>
                  <a:lnTo>
                    <a:pt x="4332389" y="2963875"/>
                  </a:lnTo>
                  <a:lnTo>
                    <a:pt x="4333245" y="3032996"/>
                  </a:lnTo>
                  <a:lnTo>
                    <a:pt x="4334100" y="3045854"/>
                  </a:lnTo>
                  <a:lnTo>
                    <a:pt x="4334956" y="3070483"/>
                  </a:lnTo>
                  <a:lnTo>
                    <a:pt x="4335811" y="3086101"/>
                  </a:lnTo>
                  <a:lnTo>
                    <a:pt x="4336667" y="3034285"/>
                  </a:lnTo>
                  <a:lnTo>
                    <a:pt x="4337522" y="2928021"/>
                  </a:lnTo>
                  <a:lnTo>
                    <a:pt x="4338378" y="2843829"/>
                  </a:lnTo>
                  <a:lnTo>
                    <a:pt x="4339233" y="2880820"/>
                  </a:lnTo>
                  <a:lnTo>
                    <a:pt x="4340089" y="3015341"/>
                  </a:lnTo>
                  <a:lnTo>
                    <a:pt x="4340945" y="3116972"/>
                  </a:lnTo>
                  <a:lnTo>
                    <a:pt x="4340945" y="3116972"/>
                  </a:lnTo>
                  <a:lnTo>
                    <a:pt x="4341800" y="3116972"/>
                  </a:lnTo>
                  <a:lnTo>
                    <a:pt x="4342656" y="3116972"/>
                  </a:lnTo>
                  <a:lnTo>
                    <a:pt x="4343511" y="3116972"/>
                  </a:lnTo>
                  <a:lnTo>
                    <a:pt x="4344367" y="3116972"/>
                  </a:lnTo>
                  <a:lnTo>
                    <a:pt x="4345222" y="3116972"/>
                  </a:lnTo>
                  <a:lnTo>
                    <a:pt x="4346078" y="3098432"/>
                  </a:lnTo>
                  <a:lnTo>
                    <a:pt x="4346933" y="3116972"/>
                  </a:lnTo>
                  <a:lnTo>
                    <a:pt x="4346933" y="3116972"/>
                  </a:lnTo>
                  <a:lnTo>
                    <a:pt x="4347789" y="3112570"/>
                  </a:lnTo>
                  <a:lnTo>
                    <a:pt x="4348644" y="3116972"/>
                  </a:lnTo>
                  <a:lnTo>
                    <a:pt x="4348644" y="3116972"/>
                  </a:lnTo>
                  <a:lnTo>
                    <a:pt x="4349500" y="3116972"/>
                  </a:lnTo>
                  <a:lnTo>
                    <a:pt x="4350355" y="3116972"/>
                  </a:lnTo>
                  <a:lnTo>
                    <a:pt x="4351211" y="3068935"/>
                  </a:lnTo>
                  <a:lnTo>
                    <a:pt x="4352066" y="3011171"/>
                  </a:lnTo>
                  <a:lnTo>
                    <a:pt x="4352922" y="2998359"/>
                  </a:lnTo>
                  <a:lnTo>
                    <a:pt x="4353777" y="2998360"/>
                  </a:lnTo>
                  <a:lnTo>
                    <a:pt x="4354633" y="2986091"/>
                  </a:lnTo>
                  <a:lnTo>
                    <a:pt x="4355488" y="2952057"/>
                  </a:lnTo>
                  <a:lnTo>
                    <a:pt x="4356344" y="2908940"/>
                  </a:lnTo>
                  <a:lnTo>
                    <a:pt x="4357200" y="2863418"/>
                  </a:lnTo>
                  <a:lnTo>
                    <a:pt x="4358055" y="2764555"/>
                  </a:lnTo>
                  <a:lnTo>
                    <a:pt x="4358911" y="2699763"/>
                  </a:lnTo>
                  <a:lnTo>
                    <a:pt x="4359766" y="2704881"/>
                  </a:lnTo>
                  <a:lnTo>
                    <a:pt x="4360622" y="2742436"/>
                  </a:lnTo>
                  <a:lnTo>
                    <a:pt x="4361477" y="2767239"/>
                  </a:lnTo>
                  <a:lnTo>
                    <a:pt x="4362333" y="2810132"/>
                  </a:lnTo>
                  <a:lnTo>
                    <a:pt x="4363188" y="2903902"/>
                  </a:lnTo>
                  <a:lnTo>
                    <a:pt x="4364044" y="2946227"/>
                  </a:lnTo>
                  <a:lnTo>
                    <a:pt x="4364899" y="2906487"/>
                  </a:lnTo>
                  <a:lnTo>
                    <a:pt x="4365755" y="2907745"/>
                  </a:lnTo>
                  <a:lnTo>
                    <a:pt x="4366610" y="3028518"/>
                  </a:lnTo>
                  <a:lnTo>
                    <a:pt x="4367466" y="3055512"/>
                  </a:lnTo>
                  <a:lnTo>
                    <a:pt x="4368321" y="3005372"/>
                  </a:lnTo>
                  <a:lnTo>
                    <a:pt x="4369177" y="3006703"/>
                  </a:lnTo>
                  <a:lnTo>
                    <a:pt x="4370032" y="3053594"/>
                  </a:lnTo>
                  <a:lnTo>
                    <a:pt x="4370888" y="3079928"/>
                  </a:lnTo>
                  <a:lnTo>
                    <a:pt x="4371744" y="3042843"/>
                  </a:lnTo>
                  <a:lnTo>
                    <a:pt x="4372599" y="3044112"/>
                  </a:lnTo>
                  <a:lnTo>
                    <a:pt x="4373455" y="3099343"/>
                  </a:lnTo>
                  <a:lnTo>
                    <a:pt x="4374310" y="3116972"/>
                  </a:lnTo>
                  <a:lnTo>
                    <a:pt x="4374310" y="3116972"/>
                  </a:lnTo>
                  <a:lnTo>
                    <a:pt x="4375166" y="3084079"/>
                  </a:lnTo>
                  <a:lnTo>
                    <a:pt x="4376021" y="2971924"/>
                  </a:lnTo>
                  <a:lnTo>
                    <a:pt x="4376877" y="2860898"/>
                  </a:lnTo>
                  <a:lnTo>
                    <a:pt x="4377732" y="2817500"/>
                  </a:lnTo>
                  <a:lnTo>
                    <a:pt x="4378588" y="2792397"/>
                  </a:lnTo>
                  <a:lnTo>
                    <a:pt x="4379443" y="2787350"/>
                  </a:lnTo>
                  <a:lnTo>
                    <a:pt x="4380299" y="2823891"/>
                  </a:lnTo>
                  <a:lnTo>
                    <a:pt x="4381154" y="2938335"/>
                  </a:lnTo>
                  <a:lnTo>
                    <a:pt x="4382010" y="3038395"/>
                  </a:lnTo>
                  <a:lnTo>
                    <a:pt x="4382865" y="3088252"/>
                  </a:lnTo>
                  <a:lnTo>
                    <a:pt x="4383721" y="3116972"/>
                  </a:lnTo>
                  <a:lnTo>
                    <a:pt x="4383721" y="3116972"/>
                  </a:lnTo>
                  <a:lnTo>
                    <a:pt x="4384576" y="3087484"/>
                  </a:lnTo>
                  <a:lnTo>
                    <a:pt x="4385432" y="3014459"/>
                  </a:lnTo>
                  <a:lnTo>
                    <a:pt x="4386287" y="2936236"/>
                  </a:lnTo>
                  <a:lnTo>
                    <a:pt x="4387143" y="2889498"/>
                  </a:lnTo>
                  <a:lnTo>
                    <a:pt x="4387999" y="2869542"/>
                  </a:lnTo>
                  <a:lnTo>
                    <a:pt x="4388854" y="2835908"/>
                  </a:lnTo>
                  <a:lnTo>
                    <a:pt x="4389710" y="2839272"/>
                  </a:lnTo>
                  <a:lnTo>
                    <a:pt x="4390565" y="2890308"/>
                  </a:lnTo>
                  <a:lnTo>
                    <a:pt x="4391421" y="2881281"/>
                  </a:lnTo>
                  <a:lnTo>
                    <a:pt x="4392276" y="2861017"/>
                  </a:lnTo>
                  <a:lnTo>
                    <a:pt x="4393132" y="2852770"/>
                  </a:lnTo>
                  <a:lnTo>
                    <a:pt x="4393987" y="2887811"/>
                  </a:lnTo>
                  <a:lnTo>
                    <a:pt x="4394843" y="2957854"/>
                  </a:lnTo>
                  <a:lnTo>
                    <a:pt x="4395698" y="2978272"/>
                  </a:lnTo>
                  <a:lnTo>
                    <a:pt x="4396554" y="3012242"/>
                  </a:lnTo>
                  <a:lnTo>
                    <a:pt x="4397409" y="3062445"/>
                  </a:lnTo>
                  <a:lnTo>
                    <a:pt x="4398265" y="3070725"/>
                  </a:lnTo>
                  <a:lnTo>
                    <a:pt x="4399120" y="3046463"/>
                  </a:lnTo>
                  <a:lnTo>
                    <a:pt x="4399976" y="3004151"/>
                  </a:lnTo>
                  <a:lnTo>
                    <a:pt x="4400831" y="3025420"/>
                  </a:lnTo>
                  <a:lnTo>
                    <a:pt x="4401687" y="3075733"/>
                  </a:lnTo>
                  <a:lnTo>
                    <a:pt x="4402542" y="3054522"/>
                  </a:lnTo>
                  <a:lnTo>
                    <a:pt x="4403398" y="3024190"/>
                  </a:lnTo>
                  <a:lnTo>
                    <a:pt x="4404254" y="3047670"/>
                  </a:lnTo>
                  <a:lnTo>
                    <a:pt x="4405109" y="3051895"/>
                  </a:lnTo>
                  <a:lnTo>
                    <a:pt x="4405965" y="3082149"/>
                  </a:lnTo>
                  <a:lnTo>
                    <a:pt x="4406820" y="3116972"/>
                  </a:lnTo>
                  <a:lnTo>
                    <a:pt x="4406820" y="3116972"/>
                  </a:lnTo>
                  <a:lnTo>
                    <a:pt x="4407676" y="3116972"/>
                  </a:lnTo>
                  <a:lnTo>
                    <a:pt x="4408531" y="3116972"/>
                  </a:lnTo>
                  <a:lnTo>
                    <a:pt x="4409387" y="3116972"/>
                  </a:lnTo>
                  <a:lnTo>
                    <a:pt x="4410242" y="3116972"/>
                  </a:lnTo>
                  <a:lnTo>
                    <a:pt x="4411098" y="3116972"/>
                  </a:lnTo>
                  <a:lnTo>
                    <a:pt x="4411953" y="3116972"/>
                  </a:lnTo>
                  <a:lnTo>
                    <a:pt x="4412809" y="3116972"/>
                  </a:lnTo>
                  <a:lnTo>
                    <a:pt x="4413664" y="3116972"/>
                  </a:lnTo>
                  <a:lnTo>
                    <a:pt x="4414520" y="3116972"/>
                  </a:lnTo>
                  <a:lnTo>
                    <a:pt x="4415375" y="3116972"/>
                  </a:lnTo>
                  <a:lnTo>
                    <a:pt x="4416231" y="3116972"/>
                  </a:lnTo>
                  <a:lnTo>
                    <a:pt x="4417086" y="3116972"/>
                  </a:lnTo>
                  <a:lnTo>
                    <a:pt x="4417942" y="3116972"/>
                  </a:lnTo>
                  <a:lnTo>
                    <a:pt x="4418798" y="3116972"/>
                  </a:lnTo>
                  <a:lnTo>
                    <a:pt x="4419653" y="3116972"/>
                  </a:lnTo>
                  <a:lnTo>
                    <a:pt x="4420509" y="3116972"/>
                  </a:lnTo>
                  <a:lnTo>
                    <a:pt x="4421364" y="3071280"/>
                  </a:lnTo>
                  <a:lnTo>
                    <a:pt x="4422220" y="3037536"/>
                  </a:lnTo>
                  <a:lnTo>
                    <a:pt x="4423075" y="3026927"/>
                  </a:lnTo>
                  <a:lnTo>
                    <a:pt x="4423931" y="3017077"/>
                  </a:lnTo>
                  <a:lnTo>
                    <a:pt x="4424786" y="3014388"/>
                  </a:lnTo>
                  <a:lnTo>
                    <a:pt x="4425642" y="3018058"/>
                  </a:lnTo>
                  <a:lnTo>
                    <a:pt x="4426497" y="3073303"/>
                  </a:lnTo>
                  <a:lnTo>
                    <a:pt x="4427353" y="3094853"/>
                  </a:lnTo>
                  <a:lnTo>
                    <a:pt x="4428208" y="3068251"/>
                  </a:lnTo>
                  <a:lnTo>
                    <a:pt x="4429064" y="3044739"/>
                  </a:lnTo>
                  <a:lnTo>
                    <a:pt x="4429919" y="3042936"/>
                  </a:lnTo>
                  <a:lnTo>
                    <a:pt x="4430775" y="3093237"/>
                  </a:lnTo>
                  <a:lnTo>
                    <a:pt x="4431630" y="3116972"/>
                  </a:lnTo>
                  <a:lnTo>
                    <a:pt x="4431630" y="3116972"/>
                  </a:lnTo>
                  <a:lnTo>
                    <a:pt x="4432486" y="3116972"/>
                  </a:lnTo>
                  <a:lnTo>
                    <a:pt x="4433341" y="3116972"/>
                  </a:lnTo>
                  <a:lnTo>
                    <a:pt x="4434197" y="3116972"/>
                  </a:lnTo>
                  <a:lnTo>
                    <a:pt x="4435053" y="3116972"/>
                  </a:lnTo>
                  <a:lnTo>
                    <a:pt x="4435908" y="3116972"/>
                  </a:lnTo>
                  <a:lnTo>
                    <a:pt x="4436764" y="3116972"/>
                  </a:lnTo>
                  <a:lnTo>
                    <a:pt x="4437619" y="3116972"/>
                  </a:lnTo>
                  <a:lnTo>
                    <a:pt x="4438475" y="3116972"/>
                  </a:lnTo>
                  <a:lnTo>
                    <a:pt x="4439330" y="3116972"/>
                  </a:lnTo>
                  <a:lnTo>
                    <a:pt x="4440186" y="3116972"/>
                  </a:lnTo>
                  <a:lnTo>
                    <a:pt x="4441041" y="3116972"/>
                  </a:lnTo>
                  <a:lnTo>
                    <a:pt x="4441897" y="3083338"/>
                  </a:lnTo>
                  <a:lnTo>
                    <a:pt x="4442752" y="3010795"/>
                  </a:lnTo>
                  <a:lnTo>
                    <a:pt x="4443608" y="3006385"/>
                  </a:lnTo>
                  <a:lnTo>
                    <a:pt x="4444463" y="3002941"/>
                  </a:lnTo>
                  <a:lnTo>
                    <a:pt x="4445319" y="3058659"/>
                  </a:lnTo>
                  <a:lnTo>
                    <a:pt x="4446174" y="3048613"/>
                  </a:lnTo>
                  <a:lnTo>
                    <a:pt x="4447030" y="3066286"/>
                  </a:lnTo>
                  <a:lnTo>
                    <a:pt x="4447885" y="3096007"/>
                  </a:lnTo>
                  <a:lnTo>
                    <a:pt x="4448741" y="3105651"/>
                  </a:lnTo>
                  <a:lnTo>
                    <a:pt x="4449596" y="3116972"/>
                  </a:lnTo>
                  <a:lnTo>
                    <a:pt x="4449596" y="3116972"/>
                  </a:lnTo>
                  <a:lnTo>
                    <a:pt x="4450452" y="3116972"/>
                  </a:lnTo>
                  <a:lnTo>
                    <a:pt x="4451308" y="3116972"/>
                  </a:lnTo>
                  <a:lnTo>
                    <a:pt x="4452163" y="3116972"/>
                  </a:lnTo>
                  <a:lnTo>
                    <a:pt x="4453019" y="3116972"/>
                  </a:lnTo>
                  <a:lnTo>
                    <a:pt x="4453874" y="3116972"/>
                  </a:lnTo>
                  <a:lnTo>
                    <a:pt x="4454730" y="3116972"/>
                  </a:lnTo>
                  <a:lnTo>
                    <a:pt x="4455585" y="3047208"/>
                  </a:lnTo>
                  <a:lnTo>
                    <a:pt x="4456441" y="3044709"/>
                  </a:lnTo>
                  <a:lnTo>
                    <a:pt x="4457296" y="3035535"/>
                  </a:lnTo>
                  <a:lnTo>
                    <a:pt x="4458152" y="3038365"/>
                  </a:lnTo>
                  <a:lnTo>
                    <a:pt x="4459007" y="3010587"/>
                  </a:lnTo>
                  <a:lnTo>
                    <a:pt x="4459863" y="3044641"/>
                  </a:lnTo>
                  <a:lnTo>
                    <a:pt x="4460718" y="3060434"/>
                  </a:lnTo>
                  <a:lnTo>
                    <a:pt x="4461574" y="3062936"/>
                  </a:lnTo>
                  <a:lnTo>
                    <a:pt x="4462429" y="3072109"/>
                  </a:lnTo>
                  <a:lnTo>
                    <a:pt x="4463285" y="3058782"/>
                  </a:lnTo>
                  <a:lnTo>
                    <a:pt x="4464140" y="3102461"/>
                  </a:lnTo>
                  <a:lnTo>
                    <a:pt x="4464996" y="3110133"/>
                  </a:lnTo>
                  <a:lnTo>
                    <a:pt x="4465851" y="3073776"/>
                  </a:lnTo>
                  <a:lnTo>
                    <a:pt x="4466707" y="3073777"/>
                  </a:lnTo>
                  <a:lnTo>
                    <a:pt x="4467563" y="3068185"/>
                  </a:lnTo>
                  <a:lnTo>
                    <a:pt x="4468418" y="3048655"/>
                  </a:lnTo>
                  <a:lnTo>
                    <a:pt x="4469274" y="3039222"/>
                  </a:lnTo>
                  <a:lnTo>
                    <a:pt x="4470129" y="3060955"/>
                  </a:lnTo>
                  <a:lnTo>
                    <a:pt x="4470985" y="3116972"/>
                  </a:lnTo>
                  <a:lnTo>
                    <a:pt x="4470985" y="3116972"/>
                  </a:lnTo>
                  <a:lnTo>
                    <a:pt x="4471840" y="3116972"/>
                  </a:lnTo>
                  <a:lnTo>
                    <a:pt x="4472696" y="3116972"/>
                  </a:lnTo>
                  <a:lnTo>
                    <a:pt x="4473551" y="3116972"/>
                  </a:lnTo>
                  <a:lnTo>
                    <a:pt x="4474407" y="3116972"/>
                  </a:lnTo>
                  <a:lnTo>
                    <a:pt x="4475262" y="3116972"/>
                  </a:lnTo>
                  <a:lnTo>
                    <a:pt x="4476118" y="3093081"/>
                  </a:lnTo>
                  <a:lnTo>
                    <a:pt x="4476973" y="3038586"/>
                  </a:lnTo>
                  <a:lnTo>
                    <a:pt x="4477829" y="3000992"/>
                  </a:lnTo>
                  <a:lnTo>
                    <a:pt x="4478684" y="2927491"/>
                  </a:lnTo>
                  <a:lnTo>
                    <a:pt x="4479540" y="2924414"/>
                  </a:lnTo>
                  <a:lnTo>
                    <a:pt x="4480395" y="2942752"/>
                  </a:lnTo>
                  <a:lnTo>
                    <a:pt x="4481251" y="3003739"/>
                  </a:lnTo>
                  <a:lnTo>
                    <a:pt x="4482107" y="3022854"/>
                  </a:lnTo>
                  <a:lnTo>
                    <a:pt x="4482962" y="3014751"/>
                  </a:lnTo>
                  <a:lnTo>
                    <a:pt x="4483818" y="3028178"/>
                  </a:lnTo>
                  <a:lnTo>
                    <a:pt x="4484673" y="3025010"/>
                  </a:lnTo>
                  <a:lnTo>
                    <a:pt x="4485529" y="3012398"/>
                  </a:lnTo>
                  <a:lnTo>
                    <a:pt x="4486384" y="2983825"/>
                  </a:lnTo>
                  <a:lnTo>
                    <a:pt x="4487240" y="3027685"/>
                  </a:lnTo>
                  <a:lnTo>
                    <a:pt x="4488095" y="3052670"/>
                  </a:lnTo>
                  <a:lnTo>
                    <a:pt x="4488951" y="3065292"/>
                  </a:lnTo>
                  <a:lnTo>
                    <a:pt x="4489806" y="3093188"/>
                  </a:lnTo>
                  <a:lnTo>
                    <a:pt x="4490662" y="3090179"/>
                  </a:lnTo>
                  <a:lnTo>
                    <a:pt x="4491517" y="3075317"/>
                  </a:lnTo>
                  <a:lnTo>
                    <a:pt x="4492373" y="2986964"/>
                  </a:lnTo>
                  <a:lnTo>
                    <a:pt x="4493228" y="2956126"/>
                  </a:lnTo>
                  <a:lnTo>
                    <a:pt x="4494084" y="3001992"/>
                  </a:lnTo>
                  <a:lnTo>
                    <a:pt x="4494939" y="3016600"/>
                  </a:lnTo>
                  <a:lnTo>
                    <a:pt x="4495795" y="3052386"/>
                  </a:lnTo>
                  <a:lnTo>
                    <a:pt x="4496650" y="3046147"/>
                  </a:lnTo>
                  <a:lnTo>
                    <a:pt x="4497506" y="3072788"/>
                  </a:lnTo>
                  <a:lnTo>
                    <a:pt x="4498362" y="3113907"/>
                  </a:lnTo>
                  <a:lnTo>
                    <a:pt x="4499217" y="3057060"/>
                  </a:lnTo>
                  <a:lnTo>
                    <a:pt x="4500073" y="2988544"/>
                  </a:lnTo>
                  <a:lnTo>
                    <a:pt x="4500928" y="2983412"/>
                  </a:lnTo>
                  <a:lnTo>
                    <a:pt x="4501784" y="3038512"/>
                  </a:lnTo>
                  <a:lnTo>
                    <a:pt x="4502639" y="3103547"/>
                  </a:lnTo>
                  <a:lnTo>
                    <a:pt x="4503495" y="3094263"/>
                  </a:lnTo>
                  <a:lnTo>
                    <a:pt x="4504350" y="3116972"/>
                  </a:lnTo>
                  <a:lnTo>
                    <a:pt x="4504350" y="3116972"/>
                  </a:lnTo>
                  <a:lnTo>
                    <a:pt x="4505206" y="3116972"/>
                  </a:lnTo>
                  <a:lnTo>
                    <a:pt x="4506061" y="3116972"/>
                  </a:lnTo>
                  <a:lnTo>
                    <a:pt x="4506917" y="3116972"/>
                  </a:lnTo>
                  <a:lnTo>
                    <a:pt x="4507772" y="3116972"/>
                  </a:lnTo>
                  <a:lnTo>
                    <a:pt x="4508628" y="3116972"/>
                  </a:lnTo>
                  <a:lnTo>
                    <a:pt x="4509483" y="3056541"/>
                  </a:lnTo>
                  <a:lnTo>
                    <a:pt x="4510339" y="2958651"/>
                  </a:lnTo>
                  <a:lnTo>
                    <a:pt x="4511194" y="2931982"/>
                  </a:lnTo>
                  <a:lnTo>
                    <a:pt x="4512050" y="2924222"/>
                  </a:lnTo>
                  <a:lnTo>
                    <a:pt x="4512905" y="2858639"/>
                  </a:lnTo>
                  <a:lnTo>
                    <a:pt x="4513761" y="2796538"/>
                  </a:lnTo>
                  <a:lnTo>
                    <a:pt x="4514617" y="2812248"/>
                  </a:lnTo>
                  <a:lnTo>
                    <a:pt x="4515472" y="2755744"/>
                  </a:lnTo>
                  <a:lnTo>
                    <a:pt x="4516328" y="2678369"/>
                  </a:lnTo>
                  <a:lnTo>
                    <a:pt x="4517183" y="2624159"/>
                  </a:lnTo>
                  <a:lnTo>
                    <a:pt x="4518039" y="2673073"/>
                  </a:lnTo>
                  <a:lnTo>
                    <a:pt x="4518894" y="2739685"/>
                  </a:lnTo>
                  <a:lnTo>
                    <a:pt x="4519750" y="2826372"/>
                  </a:lnTo>
                  <a:lnTo>
                    <a:pt x="4520605" y="2971763"/>
                  </a:lnTo>
                  <a:lnTo>
                    <a:pt x="4521461" y="3064902"/>
                  </a:lnTo>
                  <a:lnTo>
                    <a:pt x="4522316" y="3099795"/>
                  </a:lnTo>
                  <a:lnTo>
                    <a:pt x="4523172" y="3103595"/>
                  </a:lnTo>
                  <a:lnTo>
                    <a:pt x="4524027" y="3101586"/>
                  </a:lnTo>
                  <a:lnTo>
                    <a:pt x="4524883" y="3059212"/>
                  </a:lnTo>
                  <a:lnTo>
                    <a:pt x="4525738" y="3056417"/>
                  </a:lnTo>
                  <a:lnTo>
                    <a:pt x="4526594" y="3055901"/>
                  </a:lnTo>
                  <a:lnTo>
                    <a:pt x="4527449" y="3010188"/>
                  </a:lnTo>
                  <a:lnTo>
                    <a:pt x="4528305" y="2991907"/>
                  </a:lnTo>
                  <a:lnTo>
                    <a:pt x="4529161" y="2998637"/>
                  </a:lnTo>
                  <a:lnTo>
                    <a:pt x="4530016" y="2987629"/>
                  </a:lnTo>
                  <a:lnTo>
                    <a:pt x="4530872" y="2940970"/>
                  </a:lnTo>
                  <a:lnTo>
                    <a:pt x="4531727" y="2943318"/>
                  </a:lnTo>
                  <a:lnTo>
                    <a:pt x="4532583" y="2989031"/>
                  </a:lnTo>
                  <a:lnTo>
                    <a:pt x="4533438" y="3007311"/>
                  </a:lnTo>
                  <a:lnTo>
                    <a:pt x="4534294" y="3000582"/>
                  </a:lnTo>
                  <a:lnTo>
                    <a:pt x="4535149" y="3020987"/>
                  </a:lnTo>
                  <a:lnTo>
                    <a:pt x="4536005" y="3116972"/>
                  </a:lnTo>
                  <a:lnTo>
                    <a:pt x="4536005" y="3116972"/>
                  </a:lnTo>
                  <a:lnTo>
                    <a:pt x="4536860" y="3110450"/>
                  </a:lnTo>
                  <a:lnTo>
                    <a:pt x="4537716" y="3044302"/>
                  </a:lnTo>
                  <a:lnTo>
                    <a:pt x="4538571" y="2971185"/>
                  </a:lnTo>
                  <a:lnTo>
                    <a:pt x="4539427" y="2896496"/>
                  </a:lnTo>
                  <a:lnTo>
                    <a:pt x="4540282" y="2884963"/>
                  </a:lnTo>
                  <a:lnTo>
                    <a:pt x="4541138" y="2890738"/>
                  </a:lnTo>
                  <a:lnTo>
                    <a:pt x="4541993" y="2936452"/>
                  </a:lnTo>
                  <a:lnTo>
                    <a:pt x="4542849" y="3052009"/>
                  </a:lnTo>
                  <a:lnTo>
                    <a:pt x="4543704" y="3116972"/>
                  </a:lnTo>
                  <a:lnTo>
                    <a:pt x="4543704" y="3116972"/>
                  </a:lnTo>
                  <a:lnTo>
                    <a:pt x="4544560" y="3116972"/>
                  </a:lnTo>
                  <a:lnTo>
                    <a:pt x="4545416" y="3116972"/>
                  </a:lnTo>
                  <a:lnTo>
                    <a:pt x="4546271" y="3116972"/>
                  </a:lnTo>
                  <a:lnTo>
                    <a:pt x="4547127" y="3116972"/>
                  </a:lnTo>
                  <a:lnTo>
                    <a:pt x="4547982" y="3089670"/>
                  </a:lnTo>
                  <a:lnTo>
                    <a:pt x="4548838" y="3047457"/>
                  </a:lnTo>
                  <a:lnTo>
                    <a:pt x="4549693" y="3023953"/>
                  </a:lnTo>
                  <a:lnTo>
                    <a:pt x="4550549" y="3020408"/>
                  </a:lnTo>
                  <a:lnTo>
                    <a:pt x="4551404" y="3020408"/>
                  </a:lnTo>
                  <a:lnTo>
                    <a:pt x="4552260" y="3020629"/>
                  </a:lnTo>
                  <a:lnTo>
                    <a:pt x="4553115" y="3019070"/>
                  </a:lnTo>
                  <a:lnTo>
                    <a:pt x="4553971" y="2944092"/>
                  </a:lnTo>
                  <a:lnTo>
                    <a:pt x="4554826" y="2902752"/>
                  </a:lnTo>
                  <a:lnTo>
                    <a:pt x="4555682" y="2831053"/>
                  </a:lnTo>
                  <a:lnTo>
                    <a:pt x="4556537" y="2791233"/>
                  </a:lnTo>
                  <a:lnTo>
                    <a:pt x="4557393" y="2847609"/>
                  </a:lnTo>
                  <a:lnTo>
                    <a:pt x="4558248" y="2893595"/>
                  </a:lnTo>
                  <a:lnTo>
                    <a:pt x="4559104" y="3009783"/>
                  </a:lnTo>
                  <a:lnTo>
                    <a:pt x="4559959" y="3049580"/>
                  </a:lnTo>
                  <a:lnTo>
                    <a:pt x="4560815" y="3094812"/>
                  </a:lnTo>
                  <a:lnTo>
                    <a:pt x="4561671" y="3116972"/>
                  </a:lnTo>
                  <a:lnTo>
                    <a:pt x="4561671" y="3116972"/>
                  </a:lnTo>
                  <a:lnTo>
                    <a:pt x="4562526" y="3071348"/>
                  </a:lnTo>
                  <a:lnTo>
                    <a:pt x="4563382" y="3028654"/>
                  </a:lnTo>
                  <a:lnTo>
                    <a:pt x="4564237" y="3045535"/>
                  </a:lnTo>
                  <a:lnTo>
                    <a:pt x="4565093" y="3085805"/>
                  </a:lnTo>
                  <a:lnTo>
                    <a:pt x="4565948" y="3045346"/>
                  </a:lnTo>
                  <a:lnTo>
                    <a:pt x="4566804" y="3022700"/>
                  </a:lnTo>
                  <a:lnTo>
                    <a:pt x="4567659" y="3022700"/>
                  </a:lnTo>
                  <a:lnTo>
                    <a:pt x="4568515" y="3022700"/>
                  </a:lnTo>
                  <a:lnTo>
                    <a:pt x="4569370" y="2986786"/>
                  </a:lnTo>
                  <a:lnTo>
                    <a:pt x="4570226" y="2989312"/>
                  </a:lnTo>
                  <a:lnTo>
                    <a:pt x="4571081" y="3064047"/>
                  </a:lnTo>
                  <a:lnTo>
                    <a:pt x="4571937" y="3088663"/>
                  </a:lnTo>
                  <a:lnTo>
                    <a:pt x="4572792" y="3116401"/>
                  </a:lnTo>
                  <a:lnTo>
                    <a:pt x="4573648" y="3116972"/>
                  </a:lnTo>
                  <a:lnTo>
                    <a:pt x="4573648" y="3116972"/>
                  </a:lnTo>
                  <a:lnTo>
                    <a:pt x="4574503" y="3116972"/>
                  </a:lnTo>
                  <a:lnTo>
                    <a:pt x="4575359" y="3116972"/>
                  </a:lnTo>
                  <a:lnTo>
                    <a:pt x="4576215" y="3116972"/>
                  </a:lnTo>
                  <a:lnTo>
                    <a:pt x="4577070" y="3116972"/>
                  </a:lnTo>
                  <a:lnTo>
                    <a:pt x="4577926" y="3105591"/>
                  </a:lnTo>
                  <a:lnTo>
                    <a:pt x="4578781" y="3030074"/>
                  </a:lnTo>
                  <a:lnTo>
                    <a:pt x="4579637" y="2976948"/>
                  </a:lnTo>
                  <a:lnTo>
                    <a:pt x="4580492" y="2990194"/>
                  </a:lnTo>
                  <a:lnTo>
                    <a:pt x="4581348" y="3028935"/>
                  </a:lnTo>
                  <a:lnTo>
                    <a:pt x="4582203" y="3095260"/>
                  </a:lnTo>
                  <a:lnTo>
                    <a:pt x="4583059" y="3116972"/>
                  </a:lnTo>
                  <a:lnTo>
                    <a:pt x="4583059" y="3116972"/>
                  </a:lnTo>
                  <a:lnTo>
                    <a:pt x="4583914" y="3116972"/>
                  </a:lnTo>
                  <a:lnTo>
                    <a:pt x="4584770" y="3116972"/>
                  </a:lnTo>
                  <a:lnTo>
                    <a:pt x="4585625" y="3116972"/>
                  </a:lnTo>
                  <a:lnTo>
                    <a:pt x="4586481" y="3116972"/>
                  </a:lnTo>
                  <a:lnTo>
                    <a:pt x="4587336" y="3116039"/>
                  </a:lnTo>
                  <a:lnTo>
                    <a:pt x="4588192" y="3116972"/>
                  </a:lnTo>
                  <a:lnTo>
                    <a:pt x="4588192" y="3116972"/>
                  </a:lnTo>
                  <a:lnTo>
                    <a:pt x="4589047" y="3116972"/>
                  </a:lnTo>
                  <a:lnTo>
                    <a:pt x="4589903" y="3116972"/>
                  </a:lnTo>
                  <a:lnTo>
                    <a:pt x="4590758" y="3116972"/>
                  </a:lnTo>
                  <a:lnTo>
                    <a:pt x="4591614" y="3116972"/>
                  </a:lnTo>
                  <a:lnTo>
                    <a:pt x="4592470" y="3116972"/>
                  </a:lnTo>
                  <a:lnTo>
                    <a:pt x="4593325" y="3111764"/>
                  </a:lnTo>
                  <a:lnTo>
                    <a:pt x="4594181" y="2991286"/>
                  </a:lnTo>
                  <a:lnTo>
                    <a:pt x="4595036" y="2937151"/>
                  </a:lnTo>
                  <a:lnTo>
                    <a:pt x="4595892" y="2991897"/>
                  </a:lnTo>
                  <a:lnTo>
                    <a:pt x="4596747" y="3023531"/>
                  </a:lnTo>
                  <a:lnTo>
                    <a:pt x="4597603" y="2984358"/>
                  </a:lnTo>
                  <a:lnTo>
                    <a:pt x="4598458" y="2936221"/>
                  </a:lnTo>
                  <a:lnTo>
                    <a:pt x="4599314" y="3045370"/>
                  </a:lnTo>
                  <a:lnTo>
                    <a:pt x="4600169" y="3083475"/>
                  </a:lnTo>
                  <a:lnTo>
                    <a:pt x="4601025" y="3067963"/>
                  </a:lnTo>
                  <a:lnTo>
                    <a:pt x="4601880" y="3051240"/>
                  </a:lnTo>
                  <a:lnTo>
                    <a:pt x="4602736" y="3055022"/>
                  </a:lnTo>
                  <a:lnTo>
                    <a:pt x="4603591" y="3116972"/>
                  </a:lnTo>
                  <a:lnTo>
                    <a:pt x="4603591" y="3116972"/>
                  </a:lnTo>
                  <a:lnTo>
                    <a:pt x="4604447" y="3116972"/>
                  </a:lnTo>
                  <a:lnTo>
                    <a:pt x="4605302" y="3116972"/>
                  </a:lnTo>
                  <a:lnTo>
                    <a:pt x="4606158" y="3116972"/>
                  </a:lnTo>
                  <a:lnTo>
                    <a:pt x="4607013" y="3116972"/>
                  </a:lnTo>
                  <a:lnTo>
                    <a:pt x="4607869" y="3116972"/>
                  </a:lnTo>
                  <a:lnTo>
                    <a:pt x="4608725" y="3116972"/>
                  </a:lnTo>
                  <a:lnTo>
                    <a:pt x="4609580" y="3116972"/>
                  </a:lnTo>
                  <a:lnTo>
                    <a:pt x="4610436" y="3116972"/>
                  </a:lnTo>
                  <a:lnTo>
                    <a:pt x="4611291" y="3017754"/>
                  </a:lnTo>
                  <a:lnTo>
                    <a:pt x="4612147" y="2935346"/>
                  </a:lnTo>
                  <a:lnTo>
                    <a:pt x="4613002" y="2888439"/>
                  </a:lnTo>
                  <a:lnTo>
                    <a:pt x="4613858" y="2835458"/>
                  </a:lnTo>
                  <a:lnTo>
                    <a:pt x="4614713" y="2797424"/>
                  </a:lnTo>
                  <a:lnTo>
                    <a:pt x="4615569" y="2877297"/>
                  </a:lnTo>
                  <a:lnTo>
                    <a:pt x="4616424" y="3007021"/>
                  </a:lnTo>
                  <a:lnTo>
                    <a:pt x="4617280" y="3051129"/>
                  </a:lnTo>
                  <a:lnTo>
                    <a:pt x="4618135" y="3042759"/>
                  </a:lnTo>
                  <a:lnTo>
                    <a:pt x="4618991" y="3099593"/>
                  </a:lnTo>
                  <a:lnTo>
                    <a:pt x="4619846" y="3116972"/>
                  </a:lnTo>
                  <a:lnTo>
                    <a:pt x="4619846" y="3116972"/>
                  </a:lnTo>
                  <a:lnTo>
                    <a:pt x="4620702" y="3116972"/>
                  </a:lnTo>
                  <a:lnTo>
                    <a:pt x="4621557" y="3056356"/>
                  </a:lnTo>
                  <a:lnTo>
                    <a:pt x="4622413" y="3010585"/>
                  </a:lnTo>
                  <a:lnTo>
                    <a:pt x="4623269" y="3029402"/>
                  </a:lnTo>
                  <a:lnTo>
                    <a:pt x="4624124" y="3043814"/>
                  </a:lnTo>
                  <a:lnTo>
                    <a:pt x="4624980" y="3050829"/>
                  </a:lnTo>
                  <a:lnTo>
                    <a:pt x="4625835" y="3090565"/>
                  </a:lnTo>
                  <a:lnTo>
                    <a:pt x="4626691" y="3116972"/>
                  </a:lnTo>
                  <a:lnTo>
                    <a:pt x="4626691" y="3116972"/>
                  </a:lnTo>
                  <a:lnTo>
                    <a:pt x="4627546" y="3116972"/>
                  </a:lnTo>
                  <a:lnTo>
                    <a:pt x="4628402" y="3116972"/>
                  </a:lnTo>
                  <a:lnTo>
                    <a:pt x="4629257" y="3116972"/>
                  </a:lnTo>
                  <a:lnTo>
                    <a:pt x="4630113" y="3116972"/>
                  </a:lnTo>
                  <a:lnTo>
                    <a:pt x="4630968" y="3116972"/>
                  </a:lnTo>
                  <a:lnTo>
                    <a:pt x="4631824" y="3116972"/>
                  </a:lnTo>
                  <a:lnTo>
                    <a:pt x="4632679" y="3109573"/>
                  </a:lnTo>
                  <a:lnTo>
                    <a:pt x="4633535" y="3116972"/>
                  </a:lnTo>
                  <a:lnTo>
                    <a:pt x="4633535" y="3116972"/>
                  </a:lnTo>
                  <a:lnTo>
                    <a:pt x="4634390" y="3069204"/>
                  </a:lnTo>
                  <a:lnTo>
                    <a:pt x="4635246" y="2983424"/>
                  </a:lnTo>
                  <a:lnTo>
                    <a:pt x="4636101" y="2937639"/>
                  </a:lnTo>
                  <a:lnTo>
                    <a:pt x="4636957" y="2933113"/>
                  </a:lnTo>
                  <a:lnTo>
                    <a:pt x="4637812" y="2909799"/>
                  </a:lnTo>
                  <a:lnTo>
                    <a:pt x="4638668" y="2923440"/>
                  </a:lnTo>
                  <a:lnTo>
                    <a:pt x="4639524" y="3014516"/>
                  </a:lnTo>
                  <a:lnTo>
                    <a:pt x="4640379" y="3034025"/>
                  </a:lnTo>
                  <a:lnTo>
                    <a:pt x="4641235" y="3004622"/>
                  </a:lnTo>
                  <a:lnTo>
                    <a:pt x="4642090" y="3019792"/>
                  </a:lnTo>
                  <a:lnTo>
                    <a:pt x="4642946" y="3071952"/>
                  </a:lnTo>
                  <a:lnTo>
                    <a:pt x="4643801" y="3090209"/>
                  </a:lnTo>
                  <a:lnTo>
                    <a:pt x="4644657" y="3045622"/>
                  </a:lnTo>
                  <a:lnTo>
                    <a:pt x="4645512" y="3068048"/>
                  </a:lnTo>
                  <a:lnTo>
                    <a:pt x="4646368" y="3112540"/>
                  </a:lnTo>
                  <a:lnTo>
                    <a:pt x="4647223" y="3116972"/>
                  </a:lnTo>
                  <a:lnTo>
                    <a:pt x="4647223" y="3116972"/>
                  </a:lnTo>
                  <a:lnTo>
                    <a:pt x="4648079" y="3112890"/>
                  </a:lnTo>
                  <a:lnTo>
                    <a:pt x="4648934" y="3090515"/>
                  </a:lnTo>
                  <a:lnTo>
                    <a:pt x="4649790" y="3110292"/>
                  </a:lnTo>
                  <a:lnTo>
                    <a:pt x="4650645" y="3086354"/>
                  </a:lnTo>
                  <a:lnTo>
                    <a:pt x="4651501" y="3044608"/>
                  </a:lnTo>
                  <a:lnTo>
                    <a:pt x="4652356" y="2984025"/>
                  </a:lnTo>
                  <a:lnTo>
                    <a:pt x="4653212" y="2944355"/>
                  </a:lnTo>
                  <a:lnTo>
                    <a:pt x="4654067" y="2943641"/>
                  </a:lnTo>
                  <a:lnTo>
                    <a:pt x="4654923" y="2975994"/>
                  </a:lnTo>
                  <a:lnTo>
                    <a:pt x="4655779" y="3045285"/>
                  </a:lnTo>
                  <a:lnTo>
                    <a:pt x="4656634" y="3116972"/>
                  </a:lnTo>
                  <a:lnTo>
                    <a:pt x="4656634" y="3116972"/>
                  </a:lnTo>
                  <a:lnTo>
                    <a:pt x="4657490" y="3116972"/>
                  </a:lnTo>
                  <a:lnTo>
                    <a:pt x="4658345" y="3116972"/>
                  </a:lnTo>
                  <a:lnTo>
                    <a:pt x="4659201" y="3116972"/>
                  </a:lnTo>
                  <a:lnTo>
                    <a:pt x="4660056" y="3116972"/>
                  </a:lnTo>
                  <a:lnTo>
                    <a:pt x="4660912" y="3116972"/>
                  </a:lnTo>
                  <a:lnTo>
                    <a:pt x="4661767" y="3110850"/>
                  </a:lnTo>
                  <a:lnTo>
                    <a:pt x="4662623" y="3108959"/>
                  </a:lnTo>
                  <a:lnTo>
                    <a:pt x="4663478" y="3098598"/>
                  </a:lnTo>
                  <a:lnTo>
                    <a:pt x="4664334" y="3115749"/>
                  </a:lnTo>
                  <a:lnTo>
                    <a:pt x="4665189" y="3116972"/>
                  </a:lnTo>
                  <a:lnTo>
                    <a:pt x="4665189" y="3116972"/>
                  </a:lnTo>
                  <a:lnTo>
                    <a:pt x="4666045" y="3116972"/>
                  </a:lnTo>
                  <a:lnTo>
                    <a:pt x="4666900" y="3080783"/>
                  </a:lnTo>
                  <a:lnTo>
                    <a:pt x="4667756" y="3003415"/>
                  </a:lnTo>
                  <a:lnTo>
                    <a:pt x="4668611" y="2953624"/>
                  </a:lnTo>
                  <a:lnTo>
                    <a:pt x="4669467" y="3024526"/>
                  </a:lnTo>
                  <a:lnTo>
                    <a:pt x="4670322" y="3063261"/>
                  </a:lnTo>
                  <a:lnTo>
                    <a:pt x="4671178" y="3087680"/>
                  </a:lnTo>
                  <a:lnTo>
                    <a:pt x="4672034" y="3116972"/>
                  </a:lnTo>
                  <a:lnTo>
                    <a:pt x="4672034" y="3116972"/>
                  </a:lnTo>
                  <a:lnTo>
                    <a:pt x="4672889" y="3116972"/>
                  </a:lnTo>
                  <a:lnTo>
                    <a:pt x="4673745" y="3116972"/>
                  </a:lnTo>
                  <a:lnTo>
                    <a:pt x="4674600" y="3116972"/>
                  </a:lnTo>
                  <a:lnTo>
                    <a:pt x="4675456" y="3058649"/>
                  </a:lnTo>
                  <a:lnTo>
                    <a:pt x="4676311" y="3050876"/>
                  </a:lnTo>
                  <a:lnTo>
                    <a:pt x="4677167" y="3007594"/>
                  </a:lnTo>
                  <a:lnTo>
                    <a:pt x="4678022" y="3027601"/>
                  </a:lnTo>
                  <a:lnTo>
                    <a:pt x="4678878" y="3102986"/>
                  </a:lnTo>
                  <a:lnTo>
                    <a:pt x="4679733" y="3116972"/>
                  </a:lnTo>
                  <a:lnTo>
                    <a:pt x="4679733" y="3116972"/>
                  </a:lnTo>
                  <a:lnTo>
                    <a:pt x="4680589" y="3116972"/>
                  </a:lnTo>
                  <a:lnTo>
                    <a:pt x="4681444" y="3109598"/>
                  </a:lnTo>
                  <a:lnTo>
                    <a:pt x="4682300" y="3104013"/>
                  </a:lnTo>
                  <a:lnTo>
                    <a:pt x="4683155" y="3041380"/>
                  </a:lnTo>
                  <a:lnTo>
                    <a:pt x="4684011" y="2958465"/>
                  </a:lnTo>
                  <a:lnTo>
                    <a:pt x="4684866" y="2944546"/>
                  </a:lnTo>
                  <a:lnTo>
                    <a:pt x="4685722" y="2947796"/>
                  </a:lnTo>
                  <a:lnTo>
                    <a:pt x="4686578" y="2903892"/>
                  </a:lnTo>
                  <a:lnTo>
                    <a:pt x="4687433" y="2837311"/>
                  </a:lnTo>
                  <a:lnTo>
                    <a:pt x="4688289" y="2829023"/>
                  </a:lnTo>
                  <a:lnTo>
                    <a:pt x="4689144" y="2862615"/>
                  </a:lnTo>
                  <a:lnTo>
                    <a:pt x="4690000" y="2845443"/>
                  </a:lnTo>
                  <a:lnTo>
                    <a:pt x="4690855" y="2818465"/>
                  </a:lnTo>
                  <a:lnTo>
                    <a:pt x="4691711" y="2820823"/>
                  </a:lnTo>
                  <a:lnTo>
                    <a:pt x="4692566" y="2936733"/>
                  </a:lnTo>
                  <a:lnTo>
                    <a:pt x="4693422" y="2948744"/>
                  </a:lnTo>
                  <a:lnTo>
                    <a:pt x="4694277" y="2855851"/>
                  </a:lnTo>
                  <a:lnTo>
                    <a:pt x="4695133" y="2840209"/>
                  </a:lnTo>
                  <a:lnTo>
                    <a:pt x="4695988" y="2888587"/>
                  </a:lnTo>
                  <a:lnTo>
                    <a:pt x="4696844" y="2988588"/>
                  </a:lnTo>
                  <a:lnTo>
                    <a:pt x="4697699" y="2979964"/>
                  </a:lnTo>
                  <a:lnTo>
                    <a:pt x="4698555" y="2991393"/>
                  </a:lnTo>
                  <a:lnTo>
                    <a:pt x="4699410" y="3033055"/>
                  </a:lnTo>
                  <a:lnTo>
                    <a:pt x="4700266" y="3038900"/>
                  </a:lnTo>
                  <a:lnTo>
                    <a:pt x="4701121" y="2994328"/>
                  </a:lnTo>
                  <a:lnTo>
                    <a:pt x="4701977" y="2963555"/>
                  </a:lnTo>
                  <a:lnTo>
                    <a:pt x="4702833" y="2979137"/>
                  </a:lnTo>
                  <a:lnTo>
                    <a:pt x="4703688" y="3001832"/>
                  </a:lnTo>
                  <a:lnTo>
                    <a:pt x="4704544" y="3035007"/>
                  </a:lnTo>
                  <a:lnTo>
                    <a:pt x="4705399" y="3010103"/>
                  </a:lnTo>
                  <a:lnTo>
                    <a:pt x="4706255" y="2965979"/>
                  </a:lnTo>
                  <a:lnTo>
                    <a:pt x="4707110" y="2866315"/>
                  </a:lnTo>
                  <a:lnTo>
                    <a:pt x="4707966" y="2818256"/>
                  </a:lnTo>
                  <a:lnTo>
                    <a:pt x="4708821" y="2769210"/>
                  </a:lnTo>
                  <a:lnTo>
                    <a:pt x="4709677" y="2756246"/>
                  </a:lnTo>
                  <a:lnTo>
                    <a:pt x="4710532" y="2739762"/>
                  </a:lnTo>
                  <a:lnTo>
                    <a:pt x="4711388" y="2768713"/>
                  </a:lnTo>
                  <a:lnTo>
                    <a:pt x="4712243" y="2781512"/>
                  </a:lnTo>
                  <a:lnTo>
                    <a:pt x="4713099" y="2742297"/>
                  </a:lnTo>
                  <a:lnTo>
                    <a:pt x="4713954" y="2769577"/>
                  </a:lnTo>
                  <a:lnTo>
                    <a:pt x="4714810" y="2802569"/>
                  </a:lnTo>
                  <a:lnTo>
                    <a:pt x="4715665" y="2881361"/>
                  </a:lnTo>
                  <a:lnTo>
                    <a:pt x="4716521" y="2865563"/>
                  </a:lnTo>
                  <a:lnTo>
                    <a:pt x="4717376" y="2882657"/>
                  </a:lnTo>
                  <a:lnTo>
                    <a:pt x="4718232" y="2961024"/>
                  </a:lnTo>
                  <a:lnTo>
                    <a:pt x="4719088" y="3017973"/>
                  </a:lnTo>
                  <a:lnTo>
                    <a:pt x="4719943" y="3044821"/>
                  </a:lnTo>
                  <a:lnTo>
                    <a:pt x="4720799" y="2973796"/>
                  </a:lnTo>
                  <a:lnTo>
                    <a:pt x="4721654" y="2937748"/>
                  </a:lnTo>
                  <a:lnTo>
                    <a:pt x="4722510" y="2971567"/>
                  </a:lnTo>
                  <a:lnTo>
                    <a:pt x="4723365" y="2991034"/>
                  </a:lnTo>
                  <a:lnTo>
                    <a:pt x="4724221" y="2943272"/>
                  </a:lnTo>
                  <a:lnTo>
                    <a:pt x="4725076" y="2879697"/>
                  </a:lnTo>
                  <a:lnTo>
                    <a:pt x="4725932" y="2939067"/>
                  </a:lnTo>
                  <a:lnTo>
                    <a:pt x="4726787" y="3031165"/>
                  </a:lnTo>
                  <a:lnTo>
                    <a:pt x="4727643" y="3068543"/>
                  </a:lnTo>
                  <a:lnTo>
                    <a:pt x="4728498" y="3052112"/>
                  </a:lnTo>
                  <a:lnTo>
                    <a:pt x="4729354" y="3059189"/>
                  </a:lnTo>
                  <a:lnTo>
                    <a:pt x="4730209" y="3061865"/>
                  </a:lnTo>
                  <a:lnTo>
                    <a:pt x="4731065" y="3043749"/>
                  </a:lnTo>
                  <a:lnTo>
                    <a:pt x="4731920" y="3050256"/>
                  </a:lnTo>
                  <a:lnTo>
                    <a:pt x="4732776" y="3085294"/>
                  </a:lnTo>
                  <a:lnTo>
                    <a:pt x="4733632" y="3105973"/>
                  </a:lnTo>
                  <a:lnTo>
                    <a:pt x="4734487" y="3116972"/>
                  </a:lnTo>
                  <a:lnTo>
                    <a:pt x="4734487" y="3116972"/>
                  </a:lnTo>
                  <a:lnTo>
                    <a:pt x="4735343" y="3116972"/>
                  </a:lnTo>
                  <a:lnTo>
                    <a:pt x="4736198" y="3116972"/>
                  </a:lnTo>
                  <a:lnTo>
                    <a:pt x="4737054" y="3116972"/>
                  </a:lnTo>
                  <a:lnTo>
                    <a:pt x="4737909" y="3116972"/>
                  </a:lnTo>
                  <a:lnTo>
                    <a:pt x="4738765" y="3116972"/>
                  </a:lnTo>
                  <a:lnTo>
                    <a:pt x="4739620" y="3116972"/>
                  </a:lnTo>
                  <a:lnTo>
                    <a:pt x="4740476" y="3116972"/>
                  </a:lnTo>
                  <a:lnTo>
                    <a:pt x="4741331" y="3074041"/>
                  </a:lnTo>
                  <a:lnTo>
                    <a:pt x="4742187" y="3077872"/>
                  </a:lnTo>
                  <a:lnTo>
                    <a:pt x="4743042" y="3116972"/>
                  </a:lnTo>
                  <a:lnTo>
                    <a:pt x="4743042" y="3116972"/>
                  </a:lnTo>
                  <a:lnTo>
                    <a:pt x="4743898" y="3116972"/>
                  </a:lnTo>
                  <a:lnTo>
                    <a:pt x="4744753" y="3080299"/>
                  </a:lnTo>
                  <a:lnTo>
                    <a:pt x="4745609" y="3107951"/>
                  </a:lnTo>
                  <a:lnTo>
                    <a:pt x="4746464" y="3116972"/>
                  </a:lnTo>
                  <a:lnTo>
                    <a:pt x="4746464" y="3116972"/>
                  </a:lnTo>
                  <a:lnTo>
                    <a:pt x="4747320" y="3097794"/>
                  </a:lnTo>
                  <a:lnTo>
                    <a:pt x="4748175" y="3082936"/>
                  </a:lnTo>
                  <a:lnTo>
                    <a:pt x="4749031" y="3107648"/>
                  </a:lnTo>
                  <a:lnTo>
                    <a:pt x="4749887" y="3116972"/>
                  </a:lnTo>
                  <a:lnTo>
                    <a:pt x="4749887" y="3116972"/>
                  </a:lnTo>
                  <a:lnTo>
                    <a:pt x="4750742" y="3116972"/>
                  </a:lnTo>
                  <a:lnTo>
                    <a:pt x="4751598" y="3116972"/>
                  </a:lnTo>
                  <a:lnTo>
                    <a:pt x="4752453" y="3116972"/>
                  </a:lnTo>
                  <a:lnTo>
                    <a:pt x="4753309" y="3116972"/>
                  </a:lnTo>
                  <a:lnTo>
                    <a:pt x="4754164" y="3116972"/>
                  </a:lnTo>
                  <a:lnTo>
                    <a:pt x="4755020" y="3116972"/>
                  </a:lnTo>
                  <a:lnTo>
                    <a:pt x="4755875" y="3116972"/>
                  </a:lnTo>
                  <a:lnTo>
                    <a:pt x="4756731" y="3116972"/>
                  </a:lnTo>
                  <a:lnTo>
                    <a:pt x="4757586" y="3101344"/>
                  </a:lnTo>
                  <a:lnTo>
                    <a:pt x="4758442" y="3019671"/>
                  </a:lnTo>
                  <a:lnTo>
                    <a:pt x="4759297" y="3020763"/>
                  </a:lnTo>
                  <a:lnTo>
                    <a:pt x="4760153" y="3042498"/>
                  </a:lnTo>
                  <a:lnTo>
                    <a:pt x="4761008" y="3042497"/>
                  </a:lnTo>
                  <a:lnTo>
                    <a:pt x="4761864" y="3059389"/>
                  </a:lnTo>
                  <a:lnTo>
                    <a:pt x="4762719" y="3096054"/>
                  </a:lnTo>
                  <a:lnTo>
                    <a:pt x="4763575" y="3116972"/>
                  </a:lnTo>
                  <a:lnTo>
                    <a:pt x="4763575" y="3116972"/>
                  </a:lnTo>
                  <a:lnTo>
                    <a:pt x="4764430" y="3116972"/>
                  </a:lnTo>
                  <a:lnTo>
                    <a:pt x="4765286" y="3046968"/>
                  </a:lnTo>
                  <a:lnTo>
                    <a:pt x="4766142" y="2976474"/>
                  </a:lnTo>
                  <a:lnTo>
                    <a:pt x="4766997" y="2942891"/>
                  </a:lnTo>
                  <a:lnTo>
                    <a:pt x="4767853" y="2940748"/>
                  </a:lnTo>
                  <a:lnTo>
                    <a:pt x="4768708" y="2952170"/>
                  </a:lnTo>
                  <a:lnTo>
                    <a:pt x="4769564" y="2960613"/>
                  </a:lnTo>
                  <a:lnTo>
                    <a:pt x="4770419" y="3040415"/>
                  </a:lnTo>
                  <a:lnTo>
                    <a:pt x="4771275" y="3116972"/>
                  </a:lnTo>
                  <a:lnTo>
                    <a:pt x="4771275" y="3116972"/>
                  </a:lnTo>
                  <a:lnTo>
                    <a:pt x="4772130" y="3107974"/>
                  </a:lnTo>
                  <a:lnTo>
                    <a:pt x="4772986" y="3077379"/>
                  </a:lnTo>
                  <a:lnTo>
                    <a:pt x="4773841" y="3044377"/>
                  </a:lnTo>
                  <a:lnTo>
                    <a:pt x="4774697" y="3008860"/>
                  </a:lnTo>
                  <a:lnTo>
                    <a:pt x="4775552" y="2979249"/>
                  </a:lnTo>
                  <a:lnTo>
                    <a:pt x="4776408" y="2953455"/>
                  </a:lnTo>
                  <a:lnTo>
                    <a:pt x="4777263" y="2998866"/>
                  </a:lnTo>
                  <a:lnTo>
                    <a:pt x="4778119" y="3027453"/>
                  </a:lnTo>
                  <a:lnTo>
                    <a:pt x="4778974" y="3029578"/>
                  </a:lnTo>
                  <a:lnTo>
                    <a:pt x="4779830" y="3051008"/>
                  </a:lnTo>
                  <a:lnTo>
                    <a:pt x="4780686" y="3069908"/>
                  </a:lnTo>
                  <a:lnTo>
                    <a:pt x="4781541" y="3075109"/>
                  </a:lnTo>
                  <a:lnTo>
                    <a:pt x="4782397" y="3050899"/>
                  </a:lnTo>
                  <a:lnTo>
                    <a:pt x="4783252" y="3005724"/>
                  </a:lnTo>
                  <a:lnTo>
                    <a:pt x="4784108" y="2993897"/>
                  </a:lnTo>
                  <a:lnTo>
                    <a:pt x="4784963" y="2995103"/>
                  </a:lnTo>
                  <a:lnTo>
                    <a:pt x="4785819" y="3003163"/>
                  </a:lnTo>
                  <a:lnTo>
                    <a:pt x="4786674" y="2973559"/>
                  </a:lnTo>
                  <a:lnTo>
                    <a:pt x="4787530" y="2935231"/>
                  </a:lnTo>
                  <a:lnTo>
                    <a:pt x="4788385" y="2966586"/>
                  </a:lnTo>
                  <a:lnTo>
                    <a:pt x="4789241" y="3001630"/>
                  </a:lnTo>
                  <a:lnTo>
                    <a:pt x="4790096" y="3000425"/>
                  </a:lnTo>
                  <a:lnTo>
                    <a:pt x="4790952" y="2999631"/>
                  </a:lnTo>
                  <a:lnTo>
                    <a:pt x="4791807" y="3014187"/>
                  </a:lnTo>
                  <a:lnTo>
                    <a:pt x="4792663" y="3082759"/>
                  </a:lnTo>
                  <a:lnTo>
                    <a:pt x="4793518" y="3069292"/>
                  </a:lnTo>
                  <a:lnTo>
                    <a:pt x="4794374" y="3008826"/>
                  </a:lnTo>
                  <a:lnTo>
                    <a:pt x="4795229" y="3008826"/>
                  </a:lnTo>
                  <a:lnTo>
                    <a:pt x="4796085" y="3014288"/>
                  </a:lnTo>
                  <a:lnTo>
                    <a:pt x="4796941" y="3057074"/>
                  </a:lnTo>
                  <a:lnTo>
                    <a:pt x="4797796" y="3012118"/>
                  </a:lnTo>
                  <a:lnTo>
                    <a:pt x="4798652" y="2923376"/>
                  </a:lnTo>
                  <a:lnTo>
                    <a:pt x="4799507" y="2915581"/>
                  </a:lnTo>
                  <a:lnTo>
                    <a:pt x="4800363" y="2873249"/>
                  </a:lnTo>
                  <a:lnTo>
                    <a:pt x="4801218" y="2844526"/>
                  </a:lnTo>
                  <a:lnTo>
                    <a:pt x="4802074" y="2801348"/>
                  </a:lnTo>
                  <a:lnTo>
                    <a:pt x="4802929" y="2799267"/>
                  </a:lnTo>
                  <a:lnTo>
                    <a:pt x="4803785" y="2916770"/>
                  </a:lnTo>
                  <a:lnTo>
                    <a:pt x="4804640" y="3009850"/>
                  </a:lnTo>
                  <a:lnTo>
                    <a:pt x="4805496" y="3060790"/>
                  </a:lnTo>
                  <a:lnTo>
                    <a:pt x="4806351" y="3017751"/>
                  </a:lnTo>
                  <a:lnTo>
                    <a:pt x="4807207" y="3040913"/>
                  </a:lnTo>
                  <a:lnTo>
                    <a:pt x="4808062" y="3080482"/>
                  </a:lnTo>
                  <a:lnTo>
                    <a:pt x="4808918" y="3079007"/>
                  </a:lnTo>
                  <a:lnTo>
                    <a:pt x="4809773" y="2998342"/>
                  </a:lnTo>
                  <a:lnTo>
                    <a:pt x="4810629" y="2951744"/>
                  </a:lnTo>
                  <a:lnTo>
                    <a:pt x="4811484" y="3007877"/>
                  </a:lnTo>
                  <a:lnTo>
                    <a:pt x="4812340" y="2967761"/>
                  </a:lnTo>
                  <a:lnTo>
                    <a:pt x="4813196" y="2955498"/>
                  </a:lnTo>
                  <a:lnTo>
                    <a:pt x="4814051" y="2978504"/>
                  </a:lnTo>
                  <a:lnTo>
                    <a:pt x="4814907" y="3001572"/>
                  </a:lnTo>
                  <a:lnTo>
                    <a:pt x="4815762" y="2969419"/>
                  </a:lnTo>
                  <a:lnTo>
                    <a:pt x="4816618" y="2937691"/>
                  </a:lnTo>
                  <a:lnTo>
                    <a:pt x="4817473" y="2962627"/>
                  </a:lnTo>
                  <a:lnTo>
                    <a:pt x="4818329" y="2950482"/>
                  </a:lnTo>
                  <a:lnTo>
                    <a:pt x="4819184" y="2925408"/>
                  </a:lnTo>
                  <a:lnTo>
                    <a:pt x="4820040" y="2976622"/>
                  </a:lnTo>
                  <a:lnTo>
                    <a:pt x="4820895" y="3085403"/>
                  </a:lnTo>
                  <a:lnTo>
                    <a:pt x="4821751" y="3116972"/>
                  </a:lnTo>
                  <a:lnTo>
                    <a:pt x="4821751" y="3116972"/>
                  </a:lnTo>
                  <a:lnTo>
                    <a:pt x="4822606" y="3116972"/>
                  </a:lnTo>
                  <a:lnTo>
                    <a:pt x="4823462" y="3116972"/>
                  </a:lnTo>
                  <a:lnTo>
                    <a:pt x="4824317" y="3116972"/>
                  </a:lnTo>
                  <a:lnTo>
                    <a:pt x="4825173" y="3116972"/>
                  </a:lnTo>
                  <a:lnTo>
                    <a:pt x="4826028" y="3112605"/>
                  </a:lnTo>
                  <a:lnTo>
                    <a:pt x="4826884" y="3051337"/>
                  </a:lnTo>
                  <a:lnTo>
                    <a:pt x="4827740" y="2980937"/>
                  </a:lnTo>
                  <a:lnTo>
                    <a:pt x="4828595" y="2895579"/>
                  </a:lnTo>
                  <a:lnTo>
                    <a:pt x="4829451" y="2846994"/>
                  </a:lnTo>
                  <a:lnTo>
                    <a:pt x="4830306" y="2882647"/>
                  </a:lnTo>
                  <a:lnTo>
                    <a:pt x="4831162" y="2841642"/>
                  </a:lnTo>
                  <a:lnTo>
                    <a:pt x="4832017" y="2863770"/>
                  </a:lnTo>
                  <a:lnTo>
                    <a:pt x="4832873" y="2928577"/>
                  </a:lnTo>
                  <a:lnTo>
                    <a:pt x="4833728" y="2920870"/>
                  </a:lnTo>
                  <a:lnTo>
                    <a:pt x="4834584" y="2885177"/>
                  </a:lnTo>
                  <a:lnTo>
                    <a:pt x="4835439" y="2906763"/>
                  </a:lnTo>
                  <a:lnTo>
                    <a:pt x="4836295" y="2970555"/>
                  </a:lnTo>
                  <a:lnTo>
                    <a:pt x="4837150" y="2983315"/>
                  </a:lnTo>
                  <a:lnTo>
                    <a:pt x="4838006" y="2975121"/>
                  </a:lnTo>
                  <a:lnTo>
                    <a:pt x="4838861" y="3015458"/>
                  </a:lnTo>
                  <a:lnTo>
                    <a:pt x="4839717" y="3041188"/>
                  </a:lnTo>
                  <a:lnTo>
                    <a:pt x="4840572" y="3031010"/>
                  </a:lnTo>
                  <a:lnTo>
                    <a:pt x="4841428" y="3047944"/>
                  </a:lnTo>
                  <a:lnTo>
                    <a:pt x="4842283" y="3057784"/>
                  </a:lnTo>
                  <a:lnTo>
                    <a:pt x="4843139" y="3092946"/>
                  </a:lnTo>
                  <a:lnTo>
                    <a:pt x="4843995" y="3059978"/>
                  </a:lnTo>
                  <a:lnTo>
                    <a:pt x="4844850" y="3092802"/>
                  </a:lnTo>
                  <a:lnTo>
                    <a:pt x="4845706" y="3105649"/>
                  </a:lnTo>
                  <a:lnTo>
                    <a:pt x="4846561" y="3096743"/>
                  </a:lnTo>
                  <a:lnTo>
                    <a:pt x="4847417" y="3083829"/>
                  </a:lnTo>
                  <a:lnTo>
                    <a:pt x="4848272" y="3046166"/>
                  </a:lnTo>
                  <a:lnTo>
                    <a:pt x="4849128" y="3037464"/>
                  </a:lnTo>
                  <a:lnTo>
                    <a:pt x="4849983" y="3005588"/>
                  </a:lnTo>
                  <a:lnTo>
                    <a:pt x="4850839" y="2976851"/>
                  </a:lnTo>
                  <a:lnTo>
                    <a:pt x="4851694" y="2927980"/>
                  </a:lnTo>
                  <a:lnTo>
                    <a:pt x="4852550" y="2932898"/>
                  </a:lnTo>
                  <a:lnTo>
                    <a:pt x="4853405" y="2963138"/>
                  </a:lnTo>
                  <a:lnTo>
                    <a:pt x="4854261" y="3043226"/>
                  </a:lnTo>
                  <a:lnTo>
                    <a:pt x="4855116" y="3116972"/>
                  </a:lnTo>
                  <a:lnTo>
                    <a:pt x="4855116" y="3116972"/>
                  </a:lnTo>
                  <a:lnTo>
                    <a:pt x="4855972" y="3116972"/>
                  </a:lnTo>
                  <a:lnTo>
                    <a:pt x="4856827" y="3116972"/>
                  </a:lnTo>
                  <a:lnTo>
                    <a:pt x="4857683" y="3116972"/>
                  </a:lnTo>
                  <a:lnTo>
                    <a:pt x="4858538" y="3054467"/>
                  </a:lnTo>
                  <a:lnTo>
                    <a:pt x="4859394" y="2975909"/>
                  </a:lnTo>
                  <a:lnTo>
                    <a:pt x="4860250" y="2885903"/>
                  </a:lnTo>
                  <a:lnTo>
                    <a:pt x="4861105" y="2867630"/>
                  </a:lnTo>
                  <a:lnTo>
                    <a:pt x="4861961" y="2926986"/>
                  </a:lnTo>
                  <a:lnTo>
                    <a:pt x="4862816" y="2995627"/>
                  </a:lnTo>
                  <a:lnTo>
                    <a:pt x="4863672" y="3112083"/>
                  </a:lnTo>
                  <a:lnTo>
                    <a:pt x="4864527" y="3116972"/>
                  </a:lnTo>
                  <a:lnTo>
                    <a:pt x="4864527" y="3116972"/>
                  </a:lnTo>
                  <a:lnTo>
                    <a:pt x="4865383" y="3116972"/>
                  </a:lnTo>
                  <a:lnTo>
                    <a:pt x="4866238" y="3116972"/>
                  </a:lnTo>
                  <a:lnTo>
                    <a:pt x="4867094" y="3116972"/>
                  </a:lnTo>
                  <a:lnTo>
                    <a:pt x="4867949" y="3116972"/>
                  </a:lnTo>
                  <a:lnTo>
                    <a:pt x="4868805" y="3116972"/>
                  </a:lnTo>
                  <a:lnTo>
                    <a:pt x="4869660" y="3054286"/>
                  </a:lnTo>
                  <a:lnTo>
                    <a:pt x="4870516" y="3013101"/>
                  </a:lnTo>
                  <a:lnTo>
                    <a:pt x="4871371" y="2954159"/>
                  </a:lnTo>
                  <a:lnTo>
                    <a:pt x="4872227" y="2953781"/>
                  </a:lnTo>
                  <a:lnTo>
                    <a:pt x="4873082" y="3004196"/>
                  </a:lnTo>
                  <a:lnTo>
                    <a:pt x="4873938" y="2994942"/>
                  </a:lnTo>
                  <a:lnTo>
                    <a:pt x="4874793" y="3015502"/>
                  </a:lnTo>
                  <a:lnTo>
                    <a:pt x="4875649" y="3007653"/>
                  </a:lnTo>
                  <a:lnTo>
                    <a:pt x="4876505" y="3015705"/>
                  </a:lnTo>
                  <a:lnTo>
                    <a:pt x="4877360" y="2959520"/>
                  </a:lnTo>
                  <a:lnTo>
                    <a:pt x="4878216" y="2798263"/>
                  </a:lnTo>
                  <a:lnTo>
                    <a:pt x="4879071" y="2683968"/>
                  </a:lnTo>
                  <a:lnTo>
                    <a:pt x="4879927" y="2643356"/>
                  </a:lnTo>
                  <a:lnTo>
                    <a:pt x="4880782" y="2621814"/>
                  </a:lnTo>
                  <a:lnTo>
                    <a:pt x="4881638" y="2637757"/>
                  </a:lnTo>
                  <a:lnTo>
                    <a:pt x="4882493" y="2707424"/>
                  </a:lnTo>
                  <a:lnTo>
                    <a:pt x="4883349" y="2737357"/>
                  </a:lnTo>
                  <a:lnTo>
                    <a:pt x="4884204" y="2778570"/>
                  </a:lnTo>
                  <a:lnTo>
                    <a:pt x="4885060" y="2775971"/>
                  </a:lnTo>
                  <a:lnTo>
                    <a:pt x="4885915" y="2775659"/>
                  </a:lnTo>
                  <a:lnTo>
                    <a:pt x="4886771" y="2800952"/>
                  </a:lnTo>
                  <a:lnTo>
                    <a:pt x="4887626" y="2797404"/>
                  </a:lnTo>
                  <a:lnTo>
                    <a:pt x="4888482" y="2878479"/>
                  </a:lnTo>
                  <a:lnTo>
                    <a:pt x="4889337" y="2951166"/>
                  </a:lnTo>
                  <a:lnTo>
                    <a:pt x="4890193" y="2956253"/>
                  </a:lnTo>
                  <a:lnTo>
                    <a:pt x="4891049" y="2948362"/>
                  </a:lnTo>
                  <a:lnTo>
                    <a:pt x="4891904" y="2908269"/>
                  </a:lnTo>
                  <a:lnTo>
                    <a:pt x="4892760" y="2837212"/>
                  </a:lnTo>
                  <a:lnTo>
                    <a:pt x="4893615" y="2772540"/>
                  </a:lnTo>
                  <a:lnTo>
                    <a:pt x="4894471" y="2752604"/>
                  </a:lnTo>
                  <a:lnTo>
                    <a:pt x="4895326" y="2735416"/>
                  </a:lnTo>
                  <a:lnTo>
                    <a:pt x="4896182" y="2622406"/>
                  </a:lnTo>
                  <a:lnTo>
                    <a:pt x="4897037" y="2508681"/>
                  </a:lnTo>
                  <a:lnTo>
                    <a:pt x="4897893" y="2430482"/>
                  </a:lnTo>
                  <a:lnTo>
                    <a:pt x="4898748" y="2464259"/>
                  </a:lnTo>
                  <a:lnTo>
                    <a:pt x="4899604" y="2426233"/>
                  </a:lnTo>
                  <a:lnTo>
                    <a:pt x="4900459" y="2366282"/>
                  </a:lnTo>
                  <a:lnTo>
                    <a:pt x="4901315" y="2548773"/>
                  </a:lnTo>
                  <a:lnTo>
                    <a:pt x="4902170" y="2716731"/>
                  </a:lnTo>
                  <a:lnTo>
                    <a:pt x="4903026" y="2833850"/>
                  </a:lnTo>
                  <a:lnTo>
                    <a:pt x="4903881" y="2789349"/>
                  </a:lnTo>
                  <a:lnTo>
                    <a:pt x="4904737" y="2739131"/>
                  </a:lnTo>
                  <a:lnTo>
                    <a:pt x="4905592" y="2723487"/>
                  </a:lnTo>
                  <a:lnTo>
                    <a:pt x="4906448" y="2577117"/>
                  </a:lnTo>
                  <a:lnTo>
                    <a:pt x="4907304" y="2497128"/>
                  </a:lnTo>
                  <a:lnTo>
                    <a:pt x="4908159" y="2481083"/>
                  </a:lnTo>
                  <a:lnTo>
                    <a:pt x="4909015" y="2476631"/>
                  </a:lnTo>
                  <a:lnTo>
                    <a:pt x="4909870" y="2530539"/>
                  </a:lnTo>
                  <a:lnTo>
                    <a:pt x="4910726" y="2621425"/>
                  </a:lnTo>
                  <a:lnTo>
                    <a:pt x="4911581" y="2748241"/>
                  </a:lnTo>
                  <a:lnTo>
                    <a:pt x="4912437" y="2781645"/>
                  </a:lnTo>
                  <a:lnTo>
                    <a:pt x="4913292" y="2719244"/>
                  </a:lnTo>
                  <a:lnTo>
                    <a:pt x="4914148" y="2783840"/>
                  </a:lnTo>
                  <a:lnTo>
                    <a:pt x="4915003" y="2849571"/>
                  </a:lnTo>
                  <a:lnTo>
                    <a:pt x="4915859" y="2875257"/>
                  </a:lnTo>
                  <a:lnTo>
                    <a:pt x="4916714" y="2833244"/>
                  </a:lnTo>
                  <a:lnTo>
                    <a:pt x="4917570" y="2747064"/>
                  </a:lnTo>
                  <a:lnTo>
                    <a:pt x="4918425" y="2758609"/>
                  </a:lnTo>
                  <a:lnTo>
                    <a:pt x="4919281" y="2745124"/>
                  </a:lnTo>
                  <a:lnTo>
                    <a:pt x="4920136" y="2759415"/>
                  </a:lnTo>
                  <a:lnTo>
                    <a:pt x="4920992" y="2802439"/>
                  </a:lnTo>
                  <a:lnTo>
                    <a:pt x="4921847" y="2850556"/>
                  </a:lnTo>
                  <a:lnTo>
                    <a:pt x="4922703" y="2974233"/>
                  </a:lnTo>
                  <a:lnTo>
                    <a:pt x="4923559" y="3016198"/>
                  </a:lnTo>
                  <a:lnTo>
                    <a:pt x="4924414" y="3008180"/>
                  </a:lnTo>
                  <a:lnTo>
                    <a:pt x="4925270" y="3006559"/>
                  </a:lnTo>
                  <a:lnTo>
                    <a:pt x="4926125" y="2985454"/>
                  </a:lnTo>
                  <a:lnTo>
                    <a:pt x="4926981" y="2999872"/>
                  </a:lnTo>
                  <a:lnTo>
                    <a:pt x="4927836" y="2928047"/>
                  </a:lnTo>
                  <a:lnTo>
                    <a:pt x="4928692" y="2922421"/>
                  </a:lnTo>
                  <a:lnTo>
                    <a:pt x="4929547" y="2941491"/>
                  </a:lnTo>
                  <a:lnTo>
                    <a:pt x="4930403" y="2947526"/>
                  </a:lnTo>
                  <a:lnTo>
                    <a:pt x="4931258" y="2944080"/>
                  </a:lnTo>
                  <a:lnTo>
                    <a:pt x="4932114" y="2858882"/>
                  </a:lnTo>
                  <a:lnTo>
                    <a:pt x="4932969" y="2808305"/>
                  </a:lnTo>
                  <a:lnTo>
                    <a:pt x="4933825" y="2737805"/>
                  </a:lnTo>
                  <a:lnTo>
                    <a:pt x="4934680" y="2684347"/>
                  </a:lnTo>
                  <a:lnTo>
                    <a:pt x="4935536" y="2585621"/>
                  </a:lnTo>
                  <a:lnTo>
                    <a:pt x="4936391" y="2525297"/>
                  </a:lnTo>
                  <a:lnTo>
                    <a:pt x="4937247" y="2464493"/>
                  </a:lnTo>
                  <a:lnTo>
                    <a:pt x="4938103" y="2404045"/>
                  </a:lnTo>
                  <a:lnTo>
                    <a:pt x="4938958" y="2407572"/>
                  </a:lnTo>
                  <a:lnTo>
                    <a:pt x="4939814" y="2356738"/>
                  </a:lnTo>
                  <a:lnTo>
                    <a:pt x="4940669" y="2277561"/>
                  </a:lnTo>
                  <a:lnTo>
                    <a:pt x="4941525" y="2203185"/>
                  </a:lnTo>
                  <a:lnTo>
                    <a:pt x="4942380" y="2260118"/>
                  </a:lnTo>
                  <a:lnTo>
                    <a:pt x="4943236" y="2338975"/>
                  </a:lnTo>
                  <a:lnTo>
                    <a:pt x="4944091" y="2395269"/>
                  </a:lnTo>
                  <a:lnTo>
                    <a:pt x="4944947" y="2386843"/>
                  </a:lnTo>
                  <a:lnTo>
                    <a:pt x="4945802" y="2363992"/>
                  </a:lnTo>
                  <a:lnTo>
                    <a:pt x="4946658" y="2378644"/>
                  </a:lnTo>
                  <a:lnTo>
                    <a:pt x="4947513" y="2409540"/>
                  </a:lnTo>
                  <a:lnTo>
                    <a:pt x="4948369" y="2429272"/>
                  </a:lnTo>
                  <a:lnTo>
                    <a:pt x="4949224" y="2390706"/>
                  </a:lnTo>
                  <a:lnTo>
                    <a:pt x="4950080" y="2388498"/>
                  </a:lnTo>
                  <a:lnTo>
                    <a:pt x="4950935" y="2456628"/>
                  </a:lnTo>
                  <a:lnTo>
                    <a:pt x="4951791" y="2551126"/>
                  </a:lnTo>
                  <a:lnTo>
                    <a:pt x="4952646" y="2562117"/>
                  </a:lnTo>
                  <a:lnTo>
                    <a:pt x="4953502" y="2601365"/>
                  </a:lnTo>
                  <a:lnTo>
                    <a:pt x="4954358" y="2642441"/>
                  </a:lnTo>
                  <a:lnTo>
                    <a:pt x="4955213" y="2634633"/>
                  </a:lnTo>
                  <a:lnTo>
                    <a:pt x="4956069" y="2524110"/>
                  </a:lnTo>
                  <a:lnTo>
                    <a:pt x="4956924" y="2349646"/>
                  </a:lnTo>
                  <a:lnTo>
                    <a:pt x="4957780" y="2266312"/>
                  </a:lnTo>
                  <a:lnTo>
                    <a:pt x="4958635" y="2284469"/>
                  </a:lnTo>
                  <a:lnTo>
                    <a:pt x="4959491" y="2312533"/>
                  </a:lnTo>
                  <a:lnTo>
                    <a:pt x="4960346" y="2409011"/>
                  </a:lnTo>
                  <a:lnTo>
                    <a:pt x="4961202" y="2493634"/>
                  </a:lnTo>
                  <a:lnTo>
                    <a:pt x="4962057" y="2533457"/>
                  </a:lnTo>
                  <a:lnTo>
                    <a:pt x="4962913" y="2523692"/>
                  </a:lnTo>
                  <a:lnTo>
                    <a:pt x="4963768" y="2459120"/>
                  </a:lnTo>
                  <a:lnTo>
                    <a:pt x="4964624" y="2453749"/>
                  </a:lnTo>
                  <a:lnTo>
                    <a:pt x="4965479" y="2353904"/>
                  </a:lnTo>
                  <a:lnTo>
                    <a:pt x="4966335" y="2303562"/>
                  </a:lnTo>
                  <a:lnTo>
                    <a:pt x="4967190" y="2404747"/>
                  </a:lnTo>
                  <a:lnTo>
                    <a:pt x="4968046" y="2495759"/>
                  </a:lnTo>
                  <a:lnTo>
                    <a:pt x="4968901" y="2541162"/>
                  </a:lnTo>
                  <a:lnTo>
                    <a:pt x="4969757" y="2553337"/>
                  </a:lnTo>
                  <a:lnTo>
                    <a:pt x="4970613" y="2645561"/>
                  </a:lnTo>
                  <a:lnTo>
                    <a:pt x="4971468" y="2800087"/>
                  </a:lnTo>
                  <a:lnTo>
                    <a:pt x="4972324" y="2721492"/>
                  </a:lnTo>
                  <a:lnTo>
                    <a:pt x="4973179" y="2567814"/>
                  </a:lnTo>
                  <a:lnTo>
                    <a:pt x="4974035" y="2449106"/>
                  </a:lnTo>
                  <a:lnTo>
                    <a:pt x="4974890" y="2317382"/>
                  </a:lnTo>
                  <a:lnTo>
                    <a:pt x="4975746" y="2214866"/>
                  </a:lnTo>
                  <a:lnTo>
                    <a:pt x="4976601" y="2103473"/>
                  </a:lnTo>
                  <a:lnTo>
                    <a:pt x="4977457" y="2109225"/>
                  </a:lnTo>
                  <a:lnTo>
                    <a:pt x="4978312" y="2169052"/>
                  </a:lnTo>
                  <a:lnTo>
                    <a:pt x="4979168" y="2174302"/>
                  </a:lnTo>
                  <a:lnTo>
                    <a:pt x="4980023" y="2182759"/>
                  </a:lnTo>
                  <a:lnTo>
                    <a:pt x="4980879" y="2172710"/>
                  </a:lnTo>
                  <a:lnTo>
                    <a:pt x="4981734" y="2175102"/>
                  </a:lnTo>
                  <a:lnTo>
                    <a:pt x="4982590" y="2194762"/>
                  </a:lnTo>
                  <a:lnTo>
                    <a:pt x="4983445" y="2191663"/>
                  </a:lnTo>
                  <a:lnTo>
                    <a:pt x="4984301" y="2170287"/>
                  </a:lnTo>
                  <a:lnTo>
                    <a:pt x="4985157" y="2148033"/>
                  </a:lnTo>
                  <a:lnTo>
                    <a:pt x="4986012" y="2151300"/>
                  </a:lnTo>
                  <a:lnTo>
                    <a:pt x="4986868" y="2177997"/>
                  </a:lnTo>
                  <a:lnTo>
                    <a:pt x="4987723" y="2192691"/>
                  </a:lnTo>
                  <a:lnTo>
                    <a:pt x="4988579" y="2212672"/>
                  </a:lnTo>
                  <a:lnTo>
                    <a:pt x="4989434" y="2213389"/>
                  </a:lnTo>
                  <a:lnTo>
                    <a:pt x="4990290" y="2256004"/>
                  </a:lnTo>
                  <a:lnTo>
                    <a:pt x="4991145" y="2324720"/>
                  </a:lnTo>
                  <a:lnTo>
                    <a:pt x="4992001" y="2359560"/>
                  </a:lnTo>
                  <a:lnTo>
                    <a:pt x="4992856" y="2263763"/>
                  </a:lnTo>
                  <a:lnTo>
                    <a:pt x="4993712" y="2183222"/>
                  </a:lnTo>
                  <a:lnTo>
                    <a:pt x="4994567" y="2228489"/>
                  </a:lnTo>
                  <a:lnTo>
                    <a:pt x="4995423" y="2298754"/>
                  </a:lnTo>
                  <a:lnTo>
                    <a:pt x="4996278" y="2347197"/>
                  </a:lnTo>
                  <a:lnTo>
                    <a:pt x="4997134" y="2355380"/>
                  </a:lnTo>
                  <a:lnTo>
                    <a:pt x="4997989" y="2461376"/>
                  </a:lnTo>
                  <a:lnTo>
                    <a:pt x="4998845" y="2636449"/>
                  </a:lnTo>
                  <a:lnTo>
                    <a:pt x="4999700" y="2715507"/>
                  </a:lnTo>
                  <a:lnTo>
                    <a:pt x="5000556" y="2729591"/>
                  </a:lnTo>
                  <a:lnTo>
                    <a:pt x="5001412" y="2726608"/>
                  </a:lnTo>
                  <a:lnTo>
                    <a:pt x="5002267" y="2694055"/>
                  </a:lnTo>
                  <a:lnTo>
                    <a:pt x="5003123" y="2681467"/>
                  </a:lnTo>
                  <a:lnTo>
                    <a:pt x="5003978" y="2651310"/>
                  </a:lnTo>
                  <a:lnTo>
                    <a:pt x="5004834" y="2670477"/>
                  </a:lnTo>
                  <a:lnTo>
                    <a:pt x="5005689" y="2659757"/>
                  </a:lnTo>
                  <a:lnTo>
                    <a:pt x="5006545" y="2587773"/>
                  </a:lnTo>
                  <a:lnTo>
                    <a:pt x="5007400" y="2594901"/>
                  </a:lnTo>
                  <a:lnTo>
                    <a:pt x="5008256" y="2613393"/>
                  </a:lnTo>
                  <a:lnTo>
                    <a:pt x="5009111" y="2544525"/>
                  </a:lnTo>
                  <a:lnTo>
                    <a:pt x="5009967" y="2413440"/>
                  </a:lnTo>
                  <a:lnTo>
                    <a:pt x="5010822" y="2256109"/>
                  </a:lnTo>
                  <a:lnTo>
                    <a:pt x="5011678" y="2182653"/>
                  </a:lnTo>
                  <a:lnTo>
                    <a:pt x="5012533" y="2149407"/>
                  </a:lnTo>
                  <a:lnTo>
                    <a:pt x="5013389" y="2120801"/>
                  </a:lnTo>
                  <a:lnTo>
                    <a:pt x="5014244" y="2139110"/>
                  </a:lnTo>
                  <a:lnTo>
                    <a:pt x="5015100" y="2208460"/>
                  </a:lnTo>
                  <a:lnTo>
                    <a:pt x="5015955" y="2257671"/>
                  </a:lnTo>
                  <a:lnTo>
                    <a:pt x="5016811" y="2235854"/>
                  </a:lnTo>
                  <a:lnTo>
                    <a:pt x="5017667" y="2184742"/>
                  </a:lnTo>
                  <a:lnTo>
                    <a:pt x="5018522" y="2097708"/>
                  </a:lnTo>
                  <a:lnTo>
                    <a:pt x="5019378" y="2026233"/>
                  </a:lnTo>
                  <a:lnTo>
                    <a:pt x="5020233" y="1894195"/>
                  </a:lnTo>
                  <a:lnTo>
                    <a:pt x="5021089" y="1820084"/>
                  </a:lnTo>
                  <a:lnTo>
                    <a:pt x="5021944" y="1825518"/>
                  </a:lnTo>
                  <a:lnTo>
                    <a:pt x="5022800" y="1815082"/>
                  </a:lnTo>
                  <a:lnTo>
                    <a:pt x="5023655" y="1803635"/>
                  </a:lnTo>
                  <a:lnTo>
                    <a:pt x="5024511" y="1742715"/>
                  </a:lnTo>
                  <a:lnTo>
                    <a:pt x="5025366" y="1717017"/>
                  </a:lnTo>
                  <a:lnTo>
                    <a:pt x="5026222" y="1682714"/>
                  </a:lnTo>
                  <a:lnTo>
                    <a:pt x="5027077" y="1621922"/>
                  </a:lnTo>
                  <a:lnTo>
                    <a:pt x="5027933" y="1595095"/>
                  </a:lnTo>
                  <a:lnTo>
                    <a:pt x="5028788" y="1638558"/>
                  </a:lnTo>
                  <a:lnTo>
                    <a:pt x="5029644" y="1725183"/>
                  </a:lnTo>
                  <a:lnTo>
                    <a:pt x="5030499" y="1766099"/>
                  </a:lnTo>
                  <a:lnTo>
                    <a:pt x="5031355" y="1859736"/>
                  </a:lnTo>
                  <a:lnTo>
                    <a:pt x="5032211" y="1986012"/>
                  </a:lnTo>
                  <a:lnTo>
                    <a:pt x="5033066" y="2038972"/>
                  </a:lnTo>
                  <a:lnTo>
                    <a:pt x="5033922" y="1915749"/>
                  </a:lnTo>
                  <a:lnTo>
                    <a:pt x="5034777" y="1757957"/>
                  </a:lnTo>
                  <a:lnTo>
                    <a:pt x="5035633" y="1692163"/>
                  </a:lnTo>
                  <a:lnTo>
                    <a:pt x="5036488" y="1633986"/>
                  </a:lnTo>
                  <a:lnTo>
                    <a:pt x="5037344" y="1520451"/>
                  </a:lnTo>
                  <a:lnTo>
                    <a:pt x="5038199" y="1437053"/>
                  </a:lnTo>
                  <a:lnTo>
                    <a:pt x="5039055" y="1493015"/>
                  </a:lnTo>
                  <a:lnTo>
                    <a:pt x="5039910" y="1631231"/>
                  </a:lnTo>
                  <a:lnTo>
                    <a:pt x="5040766" y="1695956"/>
                  </a:lnTo>
                  <a:lnTo>
                    <a:pt x="5041621" y="1680150"/>
                  </a:lnTo>
                  <a:lnTo>
                    <a:pt x="5042477" y="1652081"/>
                  </a:lnTo>
                  <a:lnTo>
                    <a:pt x="5043332" y="1563622"/>
                  </a:lnTo>
                  <a:lnTo>
                    <a:pt x="5044188" y="1483678"/>
                  </a:lnTo>
                  <a:lnTo>
                    <a:pt x="5045043" y="1380482"/>
                  </a:lnTo>
                  <a:lnTo>
                    <a:pt x="5045899" y="1288418"/>
                  </a:lnTo>
                  <a:lnTo>
                    <a:pt x="5046754" y="1244191"/>
                  </a:lnTo>
                  <a:lnTo>
                    <a:pt x="5047610" y="1191075"/>
                  </a:lnTo>
                  <a:lnTo>
                    <a:pt x="5048466" y="1246348"/>
                  </a:lnTo>
                  <a:lnTo>
                    <a:pt x="5049321" y="1273108"/>
                  </a:lnTo>
                  <a:lnTo>
                    <a:pt x="5050177" y="1176756"/>
                  </a:lnTo>
                  <a:lnTo>
                    <a:pt x="5051032" y="1096603"/>
                  </a:lnTo>
                  <a:lnTo>
                    <a:pt x="5051888" y="980428"/>
                  </a:lnTo>
                  <a:lnTo>
                    <a:pt x="5052743" y="883329"/>
                  </a:lnTo>
                  <a:lnTo>
                    <a:pt x="5053599" y="753670"/>
                  </a:lnTo>
                  <a:lnTo>
                    <a:pt x="5054454" y="705899"/>
                  </a:lnTo>
                  <a:lnTo>
                    <a:pt x="5055310" y="826620"/>
                  </a:lnTo>
                  <a:lnTo>
                    <a:pt x="5056165" y="949064"/>
                  </a:lnTo>
                  <a:lnTo>
                    <a:pt x="5057021" y="1138604"/>
                  </a:lnTo>
                  <a:lnTo>
                    <a:pt x="5057876" y="1341736"/>
                  </a:lnTo>
                  <a:lnTo>
                    <a:pt x="5058732" y="1457908"/>
                  </a:lnTo>
                  <a:lnTo>
                    <a:pt x="5059587" y="1457856"/>
                  </a:lnTo>
                  <a:lnTo>
                    <a:pt x="5060443" y="1341797"/>
                  </a:lnTo>
                  <a:lnTo>
                    <a:pt x="5061298" y="1220412"/>
                  </a:lnTo>
                  <a:lnTo>
                    <a:pt x="5062154" y="1079481"/>
                  </a:lnTo>
                  <a:lnTo>
                    <a:pt x="5063009" y="930630"/>
                  </a:lnTo>
                  <a:lnTo>
                    <a:pt x="5063865" y="896065"/>
                  </a:lnTo>
                  <a:lnTo>
                    <a:pt x="5064721" y="889139"/>
                  </a:lnTo>
                  <a:lnTo>
                    <a:pt x="5065576" y="921813"/>
                  </a:lnTo>
                  <a:lnTo>
                    <a:pt x="5066432" y="1004268"/>
                  </a:lnTo>
                  <a:lnTo>
                    <a:pt x="5067287" y="1023685"/>
                  </a:lnTo>
                  <a:lnTo>
                    <a:pt x="5068143" y="1034163"/>
                  </a:lnTo>
                  <a:lnTo>
                    <a:pt x="5068998" y="1031156"/>
                  </a:lnTo>
                  <a:lnTo>
                    <a:pt x="5069854" y="1023827"/>
                  </a:lnTo>
                  <a:lnTo>
                    <a:pt x="5070709" y="1036319"/>
                  </a:lnTo>
                  <a:lnTo>
                    <a:pt x="5071565" y="1108367"/>
                  </a:lnTo>
                  <a:lnTo>
                    <a:pt x="5072420" y="1181514"/>
                  </a:lnTo>
                  <a:lnTo>
                    <a:pt x="5073276" y="1223978"/>
                  </a:lnTo>
                  <a:lnTo>
                    <a:pt x="5074131" y="1220774"/>
                  </a:lnTo>
                  <a:lnTo>
                    <a:pt x="5074987" y="1242382"/>
                  </a:lnTo>
                  <a:lnTo>
                    <a:pt x="5075842" y="1253609"/>
                  </a:lnTo>
                  <a:lnTo>
                    <a:pt x="5076698" y="1161004"/>
                  </a:lnTo>
                  <a:lnTo>
                    <a:pt x="5077553" y="1170145"/>
                  </a:lnTo>
                  <a:lnTo>
                    <a:pt x="5078409" y="1301664"/>
                  </a:lnTo>
                  <a:lnTo>
                    <a:pt x="5079265" y="1370872"/>
                  </a:lnTo>
                  <a:lnTo>
                    <a:pt x="5080120" y="1359911"/>
                  </a:lnTo>
                  <a:lnTo>
                    <a:pt x="5080976" y="1297053"/>
                  </a:lnTo>
                  <a:lnTo>
                    <a:pt x="5081831" y="1256686"/>
                  </a:lnTo>
                  <a:lnTo>
                    <a:pt x="5082687" y="1227303"/>
                  </a:lnTo>
                  <a:lnTo>
                    <a:pt x="5083542" y="1177826"/>
                  </a:lnTo>
                  <a:lnTo>
                    <a:pt x="5084398" y="1219498"/>
                  </a:lnTo>
                  <a:lnTo>
                    <a:pt x="5085253" y="1316890"/>
                  </a:lnTo>
                  <a:lnTo>
                    <a:pt x="5086109" y="1437482"/>
                  </a:lnTo>
                  <a:lnTo>
                    <a:pt x="5086964" y="1566719"/>
                  </a:lnTo>
                  <a:lnTo>
                    <a:pt x="5087820" y="1655123"/>
                  </a:lnTo>
                  <a:lnTo>
                    <a:pt x="5088675" y="1694491"/>
                  </a:lnTo>
                  <a:lnTo>
                    <a:pt x="5089531" y="1631871"/>
                  </a:lnTo>
                  <a:lnTo>
                    <a:pt x="5090386" y="1621154"/>
                  </a:lnTo>
                  <a:lnTo>
                    <a:pt x="5091242" y="1730243"/>
                  </a:lnTo>
                  <a:lnTo>
                    <a:pt x="5092097" y="1843991"/>
                  </a:lnTo>
                  <a:lnTo>
                    <a:pt x="5092953" y="1842350"/>
                  </a:lnTo>
                  <a:lnTo>
                    <a:pt x="5093808" y="1873852"/>
                  </a:lnTo>
                  <a:lnTo>
                    <a:pt x="5094664" y="2027863"/>
                  </a:lnTo>
                  <a:lnTo>
                    <a:pt x="5095520" y="2210925"/>
                  </a:lnTo>
                  <a:lnTo>
                    <a:pt x="5096375" y="2285112"/>
                  </a:lnTo>
                  <a:lnTo>
                    <a:pt x="5097231" y="2314126"/>
                  </a:lnTo>
                  <a:lnTo>
                    <a:pt x="5098086" y="2458449"/>
                  </a:lnTo>
                  <a:lnTo>
                    <a:pt x="5098942" y="2485626"/>
                  </a:lnTo>
                  <a:lnTo>
                    <a:pt x="5099797" y="2427166"/>
                  </a:lnTo>
                  <a:lnTo>
                    <a:pt x="5100653" y="2344290"/>
                  </a:lnTo>
                  <a:lnTo>
                    <a:pt x="5101508" y="2300216"/>
                  </a:lnTo>
                  <a:lnTo>
                    <a:pt x="5102364" y="2212496"/>
                  </a:lnTo>
                  <a:lnTo>
                    <a:pt x="5103219" y="2134806"/>
                  </a:lnTo>
                  <a:lnTo>
                    <a:pt x="5104075" y="2180648"/>
                  </a:lnTo>
                  <a:lnTo>
                    <a:pt x="5104930" y="2328357"/>
                  </a:lnTo>
                  <a:lnTo>
                    <a:pt x="5105786" y="2482083"/>
                  </a:lnTo>
                  <a:lnTo>
                    <a:pt x="5106641" y="2551309"/>
                  </a:lnTo>
                  <a:lnTo>
                    <a:pt x="5107497" y="2650804"/>
                  </a:lnTo>
                  <a:lnTo>
                    <a:pt x="5108352" y="2736781"/>
                  </a:lnTo>
                  <a:lnTo>
                    <a:pt x="5109208" y="2765334"/>
                  </a:lnTo>
                  <a:lnTo>
                    <a:pt x="5110063" y="2674521"/>
                  </a:lnTo>
                  <a:lnTo>
                    <a:pt x="5110919" y="2536323"/>
                  </a:lnTo>
                  <a:lnTo>
                    <a:pt x="5111775" y="2534208"/>
                  </a:lnTo>
                  <a:lnTo>
                    <a:pt x="5112630" y="2636790"/>
                  </a:lnTo>
                  <a:lnTo>
                    <a:pt x="5113486" y="2655303"/>
                  </a:lnTo>
                  <a:lnTo>
                    <a:pt x="5114341" y="2614702"/>
                  </a:lnTo>
                  <a:lnTo>
                    <a:pt x="5115197" y="2595704"/>
                  </a:lnTo>
                  <a:lnTo>
                    <a:pt x="5116052" y="2585494"/>
                  </a:lnTo>
                  <a:lnTo>
                    <a:pt x="5116908" y="2504737"/>
                  </a:lnTo>
                  <a:lnTo>
                    <a:pt x="5117763" y="2408016"/>
                  </a:lnTo>
                  <a:lnTo>
                    <a:pt x="5118619" y="2424397"/>
                  </a:lnTo>
                  <a:lnTo>
                    <a:pt x="5119474" y="2516795"/>
                  </a:lnTo>
                  <a:lnTo>
                    <a:pt x="5120330" y="2622083"/>
                  </a:lnTo>
                  <a:lnTo>
                    <a:pt x="5121185" y="2657165"/>
                  </a:lnTo>
                  <a:lnTo>
                    <a:pt x="5122041" y="2649331"/>
                  </a:lnTo>
                  <a:lnTo>
                    <a:pt x="5122896" y="2593927"/>
                  </a:lnTo>
                  <a:lnTo>
                    <a:pt x="5123752" y="2492350"/>
                  </a:lnTo>
                  <a:lnTo>
                    <a:pt x="5124607" y="2412631"/>
                  </a:lnTo>
                  <a:lnTo>
                    <a:pt x="5125463" y="2317630"/>
                  </a:lnTo>
                  <a:lnTo>
                    <a:pt x="5126318" y="2243214"/>
                  </a:lnTo>
                  <a:lnTo>
                    <a:pt x="5127174" y="2218531"/>
                  </a:lnTo>
                  <a:lnTo>
                    <a:pt x="5128030" y="2166565"/>
                  </a:lnTo>
                  <a:lnTo>
                    <a:pt x="5128885" y="2046122"/>
                  </a:lnTo>
                  <a:lnTo>
                    <a:pt x="5129741" y="1872249"/>
                  </a:lnTo>
                  <a:lnTo>
                    <a:pt x="5130596" y="1807501"/>
                  </a:lnTo>
                  <a:lnTo>
                    <a:pt x="5131452" y="1787992"/>
                  </a:lnTo>
                  <a:lnTo>
                    <a:pt x="5132307" y="1778231"/>
                  </a:lnTo>
                  <a:lnTo>
                    <a:pt x="5133163" y="1803401"/>
                  </a:lnTo>
                  <a:lnTo>
                    <a:pt x="5134018" y="1967981"/>
                  </a:lnTo>
                  <a:lnTo>
                    <a:pt x="5134874" y="2208632"/>
                  </a:lnTo>
                  <a:lnTo>
                    <a:pt x="5135729" y="2264975"/>
                  </a:lnTo>
                  <a:lnTo>
                    <a:pt x="5136585" y="2283917"/>
                  </a:lnTo>
                  <a:lnTo>
                    <a:pt x="5137440" y="2353416"/>
                  </a:lnTo>
                  <a:lnTo>
                    <a:pt x="5138296" y="2407866"/>
                  </a:lnTo>
                  <a:lnTo>
                    <a:pt x="5139151" y="2325825"/>
                  </a:lnTo>
                  <a:lnTo>
                    <a:pt x="5140007" y="2237333"/>
                  </a:lnTo>
                  <a:lnTo>
                    <a:pt x="5140862" y="2206315"/>
                  </a:lnTo>
                  <a:lnTo>
                    <a:pt x="5141718" y="2188918"/>
                  </a:lnTo>
                  <a:lnTo>
                    <a:pt x="5142574" y="2149622"/>
                  </a:lnTo>
                  <a:lnTo>
                    <a:pt x="5143429" y="2195064"/>
                  </a:lnTo>
                  <a:lnTo>
                    <a:pt x="5144285" y="2335137"/>
                  </a:lnTo>
                  <a:lnTo>
                    <a:pt x="5145140" y="2411111"/>
                  </a:lnTo>
                  <a:lnTo>
                    <a:pt x="5145996" y="2472833"/>
                  </a:lnTo>
                  <a:lnTo>
                    <a:pt x="5146851" y="2525768"/>
                  </a:lnTo>
                  <a:lnTo>
                    <a:pt x="5147707" y="2560223"/>
                  </a:lnTo>
                  <a:lnTo>
                    <a:pt x="5148562" y="2506749"/>
                  </a:lnTo>
                  <a:lnTo>
                    <a:pt x="5149418" y="2329186"/>
                  </a:lnTo>
                  <a:lnTo>
                    <a:pt x="5150273" y="2202659"/>
                  </a:lnTo>
                  <a:lnTo>
                    <a:pt x="5151129" y="2182314"/>
                  </a:lnTo>
                  <a:lnTo>
                    <a:pt x="5151984" y="2192842"/>
                  </a:lnTo>
                  <a:lnTo>
                    <a:pt x="5152840" y="2170026"/>
                  </a:lnTo>
                  <a:lnTo>
                    <a:pt x="5153695" y="2157123"/>
                  </a:lnTo>
                  <a:lnTo>
                    <a:pt x="5154551" y="2247495"/>
                  </a:lnTo>
                  <a:lnTo>
                    <a:pt x="5155406" y="2268468"/>
                  </a:lnTo>
                  <a:lnTo>
                    <a:pt x="5156262" y="2277184"/>
                  </a:lnTo>
                  <a:lnTo>
                    <a:pt x="5157117" y="2331386"/>
                  </a:lnTo>
                  <a:lnTo>
                    <a:pt x="5157973" y="2373605"/>
                  </a:lnTo>
                  <a:lnTo>
                    <a:pt x="5158829" y="2446774"/>
                  </a:lnTo>
                  <a:lnTo>
                    <a:pt x="5159684" y="2495220"/>
                  </a:lnTo>
                  <a:lnTo>
                    <a:pt x="5160540" y="2586447"/>
                  </a:lnTo>
                  <a:lnTo>
                    <a:pt x="5161395" y="2644813"/>
                  </a:lnTo>
                  <a:lnTo>
                    <a:pt x="5162251" y="2645224"/>
                  </a:lnTo>
                  <a:lnTo>
                    <a:pt x="5163106" y="2641523"/>
                  </a:lnTo>
                  <a:lnTo>
                    <a:pt x="5163962" y="2613857"/>
                  </a:lnTo>
                  <a:lnTo>
                    <a:pt x="5164817" y="2640237"/>
                  </a:lnTo>
                  <a:lnTo>
                    <a:pt x="5165673" y="2676660"/>
                  </a:lnTo>
                  <a:lnTo>
                    <a:pt x="5166528" y="2761165"/>
                  </a:lnTo>
                  <a:lnTo>
                    <a:pt x="5167384" y="2779934"/>
                  </a:lnTo>
                  <a:lnTo>
                    <a:pt x="5168239" y="2818322"/>
                  </a:lnTo>
                  <a:lnTo>
                    <a:pt x="5169095" y="2902948"/>
                  </a:lnTo>
                  <a:lnTo>
                    <a:pt x="5169950" y="2932524"/>
                  </a:lnTo>
                  <a:lnTo>
                    <a:pt x="5170806" y="2957067"/>
                  </a:lnTo>
                  <a:lnTo>
                    <a:pt x="5171661" y="2949563"/>
                  </a:lnTo>
                  <a:lnTo>
                    <a:pt x="5172517" y="2971961"/>
                  </a:lnTo>
                  <a:lnTo>
                    <a:pt x="5173372" y="2959243"/>
                  </a:lnTo>
                  <a:lnTo>
                    <a:pt x="5174228" y="2892876"/>
                  </a:lnTo>
                  <a:lnTo>
                    <a:pt x="5175084" y="2836405"/>
                  </a:lnTo>
                  <a:lnTo>
                    <a:pt x="5175939" y="2794561"/>
                  </a:lnTo>
                  <a:lnTo>
                    <a:pt x="5176795" y="2715669"/>
                  </a:lnTo>
                  <a:lnTo>
                    <a:pt x="5177650" y="2644645"/>
                  </a:lnTo>
                  <a:lnTo>
                    <a:pt x="5178506" y="2616591"/>
                  </a:lnTo>
                  <a:lnTo>
                    <a:pt x="5179361" y="2572992"/>
                  </a:lnTo>
                  <a:lnTo>
                    <a:pt x="5180217" y="2508146"/>
                  </a:lnTo>
                  <a:lnTo>
                    <a:pt x="5181072" y="2458106"/>
                  </a:lnTo>
                  <a:lnTo>
                    <a:pt x="5181928" y="2486240"/>
                  </a:lnTo>
                  <a:lnTo>
                    <a:pt x="5182783" y="2551742"/>
                  </a:lnTo>
                  <a:lnTo>
                    <a:pt x="5183639" y="2559816"/>
                  </a:lnTo>
                  <a:lnTo>
                    <a:pt x="5184494" y="2558413"/>
                  </a:lnTo>
                  <a:lnTo>
                    <a:pt x="5185350" y="2581355"/>
                  </a:lnTo>
                  <a:lnTo>
                    <a:pt x="5186205" y="2567233"/>
                  </a:lnTo>
                  <a:lnTo>
                    <a:pt x="5187061" y="2542460"/>
                  </a:lnTo>
                  <a:lnTo>
                    <a:pt x="5187916" y="2518285"/>
                  </a:lnTo>
                  <a:lnTo>
                    <a:pt x="5188772" y="2535155"/>
                  </a:lnTo>
                  <a:lnTo>
                    <a:pt x="5189628" y="2475493"/>
                  </a:lnTo>
                  <a:lnTo>
                    <a:pt x="5190483" y="2406630"/>
                  </a:lnTo>
                  <a:lnTo>
                    <a:pt x="5191339" y="2328504"/>
                  </a:lnTo>
                  <a:lnTo>
                    <a:pt x="5192194" y="2233578"/>
                  </a:lnTo>
                  <a:lnTo>
                    <a:pt x="5193050" y="2124941"/>
                  </a:lnTo>
                  <a:lnTo>
                    <a:pt x="5193905" y="2050803"/>
                  </a:lnTo>
                  <a:lnTo>
                    <a:pt x="5194761" y="2066760"/>
                  </a:lnTo>
                  <a:lnTo>
                    <a:pt x="5195616" y="2032300"/>
                  </a:lnTo>
                  <a:lnTo>
                    <a:pt x="5196472" y="1949986"/>
                  </a:lnTo>
                  <a:lnTo>
                    <a:pt x="5197327" y="1895486"/>
                  </a:lnTo>
                  <a:lnTo>
                    <a:pt x="5198183" y="1986037"/>
                  </a:lnTo>
                  <a:lnTo>
                    <a:pt x="5199038" y="2090436"/>
                  </a:lnTo>
                  <a:lnTo>
                    <a:pt x="5199894" y="2184276"/>
                  </a:lnTo>
                  <a:lnTo>
                    <a:pt x="5200749" y="2251169"/>
                  </a:lnTo>
                  <a:lnTo>
                    <a:pt x="5201605" y="2333172"/>
                  </a:lnTo>
                  <a:lnTo>
                    <a:pt x="5202460" y="2387084"/>
                  </a:lnTo>
                  <a:lnTo>
                    <a:pt x="5203316" y="2339982"/>
                  </a:lnTo>
                  <a:lnTo>
                    <a:pt x="5204171" y="2224173"/>
                  </a:lnTo>
                  <a:lnTo>
                    <a:pt x="5205027" y="2168544"/>
                  </a:lnTo>
                  <a:lnTo>
                    <a:pt x="5205883" y="2179011"/>
                  </a:lnTo>
                  <a:lnTo>
                    <a:pt x="5206738" y="2226570"/>
                  </a:lnTo>
                  <a:lnTo>
                    <a:pt x="5207594" y="2266146"/>
                  </a:lnTo>
                  <a:lnTo>
                    <a:pt x="5208449" y="2250482"/>
                  </a:lnTo>
                  <a:lnTo>
                    <a:pt x="5209305" y="2233551"/>
                  </a:lnTo>
                  <a:lnTo>
                    <a:pt x="5210160" y="2204559"/>
                  </a:lnTo>
                  <a:lnTo>
                    <a:pt x="5211016" y="2177972"/>
                  </a:lnTo>
                  <a:lnTo>
                    <a:pt x="5211871" y="2128593"/>
                  </a:lnTo>
                  <a:lnTo>
                    <a:pt x="5212727" y="2147739"/>
                  </a:lnTo>
                  <a:lnTo>
                    <a:pt x="5213582" y="2195047"/>
                  </a:lnTo>
                  <a:lnTo>
                    <a:pt x="5214438" y="2211892"/>
                  </a:lnTo>
                  <a:lnTo>
                    <a:pt x="5215293" y="2140207"/>
                  </a:lnTo>
                  <a:lnTo>
                    <a:pt x="5216149" y="2091878"/>
                  </a:lnTo>
                  <a:lnTo>
                    <a:pt x="5217004" y="2117315"/>
                  </a:lnTo>
                  <a:lnTo>
                    <a:pt x="5217860" y="2035175"/>
                  </a:lnTo>
                  <a:lnTo>
                    <a:pt x="5218715" y="1968474"/>
                  </a:lnTo>
                  <a:lnTo>
                    <a:pt x="5219571" y="2030233"/>
                  </a:lnTo>
                  <a:lnTo>
                    <a:pt x="5220426" y="2215310"/>
                  </a:lnTo>
                  <a:lnTo>
                    <a:pt x="5221282" y="2396583"/>
                  </a:lnTo>
                  <a:lnTo>
                    <a:pt x="5222138" y="2473532"/>
                  </a:lnTo>
                  <a:lnTo>
                    <a:pt x="5222993" y="2615185"/>
                  </a:lnTo>
                  <a:lnTo>
                    <a:pt x="5223849" y="2760121"/>
                  </a:lnTo>
                  <a:lnTo>
                    <a:pt x="5224704" y="2736098"/>
                  </a:lnTo>
                  <a:lnTo>
                    <a:pt x="5225560" y="2611904"/>
                  </a:lnTo>
                  <a:lnTo>
                    <a:pt x="5226415" y="2453443"/>
                  </a:lnTo>
                  <a:lnTo>
                    <a:pt x="5227271" y="2370768"/>
                  </a:lnTo>
                  <a:lnTo>
                    <a:pt x="5228126" y="2303897"/>
                  </a:lnTo>
                  <a:lnTo>
                    <a:pt x="5228982" y="2211060"/>
                  </a:lnTo>
                  <a:lnTo>
                    <a:pt x="5229837" y="2211568"/>
                  </a:lnTo>
                  <a:lnTo>
                    <a:pt x="5230693" y="2212651"/>
                  </a:lnTo>
                  <a:lnTo>
                    <a:pt x="5231548" y="2183995"/>
                  </a:lnTo>
                  <a:lnTo>
                    <a:pt x="5232404" y="2174148"/>
                  </a:lnTo>
                  <a:lnTo>
                    <a:pt x="5233259" y="2211395"/>
                  </a:lnTo>
                  <a:lnTo>
                    <a:pt x="5234115" y="2294369"/>
                  </a:lnTo>
                  <a:lnTo>
                    <a:pt x="5234970" y="2342658"/>
                  </a:lnTo>
                  <a:lnTo>
                    <a:pt x="5235826" y="2389599"/>
                  </a:lnTo>
                  <a:lnTo>
                    <a:pt x="5236682" y="2485232"/>
                  </a:lnTo>
                  <a:lnTo>
                    <a:pt x="5237537" y="2601914"/>
                  </a:lnTo>
                  <a:lnTo>
                    <a:pt x="5238393" y="2577065"/>
                  </a:lnTo>
                  <a:lnTo>
                    <a:pt x="5239248" y="2452155"/>
                  </a:lnTo>
                  <a:lnTo>
                    <a:pt x="5240104" y="2408619"/>
                  </a:lnTo>
                  <a:lnTo>
                    <a:pt x="5240959" y="2440386"/>
                  </a:lnTo>
                  <a:lnTo>
                    <a:pt x="5241815" y="2492538"/>
                  </a:lnTo>
                  <a:lnTo>
                    <a:pt x="5242670" y="2484442"/>
                  </a:lnTo>
                  <a:lnTo>
                    <a:pt x="5243526" y="2474165"/>
                  </a:lnTo>
                  <a:lnTo>
                    <a:pt x="5244381" y="2487518"/>
                  </a:lnTo>
                  <a:lnTo>
                    <a:pt x="5245237" y="2529589"/>
                  </a:lnTo>
                  <a:lnTo>
                    <a:pt x="5246092" y="2516792"/>
                  </a:lnTo>
                  <a:lnTo>
                    <a:pt x="5246948" y="2412900"/>
                  </a:lnTo>
                  <a:lnTo>
                    <a:pt x="5247803" y="2383920"/>
                  </a:lnTo>
                  <a:lnTo>
                    <a:pt x="5248659" y="2476118"/>
                  </a:lnTo>
                  <a:lnTo>
                    <a:pt x="5249514" y="2535145"/>
                  </a:lnTo>
                  <a:lnTo>
                    <a:pt x="5250370" y="2495348"/>
                  </a:lnTo>
                  <a:lnTo>
                    <a:pt x="5251225" y="2434496"/>
                  </a:lnTo>
                  <a:lnTo>
                    <a:pt x="5252081" y="2557203"/>
                  </a:lnTo>
                  <a:lnTo>
                    <a:pt x="5252937" y="2640027"/>
                  </a:lnTo>
                  <a:lnTo>
                    <a:pt x="5253792" y="2647632"/>
                  </a:lnTo>
                  <a:lnTo>
                    <a:pt x="5254648" y="2697003"/>
                  </a:lnTo>
                  <a:lnTo>
                    <a:pt x="5255503" y="2717176"/>
                  </a:lnTo>
                  <a:lnTo>
                    <a:pt x="5256359" y="2774870"/>
                  </a:lnTo>
                  <a:lnTo>
                    <a:pt x="5257214" y="2706914"/>
                  </a:lnTo>
                  <a:lnTo>
                    <a:pt x="5258070" y="2608539"/>
                  </a:lnTo>
                  <a:lnTo>
                    <a:pt x="5258925" y="2437774"/>
                  </a:lnTo>
                  <a:lnTo>
                    <a:pt x="5259781" y="2346670"/>
                  </a:lnTo>
                  <a:lnTo>
                    <a:pt x="5260636" y="2416493"/>
                  </a:lnTo>
                  <a:lnTo>
                    <a:pt x="5261492" y="2516884"/>
                  </a:lnTo>
                  <a:lnTo>
                    <a:pt x="5262347" y="2598324"/>
                  </a:lnTo>
                  <a:lnTo>
                    <a:pt x="5263203" y="2684617"/>
                  </a:lnTo>
                  <a:lnTo>
                    <a:pt x="5264058" y="2811818"/>
                  </a:lnTo>
                  <a:lnTo>
                    <a:pt x="5264914" y="2865555"/>
                  </a:lnTo>
                  <a:lnTo>
                    <a:pt x="5265769" y="2789828"/>
                  </a:lnTo>
                  <a:lnTo>
                    <a:pt x="5266625" y="2690787"/>
                  </a:lnTo>
                  <a:lnTo>
                    <a:pt x="5267480" y="2643608"/>
                  </a:lnTo>
                  <a:lnTo>
                    <a:pt x="5268336" y="2605088"/>
                  </a:lnTo>
                  <a:lnTo>
                    <a:pt x="5269192" y="2602837"/>
                  </a:lnTo>
                  <a:lnTo>
                    <a:pt x="5270047" y="2596289"/>
                  </a:lnTo>
                  <a:lnTo>
                    <a:pt x="5270903" y="2647108"/>
                  </a:lnTo>
                  <a:lnTo>
                    <a:pt x="5271758" y="2650005"/>
                  </a:lnTo>
                  <a:lnTo>
                    <a:pt x="5272614" y="2614783"/>
                  </a:lnTo>
                  <a:lnTo>
                    <a:pt x="5273469" y="2574549"/>
                  </a:lnTo>
                  <a:lnTo>
                    <a:pt x="5274325" y="2598328"/>
                  </a:lnTo>
                  <a:lnTo>
                    <a:pt x="5275180" y="2647688"/>
                  </a:lnTo>
                  <a:lnTo>
                    <a:pt x="5276036" y="2633999"/>
                  </a:lnTo>
                  <a:lnTo>
                    <a:pt x="5276891" y="2638973"/>
                  </a:lnTo>
                  <a:lnTo>
                    <a:pt x="5277747" y="2636612"/>
                  </a:lnTo>
                  <a:lnTo>
                    <a:pt x="5278602" y="2644426"/>
                  </a:lnTo>
                  <a:lnTo>
                    <a:pt x="5279458" y="2617926"/>
                  </a:lnTo>
                  <a:lnTo>
                    <a:pt x="5280313" y="2602090"/>
                  </a:lnTo>
                  <a:lnTo>
                    <a:pt x="5281169" y="2626493"/>
                  </a:lnTo>
                  <a:lnTo>
                    <a:pt x="5282024" y="2736716"/>
                  </a:lnTo>
                  <a:lnTo>
                    <a:pt x="5282880" y="2864589"/>
                  </a:lnTo>
                  <a:lnTo>
                    <a:pt x="5283736" y="2951175"/>
                  </a:lnTo>
                  <a:lnTo>
                    <a:pt x="5284591" y="2939736"/>
                  </a:lnTo>
                  <a:lnTo>
                    <a:pt x="5285447" y="2853044"/>
                  </a:lnTo>
                  <a:lnTo>
                    <a:pt x="5286302" y="2780829"/>
                  </a:lnTo>
                  <a:lnTo>
                    <a:pt x="5287158" y="2745669"/>
                  </a:lnTo>
                  <a:lnTo>
                    <a:pt x="5288013" y="2587594"/>
                  </a:lnTo>
                  <a:lnTo>
                    <a:pt x="5288869" y="2368873"/>
                  </a:lnTo>
                  <a:lnTo>
                    <a:pt x="5289724" y="2208301"/>
                  </a:lnTo>
                  <a:lnTo>
                    <a:pt x="5290580" y="2127585"/>
                  </a:lnTo>
                  <a:lnTo>
                    <a:pt x="5291435" y="2054860"/>
                  </a:lnTo>
                  <a:lnTo>
                    <a:pt x="5292291" y="1814912"/>
                  </a:lnTo>
                  <a:lnTo>
                    <a:pt x="5293146" y="1733730"/>
                  </a:lnTo>
                  <a:lnTo>
                    <a:pt x="5294002" y="1728562"/>
                  </a:lnTo>
                  <a:lnTo>
                    <a:pt x="5294857" y="1769319"/>
                  </a:lnTo>
                  <a:lnTo>
                    <a:pt x="5295713" y="1774088"/>
                  </a:lnTo>
                  <a:lnTo>
                    <a:pt x="5296568" y="1709174"/>
                  </a:lnTo>
                  <a:lnTo>
                    <a:pt x="5297424" y="1716288"/>
                  </a:lnTo>
                  <a:lnTo>
                    <a:pt x="5298279" y="1652123"/>
                  </a:lnTo>
                  <a:lnTo>
                    <a:pt x="5299135" y="1614409"/>
                  </a:lnTo>
                  <a:lnTo>
                    <a:pt x="5299991" y="1615446"/>
                  </a:lnTo>
                  <a:lnTo>
                    <a:pt x="5300846" y="1705084"/>
                  </a:lnTo>
                  <a:lnTo>
                    <a:pt x="5301702" y="1872679"/>
                  </a:lnTo>
                  <a:lnTo>
                    <a:pt x="5302557" y="1961875"/>
                  </a:lnTo>
                  <a:lnTo>
                    <a:pt x="5303413" y="2009468"/>
                  </a:lnTo>
                  <a:lnTo>
                    <a:pt x="5304268" y="1993642"/>
                  </a:lnTo>
                  <a:lnTo>
                    <a:pt x="5305124" y="1951046"/>
                  </a:lnTo>
                  <a:lnTo>
                    <a:pt x="5305979" y="1942634"/>
                  </a:lnTo>
                  <a:lnTo>
                    <a:pt x="5306835" y="1882854"/>
                  </a:lnTo>
                  <a:lnTo>
                    <a:pt x="5307690" y="1959284"/>
                  </a:lnTo>
                  <a:lnTo>
                    <a:pt x="5308546" y="2153821"/>
                  </a:lnTo>
                  <a:lnTo>
                    <a:pt x="5309401" y="2320652"/>
                  </a:lnTo>
                  <a:lnTo>
                    <a:pt x="5310257" y="2412678"/>
                  </a:lnTo>
                  <a:lnTo>
                    <a:pt x="5311112" y="2437063"/>
                  </a:lnTo>
                  <a:lnTo>
                    <a:pt x="5311968" y="2457641"/>
                  </a:lnTo>
                  <a:lnTo>
                    <a:pt x="5312823" y="2385792"/>
                  </a:lnTo>
                  <a:lnTo>
                    <a:pt x="5313679" y="2296349"/>
                  </a:lnTo>
                  <a:lnTo>
                    <a:pt x="5314534" y="2271826"/>
                  </a:lnTo>
                  <a:lnTo>
                    <a:pt x="5315390" y="2304924"/>
                  </a:lnTo>
                  <a:lnTo>
                    <a:pt x="5316246" y="2342233"/>
                  </a:lnTo>
                  <a:lnTo>
                    <a:pt x="5317101" y="2386604"/>
                  </a:lnTo>
                  <a:lnTo>
                    <a:pt x="5317957" y="2387510"/>
                  </a:lnTo>
                  <a:lnTo>
                    <a:pt x="5318812" y="2314197"/>
                  </a:lnTo>
                  <a:lnTo>
                    <a:pt x="5319668" y="2214132"/>
                  </a:lnTo>
                  <a:lnTo>
                    <a:pt x="5320523" y="2193177"/>
                  </a:lnTo>
                  <a:lnTo>
                    <a:pt x="5321379" y="2199386"/>
                  </a:lnTo>
                  <a:lnTo>
                    <a:pt x="5322234" y="2168059"/>
                  </a:lnTo>
                  <a:lnTo>
                    <a:pt x="5323090" y="2125497"/>
                  </a:lnTo>
                  <a:lnTo>
                    <a:pt x="5323945" y="2089873"/>
                  </a:lnTo>
                  <a:lnTo>
                    <a:pt x="5324801" y="2100601"/>
                  </a:lnTo>
                  <a:lnTo>
                    <a:pt x="5325656" y="2104179"/>
                  </a:lnTo>
                  <a:lnTo>
                    <a:pt x="5326512" y="2024398"/>
                  </a:lnTo>
                  <a:lnTo>
                    <a:pt x="5327367" y="2000289"/>
                  </a:lnTo>
                  <a:lnTo>
                    <a:pt x="5328223" y="2140210"/>
                  </a:lnTo>
                  <a:lnTo>
                    <a:pt x="5329078" y="2306957"/>
                  </a:lnTo>
                  <a:lnTo>
                    <a:pt x="5329934" y="2404264"/>
                  </a:lnTo>
                  <a:lnTo>
                    <a:pt x="5330789" y="2389584"/>
                  </a:lnTo>
                  <a:lnTo>
                    <a:pt x="5331645" y="2422112"/>
                  </a:lnTo>
                  <a:lnTo>
                    <a:pt x="5332501" y="2431342"/>
                  </a:lnTo>
                  <a:lnTo>
                    <a:pt x="5333356" y="2308641"/>
                  </a:lnTo>
                  <a:lnTo>
                    <a:pt x="5334212" y="2107026"/>
                  </a:lnTo>
                  <a:lnTo>
                    <a:pt x="5335067" y="1867341"/>
                  </a:lnTo>
                  <a:lnTo>
                    <a:pt x="5335923" y="1618528"/>
                  </a:lnTo>
                  <a:lnTo>
                    <a:pt x="5336778" y="1391118"/>
                  </a:lnTo>
                  <a:lnTo>
                    <a:pt x="5337634" y="1165593"/>
                  </a:lnTo>
                  <a:lnTo>
                    <a:pt x="5338489" y="965096"/>
                  </a:lnTo>
                  <a:lnTo>
                    <a:pt x="5339345" y="954523"/>
                  </a:lnTo>
                  <a:lnTo>
                    <a:pt x="5340200" y="1073959"/>
                  </a:lnTo>
                  <a:lnTo>
                    <a:pt x="5341056" y="1177635"/>
                  </a:lnTo>
                  <a:lnTo>
                    <a:pt x="5341911" y="1268881"/>
                  </a:lnTo>
                  <a:lnTo>
                    <a:pt x="5342767" y="1430272"/>
                  </a:lnTo>
                  <a:lnTo>
                    <a:pt x="5343622" y="1608445"/>
                  </a:lnTo>
                  <a:lnTo>
                    <a:pt x="5344478" y="1699100"/>
                  </a:lnTo>
                  <a:lnTo>
                    <a:pt x="5345333" y="1775088"/>
                  </a:lnTo>
                  <a:lnTo>
                    <a:pt x="5346189" y="1891863"/>
                  </a:lnTo>
                  <a:lnTo>
                    <a:pt x="5347045" y="1875808"/>
                  </a:lnTo>
                  <a:lnTo>
                    <a:pt x="5347900" y="1800344"/>
                  </a:lnTo>
                  <a:lnTo>
                    <a:pt x="5348756" y="1743310"/>
                  </a:lnTo>
                  <a:lnTo>
                    <a:pt x="5349611" y="1754340"/>
                  </a:lnTo>
                  <a:lnTo>
                    <a:pt x="5350467" y="1763932"/>
                  </a:lnTo>
                  <a:lnTo>
                    <a:pt x="5351322" y="1712366"/>
                  </a:lnTo>
                  <a:lnTo>
                    <a:pt x="5352178" y="1728868"/>
                  </a:lnTo>
                  <a:lnTo>
                    <a:pt x="5353033" y="1773057"/>
                  </a:lnTo>
                  <a:lnTo>
                    <a:pt x="5353889" y="1810560"/>
                  </a:lnTo>
                  <a:lnTo>
                    <a:pt x="5354744" y="1774856"/>
                  </a:lnTo>
                  <a:lnTo>
                    <a:pt x="5355600" y="1741506"/>
                  </a:lnTo>
                  <a:lnTo>
                    <a:pt x="5356455" y="1704028"/>
                  </a:lnTo>
                  <a:lnTo>
                    <a:pt x="5357311" y="1719227"/>
                  </a:lnTo>
                  <a:lnTo>
                    <a:pt x="5358166" y="1746719"/>
                  </a:lnTo>
                  <a:lnTo>
                    <a:pt x="5359022" y="1799553"/>
                  </a:lnTo>
                  <a:lnTo>
                    <a:pt x="5359877" y="1918418"/>
                  </a:lnTo>
                  <a:lnTo>
                    <a:pt x="5360733" y="2019918"/>
                  </a:lnTo>
                  <a:lnTo>
                    <a:pt x="5361588" y="2163118"/>
                  </a:lnTo>
                  <a:lnTo>
                    <a:pt x="5362444" y="2293870"/>
                  </a:lnTo>
                  <a:lnTo>
                    <a:pt x="5363300" y="2420579"/>
                  </a:lnTo>
                  <a:lnTo>
                    <a:pt x="5364155" y="2453797"/>
                  </a:lnTo>
                  <a:lnTo>
                    <a:pt x="5365011" y="2357273"/>
                  </a:lnTo>
                  <a:lnTo>
                    <a:pt x="5365866" y="2183413"/>
                  </a:lnTo>
                  <a:lnTo>
                    <a:pt x="5366722" y="2079364"/>
                  </a:lnTo>
                  <a:lnTo>
                    <a:pt x="5367577" y="2073222"/>
                  </a:lnTo>
                  <a:lnTo>
                    <a:pt x="5368433" y="2072968"/>
                  </a:lnTo>
                  <a:lnTo>
                    <a:pt x="5369288" y="2072640"/>
                  </a:lnTo>
                  <a:lnTo>
                    <a:pt x="5370144" y="2125047"/>
                  </a:lnTo>
                  <a:lnTo>
                    <a:pt x="5370999" y="2343567"/>
                  </a:lnTo>
                  <a:lnTo>
                    <a:pt x="5371855" y="2480514"/>
                  </a:lnTo>
                  <a:lnTo>
                    <a:pt x="5372710" y="2435809"/>
                  </a:lnTo>
                  <a:lnTo>
                    <a:pt x="5373566" y="2353467"/>
                  </a:lnTo>
                  <a:lnTo>
                    <a:pt x="5374421" y="2416029"/>
                  </a:lnTo>
                  <a:lnTo>
                    <a:pt x="5375277" y="2540505"/>
                  </a:lnTo>
                  <a:lnTo>
                    <a:pt x="5376132" y="2560471"/>
                  </a:lnTo>
                  <a:lnTo>
                    <a:pt x="5376988" y="2631780"/>
                  </a:lnTo>
                  <a:lnTo>
                    <a:pt x="5377843" y="2773294"/>
                  </a:lnTo>
                  <a:lnTo>
                    <a:pt x="5378699" y="2866409"/>
                  </a:lnTo>
                  <a:lnTo>
                    <a:pt x="5379555" y="2865391"/>
                  </a:lnTo>
                  <a:lnTo>
                    <a:pt x="5380410" y="2839598"/>
                  </a:lnTo>
                  <a:lnTo>
                    <a:pt x="5381266" y="2783175"/>
                  </a:lnTo>
                  <a:lnTo>
                    <a:pt x="5382121" y="2651945"/>
                  </a:lnTo>
                  <a:lnTo>
                    <a:pt x="5382977" y="2529250"/>
                  </a:lnTo>
                  <a:lnTo>
                    <a:pt x="5383832" y="2475856"/>
                  </a:lnTo>
                  <a:lnTo>
                    <a:pt x="5384688" y="2399687"/>
                  </a:lnTo>
                  <a:lnTo>
                    <a:pt x="5385543" y="2315828"/>
                  </a:lnTo>
                  <a:lnTo>
                    <a:pt x="5386399" y="2328584"/>
                  </a:lnTo>
                  <a:lnTo>
                    <a:pt x="5387254" y="2441731"/>
                  </a:lnTo>
                  <a:lnTo>
                    <a:pt x="5388110" y="2538374"/>
                  </a:lnTo>
                  <a:lnTo>
                    <a:pt x="5388965" y="2560957"/>
                  </a:lnTo>
                  <a:lnTo>
                    <a:pt x="5389821" y="2538719"/>
                  </a:lnTo>
                  <a:lnTo>
                    <a:pt x="5390676" y="2490451"/>
                  </a:lnTo>
                  <a:lnTo>
                    <a:pt x="5391532" y="2405229"/>
                  </a:lnTo>
                  <a:lnTo>
                    <a:pt x="5392387" y="2285088"/>
                  </a:lnTo>
                  <a:lnTo>
                    <a:pt x="5393243" y="2096001"/>
                  </a:lnTo>
                  <a:lnTo>
                    <a:pt x="5394099" y="1953558"/>
                  </a:lnTo>
                  <a:lnTo>
                    <a:pt x="5394954" y="1957592"/>
                  </a:lnTo>
                  <a:lnTo>
                    <a:pt x="5395810" y="1980895"/>
                  </a:lnTo>
                  <a:lnTo>
                    <a:pt x="5396665" y="2056443"/>
                  </a:lnTo>
                  <a:lnTo>
                    <a:pt x="5397521" y="2207553"/>
                  </a:lnTo>
                  <a:lnTo>
                    <a:pt x="5398376" y="2417461"/>
                  </a:lnTo>
                  <a:lnTo>
                    <a:pt x="5399232" y="2598843"/>
                  </a:lnTo>
                  <a:lnTo>
                    <a:pt x="5400087" y="2748066"/>
                  </a:lnTo>
                  <a:lnTo>
                    <a:pt x="5400943" y="2872592"/>
                  </a:lnTo>
                  <a:lnTo>
                    <a:pt x="5401798" y="2839132"/>
                  </a:lnTo>
                  <a:lnTo>
                    <a:pt x="5402654" y="2669685"/>
                  </a:lnTo>
                  <a:lnTo>
                    <a:pt x="5403509" y="2552236"/>
                  </a:lnTo>
                  <a:lnTo>
                    <a:pt x="5404365" y="2543240"/>
                  </a:lnTo>
                  <a:lnTo>
                    <a:pt x="5405220" y="2486373"/>
                  </a:lnTo>
                  <a:lnTo>
                    <a:pt x="5406076" y="2392724"/>
                  </a:lnTo>
                  <a:lnTo>
                    <a:pt x="5406931" y="2310021"/>
                  </a:lnTo>
                  <a:lnTo>
                    <a:pt x="5407787" y="2334734"/>
                  </a:lnTo>
                  <a:lnTo>
                    <a:pt x="5408642" y="2325429"/>
                  </a:lnTo>
                  <a:lnTo>
                    <a:pt x="5409498" y="2119727"/>
                  </a:lnTo>
                  <a:lnTo>
                    <a:pt x="5410354" y="1931808"/>
                  </a:lnTo>
                  <a:lnTo>
                    <a:pt x="5411209" y="1909019"/>
                  </a:lnTo>
                  <a:lnTo>
                    <a:pt x="5412065" y="1925126"/>
                  </a:lnTo>
                  <a:lnTo>
                    <a:pt x="5412920" y="1829920"/>
                  </a:lnTo>
                  <a:lnTo>
                    <a:pt x="5413776" y="1670436"/>
                  </a:lnTo>
                  <a:lnTo>
                    <a:pt x="5414631" y="1553424"/>
                  </a:lnTo>
                  <a:lnTo>
                    <a:pt x="5415487" y="1426873"/>
                  </a:lnTo>
                  <a:lnTo>
                    <a:pt x="5416342" y="1275718"/>
                  </a:lnTo>
                  <a:lnTo>
                    <a:pt x="5417198" y="1286394"/>
                  </a:lnTo>
                  <a:lnTo>
                    <a:pt x="5418053" y="1293910"/>
                  </a:lnTo>
                  <a:lnTo>
                    <a:pt x="5418909" y="1286618"/>
                  </a:lnTo>
                  <a:lnTo>
                    <a:pt x="5419764" y="1337504"/>
                  </a:lnTo>
                  <a:lnTo>
                    <a:pt x="5420620" y="1357790"/>
                  </a:lnTo>
                  <a:lnTo>
                    <a:pt x="5421475" y="1391545"/>
                  </a:lnTo>
                  <a:lnTo>
                    <a:pt x="5422331" y="1303664"/>
                  </a:lnTo>
                  <a:lnTo>
                    <a:pt x="5423186" y="1186215"/>
                  </a:lnTo>
                  <a:lnTo>
                    <a:pt x="5424042" y="1174682"/>
                  </a:lnTo>
                  <a:lnTo>
                    <a:pt x="5424897" y="1140381"/>
                  </a:lnTo>
                  <a:lnTo>
                    <a:pt x="5425753" y="1089780"/>
                  </a:lnTo>
                  <a:lnTo>
                    <a:pt x="5426609" y="943528"/>
                  </a:lnTo>
                  <a:lnTo>
                    <a:pt x="5427464" y="810614"/>
                  </a:lnTo>
                  <a:lnTo>
                    <a:pt x="5428320" y="735441"/>
                  </a:lnTo>
                  <a:lnTo>
                    <a:pt x="5429175" y="668355"/>
                  </a:lnTo>
                  <a:lnTo>
                    <a:pt x="5430031" y="664287"/>
                  </a:lnTo>
                  <a:lnTo>
                    <a:pt x="5430886" y="622676"/>
                  </a:lnTo>
                  <a:lnTo>
                    <a:pt x="5431742" y="555831"/>
                  </a:lnTo>
                  <a:lnTo>
                    <a:pt x="5432597" y="508784"/>
                  </a:lnTo>
                  <a:lnTo>
                    <a:pt x="5433453" y="480395"/>
                  </a:lnTo>
                  <a:lnTo>
                    <a:pt x="5434308" y="427103"/>
                  </a:lnTo>
                  <a:lnTo>
                    <a:pt x="5435164" y="454572"/>
                  </a:lnTo>
                  <a:lnTo>
                    <a:pt x="5436019" y="570394"/>
                  </a:lnTo>
                  <a:lnTo>
                    <a:pt x="5436875" y="704586"/>
                  </a:lnTo>
                  <a:lnTo>
                    <a:pt x="5437730" y="889911"/>
                  </a:lnTo>
                  <a:lnTo>
                    <a:pt x="5438586" y="1211450"/>
                  </a:lnTo>
                  <a:lnTo>
                    <a:pt x="5439441" y="1560135"/>
                  </a:lnTo>
                  <a:lnTo>
                    <a:pt x="5440297" y="1782946"/>
                  </a:lnTo>
                  <a:lnTo>
                    <a:pt x="5441153" y="2006756"/>
                  </a:lnTo>
                  <a:lnTo>
                    <a:pt x="5442008" y="2246044"/>
                  </a:lnTo>
                  <a:lnTo>
                    <a:pt x="5442864" y="2320887"/>
                  </a:lnTo>
                  <a:lnTo>
                    <a:pt x="5443719" y="2248033"/>
                  </a:lnTo>
                  <a:lnTo>
                    <a:pt x="5444575" y="2183360"/>
                  </a:lnTo>
                  <a:lnTo>
                    <a:pt x="5445430" y="2079221"/>
                  </a:lnTo>
                  <a:lnTo>
                    <a:pt x="5446286" y="2037195"/>
                  </a:lnTo>
                  <a:lnTo>
                    <a:pt x="5447141" y="2035949"/>
                  </a:lnTo>
                  <a:lnTo>
                    <a:pt x="5447997" y="2113258"/>
                  </a:lnTo>
                  <a:lnTo>
                    <a:pt x="5448852" y="2254210"/>
                  </a:lnTo>
                  <a:lnTo>
                    <a:pt x="5449708" y="2329792"/>
                  </a:lnTo>
                  <a:lnTo>
                    <a:pt x="5450563" y="2422578"/>
                  </a:lnTo>
                  <a:lnTo>
                    <a:pt x="5451419" y="2429900"/>
                  </a:lnTo>
                  <a:lnTo>
                    <a:pt x="5452274" y="2417379"/>
                  </a:lnTo>
                  <a:lnTo>
                    <a:pt x="5453130" y="2500637"/>
                  </a:lnTo>
                  <a:lnTo>
                    <a:pt x="5453985" y="2567600"/>
                  </a:lnTo>
                  <a:lnTo>
                    <a:pt x="5454841" y="2636480"/>
                  </a:lnTo>
                  <a:lnTo>
                    <a:pt x="5455696" y="2728674"/>
                  </a:lnTo>
                  <a:lnTo>
                    <a:pt x="5456552" y="2735624"/>
                  </a:lnTo>
                  <a:lnTo>
                    <a:pt x="5457408" y="2672767"/>
                  </a:lnTo>
                  <a:lnTo>
                    <a:pt x="5458263" y="2511225"/>
                  </a:lnTo>
                  <a:lnTo>
                    <a:pt x="5459119" y="2302396"/>
                  </a:lnTo>
                  <a:lnTo>
                    <a:pt x="5459974" y="2117492"/>
                  </a:lnTo>
                  <a:lnTo>
                    <a:pt x="5460830" y="2044897"/>
                  </a:lnTo>
                  <a:lnTo>
                    <a:pt x="5461685" y="2094172"/>
                  </a:lnTo>
                  <a:lnTo>
                    <a:pt x="5462541" y="2163045"/>
                  </a:lnTo>
                  <a:lnTo>
                    <a:pt x="5463396" y="2221213"/>
                  </a:lnTo>
                  <a:lnTo>
                    <a:pt x="5464252" y="2223011"/>
                  </a:lnTo>
                  <a:lnTo>
                    <a:pt x="5465107" y="2202123"/>
                  </a:lnTo>
                  <a:lnTo>
                    <a:pt x="5465963" y="2153494"/>
                  </a:lnTo>
                  <a:lnTo>
                    <a:pt x="5466818" y="2155688"/>
                  </a:lnTo>
                  <a:lnTo>
                    <a:pt x="5467674" y="2198100"/>
                  </a:lnTo>
                  <a:lnTo>
                    <a:pt x="5468529" y="2224445"/>
                  </a:lnTo>
                  <a:lnTo>
                    <a:pt x="5469385" y="2264114"/>
                  </a:lnTo>
                  <a:lnTo>
                    <a:pt x="5470240" y="2264481"/>
                  </a:lnTo>
                  <a:lnTo>
                    <a:pt x="5471096" y="2271406"/>
                  </a:lnTo>
                  <a:lnTo>
                    <a:pt x="5471951" y="2252594"/>
                  </a:lnTo>
                  <a:lnTo>
                    <a:pt x="5472807" y="2160494"/>
                  </a:lnTo>
                  <a:lnTo>
                    <a:pt x="5473663" y="2155567"/>
                  </a:lnTo>
                  <a:lnTo>
                    <a:pt x="5474518" y="2209948"/>
                  </a:lnTo>
                  <a:lnTo>
                    <a:pt x="5475374" y="2300207"/>
                  </a:lnTo>
                  <a:lnTo>
                    <a:pt x="5476229" y="2339131"/>
                  </a:lnTo>
                  <a:lnTo>
                    <a:pt x="5477085" y="2380106"/>
                  </a:lnTo>
                  <a:lnTo>
                    <a:pt x="5477940" y="2526339"/>
                  </a:lnTo>
                  <a:lnTo>
                    <a:pt x="5478796" y="2583085"/>
                  </a:lnTo>
                  <a:lnTo>
                    <a:pt x="5479651" y="2597469"/>
                  </a:lnTo>
                  <a:lnTo>
                    <a:pt x="5480507" y="2643121"/>
                  </a:lnTo>
                  <a:lnTo>
                    <a:pt x="5481362" y="2718540"/>
                  </a:lnTo>
                  <a:lnTo>
                    <a:pt x="5482218" y="2802784"/>
                  </a:lnTo>
                  <a:lnTo>
                    <a:pt x="5483073" y="2801247"/>
                  </a:lnTo>
                  <a:lnTo>
                    <a:pt x="5483929" y="2768530"/>
                  </a:lnTo>
                  <a:lnTo>
                    <a:pt x="5484784" y="2745794"/>
                  </a:lnTo>
                  <a:lnTo>
                    <a:pt x="5485640" y="2725016"/>
                  </a:lnTo>
                  <a:lnTo>
                    <a:pt x="5486495" y="2719579"/>
                  </a:lnTo>
                  <a:lnTo>
                    <a:pt x="5487351" y="2671587"/>
                  </a:lnTo>
                  <a:lnTo>
                    <a:pt x="5488207" y="2597474"/>
                  </a:lnTo>
                  <a:lnTo>
                    <a:pt x="5489062" y="2564486"/>
                  </a:lnTo>
                  <a:lnTo>
                    <a:pt x="5489918" y="2643073"/>
                  </a:lnTo>
                  <a:lnTo>
                    <a:pt x="5490773" y="2743638"/>
                  </a:lnTo>
                  <a:lnTo>
                    <a:pt x="5491629" y="2783762"/>
                  </a:lnTo>
                  <a:lnTo>
                    <a:pt x="5492484" y="2816458"/>
                  </a:lnTo>
                  <a:lnTo>
                    <a:pt x="5493340" y="2892104"/>
                  </a:lnTo>
                  <a:lnTo>
                    <a:pt x="5494195" y="2966843"/>
                  </a:lnTo>
                  <a:lnTo>
                    <a:pt x="5495051" y="2949554"/>
                  </a:lnTo>
                  <a:lnTo>
                    <a:pt x="5495906" y="2878083"/>
                  </a:lnTo>
                  <a:lnTo>
                    <a:pt x="5496762" y="2723922"/>
                  </a:lnTo>
                  <a:lnTo>
                    <a:pt x="5497617" y="2662392"/>
                  </a:lnTo>
                  <a:lnTo>
                    <a:pt x="5498473" y="2675392"/>
                  </a:lnTo>
                  <a:lnTo>
                    <a:pt x="5499328" y="2720844"/>
                  </a:lnTo>
                  <a:lnTo>
                    <a:pt x="5500184" y="2780878"/>
                  </a:lnTo>
                  <a:lnTo>
                    <a:pt x="5501039" y="2852347"/>
                  </a:lnTo>
                  <a:lnTo>
                    <a:pt x="5501895" y="2996741"/>
                  </a:lnTo>
                  <a:lnTo>
                    <a:pt x="5502750" y="2963939"/>
                  </a:lnTo>
                  <a:lnTo>
                    <a:pt x="5503606" y="2838572"/>
                  </a:lnTo>
                  <a:lnTo>
                    <a:pt x="5504462" y="2763256"/>
                  </a:lnTo>
                  <a:lnTo>
                    <a:pt x="5505317" y="2750663"/>
                  </a:lnTo>
                  <a:lnTo>
                    <a:pt x="5506173" y="2775392"/>
                  </a:lnTo>
                  <a:lnTo>
                    <a:pt x="5507028" y="2805573"/>
                  </a:lnTo>
                  <a:lnTo>
                    <a:pt x="5507884" y="2918227"/>
                  </a:lnTo>
                  <a:lnTo>
                    <a:pt x="5508739" y="3047142"/>
                  </a:lnTo>
                  <a:lnTo>
                    <a:pt x="5509595" y="3116972"/>
                  </a:lnTo>
                  <a:lnTo>
                    <a:pt x="5509595" y="3116972"/>
                  </a:lnTo>
                  <a:lnTo>
                    <a:pt x="5510450" y="3116972"/>
                  </a:lnTo>
                  <a:lnTo>
                    <a:pt x="5511306" y="3066592"/>
                  </a:lnTo>
                  <a:lnTo>
                    <a:pt x="5512161" y="2962769"/>
                  </a:lnTo>
                  <a:lnTo>
                    <a:pt x="5513017" y="2896852"/>
                  </a:lnTo>
                  <a:lnTo>
                    <a:pt x="5513872" y="2893791"/>
                  </a:lnTo>
                  <a:lnTo>
                    <a:pt x="5514728" y="2826920"/>
                  </a:lnTo>
                  <a:lnTo>
                    <a:pt x="5515583" y="2725505"/>
                  </a:lnTo>
                  <a:lnTo>
                    <a:pt x="5516439" y="2635349"/>
                  </a:lnTo>
                  <a:lnTo>
                    <a:pt x="5517294" y="2596947"/>
                  </a:lnTo>
                  <a:lnTo>
                    <a:pt x="5518150" y="2566503"/>
                  </a:lnTo>
                  <a:lnTo>
                    <a:pt x="5519005" y="2467959"/>
                  </a:lnTo>
                  <a:lnTo>
                    <a:pt x="5519861" y="2388560"/>
                  </a:lnTo>
                  <a:lnTo>
                    <a:pt x="5520717" y="2393276"/>
                  </a:lnTo>
                  <a:lnTo>
                    <a:pt x="5521572" y="2473429"/>
                  </a:lnTo>
                  <a:lnTo>
                    <a:pt x="5522428" y="2495430"/>
                  </a:lnTo>
                  <a:lnTo>
                    <a:pt x="5523283" y="2489719"/>
                  </a:lnTo>
                  <a:lnTo>
                    <a:pt x="5524139" y="2585515"/>
                  </a:lnTo>
                  <a:lnTo>
                    <a:pt x="5524994" y="2731785"/>
                  </a:lnTo>
                  <a:lnTo>
                    <a:pt x="5525850" y="2810215"/>
                  </a:lnTo>
                  <a:lnTo>
                    <a:pt x="5526705" y="2822236"/>
                  </a:lnTo>
                  <a:lnTo>
                    <a:pt x="5527561" y="2875940"/>
                  </a:lnTo>
                  <a:lnTo>
                    <a:pt x="5528416" y="2904961"/>
                  </a:lnTo>
                  <a:lnTo>
                    <a:pt x="5529272" y="2869673"/>
                  </a:lnTo>
                  <a:lnTo>
                    <a:pt x="5530127" y="2809186"/>
                  </a:lnTo>
                  <a:lnTo>
                    <a:pt x="5530983" y="2800830"/>
                  </a:lnTo>
                  <a:lnTo>
                    <a:pt x="5531838" y="2828211"/>
                  </a:lnTo>
                  <a:lnTo>
                    <a:pt x="5532694" y="2761164"/>
                  </a:lnTo>
                  <a:lnTo>
                    <a:pt x="5533549" y="2691196"/>
                  </a:lnTo>
                  <a:lnTo>
                    <a:pt x="5534405" y="2656145"/>
                  </a:lnTo>
                  <a:lnTo>
                    <a:pt x="5535261" y="2609409"/>
                  </a:lnTo>
                  <a:lnTo>
                    <a:pt x="5536116" y="2511435"/>
                  </a:lnTo>
                  <a:lnTo>
                    <a:pt x="5536972" y="2407590"/>
                  </a:lnTo>
                  <a:lnTo>
                    <a:pt x="5537827" y="2410386"/>
                  </a:lnTo>
                  <a:lnTo>
                    <a:pt x="5538683" y="2491202"/>
                  </a:lnTo>
                  <a:lnTo>
                    <a:pt x="5539538" y="2563429"/>
                  </a:lnTo>
                  <a:lnTo>
                    <a:pt x="5540394" y="2657425"/>
                  </a:lnTo>
                  <a:lnTo>
                    <a:pt x="5541249" y="2746085"/>
                  </a:lnTo>
                  <a:lnTo>
                    <a:pt x="5542105" y="2827329"/>
                  </a:lnTo>
                  <a:lnTo>
                    <a:pt x="5542960" y="2937689"/>
                  </a:lnTo>
                  <a:lnTo>
                    <a:pt x="5543816" y="2981568"/>
                  </a:lnTo>
                  <a:lnTo>
                    <a:pt x="5544671" y="2985491"/>
                  </a:lnTo>
                  <a:lnTo>
                    <a:pt x="5545527" y="2998716"/>
                  </a:lnTo>
                  <a:lnTo>
                    <a:pt x="5546382" y="3035187"/>
                  </a:lnTo>
                  <a:lnTo>
                    <a:pt x="5547238" y="3071586"/>
                  </a:lnTo>
                  <a:lnTo>
                    <a:pt x="5548093" y="3071586"/>
                  </a:lnTo>
                  <a:lnTo>
                    <a:pt x="5548949" y="3071586"/>
                  </a:lnTo>
                  <a:lnTo>
                    <a:pt x="5549804" y="3071586"/>
                  </a:lnTo>
                  <a:lnTo>
                    <a:pt x="5550660" y="3071586"/>
                  </a:lnTo>
                  <a:lnTo>
                    <a:pt x="5551516" y="3071586"/>
                  </a:lnTo>
                  <a:lnTo>
                    <a:pt x="5552371" y="3071586"/>
                  </a:lnTo>
                  <a:lnTo>
                    <a:pt x="5553227" y="3071586"/>
                  </a:lnTo>
                  <a:lnTo>
                    <a:pt x="5554082" y="3071586"/>
                  </a:lnTo>
                  <a:lnTo>
                    <a:pt x="5554938" y="3071586"/>
                  </a:lnTo>
                  <a:lnTo>
                    <a:pt x="5555793" y="3071586"/>
                  </a:lnTo>
                  <a:lnTo>
                    <a:pt x="5556649" y="3071586"/>
                  </a:lnTo>
                  <a:lnTo>
                    <a:pt x="5557504" y="3076678"/>
                  </a:lnTo>
                  <a:lnTo>
                    <a:pt x="5558360" y="3104416"/>
                  </a:lnTo>
                  <a:lnTo>
                    <a:pt x="5559215" y="3114909"/>
                  </a:lnTo>
                  <a:lnTo>
                    <a:pt x="5560071" y="3116972"/>
                  </a:lnTo>
                  <a:lnTo>
                    <a:pt x="5560071" y="3116972"/>
                  </a:lnTo>
                  <a:lnTo>
                    <a:pt x="5560926" y="3077780"/>
                  </a:lnTo>
                  <a:lnTo>
                    <a:pt x="5561782" y="2990053"/>
                  </a:lnTo>
                  <a:lnTo>
                    <a:pt x="5562637" y="2931236"/>
                  </a:lnTo>
                  <a:lnTo>
                    <a:pt x="5563493" y="2837969"/>
                  </a:lnTo>
                  <a:lnTo>
                    <a:pt x="5564348" y="2690171"/>
                  </a:lnTo>
                  <a:lnTo>
                    <a:pt x="5565204" y="2581842"/>
                  </a:lnTo>
                  <a:lnTo>
                    <a:pt x="5566059" y="2550847"/>
                  </a:lnTo>
                  <a:lnTo>
                    <a:pt x="5566915" y="2601302"/>
                  </a:lnTo>
                  <a:lnTo>
                    <a:pt x="5567771" y="2647252"/>
                  </a:lnTo>
                  <a:lnTo>
                    <a:pt x="5568626" y="2624527"/>
                  </a:lnTo>
                  <a:lnTo>
                    <a:pt x="5569482" y="2684427"/>
                  </a:lnTo>
                  <a:lnTo>
                    <a:pt x="5570337" y="2699031"/>
                  </a:lnTo>
                  <a:lnTo>
                    <a:pt x="5571193" y="2632440"/>
                  </a:lnTo>
                  <a:lnTo>
                    <a:pt x="5572048" y="2524486"/>
                  </a:lnTo>
                  <a:lnTo>
                    <a:pt x="5572904" y="2439635"/>
                  </a:lnTo>
                  <a:lnTo>
                    <a:pt x="5573759" y="2425209"/>
                  </a:lnTo>
                  <a:lnTo>
                    <a:pt x="5574615" y="2320649"/>
                  </a:lnTo>
                  <a:lnTo>
                    <a:pt x="5575470" y="2252367"/>
                  </a:lnTo>
                  <a:lnTo>
                    <a:pt x="5576326" y="2306753"/>
                  </a:lnTo>
                  <a:lnTo>
                    <a:pt x="5577181" y="2374232"/>
                  </a:lnTo>
                  <a:lnTo>
                    <a:pt x="5578037" y="2385920"/>
                  </a:lnTo>
                  <a:lnTo>
                    <a:pt x="5578892" y="2420346"/>
                  </a:lnTo>
                  <a:lnTo>
                    <a:pt x="5579748" y="2536772"/>
                  </a:lnTo>
                  <a:lnTo>
                    <a:pt x="5580603" y="2657977"/>
                  </a:lnTo>
                  <a:lnTo>
                    <a:pt x="5581459" y="2672312"/>
                  </a:lnTo>
                  <a:lnTo>
                    <a:pt x="5582314" y="2645072"/>
                  </a:lnTo>
                  <a:lnTo>
                    <a:pt x="5583170" y="2645117"/>
                  </a:lnTo>
                  <a:lnTo>
                    <a:pt x="5584026" y="2686254"/>
                  </a:lnTo>
                  <a:lnTo>
                    <a:pt x="5584881" y="2702427"/>
                  </a:lnTo>
                  <a:lnTo>
                    <a:pt x="5585737" y="2553183"/>
                  </a:lnTo>
                  <a:lnTo>
                    <a:pt x="5586592" y="2488884"/>
                  </a:lnTo>
                  <a:lnTo>
                    <a:pt x="5587448" y="2513531"/>
                  </a:lnTo>
                  <a:lnTo>
                    <a:pt x="5588303" y="2503982"/>
                  </a:lnTo>
                  <a:lnTo>
                    <a:pt x="5589159" y="2398473"/>
                  </a:lnTo>
                  <a:lnTo>
                    <a:pt x="5590014" y="2331655"/>
                  </a:lnTo>
                  <a:lnTo>
                    <a:pt x="5590870" y="2382658"/>
                  </a:lnTo>
                  <a:lnTo>
                    <a:pt x="5591725" y="2337943"/>
                  </a:lnTo>
                  <a:lnTo>
                    <a:pt x="5592581" y="2238805"/>
                  </a:lnTo>
                  <a:lnTo>
                    <a:pt x="5593436" y="2117958"/>
                  </a:lnTo>
                  <a:lnTo>
                    <a:pt x="5594292" y="2035735"/>
                  </a:lnTo>
                  <a:lnTo>
                    <a:pt x="5595147" y="1975088"/>
                  </a:lnTo>
                  <a:lnTo>
                    <a:pt x="5596003" y="2040205"/>
                  </a:lnTo>
                  <a:lnTo>
                    <a:pt x="5596858" y="2136321"/>
                  </a:lnTo>
                  <a:lnTo>
                    <a:pt x="5597714" y="2240727"/>
                  </a:lnTo>
                  <a:lnTo>
                    <a:pt x="5598570" y="2393168"/>
                  </a:lnTo>
                  <a:lnTo>
                    <a:pt x="5599425" y="2515805"/>
                  </a:lnTo>
                  <a:lnTo>
                    <a:pt x="5600281" y="2582917"/>
                  </a:lnTo>
                  <a:lnTo>
                    <a:pt x="5601136" y="2555503"/>
                  </a:lnTo>
                  <a:lnTo>
                    <a:pt x="5601992" y="2566782"/>
                  </a:lnTo>
                  <a:lnTo>
                    <a:pt x="5602847" y="2586368"/>
                  </a:lnTo>
                  <a:lnTo>
                    <a:pt x="5603703" y="2613599"/>
                  </a:lnTo>
                  <a:lnTo>
                    <a:pt x="5604558" y="2594138"/>
                  </a:lnTo>
                  <a:lnTo>
                    <a:pt x="5605414" y="2572915"/>
                  </a:lnTo>
                  <a:lnTo>
                    <a:pt x="5606269" y="2631207"/>
                  </a:lnTo>
                  <a:lnTo>
                    <a:pt x="5607125" y="2619901"/>
                  </a:lnTo>
                  <a:lnTo>
                    <a:pt x="5607980" y="2623350"/>
                  </a:lnTo>
                  <a:lnTo>
                    <a:pt x="5608836" y="2585886"/>
                  </a:lnTo>
                  <a:lnTo>
                    <a:pt x="5609691" y="2536026"/>
                  </a:lnTo>
                  <a:lnTo>
                    <a:pt x="5610547" y="2504446"/>
                  </a:lnTo>
                  <a:lnTo>
                    <a:pt x="5611402" y="2405834"/>
                  </a:lnTo>
                  <a:lnTo>
                    <a:pt x="5612258" y="2327600"/>
                  </a:lnTo>
                  <a:lnTo>
                    <a:pt x="5613113" y="2289722"/>
                  </a:lnTo>
                  <a:lnTo>
                    <a:pt x="5613969" y="2328389"/>
                  </a:lnTo>
                  <a:lnTo>
                    <a:pt x="5614825" y="2394398"/>
                  </a:lnTo>
                  <a:lnTo>
                    <a:pt x="5615680" y="2467168"/>
                  </a:lnTo>
                  <a:lnTo>
                    <a:pt x="5616536" y="2505340"/>
                  </a:lnTo>
                  <a:lnTo>
                    <a:pt x="5617391" y="2558080"/>
                  </a:lnTo>
                  <a:lnTo>
                    <a:pt x="5618247" y="2552813"/>
                  </a:lnTo>
                  <a:lnTo>
                    <a:pt x="5619102" y="2508808"/>
                  </a:lnTo>
                  <a:lnTo>
                    <a:pt x="5619958" y="2620607"/>
                  </a:lnTo>
                  <a:lnTo>
                    <a:pt x="5620813" y="2664588"/>
                  </a:lnTo>
                  <a:lnTo>
                    <a:pt x="5621669" y="2572008"/>
                  </a:lnTo>
                  <a:lnTo>
                    <a:pt x="5622524" y="2485241"/>
                  </a:lnTo>
                  <a:lnTo>
                    <a:pt x="5623380" y="2396297"/>
                  </a:lnTo>
                  <a:lnTo>
                    <a:pt x="5624235" y="2357677"/>
                  </a:lnTo>
                  <a:lnTo>
                    <a:pt x="5625091" y="2195166"/>
                  </a:lnTo>
                  <a:lnTo>
                    <a:pt x="5625946" y="2056595"/>
                  </a:lnTo>
                  <a:lnTo>
                    <a:pt x="5626802" y="2022667"/>
                  </a:lnTo>
                  <a:lnTo>
                    <a:pt x="5627657" y="2050925"/>
                  </a:lnTo>
                  <a:lnTo>
                    <a:pt x="5628513" y="2131171"/>
                  </a:lnTo>
                  <a:lnTo>
                    <a:pt x="5629368" y="2118919"/>
                  </a:lnTo>
                  <a:lnTo>
                    <a:pt x="5630224" y="2108050"/>
                  </a:lnTo>
                  <a:lnTo>
                    <a:pt x="5631080" y="2171047"/>
                  </a:lnTo>
                  <a:lnTo>
                    <a:pt x="5631935" y="2295328"/>
                  </a:lnTo>
                  <a:lnTo>
                    <a:pt x="5632791" y="2393338"/>
                  </a:lnTo>
                  <a:lnTo>
                    <a:pt x="5633646" y="2419459"/>
                  </a:lnTo>
                  <a:lnTo>
                    <a:pt x="5634502" y="2453727"/>
                  </a:lnTo>
                  <a:lnTo>
                    <a:pt x="5635357" y="2462004"/>
                  </a:lnTo>
                  <a:lnTo>
                    <a:pt x="5636213" y="2381620"/>
                  </a:lnTo>
                  <a:lnTo>
                    <a:pt x="5637068" y="2264031"/>
                  </a:lnTo>
                  <a:lnTo>
                    <a:pt x="5637924" y="2148482"/>
                  </a:lnTo>
                  <a:lnTo>
                    <a:pt x="5638779" y="2020976"/>
                  </a:lnTo>
                  <a:lnTo>
                    <a:pt x="5639635" y="1863775"/>
                  </a:lnTo>
                  <a:lnTo>
                    <a:pt x="5640490" y="1829476"/>
                  </a:lnTo>
                  <a:lnTo>
                    <a:pt x="5641346" y="1857796"/>
                  </a:lnTo>
                  <a:lnTo>
                    <a:pt x="5642201" y="1894411"/>
                  </a:lnTo>
                  <a:lnTo>
                    <a:pt x="5643057" y="1984315"/>
                  </a:lnTo>
                  <a:lnTo>
                    <a:pt x="5643912" y="2125619"/>
                  </a:lnTo>
                  <a:lnTo>
                    <a:pt x="5644768" y="2255169"/>
                  </a:lnTo>
                  <a:lnTo>
                    <a:pt x="5645624" y="2314380"/>
                  </a:lnTo>
                  <a:lnTo>
                    <a:pt x="5646479" y="2347361"/>
                  </a:lnTo>
                  <a:lnTo>
                    <a:pt x="5647335" y="2352441"/>
                  </a:lnTo>
                  <a:lnTo>
                    <a:pt x="5648190" y="2289686"/>
                  </a:lnTo>
                  <a:lnTo>
                    <a:pt x="5649046" y="2133659"/>
                  </a:lnTo>
                  <a:lnTo>
                    <a:pt x="5649901" y="2132227"/>
                  </a:lnTo>
                  <a:lnTo>
                    <a:pt x="5650757" y="2156299"/>
                  </a:lnTo>
                  <a:lnTo>
                    <a:pt x="5651612" y="2099206"/>
                  </a:lnTo>
                  <a:lnTo>
                    <a:pt x="5652468" y="2062447"/>
                  </a:lnTo>
                  <a:lnTo>
                    <a:pt x="5653323" y="2041229"/>
                  </a:lnTo>
                  <a:lnTo>
                    <a:pt x="5654179" y="2063944"/>
                  </a:lnTo>
                  <a:lnTo>
                    <a:pt x="5655034" y="2028419"/>
                  </a:lnTo>
                  <a:lnTo>
                    <a:pt x="5655890" y="1926952"/>
                  </a:lnTo>
                  <a:lnTo>
                    <a:pt x="5656745" y="1907704"/>
                  </a:lnTo>
                  <a:lnTo>
                    <a:pt x="5657601" y="1907508"/>
                  </a:lnTo>
                  <a:lnTo>
                    <a:pt x="5658456" y="1951881"/>
                  </a:lnTo>
                  <a:lnTo>
                    <a:pt x="5659312" y="1932098"/>
                  </a:lnTo>
                  <a:lnTo>
                    <a:pt x="5660167" y="1877555"/>
                  </a:lnTo>
                  <a:lnTo>
                    <a:pt x="5661023" y="1944196"/>
                  </a:lnTo>
                  <a:lnTo>
                    <a:pt x="5661879" y="2051440"/>
                  </a:lnTo>
                  <a:lnTo>
                    <a:pt x="5662734" y="2090780"/>
                  </a:lnTo>
                  <a:lnTo>
                    <a:pt x="5663590" y="2110973"/>
                  </a:lnTo>
                  <a:lnTo>
                    <a:pt x="5664445" y="2199741"/>
                  </a:lnTo>
                  <a:lnTo>
                    <a:pt x="5665301" y="2222139"/>
                  </a:lnTo>
                  <a:lnTo>
                    <a:pt x="5666156" y="2311660"/>
                  </a:lnTo>
                  <a:lnTo>
                    <a:pt x="5667012" y="2364615"/>
                  </a:lnTo>
                  <a:lnTo>
                    <a:pt x="5667867" y="2337664"/>
                  </a:lnTo>
                  <a:lnTo>
                    <a:pt x="5668723" y="2192469"/>
                  </a:lnTo>
                  <a:lnTo>
                    <a:pt x="5669578" y="2015186"/>
                  </a:lnTo>
                  <a:lnTo>
                    <a:pt x="5670434" y="1889692"/>
                  </a:lnTo>
                  <a:lnTo>
                    <a:pt x="5671289" y="1662284"/>
                  </a:lnTo>
                  <a:lnTo>
                    <a:pt x="5672145" y="1447124"/>
                  </a:lnTo>
                  <a:lnTo>
                    <a:pt x="5673000" y="1360903"/>
                  </a:lnTo>
                  <a:lnTo>
                    <a:pt x="5673856" y="1358259"/>
                  </a:lnTo>
                  <a:lnTo>
                    <a:pt x="5674711" y="1396281"/>
                  </a:lnTo>
                  <a:lnTo>
                    <a:pt x="5675567" y="1469032"/>
                  </a:lnTo>
                  <a:lnTo>
                    <a:pt x="5676422" y="1598204"/>
                  </a:lnTo>
                  <a:lnTo>
                    <a:pt x="5677278" y="1781778"/>
                  </a:lnTo>
                  <a:lnTo>
                    <a:pt x="5678134" y="1942485"/>
                  </a:lnTo>
                  <a:lnTo>
                    <a:pt x="5678989" y="2078242"/>
                  </a:lnTo>
                  <a:lnTo>
                    <a:pt x="5679845" y="2262298"/>
                  </a:lnTo>
                  <a:lnTo>
                    <a:pt x="5680700" y="2476184"/>
                  </a:lnTo>
                  <a:lnTo>
                    <a:pt x="5681556" y="2578862"/>
                  </a:lnTo>
                  <a:lnTo>
                    <a:pt x="5682411" y="2563878"/>
                  </a:lnTo>
                  <a:lnTo>
                    <a:pt x="5683267" y="2540935"/>
                  </a:lnTo>
                  <a:lnTo>
                    <a:pt x="5684122" y="2496256"/>
                  </a:lnTo>
                  <a:lnTo>
                    <a:pt x="5684978" y="2383732"/>
                  </a:lnTo>
                  <a:lnTo>
                    <a:pt x="5685833" y="2187684"/>
                  </a:lnTo>
                  <a:lnTo>
                    <a:pt x="5686689" y="2020542"/>
                  </a:lnTo>
                  <a:lnTo>
                    <a:pt x="5687544" y="1864340"/>
                  </a:lnTo>
                  <a:lnTo>
                    <a:pt x="5688400" y="1698840"/>
                  </a:lnTo>
                  <a:lnTo>
                    <a:pt x="5689255" y="1622188"/>
                  </a:lnTo>
                  <a:lnTo>
                    <a:pt x="5690111" y="1687871"/>
                  </a:lnTo>
                  <a:lnTo>
                    <a:pt x="5690966" y="1753634"/>
                  </a:lnTo>
                  <a:lnTo>
                    <a:pt x="5691822" y="1832380"/>
                  </a:lnTo>
                  <a:lnTo>
                    <a:pt x="5692678" y="2002548"/>
                  </a:lnTo>
                  <a:lnTo>
                    <a:pt x="5693533" y="2183564"/>
                  </a:lnTo>
                  <a:lnTo>
                    <a:pt x="5694389" y="2285426"/>
                  </a:lnTo>
                  <a:lnTo>
                    <a:pt x="5695244" y="2330884"/>
                  </a:lnTo>
                  <a:lnTo>
                    <a:pt x="5696100" y="2370262"/>
                  </a:lnTo>
                  <a:lnTo>
                    <a:pt x="5696955" y="2345569"/>
                  </a:lnTo>
                  <a:lnTo>
                    <a:pt x="5697811" y="2291483"/>
                  </a:lnTo>
                  <a:lnTo>
                    <a:pt x="5698666" y="2291836"/>
                  </a:lnTo>
                  <a:lnTo>
                    <a:pt x="5699522" y="2282390"/>
                  </a:lnTo>
                  <a:lnTo>
                    <a:pt x="5700377" y="2256854"/>
                  </a:lnTo>
                  <a:lnTo>
                    <a:pt x="5701233" y="2287241"/>
                  </a:lnTo>
                  <a:lnTo>
                    <a:pt x="5702088" y="2376771"/>
                  </a:lnTo>
                  <a:lnTo>
                    <a:pt x="5702944" y="2467883"/>
                  </a:lnTo>
                  <a:lnTo>
                    <a:pt x="5703799" y="2522335"/>
                  </a:lnTo>
                  <a:lnTo>
                    <a:pt x="5704655" y="2572920"/>
                  </a:lnTo>
                  <a:lnTo>
                    <a:pt x="5705510" y="2524787"/>
                  </a:lnTo>
                  <a:lnTo>
                    <a:pt x="5706366" y="2429650"/>
                  </a:lnTo>
                  <a:lnTo>
                    <a:pt x="5707221" y="2310649"/>
                  </a:lnTo>
                  <a:lnTo>
                    <a:pt x="5708077" y="2277586"/>
                  </a:lnTo>
                  <a:lnTo>
                    <a:pt x="5708933" y="2336453"/>
                  </a:lnTo>
                  <a:lnTo>
                    <a:pt x="5709788" y="2332594"/>
                  </a:lnTo>
                  <a:lnTo>
                    <a:pt x="5710644" y="2359522"/>
                  </a:lnTo>
                  <a:lnTo>
                    <a:pt x="5711499" y="2368654"/>
                  </a:lnTo>
                  <a:lnTo>
                    <a:pt x="5712355" y="2350254"/>
                  </a:lnTo>
                  <a:lnTo>
                    <a:pt x="5713210" y="2284417"/>
                  </a:lnTo>
                  <a:lnTo>
                    <a:pt x="5714066" y="2163737"/>
                  </a:lnTo>
                  <a:lnTo>
                    <a:pt x="5714921" y="2157633"/>
                  </a:lnTo>
                  <a:lnTo>
                    <a:pt x="5715777" y="2192565"/>
                  </a:lnTo>
                  <a:lnTo>
                    <a:pt x="5716632" y="2222435"/>
                  </a:lnTo>
                  <a:lnTo>
                    <a:pt x="5717488" y="2318177"/>
                  </a:lnTo>
                  <a:lnTo>
                    <a:pt x="5718343" y="2437871"/>
                  </a:lnTo>
                  <a:lnTo>
                    <a:pt x="5719199" y="2475361"/>
                  </a:lnTo>
                  <a:lnTo>
                    <a:pt x="5720054" y="2461174"/>
                  </a:lnTo>
                  <a:lnTo>
                    <a:pt x="5720910" y="2437884"/>
                  </a:lnTo>
                  <a:lnTo>
                    <a:pt x="5721765" y="2526921"/>
                  </a:lnTo>
                  <a:lnTo>
                    <a:pt x="5722621" y="2534118"/>
                  </a:lnTo>
                  <a:lnTo>
                    <a:pt x="5723476" y="2411069"/>
                  </a:lnTo>
                  <a:lnTo>
                    <a:pt x="5724332" y="2396255"/>
                  </a:lnTo>
                  <a:lnTo>
                    <a:pt x="5725188" y="2396715"/>
                  </a:lnTo>
                  <a:lnTo>
                    <a:pt x="5726043" y="2419111"/>
                  </a:lnTo>
                  <a:lnTo>
                    <a:pt x="5726899" y="2368831"/>
                  </a:lnTo>
                  <a:lnTo>
                    <a:pt x="5727754" y="2296792"/>
                  </a:lnTo>
                  <a:lnTo>
                    <a:pt x="5728610" y="2325398"/>
                  </a:lnTo>
                  <a:lnTo>
                    <a:pt x="5729465" y="2289764"/>
                  </a:lnTo>
                  <a:lnTo>
                    <a:pt x="5730321" y="2226089"/>
                  </a:lnTo>
                  <a:lnTo>
                    <a:pt x="5731176" y="2143917"/>
                  </a:lnTo>
                  <a:lnTo>
                    <a:pt x="5732032" y="2119630"/>
                  </a:lnTo>
                  <a:lnTo>
                    <a:pt x="5732887" y="2134863"/>
                  </a:lnTo>
                  <a:lnTo>
                    <a:pt x="5733743" y="2087194"/>
                  </a:lnTo>
                  <a:lnTo>
                    <a:pt x="5734598" y="2078809"/>
                  </a:lnTo>
                  <a:lnTo>
                    <a:pt x="5735454" y="2114124"/>
                  </a:lnTo>
                  <a:lnTo>
                    <a:pt x="5736309" y="2169895"/>
                  </a:lnTo>
                  <a:lnTo>
                    <a:pt x="5737165" y="2239134"/>
                  </a:lnTo>
                  <a:lnTo>
                    <a:pt x="5738020" y="2316317"/>
                  </a:lnTo>
                  <a:lnTo>
                    <a:pt x="5738876" y="2355914"/>
                  </a:lnTo>
                  <a:lnTo>
                    <a:pt x="5739732" y="2373662"/>
                  </a:lnTo>
                  <a:lnTo>
                    <a:pt x="5740587" y="2438138"/>
                  </a:lnTo>
                  <a:lnTo>
                    <a:pt x="5741443" y="2496993"/>
                  </a:lnTo>
                  <a:lnTo>
                    <a:pt x="5742298" y="2485989"/>
                  </a:lnTo>
                  <a:lnTo>
                    <a:pt x="5743154" y="2540721"/>
                  </a:lnTo>
                  <a:lnTo>
                    <a:pt x="5744009" y="2624198"/>
                  </a:lnTo>
                  <a:lnTo>
                    <a:pt x="5744865" y="2688096"/>
                  </a:lnTo>
                  <a:lnTo>
                    <a:pt x="5745720" y="2653850"/>
                  </a:lnTo>
                  <a:lnTo>
                    <a:pt x="5746576" y="2690427"/>
                  </a:lnTo>
                  <a:lnTo>
                    <a:pt x="5747431" y="2693090"/>
                  </a:lnTo>
                  <a:lnTo>
                    <a:pt x="5748287" y="2549680"/>
                  </a:lnTo>
                  <a:lnTo>
                    <a:pt x="5749142" y="2434848"/>
                  </a:lnTo>
                  <a:lnTo>
                    <a:pt x="5749998" y="2437630"/>
                  </a:lnTo>
                  <a:lnTo>
                    <a:pt x="5750853" y="2492544"/>
                  </a:lnTo>
                  <a:lnTo>
                    <a:pt x="5751709" y="2449526"/>
                  </a:lnTo>
                  <a:lnTo>
                    <a:pt x="5752564" y="2444959"/>
                  </a:lnTo>
                  <a:lnTo>
                    <a:pt x="5753420" y="2489872"/>
                  </a:lnTo>
                  <a:lnTo>
                    <a:pt x="5754275" y="2528200"/>
                  </a:lnTo>
                  <a:lnTo>
                    <a:pt x="5755131" y="2458057"/>
                  </a:lnTo>
                  <a:lnTo>
                    <a:pt x="5755987" y="2386303"/>
                  </a:lnTo>
                  <a:lnTo>
                    <a:pt x="5756842" y="2264745"/>
                  </a:lnTo>
                  <a:lnTo>
                    <a:pt x="5757698" y="2131979"/>
                  </a:lnTo>
                  <a:lnTo>
                    <a:pt x="5758553" y="2098412"/>
                  </a:lnTo>
                  <a:lnTo>
                    <a:pt x="5759409" y="2073254"/>
                  </a:lnTo>
                  <a:lnTo>
                    <a:pt x="5760264" y="2122740"/>
                  </a:lnTo>
                  <a:lnTo>
                    <a:pt x="5761120" y="2178044"/>
                  </a:lnTo>
                  <a:lnTo>
                    <a:pt x="5761975" y="2281381"/>
                  </a:lnTo>
                  <a:lnTo>
                    <a:pt x="5762831" y="2432063"/>
                  </a:lnTo>
                  <a:lnTo>
                    <a:pt x="5763686" y="2521595"/>
                  </a:lnTo>
                  <a:lnTo>
                    <a:pt x="5764542" y="2537139"/>
                  </a:lnTo>
                  <a:lnTo>
                    <a:pt x="5765397" y="2441339"/>
                  </a:lnTo>
                  <a:lnTo>
                    <a:pt x="5766253" y="2330803"/>
                  </a:lnTo>
                  <a:lnTo>
                    <a:pt x="5767108" y="2242928"/>
                  </a:lnTo>
                  <a:lnTo>
                    <a:pt x="5767964" y="2100604"/>
                  </a:lnTo>
                  <a:lnTo>
                    <a:pt x="5768819" y="1943257"/>
                  </a:lnTo>
                  <a:lnTo>
                    <a:pt x="5769675" y="1847215"/>
                  </a:lnTo>
                  <a:lnTo>
                    <a:pt x="5770530" y="1846685"/>
                  </a:lnTo>
                  <a:lnTo>
                    <a:pt x="5771386" y="1839306"/>
                  </a:lnTo>
                  <a:lnTo>
                    <a:pt x="5772242" y="1877372"/>
                  </a:lnTo>
                  <a:lnTo>
                    <a:pt x="5773097" y="1918509"/>
                  </a:lnTo>
                  <a:lnTo>
                    <a:pt x="5773953" y="1874425"/>
                  </a:lnTo>
                  <a:lnTo>
                    <a:pt x="5774808" y="1850826"/>
                  </a:lnTo>
                  <a:lnTo>
                    <a:pt x="5775664" y="1798723"/>
                  </a:lnTo>
                  <a:lnTo>
                    <a:pt x="5776519" y="1815154"/>
                  </a:lnTo>
                  <a:lnTo>
                    <a:pt x="5777375" y="1828094"/>
                  </a:lnTo>
                  <a:lnTo>
                    <a:pt x="5778230" y="1894776"/>
                  </a:lnTo>
                  <a:lnTo>
                    <a:pt x="5779086" y="2075602"/>
                  </a:lnTo>
                  <a:lnTo>
                    <a:pt x="5779941" y="2214947"/>
                  </a:lnTo>
                  <a:lnTo>
                    <a:pt x="5780797" y="2322856"/>
                  </a:lnTo>
                  <a:lnTo>
                    <a:pt x="5781652" y="2363253"/>
                  </a:lnTo>
                  <a:lnTo>
                    <a:pt x="5782508" y="2302314"/>
                  </a:lnTo>
                  <a:lnTo>
                    <a:pt x="5783363" y="2237245"/>
                  </a:lnTo>
                  <a:lnTo>
                    <a:pt x="5784219" y="2202996"/>
                  </a:lnTo>
                  <a:lnTo>
                    <a:pt x="5785074" y="2169236"/>
                  </a:lnTo>
                  <a:lnTo>
                    <a:pt x="5785930" y="2151586"/>
                  </a:lnTo>
                  <a:lnTo>
                    <a:pt x="5786785" y="2052179"/>
                  </a:lnTo>
                  <a:lnTo>
                    <a:pt x="5787641" y="1957224"/>
                  </a:lnTo>
                  <a:lnTo>
                    <a:pt x="5788497" y="1897418"/>
                  </a:lnTo>
                  <a:lnTo>
                    <a:pt x="5789352" y="1890722"/>
                  </a:lnTo>
                  <a:lnTo>
                    <a:pt x="5790208" y="1942578"/>
                  </a:lnTo>
                  <a:lnTo>
                    <a:pt x="5791063" y="1979614"/>
                  </a:lnTo>
                  <a:lnTo>
                    <a:pt x="5791919" y="2154740"/>
                  </a:lnTo>
                  <a:lnTo>
                    <a:pt x="5792774" y="2311188"/>
                  </a:lnTo>
                  <a:lnTo>
                    <a:pt x="5793630" y="2377055"/>
                  </a:lnTo>
                  <a:lnTo>
                    <a:pt x="5794485" y="2379776"/>
                  </a:lnTo>
                  <a:lnTo>
                    <a:pt x="5795341" y="2321206"/>
                  </a:lnTo>
                  <a:lnTo>
                    <a:pt x="5796196" y="2333125"/>
                  </a:lnTo>
                  <a:lnTo>
                    <a:pt x="5797052" y="2300776"/>
                  </a:lnTo>
                  <a:lnTo>
                    <a:pt x="5797907" y="2269261"/>
                  </a:lnTo>
                  <a:lnTo>
                    <a:pt x="5798763" y="2266108"/>
                  </a:lnTo>
                  <a:lnTo>
                    <a:pt x="5799618" y="2271110"/>
                  </a:lnTo>
                  <a:lnTo>
                    <a:pt x="5800474" y="2312983"/>
                  </a:lnTo>
                  <a:lnTo>
                    <a:pt x="5801329" y="2254132"/>
                  </a:lnTo>
                  <a:lnTo>
                    <a:pt x="5802185" y="2231384"/>
                  </a:lnTo>
                  <a:lnTo>
                    <a:pt x="5803041" y="2248094"/>
                  </a:lnTo>
                  <a:lnTo>
                    <a:pt x="5803896" y="2283038"/>
                  </a:lnTo>
                  <a:lnTo>
                    <a:pt x="5804752" y="2319232"/>
                  </a:lnTo>
                  <a:lnTo>
                    <a:pt x="5805607" y="2301599"/>
                  </a:lnTo>
                  <a:lnTo>
                    <a:pt x="5806463" y="2341084"/>
                  </a:lnTo>
                  <a:lnTo>
                    <a:pt x="5807318" y="2391531"/>
                  </a:lnTo>
                  <a:lnTo>
                    <a:pt x="5808174" y="2454585"/>
                  </a:lnTo>
                  <a:lnTo>
                    <a:pt x="5809029" y="2552119"/>
                  </a:lnTo>
                  <a:lnTo>
                    <a:pt x="5809885" y="2619231"/>
                  </a:lnTo>
                  <a:lnTo>
                    <a:pt x="5810740" y="2731742"/>
                  </a:lnTo>
                  <a:lnTo>
                    <a:pt x="5811596" y="2801270"/>
                  </a:lnTo>
                  <a:lnTo>
                    <a:pt x="5812451" y="2811771"/>
                  </a:lnTo>
                  <a:lnTo>
                    <a:pt x="5813307" y="2780068"/>
                  </a:lnTo>
                  <a:lnTo>
                    <a:pt x="5814162" y="2690334"/>
                  </a:lnTo>
                  <a:lnTo>
                    <a:pt x="5815018" y="2642740"/>
                  </a:lnTo>
                  <a:lnTo>
                    <a:pt x="5815873" y="2623037"/>
                  </a:lnTo>
                  <a:lnTo>
                    <a:pt x="5816729" y="2660296"/>
                  </a:lnTo>
                  <a:lnTo>
                    <a:pt x="5817584" y="2672064"/>
                  </a:lnTo>
                  <a:lnTo>
                    <a:pt x="5818440" y="2587391"/>
                  </a:lnTo>
                  <a:lnTo>
                    <a:pt x="5819296" y="2448586"/>
                  </a:lnTo>
                  <a:lnTo>
                    <a:pt x="5820151" y="2344753"/>
                  </a:lnTo>
                  <a:lnTo>
                    <a:pt x="5821007" y="2293917"/>
                  </a:lnTo>
                  <a:lnTo>
                    <a:pt x="5821862" y="2289652"/>
                  </a:lnTo>
                  <a:lnTo>
                    <a:pt x="5822718" y="2303599"/>
                  </a:lnTo>
                  <a:lnTo>
                    <a:pt x="5823573" y="2472755"/>
                  </a:lnTo>
                  <a:lnTo>
                    <a:pt x="5824429" y="2640595"/>
                  </a:lnTo>
                  <a:lnTo>
                    <a:pt x="5825284" y="2711131"/>
                  </a:lnTo>
                  <a:lnTo>
                    <a:pt x="5826140" y="2687663"/>
                  </a:lnTo>
                  <a:lnTo>
                    <a:pt x="5826995" y="2571873"/>
                  </a:lnTo>
                  <a:lnTo>
                    <a:pt x="5827851" y="2495041"/>
                  </a:lnTo>
                  <a:lnTo>
                    <a:pt x="5828706" y="2341701"/>
                  </a:lnTo>
                  <a:lnTo>
                    <a:pt x="5829562" y="2273797"/>
                  </a:lnTo>
                  <a:lnTo>
                    <a:pt x="5830417" y="2214380"/>
                  </a:lnTo>
                  <a:lnTo>
                    <a:pt x="5831273" y="2134287"/>
                  </a:lnTo>
                  <a:lnTo>
                    <a:pt x="5832128" y="2062889"/>
                  </a:lnTo>
                  <a:lnTo>
                    <a:pt x="5832984" y="1966806"/>
                  </a:lnTo>
                  <a:lnTo>
                    <a:pt x="5833839" y="1943889"/>
                  </a:lnTo>
                  <a:lnTo>
                    <a:pt x="5834695" y="1883368"/>
                  </a:lnTo>
                  <a:lnTo>
                    <a:pt x="5835551" y="1834707"/>
                  </a:lnTo>
                  <a:lnTo>
                    <a:pt x="5836406" y="1835406"/>
                  </a:lnTo>
                  <a:lnTo>
                    <a:pt x="5837262" y="1836641"/>
                  </a:lnTo>
                  <a:lnTo>
                    <a:pt x="5838117" y="1913595"/>
                  </a:lnTo>
                  <a:lnTo>
                    <a:pt x="5838973" y="2108470"/>
                  </a:lnTo>
                  <a:lnTo>
                    <a:pt x="5839828" y="2248152"/>
                  </a:lnTo>
                  <a:lnTo>
                    <a:pt x="5840684" y="2293658"/>
                  </a:lnTo>
                  <a:lnTo>
                    <a:pt x="5841539" y="2349238"/>
                  </a:lnTo>
                  <a:lnTo>
                    <a:pt x="5842395" y="2345389"/>
                  </a:lnTo>
                  <a:lnTo>
                    <a:pt x="5843250" y="2207958"/>
                  </a:lnTo>
                  <a:lnTo>
                    <a:pt x="5844106" y="1963650"/>
                  </a:lnTo>
                  <a:lnTo>
                    <a:pt x="5844961" y="1776840"/>
                  </a:lnTo>
                  <a:lnTo>
                    <a:pt x="5845817" y="1779360"/>
                  </a:lnTo>
                  <a:lnTo>
                    <a:pt x="5846672" y="1796662"/>
                  </a:lnTo>
                  <a:lnTo>
                    <a:pt x="5847528" y="1758906"/>
                  </a:lnTo>
                  <a:lnTo>
                    <a:pt x="5848383" y="1746832"/>
                  </a:lnTo>
                  <a:lnTo>
                    <a:pt x="5849239" y="1697435"/>
                  </a:lnTo>
                  <a:lnTo>
                    <a:pt x="5850095" y="1684917"/>
                  </a:lnTo>
                  <a:lnTo>
                    <a:pt x="5850950" y="1534468"/>
                  </a:lnTo>
                  <a:lnTo>
                    <a:pt x="5851806" y="1327738"/>
                  </a:lnTo>
                  <a:lnTo>
                    <a:pt x="5852661" y="1254468"/>
                  </a:lnTo>
                  <a:lnTo>
                    <a:pt x="5853517" y="1259679"/>
                  </a:lnTo>
                  <a:lnTo>
                    <a:pt x="5854372" y="1299301"/>
                  </a:lnTo>
                  <a:lnTo>
                    <a:pt x="5855228" y="1350582"/>
                  </a:lnTo>
                  <a:lnTo>
                    <a:pt x="5856083" y="1499040"/>
                  </a:lnTo>
                  <a:lnTo>
                    <a:pt x="5856939" y="1641773"/>
                  </a:lnTo>
                  <a:lnTo>
                    <a:pt x="5857794" y="1759109"/>
                  </a:lnTo>
                  <a:lnTo>
                    <a:pt x="5858650" y="1814114"/>
                  </a:lnTo>
                  <a:lnTo>
                    <a:pt x="5859505" y="1828649"/>
                  </a:lnTo>
                  <a:lnTo>
                    <a:pt x="5860361" y="1741530"/>
                  </a:lnTo>
                  <a:lnTo>
                    <a:pt x="5861216" y="1576500"/>
                  </a:lnTo>
                  <a:lnTo>
                    <a:pt x="5862072" y="1448700"/>
                  </a:lnTo>
                  <a:lnTo>
                    <a:pt x="5862927" y="1381340"/>
                  </a:lnTo>
                  <a:lnTo>
                    <a:pt x="5863783" y="1343400"/>
                  </a:lnTo>
                  <a:lnTo>
                    <a:pt x="5864638" y="1333719"/>
                  </a:lnTo>
                  <a:lnTo>
                    <a:pt x="5865494" y="1461712"/>
                  </a:lnTo>
                  <a:lnTo>
                    <a:pt x="5866350" y="1586698"/>
                  </a:lnTo>
                  <a:lnTo>
                    <a:pt x="5867205" y="1602472"/>
                  </a:lnTo>
                  <a:lnTo>
                    <a:pt x="5868061" y="1572368"/>
                  </a:lnTo>
                  <a:lnTo>
                    <a:pt x="5868916" y="1622362"/>
                  </a:lnTo>
                  <a:lnTo>
                    <a:pt x="5869772" y="1731364"/>
                  </a:lnTo>
                  <a:lnTo>
                    <a:pt x="5870627" y="1828330"/>
                  </a:lnTo>
                  <a:lnTo>
                    <a:pt x="5871483" y="1917422"/>
                  </a:lnTo>
                  <a:lnTo>
                    <a:pt x="5872338" y="2100688"/>
                  </a:lnTo>
                  <a:lnTo>
                    <a:pt x="5873194" y="2289975"/>
                  </a:lnTo>
                  <a:lnTo>
                    <a:pt x="5874049" y="2370532"/>
                  </a:lnTo>
                  <a:lnTo>
                    <a:pt x="5874905" y="2385377"/>
                  </a:lnTo>
                  <a:lnTo>
                    <a:pt x="5875760" y="2202430"/>
                  </a:lnTo>
                  <a:lnTo>
                    <a:pt x="5876616" y="2042121"/>
                  </a:lnTo>
                  <a:lnTo>
                    <a:pt x="5877471" y="1950942"/>
                  </a:lnTo>
                  <a:lnTo>
                    <a:pt x="5878327" y="1888373"/>
                  </a:lnTo>
                  <a:lnTo>
                    <a:pt x="5879182" y="1911327"/>
                  </a:lnTo>
                  <a:lnTo>
                    <a:pt x="5880038" y="1952188"/>
                  </a:lnTo>
                  <a:lnTo>
                    <a:pt x="5880893" y="1885539"/>
                  </a:lnTo>
                  <a:lnTo>
                    <a:pt x="5881749" y="1896568"/>
                  </a:lnTo>
                  <a:lnTo>
                    <a:pt x="5882605" y="1948960"/>
                  </a:lnTo>
                  <a:lnTo>
                    <a:pt x="5883460" y="2009067"/>
                  </a:lnTo>
                  <a:lnTo>
                    <a:pt x="5884316" y="1978150"/>
                  </a:lnTo>
                  <a:lnTo>
                    <a:pt x="5885171" y="1866797"/>
                  </a:lnTo>
                  <a:lnTo>
                    <a:pt x="5886027" y="1944682"/>
                  </a:lnTo>
                  <a:lnTo>
                    <a:pt x="5886882" y="1918061"/>
                  </a:lnTo>
                  <a:lnTo>
                    <a:pt x="5887738" y="1791234"/>
                  </a:lnTo>
                  <a:lnTo>
                    <a:pt x="5888593" y="1718897"/>
                  </a:lnTo>
                  <a:lnTo>
                    <a:pt x="5889449" y="1708457"/>
                  </a:lnTo>
                  <a:lnTo>
                    <a:pt x="5890304" y="1656638"/>
                  </a:lnTo>
                  <a:lnTo>
                    <a:pt x="5891160" y="1630408"/>
                  </a:lnTo>
                  <a:lnTo>
                    <a:pt x="5892015" y="1605822"/>
                  </a:lnTo>
                  <a:lnTo>
                    <a:pt x="5892871" y="1524147"/>
                  </a:lnTo>
                  <a:lnTo>
                    <a:pt x="5893726" y="1306768"/>
                  </a:lnTo>
                  <a:lnTo>
                    <a:pt x="5894582" y="1097275"/>
                  </a:lnTo>
                  <a:lnTo>
                    <a:pt x="5895437" y="1029228"/>
                  </a:lnTo>
                  <a:lnTo>
                    <a:pt x="5896293" y="979397"/>
                  </a:lnTo>
                  <a:lnTo>
                    <a:pt x="5897149" y="924506"/>
                  </a:lnTo>
                  <a:lnTo>
                    <a:pt x="5898004" y="940528"/>
                  </a:lnTo>
                  <a:lnTo>
                    <a:pt x="5898860" y="1000828"/>
                  </a:lnTo>
                  <a:lnTo>
                    <a:pt x="5899715" y="1048879"/>
                  </a:lnTo>
                  <a:lnTo>
                    <a:pt x="5900571" y="1087326"/>
                  </a:lnTo>
                  <a:lnTo>
                    <a:pt x="5901426" y="1176288"/>
                  </a:lnTo>
                  <a:lnTo>
                    <a:pt x="5902282" y="1332542"/>
                  </a:lnTo>
                  <a:lnTo>
                    <a:pt x="5903137" y="1536427"/>
                  </a:lnTo>
                  <a:lnTo>
                    <a:pt x="5903993" y="1763813"/>
                  </a:lnTo>
                  <a:lnTo>
                    <a:pt x="5904848" y="1926297"/>
                  </a:lnTo>
                  <a:lnTo>
                    <a:pt x="5905704" y="1989638"/>
                  </a:lnTo>
                  <a:lnTo>
                    <a:pt x="5906559" y="1992893"/>
                  </a:lnTo>
                  <a:lnTo>
                    <a:pt x="5907415" y="1921886"/>
                  </a:lnTo>
                  <a:lnTo>
                    <a:pt x="5908270" y="1687797"/>
                  </a:lnTo>
                  <a:lnTo>
                    <a:pt x="5909126" y="1452693"/>
                  </a:lnTo>
                  <a:lnTo>
                    <a:pt x="5909981" y="1230003"/>
                  </a:lnTo>
                  <a:lnTo>
                    <a:pt x="5910837" y="996882"/>
                  </a:lnTo>
                  <a:lnTo>
                    <a:pt x="5911692" y="744892"/>
                  </a:lnTo>
                  <a:lnTo>
                    <a:pt x="5912548" y="548384"/>
                  </a:lnTo>
                  <a:lnTo>
                    <a:pt x="5913404" y="454352"/>
                  </a:lnTo>
                  <a:lnTo>
                    <a:pt x="5914259" y="338146"/>
                  </a:lnTo>
                  <a:lnTo>
                    <a:pt x="5915115" y="271010"/>
                  </a:lnTo>
                  <a:lnTo>
                    <a:pt x="5915970" y="255809"/>
                  </a:lnTo>
                  <a:lnTo>
                    <a:pt x="5916826" y="307800"/>
                  </a:lnTo>
                  <a:lnTo>
                    <a:pt x="5917681" y="356684"/>
                  </a:lnTo>
                  <a:lnTo>
                    <a:pt x="5918537" y="458305"/>
                  </a:lnTo>
                  <a:lnTo>
                    <a:pt x="5919392" y="578203"/>
                  </a:lnTo>
                  <a:lnTo>
                    <a:pt x="5920248" y="626622"/>
                  </a:lnTo>
                  <a:lnTo>
                    <a:pt x="5921103" y="733988"/>
                  </a:lnTo>
                  <a:lnTo>
                    <a:pt x="5921959" y="809249"/>
                  </a:lnTo>
                  <a:lnTo>
                    <a:pt x="5922814" y="935986"/>
                  </a:lnTo>
                  <a:lnTo>
                    <a:pt x="5923670" y="1016131"/>
                  </a:lnTo>
                  <a:lnTo>
                    <a:pt x="5924525" y="1022228"/>
                  </a:lnTo>
                  <a:lnTo>
                    <a:pt x="5925381" y="1101349"/>
                  </a:lnTo>
                  <a:lnTo>
                    <a:pt x="5926236" y="1120750"/>
                  </a:lnTo>
                  <a:lnTo>
                    <a:pt x="5927092" y="1124967"/>
                  </a:lnTo>
                  <a:lnTo>
                    <a:pt x="5927947" y="1118848"/>
                  </a:lnTo>
                  <a:lnTo>
                    <a:pt x="5928803" y="1105765"/>
                  </a:lnTo>
                  <a:lnTo>
                    <a:pt x="5929659" y="1165314"/>
                  </a:lnTo>
                  <a:lnTo>
                    <a:pt x="5930514" y="1246652"/>
                  </a:lnTo>
                  <a:lnTo>
                    <a:pt x="5931370" y="1306102"/>
                  </a:lnTo>
                  <a:lnTo>
                    <a:pt x="5932225" y="1403685"/>
                  </a:lnTo>
                  <a:lnTo>
                    <a:pt x="5933081" y="1441099"/>
                  </a:lnTo>
                  <a:lnTo>
                    <a:pt x="5933936" y="1480417"/>
                  </a:lnTo>
                  <a:lnTo>
                    <a:pt x="5934792" y="1486283"/>
                  </a:lnTo>
                  <a:lnTo>
                    <a:pt x="5935647" y="1505518"/>
                  </a:lnTo>
                  <a:lnTo>
                    <a:pt x="5936503" y="1660872"/>
                  </a:lnTo>
                  <a:lnTo>
                    <a:pt x="5937358" y="1763228"/>
                  </a:lnTo>
                  <a:lnTo>
                    <a:pt x="5938214" y="1850418"/>
                  </a:lnTo>
                  <a:lnTo>
                    <a:pt x="5939069" y="1914811"/>
                  </a:lnTo>
                  <a:lnTo>
                    <a:pt x="5939925" y="1974706"/>
                  </a:lnTo>
                  <a:lnTo>
                    <a:pt x="5940780" y="1978737"/>
                  </a:lnTo>
                  <a:lnTo>
                    <a:pt x="5941636" y="1827492"/>
                  </a:lnTo>
                  <a:lnTo>
                    <a:pt x="5942491" y="1731927"/>
                  </a:lnTo>
                  <a:lnTo>
                    <a:pt x="5943347" y="1697600"/>
                  </a:lnTo>
                  <a:lnTo>
                    <a:pt x="5944203" y="1681149"/>
                  </a:lnTo>
                  <a:lnTo>
                    <a:pt x="5945058" y="1690335"/>
                  </a:lnTo>
                  <a:lnTo>
                    <a:pt x="5945914" y="1711832"/>
                  </a:lnTo>
                  <a:lnTo>
                    <a:pt x="5946769" y="1789053"/>
                  </a:lnTo>
                  <a:lnTo>
                    <a:pt x="5947625" y="1837942"/>
                  </a:lnTo>
                  <a:lnTo>
                    <a:pt x="5948480" y="1834936"/>
                  </a:lnTo>
                  <a:lnTo>
                    <a:pt x="5949336" y="1787173"/>
                  </a:lnTo>
                  <a:lnTo>
                    <a:pt x="5950191" y="1747429"/>
                  </a:lnTo>
                  <a:lnTo>
                    <a:pt x="5951047" y="1733307"/>
                  </a:lnTo>
                  <a:lnTo>
                    <a:pt x="5951902" y="1707173"/>
                  </a:lnTo>
                  <a:lnTo>
                    <a:pt x="5952758" y="1681783"/>
                  </a:lnTo>
                  <a:lnTo>
                    <a:pt x="5953613" y="1680064"/>
                  </a:lnTo>
                  <a:lnTo>
                    <a:pt x="5954469" y="1677168"/>
                  </a:lnTo>
                  <a:lnTo>
                    <a:pt x="5955324" y="1680102"/>
                  </a:lnTo>
                  <a:lnTo>
                    <a:pt x="5956180" y="1647759"/>
                  </a:lnTo>
                  <a:lnTo>
                    <a:pt x="5957035" y="1627272"/>
                  </a:lnTo>
                  <a:lnTo>
                    <a:pt x="5957891" y="1624748"/>
                  </a:lnTo>
                  <a:lnTo>
                    <a:pt x="5958746" y="1615922"/>
                  </a:lnTo>
                  <a:lnTo>
                    <a:pt x="5959602" y="1689543"/>
                  </a:lnTo>
                  <a:lnTo>
                    <a:pt x="5960458" y="1732620"/>
                  </a:lnTo>
                  <a:lnTo>
                    <a:pt x="5961313" y="1701466"/>
                  </a:lnTo>
                  <a:lnTo>
                    <a:pt x="5962169" y="1672904"/>
                  </a:lnTo>
                  <a:lnTo>
                    <a:pt x="5963024" y="1631262"/>
                  </a:lnTo>
                  <a:lnTo>
                    <a:pt x="5963880" y="1624394"/>
                  </a:lnTo>
                  <a:lnTo>
                    <a:pt x="5964735" y="1594688"/>
                  </a:lnTo>
                  <a:lnTo>
                    <a:pt x="5965591" y="1585104"/>
                  </a:lnTo>
                  <a:lnTo>
                    <a:pt x="5966446" y="1621571"/>
                  </a:lnTo>
                  <a:lnTo>
                    <a:pt x="5967302" y="1646953"/>
                  </a:lnTo>
                  <a:lnTo>
                    <a:pt x="5968157" y="1687338"/>
                  </a:lnTo>
                  <a:lnTo>
                    <a:pt x="5969013" y="1706252"/>
                  </a:lnTo>
                  <a:lnTo>
                    <a:pt x="5969868" y="1710049"/>
                  </a:lnTo>
                  <a:lnTo>
                    <a:pt x="5970724" y="1638070"/>
                  </a:lnTo>
                  <a:lnTo>
                    <a:pt x="5971579" y="1666737"/>
                  </a:lnTo>
                  <a:lnTo>
                    <a:pt x="5972435" y="1712926"/>
                  </a:lnTo>
                  <a:lnTo>
                    <a:pt x="5973290" y="1762092"/>
                  </a:lnTo>
                  <a:lnTo>
                    <a:pt x="5974146" y="1714758"/>
                  </a:lnTo>
                  <a:lnTo>
                    <a:pt x="5975001" y="1682209"/>
                  </a:lnTo>
                  <a:lnTo>
                    <a:pt x="5975857" y="1802791"/>
                  </a:lnTo>
                  <a:lnTo>
                    <a:pt x="5976713" y="1852091"/>
                  </a:lnTo>
                  <a:lnTo>
                    <a:pt x="5977568" y="1858490"/>
                  </a:lnTo>
                  <a:lnTo>
                    <a:pt x="5978424" y="1804966"/>
                  </a:lnTo>
                  <a:lnTo>
                    <a:pt x="5979279" y="1886069"/>
                  </a:lnTo>
                  <a:lnTo>
                    <a:pt x="5980135" y="2011234"/>
                  </a:lnTo>
                  <a:lnTo>
                    <a:pt x="5980990" y="2048453"/>
                  </a:lnTo>
                  <a:lnTo>
                    <a:pt x="5981846" y="2101694"/>
                  </a:lnTo>
                  <a:lnTo>
                    <a:pt x="5982701" y="2249156"/>
                  </a:lnTo>
                  <a:lnTo>
                    <a:pt x="5983557" y="2373636"/>
                  </a:lnTo>
                  <a:lnTo>
                    <a:pt x="5984412" y="2442230"/>
                  </a:lnTo>
                  <a:lnTo>
                    <a:pt x="5985268" y="2423490"/>
                  </a:lnTo>
                  <a:lnTo>
                    <a:pt x="5986123" y="2411406"/>
                  </a:lnTo>
                  <a:lnTo>
                    <a:pt x="5986979" y="2349077"/>
                  </a:lnTo>
                  <a:lnTo>
                    <a:pt x="5987834" y="2276237"/>
                  </a:lnTo>
                  <a:lnTo>
                    <a:pt x="5988690" y="2330598"/>
                  </a:lnTo>
                  <a:lnTo>
                    <a:pt x="5989545" y="2401316"/>
                  </a:lnTo>
                  <a:lnTo>
                    <a:pt x="5990401" y="2417746"/>
                  </a:lnTo>
                  <a:lnTo>
                    <a:pt x="5991256" y="2345903"/>
                  </a:lnTo>
                  <a:lnTo>
                    <a:pt x="5992112" y="2324305"/>
                  </a:lnTo>
                  <a:lnTo>
                    <a:pt x="5992968" y="2315500"/>
                  </a:lnTo>
                  <a:lnTo>
                    <a:pt x="5993823" y="2204978"/>
                  </a:lnTo>
                  <a:lnTo>
                    <a:pt x="5994679" y="2038493"/>
                  </a:lnTo>
                  <a:lnTo>
                    <a:pt x="5995534" y="1926555"/>
                  </a:lnTo>
                  <a:lnTo>
                    <a:pt x="5996390" y="1907474"/>
                  </a:lnTo>
                  <a:lnTo>
                    <a:pt x="5997245" y="1858418"/>
                  </a:lnTo>
                  <a:lnTo>
                    <a:pt x="5998101" y="1754924"/>
                  </a:lnTo>
                  <a:lnTo>
                    <a:pt x="5998956" y="1798311"/>
                  </a:lnTo>
                  <a:lnTo>
                    <a:pt x="5999812" y="1917508"/>
                  </a:lnTo>
                  <a:lnTo>
                    <a:pt x="6000667" y="2005898"/>
                  </a:lnTo>
                  <a:lnTo>
                    <a:pt x="6001523" y="2032143"/>
                  </a:lnTo>
                  <a:lnTo>
                    <a:pt x="6002378" y="2040273"/>
                  </a:lnTo>
                  <a:lnTo>
                    <a:pt x="6003234" y="2035098"/>
                  </a:lnTo>
                  <a:lnTo>
                    <a:pt x="6004089" y="1925036"/>
                  </a:lnTo>
                  <a:lnTo>
                    <a:pt x="6004945" y="1826679"/>
                  </a:lnTo>
                  <a:lnTo>
                    <a:pt x="6005800" y="1753218"/>
                  </a:lnTo>
                  <a:lnTo>
                    <a:pt x="6006656" y="1773296"/>
                  </a:lnTo>
                  <a:lnTo>
                    <a:pt x="6007512" y="1808578"/>
                  </a:lnTo>
                  <a:lnTo>
                    <a:pt x="6008367" y="1834990"/>
                  </a:lnTo>
                  <a:lnTo>
                    <a:pt x="6009223" y="1861854"/>
                  </a:lnTo>
                  <a:lnTo>
                    <a:pt x="6010078" y="1925680"/>
                  </a:lnTo>
                  <a:lnTo>
                    <a:pt x="6010934" y="2041396"/>
                  </a:lnTo>
                  <a:lnTo>
                    <a:pt x="6011789" y="2113522"/>
                  </a:lnTo>
                  <a:lnTo>
                    <a:pt x="6012645" y="2189863"/>
                  </a:lnTo>
                  <a:lnTo>
                    <a:pt x="6013500" y="2251922"/>
                  </a:lnTo>
                  <a:lnTo>
                    <a:pt x="6014356" y="2352501"/>
                  </a:lnTo>
                  <a:lnTo>
                    <a:pt x="6015211" y="2463001"/>
                  </a:lnTo>
                  <a:lnTo>
                    <a:pt x="6016067" y="2565412"/>
                  </a:lnTo>
                  <a:lnTo>
                    <a:pt x="6016922" y="2580721"/>
                  </a:lnTo>
                  <a:lnTo>
                    <a:pt x="6017778" y="2544145"/>
                  </a:lnTo>
                  <a:lnTo>
                    <a:pt x="6018633" y="2560410"/>
                  </a:lnTo>
                  <a:lnTo>
                    <a:pt x="6019489" y="2536402"/>
                  </a:lnTo>
                  <a:lnTo>
                    <a:pt x="6020344" y="2407733"/>
                  </a:lnTo>
                  <a:lnTo>
                    <a:pt x="6021200" y="2322150"/>
                  </a:lnTo>
                  <a:lnTo>
                    <a:pt x="6022055" y="2432706"/>
                  </a:lnTo>
                  <a:lnTo>
                    <a:pt x="6022911" y="2576509"/>
                  </a:lnTo>
                  <a:lnTo>
                    <a:pt x="6023767" y="2632144"/>
                  </a:lnTo>
                  <a:lnTo>
                    <a:pt x="6024622" y="2710816"/>
                  </a:lnTo>
                  <a:lnTo>
                    <a:pt x="6025478" y="2806943"/>
                  </a:lnTo>
                  <a:lnTo>
                    <a:pt x="6026333" y="2731279"/>
                  </a:lnTo>
                  <a:lnTo>
                    <a:pt x="6027189" y="2504201"/>
                  </a:lnTo>
                  <a:lnTo>
                    <a:pt x="6028044" y="2351088"/>
                  </a:lnTo>
                  <a:lnTo>
                    <a:pt x="6028900" y="2330008"/>
                  </a:lnTo>
                  <a:lnTo>
                    <a:pt x="6029755" y="2234351"/>
                  </a:lnTo>
                  <a:lnTo>
                    <a:pt x="6030611" y="2165550"/>
                  </a:lnTo>
                  <a:lnTo>
                    <a:pt x="6031466" y="2181406"/>
                  </a:lnTo>
                  <a:lnTo>
                    <a:pt x="6032322" y="2241579"/>
                  </a:lnTo>
                  <a:lnTo>
                    <a:pt x="6033177" y="2321362"/>
                  </a:lnTo>
                  <a:lnTo>
                    <a:pt x="6034033" y="2327827"/>
                  </a:lnTo>
                  <a:lnTo>
                    <a:pt x="6034888" y="2299218"/>
                  </a:lnTo>
                  <a:lnTo>
                    <a:pt x="6035744" y="2242725"/>
                  </a:lnTo>
                  <a:lnTo>
                    <a:pt x="6036599" y="2276661"/>
                  </a:lnTo>
                  <a:lnTo>
                    <a:pt x="6037455" y="2226881"/>
                  </a:lnTo>
                  <a:lnTo>
                    <a:pt x="6038310" y="2053278"/>
                  </a:lnTo>
                  <a:lnTo>
                    <a:pt x="6039166" y="1938515"/>
                  </a:lnTo>
                  <a:lnTo>
                    <a:pt x="6040022" y="1929237"/>
                  </a:lnTo>
                  <a:lnTo>
                    <a:pt x="6040877" y="1924679"/>
                  </a:lnTo>
                  <a:lnTo>
                    <a:pt x="6041733" y="1818483"/>
                  </a:lnTo>
                  <a:lnTo>
                    <a:pt x="6042588" y="1862174"/>
                  </a:lnTo>
                  <a:lnTo>
                    <a:pt x="6043444" y="2024971"/>
                  </a:lnTo>
                  <a:lnTo>
                    <a:pt x="6044299" y="2108635"/>
                  </a:lnTo>
                  <a:lnTo>
                    <a:pt x="6045155" y="2125777"/>
                  </a:lnTo>
                  <a:lnTo>
                    <a:pt x="6046010" y="2140153"/>
                  </a:lnTo>
                  <a:lnTo>
                    <a:pt x="6046866" y="2219963"/>
                  </a:lnTo>
                  <a:lnTo>
                    <a:pt x="6047721" y="2220109"/>
                  </a:lnTo>
                  <a:lnTo>
                    <a:pt x="6048577" y="2195276"/>
                  </a:lnTo>
                  <a:lnTo>
                    <a:pt x="6049432" y="2156009"/>
                  </a:lnTo>
                  <a:lnTo>
                    <a:pt x="6050288" y="2143349"/>
                  </a:lnTo>
                  <a:lnTo>
                    <a:pt x="6051143" y="2159428"/>
                  </a:lnTo>
                  <a:lnTo>
                    <a:pt x="6051999" y="2168060"/>
                  </a:lnTo>
                  <a:lnTo>
                    <a:pt x="6052854" y="2143308"/>
                  </a:lnTo>
                  <a:lnTo>
                    <a:pt x="6053710" y="2114182"/>
                  </a:lnTo>
                  <a:lnTo>
                    <a:pt x="6054566" y="2168717"/>
                  </a:lnTo>
                  <a:lnTo>
                    <a:pt x="6055421" y="2217355"/>
                  </a:lnTo>
                  <a:lnTo>
                    <a:pt x="6056277" y="2242107"/>
                  </a:lnTo>
                  <a:lnTo>
                    <a:pt x="6057132" y="2330091"/>
                  </a:lnTo>
                  <a:lnTo>
                    <a:pt x="6057988" y="2474399"/>
                  </a:lnTo>
                  <a:lnTo>
                    <a:pt x="6058843" y="2615154"/>
                  </a:lnTo>
                  <a:lnTo>
                    <a:pt x="6059699" y="2749199"/>
                  </a:lnTo>
                  <a:lnTo>
                    <a:pt x="6060554" y="2880624"/>
                  </a:lnTo>
                  <a:lnTo>
                    <a:pt x="6061410" y="3004970"/>
                  </a:lnTo>
                  <a:lnTo>
                    <a:pt x="6062265" y="3051080"/>
                  </a:lnTo>
                  <a:lnTo>
                    <a:pt x="6063121" y="3088180"/>
                  </a:lnTo>
                  <a:lnTo>
                    <a:pt x="6063976" y="3094307"/>
                  </a:lnTo>
                  <a:lnTo>
                    <a:pt x="6064832" y="3048626"/>
                  </a:lnTo>
                  <a:lnTo>
                    <a:pt x="6065687" y="2967620"/>
                  </a:lnTo>
                  <a:lnTo>
                    <a:pt x="6066543" y="2869316"/>
                  </a:lnTo>
                  <a:lnTo>
                    <a:pt x="6067398" y="2666661"/>
                  </a:lnTo>
                  <a:lnTo>
                    <a:pt x="6068254" y="2489729"/>
                  </a:lnTo>
                  <a:lnTo>
                    <a:pt x="6069109" y="2345059"/>
                  </a:lnTo>
                  <a:lnTo>
                    <a:pt x="6069965" y="2183987"/>
                  </a:lnTo>
                  <a:lnTo>
                    <a:pt x="6070821" y="2108819"/>
                  </a:lnTo>
                  <a:lnTo>
                    <a:pt x="6071676" y="2098092"/>
                  </a:lnTo>
                  <a:lnTo>
                    <a:pt x="6072532" y="2178857"/>
                  </a:lnTo>
                  <a:lnTo>
                    <a:pt x="6073387" y="2184172"/>
                  </a:lnTo>
                  <a:lnTo>
                    <a:pt x="6074243" y="2122333"/>
                  </a:lnTo>
                  <a:lnTo>
                    <a:pt x="6075098" y="2138891"/>
                  </a:lnTo>
                  <a:lnTo>
                    <a:pt x="6075954" y="2180845"/>
                  </a:lnTo>
                  <a:lnTo>
                    <a:pt x="6076809" y="2232377"/>
                  </a:lnTo>
                  <a:lnTo>
                    <a:pt x="6077665" y="2280326"/>
                  </a:lnTo>
                  <a:lnTo>
                    <a:pt x="6078520" y="2433656"/>
                  </a:lnTo>
                  <a:lnTo>
                    <a:pt x="6079376" y="2638256"/>
                  </a:lnTo>
                  <a:lnTo>
                    <a:pt x="6080231" y="2754440"/>
                  </a:lnTo>
                  <a:lnTo>
                    <a:pt x="6081087" y="2731914"/>
                  </a:lnTo>
                  <a:lnTo>
                    <a:pt x="6081942" y="2600411"/>
                  </a:lnTo>
                  <a:lnTo>
                    <a:pt x="6082798" y="2423738"/>
                  </a:lnTo>
                  <a:lnTo>
                    <a:pt x="6083653" y="2172710"/>
                  </a:lnTo>
                  <a:lnTo>
                    <a:pt x="6084509" y="1978440"/>
                  </a:lnTo>
                  <a:lnTo>
                    <a:pt x="6085364" y="1882239"/>
                  </a:lnTo>
                  <a:lnTo>
                    <a:pt x="6086220" y="1876699"/>
                  </a:lnTo>
                  <a:lnTo>
                    <a:pt x="6087076" y="1834232"/>
                  </a:lnTo>
                  <a:lnTo>
                    <a:pt x="6087931" y="1798897"/>
                  </a:lnTo>
                  <a:lnTo>
                    <a:pt x="6088787" y="1844072"/>
                  </a:lnTo>
                  <a:lnTo>
                    <a:pt x="6089642" y="1864009"/>
                  </a:lnTo>
                  <a:lnTo>
                    <a:pt x="6090498" y="1835513"/>
                  </a:lnTo>
                  <a:lnTo>
                    <a:pt x="6091353" y="1795956"/>
                  </a:lnTo>
                  <a:lnTo>
                    <a:pt x="6092209" y="1843512"/>
                  </a:lnTo>
                  <a:lnTo>
                    <a:pt x="6093064" y="1886744"/>
                  </a:lnTo>
                  <a:lnTo>
                    <a:pt x="6093920" y="1814161"/>
                  </a:lnTo>
                  <a:lnTo>
                    <a:pt x="6094775" y="1661509"/>
                  </a:lnTo>
                  <a:lnTo>
                    <a:pt x="6095631" y="1572557"/>
                  </a:lnTo>
                  <a:lnTo>
                    <a:pt x="6096486" y="1482981"/>
                  </a:lnTo>
                  <a:lnTo>
                    <a:pt x="6097342" y="1441036"/>
                  </a:lnTo>
                  <a:lnTo>
                    <a:pt x="6098197" y="1489118"/>
                  </a:lnTo>
                  <a:lnTo>
                    <a:pt x="6099053" y="1620362"/>
                  </a:lnTo>
                  <a:lnTo>
                    <a:pt x="6099908" y="1741571"/>
                  </a:lnTo>
                  <a:lnTo>
                    <a:pt x="6100764" y="1822688"/>
                  </a:lnTo>
                  <a:lnTo>
                    <a:pt x="6101620" y="1924698"/>
                  </a:lnTo>
                  <a:lnTo>
                    <a:pt x="6102475" y="1942536"/>
                  </a:lnTo>
                  <a:lnTo>
                    <a:pt x="6103331" y="1892525"/>
                  </a:lnTo>
                  <a:lnTo>
                    <a:pt x="6104186" y="1852422"/>
                  </a:lnTo>
                  <a:lnTo>
                    <a:pt x="6105042" y="1854538"/>
                  </a:lnTo>
                  <a:lnTo>
                    <a:pt x="6105897" y="1771461"/>
                  </a:lnTo>
                  <a:lnTo>
                    <a:pt x="6106753" y="1649016"/>
                  </a:lnTo>
                  <a:lnTo>
                    <a:pt x="6107608" y="1564049"/>
                  </a:lnTo>
                  <a:lnTo>
                    <a:pt x="6108464" y="1556002"/>
                  </a:lnTo>
                  <a:lnTo>
                    <a:pt x="6109319" y="1571942"/>
                  </a:lnTo>
                  <a:lnTo>
                    <a:pt x="6110175" y="1602415"/>
                  </a:lnTo>
                  <a:lnTo>
                    <a:pt x="6111030" y="1601829"/>
                  </a:lnTo>
                  <a:lnTo>
                    <a:pt x="6111886" y="1661127"/>
                  </a:lnTo>
                  <a:lnTo>
                    <a:pt x="6112741" y="1780195"/>
                  </a:lnTo>
                  <a:lnTo>
                    <a:pt x="6113597" y="1919345"/>
                  </a:lnTo>
                  <a:lnTo>
                    <a:pt x="6114452" y="2011398"/>
                  </a:lnTo>
                  <a:lnTo>
                    <a:pt x="6115308" y="2058942"/>
                  </a:lnTo>
                  <a:lnTo>
                    <a:pt x="6116163" y="2144841"/>
                  </a:lnTo>
                  <a:lnTo>
                    <a:pt x="6117019" y="2167261"/>
                  </a:lnTo>
                  <a:lnTo>
                    <a:pt x="6117875" y="2174968"/>
                  </a:lnTo>
                  <a:lnTo>
                    <a:pt x="6118730" y="2148566"/>
                  </a:lnTo>
                  <a:lnTo>
                    <a:pt x="6119586" y="2072599"/>
                  </a:lnTo>
                  <a:lnTo>
                    <a:pt x="6120441" y="2039373"/>
                  </a:lnTo>
                  <a:lnTo>
                    <a:pt x="6121297" y="2053215"/>
                  </a:lnTo>
                  <a:lnTo>
                    <a:pt x="6122152" y="2032060"/>
                  </a:lnTo>
                  <a:lnTo>
                    <a:pt x="6123008" y="1983549"/>
                  </a:lnTo>
                  <a:lnTo>
                    <a:pt x="6123863" y="1946081"/>
                  </a:lnTo>
                  <a:lnTo>
                    <a:pt x="6124719" y="1930916"/>
                  </a:lnTo>
                  <a:lnTo>
                    <a:pt x="6125574" y="1825389"/>
                  </a:lnTo>
                  <a:lnTo>
                    <a:pt x="6126430" y="1703066"/>
                  </a:lnTo>
                  <a:lnTo>
                    <a:pt x="6127285" y="1652623"/>
                  </a:lnTo>
                  <a:lnTo>
                    <a:pt x="6128141" y="1571150"/>
                  </a:lnTo>
                  <a:lnTo>
                    <a:pt x="6128996" y="1449522"/>
                  </a:lnTo>
                  <a:lnTo>
                    <a:pt x="6129852" y="1367947"/>
                  </a:lnTo>
                  <a:lnTo>
                    <a:pt x="6130707" y="1381670"/>
                  </a:lnTo>
                  <a:lnTo>
                    <a:pt x="6131563" y="1398245"/>
                  </a:lnTo>
                  <a:lnTo>
                    <a:pt x="6132418" y="1382205"/>
                  </a:lnTo>
                  <a:lnTo>
                    <a:pt x="6133274" y="1378379"/>
                  </a:lnTo>
                  <a:lnTo>
                    <a:pt x="6134130" y="1360606"/>
                  </a:lnTo>
                  <a:lnTo>
                    <a:pt x="6134985" y="1370879"/>
                  </a:lnTo>
                  <a:lnTo>
                    <a:pt x="6135841" y="1390424"/>
                  </a:lnTo>
                  <a:lnTo>
                    <a:pt x="6136696" y="1429340"/>
                  </a:lnTo>
                  <a:lnTo>
                    <a:pt x="6137552" y="1539504"/>
                  </a:lnTo>
                  <a:lnTo>
                    <a:pt x="6138407" y="1674946"/>
                  </a:lnTo>
                  <a:lnTo>
                    <a:pt x="6139263" y="1870038"/>
                  </a:lnTo>
                  <a:lnTo>
                    <a:pt x="6140118" y="2041573"/>
                  </a:lnTo>
                  <a:lnTo>
                    <a:pt x="6140974" y="2158601"/>
                  </a:lnTo>
                  <a:lnTo>
                    <a:pt x="6141829" y="2277568"/>
                  </a:lnTo>
                  <a:lnTo>
                    <a:pt x="6142685" y="2360069"/>
                  </a:lnTo>
                  <a:lnTo>
                    <a:pt x="6143540" y="2393434"/>
                  </a:lnTo>
                  <a:lnTo>
                    <a:pt x="6144396" y="2371262"/>
                  </a:lnTo>
                  <a:lnTo>
                    <a:pt x="6145251" y="2301952"/>
                  </a:lnTo>
                  <a:lnTo>
                    <a:pt x="6146107" y="2213064"/>
                  </a:lnTo>
                  <a:lnTo>
                    <a:pt x="6146962" y="2168489"/>
                  </a:lnTo>
                  <a:lnTo>
                    <a:pt x="6147818" y="2051636"/>
                  </a:lnTo>
                  <a:lnTo>
                    <a:pt x="6148674" y="1967747"/>
                  </a:lnTo>
                  <a:lnTo>
                    <a:pt x="6149529" y="1931585"/>
                  </a:lnTo>
                  <a:lnTo>
                    <a:pt x="6150385" y="1921564"/>
                  </a:lnTo>
                  <a:lnTo>
                    <a:pt x="6151240" y="1960126"/>
                  </a:lnTo>
                  <a:lnTo>
                    <a:pt x="6152096" y="2023612"/>
                  </a:lnTo>
                  <a:lnTo>
                    <a:pt x="6152951" y="2155501"/>
                  </a:lnTo>
                  <a:lnTo>
                    <a:pt x="6153807" y="2277193"/>
                  </a:lnTo>
                  <a:lnTo>
                    <a:pt x="6154662" y="2320867"/>
                  </a:lnTo>
                  <a:lnTo>
                    <a:pt x="6155518" y="2364402"/>
                  </a:lnTo>
                  <a:lnTo>
                    <a:pt x="6156373" y="2397182"/>
                  </a:lnTo>
                  <a:lnTo>
                    <a:pt x="6157229" y="2373301"/>
                  </a:lnTo>
                  <a:lnTo>
                    <a:pt x="6158084" y="2392031"/>
                  </a:lnTo>
                  <a:lnTo>
                    <a:pt x="6158940" y="2359651"/>
                  </a:lnTo>
                  <a:lnTo>
                    <a:pt x="6159795" y="2303127"/>
                  </a:lnTo>
                  <a:lnTo>
                    <a:pt x="6160651" y="2205743"/>
                  </a:lnTo>
                  <a:lnTo>
                    <a:pt x="6161506" y="2098801"/>
                  </a:lnTo>
                  <a:lnTo>
                    <a:pt x="6162362" y="1990235"/>
                  </a:lnTo>
                  <a:lnTo>
                    <a:pt x="6163217" y="1848346"/>
                  </a:lnTo>
                  <a:lnTo>
                    <a:pt x="6164073" y="1792077"/>
                  </a:lnTo>
                  <a:lnTo>
                    <a:pt x="6164929" y="1775670"/>
                  </a:lnTo>
                  <a:lnTo>
                    <a:pt x="6165784" y="1746001"/>
                  </a:lnTo>
                  <a:lnTo>
                    <a:pt x="6166640" y="1767946"/>
                  </a:lnTo>
                  <a:lnTo>
                    <a:pt x="6167495" y="1836444"/>
                  </a:lnTo>
                  <a:lnTo>
                    <a:pt x="6168351" y="1863515"/>
                  </a:lnTo>
                  <a:lnTo>
                    <a:pt x="6169206" y="1860733"/>
                  </a:lnTo>
                  <a:lnTo>
                    <a:pt x="6170062" y="1894317"/>
                  </a:lnTo>
                  <a:lnTo>
                    <a:pt x="6170917" y="2016354"/>
                  </a:lnTo>
                  <a:lnTo>
                    <a:pt x="6171773" y="2149763"/>
                  </a:lnTo>
                  <a:lnTo>
                    <a:pt x="6172628" y="2303611"/>
                  </a:lnTo>
                  <a:lnTo>
                    <a:pt x="6173484" y="2375069"/>
                  </a:lnTo>
                  <a:lnTo>
                    <a:pt x="6174339" y="2374977"/>
                  </a:lnTo>
                  <a:lnTo>
                    <a:pt x="6175195" y="2453809"/>
                  </a:lnTo>
                  <a:lnTo>
                    <a:pt x="6176050" y="2440846"/>
                  </a:lnTo>
                  <a:lnTo>
                    <a:pt x="6176906" y="2355637"/>
                  </a:lnTo>
                  <a:lnTo>
                    <a:pt x="6177761" y="2256122"/>
                  </a:lnTo>
                  <a:lnTo>
                    <a:pt x="6178617" y="2309974"/>
                  </a:lnTo>
                  <a:lnTo>
                    <a:pt x="6179472" y="2420417"/>
                  </a:lnTo>
                  <a:lnTo>
                    <a:pt x="6180328" y="2429324"/>
                  </a:lnTo>
                  <a:lnTo>
                    <a:pt x="6181184" y="2426980"/>
                  </a:lnTo>
                  <a:lnTo>
                    <a:pt x="6182039" y="2429634"/>
                  </a:lnTo>
                  <a:lnTo>
                    <a:pt x="6182895" y="2368616"/>
                  </a:lnTo>
                  <a:lnTo>
                    <a:pt x="6183750" y="2302562"/>
                  </a:lnTo>
                  <a:lnTo>
                    <a:pt x="6184606" y="2228695"/>
                  </a:lnTo>
                  <a:lnTo>
                    <a:pt x="6185461" y="2112192"/>
                  </a:lnTo>
                  <a:lnTo>
                    <a:pt x="6186317" y="2068927"/>
                  </a:lnTo>
                  <a:lnTo>
                    <a:pt x="6187172" y="1967393"/>
                  </a:lnTo>
                  <a:lnTo>
                    <a:pt x="6188028" y="1847130"/>
                  </a:lnTo>
                  <a:lnTo>
                    <a:pt x="6188883" y="1752975"/>
                  </a:lnTo>
                  <a:lnTo>
                    <a:pt x="6189739" y="1787111"/>
                  </a:lnTo>
                  <a:lnTo>
                    <a:pt x="6190594" y="1852258"/>
                  </a:lnTo>
                  <a:lnTo>
                    <a:pt x="6191450" y="1812054"/>
                  </a:lnTo>
                  <a:lnTo>
                    <a:pt x="6192305" y="1851339"/>
                  </a:lnTo>
                  <a:lnTo>
                    <a:pt x="6193161" y="1961959"/>
                  </a:lnTo>
                  <a:lnTo>
                    <a:pt x="6194016" y="2037495"/>
                  </a:lnTo>
                  <a:lnTo>
                    <a:pt x="6194872" y="1978293"/>
                  </a:lnTo>
                  <a:lnTo>
                    <a:pt x="6195728" y="1904181"/>
                  </a:lnTo>
                  <a:lnTo>
                    <a:pt x="6196583" y="1938929"/>
                  </a:lnTo>
                  <a:lnTo>
                    <a:pt x="6197439" y="2088484"/>
                  </a:lnTo>
                  <a:lnTo>
                    <a:pt x="6198294" y="2214810"/>
                  </a:lnTo>
                  <a:lnTo>
                    <a:pt x="6199150" y="2233916"/>
                  </a:lnTo>
                  <a:lnTo>
                    <a:pt x="6200005" y="2335198"/>
                  </a:lnTo>
                  <a:lnTo>
                    <a:pt x="6200861" y="2510988"/>
                  </a:lnTo>
                  <a:lnTo>
                    <a:pt x="6201716" y="2574959"/>
                  </a:lnTo>
                  <a:lnTo>
                    <a:pt x="6202572" y="2492416"/>
                  </a:lnTo>
                  <a:lnTo>
                    <a:pt x="6203427" y="2356457"/>
                  </a:lnTo>
                  <a:lnTo>
                    <a:pt x="6204283" y="2314101"/>
                  </a:lnTo>
                  <a:lnTo>
                    <a:pt x="6205138" y="2205928"/>
                  </a:lnTo>
                  <a:lnTo>
                    <a:pt x="6205994" y="2138598"/>
                  </a:lnTo>
                  <a:lnTo>
                    <a:pt x="6206849" y="2147861"/>
                  </a:lnTo>
                  <a:lnTo>
                    <a:pt x="6207705" y="2201422"/>
                  </a:lnTo>
                  <a:lnTo>
                    <a:pt x="6208560" y="2284918"/>
                  </a:lnTo>
                  <a:lnTo>
                    <a:pt x="6209416" y="2248566"/>
                  </a:lnTo>
                  <a:lnTo>
                    <a:pt x="6210271" y="2188236"/>
                  </a:lnTo>
                  <a:lnTo>
                    <a:pt x="6211127" y="2011315"/>
                  </a:lnTo>
                  <a:lnTo>
                    <a:pt x="6211983" y="1847756"/>
                  </a:lnTo>
                  <a:lnTo>
                    <a:pt x="6212838" y="1747823"/>
                  </a:lnTo>
                  <a:lnTo>
                    <a:pt x="6213694" y="1634276"/>
                  </a:lnTo>
                  <a:lnTo>
                    <a:pt x="6214549" y="1582734"/>
                  </a:lnTo>
                  <a:lnTo>
                    <a:pt x="6215405" y="1583772"/>
                  </a:lnTo>
                  <a:lnTo>
                    <a:pt x="6216260" y="1584723"/>
                  </a:lnTo>
                  <a:lnTo>
                    <a:pt x="6217116" y="1604520"/>
                  </a:lnTo>
                  <a:lnTo>
                    <a:pt x="6217971" y="1581684"/>
                  </a:lnTo>
                  <a:lnTo>
                    <a:pt x="6218827" y="1519988"/>
                  </a:lnTo>
                  <a:lnTo>
                    <a:pt x="6219682" y="1493178"/>
                  </a:lnTo>
                  <a:lnTo>
                    <a:pt x="6220538" y="1431769"/>
                  </a:lnTo>
                  <a:lnTo>
                    <a:pt x="6221393" y="1403865"/>
                  </a:lnTo>
                  <a:lnTo>
                    <a:pt x="6222249" y="1435916"/>
                  </a:lnTo>
                  <a:lnTo>
                    <a:pt x="6223104" y="1498360"/>
                  </a:lnTo>
                  <a:lnTo>
                    <a:pt x="6223960" y="1581547"/>
                  </a:lnTo>
                  <a:lnTo>
                    <a:pt x="6224815" y="1662044"/>
                  </a:lnTo>
                  <a:lnTo>
                    <a:pt x="6225671" y="1725208"/>
                  </a:lnTo>
                  <a:lnTo>
                    <a:pt x="6226526" y="1715980"/>
                  </a:lnTo>
                  <a:lnTo>
                    <a:pt x="6227382" y="1631231"/>
                  </a:lnTo>
                  <a:lnTo>
                    <a:pt x="6228238" y="1492927"/>
                  </a:lnTo>
                  <a:lnTo>
                    <a:pt x="6229093" y="1398918"/>
                  </a:lnTo>
                  <a:lnTo>
                    <a:pt x="6229949" y="1367893"/>
                  </a:lnTo>
                  <a:lnTo>
                    <a:pt x="6230804" y="1388954"/>
                  </a:lnTo>
                  <a:lnTo>
                    <a:pt x="6231660" y="1452632"/>
                  </a:lnTo>
                  <a:lnTo>
                    <a:pt x="6232515" y="1518570"/>
                  </a:lnTo>
                  <a:lnTo>
                    <a:pt x="6233371" y="1599293"/>
                  </a:lnTo>
                  <a:lnTo>
                    <a:pt x="6234226" y="1679505"/>
                  </a:lnTo>
                  <a:lnTo>
                    <a:pt x="6235082" y="1686157"/>
                  </a:lnTo>
                  <a:lnTo>
                    <a:pt x="6235937" y="1626660"/>
                  </a:lnTo>
                  <a:lnTo>
                    <a:pt x="6236793" y="1589265"/>
                  </a:lnTo>
                  <a:lnTo>
                    <a:pt x="6237648" y="1551688"/>
                  </a:lnTo>
                  <a:lnTo>
                    <a:pt x="6238504" y="1475329"/>
                  </a:lnTo>
                  <a:lnTo>
                    <a:pt x="6239359" y="1414790"/>
                  </a:lnTo>
                  <a:lnTo>
                    <a:pt x="6240215" y="1407863"/>
                  </a:lnTo>
                  <a:lnTo>
                    <a:pt x="6241070" y="1474636"/>
                  </a:lnTo>
                  <a:lnTo>
                    <a:pt x="6241926" y="1559832"/>
                  </a:lnTo>
                  <a:lnTo>
                    <a:pt x="6242781" y="1661394"/>
                  </a:lnTo>
                  <a:lnTo>
                    <a:pt x="6243637" y="1834949"/>
                  </a:lnTo>
                  <a:lnTo>
                    <a:pt x="6244493" y="1959678"/>
                  </a:lnTo>
                  <a:lnTo>
                    <a:pt x="6245348" y="2027860"/>
                  </a:lnTo>
                  <a:lnTo>
                    <a:pt x="6246204" y="2088940"/>
                  </a:lnTo>
                  <a:lnTo>
                    <a:pt x="6247059" y="2096979"/>
                  </a:lnTo>
                  <a:lnTo>
                    <a:pt x="6247915" y="2108017"/>
                  </a:lnTo>
                  <a:lnTo>
                    <a:pt x="6248770" y="2107315"/>
                  </a:lnTo>
                  <a:lnTo>
                    <a:pt x="6249626" y="2122246"/>
                  </a:lnTo>
                  <a:lnTo>
                    <a:pt x="6250481" y="2068144"/>
                  </a:lnTo>
                  <a:lnTo>
                    <a:pt x="6251337" y="1984756"/>
                  </a:lnTo>
                  <a:lnTo>
                    <a:pt x="6252192" y="2009327"/>
                  </a:lnTo>
                  <a:lnTo>
                    <a:pt x="6253048" y="2046207"/>
                  </a:lnTo>
                  <a:lnTo>
                    <a:pt x="6253903" y="2026651"/>
                  </a:lnTo>
                  <a:lnTo>
                    <a:pt x="6254759" y="1979498"/>
                  </a:lnTo>
                  <a:lnTo>
                    <a:pt x="6255614" y="1984928"/>
                  </a:lnTo>
                  <a:lnTo>
                    <a:pt x="6256470" y="2077127"/>
                  </a:lnTo>
                  <a:lnTo>
                    <a:pt x="6257325" y="2135461"/>
                  </a:lnTo>
                  <a:lnTo>
                    <a:pt x="6258181" y="2128823"/>
                  </a:lnTo>
                  <a:lnTo>
                    <a:pt x="6259037" y="2165701"/>
                  </a:lnTo>
                  <a:lnTo>
                    <a:pt x="6259892" y="2293680"/>
                  </a:lnTo>
                  <a:lnTo>
                    <a:pt x="6260748" y="2452122"/>
                  </a:lnTo>
                  <a:lnTo>
                    <a:pt x="6261603" y="2455991"/>
                  </a:lnTo>
                  <a:lnTo>
                    <a:pt x="6262459" y="2364694"/>
                  </a:lnTo>
                  <a:lnTo>
                    <a:pt x="6263314" y="2263416"/>
                  </a:lnTo>
                  <a:lnTo>
                    <a:pt x="6264170" y="2075223"/>
                  </a:lnTo>
                  <a:lnTo>
                    <a:pt x="6265025" y="1850972"/>
                  </a:lnTo>
                  <a:lnTo>
                    <a:pt x="6265881" y="1590511"/>
                  </a:lnTo>
                  <a:lnTo>
                    <a:pt x="6266736" y="1394401"/>
                  </a:lnTo>
                  <a:lnTo>
                    <a:pt x="6267592" y="1324002"/>
                  </a:lnTo>
                  <a:lnTo>
                    <a:pt x="6268447" y="1231854"/>
                  </a:lnTo>
                  <a:lnTo>
                    <a:pt x="6269303" y="1161092"/>
                  </a:lnTo>
                  <a:lnTo>
                    <a:pt x="6270158" y="1045732"/>
                  </a:lnTo>
                  <a:lnTo>
                    <a:pt x="6271014" y="958079"/>
                  </a:lnTo>
                  <a:lnTo>
                    <a:pt x="6271869" y="892008"/>
                  </a:lnTo>
                  <a:lnTo>
                    <a:pt x="6272725" y="757855"/>
                  </a:lnTo>
                  <a:lnTo>
                    <a:pt x="6273580" y="713821"/>
                  </a:lnTo>
                  <a:lnTo>
                    <a:pt x="6274436" y="749481"/>
                  </a:lnTo>
                  <a:lnTo>
                    <a:pt x="6275292" y="769127"/>
                  </a:lnTo>
                  <a:lnTo>
                    <a:pt x="6276147" y="828844"/>
                  </a:lnTo>
                  <a:lnTo>
                    <a:pt x="6277003" y="921330"/>
                  </a:lnTo>
                  <a:lnTo>
                    <a:pt x="6277858" y="1068638"/>
                  </a:lnTo>
                  <a:lnTo>
                    <a:pt x="6278714" y="1263897"/>
                  </a:lnTo>
                  <a:lnTo>
                    <a:pt x="6279569" y="1441780"/>
                  </a:lnTo>
                  <a:lnTo>
                    <a:pt x="6280425" y="1614122"/>
                  </a:lnTo>
                  <a:lnTo>
                    <a:pt x="6281280" y="1673989"/>
                  </a:lnTo>
                  <a:lnTo>
                    <a:pt x="6282136" y="1587333"/>
                  </a:lnTo>
                  <a:lnTo>
                    <a:pt x="6282991" y="1508903"/>
                  </a:lnTo>
                  <a:lnTo>
                    <a:pt x="6283847" y="1411457"/>
                  </a:lnTo>
                  <a:lnTo>
                    <a:pt x="6284702" y="1236720"/>
                  </a:lnTo>
                  <a:lnTo>
                    <a:pt x="6285558" y="1090684"/>
                  </a:lnTo>
                  <a:lnTo>
                    <a:pt x="6286413" y="1037921"/>
                  </a:lnTo>
                  <a:lnTo>
                    <a:pt x="6287269" y="1121982"/>
                  </a:lnTo>
                  <a:lnTo>
                    <a:pt x="6288124" y="1133271"/>
                  </a:lnTo>
                  <a:lnTo>
                    <a:pt x="6288980" y="1152597"/>
                  </a:lnTo>
                  <a:lnTo>
                    <a:pt x="6289835" y="1258532"/>
                  </a:lnTo>
                  <a:lnTo>
                    <a:pt x="6290691" y="1362661"/>
                  </a:lnTo>
                  <a:lnTo>
                    <a:pt x="6291547" y="1544336"/>
                  </a:lnTo>
                  <a:lnTo>
                    <a:pt x="6292402" y="1713130"/>
                  </a:lnTo>
                  <a:lnTo>
                    <a:pt x="6293258" y="1964390"/>
                  </a:lnTo>
                  <a:lnTo>
                    <a:pt x="6294113" y="2191714"/>
                  </a:lnTo>
                  <a:lnTo>
                    <a:pt x="6294969" y="2412433"/>
                  </a:lnTo>
                  <a:lnTo>
                    <a:pt x="6295824" y="2663182"/>
                  </a:lnTo>
                  <a:lnTo>
                    <a:pt x="6296680" y="2855277"/>
                  </a:lnTo>
                  <a:lnTo>
                    <a:pt x="6297535" y="2974087"/>
                  </a:lnTo>
                  <a:lnTo>
                    <a:pt x="6298391" y="2985954"/>
                  </a:lnTo>
                  <a:lnTo>
                    <a:pt x="6299246" y="2956798"/>
                  </a:lnTo>
                  <a:lnTo>
                    <a:pt x="6300102" y="2949526"/>
                  </a:lnTo>
                  <a:lnTo>
                    <a:pt x="6300957" y="2940269"/>
                  </a:lnTo>
                  <a:lnTo>
                    <a:pt x="6301813" y="2882437"/>
                  </a:lnTo>
                  <a:lnTo>
                    <a:pt x="6302668" y="2847534"/>
                  </a:lnTo>
                  <a:lnTo>
                    <a:pt x="6303524" y="2885443"/>
                  </a:lnTo>
                  <a:lnTo>
                    <a:pt x="6304379" y="2911073"/>
                  </a:lnTo>
                  <a:lnTo>
                    <a:pt x="6305235" y="2885608"/>
                  </a:lnTo>
                  <a:lnTo>
                    <a:pt x="6306091" y="2921474"/>
                  </a:lnTo>
                  <a:lnTo>
                    <a:pt x="6306946" y="2968807"/>
                  </a:lnTo>
                  <a:lnTo>
                    <a:pt x="6307802" y="2999614"/>
                  </a:lnTo>
                  <a:lnTo>
                    <a:pt x="6308657" y="3063929"/>
                  </a:lnTo>
                  <a:lnTo>
                    <a:pt x="6309513" y="3116972"/>
                  </a:lnTo>
                  <a:lnTo>
                    <a:pt x="6309513" y="3116972"/>
                  </a:lnTo>
                  <a:lnTo>
                    <a:pt x="6310368" y="3115279"/>
                  </a:lnTo>
                  <a:lnTo>
                    <a:pt x="6311224" y="3069436"/>
                  </a:lnTo>
                  <a:lnTo>
                    <a:pt x="6312079" y="3116972"/>
                  </a:lnTo>
                  <a:lnTo>
                    <a:pt x="6312079" y="3116972"/>
                  </a:lnTo>
                  <a:lnTo>
                    <a:pt x="6312935" y="3116972"/>
                  </a:lnTo>
                  <a:lnTo>
                    <a:pt x="6313790" y="3116972"/>
                  </a:lnTo>
                  <a:lnTo>
                    <a:pt x="6314646" y="3082688"/>
                  </a:lnTo>
                  <a:lnTo>
                    <a:pt x="6315501" y="3116972"/>
                  </a:lnTo>
                  <a:lnTo>
                    <a:pt x="6315501" y="3116972"/>
                  </a:lnTo>
                  <a:lnTo>
                    <a:pt x="6316357" y="3116972"/>
                  </a:lnTo>
                  <a:lnTo>
                    <a:pt x="6317212" y="3101668"/>
                  </a:lnTo>
                  <a:lnTo>
                    <a:pt x="6318068" y="3025052"/>
                  </a:lnTo>
                  <a:lnTo>
                    <a:pt x="6318923" y="2998979"/>
                  </a:lnTo>
                  <a:lnTo>
                    <a:pt x="6319779" y="3022712"/>
                  </a:lnTo>
                  <a:lnTo>
                    <a:pt x="6320634" y="3005161"/>
                  </a:lnTo>
                  <a:lnTo>
                    <a:pt x="6321490" y="3049945"/>
                  </a:lnTo>
                  <a:lnTo>
                    <a:pt x="6322346" y="3105388"/>
                  </a:lnTo>
                  <a:lnTo>
                    <a:pt x="6323201" y="3116972"/>
                  </a:lnTo>
                  <a:lnTo>
                    <a:pt x="6323201" y="3116972"/>
                  </a:lnTo>
                  <a:lnTo>
                    <a:pt x="6324057" y="3116972"/>
                  </a:lnTo>
                  <a:lnTo>
                    <a:pt x="6324912" y="3116972"/>
                  </a:lnTo>
                  <a:lnTo>
                    <a:pt x="6325768" y="3116972"/>
                  </a:lnTo>
                  <a:lnTo>
                    <a:pt x="6326623" y="3116972"/>
                  </a:lnTo>
                  <a:lnTo>
                    <a:pt x="6327479" y="3116972"/>
                  </a:lnTo>
                  <a:lnTo>
                    <a:pt x="6328334" y="3116972"/>
                  </a:lnTo>
                  <a:lnTo>
                    <a:pt x="6329190" y="3116972"/>
                  </a:lnTo>
                  <a:lnTo>
                    <a:pt x="6330045" y="3116972"/>
                  </a:lnTo>
                  <a:lnTo>
                    <a:pt x="6330901" y="3105950"/>
                  </a:lnTo>
                  <a:lnTo>
                    <a:pt x="6331756" y="3087998"/>
                  </a:lnTo>
                  <a:lnTo>
                    <a:pt x="6332612" y="3116972"/>
                  </a:lnTo>
                  <a:lnTo>
                    <a:pt x="6332612" y="3116972"/>
                  </a:lnTo>
                  <a:lnTo>
                    <a:pt x="6333467" y="3116972"/>
                  </a:lnTo>
                  <a:lnTo>
                    <a:pt x="6334323" y="3116972"/>
                  </a:lnTo>
                  <a:lnTo>
                    <a:pt x="6335178" y="3116972"/>
                  </a:lnTo>
                  <a:lnTo>
                    <a:pt x="6336034" y="3112943"/>
                  </a:lnTo>
                  <a:lnTo>
                    <a:pt x="6336889" y="3094256"/>
                  </a:lnTo>
                  <a:lnTo>
                    <a:pt x="6337745" y="3116972"/>
                  </a:lnTo>
                  <a:lnTo>
                    <a:pt x="6337745" y="3116972"/>
                  </a:lnTo>
                  <a:lnTo>
                    <a:pt x="6338601" y="3033439"/>
                  </a:lnTo>
                  <a:lnTo>
                    <a:pt x="6339456" y="2915635"/>
                  </a:lnTo>
                  <a:lnTo>
                    <a:pt x="6340312" y="2952034"/>
                  </a:lnTo>
                  <a:lnTo>
                    <a:pt x="6341167" y="2998864"/>
                  </a:lnTo>
                  <a:lnTo>
                    <a:pt x="6342023" y="3022572"/>
                  </a:lnTo>
                  <a:lnTo>
                    <a:pt x="6342878" y="2919326"/>
                  </a:lnTo>
                  <a:lnTo>
                    <a:pt x="6343734" y="2865308"/>
                  </a:lnTo>
                  <a:lnTo>
                    <a:pt x="6344589" y="2915873"/>
                  </a:lnTo>
                  <a:lnTo>
                    <a:pt x="6345445" y="2860702"/>
                  </a:lnTo>
                  <a:lnTo>
                    <a:pt x="6346300" y="2829980"/>
                  </a:lnTo>
                  <a:lnTo>
                    <a:pt x="6347156" y="2780948"/>
                  </a:lnTo>
                  <a:lnTo>
                    <a:pt x="6348011" y="2813921"/>
                  </a:lnTo>
                  <a:lnTo>
                    <a:pt x="6348867" y="2850572"/>
                  </a:lnTo>
                  <a:lnTo>
                    <a:pt x="6349722" y="2825642"/>
                  </a:lnTo>
                  <a:lnTo>
                    <a:pt x="6350578" y="2847584"/>
                  </a:lnTo>
                  <a:lnTo>
                    <a:pt x="6351433" y="2860559"/>
                  </a:lnTo>
                  <a:lnTo>
                    <a:pt x="6352289" y="2839712"/>
                  </a:lnTo>
                  <a:lnTo>
                    <a:pt x="6353145" y="2759445"/>
                  </a:lnTo>
                  <a:lnTo>
                    <a:pt x="6354000" y="2730128"/>
                  </a:lnTo>
                  <a:lnTo>
                    <a:pt x="6354856" y="2714829"/>
                  </a:lnTo>
                  <a:lnTo>
                    <a:pt x="6355711" y="2714773"/>
                  </a:lnTo>
                  <a:lnTo>
                    <a:pt x="6356567" y="2700412"/>
                  </a:lnTo>
                  <a:lnTo>
                    <a:pt x="6357422" y="2612179"/>
                  </a:lnTo>
                  <a:lnTo>
                    <a:pt x="6358278" y="2550123"/>
                  </a:lnTo>
                  <a:lnTo>
                    <a:pt x="6359133" y="2485607"/>
                  </a:lnTo>
                  <a:lnTo>
                    <a:pt x="6359989" y="2411538"/>
                  </a:lnTo>
                  <a:lnTo>
                    <a:pt x="6360844" y="2345246"/>
                  </a:lnTo>
                  <a:lnTo>
                    <a:pt x="6361700" y="2311572"/>
                  </a:lnTo>
                  <a:lnTo>
                    <a:pt x="6362555" y="2393939"/>
                  </a:lnTo>
                  <a:lnTo>
                    <a:pt x="6363411" y="2508956"/>
                  </a:lnTo>
                  <a:lnTo>
                    <a:pt x="6364266" y="2631546"/>
                  </a:lnTo>
                  <a:lnTo>
                    <a:pt x="6365122" y="2717833"/>
                  </a:lnTo>
                  <a:lnTo>
                    <a:pt x="6365977" y="2734066"/>
                  </a:lnTo>
                  <a:lnTo>
                    <a:pt x="6366833" y="2721024"/>
                  </a:lnTo>
                  <a:lnTo>
                    <a:pt x="6367688" y="2720989"/>
                  </a:lnTo>
                  <a:lnTo>
                    <a:pt x="6368544" y="2672080"/>
                  </a:lnTo>
                  <a:lnTo>
                    <a:pt x="6369400" y="2620735"/>
                  </a:lnTo>
                  <a:lnTo>
                    <a:pt x="6370255" y="2645087"/>
                  </a:lnTo>
                  <a:lnTo>
                    <a:pt x="6371111" y="2711386"/>
                  </a:lnTo>
                  <a:lnTo>
                    <a:pt x="6371966" y="2782154"/>
                  </a:lnTo>
                  <a:lnTo>
                    <a:pt x="6372822" y="2801264"/>
                  </a:lnTo>
                  <a:lnTo>
                    <a:pt x="6373677" y="2796667"/>
                  </a:lnTo>
                  <a:lnTo>
                    <a:pt x="6374533" y="2738634"/>
                  </a:lnTo>
                  <a:lnTo>
                    <a:pt x="6375388" y="2687926"/>
                  </a:lnTo>
                  <a:lnTo>
                    <a:pt x="6376244" y="2703302"/>
                  </a:lnTo>
                  <a:lnTo>
                    <a:pt x="6377099" y="2748553"/>
                  </a:lnTo>
                  <a:lnTo>
                    <a:pt x="6377955" y="2799445"/>
                  </a:lnTo>
                  <a:lnTo>
                    <a:pt x="6378810" y="2874006"/>
                  </a:lnTo>
                  <a:lnTo>
                    <a:pt x="6379666" y="2974296"/>
                  </a:lnTo>
                  <a:lnTo>
                    <a:pt x="6380521" y="2972406"/>
                  </a:lnTo>
                  <a:lnTo>
                    <a:pt x="6381377" y="2905932"/>
                  </a:lnTo>
                  <a:lnTo>
                    <a:pt x="6382232" y="2866894"/>
                  </a:lnTo>
                  <a:lnTo>
                    <a:pt x="6383088" y="2866423"/>
                  </a:lnTo>
                  <a:lnTo>
                    <a:pt x="6383943" y="2879379"/>
                  </a:lnTo>
                  <a:lnTo>
                    <a:pt x="6384799" y="2905855"/>
                  </a:lnTo>
                  <a:lnTo>
                    <a:pt x="6385655" y="2994269"/>
                  </a:lnTo>
                  <a:lnTo>
                    <a:pt x="6386510" y="3058138"/>
                  </a:lnTo>
                  <a:lnTo>
                    <a:pt x="6387366" y="3045030"/>
                  </a:lnTo>
                  <a:lnTo>
                    <a:pt x="6388221" y="2954494"/>
                  </a:lnTo>
                  <a:lnTo>
                    <a:pt x="6389077" y="2835283"/>
                  </a:lnTo>
                  <a:lnTo>
                    <a:pt x="6389932" y="2755785"/>
                  </a:lnTo>
                  <a:lnTo>
                    <a:pt x="6390788" y="2727856"/>
                  </a:lnTo>
                  <a:lnTo>
                    <a:pt x="6391643" y="2656822"/>
                  </a:lnTo>
                  <a:lnTo>
                    <a:pt x="6392499" y="2619843"/>
                  </a:lnTo>
                  <a:lnTo>
                    <a:pt x="6393354" y="2624626"/>
                  </a:lnTo>
                  <a:lnTo>
                    <a:pt x="6394210" y="2632165"/>
                  </a:lnTo>
                  <a:lnTo>
                    <a:pt x="6395065" y="2594243"/>
                  </a:lnTo>
                  <a:lnTo>
                    <a:pt x="6395921" y="2504729"/>
                  </a:lnTo>
                  <a:lnTo>
                    <a:pt x="6396776" y="2407727"/>
                  </a:lnTo>
                  <a:lnTo>
                    <a:pt x="6397632" y="2333185"/>
                  </a:lnTo>
                  <a:lnTo>
                    <a:pt x="6398487" y="2303268"/>
                  </a:lnTo>
                  <a:lnTo>
                    <a:pt x="6399343" y="2295030"/>
                  </a:lnTo>
                  <a:lnTo>
                    <a:pt x="6400199" y="2245521"/>
                  </a:lnTo>
                  <a:lnTo>
                    <a:pt x="6401054" y="2243591"/>
                  </a:lnTo>
                  <a:lnTo>
                    <a:pt x="6401910" y="2309955"/>
                  </a:lnTo>
                  <a:lnTo>
                    <a:pt x="6402765" y="2310733"/>
                  </a:lnTo>
                  <a:lnTo>
                    <a:pt x="6403621" y="2349176"/>
                  </a:lnTo>
                  <a:lnTo>
                    <a:pt x="6404476" y="2376956"/>
                  </a:lnTo>
                  <a:lnTo>
                    <a:pt x="6405332" y="2415774"/>
                  </a:lnTo>
                  <a:lnTo>
                    <a:pt x="6406187" y="2421609"/>
                  </a:lnTo>
                  <a:lnTo>
                    <a:pt x="6407043" y="2493669"/>
                  </a:lnTo>
                  <a:lnTo>
                    <a:pt x="6407898" y="2584082"/>
                  </a:lnTo>
                  <a:lnTo>
                    <a:pt x="6408754" y="2570664"/>
                  </a:lnTo>
                  <a:lnTo>
                    <a:pt x="6409609" y="2571657"/>
                  </a:lnTo>
                  <a:lnTo>
                    <a:pt x="6410465" y="2582219"/>
                  </a:lnTo>
                  <a:lnTo>
                    <a:pt x="6411320" y="2538561"/>
                  </a:lnTo>
                  <a:lnTo>
                    <a:pt x="6412176" y="2391435"/>
                  </a:lnTo>
                  <a:lnTo>
                    <a:pt x="6413031" y="2281829"/>
                  </a:lnTo>
                  <a:lnTo>
                    <a:pt x="6413887" y="2207591"/>
                  </a:lnTo>
                  <a:lnTo>
                    <a:pt x="6414742" y="2166923"/>
                  </a:lnTo>
                  <a:lnTo>
                    <a:pt x="6415598" y="2242062"/>
                  </a:lnTo>
                  <a:lnTo>
                    <a:pt x="6416454" y="2400988"/>
                  </a:lnTo>
                  <a:lnTo>
                    <a:pt x="6417309" y="2590137"/>
                  </a:lnTo>
                  <a:lnTo>
                    <a:pt x="6418165" y="2731135"/>
                  </a:lnTo>
                  <a:lnTo>
                    <a:pt x="6419020" y="2859507"/>
                  </a:lnTo>
                  <a:lnTo>
                    <a:pt x="6419876" y="2933079"/>
                  </a:lnTo>
                  <a:lnTo>
                    <a:pt x="6420731" y="2832807"/>
                  </a:lnTo>
                  <a:lnTo>
                    <a:pt x="6421587" y="2703385"/>
                  </a:lnTo>
                  <a:lnTo>
                    <a:pt x="6422442" y="2563346"/>
                  </a:lnTo>
                  <a:lnTo>
                    <a:pt x="6423298" y="2473201"/>
                  </a:lnTo>
                  <a:lnTo>
                    <a:pt x="6424153" y="2410128"/>
                  </a:lnTo>
                  <a:lnTo>
                    <a:pt x="6425009" y="2428375"/>
                  </a:lnTo>
                  <a:lnTo>
                    <a:pt x="6425864" y="2526818"/>
                  </a:lnTo>
                  <a:lnTo>
                    <a:pt x="6426720" y="2590629"/>
                  </a:lnTo>
                  <a:lnTo>
                    <a:pt x="6427575" y="2652754"/>
                  </a:lnTo>
                  <a:lnTo>
                    <a:pt x="6428431" y="2746033"/>
                  </a:lnTo>
                  <a:lnTo>
                    <a:pt x="6429286" y="2789877"/>
                  </a:lnTo>
                  <a:lnTo>
                    <a:pt x="6430142" y="2758523"/>
                  </a:lnTo>
                  <a:lnTo>
                    <a:pt x="6430997" y="2759721"/>
                  </a:lnTo>
                  <a:lnTo>
                    <a:pt x="6431853" y="2771214"/>
                  </a:lnTo>
                  <a:lnTo>
                    <a:pt x="6432709" y="2812349"/>
                  </a:lnTo>
                  <a:lnTo>
                    <a:pt x="6433564" y="2801688"/>
                  </a:lnTo>
                  <a:lnTo>
                    <a:pt x="6434420" y="2794856"/>
                  </a:lnTo>
                  <a:lnTo>
                    <a:pt x="6435275" y="2692584"/>
                  </a:lnTo>
                  <a:lnTo>
                    <a:pt x="6436131" y="2542445"/>
                  </a:lnTo>
                  <a:lnTo>
                    <a:pt x="6436986" y="2532964"/>
                  </a:lnTo>
                  <a:lnTo>
                    <a:pt x="6437842" y="2525069"/>
                  </a:lnTo>
                  <a:lnTo>
                    <a:pt x="6438697" y="2547059"/>
                  </a:lnTo>
                  <a:lnTo>
                    <a:pt x="6439553" y="2637375"/>
                  </a:lnTo>
                  <a:lnTo>
                    <a:pt x="6440408" y="2820558"/>
                  </a:lnTo>
                  <a:lnTo>
                    <a:pt x="6441264" y="2993242"/>
                  </a:lnTo>
                  <a:lnTo>
                    <a:pt x="6442119" y="3026068"/>
                  </a:lnTo>
                  <a:lnTo>
                    <a:pt x="6442975" y="3020845"/>
                  </a:lnTo>
                  <a:lnTo>
                    <a:pt x="6443830" y="2912500"/>
                  </a:lnTo>
                  <a:lnTo>
                    <a:pt x="6444686" y="2772608"/>
                  </a:lnTo>
                  <a:lnTo>
                    <a:pt x="6445541" y="2705819"/>
                  </a:lnTo>
                  <a:lnTo>
                    <a:pt x="6446397" y="2679657"/>
                  </a:lnTo>
                  <a:lnTo>
                    <a:pt x="6447252" y="2681702"/>
                  </a:lnTo>
                  <a:lnTo>
                    <a:pt x="6448108" y="2624876"/>
                  </a:lnTo>
                  <a:lnTo>
                    <a:pt x="6448964" y="2597626"/>
                  </a:lnTo>
                  <a:lnTo>
                    <a:pt x="6449819" y="2657760"/>
                  </a:lnTo>
                  <a:lnTo>
                    <a:pt x="6450675" y="2711282"/>
                  </a:lnTo>
                  <a:lnTo>
                    <a:pt x="6451530" y="2701220"/>
                  </a:lnTo>
                  <a:lnTo>
                    <a:pt x="6452386" y="2657015"/>
                  </a:lnTo>
                  <a:lnTo>
                    <a:pt x="6453241" y="2701798"/>
                  </a:lnTo>
                  <a:lnTo>
                    <a:pt x="6454097" y="2838419"/>
                  </a:lnTo>
                  <a:lnTo>
                    <a:pt x="6454952" y="2892531"/>
                  </a:lnTo>
                  <a:lnTo>
                    <a:pt x="6455808" y="2951451"/>
                  </a:lnTo>
                  <a:lnTo>
                    <a:pt x="6456663" y="3070923"/>
                  </a:lnTo>
                  <a:lnTo>
                    <a:pt x="6457519" y="3116972"/>
                  </a:lnTo>
                  <a:lnTo>
                    <a:pt x="6457519" y="3116972"/>
                  </a:lnTo>
                  <a:lnTo>
                    <a:pt x="6458374" y="3116972"/>
                  </a:lnTo>
                  <a:lnTo>
                    <a:pt x="6459230" y="3116972"/>
                  </a:lnTo>
                  <a:lnTo>
                    <a:pt x="6460085" y="3116972"/>
                  </a:lnTo>
                  <a:lnTo>
                    <a:pt x="6460941" y="3116972"/>
                  </a:lnTo>
                  <a:lnTo>
                    <a:pt x="6461796" y="3006657"/>
                  </a:lnTo>
                  <a:lnTo>
                    <a:pt x="6462652" y="2878933"/>
                  </a:lnTo>
                  <a:lnTo>
                    <a:pt x="6463508" y="2845077"/>
                  </a:lnTo>
                  <a:lnTo>
                    <a:pt x="6464363" y="2850670"/>
                  </a:lnTo>
                  <a:lnTo>
                    <a:pt x="6465219" y="2860446"/>
                  </a:lnTo>
                  <a:lnTo>
                    <a:pt x="6466074" y="2842422"/>
                  </a:lnTo>
                  <a:lnTo>
                    <a:pt x="6466930" y="2870387"/>
                  </a:lnTo>
                  <a:lnTo>
                    <a:pt x="6467785" y="2861735"/>
                  </a:lnTo>
                  <a:lnTo>
                    <a:pt x="6468641" y="2789806"/>
                  </a:lnTo>
                  <a:lnTo>
                    <a:pt x="6469496" y="2738275"/>
                  </a:lnTo>
                  <a:lnTo>
                    <a:pt x="6470352" y="2634079"/>
                  </a:lnTo>
                  <a:lnTo>
                    <a:pt x="6471207" y="2581762"/>
                  </a:lnTo>
                  <a:lnTo>
                    <a:pt x="6472063" y="2639549"/>
                  </a:lnTo>
                  <a:lnTo>
                    <a:pt x="6472918" y="2770554"/>
                  </a:lnTo>
                  <a:lnTo>
                    <a:pt x="6473774" y="2858907"/>
                  </a:lnTo>
                  <a:lnTo>
                    <a:pt x="6474629" y="2885749"/>
                  </a:lnTo>
                  <a:lnTo>
                    <a:pt x="6475485" y="2931502"/>
                  </a:lnTo>
                  <a:lnTo>
                    <a:pt x="6476340" y="2927970"/>
                  </a:lnTo>
                  <a:lnTo>
                    <a:pt x="6477196" y="2823034"/>
                  </a:lnTo>
                  <a:lnTo>
                    <a:pt x="6478051" y="2742026"/>
                  </a:lnTo>
                  <a:lnTo>
                    <a:pt x="6478907" y="2697441"/>
                  </a:lnTo>
                  <a:lnTo>
                    <a:pt x="6479763" y="2702860"/>
                  </a:lnTo>
                  <a:lnTo>
                    <a:pt x="6480618" y="2756980"/>
                  </a:lnTo>
                  <a:lnTo>
                    <a:pt x="6481474" y="2842011"/>
                  </a:lnTo>
                  <a:lnTo>
                    <a:pt x="6482329" y="2898015"/>
                  </a:lnTo>
                  <a:lnTo>
                    <a:pt x="6483185" y="2888167"/>
                  </a:lnTo>
                  <a:lnTo>
                    <a:pt x="6484040" y="2952303"/>
                  </a:lnTo>
                  <a:lnTo>
                    <a:pt x="6484896" y="2986565"/>
                  </a:lnTo>
                  <a:lnTo>
                    <a:pt x="6485751" y="2925626"/>
                  </a:lnTo>
                  <a:lnTo>
                    <a:pt x="6486607" y="2877438"/>
                  </a:lnTo>
                  <a:lnTo>
                    <a:pt x="6487462" y="2769271"/>
                  </a:lnTo>
                  <a:lnTo>
                    <a:pt x="6488318" y="2722279"/>
                  </a:lnTo>
                  <a:lnTo>
                    <a:pt x="6489173" y="2638388"/>
                  </a:lnTo>
                  <a:lnTo>
                    <a:pt x="6490029" y="2589205"/>
                  </a:lnTo>
                  <a:lnTo>
                    <a:pt x="6490884" y="2634820"/>
                  </a:lnTo>
                  <a:lnTo>
                    <a:pt x="6491740" y="2671686"/>
                  </a:lnTo>
                  <a:lnTo>
                    <a:pt x="6492595" y="2761513"/>
                  </a:lnTo>
                  <a:lnTo>
                    <a:pt x="6493451" y="2809040"/>
                  </a:lnTo>
                  <a:lnTo>
                    <a:pt x="6494306" y="2893880"/>
                  </a:lnTo>
                  <a:lnTo>
                    <a:pt x="6495162" y="2937536"/>
                  </a:lnTo>
                  <a:lnTo>
                    <a:pt x="6496018" y="2937422"/>
                  </a:lnTo>
                  <a:lnTo>
                    <a:pt x="6496873" y="2944233"/>
                  </a:lnTo>
                  <a:lnTo>
                    <a:pt x="6497729" y="2937773"/>
                  </a:lnTo>
                  <a:lnTo>
                    <a:pt x="6498584" y="2921671"/>
                  </a:lnTo>
                  <a:lnTo>
                    <a:pt x="6499440" y="2895999"/>
                  </a:lnTo>
                  <a:lnTo>
                    <a:pt x="6500295" y="2887454"/>
                  </a:lnTo>
                  <a:lnTo>
                    <a:pt x="6501151" y="2872901"/>
                  </a:lnTo>
                  <a:lnTo>
                    <a:pt x="6502006" y="2877121"/>
                  </a:lnTo>
                  <a:lnTo>
                    <a:pt x="6502862" y="2870961"/>
                  </a:lnTo>
                  <a:lnTo>
                    <a:pt x="6503717" y="2896074"/>
                  </a:lnTo>
                  <a:lnTo>
                    <a:pt x="6504573" y="2879060"/>
                  </a:lnTo>
                  <a:lnTo>
                    <a:pt x="6505428" y="2747003"/>
                  </a:lnTo>
                  <a:lnTo>
                    <a:pt x="6506284" y="2716282"/>
                  </a:lnTo>
                  <a:lnTo>
                    <a:pt x="6507139" y="2779061"/>
                  </a:lnTo>
                  <a:lnTo>
                    <a:pt x="6507995" y="2846748"/>
                  </a:lnTo>
                  <a:lnTo>
                    <a:pt x="6508850" y="2859997"/>
                  </a:lnTo>
                  <a:lnTo>
                    <a:pt x="6509706" y="2854905"/>
                  </a:lnTo>
                  <a:lnTo>
                    <a:pt x="6510562" y="2975277"/>
                  </a:lnTo>
                  <a:lnTo>
                    <a:pt x="6511417" y="2951324"/>
                  </a:lnTo>
                  <a:lnTo>
                    <a:pt x="6512273" y="2808491"/>
                  </a:lnTo>
                  <a:lnTo>
                    <a:pt x="6513128" y="2738567"/>
                  </a:lnTo>
                  <a:lnTo>
                    <a:pt x="6513984" y="2699569"/>
                  </a:lnTo>
                  <a:lnTo>
                    <a:pt x="6514839" y="2740828"/>
                  </a:lnTo>
                  <a:lnTo>
                    <a:pt x="6515695" y="2805673"/>
                  </a:lnTo>
                  <a:lnTo>
                    <a:pt x="6516550" y="2916891"/>
                  </a:lnTo>
                  <a:lnTo>
                    <a:pt x="6517406" y="2948950"/>
                  </a:lnTo>
                  <a:lnTo>
                    <a:pt x="6518261" y="2971091"/>
                  </a:lnTo>
                  <a:lnTo>
                    <a:pt x="6519117" y="3022431"/>
                  </a:lnTo>
                  <a:lnTo>
                    <a:pt x="6519972" y="2984015"/>
                  </a:lnTo>
                  <a:lnTo>
                    <a:pt x="6520828" y="2918609"/>
                  </a:lnTo>
                  <a:lnTo>
                    <a:pt x="6521683" y="2902191"/>
                  </a:lnTo>
                  <a:lnTo>
                    <a:pt x="6522539" y="2977538"/>
                  </a:lnTo>
                  <a:lnTo>
                    <a:pt x="6523394" y="3029879"/>
                  </a:lnTo>
                  <a:lnTo>
                    <a:pt x="6524250" y="3032248"/>
                  </a:lnTo>
                  <a:lnTo>
                    <a:pt x="6525105" y="3057278"/>
                  </a:lnTo>
                  <a:lnTo>
                    <a:pt x="6525961" y="3031261"/>
                  </a:lnTo>
                  <a:lnTo>
                    <a:pt x="6526817" y="2963721"/>
                  </a:lnTo>
                  <a:lnTo>
                    <a:pt x="6527672" y="2906966"/>
                  </a:lnTo>
                  <a:lnTo>
                    <a:pt x="6528528" y="2856476"/>
                  </a:lnTo>
                  <a:lnTo>
                    <a:pt x="6529383" y="2748082"/>
                  </a:lnTo>
                  <a:lnTo>
                    <a:pt x="6530239" y="2704213"/>
                  </a:lnTo>
                  <a:lnTo>
                    <a:pt x="6531094" y="2771200"/>
                  </a:lnTo>
                  <a:lnTo>
                    <a:pt x="6531950" y="2883951"/>
                  </a:lnTo>
                  <a:lnTo>
                    <a:pt x="6532805" y="2955444"/>
                  </a:lnTo>
                  <a:lnTo>
                    <a:pt x="6533661" y="2978196"/>
                  </a:lnTo>
                  <a:lnTo>
                    <a:pt x="6534516" y="3068502"/>
                  </a:lnTo>
                  <a:lnTo>
                    <a:pt x="6535372" y="3070752"/>
                  </a:lnTo>
                  <a:lnTo>
                    <a:pt x="6536227" y="2957541"/>
                  </a:lnTo>
                  <a:lnTo>
                    <a:pt x="6537083" y="2876389"/>
                  </a:lnTo>
                  <a:lnTo>
                    <a:pt x="6537938" y="2756431"/>
                  </a:lnTo>
                  <a:lnTo>
                    <a:pt x="6538794" y="2619808"/>
                  </a:lnTo>
                  <a:lnTo>
                    <a:pt x="6539649" y="2491257"/>
                  </a:lnTo>
                  <a:lnTo>
                    <a:pt x="6540505" y="2420809"/>
                  </a:lnTo>
                  <a:lnTo>
                    <a:pt x="6541360" y="2422950"/>
                  </a:lnTo>
                  <a:lnTo>
                    <a:pt x="6542216" y="2313634"/>
                  </a:lnTo>
                  <a:lnTo>
                    <a:pt x="6543072" y="2240080"/>
                  </a:lnTo>
                  <a:lnTo>
                    <a:pt x="6543927" y="2214636"/>
                  </a:lnTo>
                  <a:lnTo>
                    <a:pt x="6544783" y="2262687"/>
                  </a:lnTo>
                  <a:lnTo>
                    <a:pt x="6545638" y="2350630"/>
                  </a:lnTo>
                  <a:lnTo>
                    <a:pt x="6546494" y="2316317"/>
                  </a:lnTo>
                  <a:lnTo>
                    <a:pt x="6547349" y="2270676"/>
                  </a:lnTo>
                  <a:lnTo>
                    <a:pt x="6548205" y="2239298"/>
                  </a:lnTo>
                  <a:lnTo>
                    <a:pt x="6549060" y="2171380"/>
                  </a:lnTo>
                  <a:lnTo>
                    <a:pt x="6549916" y="2056949"/>
                  </a:lnTo>
                  <a:lnTo>
                    <a:pt x="6550771" y="1908248"/>
                  </a:lnTo>
                  <a:lnTo>
                    <a:pt x="6551627" y="1867398"/>
                  </a:lnTo>
                  <a:lnTo>
                    <a:pt x="6552482" y="1931357"/>
                  </a:lnTo>
                  <a:lnTo>
                    <a:pt x="6553338" y="2097218"/>
                  </a:lnTo>
                  <a:lnTo>
                    <a:pt x="6554193" y="2297412"/>
                  </a:lnTo>
                  <a:lnTo>
                    <a:pt x="6555049" y="2455497"/>
                  </a:lnTo>
                  <a:lnTo>
                    <a:pt x="6555904" y="2592232"/>
                  </a:lnTo>
                  <a:lnTo>
                    <a:pt x="6556760" y="2682132"/>
                  </a:lnTo>
                  <a:lnTo>
                    <a:pt x="6557616" y="2639786"/>
                  </a:lnTo>
                  <a:lnTo>
                    <a:pt x="6558471" y="2499723"/>
                  </a:lnTo>
                  <a:lnTo>
                    <a:pt x="6559327" y="2323030"/>
                  </a:lnTo>
                  <a:lnTo>
                    <a:pt x="6560182" y="2132875"/>
                  </a:lnTo>
                  <a:lnTo>
                    <a:pt x="6561038" y="1973112"/>
                  </a:lnTo>
                  <a:lnTo>
                    <a:pt x="6561893" y="1856416"/>
                  </a:lnTo>
                  <a:lnTo>
                    <a:pt x="6562749" y="1847289"/>
                  </a:lnTo>
                  <a:lnTo>
                    <a:pt x="6563604" y="1831938"/>
                  </a:lnTo>
                  <a:lnTo>
                    <a:pt x="6564460" y="1816921"/>
                  </a:lnTo>
                  <a:lnTo>
                    <a:pt x="6565315" y="1911088"/>
                  </a:lnTo>
                  <a:lnTo>
                    <a:pt x="6566171" y="1915862"/>
                  </a:lnTo>
                  <a:lnTo>
                    <a:pt x="6567026" y="1789523"/>
                  </a:lnTo>
                  <a:lnTo>
                    <a:pt x="6567882" y="1613321"/>
                  </a:lnTo>
                  <a:lnTo>
                    <a:pt x="6568737" y="1468779"/>
                  </a:lnTo>
                  <a:lnTo>
                    <a:pt x="6569593" y="1371091"/>
                  </a:lnTo>
                  <a:lnTo>
                    <a:pt x="6570448" y="1232948"/>
                  </a:lnTo>
                  <a:lnTo>
                    <a:pt x="6571304" y="1214295"/>
                  </a:lnTo>
                  <a:lnTo>
                    <a:pt x="6572159" y="1328407"/>
                  </a:lnTo>
                  <a:lnTo>
                    <a:pt x="6573015" y="1416941"/>
                  </a:lnTo>
                  <a:lnTo>
                    <a:pt x="6573871" y="1494880"/>
                  </a:lnTo>
                  <a:lnTo>
                    <a:pt x="6574726" y="1584912"/>
                  </a:lnTo>
                  <a:lnTo>
                    <a:pt x="6575582" y="1640957"/>
                  </a:lnTo>
                  <a:lnTo>
                    <a:pt x="6576437" y="1661663"/>
                  </a:lnTo>
                  <a:lnTo>
                    <a:pt x="6577293" y="1730305"/>
                  </a:lnTo>
                  <a:lnTo>
                    <a:pt x="6578148" y="1809559"/>
                  </a:lnTo>
                  <a:lnTo>
                    <a:pt x="6579004" y="1853926"/>
                  </a:lnTo>
                  <a:lnTo>
                    <a:pt x="6579859" y="1926082"/>
                  </a:lnTo>
                  <a:lnTo>
                    <a:pt x="6580715" y="1960341"/>
                  </a:lnTo>
                  <a:lnTo>
                    <a:pt x="6581570" y="1882865"/>
                  </a:lnTo>
                  <a:lnTo>
                    <a:pt x="6582426" y="1817340"/>
                  </a:lnTo>
                  <a:lnTo>
                    <a:pt x="6583281" y="1792960"/>
                  </a:lnTo>
                  <a:lnTo>
                    <a:pt x="6584137" y="1756000"/>
                  </a:lnTo>
                  <a:lnTo>
                    <a:pt x="6584992" y="1702009"/>
                  </a:lnTo>
                  <a:lnTo>
                    <a:pt x="6585848" y="1730982"/>
                  </a:lnTo>
                  <a:lnTo>
                    <a:pt x="6586703" y="1741810"/>
                  </a:lnTo>
                  <a:lnTo>
                    <a:pt x="6587559" y="1654732"/>
                  </a:lnTo>
                  <a:lnTo>
                    <a:pt x="6588414" y="1599818"/>
                  </a:lnTo>
                  <a:lnTo>
                    <a:pt x="6589270" y="1579316"/>
                  </a:lnTo>
                  <a:lnTo>
                    <a:pt x="6590126" y="1545687"/>
                  </a:lnTo>
                  <a:lnTo>
                    <a:pt x="6590981" y="1467052"/>
                  </a:lnTo>
                  <a:lnTo>
                    <a:pt x="6591837" y="1505137"/>
                  </a:lnTo>
                  <a:lnTo>
                    <a:pt x="6592692" y="1614600"/>
                  </a:lnTo>
                  <a:lnTo>
                    <a:pt x="6593548" y="1736442"/>
                  </a:lnTo>
                  <a:lnTo>
                    <a:pt x="6594403" y="1861640"/>
                  </a:lnTo>
                  <a:lnTo>
                    <a:pt x="6595259" y="1940818"/>
                  </a:lnTo>
                  <a:lnTo>
                    <a:pt x="6596114" y="2014794"/>
                  </a:lnTo>
                  <a:lnTo>
                    <a:pt x="6596970" y="2070138"/>
                  </a:lnTo>
                  <a:lnTo>
                    <a:pt x="6597825" y="2119425"/>
                  </a:lnTo>
                  <a:lnTo>
                    <a:pt x="6598681" y="2111956"/>
                  </a:lnTo>
                  <a:lnTo>
                    <a:pt x="6599536" y="2015678"/>
                  </a:lnTo>
                  <a:lnTo>
                    <a:pt x="6600392" y="1938839"/>
                  </a:lnTo>
                  <a:lnTo>
                    <a:pt x="6601247" y="1888273"/>
                  </a:lnTo>
                  <a:lnTo>
                    <a:pt x="6602103" y="1964698"/>
                  </a:lnTo>
                  <a:lnTo>
                    <a:pt x="6602958" y="1999258"/>
                  </a:lnTo>
                  <a:lnTo>
                    <a:pt x="6603814" y="1925342"/>
                  </a:lnTo>
                  <a:lnTo>
                    <a:pt x="6604670" y="1963173"/>
                  </a:lnTo>
                  <a:lnTo>
                    <a:pt x="6605525" y="1964731"/>
                  </a:lnTo>
                  <a:lnTo>
                    <a:pt x="6606381" y="1922575"/>
                  </a:lnTo>
                  <a:lnTo>
                    <a:pt x="6607236" y="1810381"/>
                  </a:lnTo>
                  <a:lnTo>
                    <a:pt x="6608092" y="1734640"/>
                  </a:lnTo>
                  <a:lnTo>
                    <a:pt x="6608947" y="1780603"/>
                  </a:lnTo>
                  <a:lnTo>
                    <a:pt x="6609803" y="1824253"/>
                  </a:lnTo>
                  <a:lnTo>
                    <a:pt x="6610658" y="1929027"/>
                  </a:lnTo>
                  <a:lnTo>
                    <a:pt x="6611514" y="2076761"/>
                  </a:lnTo>
                  <a:lnTo>
                    <a:pt x="6612369" y="2220657"/>
                  </a:lnTo>
                  <a:lnTo>
                    <a:pt x="6613225" y="2326944"/>
                  </a:lnTo>
                  <a:lnTo>
                    <a:pt x="6614080" y="2481033"/>
                  </a:lnTo>
                  <a:lnTo>
                    <a:pt x="6614936" y="2595064"/>
                  </a:lnTo>
                  <a:lnTo>
                    <a:pt x="6615791" y="2656989"/>
                  </a:lnTo>
                  <a:lnTo>
                    <a:pt x="6616647" y="2766334"/>
                  </a:lnTo>
                  <a:lnTo>
                    <a:pt x="6617502" y="2826772"/>
                  </a:lnTo>
                  <a:lnTo>
                    <a:pt x="6618358" y="2801868"/>
                  </a:lnTo>
                  <a:lnTo>
                    <a:pt x="6619213" y="2760730"/>
                  </a:lnTo>
                  <a:lnTo>
                    <a:pt x="6620069" y="2754975"/>
                  </a:lnTo>
                  <a:lnTo>
                    <a:pt x="6620925" y="2835559"/>
                  </a:lnTo>
                  <a:lnTo>
                    <a:pt x="6621780" y="2796909"/>
                  </a:lnTo>
                  <a:lnTo>
                    <a:pt x="6622636" y="2731922"/>
                  </a:lnTo>
                  <a:lnTo>
                    <a:pt x="6623491" y="2751207"/>
                  </a:lnTo>
                  <a:lnTo>
                    <a:pt x="6624347" y="2656399"/>
                  </a:lnTo>
                  <a:lnTo>
                    <a:pt x="6625202" y="2532856"/>
                  </a:lnTo>
                  <a:lnTo>
                    <a:pt x="6626058" y="2380244"/>
                  </a:lnTo>
                  <a:lnTo>
                    <a:pt x="6626913" y="2322944"/>
                  </a:lnTo>
                  <a:lnTo>
                    <a:pt x="6627769" y="2366993"/>
                  </a:lnTo>
                  <a:lnTo>
                    <a:pt x="6628624" y="2434176"/>
                  </a:lnTo>
                  <a:lnTo>
                    <a:pt x="6629480" y="2572027"/>
                  </a:lnTo>
                  <a:lnTo>
                    <a:pt x="6630335" y="2651396"/>
                  </a:lnTo>
                  <a:lnTo>
                    <a:pt x="6631191" y="2689050"/>
                  </a:lnTo>
                  <a:lnTo>
                    <a:pt x="6632046" y="2669865"/>
                  </a:lnTo>
                  <a:lnTo>
                    <a:pt x="6632902" y="2620565"/>
                  </a:lnTo>
                  <a:lnTo>
                    <a:pt x="6633757" y="2657128"/>
                  </a:lnTo>
                  <a:lnTo>
                    <a:pt x="6634613" y="2643579"/>
                  </a:lnTo>
                  <a:lnTo>
                    <a:pt x="6635468" y="2634848"/>
                  </a:lnTo>
                  <a:lnTo>
                    <a:pt x="6636324" y="2624938"/>
                  </a:lnTo>
                  <a:lnTo>
                    <a:pt x="6637180" y="2639155"/>
                  </a:lnTo>
                  <a:lnTo>
                    <a:pt x="6638035" y="2616580"/>
                  </a:lnTo>
                  <a:lnTo>
                    <a:pt x="6638891" y="2489960"/>
                  </a:lnTo>
                  <a:lnTo>
                    <a:pt x="6639746" y="2432812"/>
                  </a:lnTo>
                  <a:lnTo>
                    <a:pt x="6640602" y="2445357"/>
                  </a:lnTo>
                  <a:lnTo>
                    <a:pt x="6641457" y="2442998"/>
                  </a:lnTo>
                  <a:lnTo>
                    <a:pt x="6642313" y="2479054"/>
                  </a:lnTo>
                  <a:lnTo>
                    <a:pt x="6643168" y="2583380"/>
                  </a:lnTo>
                  <a:lnTo>
                    <a:pt x="6644024" y="2658275"/>
                  </a:lnTo>
                  <a:lnTo>
                    <a:pt x="6644879" y="2680553"/>
                  </a:lnTo>
                  <a:lnTo>
                    <a:pt x="6645735" y="2683029"/>
                  </a:lnTo>
                  <a:lnTo>
                    <a:pt x="6646590" y="2773501"/>
                  </a:lnTo>
                  <a:lnTo>
                    <a:pt x="6647446" y="2788764"/>
                  </a:lnTo>
                  <a:lnTo>
                    <a:pt x="6648301" y="2668052"/>
                  </a:lnTo>
                  <a:lnTo>
                    <a:pt x="6649157" y="2631903"/>
                  </a:lnTo>
                  <a:lnTo>
                    <a:pt x="6650012" y="2688446"/>
                  </a:lnTo>
                  <a:lnTo>
                    <a:pt x="6650868" y="2710775"/>
                  </a:lnTo>
                  <a:lnTo>
                    <a:pt x="6651723" y="2656827"/>
                  </a:lnTo>
                  <a:lnTo>
                    <a:pt x="6652579" y="2694902"/>
                  </a:lnTo>
                  <a:lnTo>
                    <a:pt x="6653435" y="2774016"/>
                  </a:lnTo>
                  <a:lnTo>
                    <a:pt x="6654290" y="2781646"/>
                  </a:lnTo>
                  <a:lnTo>
                    <a:pt x="6655146" y="2687893"/>
                  </a:lnTo>
                  <a:lnTo>
                    <a:pt x="6656001" y="2695424"/>
                  </a:lnTo>
                  <a:lnTo>
                    <a:pt x="6656857" y="2751705"/>
                  </a:lnTo>
                  <a:lnTo>
                    <a:pt x="6657712" y="2707369"/>
                  </a:lnTo>
                  <a:lnTo>
                    <a:pt x="6658568" y="2666904"/>
                  </a:lnTo>
                  <a:lnTo>
                    <a:pt x="6659423" y="2611227"/>
                  </a:lnTo>
                  <a:lnTo>
                    <a:pt x="6660279" y="2563570"/>
                  </a:lnTo>
                  <a:lnTo>
                    <a:pt x="6661134" y="2508105"/>
                  </a:lnTo>
                  <a:lnTo>
                    <a:pt x="6661990" y="2401312"/>
                  </a:lnTo>
                  <a:lnTo>
                    <a:pt x="6662845" y="2304083"/>
                  </a:lnTo>
                  <a:lnTo>
                    <a:pt x="6663701" y="2281554"/>
                  </a:lnTo>
                  <a:lnTo>
                    <a:pt x="6664556" y="2421075"/>
                  </a:lnTo>
                  <a:lnTo>
                    <a:pt x="6665412" y="2588515"/>
                  </a:lnTo>
                  <a:lnTo>
                    <a:pt x="6666267" y="2698941"/>
                  </a:lnTo>
                  <a:lnTo>
                    <a:pt x="6667123" y="2743186"/>
                  </a:lnTo>
                  <a:lnTo>
                    <a:pt x="6667979" y="2808314"/>
                  </a:lnTo>
                  <a:lnTo>
                    <a:pt x="6668834" y="2799869"/>
                  </a:lnTo>
                  <a:lnTo>
                    <a:pt x="6669690" y="2606734"/>
                  </a:lnTo>
                  <a:lnTo>
                    <a:pt x="6670545" y="2373422"/>
                  </a:lnTo>
                  <a:lnTo>
                    <a:pt x="6671401" y="2117876"/>
                  </a:lnTo>
                  <a:lnTo>
                    <a:pt x="6672256" y="1991299"/>
                  </a:lnTo>
                  <a:lnTo>
                    <a:pt x="6673112" y="1913038"/>
                  </a:lnTo>
                  <a:lnTo>
                    <a:pt x="6673967" y="1860550"/>
                  </a:lnTo>
                  <a:lnTo>
                    <a:pt x="6674823" y="1853029"/>
                  </a:lnTo>
                  <a:lnTo>
                    <a:pt x="6675678" y="1911184"/>
                  </a:lnTo>
                  <a:lnTo>
                    <a:pt x="6676534" y="2013754"/>
                  </a:lnTo>
                  <a:lnTo>
                    <a:pt x="6677389" y="2038460"/>
                  </a:lnTo>
                  <a:lnTo>
                    <a:pt x="6678245" y="2054599"/>
                  </a:lnTo>
                  <a:lnTo>
                    <a:pt x="6679100" y="2036456"/>
                  </a:lnTo>
                  <a:lnTo>
                    <a:pt x="6679956" y="2008999"/>
                  </a:lnTo>
                  <a:lnTo>
                    <a:pt x="6680811" y="2013731"/>
                  </a:lnTo>
                  <a:lnTo>
                    <a:pt x="6681667" y="2005724"/>
                  </a:lnTo>
                  <a:lnTo>
                    <a:pt x="6682522" y="1972240"/>
                  </a:lnTo>
                  <a:lnTo>
                    <a:pt x="6683378" y="1937914"/>
                  </a:lnTo>
                  <a:lnTo>
                    <a:pt x="6684234" y="1968690"/>
                  </a:lnTo>
                  <a:lnTo>
                    <a:pt x="6685089" y="1984290"/>
                  </a:lnTo>
                  <a:lnTo>
                    <a:pt x="6685945" y="1926237"/>
                  </a:lnTo>
                  <a:lnTo>
                    <a:pt x="6686800" y="1888922"/>
                  </a:lnTo>
                  <a:lnTo>
                    <a:pt x="6687656" y="1960739"/>
                  </a:lnTo>
                  <a:lnTo>
                    <a:pt x="6688511" y="2013330"/>
                  </a:lnTo>
                  <a:lnTo>
                    <a:pt x="6689367" y="2014578"/>
                  </a:lnTo>
                  <a:lnTo>
                    <a:pt x="6690222" y="2024272"/>
                  </a:lnTo>
                  <a:lnTo>
                    <a:pt x="6691078" y="2053514"/>
                  </a:lnTo>
                  <a:lnTo>
                    <a:pt x="6691933" y="2062595"/>
                  </a:lnTo>
                  <a:lnTo>
                    <a:pt x="6692789" y="2003325"/>
                  </a:lnTo>
                  <a:lnTo>
                    <a:pt x="6693644" y="1944434"/>
                  </a:lnTo>
                  <a:lnTo>
                    <a:pt x="6694500" y="1904752"/>
                  </a:lnTo>
                  <a:lnTo>
                    <a:pt x="6695355" y="1840397"/>
                  </a:lnTo>
                  <a:lnTo>
                    <a:pt x="6696211" y="1818341"/>
                  </a:lnTo>
                  <a:lnTo>
                    <a:pt x="6697066" y="1838462"/>
                  </a:lnTo>
                  <a:lnTo>
                    <a:pt x="6697922" y="1878025"/>
                  </a:lnTo>
                  <a:lnTo>
                    <a:pt x="6698777" y="1959872"/>
                  </a:lnTo>
                  <a:lnTo>
                    <a:pt x="6699633" y="2038461"/>
                  </a:lnTo>
                  <a:lnTo>
                    <a:pt x="6700489" y="2132609"/>
                  </a:lnTo>
                  <a:lnTo>
                    <a:pt x="6701344" y="2170423"/>
                  </a:lnTo>
                  <a:lnTo>
                    <a:pt x="6702200" y="2239905"/>
                  </a:lnTo>
                  <a:lnTo>
                    <a:pt x="6703055" y="2365971"/>
                  </a:lnTo>
                  <a:lnTo>
                    <a:pt x="6703911" y="2409947"/>
                  </a:lnTo>
                  <a:lnTo>
                    <a:pt x="6704766" y="2474595"/>
                  </a:lnTo>
                  <a:lnTo>
                    <a:pt x="6705622" y="2521681"/>
                  </a:lnTo>
                  <a:lnTo>
                    <a:pt x="6706477" y="2526004"/>
                  </a:lnTo>
                  <a:lnTo>
                    <a:pt x="6707333" y="2486916"/>
                  </a:lnTo>
                  <a:lnTo>
                    <a:pt x="6708188" y="2397399"/>
                  </a:lnTo>
                  <a:lnTo>
                    <a:pt x="6709044" y="2330582"/>
                  </a:lnTo>
                  <a:lnTo>
                    <a:pt x="6709899" y="2215531"/>
                  </a:lnTo>
                  <a:lnTo>
                    <a:pt x="6710755" y="2171707"/>
                  </a:lnTo>
                  <a:lnTo>
                    <a:pt x="6711610" y="2185755"/>
                  </a:lnTo>
                  <a:lnTo>
                    <a:pt x="6712466" y="2136113"/>
                  </a:lnTo>
                  <a:lnTo>
                    <a:pt x="6713321" y="2083778"/>
                  </a:lnTo>
                  <a:lnTo>
                    <a:pt x="6714177" y="2006376"/>
                  </a:lnTo>
                  <a:lnTo>
                    <a:pt x="6715033" y="1962485"/>
                  </a:lnTo>
                  <a:lnTo>
                    <a:pt x="6715888" y="1893739"/>
                  </a:lnTo>
                  <a:lnTo>
                    <a:pt x="6716744" y="1842222"/>
                  </a:lnTo>
                  <a:lnTo>
                    <a:pt x="6717599" y="1836901"/>
                  </a:lnTo>
                  <a:lnTo>
                    <a:pt x="6718455" y="1838279"/>
                  </a:lnTo>
                  <a:lnTo>
                    <a:pt x="6719310" y="1948242"/>
                  </a:lnTo>
                  <a:lnTo>
                    <a:pt x="6720166" y="2053290"/>
                  </a:lnTo>
                  <a:lnTo>
                    <a:pt x="6721021" y="2139870"/>
                  </a:lnTo>
                  <a:lnTo>
                    <a:pt x="6721877" y="2243932"/>
                  </a:lnTo>
                  <a:lnTo>
                    <a:pt x="6722732" y="2371669"/>
                  </a:lnTo>
                  <a:lnTo>
                    <a:pt x="6723588" y="2503481"/>
                  </a:lnTo>
                  <a:lnTo>
                    <a:pt x="6724443" y="2409675"/>
                  </a:lnTo>
                  <a:lnTo>
                    <a:pt x="6725299" y="2286584"/>
                  </a:lnTo>
                  <a:lnTo>
                    <a:pt x="6726154" y="2271801"/>
                  </a:lnTo>
                  <a:lnTo>
                    <a:pt x="6727010" y="2173513"/>
                  </a:lnTo>
                  <a:lnTo>
                    <a:pt x="6727865" y="2060253"/>
                  </a:lnTo>
                  <a:lnTo>
                    <a:pt x="6728721" y="2027386"/>
                  </a:lnTo>
                  <a:lnTo>
                    <a:pt x="6729576" y="2167925"/>
                  </a:lnTo>
                  <a:lnTo>
                    <a:pt x="6730432" y="2319150"/>
                  </a:lnTo>
                  <a:lnTo>
                    <a:pt x="6731288" y="2430420"/>
                  </a:lnTo>
                  <a:lnTo>
                    <a:pt x="6732143" y="2576559"/>
                  </a:lnTo>
                  <a:lnTo>
                    <a:pt x="6732999" y="2618057"/>
                  </a:lnTo>
                  <a:lnTo>
                    <a:pt x="6733854" y="2487807"/>
                  </a:lnTo>
                  <a:lnTo>
                    <a:pt x="6734710" y="2352343"/>
                  </a:lnTo>
                  <a:lnTo>
                    <a:pt x="6735565" y="2256172"/>
                  </a:lnTo>
                  <a:lnTo>
                    <a:pt x="6736421" y="2150137"/>
                  </a:lnTo>
                  <a:lnTo>
                    <a:pt x="6737276" y="2083336"/>
                  </a:lnTo>
                  <a:lnTo>
                    <a:pt x="6738132" y="2120530"/>
                  </a:lnTo>
                  <a:lnTo>
                    <a:pt x="6738987" y="2259576"/>
                  </a:lnTo>
                  <a:lnTo>
                    <a:pt x="6739843" y="2377436"/>
                  </a:lnTo>
                  <a:lnTo>
                    <a:pt x="6740698" y="2409531"/>
                  </a:lnTo>
                  <a:lnTo>
                    <a:pt x="6741554" y="2423368"/>
                  </a:lnTo>
                  <a:lnTo>
                    <a:pt x="6742409" y="2448416"/>
                  </a:lnTo>
                  <a:lnTo>
                    <a:pt x="6743265" y="2536515"/>
                  </a:lnTo>
                  <a:lnTo>
                    <a:pt x="6744120" y="2603297"/>
                  </a:lnTo>
                  <a:lnTo>
                    <a:pt x="6744976" y="2638806"/>
                  </a:lnTo>
                  <a:lnTo>
                    <a:pt x="6745831" y="2662379"/>
                  </a:lnTo>
                  <a:lnTo>
                    <a:pt x="6746687" y="2676389"/>
                  </a:lnTo>
                  <a:lnTo>
                    <a:pt x="6747543" y="2707003"/>
                  </a:lnTo>
                  <a:lnTo>
                    <a:pt x="6748398" y="2677582"/>
                  </a:lnTo>
                  <a:lnTo>
                    <a:pt x="6749254" y="2645219"/>
                  </a:lnTo>
                  <a:lnTo>
                    <a:pt x="6750109" y="2579714"/>
                  </a:lnTo>
                  <a:lnTo>
                    <a:pt x="6750965" y="2595510"/>
                  </a:lnTo>
                  <a:lnTo>
                    <a:pt x="6751820" y="2615208"/>
                  </a:lnTo>
                  <a:lnTo>
                    <a:pt x="6752676" y="2525956"/>
                  </a:lnTo>
                  <a:lnTo>
                    <a:pt x="6753531" y="2477047"/>
                  </a:lnTo>
                  <a:lnTo>
                    <a:pt x="6754387" y="2443998"/>
                  </a:lnTo>
                  <a:lnTo>
                    <a:pt x="6755242" y="2372349"/>
                  </a:lnTo>
                  <a:lnTo>
                    <a:pt x="6756098" y="2324014"/>
                  </a:lnTo>
                  <a:lnTo>
                    <a:pt x="6756953" y="2339744"/>
                  </a:lnTo>
                  <a:lnTo>
                    <a:pt x="6757809" y="2384273"/>
                  </a:lnTo>
                  <a:lnTo>
                    <a:pt x="6758664" y="2315666"/>
                  </a:lnTo>
                  <a:lnTo>
                    <a:pt x="6759520" y="2219091"/>
                  </a:lnTo>
                  <a:lnTo>
                    <a:pt x="6760375" y="2268511"/>
                  </a:lnTo>
                  <a:lnTo>
                    <a:pt x="6761231" y="2277885"/>
                  </a:lnTo>
                  <a:lnTo>
                    <a:pt x="6762087" y="2137797"/>
                  </a:lnTo>
                  <a:lnTo>
                    <a:pt x="6762942" y="2052603"/>
                  </a:lnTo>
                  <a:lnTo>
                    <a:pt x="6763798" y="2085227"/>
                  </a:lnTo>
                  <a:lnTo>
                    <a:pt x="6764653" y="2085191"/>
                  </a:lnTo>
                  <a:lnTo>
                    <a:pt x="6765509" y="2010422"/>
                  </a:lnTo>
                  <a:lnTo>
                    <a:pt x="6766364" y="2021251"/>
                  </a:lnTo>
                  <a:lnTo>
                    <a:pt x="6767220" y="2130159"/>
                  </a:lnTo>
                  <a:lnTo>
                    <a:pt x="6768075" y="2136229"/>
                  </a:lnTo>
                  <a:lnTo>
                    <a:pt x="6768931" y="2130486"/>
                  </a:lnTo>
                  <a:lnTo>
                    <a:pt x="6769786" y="2249542"/>
                  </a:lnTo>
                  <a:lnTo>
                    <a:pt x="6770642" y="2330751"/>
                  </a:lnTo>
                  <a:lnTo>
                    <a:pt x="6771497" y="2359341"/>
                  </a:lnTo>
                  <a:lnTo>
                    <a:pt x="6772353" y="2433590"/>
                  </a:lnTo>
                  <a:lnTo>
                    <a:pt x="6773208" y="2594790"/>
                  </a:lnTo>
                  <a:lnTo>
                    <a:pt x="6774064" y="2668897"/>
                  </a:lnTo>
                  <a:lnTo>
                    <a:pt x="6774919" y="2666723"/>
                  </a:lnTo>
                  <a:lnTo>
                    <a:pt x="6775775" y="2762239"/>
                  </a:lnTo>
                  <a:lnTo>
                    <a:pt x="6776630" y="2802841"/>
                  </a:lnTo>
                  <a:lnTo>
                    <a:pt x="6777486" y="2819888"/>
                  </a:lnTo>
                  <a:lnTo>
                    <a:pt x="6778342" y="2814862"/>
                  </a:lnTo>
                  <a:lnTo>
                    <a:pt x="6779197" y="2795494"/>
                  </a:lnTo>
                  <a:lnTo>
                    <a:pt x="6780053" y="2834219"/>
                  </a:lnTo>
                  <a:lnTo>
                    <a:pt x="6780908" y="2889932"/>
                  </a:lnTo>
                  <a:lnTo>
                    <a:pt x="6781764" y="2960052"/>
                  </a:lnTo>
                  <a:lnTo>
                    <a:pt x="6782619" y="2951867"/>
                  </a:lnTo>
                  <a:lnTo>
                    <a:pt x="6783475" y="2929905"/>
                  </a:lnTo>
                  <a:lnTo>
                    <a:pt x="6784330" y="2925936"/>
                  </a:lnTo>
                  <a:lnTo>
                    <a:pt x="6785186" y="2856564"/>
                  </a:lnTo>
                  <a:lnTo>
                    <a:pt x="6786041" y="2702981"/>
                  </a:lnTo>
                  <a:lnTo>
                    <a:pt x="6786897" y="2606481"/>
                  </a:lnTo>
                  <a:lnTo>
                    <a:pt x="6787752" y="2456314"/>
                  </a:lnTo>
                  <a:lnTo>
                    <a:pt x="6788608" y="2371527"/>
                  </a:lnTo>
                  <a:lnTo>
                    <a:pt x="6789463" y="2402731"/>
                  </a:lnTo>
                  <a:lnTo>
                    <a:pt x="6790319" y="2437304"/>
                  </a:lnTo>
                  <a:lnTo>
                    <a:pt x="6791174" y="2462580"/>
                  </a:lnTo>
                  <a:lnTo>
                    <a:pt x="6792030" y="2459386"/>
                  </a:lnTo>
                  <a:lnTo>
                    <a:pt x="6792885" y="2475742"/>
                  </a:lnTo>
                  <a:lnTo>
                    <a:pt x="6793741" y="2476948"/>
                  </a:lnTo>
                  <a:lnTo>
                    <a:pt x="6794597" y="2419042"/>
                  </a:lnTo>
                  <a:lnTo>
                    <a:pt x="6795452" y="2332148"/>
                  </a:lnTo>
                  <a:lnTo>
                    <a:pt x="6796308" y="2324034"/>
                  </a:lnTo>
                  <a:lnTo>
                    <a:pt x="6797163" y="2238879"/>
                  </a:lnTo>
                  <a:lnTo>
                    <a:pt x="6798019" y="2223051"/>
                  </a:lnTo>
                  <a:lnTo>
                    <a:pt x="6798874" y="2293177"/>
                  </a:lnTo>
                  <a:lnTo>
                    <a:pt x="6799730" y="2349585"/>
                  </a:lnTo>
                  <a:lnTo>
                    <a:pt x="6800585" y="2411672"/>
                  </a:lnTo>
                  <a:lnTo>
                    <a:pt x="6801441" y="2416754"/>
                  </a:lnTo>
                  <a:lnTo>
                    <a:pt x="6802296" y="2495009"/>
                  </a:lnTo>
                  <a:lnTo>
                    <a:pt x="6803152" y="2546385"/>
                  </a:lnTo>
                  <a:lnTo>
                    <a:pt x="6804007" y="2449023"/>
                  </a:lnTo>
                  <a:lnTo>
                    <a:pt x="6804863" y="2332734"/>
                  </a:lnTo>
                  <a:lnTo>
                    <a:pt x="6805718" y="2243418"/>
                  </a:lnTo>
                  <a:lnTo>
                    <a:pt x="6806574" y="2176458"/>
                  </a:lnTo>
                  <a:lnTo>
                    <a:pt x="6807429" y="2125852"/>
                  </a:lnTo>
                  <a:lnTo>
                    <a:pt x="6808285" y="2146886"/>
                  </a:lnTo>
                  <a:lnTo>
                    <a:pt x="6809141" y="2203435"/>
                  </a:lnTo>
                  <a:lnTo>
                    <a:pt x="6809996" y="2223815"/>
                  </a:lnTo>
                  <a:lnTo>
                    <a:pt x="6810852" y="2203324"/>
                  </a:lnTo>
                  <a:lnTo>
                    <a:pt x="6811707" y="2227859"/>
                  </a:lnTo>
                  <a:lnTo>
                    <a:pt x="6812563" y="2329101"/>
                  </a:lnTo>
                  <a:lnTo>
                    <a:pt x="6813418" y="2366843"/>
                  </a:lnTo>
                  <a:lnTo>
                    <a:pt x="6814274" y="2405989"/>
                  </a:lnTo>
                  <a:lnTo>
                    <a:pt x="6815129" y="2467819"/>
                  </a:lnTo>
                  <a:lnTo>
                    <a:pt x="6815985" y="2623861"/>
                  </a:lnTo>
                  <a:lnTo>
                    <a:pt x="6816840" y="2684448"/>
                  </a:lnTo>
                  <a:lnTo>
                    <a:pt x="6817696" y="2566797"/>
                  </a:lnTo>
                  <a:lnTo>
                    <a:pt x="6818551" y="2516000"/>
                  </a:lnTo>
                  <a:lnTo>
                    <a:pt x="6819407" y="2445437"/>
                  </a:lnTo>
                  <a:lnTo>
                    <a:pt x="6820262" y="2422524"/>
                  </a:lnTo>
                  <a:lnTo>
                    <a:pt x="6821118" y="2326485"/>
                  </a:lnTo>
                  <a:lnTo>
                    <a:pt x="6821973" y="2280159"/>
                  </a:lnTo>
                  <a:lnTo>
                    <a:pt x="6822829" y="2332744"/>
                  </a:lnTo>
                  <a:lnTo>
                    <a:pt x="6823684" y="2353626"/>
                  </a:lnTo>
                  <a:lnTo>
                    <a:pt x="6824540" y="2391913"/>
                  </a:lnTo>
                  <a:lnTo>
                    <a:pt x="6825396" y="2363449"/>
                  </a:lnTo>
                  <a:lnTo>
                    <a:pt x="6826251" y="2328748"/>
                  </a:lnTo>
                  <a:lnTo>
                    <a:pt x="6827107" y="2337959"/>
                  </a:lnTo>
                  <a:lnTo>
                    <a:pt x="6827962" y="2332537"/>
                  </a:lnTo>
                  <a:lnTo>
                    <a:pt x="6828818" y="2322403"/>
                  </a:lnTo>
                  <a:lnTo>
                    <a:pt x="6829673" y="2295618"/>
                  </a:lnTo>
                  <a:lnTo>
                    <a:pt x="6830529" y="2368538"/>
                  </a:lnTo>
                  <a:lnTo>
                    <a:pt x="6831384" y="2475861"/>
                  </a:lnTo>
                  <a:lnTo>
                    <a:pt x="6832240" y="2461800"/>
                  </a:lnTo>
                  <a:lnTo>
                    <a:pt x="6833095" y="2495453"/>
                  </a:lnTo>
                  <a:lnTo>
                    <a:pt x="6833951" y="2592481"/>
                  </a:lnTo>
                  <a:lnTo>
                    <a:pt x="6834806" y="2694997"/>
                  </a:lnTo>
                  <a:lnTo>
                    <a:pt x="6835662" y="2742465"/>
                  </a:lnTo>
                  <a:lnTo>
                    <a:pt x="6836517" y="2743623"/>
                  </a:lnTo>
                  <a:lnTo>
                    <a:pt x="6837373" y="2858818"/>
                  </a:lnTo>
                  <a:lnTo>
                    <a:pt x="6838228" y="2976219"/>
                  </a:lnTo>
                  <a:lnTo>
                    <a:pt x="6839084" y="2989841"/>
                  </a:lnTo>
                  <a:lnTo>
                    <a:pt x="6839939" y="2988451"/>
                  </a:lnTo>
                  <a:lnTo>
                    <a:pt x="6840795" y="2983963"/>
                  </a:lnTo>
                  <a:lnTo>
                    <a:pt x="6841651" y="2951087"/>
                  </a:lnTo>
                  <a:lnTo>
                    <a:pt x="6842506" y="2833703"/>
                  </a:lnTo>
                  <a:lnTo>
                    <a:pt x="6843362" y="2701733"/>
                  </a:lnTo>
                  <a:lnTo>
                    <a:pt x="6844217" y="2613001"/>
                  </a:lnTo>
                  <a:lnTo>
                    <a:pt x="6845073" y="2610721"/>
                  </a:lnTo>
                  <a:lnTo>
                    <a:pt x="6845928" y="2593650"/>
                  </a:lnTo>
                  <a:lnTo>
                    <a:pt x="6846784" y="2618221"/>
                  </a:lnTo>
                  <a:lnTo>
                    <a:pt x="6847639" y="2646576"/>
                  </a:lnTo>
                  <a:lnTo>
                    <a:pt x="6848495" y="2661659"/>
                  </a:lnTo>
                  <a:lnTo>
                    <a:pt x="6849350" y="2720059"/>
                  </a:lnTo>
                  <a:lnTo>
                    <a:pt x="6850206" y="2663540"/>
                  </a:lnTo>
                  <a:lnTo>
                    <a:pt x="6851061" y="2630014"/>
                  </a:lnTo>
                  <a:lnTo>
                    <a:pt x="6851917" y="2686124"/>
                  </a:lnTo>
                  <a:lnTo>
                    <a:pt x="6852772" y="2721235"/>
                  </a:lnTo>
                  <a:lnTo>
                    <a:pt x="6853628" y="2704182"/>
                  </a:lnTo>
                  <a:lnTo>
                    <a:pt x="6854483" y="2635794"/>
                  </a:lnTo>
                  <a:lnTo>
                    <a:pt x="6855339" y="2641313"/>
                  </a:lnTo>
                  <a:lnTo>
                    <a:pt x="6856195" y="2670853"/>
                  </a:lnTo>
                  <a:lnTo>
                    <a:pt x="6857050" y="2623721"/>
                  </a:lnTo>
                  <a:lnTo>
                    <a:pt x="6857906" y="2619688"/>
                  </a:lnTo>
                  <a:lnTo>
                    <a:pt x="6858761" y="2673179"/>
                  </a:lnTo>
                  <a:lnTo>
                    <a:pt x="6859617" y="2721034"/>
                  </a:lnTo>
                  <a:lnTo>
                    <a:pt x="6860472" y="2726963"/>
                  </a:lnTo>
                  <a:lnTo>
                    <a:pt x="6861328" y="2717355"/>
                  </a:lnTo>
                  <a:lnTo>
                    <a:pt x="6862183" y="2684464"/>
                  </a:lnTo>
                  <a:lnTo>
                    <a:pt x="6863039" y="2597111"/>
                  </a:lnTo>
                  <a:lnTo>
                    <a:pt x="6863894" y="2528131"/>
                  </a:lnTo>
                  <a:lnTo>
                    <a:pt x="6864750" y="2470132"/>
                  </a:lnTo>
                  <a:lnTo>
                    <a:pt x="6865605" y="2436088"/>
                  </a:lnTo>
                  <a:lnTo>
                    <a:pt x="6866461" y="2338958"/>
                  </a:lnTo>
                  <a:lnTo>
                    <a:pt x="6867316" y="2304649"/>
                  </a:lnTo>
                  <a:lnTo>
                    <a:pt x="6868172" y="2338287"/>
                  </a:lnTo>
                  <a:lnTo>
                    <a:pt x="6869027" y="2312309"/>
                  </a:lnTo>
                  <a:lnTo>
                    <a:pt x="6869883" y="2239084"/>
                  </a:lnTo>
                  <a:lnTo>
                    <a:pt x="6870738" y="2242058"/>
                  </a:lnTo>
                  <a:lnTo>
                    <a:pt x="6871594" y="2348488"/>
                  </a:lnTo>
                  <a:lnTo>
                    <a:pt x="6872450" y="2393841"/>
                  </a:lnTo>
                  <a:lnTo>
                    <a:pt x="6873305" y="2412790"/>
                  </a:lnTo>
                  <a:lnTo>
                    <a:pt x="6874161" y="2482137"/>
                  </a:lnTo>
                  <a:lnTo>
                    <a:pt x="6875016" y="2616942"/>
                  </a:lnTo>
                  <a:lnTo>
                    <a:pt x="6875872" y="2622716"/>
                  </a:lnTo>
                  <a:lnTo>
                    <a:pt x="6876727" y="2576286"/>
                  </a:lnTo>
                  <a:lnTo>
                    <a:pt x="6877583" y="2621533"/>
                  </a:lnTo>
                  <a:lnTo>
                    <a:pt x="6878438" y="2718114"/>
                  </a:lnTo>
                  <a:lnTo>
                    <a:pt x="6879294" y="2716729"/>
                  </a:lnTo>
                  <a:lnTo>
                    <a:pt x="6880149" y="2714563"/>
                  </a:lnTo>
                  <a:lnTo>
                    <a:pt x="6881005" y="2799152"/>
                  </a:lnTo>
                  <a:lnTo>
                    <a:pt x="6881860" y="2876883"/>
                  </a:lnTo>
                  <a:lnTo>
                    <a:pt x="6882716" y="2840821"/>
                  </a:lnTo>
                  <a:lnTo>
                    <a:pt x="6883571" y="2792641"/>
                  </a:lnTo>
                  <a:lnTo>
                    <a:pt x="6884427" y="2833216"/>
                  </a:lnTo>
                  <a:lnTo>
                    <a:pt x="6885282" y="2825992"/>
                  </a:lnTo>
                  <a:lnTo>
                    <a:pt x="6886138" y="2826321"/>
                  </a:lnTo>
                  <a:lnTo>
                    <a:pt x="6886993" y="2868866"/>
                  </a:lnTo>
                  <a:lnTo>
                    <a:pt x="6887849" y="2930323"/>
                  </a:lnTo>
                  <a:lnTo>
                    <a:pt x="6888705" y="2935110"/>
                  </a:lnTo>
                  <a:lnTo>
                    <a:pt x="6889560" y="2880268"/>
                  </a:lnTo>
                  <a:lnTo>
                    <a:pt x="6890416" y="2850997"/>
                  </a:lnTo>
                  <a:lnTo>
                    <a:pt x="6891271" y="2732984"/>
                  </a:lnTo>
                  <a:lnTo>
                    <a:pt x="6892127" y="2571834"/>
                  </a:lnTo>
                  <a:lnTo>
                    <a:pt x="6892982" y="2524164"/>
                  </a:lnTo>
                  <a:lnTo>
                    <a:pt x="6893838" y="2570869"/>
                  </a:lnTo>
                  <a:lnTo>
                    <a:pt x="6894693" y="2615575"/>
                  </a:lnTo>
                  <a:lnTo>
                    <a:pt x="6895549" y="2653999"/>
                  </a:lnTo>
                  <a:lnTo>
                    <a:pt x="6896404" y="2650463"/>
                  </a:lnTo>
                  <a:lnTo>
                    <a:pt x="6897260" y="2612496"/>
                  </a:lnTo>
                  <a:lnTo>
                    <a:pt x="6898115" y="2550005"/>
                  </a:lnTo>
                  <a:lnTo>
                    <a:pt x="6898971" y="2465039"/>
                  </a:lnTo>
                  <a:lnTo>
                    <a:pt x="6899826" y="2410490"/>
                  </a:lnTo>
                  <a:lnTo>
                    <a:pt x="6900682" y="2365468"/>
                  </a:lnTo>
                  <a:lnTo>
                    <a:pt x="6901537" y="2426201"/>
                  </a:lnTo>
                  <a:lnTo>
                    <a:pt x="6902393" y="2619979"/>
                  </a:lnTo>
                  <a:lnTo>
                    <a:pt x="6903248" y="2753167"/>
                  </a:lnTo>
                  <a:lnTo>
                    <a:pt x="6904104" y="2797110"/>
                  </a:lnTo>
                  <a:lnTo>
                    <a:pt x="6904960" y="2776565"/>
                  </a:lnTo>
                  <a:lnTo>
                    <a:pt x="6905815" y="2696766"/>
                  </a:lnTo>
                  <a:lnTo>
                    <a:pt x="6906671" y="2633630"/>
                  </a:lnTo>
                  <a:lnTo>
                    <a:pt x="6907526" y="2516582"/>
                  </a:lnTo>
                  <a:lnTo>
                    <a:pt x="6908382" y="2474390"/>
                  </a:lnTo>
                  <a:lnTo>
                    <a:pt x="6909237" y="2499782"/>
                  </a:lnTo>
                  <a:lnTo>
                    <a:pt x="6910093" y="2547162"/>
                  </a:lnTo>
                  <a:lnTo>
                    <a:pt x="6910948" y="2657787"/>
                  </a:lnTo>
                  <a:lnTo>
                    <a:pt x="6911804" y="2688953"/>
                  </a:lnTo>
                  <a:lnTo>
                    <a:pt x="6912659" y="2566484"/>
                  </a:lnTo>
                  <a:lnTo>
                    <a:pt x="6913515" y="2339283"/>
                  </a:lnTo>
                  <a:lnTo>
                    <a:pt x="6914370" y="2134060"/>
                  </a:lnTo>
                  <a:lnTo>
                    <a:pt x="6915226" y="2011249"/>
                  </a:lnTo>
                  <a:lnTo>
                    <a:pt x="6916081" y="1855245"/>
                  </a:lnTo>
                  <a:lnTo>
                    <a:pt x="6916937" y="1825706"/>
                  </a:lnTo>
                  <a:lnTo>
                    <a:pt x="6917792" y="1911561"/>
                  </a:lnTo>
                  <a:lnTo>
                    <a:pt x="6918648" y="1958609"/>
                  </a:lnTo>
                  <a:lnTo>
                    <a:pt x="6919504" y="1915217"/>
                  </a:lnTo>
                  <a:lnTo>
                    <a:pt x="6920359" y="1882690"/>
                  </a:lnTo>
                  <a:lnTo>
                    <a:pt x="6921215" y="1916051"/>
                  </a:lnTo>
                  <a:lnTo>
                    <a:pt x="6922070" y="1906335"/>
                  </a:lnTo>
                  <a:lnTo>
                    <a:pt x="6922926" y="1848200"/>
                  </a:lnTo>
                  <a:lnTo>
                    <a:pt x="6923781" y="1728612"/>
                  </a:lnTo>
                  <a:lnTo>
                    <a:pt x="6924637" y="1672586"/>
                  </a:lnTo>
                  <a:lnTo>
                    <a:pt x="6925492" y="1537306"/>
                  </a:lnTo>
                  <a:lnTo>
                    <a:pt x="6926348" y="1395706"/>
                  </a:lnTo>
                  <a:lnTo>
                    <a:pt x="6927203" y="1230066"/>
                  </a:lnTo>
                  <a:lnTo>
                    <a:pt x="6928059" y="1201594"/>
                  </a:lnTo>
                  <a:lnTo>
                    <a:pt x="6928914" y="1295586"/>
                  </a:lnTo>
                  <a:lnTo>
                    <a:pt x="6929770" y="1331924"/>
                  </a:lnTo>
                  <a:lnTo>
                    <a:pt x="6930625" y="1343534"/>
                  </a:lnTo>
                  <a:lnTo>
                    <a:pt x="6931481" y="1263633"/>
                  </a:lnTo>
                  <a:lnTo>
                    <a:pt x="6932336" y="1206583"/>
                  </a:lnTo>
                  <a:lnTo>
                    <a:pt x="6933192" y="1052136"/>
                  </a:lnTo>
                  <a:lnTo>
                    <a:pt x="6934047" y="901360"/>
                  </a:lnTo>
                  <a:lnTo>
                    <a:pt x="6934903" y="770853"/>
                  </a:lnTo>
                  <a:lnTo>
                    <a:pt x="6935759" y="690768"/>
                  </a:lnTo>
                  <a:lnTo>
                    <a:pt x="6936614" y="678339"/>
                  </a:lnTo>
                  <a:lnTo>
                    <a:pt x="6937470" y="669596"/>
                  </a:lnTo>
                  <a:lnTo>
                    <a:pt x="6938325" y="668577"/>
                  </a:lnTo>
                  <a:lnTo>
                    <a:pt x="6939181" y="721195"/>
                  </a:lnTo>
                  <a:lnTo>
                    <a:pt x="6940036" y="766337"/>
                  </a:lnTo>
                  <a:lnTo>
                    <a:pt x="6940892" y="769884"/>
                  </a:lnTo>
                  <a:lnTo>
                    <a:pt x="6941747" y="765055"/>
                  </a:lnTo>
                  <a:lnTo>
                    <a:pt x="6942603" y="649299"/>
                  </a:lnTo>
                  <a:lnTo>
                    <a:pt x="6943458" y="513324"/>
                  </a:lnTo>
                  <a:lnTo>
                    <a:pt x="6944314" y="349410"/>
                  </a:lnTo>
                  <a:lnTo>
                    <a:pt x="6945169" y="208902"/>
                  </a:lnTo>
                  <a:lnTo>
                    <a:pt x="6946025" y="87643"/>
                  </a:lnTo>
                  <a:lnTo>
                    <a:pt x="6946880" y="0"/>
                  </a:lnTo>
                  <a:lnTo>
                    <a:pt x="6946880" y="0"/>
                  </a:lnTo>
                  <a:lnTo>
                    <a:pt x="6947736" y="7693"/>
                  </a:lnTo>
                  <a:lnTo>
                    <a:pt x="6948591" y="44380"/>
                  </a:lnTo>
                  <a:lnTo>
                    <a:pt x="6949447" y="144534"/>
                  </a:lnTo>
                  <a:lnTo>
                    <a:pt x="6950302" y="353611"/>
                  </a:lnTo>
                  <a:lnTo>
                    <a:pt x="6951158" y="629724"/>
                  </a:lnTo>
                  <a:lnTo>
                    <a:pt x="6952014" y="867124"/>
                  </a:lnTo>
                  <a:lnTo>
                    <a:pt x="6952869" y="1073838"/>
                  </a:lnTo>
                  <a:lnTo>
                    <a:pt x="6953725" y="1237615"/>
                  </a:lnTo>
                  <a:lnTo>
                    <a:pt x="6954580" y="1302619"/>
                  </a:lnTo>
                  <a:lnTo>
                    <a:pt x="6955436" y="1273315"/>
                  </a:lnTo>
                  <a:lnTo>
                    <a:pt x="6956291" y="1277402"/>
                  </a:lnTo>
                  <a:lnTo>
                    <a:pt x="6957147" y="1292084"/>
                  </a:lnTo>
                  <a:lnTo>
                    <a:pt x="6958002" y="1252361"/>
                  </a:lnTo>
                  <a:lnTo>
                    <a:pt x="6958858" y="1230242"/>
                  </a:lnTo>
                  <a:lnTo>
                    <a:pt x="6959713" y="1179527"/>
                  </a:lnTo>
                  <a:lnTo>
                    <a:pt x="6960569" y="1128718"/>
                  </a:lnTo>
                  <a:lnTo>
                    <a:pt x="6961424" y="1004528"/>
                  </a:lnTo>
                  <a:lnTo>
                    <a:pt x="6962280" y="874307"/>
                  </a:lnTo>
                  <a:lnTo>
                    <a:pt x="6963135" y="781461"/>
                  </a:lnTo>
                  <a:lnTo>
                    <a:pt x="6963991" y="701215"/>
                  </a:lnTo>
                  <a:lnTo>
                    <a:pt x="6964846" y="687569"/>
                  </a:lnTo>
                  <a:lnTo>
                    <a:pt x="6965702" y="688220"/>
                  </a:lnTo>
                  <a:lnTo>
                    <a:pt x="6966558" y="665614"/>
                  </a:lnTo>
                  <a:lnTo>
                    <a:pt x="6967413" y="633920"/>
                  </a:lnTo>
                  <a:lnTo>
                    <a:pt x="6968269" y="644601"/>
                  </a:lnTo>
                  <a:lnTo>
                    <a:pt x="6969124" y="707081"/>
                  </a:lnTo>
                  <a:lnTo>
                    <a:pt x="6969980" y="759148"/>
                  </a:lnTo>
                  <a:lnTo>
                    <a:pt x="6970835" y="773097"/>
                  </a:lnTo>
                  <a:lnTo>
                    <a:pt x="6971691" y="820910"/>
                  </a:lnTo>
                  <a:lnTo>
                    <a:pt x="6972546" y="874230"/>
                  </a:lnTo>
                  <a:lnTo>
                    <a:pt x="6973402" y="895064"/>
                  </a:lnTo>
                  <a:lnTo>
                    <a:pt x="6974257" y="891416"/>
                  </a:lnTo>
                  <a:lnTo>
                    <a:pt x="6975113" y="919252"/>
                  </a:lnTo>
                  <a:lnTo>
                    <a:pt x="6975968" y="1009168"/>
                  </a:lnTo>
                  <a:lnTo>
                    <a:pt x="6976824" y="1130600"/>
                  </a:lnTo>
                  <a:lnTo>
                    <a:pt x="6977679" y="1181198"/>
                  </a:lnTo>
                  <a:lnTo>
                    <a:pt x="6978535" y="1225908"/>
                  </a:lnTo>
                  <a:lnTo>
                    <a:pt x="6979390" y="1309239"/>
                  </a:lnTo>
                  <a:lnTo>
                    <a:pt x="6980246" y="1353132"/>
                  </a:lnTo>
                  <a:lnTo>
                    <a:pt x="6981101" y="1400587"/>
                  </a:lnTo>
                  <a:lnTo>
                    <a:pt x="6981957" y="1459508"/>
                  </a:lnTo>
                  <a:lnTo>
                    <a:pt x="6982813" y="1587305"/>
                  </a:lnTo>
                  <a:lnTo>
                    <a:pt x="6983668" y="1740150"/>
                  </a:lnTo>
                  <a:lnTo>
                    <a:pt x="6984524" y="1770038"/>
                  </a:lnTo>
                  <a:lnTo>
                    <a:pt x="6985379" y="1807429"/>
                  </a:lnTo>
                  <a:lnTo>
                    <a:pt x="6986235" y="1813037"/>
                  </a:lnTo>
                  <a:lnTo>
                    <a:pt x="6987090" y="1705364"/>
                  </a:lnTo>
                  <a:lnTo>
                    <a:pt x="6987946" y="1626808"/>
                  </a:lnTo>
                  <a:lnTo>
                    <a:pt x="6988801" y="1555346"/>
                  </a:lnTo>
                  <a:lnTo>
                    <a:pt x="6989657" y="1494582"/>
                  </a:lnTo>
                  <a:lnTo>
                    <a:pt x="6990512" y="1450459"/>
                  </a:lnTo>
                  <a:lnTo>
                    <a:pt x="6991368" y="1467137"/>
                  </a:lnTo>
                  <a:lnTo>
                    <a:pt x="6992223" y="1598765"/>
                  </a:lnTo>
                  <a:lnTo>
                    <a:pt x="6993079" y="1630633"/>
                  </a:lnTo>
                  <a:lnTo>
                    <a:pt x="6993934" y="1584641"/>
                  </a:lnTo>
                  <a:lnTo>
                    <a:pt x="6994790" y="1558329"/>
                  </a:lnTo>
                  <a:lnTo>
                    <a:pt x="6995645" y="1582131"/>
                  </a:lnTo>
                  <a:lnTo>
                    <a:pt x="6996501" y="1590650"/>
                  </a:lnTo>
                  <a:lnTo>
                    <a:pt x="6997356" y="1581260"/>
                  </a:lnTo>
                  <a:lnTo>
                    <a:pt x="6998212" y="1639993"/>
                  </a:lnTo>
                  <a:lnTo>
                    <a:pt x="6999068" y="1741818"/>
                  </a:lnTo>
                  <a:lnTo>
                    <a:pt x="6999923" y="1902038"/>
                  </a:lnTo>
                  <a:lnTo>
                    <a:pt x="7000779" y="1994512"/>
                  </a:lnTo>
                  <a:lnTo>
                    <a:pt x="7001634" y="2009311"/>
                  </a:lnTo>
                  <a:lnTo>
                    <a:pt x="7002490" y="2036734"/>
                  </a:lnTo>
                  <a:lnTo>
                    <a:pt x="7003345" y="2097206"/>
                  </a:lnTo>
                  <a:lnTo>
                    <a:pt x="7004201" y="2168741"/>
                  </a:lnTo>
                  <a:lnTo>
                    <a:pt x="7005056" y="2126202"/>
                  </a:lnTo>
                  <a:lnTo>
                    <a:pt x="7005912" y="2107263"/>
                  </a:lnTo>
                  <a:lnTo>
                    <a:pt x="7006767" y="2157084"/>
                  </a:lnTo>
                  <a:lnTo>
                    <a:pt x="7007623" y="2117998"/>
                  </a:lnTo>
                  <a:lnTo>
                    <a:pt x="7008478" y="2010653"/>
                  </a:lnTo>
                  <a:lnTo>
                    <a:pt x="7009334" y="1967563"/>
                  </a:lnTo>
                  <a:lnTo>
                    <a:pt x="7010189" y="1975772"/>
                  </a:lnTo>
                  <a:lnTo>
                    <a:pt x="7011045" y="1882048"/>
                  </a:lnTo>
                  <a:lnTo>
                    <a:pt x="7011900" y="1750141"/>
                  </a:lnTo>
                  <a:lnTo>
                    <a:pt x="7012756" y="1699247"/>
                  </a:lnTo>
                  <a:lnTo>
                    <a:pt x="7013612" y="1708706"/>
                  </a:lnTo>
                  <a:lnTo>
                    <a:pt x="7014467" y="1679857"/>
                  </a:lnTo>
                  <a:lnTo>
                    <a:pt x="7015323" y="1678951"/>
                  </a:lnTo>
                  <a:lnTo>
                    <a:pt x="7016178" y="1788039"/>
                  </a:lnTo>
                  <a:lnTo>
                    <a:pt x="7017034" y="1803845"/>
                  </a:lnTo>
                  <a:lnTo>
                    <a:pt x="7017889" y="1786769"/>
                  </a:lnTo>
                  <a:lnTo>
                    <a:pt x="7018745" y="1781923"/>
                  </a:lnTo>
                  <a:lnTo>
                    <a:pt x="7019600" y="1718912"/>
                  </a:lnTo>
                  <a:lnTo>
                    <a:pt x="7020456" y="1693039"/>
                  </a:lnTo>
                  <a:lnTo>
                    <a:pt x="7021311" y="1616148"/>
                  </a:lnTo>
                  <a:lnTo>
                    <a:pt x="7022167" y="1687671"/>
                  </a:lnTo>
                  <a:lnTo>
                    <a:pt x="7023022" y="1854986"/>
                  </a:lnTo>
                  <a:lnTo>
                    <a:pt x="7023878" y="1998631"/>
                  </a:lnTo>
                  <a:lnTo>
                    <a:pt x="7024733" y="2248758"/>
                  </a:lnTo>
                  <a:lnTo>
                    <a:pt x="7025589" y="2404543"/>
                  </a:lnTo>
                  <a:lnTo>
                    <a:pt x="7026444" y="2470278"/>
                  </a:lnTo>
                  <a:lnTo>
                    <a:pt x="7027300" y="2476772"/>
                  </a:lnTo>
                  <a:lnTo>
                    <a:pt x="7028155" y="2421325"/>
                  </a:lnTo>
                  <a:lnTo>
                    <a:pt x="7029011" y="2313462"/>
                  </a:lnTo>
                  <a:lnTo>
                    <a:pt x="7029867" y="2131030"/>
                  </a:lnTo>
                  <a:lnTo>
                    <a:pt x="7030722" y="2037311"/>
                  </a:lnTo>
                  <a:lnTo>
                    <a:pt x="7031578" y="2073415"/>
                  </a:lnTo>
                  <a:lnTo>
                    <a:pt x="7032433" y="2096842"/>
                  </a:lnTo>
                  <a:lnTo>
                    <a:pt x="7033289" y="2085994"/>
                  </a:lnTo>
                  <a:lnTo>
                    <a:pt x="7034144" y="2209929"/>
                  </a:lnTo>
                  <a:lnTo>
                    <a:pt x="7035000" y="2386589"/>
                  </a:lnTo>
                  <a:lnTo>
                    <a:pt x="7035855" y="2483808"/>
                  </a:lnTo>
                  <a:lnTo>
                    <a:pt x="7036711" y="2589805"/>
                  </a:lnTo>
                  <a:lnTo>
                    <a:pt x="7037566" y="2752354"/>
                  </a:lnTo>
                  <a:lnTo>
                    <a:pt x="7038422" y="2875786"/>
                  </a:lnTo>
                  <a:lnTo>
                    <a:pt x="7039277" y="2858827"/>
                  </a:lnTo>
                  <a:lnTo>
                    <a:pt x="7040133" y="2853976"/>
                  </a:lnTo>
                  <a:lnTo>
                    <a:pt x="7040988" y="2911027"/>
                  </a:lnTo>
                  <a:lnTo>
                    <a:pt x="7041844" y="2901785"/>
                  </a:lnTo>
                  <a:lnTo>
                    <a:pt x="7042699" y="2854952"/>
                  </a:lnTo>
                  <a:lnTo>
                    <a:pt x="7043555" y="2800451"/>
                  </a:lnTo>
                  <a:lnTo>
                    <a:pt x="7044410" y="2802060"/>
                  </a:lnTo>
                  <a:lnTo>
                    <a:pt x="7045266" y="2793376"/>
                  </a:lnTo>
                  <a:lnTo>
                    <a:pt x="7046122" y="2763765"/>
                  </a:lnTo>
                  <a:lnTo>
                    <a:pt x="7046977" y="2784048"/>
                  </a:lnTo>
                  <a:lnTo>
                    <a:pt x="7047833" y="2779019"/>
                  </a:lnTo>
                  <a:lnTo>
                    <a:pt x="7048688" y="2730837"/>
                  </a:lnTo>
                  <a:lnTo>
                    <a:pt x="7049544" y="2681021"/>
                  </a:lnTo>
                  <a:lnTo>
                    <a:pt x="7050399" y="2571292"/>
                  </a:lnTo>
                  <a:lnTo>
                    <a:pt x="7051255" y="2431660"/>
                  </a:lnTo>
                  <a:lnTo>
                    <a:pt x="7052110" y="2308854"/>
                  </a:lnTo>
                  <a:lnTo>
                    <a:pt x="7052966" y="2213259"/>
                  </a:lnTo>
                  <a:lnTo>
                    <a:pt x="7053821" y="2200420"/>
                  </a:lnTo>
                  <a:lnTo>
                    <a:pt x="7054677" y="2215946"/>
                  </a:lnTo>
                  <a:lnTo>
                    <a:pt x="7055532" y="2128580"/>
                  </a:lnTo>
                  <a:lnTo>
                    <a:pt x="7056388" y="2045565"/>
                  </a:lnTo>
                  <a:lnTo>
                    <a:pt x="7057243" y="1969686"/>
                  </a:lnTo>
                  <a:lnTo>
                    <a:pt x="7058099" y="1908114"/>
                  </a:lnTo>
                  <a:lnTo>
                    <a:pt x="7058954" y="1807213"/>
                  </a:lnTo>
                  <a:lnTo>
                    <a:pt x="7059810" y="1716162"/>
                  </a:lnTo>
                  <a:lnTo>
                    <a:pt x="7060666" y="1818972"/>
                  </a:lnTo>
                  <a:lnTo>
                    <a:pt x="7061521" y="1919089"/>
                  </a:lnTo>
                  <a:lnTo>
                    <a:pt x="7062377" y="1947153"/>
                  </a:lnTo>
                  <a:lnTo>
                    <a:pt x="7063232" y="1996912"/>
                  </a:lnTo>
                  <a:lnTo>
                    <a:pt x="7064088" y="2166829"/>
                  </a:lnTo>
                  <a:lnTo>
                    <a:pt x="7064943" y="2334466"/>
                  </a:lnTo>
                  <a:lnTo>
                    <a:pt x="7065799" y="2422134"/>
                  </a:lnTo>
                  <a:lnTo>
                    <a:pt x="7066654" y="2460431"/>
                  </a:lnTo>
                  <a:lnTo>
                    <a:pt x="7067510" y="2521752"/>
                  </a:lnTo>
                  <a:lnTo>
                    <a:pt x="7068365" y="2584669"/>
                  </a:lnTo>
                  <a:lnTo>
                    <a:pt x="7069221" y="2585640"/>
                  </a:lnTo>
                  <a:lnTo>
                    <a:pt x="7070076" y="2558369"/>
                  </a:lnTo>
                  <a:lnTo>
                    <a:pt x="7070932" y="2462344"/>
                  </a:lnTo>
                  <a:lnTo>
                    <a:pt x="7071787" y="2377938"/>
                  </a:lnTo>
                  <a:lnTo>
                    <a:pt x="7072643" y="2306526"/>
                  </a:lnTo>
                  <a:lnTo>
                    <a:pt x="7073498" y="2200115"/>
                  </a:lnTo>
                  <a:lnTo>
                    <a:pt x="7074354" y="2101282"/>
                  </a:lnTo>
                  <a:lnTo>
                    <a:pt x="7075209" y="1969712"/>
                  </a:lnTo>
                  <a:lnTo>
                    <a:pt x="7076065" y="1924931"/>
                  </a:lnTo>
                  <a:lnTo>
                    <a:pt x="7076921" y="1939076"/>
                  </a:lnTo>
                  <a:lnTo>
                    <a:pt x="7077776" y="1924674"/>
                  </a:lnTo>
                  <a:lnTo>
                    <a:pt x="7078632" y="1962482"/>
                  </a:lnTo>
                  <a:lnTo>
                    <a:pt x="7079487" y="1957837"/>
                  </a:lnTo>
                  <a:lnTo>
                    <a:pt x="7080343" y="1949099"/>
                  </a:lnTo>
                  <a:lnTo>
                    <a:pt x="7081198" y="1947371"/>
                  </a:lnTo>
                  <a:lnTo>
                    <a:pt x="7082054" y="2004174"/>
                  </a:lnTo>
                  <a:lnTo>
                    <a:pt x="7082909" y="2148421"/>
                  </a:lnTo>
                  <a:lnTo>
                    <a:pt x="7083765" y="2273403"/>
                  </a:lnTo>
                  <a:lnTo>
                    <a:pt x="7084620" y="2377953"/>
                  </a:lnTo>
                  <a:lnTo>
                    <a:pt x="7085476" y="2483255"/>
                  </a:lnTo>
                  <a:lnTo>
                    <a:pt x="7086331" y="2623049"/>
                  </a:lnTo>
                  <a:lnTo>
                    <a:pt x="7087187" y="2728888"/>
                  </a:lnTo>
                  <a:lnTo>
                    <a:pt x="7088042" y="2770081"/>
                  </a:lnTo>
                  <a:lnTo>
                    <a:pt x="7088898" y="2738246"/>
                  </a:lnTo>
                  <a:lnTo>
                    <a:pt x="7089753" y="2677765"/>
                  </a:lnTo>
                  <a:lnTo>
                    <a:pt x="7090609" y="2656848"/>
                  </a:lnTo>
                  <a:lnTo>
                    <a:pt x="7091464" y="2560135"/>
                  </a:lnTo>
                  <a:lnTo>
                    <a:pt x="7092320" y="2388719"/>
                  </a:lnTo>
                  <a:lnTo>
                    <a:pt x="7093176" y="2210968"/>
                  </a:lnTo>
                  <a:lnTo>
                    <a:pt x="7094031" y="2205220"/>
                  </a:lnTo>
                  <a:lnTo>
                    <a:pt x="7094887" y="2233872"/>
                  </a:lnTo>
                  <a:lnTo>
                    <a:pt x="7095742" y="2215882"/>
                  </a:lnTo>
                  <a:lnTo>
                    <a:pt x="7096598" y="2192698"/>
                  </a:lnTo>
                  <a:lnTo>
                    <a:pt x="7097453" y="2229105"/>
                  </a:lnTo>
                  <a:lnTo>
                    <a:pt x="7098309" y="2276857"/>
                  </a:lnTo>
                  <a:lnTo>
                    <a:pt x="7099164" y="2147684"/>
                  </a:lnTo>
                  <a:lnTo>
                    <a:pt x="7100020" y="2084370"/>
                  </a:lnTo>
                  <a:lnTo>
                    <a:pt x="7100875" y="2045777"/>
                  </a:lnTo>
                  <a:lnTo>
                    <a:pt x="7101731" y="1963111"/>
                  </a:lnTo>
                  <a:lnTo>
                    <a:pt x="7102586" y="1859591"/>
                  </a:lnTo>
                  <a:lnTo>
                    <a:pt x="7103442" y="1809288"/>
                  </a:lnTo>
                  <a:lnTo>
                    <a:pt x="7104297" y="1805022"/>
                  </a:lnTo>
                  <a:lnTo>
                    <a:pt x="7105153" y="1746062"/>
                  </a:lnTo>
                  <a:lnTo>
                    <a:pt x="7106008" y="1706868"/>
                  </a:lnTo>
                  <a:lnTo>
                    <a:pt x="7106864" y="1823915"/>
                  </a:lnTo>
                  <a:lnTo>
                    <a:pt x="7107719" y="1937646"/>
                  </a:lnTo>
                  <a:lnTo>
                    <a:pt x="7108575" y="1895202"/>
                  </a:lnTo>
                  <a:lnTo>
                    <a:pt x="7109431" y="1918513"/>
                  </a:lnTo>
                  <a:lnTo>
                    <a:pt x="7110286" y="1988929"/>
                  </a:lnTo>
                  <a:lnTo>
                    <a:pt x="7111142" y="2064941"/>
                  </a:lnTo>
                  <a:lnTo>
                    <a:pt x="7111997" y="2104392"/>
                  </a:lnTo>
                  <a:lnTo>
                    <a:pt x="7112853" y="2132205"/>
                  </a:lnTo>
                  <a:lnTo>
                    <a:pt x="7113708" y="2176448"/>
                  </a:lnTo>
                  <a:lnTo>
                    <a:pt x="7114564" y="2168817"/>
                  </a:lnTo>
                  <a:lnTo>
                    <a:pt x="7115419" y="2236693"/>
                  </a:lnTo>
                  <a:lnTo>
                    <a:pt x="7116275" y="2280405"/>
                  </a:lnTo>
                  <a:lnTo>
                    <a:pt x="7117130" y="2215487"/>
                  </a:lnTo>
                  <a:lnTo>
                    <a:pt x="7117986" y="2138580"/>
                  </a:lnTo>
                  <a:lnTo>
                    <a:pt x="7118841" y="2148442"/>
                  </a:lnTo>
                  <a:lnTo>
                    <a:pt x="7119697" y="2151562"/>
                  </a:lnTo>
                  <a:lnTo>
                    <a:pt x="7120552" y="2016799"/>
                  </a:lnTo>
                  <a:lnTo>
                    <a:pt x="7121408" y="1899189"/>
                  </a:lnTo>
                  <a:lnTo>
                    <a:pt x="7122263" y="1914064"/>
                  </a:lnTo>
                  <a:lnTo>
                    <a:pt x="7123119" y="1914140"/>
                  </a:lnTo>
                  <a:lnTo>
                    <a:pt x="7123975" y="1913046"/>
                  </a:lnTo>
                  <a:lnTo>
                    <a:pt x="7124830" y="1954129"/>
                  </a:lnTo>
                  <a:lnTo>
                    <a:pt x="7125686" y="2049830"/>
                  </a:lnTo>
                  <a:lnTo>
                    <a:pt x="7126541" y="2102666"/>
                  </a:lnTo>
                  <a:lnTo>
                    <a:pt x="7127397" y="2040232"/>
                  </a:lnTo>
                  <a:lnTo>
                    <a:pt x="7128252" y="2057030"/>
                  </a:lnTo>
                  <a:lnTo>
                    <a:pt x="7129108" y="2125801"/>
                  </a:lnTo>
                  <a:lnTo>
                    <a:pt x="7129963" y="2149368"/>
                  </a:lnTo>
                  <a:lnTo>
                    <a:pt x="7130819" y="2156387"/>
                  </a:lnTo>
                  <a:lnTo>
                    <a:pt x="7131674" y="2161624"/>
                  </a:lnTo>
                  <a:lnTo>
                    <a:pt x="7132530" y="2185896"/>
                  </a:lnTo>
                  <a:lnTo>
                    <a:pt x="7133385" y="2194876"/>
                  </a:lnTo>
                  <a:lnTo>
                    <a:pt x="7134241" y="2121698"/>
                  </a:lnTo>
                  <a:lnTo>
                    <a:pt x="7135096" y="2044932"/>
                  </a:lnTo>
                  <a:lnTo>
                    <a:pt x="7135952" y="1961996"/>
                  </a:lnTo>
                  <a:lnTo>
                    <a:pt x="7136807" y="1918054"/>
                  </a:lnTo>
                  <a:lnTo>
                    <a:pt x="7137663" y="1937595"/>
                  </a:lnTo>
                  <a:lnTo>
                    <a:pt x="7138518" y="2019937"/>
                  </a:lnTo>
                  <a:lnTo>
                    <a:pt x="7139374" y="2110227"/>
                  </a:lnTo>
                  <a:lnTo>
                    <a:pt x="7140230" y="2201333"/>
                  </a:lnTo>
                  <a:lnTo>
                    <a:pt x="7141085" y="2310593"/>
                  </a:lnTo>
                  <a:lnTo>
                    <a:pt x="7141941" y="2422054"/>
                  </a:lnTo>
                  <a:lnTo>
                    <a:pt x="7142796" y="2543056"/>
                  </a:lnTo>
                  <a:lnTo>
                    <a:pt x="7143652" y="2606740"/>
                  </a:lnTo>
                  <a:lnTo>
                    <a:pt x="7144507" y="2609464"/>
                  </a:lnTo>
                  <a:lnTo>
                    <a:pt x="7145363" y="2595199"/>
                  </a:lnTo>
                  <a:lnTo>
                    <a:pt x="7146218" y="2650561"/>
                  </a:lnTo>
                  <a:lnTo>
                    <a:pt x="7147074" y="2717337"/>
                  </a:lnTo>
                  <a:lnTo>
                    <a:pt x="7147929" y="2665103"/>
                  </a:lnTo>
                  <a:lnTo>
                    <a:pt x="7148785" y="2669734"/>
                  </a:lnTo>
                  <a:lnTo>
                    <a:pt x="7149640" y="2738555"/>
                  </a:lnTo>
                  <a:lnTo>
                    <a:pt x="7150496" y="2789020"/>
                  </a:lnTo>
                  <a:lnTo>
                    <a:pt x="7151351" y="2774063"/>
                  </a:lnTo>
                  <a:lnTo>
                    <a:pt x="7152207" y="2754539"/>
                  </a:lnTo>
                  <a:lnTo>
                    <a:pt x="7153062" y="2780593"/>
                  </a:lnTo>
                  <a:lnTo>
                    <a:pt x="7153918" y="2722121"/>
                  </a:lnTo>
                  <a:lnTo>
                    <a:pt x="7154773" y="2655214"/>
                  </a:lnTo>
                  <a:lnTo>
                    <a:pt x="7155629" y="2607204"/>
                  </a:lnTo>
                  <a:lnTo>
                    <a:pt x="7156485" y="2577259"/>
                  </a:lnTo>
                  <a:lnTo>
                    <a:pt x="7157340" y="2517799"/>
                  </a:lnTo>
                  <a:lnTo>
                    <a:pt x="7158196" y="2469279"/>
                  </a:lnTo>
                  <a:lnTo>
                    <a:pt x="7159051" y="2453582"/>
                  </a:lnTo>
                  <a:lnTo>
                    <a:pt x="7159907" y="2414664"/>
                  </a:lnTo>
                  <a:lnTo>
                    <a:pt x="7160762" y="2356852"/>
                  </a:lnTo>
                  <a:lnTo>
                    <a:pt x="7161618" y="2269062"/>
                  </a:lnTo>
                  <a:lnTo>
                    <a:pt x="7162473" y="2294857"/>
                  </a:lnTo>
                  <a:lnTo>
                    <a:pt x="7163329" y="2368556"/>
                  </a:lnTo>
                  <a:lnTo>
                    <a:pt x="7164184" y="2389813"/>
                  </a:lnTo>
                  <a:lnTo>
                    <a:pt x="7165040" y="2421189"/>
                  </a:lnTo>
                  <a:lnTo>
                    <a:pt x="7165895" y="2480444"/>
                  </a:lnTo>
                  <a:lnTo>
                    <a:pt x="7166751" y="2541414"/>
                  </a:lnTo>
                  <a:lnTo>
                    <a:pt x="7167606" y="2473098"/>
                  </a:lnTo>
                  <a:lnTo>
                    <a:pt x="7168462" y="2390970"/>
                  </a:lnTo>
                  <a:lnTo>
                    <a:pt x="7169317" y="2382626"/>
                  </a:lnTo>
                  <a:lnTo>
                    <a:pt x="7170173" y="2472300"/>
                  </a:lnTo>
                  <a:lnTo>
                    <a:pt x="7171029" y="2560125"/>
                  </a:lnTo>
                  <a:lnTo>
                    <a:pt x="7171884" y="2628799"/>
                  </a:lnTo>
                  <a:lnTo>
                    <a:pt x="7172740" y="2697965"/>
                  </a:lnTo>
                  <a:lnTo>
                    <a:pt x="7173595" y="2750754"/>
                  </a:lnTo>
                  <a:lnTo>
                    <a:pt x="7174451" y="2783930"/>
                  </a:lnTo>
                  <a:lnTo>
                    <a:pt x="7175306" y="2728728"/>
                  </a:lnTo>
                  <a:lnTo>
                    <a:pt x="7176162" y="2678003"/>
                  </a:lnTo>
                  <a:lnTo>
                    <a:pt x="7177017" y="2666793"/>
                  </a:lnTo>
                  <a:lnTo>
                    <a:pt x="7177873" y="2668768"/>
                  </a:lnTo>
                  <a:lnTo>
                    <a:pt x="7178728" y="2716809"/>
                  </a:lnTo>
                  <a:lnTo>
                    <a:pt x="7179584" y="2738334"/>
                  </a:lnTo>
                  <a:lnTo>
                    <a:pt x="7180439" y="2698886"/>
                  </a:lnTo>
                  <a:lnTo>
                    <a:pt x="7181295" y="2740983"/>
                  </a:lnTo>
                  <a:lnTo>
                    <a:pt x="7182150" y="2781342"/>
                  </a:lnTo>
                  <a:lnTo>
                    <a:pt x="7183006" y="2738192"/>
                  </a:lnTo>
                  <a:lnTo>
                    <a:pt x="7183861" y="2687881"/>
                  </a:lnTo>
                  <a:lnTo>
                    <a:pt x="7184717" y="2635850"/>
                  </a:lnTo>
                  <a:lnTo>
                    <a:pt x="7185572" y="2703400"/>
                  </a:lnTo>
                  <a:lnTo>
                    <a:pt x="7186428" y="2678587"/>
                  </a:lnTo>
                  <a:lnTo>
                    <a:pt x="7187284" y="2583764"/>
                  </a:lnTo>
                  <a:lnTo>
                    <a:pt x="7188139" y="2608438"/>
                  </a:lnTo>
                  <a:lnTo>
                    <a:pt x="7188995" y="2574980"/>
                  </a:lnTo>
                  <a:lnTo>
                    <a:pt x="7189850" y="2621224"/>
                  </a:lnTo>
                  <a:lnTo>
                    <a:pt x="7190706" y="2675638"/>
                  </a:lnTo>
                  <a:lnTo>
                    <a:pt x="7191561" y="2711934"/>
                  </a:lnTo>
                  <a:lnTo>
                    <a:pt x="7192417" y="2720174"/>
                  </a:lnTo>
                  <a:lnTo>
                    <a:pt x="7193272" y="2645241"/>
                  </a:lnTo>
                  <a:lnTo>
                    <a:pt x="7194128" y="2545721"/>
                  </a:lnTo>
                  <a:lnTo>
                    <a:pt x="7194983" y="2483863"/>
                  </a:lnTo>
                  <a:lnTo>
                    <a:pt x="7195839" y="2394674"/>
                  </a:lnTo>
                  <a:lnTo>
                    <a:pt x="7196694" y="2372733"/>
                  </a:lnTo>
                  <a:lnTo>
                    <a:pt x="7197550" y="2434106"/>
                  </a:lnTo>
                  <a:lnTo>
                    <a:pt x="7198405" y="2525858"/>
                  </a:lnTo>
                  <a:lnTo>
                    <a:pt x="7199261" y="2671290"/>
                  </a:lnTo>
                  <a:lnTo>
                    <a:pt x="7200116" y="2753450"/>
                  </a:lnTo>
                  <a:lnTo>
                    <a:pt x="7200972" y="2754355"/>
                  </a:lnTo>
                  <a:lnTo>
                    <a:pt x="7201827" y="2696602"/>
                  </a:lnTo>
                  <a:lnTo>
                    <a:pt x="7202683" y="2652988"/>
                  </a:lnTo>
                  <a:lnTo>
                    <a:pt x="7203539" y="2661607"/>
                  </a:lnTo>
                  <a:lnTo>
                    <a:pt x="7204394" y="2609698"/>
                  </a:lnTo>
                  <a:lnTo>
                    <a:pt x="7205250" y="2499271"/>
                  </a:lnTo>
                  <a:lnTo>
                    <a:pt x="7206105" y="2416330"/>
                  </a:lnTo>
                  <a:lnTo>
                    <a:pt x="7206961" y="2311481"/>
                  </a:lnTo>
                  <a:lnTo>
                    <a:pt x="7207816" y="2258585"/>
                  </a:lnTo>
                  <a:lnTo>
                    <a:pt x="7208672" y="2270201"/>
                  </a:lnTo>
                  <a:lnTo>
                    <a:pt x="7209527" y="2272882"/>
                  </a:lnTo>
                  <a:lnTo>
                    <a:pt x="7210383" y="2334469"/>
                  </a:lnTo>
                  <a:lnTo>
                    <a:pt x="7211238" y="2434122"/>
                  </a:lnTo>
                  <a:lnTo>
                    <a:pt x="7212094" y="2505934"/>
                  </a:lnTo>
                  <a:lnTo>
                    <a:pt x="7212949" y="2482168"/>
                  </a:lnTo>
                  <a:lnTo>
                    <a:pt x="7213805" y="2433123"/>
                  </a:lnTo>
                  <a:lnTo>
                    <a:pt x="7214660" y="2488047"/>
                  </a:lnTo>
                  <a:lnTo>
                    <a:pt x="7215516" y="2474768"/>
                  </a:lnTo>
                  <a:lnTo>
                    <a:pt x="7216371" y="2475553"/>
                  </a:lnTo>
                  <a:lnTo>
                    <a:pt x="7217227" y="2606418"/>
                  </a:lnTo>
                  <a:lnTo>
                    <a:pt x="7218083" y="2762093"/>
                  </a:lnTo>
                  <a:lnTo>
                    <a:pt x="7218938" y="2852976"/>
                  </a:lnTo>
                  <a:lnTo>
                    <a:pt x="7219794" y="2858388"/>
                  </a:lnTo>
                  <a:lnTo>
                    <a:pt x="7220649" y="2847312"/>
                  </a:lnTo>
                  <a:lnTo>
                    <a:pt x="7221505" y="2790829"/>
                  </a:lnTo>
                  <a:lnTo>
                    <a:pt x="7222360" y="2736253"/>
                  </a:lnTo>
                  <a:lnTo>
                    <a:pt x="7223216" y="2685513"/>
                  </a:lnTo>
                  <a:lnTo>
                    <a:pt x="7224071" y="2617447"/>
                  </a:lnTo>
                  <a:lnTo>
                    <a:pt x="7224927" y="2609179"/>
                  </a:lnTo>
                  <a:lnTo>
                    <a:pt x="7225782" y="2645780"/>
                  </a:lnTo>
                  <a:lnTo>
                    <a:pt x="7226638" y="2679709"/>
                  </a:lnTo>
                  <a:lnTo>
                    <a:pt x="7227493" y="2567855"/>
                  </a:lnTo>
                  <a:lnTo>
                    <a:pt x="7228349" y="2411121"/>
                  </a:lnTo>
                  <a:lnTo>
                    <a:pt x="7229204" y="2270711"/>
                  </a:lnTo>
                  <a:lnTo>
                    <a:pt x="7230060" y="2147453"/>
                  </a:lnTo>
                  <a:lnTo>
                    <a:pt x="7230915" y="2035688"/>
                  </a:lnTo>
                  <a:lnTo>
                    <a:pt x="7231771" y="1981924"/>
                  </a:lnTo>
                  <a:lnTo>
                    <a:pt x="7232626" y="2003701"/>
                  </a:lnTo>
                  <a:lnTo>
                    <a:pt x="7233482" y="2007334"/>
                  </a:lnTo>
                  <a:lnTo>
                    <a:pt x="7234338" y="2070225"/>
                  </a:lnTo>
                  <a:lnTo>
                    <a:pt x="7235193" y="2171829"/>
                  </a:lnTo>
                  <a:lnTo>
                    <a:pt x="7236049" y="2279589"/>
                  </a:lnTo>
                  <a:lnTo>
                    <a:pt x="7236904" y="2369734"/>
                  </a:lnTo>
                  <a:lnTo>
                    <a:pt x="7237760" y="2451581"/>
                  </a:lnTo>
                  <a:lnTo>
                    <a:pt x="7238615" y="2555984"/>
                  </a:lnTo>
                  <a:lnTo>
                    <a:pt x="7239471" y="2651733"/>
                  </a:lnTo>
                  <a:lnTo>
                    <a:pt x="7240326" y="2713589"/>
                  </a:lnTo>
                  <a:lnTo>
                    <a:pt x="7241182" y="2759895"/>
                  </a:lnTo>
                  <a:lnTo>
                    <a:pt x="7242037" y="2769259"/>
                  </a:lnTo>
                  <a:lnTo>
                    <a:pt x="7242893" y="2765508"/>
                  </a:lnTo>
                  <a:lnTo>
                    <a:pt x="7243748" y="2789626"/>
                  </a:lnTo>
                  <a:lnTo>
                    <a:pt x="7244604" y="2772544"/>
                  </a:lnTo>
                  <a:lnTo>
                    <a:pt x="7245459" y="2679972"/>
                  </a:lnTo>
                  <a:lnTo>
                    <a:pt x="7246315" y="2579648"/>
                  </a:lnTo>
                  <a:lnTo>
                    <a:pt x="7247170" y="2470053"/>
                  </a:lnTo>
                  <a:lnTo>
                    <a:pt x="7248026" y="2367948"/>
                  </a:lnTo>
                  <a:lnTo>
                    <a:pt x="7248881" y="2247547"/>
                  </a:lnTo>
                  <a:lnTo>
                    <a:pt x="7249737" y="2148419"/>
                  </a:lnTo>
                  <a:lnTo>
                    <a:pt x="7250593" y="2103914"/>
                  </a:lnTo>
                  <a:lnTo>
                    <a:pt x="7251448" y="2037354"/>
                  </a:lnTo>
                  <a:lnTo>
                    <a:pt x="7252304" y="2027792"/>
                  </a:lnTo>
                  <a:lnTo>
                    <a:pt x="7253159" y="2099922"/>
                  </a:lnTo>
                  <a:lnTo>
                    <a:pt x="7254015" y="2216888"/>
                  </a:lnTo>
                  <a:lnTo>
                    <a:pt x="7254870" y="2271169"/>
                  </a:lnTo>
                  <a:lnTo>
                    <a:pt x="7255726" y="2294057"/>
                  </a:lnTo>
                  <a:lnTo>
                    <a:pt x="7256581" y="2312650"/>
                  </a:lnTo>
                  <a:lnTo>
                    <a:pt x="7257437" y="2332215"/>
                  </a:lnTo>
                  <a:lnTo>
                    <a:pt x="7258292" y="2339198"/>
                  </a:lnTo>
                  <a:lnTo>
                    <a:pt x="7259148" y="2300518"/>
                  </a:lnTo>
                  <a:lnTo>
                    <a:pt x="7260003" y="2266806"/>
                  </a:lnTo>
                  <a:lnTo>
                    <a:pt x="7260859" y="2269794"/>
                  </a:lnTo>
                  <a:lnTo>
                    <a:pt x="7261714" y="2325681"/>
                  </a:lnTo>
                  <a:lnTo>
                    <a:pt x="7262570" y="2320408"/>
                  </a:lnTo>
                  <a:lnTo>
                    <a:pt x="7263425" y="2274659"/>
                  </a:lnTo>
                  <a:lnTo>
                    <a:pt x="7264281" y="2275691"/>
                  </a:lnTo>
                  <a:lnTo>
                    <a:pt x="7265137" y="2333557"/>
                  </a:lnTo>
                  <a:lnTo>
                    <a:pt x="7265992" y="2410321"/>
                  </a:lnTo>
                  <a:lnTo>
                    <a:pt x="7266848" y="2531074"/>
                  </a:lnTo>
                  <a:lnTo>
                    <a:pt x="7267703" y="2686578"/>
                  </a:lnTo>
                  <a:lnTo>
                    <a:pt x="7268559" y="2730593"/>
                  </a:lnTo>
                  <a:lnTo>
                    <a:pt x="7269414" y="2757982"/>
                  </a:lnTo>
                  <a:lnTo>
                    <a:pt x="7270270" y="2762777"/>
                  </a:lnTo>
                  <a:lnTo>
                    <a:pt x="7271125" y="2665448"/>
                  </a:lnTo>
                  <a:lnTo>
                    <a:pt x="7271981" y="2454543"/>
                  </a:lnTo>
                  <a:lnTo>
                    <a:pt x="7272836" y="2216174"/>
                  </a:lnTo>
                  <a:lnTo>
                    <a:pt x="7273692" y="2137478"/>
                  </a:lnTo>
                  <a:lnTo>
                    <a:pt x="7274547" y="2144488"/>
                  </a:lnTo>
                  <a:lnTo>
                    <a:pt x="7275403" y="2112970"/>
                  </a:lnTo>
                  <a:lnTo>
                    <a:pt x="7276258" y="2015950"/>
                  </a:lnTo>
                  <a:lnTo>
                    <a:pt x="7277114" y="1984010"/>
                  </a:lnTo>
                  <a:lnTo>
                    <a:pt x="7277969" y="2059228"/>
                  </a:lnTo>
                  <a:lnTo>
                    <a:pt x="7278825" y="2089350"/>
                  </a:lnTo>
                  <a:lnTo>
                    <a:pt x="7279680" y="2020352"/>
                  </a:lnTo>
                  <a:lnTo>
                    <a:pt x="7280536" y="2030524"/>
                  </a:lnTo>
                  <a:lnTo>
                    <a:pt x="7281392" y="2238630"/>
                  </a:lnTo>
                  <a:lnTo>
                    <a:pt x="7282247" y="2448774"/>
                  </a:lnTo>
                  <a:lnTo>
                    <a:pt x="7283103" y="2611138"/>
                  </a:lnTo>
                  <a:lnTo>
                    <a:pt x="7283958" y="2707357"/>
                  </a:lnTo>
                  <a:lnTo>
                    <a:pt x="7284814" y="2718107"/>
                  </a:lnTo>
                  <a:lnTo>
                    <a:pt x="7285669" y="2704058"/>
                  </a:lnTo>
                  <a:lnTo>
                    <a:pt x="7286525" y="2654310"/>
                  </a:lnTo>
                  <a:lnTo>
                    <a:pt x="7287380" y="2538608"/>
                  </a:lnTo>
                  <a:lnTo>
                    <a:pt x="7288236" y="2410888"/>
                  </a:lnTo>
                  <a:lnTo>
                    <a:pt x="7289091" y="2311656"/>
                  </a:lnTo>
                  <a:lnTo>
                    <a:pt x="7289947" y="2307613"/>
                  </a:lnTo>
                  <a:lnTo>
                    <a:pt x="7290802" y="2315097"/>
                  </a:lnTo>
                  <a:lnTo>
                    <a:pt x="7291658" y="2206206"/>
                  </a:lnTo>
                  <a:lnTo>
                    <a:pt x="7292513" y="2105063"/>
                  </a:lnTo>
                  <a:lnTo>
                    <a:pt x="7293369" y="2017832"/>
                  </a:lnTo>
                  <a:lnTo>
                    <a:pt x="7294224" y="1985879"/>
                  </a:lnTo>
                  <a:lnTo>
                    <a:pt x="7295080" y="1927478"/>
                  </a:lnTo>
                  <a:lnTo>
                    <a:pt x="7295935" y="1830726"/>
                  </a:lnTo>
                  <a:lnTo>
                    <a:pt x="7296791" y="1844898"/>
                  </a:lnTo>
                  <a:lnTo>
                    <a:pt x="7297647" y="1907894"/>
                  </a:lnTo>
                  <a:lnTo>
                    <a:pt x="7298502" y="1982681"/>
                  </a:lnTo>
                  <a:lnTo>
                    <a:pt x="7299358" y="2068654"/>
                  </a:lnTo>
                  <a:lnTo>
                    <a:pt x="7300213" y="2131852"/>
                  </a:lnTo>
                  <a:lnTo>
                    <a:pt x="7301069" y="2228431"/>
                  </a:lnTo>
                  <a:lnTo>
                    <a:pt x="7301924" y="2319207"/>
                  </a:lnTo>
                  <a:lnTo>
                    <a:pt x="7302780" y="2365120"/>
                  </a:lnTo>
                  <a:lnTo>
                    <a:pt x="7303635" y="2349146"/>
                  </a:lnTo>
                  <a:lnTo>
                    <a:pt x="7304491" y="2273312"/>
                  </a:lnTo>
                  <a:lnTo>
                    <a:pt x="7305346" y="2259950"/>
                  </a:lnTo>
                  <a:lnTo>
                    <a:pt x="7306202" y="2158572"/>
                  </a:lnTo>
                  <a:lnTo>
                    <a:pt x="7307057" y="1991935"/>
                  </a:lnTo>
                  <a:lnTo>
                    <a:pt x="7307913" y="1823204"/>
                  </a:lnTo>
                  <a:lnTo>
                    <a:pt x="7308768" y="1770845"/>
                  </a:lnTo>
                  <a:lnTo>
                    <a:pt x="7309624" y="1781560"/>
                  </a:lnTo>
                  <a:lnTo>
                    <a:pt x="7310479" y="1787524"/>
                  </a:lnTo>
                  <a:lnTo>
                    <a:pt x="7311335" y="1883106"/>
                  </a:lnTo>
                  <a:lnTo>
                    <a:pt x="7312190" y="2014585"/>
                  </a:lnTo>
                  <a:lnTo>
                    <a:pt x="7313046" y="2220915"/>
                  </a:lnTo>
                  <a:lnTo>
                    <a:pt x="7313902" y="2252620"/>
                  </a:lnTo>
                  <a:lnTo>
                    <a:pt x="7314757" y="2275120"/>
                  </a:lnTo>
                  <a:lnTo>
                    <a:pt x="7315613" y="2310721"/>
                  </a:lnTo>
                  <a:lnTo>
                    <a:pt x="7316468" y="2361981"/>
                  </a:lnTo>
                  <a:lnTo>
                    <a:pt x="7317324" y="2413110"/>
                  </a:lnTo>
                  <a:lnTo>
                    <a:pt x="7318179" y="2362111"/>
                  </a:lnTo>
                  <a:lnTo>
                    <a:pt x="7319035" y="2362259"/>
                  </a:lnTo>
                  <a:lnTo>
                    <a:pt x="7319890" y="2305184"/>
                  </a:lnTo>
                  <a:lnTo>
                    <a:pt x="7320746" y="2255885"/>
                  </a:lnTo>
                  <a:lnTo>
                    <a:pt x="7321601" y="2152832"/>
                  </a:lnTo>
                  <a:lnTo>
                    <a:pt x="7322457" y="2020979"/>
                  </a:lnTo>
                  <a:lnTo>
                    <a:pt x="7323312" y="1981703"/>
                  </a:lnTo>
                  <a:lnTo>
                    <a:pt x="7324168" y="2022928"/>
                  </a:lnTo>
                  <a:lnTo>
                    <a:pt x="7325023" y="2065758"/>
                  </a:lnTo>
                  <a:lnTo>
                    <a:pt x="7325879" y="2023981"/>
                  </a:lnTo>
                  <a:lnTo>
                    <a:pt x="7326734" y="1995109"/>
                  </a:lnTo>
                  <a:lnTo>
                    <a:pt x="7327590" y="1965673"/>
                  </a:lnTo>
                  <a:lnTo>
                    <a:pt x="7328446" y="1923176"/>
                  </a:lnTo>
                  <a:lnTo>
                    <a:pt x="7329301" y="1906973"/>
                  </a:lnTo>
                  <a:lnTo>
                    <a:pt x="7330157" y="2013960"/>
                  </a:lnTo>
                  <a:lnTo>
                    <a:pt x="7331012" y="2118561"/>
                  </a:lnTo>
                  <a:lnTo>
                    <a:pt x="7331868" y="2172671"/>
                  </a:lnTo>
                  <a:lnTo>
                    <a:pt x="7332723" y="2245505"/>
                  </a:lnTo>
                  <a:lnTo>
                    <a:pt x="7333579" y="2294020"/>
                  </a:lnTo>
                  <a:lnTo>
                    <a:pt x="7334434" y="2258238"/>
                  </a:lnTo>
                  <a:lnTo>
                    <a:pt x="7335290" y="2209672"/>
                  </a:lnTo>
                  <a:lnTo>
                    <a:pt x="7336145" y="2239251"/>
                  </a:lnTo>
                  <a:lnTo>
                    <a:pt x="7337001" y="2338637"/>
                  </a:lnTo>
                  <a:lnTo>
                    <a:pt x="7337856" y="2429015"/>
                  </a:lnTo>
                  <a:lnTo>
                    <a:pt x="7338712" y="2536491"/>
                  </a:lnTo>
                  <a:lnTo>
                    <a:pt x="7339567" y="2591977"/>
                  </a:lnTo>
                  <a:lnTo>
                    <a:pt x="7340423" y="2532880"/>
                  </a:lnTo>
                  <a:lnTo>
                    <a:pt x="7341278" y="2513707"/>
                  </a:lnTo>
                  <a:lnTo>
                    <a:pt x="7342134" y="2479830"/>
                  </a:lnTo>
                  <a:lnTo>
                    <a:pt x="7342989" y="2446155"/>
                  </a:lnTo>
                  <a:lnTo>
                    <a:pt x="7343845" y="2471063"/>
                  </a:lnTo>
                  <a:lnTo>
                    <a:pt x="7344701" y="2585947"/>
                  </a:lnTo>
                  <a:lnTo>
                    <a:pt x="7345556" y="2679559"/>
                  </a:lnTo>
                  <a:lnTo>
                    <a:pt x="7346412" y="2671239"/>
                  </a:lnTo>
                  <a:lnTo>
                    <a:pt x="7347267" y="2651679"/>
                  </a:lnTo>
                  <a:lnTo>
                    <a:pt x="7348123" y="2648635"/>
                  </a:lnTo>
                  <a:lnTo>
                    <a:pt x="7348978" y="2634134"/>
                  </a:lnTo>
                  <a:lnTo>
                    <a:pt x="7349834" y="2636834"/>
                  </a:lnTo>
                  <a:lnTo>
                    <a:pt x="7350689" y="2692799"/>
                  </a:lnTo>
                  <a:lnTo>
                    <a:pt x="7351545" y="2781717"/>
                  </a:lnTo>
                  <a:lnTo>
                    <a:pt x="7352400" y="2838670"/>
                  </a:lnTo>
                  <a:lnTo>
                    <a:pt x="7353256" y="2862838"/>
                  </a:lnTo>
                  <a:lnTo>
                    <a:pt x="7354111" y="2814489"/>
                  </a:lnTo>
                  <a:lnTo>
                    <a:pt x="7354967" y="2748804"/>
                  </a:lnTo>
                  <a:lnTo>
                    <a:pt x="7355822" y="2689784"/>
                  </a:lnTo>
                  <a:lnTo>
                    <a:pt x="7356678" y="2606259"/>
                  </a:lnTo>
                  <a:lnTo>
                    <a:pt x="7357533" y="2593932"/>
                  </a:lnTo>
                  <a:lnTo>
                    <a:pt x="7358389" y="2633749"/>
                  </a:lnTo>
                  <a:lnTo>
                    <a:pt x="7359244" y="2679000"/>
                  </a:lnTo>
                  <a:lnTo>
                    <a:pt x="7360100" y="2669684"/>
                  </a:lnTo>
                  <a:lnTo>
                    <a:pt x="7360956" y="2631748"/>
                  </a:lnTo>
                  <a:lnTo>
                    <a:pt x="7361811" y="2652971"/>
                  </a:lnTo>
                  <a:lnTo>
                    <a:pt x="7362667" y="2684182"/>
                  </a:lnTo>
                  <a:lnTo>
                    <a:pt x="7363522" y="2725945"/>
                  </a:lnTo>
                  <a:lnTo>
                    <a:pt x="7364378" y="2787072"/>
                  </a:lnTo>
                  <a:lnTo>
                    <a:pt x="7365233" y="2874146"/>
                  </a:lnTo>
                  <a:lnTo>
                    <a:pt x="7366089" y="2975150"/>
                  </a:lnTo>
                  <a:lnTo>
                    <a:pt x="7366944" y="3045094"/>
                  </a:lnTo>
                  <a:lnTo>
                    <a:pt x="7367800" y="3107584"/>
                  </a:lnTo>
                  <a:lnTo>
                    <a:pt x="7368655" y="3116972"/>
                  </a:lnTo>
                  <a:lnTo>
                    <a:pt x="7368655" y="3116972"/>
                  </a:lnTo>
                  <a:lnTo>
                    <a:pt x="7369511" y="3116972"/>
                  </a:lnTo>
                  <a:lnTo>
                    <a:pt x="7370366" y="3116972"/>
                  </a:lnTo>
                  <a:lnTo>
                    <a:pt x="7371222" y="3116972"/>
                  </a:lnTo>
                  <a:lnTo>
                    <a:pt x="7372077" y="3116972"/>
                  </a:lnTo>
                  <a:lnTo>
                    <a:pt x="7372933" y="3116972"/>
                  </a:lnTo>
                  <a:lnTo>
                    <a:pt x="7373788" y="3116972"/>
                  </a:lnTo>
                  <a:lnTo>
                    <a:pt x="7374644" y="3116972"/>
                  </a:lnTo>
                  <a:lnTo>
                    <a:pt x="7375500" y="3116972"/>
                  </a:lnTo>
                  <a:lnTo>
                    <a:pt x="7376355" y="3116972"/>
                  </a:lnTo>
                  <a:lnTo>
                    <a:pt x="7377211" y="3116972"/>
                  </a:lnTo>
                  <a:lnTo>
                    <a:pt x="7378066" y="3109877"/>
                  </a:lnTo>
                  <a:lnTo>
                    <a:pt x="7378922" y="3116972"/>
                  </a:lnTo>
                  <a:lnTo>
                    <a:pt x="7378922" y="3116972"/>
                  </a:lnTo>
                  <a:lnTo>
                    <a:pt x="7379777" y="3116972"/>
                  </a:lnTo>
                  <a:lnTo>
                    <a:pt x="7380633" y="3112295"/>
                  </a:lnTo>
                  <a:lnTo>
                    <a:pt x="7381488" y="3078287"/>
                  </a:lnTo>
                  <a:lnTo>
                    <a:pt x="7382344" y="3036001"/>
                  </a:lnTo>
                  <a:lnTo>
                    <a:pt x="7383199" y="3006115"/>
                  </a:lnTo>
                  <a:lnTo>
                    <a:pt x="7384055" y="2998931"/>
                  </a:lnTo>
                  <a:lnTo>
                    <a:pt x="7384910" y="2998931"/>
                  </a:lnTo>
                  <a:lnTo>
                    <a:pt x="7385766" y="3003699"/>
                  </a:lnTo>
                  <a:lnTo>
                    <a:pt x="7386621" y="3037708"/>
                  </a:lnTo>
                  <a:lnTo>
                    <a:pt x="7387477" y="3069437"/>
                  </a:lnTo>
                  <a:lnTo>
                    <a:pt x="7388332" y="3071586"/>
                  </a:lnTo>
                  <a:lnTo>
                    <a:pt x="7389188" y="3071586"/>
                  </a:lnTo>
                  <a:lnTo>
                    <a:pt x="7390043" y="3071586"/>
                  </a:lnTo>
                  <a:lnTo>
                    <a:pt x="7390899" y="3073904"/>
                  </a:lnTo>
                  <a:lnTo>
                    <a:pt x="7391755" y="3101556"/>
                  </a:lnTo>
                  <a:lnTo>
                    <a:pt x="7392610" y="3116972"/>
                  </a:lnTo>
                  <a:lnTo>
                    <a:pt x="7392610" y="3116972"/>
                  </a:lnTo>
                  <a:lnTo>
                    <a:pt x="7393466" y="3116972"/>
                  </a:lnTo>
                  <a:lnTo>
                    <a:pt x="7394321" y="3116972"/>
                  </a:lnTo>
                  <a:lnTo>
                    <a:pt x="7395177" y="3116972"/>
                  </a:lnTo>
                  <a:lnTo>
                    <a:pt x="7396032" y="3070536"/>
                  </a:lnTo>
                  <a:lnTo>
                    <a:pt x="7396888" y="2970217"/>
                  </a:lnTo>
                  <a:lnTo>
                    <a:pt x="7397743" y="2851099"/>
                  </a:lnTo>
                  <a:lnTo>
                    <a:pt x="7398599" y="2721572"/>
                  </a:lnTo>
                  <a:lnTo>
                    <a:pt x="7399454" y="2620040"/>
                  </a:lnTo>
                  <a:lnTo>
                    <a:pt x="7400310" y="2573570"/>
                  </a:lnTo>
                  <a:lnTo>
                    <a:pt x="7401165" y="2603096"/>
                  </a:lnTo>
                  <a:lnTo>
                    <a:pt x="7402021" y="2666723"/>
                  </a:lnTo>
                  <a:lnTo>
                    <a:pt x="7402876" y="2661617"/>
                  </a:lnTo>
                  <a:lnTo>
                    <a:pt x="7403732" y="2625261"/>
                  </a:lnTo>
                  <a:lnTo>
                    <a:pt x="7404587" y="2664814"/>
                  </a:lnTo>
                  <a:lnTo>
                    <a:pt x="7405443" y="2738885"/>
                  </a:lnTo>
                  <a:lnTo>
                    <a:pt x="7406298" y="2694716"/>
                  </a:lnTo>
                  <a:lnTo>
                    <a:pt x="7407154" y="2609288"/>
                  </a:lnTo>
                  <a:lnTo>
                    <a:pt x="7408010" y="2699111"/>
                  </a:lnTo>
                  <a:lnTo>
                    <a:pt x="7408865" y="2759226"/>
                  </a:lnTo>
                  <a:lnTo>
                    <a:pt x="7409721" y="2698092"/>
                  </a:lnTo>
                  <a:lnTo>
                    <a:pt x="7410576" y="2624149"/>
                  </a:lnTo>
                  <a:lnTo>
                    <a:pt x="7411432" y="2694877"/>
                  </a:lnTo>
                  <a:lnTo>
                    <a:pt x="7412287" y="2758682"/>
                  </a:lnTo>
                  <a:lnTo>
                    <a:pt x="7413143" y="2671635"/>
                  </a:lnTo>
                  <a:lnTo>
                    <a:pt x="7413998" y="2673681"/>
                  </a:lnTo>
                  <a:lnTo>
                    <a:pt x="7414854" y="2745392"/>
                  </a:lnTo>
                  <a:lnTo>
                    <a:pt x="7415709" y="2796993"/>
                  </a:lnTo>
                  <a:lnTo>
                    <a:pt x="7416565" y="2735420"/>
                  </a:lnTo>
                  <a:lnTo>
                    <a:pt x="7417420" y="2713481"/>
                  </a:lnTo>
                  <a:lnTo>
                    <a:pt x="7418276" y="2792776"/>
                  </a:lnTo>
                  <a:lnTo>
                    <a:pt x="7419131" y="2864978"/>
                  </a:lnTo>
                  <a:lnTo>
                    <a:pt x="7419987" y="2903779"/>
                  </a:lnTo>
                  <a:lnTo>
                    <a:pt x="7420842" y="2861341"/>
                  </a:lnTo>
                  <a:lnTo>
                    <a:pt x="7421698" y="2863580"/>
                  </a:lnTo>
                  <a:lnTo>
                    <a:pt x="7422554" y="2852240"/>
                  </a:lnTo>
                  <a:lnTo>
                    <a:pt x="7423409" y="2835682"/>
                  </a:lnTo>
                  <a:lnTo>
                    <a:pt x="7424265" y="2832760"/>
                  </a:lnTo>
                  <a:lnTo>
                    <a:pt x="7425120" y="2796786"/>
                  </a:lnTo>
                  <a:lnTo>
                    <a:pt x="7425976" y="2830499"/>
                  </a:lnTo>
                  <a:lnTo>
                    <a:pt x="7426831" y="2898358"/>
                  </a:lnTo>
                  <a:lnTo>
                    <a:pt x="7427687" y="2962299"/>
                  </a:lnTo>
                  <a:lnTo>
                    <a:pt x="7428542" y="3002925"/>
                  </a:lnTo>
                  <a:lnTo>
                    <a:pt x="7429398" y="2966108"/>
                  </a:lnTo>
                  <a:lnTo>
                    <a:pt x="7430253" y="2973904"/>
                  </a:lnTo>
                  <a:lnTo>
                    <a:pt x="7431109" y="3015664"/>
                  </a:lnTo>
                  <a:lnTo>
                    <a:pt x="7431964" y="2959708"/>
                  </a:lnTo>
                  <a:lnTo>
                    <a:pt x="7432820" y="2872700"/>
                  </a:lnTo>
                  <a:lnTo>
                    <a:pt x="7433675" y="2771882"/>
                  </a:lnTo>
                  <a:lnTo>
                    <a:pt x="7434531" y="2746237"/>
                  </a:lnTo>
                  <a:lnTo>
                    <a:pt x="7435386" y="2767014"/>
                  </a:lnTo>
                  <a:lnTo>
                    <a:pt x="7436242" y="2699660"/>
                  </a:lnTo>
                  <a:lnTo>
                    <a:pt x="7437097" y="2649295"/>
                  </a:lnTo>
                  <a:lnTo>
                    <a:pt x="7437953" y="2674601"/>
                  </a:lnTo>
                  <a:lnTo>
                    <a:pt x="7438809" y="2771352"/>
                  </a:lnTo>
                  <a:lnTo>
                    <a:pt x="7439664" y="2853169"/>
                  </a:lnTo>
                  <a:lnTo>
                    <a:pt x="7440520" y="2871683"/>
                  </a:lnTo>
                  <a:lnTo>
                    <a:pt x="7441375" y="2894046"/>
                  </a:lnTo>
                  <a:lnTo>
                    <a:pt x="7442231" y="2984466"/>
                  </a:lnTo>
                  <a:lnTo>
                    <a:pt x="7443086" y="3020753"/>
                  </a:lnTo>
                  <a:lnTo>
                    <a:pt x="7443942" y="2928283"/>
                  </a:lnTo>
                  <a:lnTo>
                    <a:pt x="7444797" y="2845917"/>
                  </a:lnTo>
                  <a:lnTo>
                    <a:pt x="7445653" y="2822835"/>
                  </a:lnTo>
                  <a:lnTo>
                    <a:pt x="7446508" y="2825842"/>
                  </a:lnTo>
                  <a:lnTo>
                    <a:pt x="7447364" y="2814893"/>
                  </a:lnTo>
                  <a:lnTo>
                    <a:pt x="7448219" y="2799217"/>
                  </a:lnTo>
                  <a:lnTo>
                    <a:pt x="7449075" y="2805626"/>
                  </a:lnTo>
                  <a:lnTo>
                    <a:pt x="7449930" y="2735077"/>
                  </a:lnTo>
                  <a:lnTo>
                    <a:pt x="7450786" y="2664418"/>
                  </a:lnTo>
                  <a:lnTo>
                    <a:pt x="7451641" y="2623338"/>
                  </a:lnTo>
                  <a:lnTo>
                    <a:pt x="7452497" y="2562576"/>
                  </a:lnTo>
                  <a:lnTo>
                    <a:pt x="7453352" y="2481402"/>
                  </a:lnTo>
                  <a:lnTo>
                    <a:pt x="7454208" y="2434225"/>
                  </a:lnTo>
                  <a:lnTo>
                    <a:pt x="7455064" y="2409781"/>
                  </a:lnTo>
                  <a:lnTo>
                    <a:pt x="7455919" y="2388239"/>
                  </a:lnTo>
                  <a:lnTo>
                    <a:pt x="7456775" y="2427558"/>
                  </a:lnTo>
                  <a:lnTo>
                    <a:pt x="7457630" y="2448816"/>
                  </a:lnTo>
                  <a:lnTo>
                    <a:pt x="7458486" y="2484976"/>
                  </a:lnTo>
                  <a:lnTo>
                    <a:pt x="7459341" y="2474719"/>
                  </a:lnTo>
                  <a:lnTo>
                    <a:pt x="7460197" y="2477577"/>
                  </a:lnTo>
                  <a:lnTo>
                    <a:pt x="7461052" y="2511385"/>
                  </a:lnTo>
                  <a:lnTo>
                    <a:pt x="7461908" y="2483790"/>
                  </a:lnTo>
                  <a:lnTo>
                    <a:pt x="7462763" y="2468785"/>
                  </a:lnTo>
                  <a:lnTo>
                    <a:pt x="7463619" y="2500824"/>
                  </a:lnTo>
                  <a:lnTo>
                    <a:pt x="7464474" y="2644880"/>
                  </a:lnTo>
                  <a:lnTo>
                    <a:pt x="7465330" y="2809666"/>
                  </a:lnTo>
                  <a:lnTo>
                    <a:pt x="7466185" y="2835596"/>
                  </a:lnTo>
                  <a:lnTo>
                    <a:pt x="7467041" y="2871911"/>
                  </a:lnTo>
                  <a:lnTo>
                    <a:pt x="7467896" y="2934867"/>
                  </a:lnTo>
                  <a:lnTo>
                    <a:pt x="7468752" y="2929081"/>
                  </a:lnTo>
                  <a:lnTo>
                    <a:pt x="7469608" y="2862917"/>
                  </a:lnTo>
                  <a:lnTo>
                    <a:pt x="7470463" y="2813052"/>
                  </a:lnTo>
                  <a:lnTo>
                    <a:pt x="7471319" y="2845120"/>
                  </a:lnTo>
                  <a:lnTo>
                    <a:pt x="7472174" y="2831604"/>
                  </a:lnTo>
                  <a:lnTo>
                    <a:pt x="7473030" y="2791828"/>
                  </a:lnTo>
                  <a:lnTo>
                    <a:pt x="7473885" y="2818529"/>
                  </a:lnTo>
                  <a:lnTo>
                    <a:pt x="7474741" y="2873599"/>
                  </a:lnTo>
                  <a:lnTo>
                    <a:pt x="7475596" y="2910991"/>
                  </a:lnTo>
                  <a:lnTo>
                    <a:pt x="7476452" y="2869666"/>
                  </a:lnTo>
                  <a:lnTo>
                    <a:pt x="7477307" y="2829442"/>
                  </a:lnTo>
                  <a:lnTo>
                    <a:pt x="7478163" y="2835975"/>
                  </a:lnTo>
                  <a:lnTo>
                    <a:pt x="7479018" y="2862828"/>
                  </a:lnTo>
                  <a:lnTo>
                    <a:pt x="7479874" y="2873361"/>
                  </a:lnTo>
                  <a:lnTo>
                    <a:pt x="7480729" y="2882988"/>
                  </a:lnTo>
                  <a:lnTo>
                    <a:pt x="7481585" y="2936225"/>
                  </a:lnTo>
                  <a:lnTo>
                    <a:pt x="7482440" y="3013246"/>
                  </a:lnTo>
                  <a:lnTo>
                    <a:pt x="7483296" y="3043610"/>
                  </a:lnTo>
                  <a:lnTo>
                    <a:pt x="7484151" y="3029132"/>
                  </a:lnTo>
                  <a:lnTo>
                    <a:pt x="7485007" y="3044025"/>
                  </a:lnTo>
                  <a:lnTo>
                    <a:pt x="7485863" y="3050661"/>
                  </a:lnTo>
                  <a:lnTo>
                    <a:pt x="7486718" y="3039958"/>
                  </a:lnTo>
                  <a:lnTo>
                    <a:pt x="7487574" y="3021271"/>
                  </a:lnTo>
                  <a:lnTo>
                    <a:pt x="7488429" y="3042948"/>
                  </a:lnTo>
                  <a:lnTo>
                    <a:pt x="7489285" y="3063724"/>
                  </a:lnTo>
                  <a:lnTo>
                    <a:pt x="7490140" y="3073110"/>
                  </a:lnTo>
                  <a:lnTo>
                    <a:pt x="7490996" y="3087443"/>
                  </a:lnTo>
                  <a:lnTo>
                    <a:pt x="7491851" y="3098146"/>
                  </a:lnTo>
                  <a:lnTo>
                    <a:pt x="7492707" y="3116833"/>
                  </a:lnTo>
                  <a:lnTo>
                    <a:pt x="7493562" y="3116834"/>
                  </a:lnTo>
                  <a:lnTo>
                    <a:pt x="7494418" y="3116834"/>
                  </a:lnTo>
                  <a:lnTo>
                    <a:pt x="7495273" y="3092558"/>
                  </a:lnTo>
                  <a:lnTo>
                    <a:pt x="7496129" y="3071586"/>
                  </a:lnTo>
                  <a:lnTo>
                    <a:pt x="7496984" y="3081545"/>
                  </a:lnTo>
                  <a:lnTo>
                    <a:pt x="7497840" y="3077867"/>
                  </a:lnTo>
                  <a:lnTo>
                    <a:pt x="7498695" y="3040944"/>
                  </a:lnTo>
                  <a:lnTo>
                    <a:pt x="7499551" y="2939132"/>
                  </a:lnTo>
                  <a:lnTo>
                    <a:pt x="7500406" y="2858580"/>
                  </a:lnTo>
                  <a:lnTo>
                    <a:pt x="7501262" y="2858581"/>
                  </a:lnTo>
                  <a:lnTo>
                    <a:pt x="7502118" y="2848622"/>
                  </a:lnTo>
                  <a:lnTo>
                    <a:pt x="7502973" y="2852300"/>
                  </a:lnTo>
                  <a:lnTo>
                    <a:pt x="7503829" y="2889223"/>
                  </a:lnTo>
                  <a:lnTo>
                    <a:pt x="7504684" y="2991034"/>
                  </a:lnTo>
                  <a:lnTo>
                    <a:pt x="7505540" y="3074742"/>
                  </a:lnTo>
                  <a:lnTo>
                    <a:pt x="7506395" y="3041138"/>
                  </a:lnTo>
                  <a:lnTo>
                    <a:pt x="7507251" y="3004999"/>
                  </a:lnTo>
                  <a:lnTo>
                    <a:pt x="7508106" y="3004180"/>
                  </a:lnTo>
                  <a:lnTo>
                    <a:pt x="7508962" y="2937558"/>
                  </a:lnTo>
                  <a:lnTo>
                    <a:pt x="7509817" y="2879686"/>
                  </a:lnTo>
                  <a:lnTo>
                    <a:pt x="7510673" y="2807757"/>
                  </a:lnTo>
                  <a:lnTo>
                    <a:pt x="7511528" y="2819016"/>
                  </a:lnTo>
                  <a:lnTo>
                    <a:pt x="7512384" y="2849870"/>
                  </a:lnTo>
                  <a:lnTo>
                    <a:pt x="7513239" y="2844068"/>
                  </a:lnTo>
                  <a:lnTo>
                    <a:pt x="7514095" y="2910691"/>
                  </a:lnTo>
                  <a:lnTo>
                    <a:pt x="7514950" y="2968563"/>
                  </a:lnTo>
                  <a:lnTo>
                    <a:pt x="7515806" y="3053439"/>
                  </a:lnTo>
                  <a:lnTo>
                    <a:pt x="7516662" y="3103064"/>
                  </a:lnTo>
                  <a:lnTo>
                    <a:pt x="7517517" y="3110440"/>
                  </a:lnTo>
                  <a:lnTo>
                    <a:pt x="7518373" y="3116972"/>
                  </a:lnTo>
                  <a:lnTo>
                    <a:pt x="7518373" y="3116972"/>
                  </a:lnTo>
                  <a:lnTo>
                    <a:pt x="7519228" y="3091355"/>
                  </a:lnTo>
                  <a:lnTo>
                    <a:pt x="7520084" y="3013712"/>
                  </a:lnTo>
                  <a:lnTo>
                    <a:pt x="7520939" y="2940861"/>
                  </a:lnTo>
                  <a:lnTo>
                    <a:pt x="7521795" y="2873615"/>
                  </a:lnTo>
                  <a:lnTo>
                    <a:pt x="7522650" y="2871523"/>
                  </a:lnTo>
                  <a:lnTo>
                    <a:pt x="7523506" y="2871525"/>
                  </a:lnTo>
                  <a:lnTo>
                    <a:pt x="7524361" y="2897231"/>
                  </a:lnTo>
                  <a:lnTo>
                    <a:pt x="7525217" y="2971713"/>
                  </a:lnTo>
                  <a:lnTo>
                    <a:pt x="7526072" y="2996169"/>
                  </a:lnTo>
                  <a:lnTo>
                    <a:pt x="7526928" y="3002981"/>
                  </a:lnTo>
                  <a:lnTo>
                    <a:pt x="7527783" y="2998813"/>
                  </a:lnTo>
                  <a:lnTo>
                    <a:pt x="7528639" y="2998814"/>
                  </a:lnTo>
                  <a:lnTo>
                    <a:pt x="7529494" y="2998814"/>
                  </a:lnTo>
                  <a:lnTo>
                    <a:pt x="7530350" y="2941740"/>
                  </a:lnTo>
                  <a:lnTo>
                    <a:pt x="7531205" y="2902294"/>
                  </a:lnTo>
                  <a:lnTo>
                    <a:pt x="7532061" y="2902293"/>
                  </a:lnTo>
                  <a:lnTo>
                    <a:pt x="7532917" y="2870604"/>
                  </a:lnTo>
                  <a:lnTo>
                    <a:pt x="7533772" y="2840490"/>
                  </a:lnTo>
                  <a:lnTo>
                    <a:pt x="7534628" y="2833438"/>
                  </a:lnTo>
                  <a:lnTo>
                    <a:pt x="7535483" y="2862366"/>
                  </a:lnTo>
                  <a:lnTo>
                    <a:pt x="7536339" y="2848563"/>
                  </a:lnTo>
                  <a:lnTo>
                    <a:pt x="7537194" y="2834113"/>
                  </a:lnTo>
                  <a:lnTo>
                    <a:pt x="7538050" y="2823310"/>
                  </a:lnTo>
                  <a:lnTo>
                    <a:pt x="7538905" y="2837820"/>
                  </a:lnTo>
                  <a:lnTo>
                    <a:pt x="7539761" y="2804707"/>
                  </a:lnTo>
                  <a:lnTo>
                    <a:pt x="7540616" y="2773076"/>
                  </a:lnTo>
                  <a:lnTo>
                    <a:pt x="7541472" y="2788703"/>
                  </a:lnTo>
                  <a:lnTo>
                    <a:pt x="7542327" y="2793153"/>
                  </a:lnTo>
                  <a:lnTo>
                    <a:pt x="7543183" y="2801135"/>
                  </a:lnTo>
                  <a:lnTo>
                    <a:pt x="7544038" y="2785441"/>
                  </a:lnTo>
                  <a:lnTo>
                    <a:pt x="7544894" y="2810475"/>
                  </a:lnTo>
                  <a:lnTo>
                    <a:pt x="7545749" y="2891692"/>
                  </a:lnTo>
                  <a:lnTo>
                    <a:pt x="7546605" y="2988658"/>
                  </a:lnTo>
                  <a:lnTo>
                    <a:pt x="7547460" y="3057577"/>
                  </a:lnTo>
                  <a:lnTo>
                    <a:pt x="7548316" y="3116972"/>
                  </a:lnTo>
                  <a:lnTo>
                    <a:pt x="7548316" y="3116972"/>
                  </a:lnTo>
                  <a:lnTo>
                    <a:pt x="7549172" y="3116972"/>
                  </a:lnTo>
                  <a:lnTo>
                    <a:pt x="7550027" y="3116972"/>
                  </a:lnTo>
                  <a:lnTo>
                    <a:pt x="7550883" y="3116972"/>
                  </a:lnTo>
                  <a:lnTo>
                    <a:pt x="7551738" y="3116972"/>
                  </a:lnTo>
                  <a:lnTo>
                    <a:pt x="7552594" y="3093105"/>
                  </a:lnTo>
                  <a:lnTo>
                    <a:pt x="7553449" y="3034695"/>
                  </a:lnTo>
                  <a:lnTo>
                    <a:pt x="7554305" y="3013740"/>
                  </a:lnTo>
                  <a:lnTo>
                    <a:pt x="7555160" y="2942437"/>
                  </a:lnTo>
                  <a:lnTo>
                    <a:pt x="7556016" y="2914351"/>
                  </a:lnTo>
                  <a:lnTo>
                    <a:pt x="7556871" y="2903142"/>
                  </a:lnTo>
                  <a:lnTo>
                    <a:pt x="7557727" y="2906067"/>
                  </a:lnTo>
                  <a:lnTo>
                    <a:pt x="7558582" y="2893421"/>
                  </a:lnTo>
                  <a:lnTo>
                    <a:pt x="7559438" y="2864235"/>
                  </a:lnTo>
                  <a:lnTo>
                    <a:pt x="7560293" y="2879074"/>
                  </a:lnTo>
                  <a:lnTo>
                    <a:pt x="7561149" y="2896242"/>
                  </a:lnTo>
                  <a:lnTo>
                    <a:pt x="7562004" y="2926827"/>
                  </a:lnTo>
                  <a:lnTo>
                    <a:pt x="7562860" y="2957312"/>
                  </a:lnTo>
                  <a:lnTo>
                    <a:pt x="7563715" y="3005373"/>
                  </a:lnTo>
                  <a:lnTo>
                    <a:pt x="7564571" y="3001838"/>
                  </a:lnTo>
                  <a:lnTo>
                    <a:pt x="7565427" y="3008242"/>
                  </a:lnTo>
                  <a:lnTo>
                    <a:pt x="7566282" y="3035980"/>
                  </a:lnTo>
                  <a:lnTo>
                    <a:pt x="7567138" y="3043517"/>
                  </a:lnTo>
                  <a:lnTo>
                    <a:pt x="7567993" y="2977841"/>
                  </a:lnTo>
                  <a:lnTo>
                    <a:pt x="7568849" y="2898019"/>
                  </a:lnTo>
                  <a:lnTo>
                    <a:pt x="7569704" y="2898474"/>
                  </a:lnTo>
                  <a:lnTo>
                    <a:pt x="7570560" y="2898674"/>
                  </a:lnTo>
                  <a:lnTo>
                    <a:pt x="7571415" y="2802238"/>
                  </a:lnTo>
                  <a:lnTo>
                    <a:pt x="7572271" y="2780373"/>
                  </a:lnTo>
                  <a:lnTo>
                    <a:pt x="7573126" y="2846050"/>
                  </a:lnTo>
                  <a:lnTo>
                    <a:pt x="7573982" y="2925871"/>
                  </a:lnTo>
                  <a:lnTo>
                    <a:pt x="7574837" y="2966441"/>
                  </a:lnTo>
                  <a:lnTo>
                    <a:pt x="7575693" y="2988561"/>
                  </a:lnTo>
                  <a:lnTo>
                    <a:pt x="7576548" y="3038396"/>
                  </a:lnTo>
                  <a:lnTo>
                    <a:pt x="7577404" y="2991351"/>
                  </a:lnTo>
                  <a:lnTo>
                    <a:pt x="7578259" y="2932701"/>
                  </a:lnTo>
                  <a:lnTo>
                    <a:pt x="7579115" y="2877037"/>
                  </a:lnTo>
                  <a:lnTo>
                    <a:pt x="7579971" y="2824549"/>
                  </a:lnTo>
                  <a:lnTo>
                    <a:pt x="7580826" y="2773993"/>
                  </a:lnTo>
                  <a:lnTo>
                    <a:pt x="7581682" y="2736013"/>
                  </a:lnTo>
                  <a:lnTo>
                    <a:pt x="7582537" y="2730282"/>
                  </a:lnTo>
                  <a:lnTo>
                    <a:pt x="7583393" y="2735720"/>
                  </a:lnTo>
                  <a:lnTo>
                    <a:pt x="7584248" y="2786500"/>
                  </a:lnTo>
                  <a:lnTo>
                    <a:pt x="7585104" y="2818499"/>
                  </a:lnTo>
                  <a:lnTo>
                    <a:pt x="7585959" y="2779378"/>
                  </a:lnTo>
                  <a:lnTo>
                    <a:pt x="7586815" y="2751341"/>
                  </a:lnTo>
                  <a:lnTo>
                    <a:pt x="7587670" y="2808668"/>
                  </a:lnTo>
                  <a:lnTo>
                    <a:pt x="7588526" y="2842868"/>
                  </a:lnTo>
                  <a:lnTo>
                    <a:pt x="7589381" y="2810062"/>
                  </a:lnTo>
                  <a:lnTo>
                    <a:pt x="7590237" y="2820020"/>
                  </a:lnTo>
                  <a:lnTo>
                    <a:pt x="7591092" y="2909701"/>
                  </a:lnTo>
                  <a:lnTo>
                    <a:pt x="7591948" y="2996589"/>
                  </a:lnTo>
                  <a:lnTo>
                    <a:pt x="7592803" y="3029549"/>
                  </a:lnTo>
                  <a:lnTo>
                    <a:pt x="7593659" y="3071293"/>
                  </a:lnTo>
                  <a:lnTo>
                    <a:pt x="7594514" y="3116972"/>
                  </a:lnTo>
                  <a:lnTo>
                    <a:pt x="7594514" y="3116972"/>
                  </a:lnTo>
                  <a:lnTo>
                    <a:pt x="7595370" y="3116972"/>
                  </a:lnTo>
                  <a:lnTo>
                    <a:pt x="7596226" y="3116972"/>
                  </a:lnTo>
                  <a:lnTo>
                    <a:pt x="7597081" y="3116972"/>
                  </a:lnTo>
                  <a:lnTo>
                    <a:pt x="7597937" y="3100924"/>
                  </a:lnTo>
                  <a:lnTo>
                    <a:pt x="7598792" y="3043918"/>
                  </a:lnTo>
                  <a:lnTo>
                    <a:pt x="7599648" y="2999936"/>
                  </a:lnTo>
                  <a:lnTo>
                    <a:pt x="7600503" y="3004492"/>
                  </a:lnTo>
                  <a:lnTo>
                    <a:pt x="7601359" y="3032231"/>
                  </a:lnTo>
                  <a:lnTo>
                    <a:pt x="7602214" y="3023469"/>
                  </a:lnTo>
                  <a:lnTo>
                    <a:pt x="7603070" y="2995083"/>
                  </a:lnTo>
                  <a:lnTo>
                    <a:pt x="7603925" y="3004423"/>
                  </a:lnTo>
                  <a:lnTo>
                    <a:pt x="7604781" y="3019804"/>
                  </a:lnTo>
                  <a:lnTo>
                    <a:pt x="7605636" y="3014764"/>
                  </a:lnTo>
                  <a:lnTo>
                    <a:pt x="7606492" y="2911876"/>
                  </a:lnTo>
                  <a:lnTo>
                    <a:pt x="7607347" y="2825143"/>
                  </a:lnTo>
                  <a:lnTo>
                    <a:pt x="7608203" y="2831290"/>
                  </a:lnTo>
                  <a:lnTo>
                    <a:pt x="7609058" y="2790121"/>
                  </a:lnTo>
                  <a:lnTo>
                    <a:pt x="7609914" y="2740767"/>
                  </a:lnTo>
                  <a:lnTo>
                    <a:pt x="7610769" y="2703096"/>
                  </a:lnTo>
                  <a:lnTo>
                    <a:pt x="7611625" y="2712396"/>
                  </a:lnTo>
                  <a:lnTo>
                    <a:pt x="7612481" y="2734820"/>
                  </a:lnTo>
                  <a:lnTo>
                    <a:pt x="7613336" y="2666267"/>
                  </a:lnTo>
                  <a:lnTo>
                    <a:pt x="7614192" y="2628545"/>
                  </a:lnTo>
                  <a:lnTo>
                    <a:pt x="7615047" y="2576843"/>
                  </a:lnTo>
                  <a:lnTo>
                    <a:pt x="7615903" y="2526712"/>
                  </a:lnTo>
                  <a:lnTo>
                    <a:pt x="7616758" y="2525342"/>
                  </a:lnTo>
                  <a:lnTo>
                    <a:pt x="7617614" y="2501960"/>
                  </a:lnTo>
                  <a:lnTo>
                    <a:pt x="7618469" y="2566605"/>
                  </a:lnTo>
                  <a:lnTo>
                    <a:pt x="7619325" y="2635583"/>
                  </a:lnTo>
                  <a:lnTo>
                    <a:pt x="7620180" y="2678432"/>
                  </a:lnTo>
                  <a:lnTo>
                    <a:pt x="7621036" y="2692588"/>
                  </a:lnTo>
                  <a:lnTo>
                    <a:pt x="7621891" y="2721698"/>
                  </a:lnTo>
                  <a:lnTo>
                    <a:pt x="7622747" y="2772863"/>
                  </a:lnTo>
                  <a:lnTo>
                    <a:pt x="7623602" y="2801121"/>
                  </a:lnTo>
                  <a:lnTo>
                    <a:pt x="7624458" y="2835968"/>
                  </a:lnTo>
                  <a:lnTo>
                    <a:pt x="7625313" y="2899589"/>
                  </a:lnTo>
                  <a:lnTo>
                    <a:pt x="7626169" y="2981045"/>
                  </a:lnTo>
                  <a:lnTo>
                    <a:pt x="7627025" y="3046890"/>
                  </a:lnTo>
                  <a:lnTo>
                    <a:pt x="7627880" y="3116972"/>
                  </a:lnTo>
                  <a:lnTo>
                    <a:pt x="7627880" y="3116972"/>
                  </a:lnTo>
                  <a:lnTo>
                    <a:pt x="7628736" y="3116972"/>
                  </a:lnTo>
                  <a:lnTo>
                    <a:pt x="7629591" y="3116972"/>
                  </a:lnTo>
                  <a:lnTo>
                    <a:pt x="7630447" y="3116972"/>
                  </a:lnTo>
                  <a:lnTo>
                    <a:pt x="7631302" y="3116972"/>
                  </a:lnTo>
                  <a:lnTo>
                    <a:pt x="7632158" y="3116972"/>
                  </a:lnTo>
                  <a:lnTo>
                    <a:pt x="7633013" y="3088159"/>
                  </a:lnTo>
                  <a:lnTo>
                    <a:pt x="7633869" y="3085343"/>
                  </a:lnTo>
                  <a:lnTo>
                    <a:pt x="7634724" y="3069186"/>
                  </a:lnTo>
                  <a:lnTo>
                    <a:pt x="7635580" y="3058853"/>
                  </a:lnTo>
                  <a:lnTo>
                    <a:pt x="7636435" y="2998867"/>
                  </a:lnTo>
                  <a:lnTo>
                    <a:pt x="7637291" y="2983200"/>
                  </a:lnTo>
                  <a:lnTo>
                    <a:pt x="7638146" y="2981902"/>
                  </a:lnTo>
                  <a:lnTo>
                    <a:pt x="7639002" y="2899004"/>
                  </a:lnTo>
                  <a:lnTo>
                    <a:pt x="7639857" y="2834452"/>
                  </a:lnTo>
                  <a:lnTo>
                    <a:pt x="7640713" y="2899871"/>
                  </a:lnTo>
                  <a:lnTo>
                    <a:pt x="7641568" y="2842524"/>
                  </a:lnTo>
                  <a:lnTo>
                    <a:pt x="7642424" y="2780568"/>
                  </a:lnTo>
                  <a:lnTo>
                    <a:pt x="7643280" y="2758603"/>
                  </a:lnTo>
                  <a:lnTo>
                    <a:pt x="7644135" y="2822192"/>
                  </a:lnTo>
                  <a:lnTo>
                    <a:pt x="7644991" y="2792425"/>
                  </a:lnTo>
                  <a:lnTo>
                    <a:pt x="7645846" y="2637449"/>
                  </a:lnTo>
                  <a:lnTo>
                    <a:pt x="7646702" y="2628650"/>
                  </a:lnTo>
                  <a:lnTo>
                    <a:pt x="7647557" y="2663853"/>
                  </a:lnTo>
                  <a:lnTo>
                    <a:pt x="7648413" y="2694953"/>
                  </a:lnTo>
                  <a:lnTo>
                    <a:pt x="7649268" y="2678583"/>
                  </a:lnTo>
                  <a:lnTo>
                    <a:pt x="7650124" y="2752597"/>
                  </a:lnTo>
                  <a:lnTo>
                    <a:pt x="7650979" y="2846214"/>
                  </a:lnTo>
                  <a:lnTo>
                    <a:pt x="7651835" y="2930051"/>
                  </a:lnTo>
                  <a:lnTo>
                    <a:pt x="7652690" y="2936756"/>
                  </a:lnTo>
                  <a:lnTo>
                    <a:pt x="7653546" y="2843180"/>
                  </a:lnTo>
                  <a:lnTo>
                    <a:pt x="7654401" y="2838844"/>
                  </a:lnTo>
                  <a:lnTo>
                    <a:pt x="7655257" y="2867353"/>
                  </a:lnTo>
                  <a:lnTo>
                    <a:pt x="7656112" y="2854315"/>
                  </a:lnTo>
                  <a:lnTo>
                    <a:pt x="7656968" y="2820208"/>
                  </a:lnTo>
                  <a:lnTo>
                    <a:pt x="7657823" y="2784974"/>
                  </a:lnTo>
                  <a:lnTo>
                    <a:pt x="7658679" y="2701619"/>
                  </a:lnTo>
                  <a:lnTo>
                    <a:pt x="7659535" y="2587345"/>
                  </a:lnTo>
                  <a:lnTo>
                    <a:pt x="7660390" y="2459363"/>
                  </a:lnTo>
                  <a:lnTo>
                    <a:pt x="7661246" y="2430649"/>
                  </a:lnTo>
                  <a:lnTo>
                    <a:pt x="7662101" y="2359936"/>
                  </a:lnTo>
                  <a:lnTo>
                    <a:pt x="7662957" y="2344926"/>
                  </a:lnTo>
                  <a:lnTo>
                    <a:pt x="7663812" y="2450023"/>
                  </a:lnTo>
                  <a:lnTo>
                    <a:pt x="7664668" y="2539822"/>
                  </a:lnTo>
                  <a:lnTo>
                    <a:pt x="7665523" y="2557070"/>
                  </a:lnTo>
                  <a:lnTo>
                    <a:pt x="7666379" y="2514904"/>
                  </a:lnTo>
                  <a:lnTo>
                    <a:pt x="7667234" y="2586583"/>
                  </a:lnTo>
                  <a:lnTo>
                    <a:pt x="7668090" y="2582910"/>
                  </a:lnTo>
                  <a:lnTo>
                    <a:pt x="7668945" y="2556012"/>
                  </a:lnTo>
                  <a:lnTo>
                    <a:pt x="7669801" y="2534938"/>
                  </a:lnTo>
                  <a:lnTo>
                    <a:pt x="7670656" y="2495855"/>
                  </a:lnTo>
                  <a:lnTo>
                    <a:pt x="7671512" y="2479255"/>
                  </a:lnTo>
                  <a:lnTo>
                    <a:pt x="7672367" y="2370066"/>
                  </a:lnTo>
                  <a:lnTo>
                    <a:pt x="7673223" y="2283787"/>
                  </a:lnTo>
                  <a:lnTo>
                    <a:pt x="7674079" y="2268291"/>
                  </a:lnTo>
                  <a:lnTo>
                    <a:pt x="7674934" y="2233305"/>
                  </a:lnTo>
                  <a:lnTo>
                    <a:pt x="7675790" y="2195607"/>
                  </a:lnTo>
                  <a:lnTo>
                    <a:pt x="7676645" y="2184387"/>
                  </a:lnTo>
                  <a:lnTo>
                    <a:pt x="7677501" y="2256115"/>
                  </a:lnTo>
                  <a:lnTo>
                    <a:pt x="7678356" y="2289199"/>
                  </a:lnTo>
                  <a:lnTo>
                    <a:pt x="7679212" y="2256430"/>
                  </a:lnTo>
                  <a:lnTo>
                    <a:pt x="7680067" y="2285405"/>
                  </a:lnTo>
                  <a:lnTo>
                    <a:pt x="7680923" y="2351482"/>
                  </a:lnTo>
                  <a:lnTo>
                    <a:pt x="7681778" y="2345411"/>
                  </a:lnTo>
                  <a:lnTo>
                    <a:pt x="7682634" y="2222822"/>
                  </a:lnTo>
                  <a:lnTo>
                    <a:pt x="7683489" y="2149179"/>
                  </a:lnTo>
                  <a:lnTo>
                    <a:pt x="7684345" y="2084350"/>
                  </a:lnTo>
                  <a:lnTo>
                    <a:pt x="7685200" y="1957106"/>
                  </a:lnTo>
                  <a:lnTo>
                    <a:pt x="7686056" y="1893925"/>
                  </a:lnTo>
                  <a:lnTo>
                    <a:pt x="7686911" y="1851101"/>
                  </a:lnTo>
                  <a:lnTo>
                    <a:pt x="7687767" y="1873292"/>
                  </a:lnTo>
                  <a:lnTo>
                    <a:pt x="7688622" y="1937390"/>
                  </a:lnTo>
                  <a:lnTo>
                    <a:pt x="7689478" y="1948038"/>
                  </a:lnTo>
                  <a:lnTo>
                    <a:pt x="7690334" y="1999201"/>
                  </a:lnTo>
                  <a:lnTo>
                    <a:pt x="7691189" y="2038196"/>
                  </a:lnTo>
                  <a:lnTo>
                    <a:pt x="7692045" y="2121941"/>
                  </a:lnTo>
                  <a:lnTo>
                    <a:pt x="7692900" y="2156442"/>
                  </a:lnTo>
                  <a:lnTo>
                    <a:pt x="7693756" y="2056277"/>
                  </a:lnTo>
                  <a:lnTo>
                    <a:pt x="7694611" y="2037717"/>
                  </a:lnTo>
                  <a:lnTo>
                    <a:pt x="7695467" y="2079302"/>
                  </a:lnTo>
                  <a:lnTo>
                    <a:pt x="7696322" y="2129771"/>
                  </a:lnTo>
                  <a:lnTo>
                    <a:pt x="7697178" y="2116075"/>
                  </a:lnTo>
                  <a:lnTo>
                    <a:pt x="7698033" y="2115512"/>
                  </a:lnTo>
                  <a:lnTo>
                    <a:pt x="7698889" y="2210192"/>
                  </a:lnTo>
                  <a:lnTo>
                    <a:pt x="7699744" y="2343112"/>
                  </a:lnTo>
                  <a:lnTo>
                    <a:pt x="7700600" y="2404243"/>
                  </a:lnTo>
                  <a:lnTo>
                    <a:pt x="7701455" y="2419033"/>
                  </a:lnTo>
                  <a:lnTo>
                    <a:pt x="7702311" y="2428571"/>
                  </a:lnTo>
                  <a:lnTo>
                    <a:pt x="7703166" y="2501312"/>
                  </a:lnTo>
                  <a:lnTo>
                    <a:pt x="7704022" y="2612207"/>
                  </a:lnTo>
                  <a:lnTo>
                    <a:pt x="7704877" y="2633511"/>
                  </a:lnTo>
                  <a:lnTo>
                    <a:pt x="7705733" y="2576658"/>
                  </a:lnTo>
                  <a:lnTo>
                    <a:pt x="7706589" y="2581455"/>
                  </a:lnTo>
                  <a:lnTo>
                    <a:pt x="7707444" y="2691091"/>
                  </a:lnTo>
                  <a:lnTo>
                    <a:pt x="7708300" y="2770266"/>
                  </a:lnTo>
                  <a:lnTo>
                    <a:pt x="7709155" y="2769577"/>
                  </a:lnTo>
                  <a:lnTo>
                    <a:pt x="7710011" y="2810983"/>
                  </a:lnTo>
                  <a:lnTo>
                    <a:pt x="7710866" y="2870391"/>
                  </a:lnTo>
                  <a:lnTo>
                    <a:pt x="7711722" y="2781039"/>
                  </a:lnTo>
                  <a:lnTo>
                    <a:pt x="7712577" y="2660500"/>
                  </a:lnTo>
                  <a:lnTo>
                    <a:pt x="7713433" y="2650427"/>
                  </a:lnTo>
                  <a:lnTo>
                    <a:pt x="7714288" y="2639416"/>
                  </a:lnTo>
                  <a:lnTo>
                    <a:pt x="7715144" y="2612176"/>
                  </a:lnTo>
                  <a:lnTo>
                    <a:pt x="7715999" y="2571552"/>
                  </a:lnTo>
                  <a:lnTo>
                    <a:pt x="7716855" y="2674507"/>
                  </a:lnTo>
                  <a:lnTo>
                    <a:pt x="7717710" y="2781476"/>
                  </a:lnTo>
                  <a:lnTo>
                    <a:pt x="7718566" y="2823587"/>
                  </a:lnTo>
                  <a:lnTo>
                    <a:pt x="7719421" y="2889473"/>
                  </a:lnTo>
                  <a:lnTo>
                    <a:pt x="7720277" y="2895048"/>
                  </a:lnTo>
                  <a:lnTo>
                    <a:pt x="7721133" y="2983477"/>
                  </a:lnTo>
                  <a:lnTo>
                    <a:pt x="7721988" y="3021661"/>
                  </a:lnTo>
                  <a:lnTo>
                    <a:pt x="7722844" y="3037912"/>
                  </a:lnTo>
                  <a:lnTo>
                    <a:pt x="7723699" y="3036219"/>
                  </a:lnTo>
                  <a:lnTo>
                    <a:pt x="7724555" y="3028996"/>
                  </a:lnTo>
                  <a:lnTo>
                    <a:pt x="7725410" y="3035012"/>
                  </a:lnTo>
                  <a:lnTo>
                    <a:pt x="7726266" y="3021516"/>
                  </a:lnTo>
                  <a:lnTo>
                    <a:pt x="7727121" y="3002636"/>
                  </a:lnTo>
                  <a:lnTo>
                    <a:pt x="7727977" y="2947736"/>
                  </a:lnTo>
                  <a:lnTo>
                    <a:pt x="7728832" y="2892709"/>
                  </a:lnTo>
                  <a:lnTo>
                    <a:pt x="7729688" y="2830566"/>
                  </a:lnTo>
                  <a:lnTo>
                    <a:pt x="7730543" y="2807729"/>
                  </a:lnTo>
                  <a:lnTo>
                    <a:pt x="7731399" y="2799537"/>
                  </a:lnTo>
                  <a:lnTo>
                    <a:pt x="7732254" y="2776921"/>
                  </a:lnTo>
                  <a:lnTo>
                    <a:pt x="7733110" y="2812929"/>
                  </a:lnTo>
                  <a:lnTo>
                    <a:pt x="7733965" y="2890629"/>
                  </a:lnTo>
                  <a:lnTo>
                    <a:pt x="7734821" y="2951710"/>
                  </a:lnTo>
                  <a:lnTo>
                    <a:pt x="7735676" y="2951124"/>
                  </a:lnTo>
                  <a:lnTo>
                    <a:pt x="7736532" y="2955734"/>
                  </a:lnTo>
                  <a:lnTo>
                    <a:pt x="7737388" y="2997231"/>
                  </a:lnTo>
                  <a:lnTo>
                    <a:pt x="7738243" y="3023716"/>
                  </a:lnTo>
                  <a:lnTo>
                    <a:pt x="7739099" y="3002828"/>
                  </a:lnTo>
                  <a:lnTo>
                    <a:pt x="7739954" y="3009027"/>
                  </a:lnTo>
                  <a:lnTo>
                    <a:pt x="7740810" y="3010078"/>
                  </a:lnTo>
                  <a:lnTo>
                    <a:pt x="7741665" y="2973764"/>
                  </a:lnTo>
                  <a:lnTo>
                    <a:pt x="7742521" y="2888725"/>
                  </a:lnTo>
                  <a:lnTo>
                    <a:pt x="7743376" y="2751846"/>
                  </a:lnTo>
                  <a:lnTo>
                    <a:pt x="7744232" y="2651455"/>
                  </a:lnTo>
                  <a:lnTo>
                    <a:pt x="7745087" y="2603858"/>
                  </a:lnTo>
                  <a:lnTo>
                    <a:pt x="7745943" y="2656484"/>
                  </a:lnTo>
                  <a:lnTo>
                    <a:pt x="7746798" y="2703861"/>
                  </a:lnTo>
                  <a:lnTo>
                    <a:pt x="7747654" y="2740250"/>
                  </a:lnTo>
                  <a:lnTo>
                    <a:pt x="7748509" y="2806429"/>
                  </a:lnTo>
                  <a:lnTo>
                    <a:pt x="7749365" y="2805327"/>
                  </a:lnTo>
                  <a:lnTo>
                    <a:pt x="7750220" y="2780084"/>
                  </a:lnTo>
                  <a:lnTo>
                    <a:pt x="7751076" y="2733037"/>
                  </a:lnTo>
                  <a:lnTo>
                    <a:pt x="7751931" y="2724889"/>
                  </a:lnTo>
                  <a:lnTo>
                    <a:pt x="7752787" y="2746446"/>
                  </a:lnTo>
                  <a:lnTo>
                    <a:pt x="7753643" y="2750380"/>
                  </a:lnTo>
                  <a:lnTo>
                    <a:pt x="7754498" y="2748644"/>
                  </a:lnTo>
                  <a:lnTo>
                    <a:pt x="7755354" y="2671806"/>
                  </a:lnTo>
                  <a:lnTo>
                    <a:pt x="7756209" y="2665980"/>
                  </a:lnTo>
                  <a:lnTo>
                    <a:pt x="7757065" y="2695494"/>
                  </a:lnTo>
                  <a:lnTo>
                    <a:pt x="7757920" y="2740416"/>
                  </a:lnTo>
                  <a:lnTo>
                    <a:pt x="7758776" y="2827325"/>
                  </a:lnTo>
                  <a:lnTo>
                    <a:pt x="7759631" y="2933629"/>
                  </a:lnTo>
                  <a:lnTo>
                    <a:pt x="7760487" y="3063403"/>
                  </a:lnTo>
                  <a:lnTo>
                    <a:pt x="7761342" y="3074275"/>
                  </a:lnTo>
                  <a:lnTo>
                    <a:pt x="7762198" y="3016124"/>
                  </a:lnTo>
                  <a:lnTo>
                    <a:pt x="7763053" y="3033603"/>
                  </a:lnTo>
                  <a:lnTo>
                    <a:pt x="7763909" y="3055145"/>
                  </a:lnTo>
                  <a:lnTo>
                    <a:pt x="7764764" y="3065800"/>
                  </a:lnTo>
                  <a:lnTo>
                    <a:pt x="7765620" y="3086172"/>
                  </a:lnTo>
                  <a:lnTo>
                    <a:pt x="7766475" y="3082087"/>
                  </a:lnTo>
                  <a:lnTo>
                    <a:pt x="7767331" y="3070848"/>
                  </a:lnTo>
                  <a:lnTo>
                    <a:pt x="7768186" y="3016866"/>
                  </a:lnTo>
                  <a:lnTo>
                    <a:pt x="7769042" y="2967588"/>
                  </a:lnTo>
                  <a:lnTo>
                    <a:pt x="7769898" y="2967578"/>
                  </a:lnTo>
                  <a:lnTo>
                    <a:pt x="7770753" y="2989628"/>
                  </a:lnTo>
                  <a:lnTo>
                    <a:pt x="7771609" y="3032404"/>
                  </a:lnTo>
                  <a:lnTo>
                    <a:pt x="7772464" y="3043241"/>
                  </a:lnTo>
                  <a:lnTo>
                    <a:pt x="7773320" y="3033106"/>
                  </a:lnTo>
                  <a:lnTo>
                    <a:pt x="7774175" y="3032636"/>
                  </a:lnTo>
                  <a:lnTo>
                    <a:pt x="7775031" y="3048284"/>
                  </a:lnTo>
                  <a:lnTo>
                    <a:pt x="7775886" y="3048436"/>
                  </a:lnTo>
                  <a:lnTo>
                    <a:pt x="7776742" y="3069429"/>
                  </a:lnTo>
                  <a:lnTo>
                    <a:pt x="7777597" y="3116972"/>
                  </a:lnTo>
                  <a:lnTo>
                    <a:pt x="7777597" y="3116972"/>
                  </a:lnTo>
                  <a:lnTo>
                    <a:pt x="7778453" y="3116972"/>
                  </a:lnTo>
                  <a:lnTo>
                    <a:pt x="7779308" y="3105347"/>
                  </a:lnTo>
                  <a:lnTo>
                    <a:pt x="7780164" y="3043485"/>
                  </a:lnTo>
                  <a:lnTo>
                    <a:pt x="7781019" y="3015680"/>
                  </a:lnTo>
                  <a:lnTo>
                    <a:pt x="7781875" y="2957008"/>
                  </a:lnTo>
                  <a:lnTo>
                    <a:pt x="7782730" y="2929044"/>
                  </a:lnTo>
                  <a:lnTo>
                    <a:pt x="7783586" y="2932464"/>
                  </a:lnTo>
                  <a:lnTo>
                    <a:pt x="7784442" y="2970257"/>
                  </a:lnTo>
                  <a:lnTo>
                    <a:pt x="7785297" y="3000964"/>
                  </a:lnTo>
                  <a:lnTo>
                    <a:pt x="7786153" y="2985551"/>
                  </a:lnTo>
                  <a:lnTo>
                    <a:pt x="7787008" y="2981548"/>
                  </a:lnTo>
                  <a:lnTo>
                    <a:pt x="7787864" y="2996816"/>
                  </a:lnTo>
                  <a:lnTo>
                    <a:pt x="7788719" y="2969851"/>
                  </a:lnTo>
                  <a:lnTo>
                    <a:pt x="7789575" y="2913344"/>
                  </a:lnTo>
                  <a:lnTo>
                    <a:pt x="7790430" y="2802035"/>
                  </a:lnTo>
                  <a:lnTo>
                    <a:pt x="7791286" y="2710660"/>
                  </a:lnTo>
                  <a:lnTo>
                    <a:pt x="7792141" y="2708827"/>
                  </a:lnTo>
                  <a:lnTo>
                    <a:pt x="7792997" y="2630056"/>
                  </a:lnTo>
                  <a:lnTo>
                    <a:pt x="7793852" y="2631117"/>
                  </a:lnTo>
                  <a:lnTo>
                    <a:pt x="7794708" y="2696385"/>
                  </a:lnTo>
                  <a:lnTo>
                    <a:pt x="7795563" y="2777849"/>
                  </a:lnTo>
                  <a:lnTo>
                    <a:pt x="7796419" y="2801514"/>
                  </a:lnTo>
                  <a:lnTo>
                    <a:pt x="7797274" y="2761284"/>
                  </a:lnTo>
                  <a:lnTo>
                    <a:pt x="7798130" y="2825461"/>
                  </a:lnTo>
                  <a:lnTo>
                    <a:pt x="7798985" y="2817553"/>
                  </a:lnTo>
                  <a:lnTo>
                    <a:pt x="7799841" y="2790908"/>
                  </a:lnTo>
                  <a:lnTo>
                    <a:pt x="7800697" y="2820753"/>
                  </a:lnTo>
                  <a:lnTo>
                    <a:pt x="7801552" y="2896913"/>
                  </a:lnTo>
                  <a:lnTo>
                    <a:pt x="7802408" y="2907253"/>
                  </a:lnTo>
                  <a:lnTo>
                    <a:pt x="7803263" y="2810424"/>
                  </a:lnTo>
                  <a:lnTo>
                    <a:pt x="7804119" y="2731699"/>
                  </a:lnTo>
                  <a:lnTo>
                    <a:pt x="7804974" y="2705815"/>
                  </a:lnTo>
                  <a:lnTo>
                    <a:pt x="7805830" y="2651847"/>
                  </a:lnTo>
                  <a:lnTo>
                    <a:pt x="7806685" y="2596885"/>
                  </a:lnTo>
                  <a:lnTo>
                    <a:pt x="7807541" y="2592007"/>
                  </a:lnTo>
                  <a:lnTo>
                    <a:pt x="7808396" y="2625851"/>
                  </a:lnTo>
                  <a:lnTo>
                    <a:pt x="7809252" y="2689051"/>
                  </a:lnTo>
                  <a:lnTo>
                    <a:pt x="7810107" y="2709143"/>
                  </a:lnTo>
                  <a:lnTo>
                    <a:pt x="7810963" y="2706311"/>
                  </a:lnTo>
                  <a:lnTo>
                    <a:pt x="7811818" y="2706904"/>
                  </a:lnTo>
                  <a:lnTo>
                    <a:pt x="7812674" y="2780382"/>
                  </a:lnTo>
                  <a:lnTo>
                    <a:pt x="7813529" y="2855495"/>
                  </a:lnTo>
                  <a:lnTo>
                    <a:pt x="7814385" y="2907837"/>
                  </a:lnTo>
                  <a:lnTo>
                    <a:pt x="7815240" y="2926439"/>
                  </a:lnTo>
                  <a:lnTo>
                    <a:pt x="7816096" y="2943620"/>
                  </a:lnTo>
                  <a:lnTo>
                    <a:pt x="7816952" y="2974207"/>
                  </a:lnTo>
                  <a:lnTo>
                    <a:pt x="7817807" y="2942532"/>
                  </a:lnTo>
                  <a:lnTo>
                    <a:pt x="7818663" y="2922892"/>
                  </a:lnTo>
                  <a:lnTo>
                    <a:pt x="7819518" y="2862828"/>
                  </a:lnTo>
                  <a:lnTo>
                    <a:pt x="7820374" y="2822075"/>
                  </a:lnTo>
                  <a:lnTo>
                    <a:pt x="7821229" y="2788606"/>
                  </a:lnTo>
                  <a:lnTo>
                    <a:pt x="7822085" y="2811502"/>
                  </a:lnTo>
                  <a:lnTo>
                    <a:pt x="7822940" y="2879446"/>
                  </a:lnTo>
                  <a:lnTo>
                    <a:pt x="7823796" y="2883154"/>
                  </a:lnTo>
                  <a:lnTo>
                    <a:pt x="7824651" y="2892537"/>
                  </a:lnTo>
                  <a:lnTo>
                    <a:pt x="7825507" y="2825253"/>
                  </a:lnTo>
                  <a:lnTo>
                    <a:pt x="7826362" y="2811913"/>
                  </a:lnTo>
                  <a:lnTo>
                    <a:pt x="7827218" y="2762493"/>
                  </a:lnTo>
                  <a:lnTo>
                    <a:pt x="7828073" y="2696651"/>
                  </a:lnTo>
                  <a:lnTo>
                    <a:pt x="7828929" y="2723571"/>
                  </a:lnTo>
                  <a:lnTo>
                    <a:pt x="7829784" y="2728577"/>
                  </a:lnTo>
                  <a:lnTo>
                    <a:pt x="7830640" y="2781694"/>
                  </a:lnTo>
                  <a:lnTo>
                    <a:pt x="7831496" y="2855908"/>
                  </a:lnTo>
                  <a:lnTo>
                    <a:pt x="7832351" y="2891873"/>
                  </a:lnTo>
                  <a:lnTo>
                    <a:pt x="7833207" y="2872207"/>
                  </a:lnTo>
                  <a:lnTo>
                    <a:pt x="7834062" y="2819908"/>
                  </a:lnTo>
                  <a:lnTo>
                    <a:pt x="7834918" y="2850296"/>
                  </a:lnTo>
                  <a:lnTo>
                    <a:pt x="7835773" y="2897816"/>
                  </a:lnTo>
                  <a:lnTo>
                    <a:pt x="7836629" y="2850925"/>
                  </a:lnTo>
                  <a:lnTo>
                    <a:pt x="7837484" y="2812596"/>
                  </a:lnTo>
                  <a:lnTo>
                    <a:pt x="7838340" y="2817796"/>
                  </a:lnTo>
                  <a:lnTo>
                    <a:pt x="7839195" y="2840523"/>
                  </a:lnTo>
                  <a:lnTo>
                    <a:pt x="7840051" y="2845422"/>
                  </a:lnTo>
                  <a:lnTo>
                    <a:pt x="7840906" y="2826805"/>
                  </a:lnTo>
                  <a:lnTo>
                    <a:pt x="7841762" y="2812102"/>
                  </a:lnTo>
                  <a:lnTo>
                    <a:pt x="7842617" y="2792994"/>
                  </a:lnTo>
                  <a:lnTo>
                    <a:pt x="7843473" y="2851628"/>
                  </a:lnTo>
                  <a:lnTo>
                    <a:pt x="7844328" y="2937809"/>
                  </a:lnTo>
                  <a:lnTo>
                    <a:pt x="7845184" y="2919761"/>
                  </a:lnTo>
                  <a:lnTo>
                    <a:pt x="7846039" y="2941423"/>
                  </a:lnTo>
                  <a:lnTo>
                    <a:pt x="7846895" y="3015235"/>
                  </a:lnTo>
                  <a:lnTo>
                    <a:pt x="7847751" y="3093974"/>
                  </a:lnTo>
                  <a:lnTo>
                    <a:pt x="7848606" y="3089162"/>
                  </a:lnTo>
                  <a:lnTo>
                    <a:pt x="7849462" y="3036721"/>
                  </a:lnTo>
                  <a:lnTo>
                    <a:pt x="7850317" y="3062155"/>
                  </a:lnTo>
                  <a:lnTo>
                    <a:pt x="7851173" y="3071586"/>
                  </a:lnTo>
                  <a:lnTo>
                    <a:pt x="7852028" y="3071586"/>
                  </a:lnTo>
                  <a:lnTo>
                    <a:pt x="7852884" y="3090191"/>
                  </a:lnTo>
                  <a:lnTo>
                    <a:pt x="7853739" y="3090963"/>
                  </a:lnTo>
                  <a:lnTo>
                    <a:pt x="7854595" y="3056013"/>
                  </a:lnTo>
                  <a:lnTo>
                    <a:pt x="7855450" y="3041047"/>
                  </a:lnTo>
                  <a:lnTo>
                    <a:pt x="7856306" y="3041048"/>
                  </a:lnTo>
                  <a:lnTo>
                    <a:pt x="7857161" y="3035818"/>
                  </a:lnTo>
                  <a:lnTo>
                    <a:pt x="7858017" y="3023483"/>
                  </a:lnTo>
                  <a:lnTo>
                    <a:pt x="7858872" y="3089353"/>
                  </a:lnTo>
                  <a:lnTo>
                    <a:pt x="7859728" y="3116972"/>
                  </a:lnTo>
                  <a:lnTo>
                    <a:pt x="7859728" y="3116972"/>
                  </a:lnTo>
                  <a:lnTo>
                    <a:pt x="7860583" y="3116972"/>
                  </a:lnTo>
                  <a:lnTo>
                    <a:pt x="7861439" y="3116972"/>
                  </a:lnTo>
                  <a:lnTo>
                    <a:pt x="7862294" y="3116972"/>
                  </a:lnTo>
                  <a:lnTo>
                    <a:pt x="7863150" y="3116972"/>
                  </a:lnTo>
                  <a:lnTo>
                    <a:pt x="7864006" y="3116972"/>
                  </a:lnTo>
                  <a:lnTo>
                    <a:pt x="7864861" y="3116972"/>
                  </a:lnTo>
                  <a:lnTo>
                    <a:pt x="7865717" y="3114194"/>
                  </a:lnTo>
                  <a:lnTo>
                    <a:pt x="7866572" y="3116972"/>
                  </a:lnTo>
                  <a:lnTo>
                    <a:pt x="7866572" y="3116972"/>
                  </a:lnTo>
                  <a:lnTo>
                    <a:pt x="7867428" y="3116972"/>
                  </a:lnTo>
                  <a:lnTo>
                    <a:pt x="7868283" y="3116972"/>
                  </a:lnTo>
                  <a:lnTo>
                    <a:pt x="7869139" y="3116972"/>
                  </a:lnTo>
                  <a:lnTo>
                    <a:pt x="7869994" y="3116972"/>
                  </a:lnTo>
                  <a:lnTo>
                    <a:pt x="7870850" y="3116972"/>
                  </a:lnTo>
                  <a:lnTo>
                    <a:pt x="7871705" y="3116972"/>
                  </a:lnTo>
                  <a:lnTo>
                    <a:pt x="7872561" y="3116972"/>
                  </a:lnTo>
                  <a:lnTo>
                    <a:pt x="7873416" y="3116972"/>
                  </a:lnTo>
                  <a:lnTo>
                    <a:pt x="7874272" y="3116972"/>
                  </a:lnTo>
                  <a:lnTo>
                    <a:pt x="7875127" y="3116972"/>
                  </a:lnTo>
                  <a:lnTo>
                    <a:pt x="7875983" y="3116972"/>
                  </a:lnTo>
                  <a:lnTo>
                    <a:pt x="7876838" y="3116972"/>
                  </a:lnTo>
                  <a:lnTo>
                    <a:pt x="7877694" y="3116972"/>
                  </a:lnTo>
                  <a:lnTo>
                    <a:pt x="7878550" y="3116972"/>
                  </a:lnTo>
                  <a:lnTo>
                    <a:pt x="7879405" y="3116003"/>
                  </a:lnTo>
                  <a:lnTo>
                    <a:pt x="7880261" y="3102927"/>
                  </a:lnTo>
                  <a:lnTo>
                    <a:pt x="7881116" y="3114787"/>
                  </a:lnTo>
                  <a:lnTo>
                    <a:pt x="7881972" y="3116972"/>
                  </a:lnTo>
                  <a:lnTo>
                    <a:pt x="7881972" y="3116972"/>
                  </a:lnTo>
                  <a:lnTo>
                    <a:pt x="7882827" y="3086685"/>
                  </a:lnTo>
                  <a:lnTo>
                    <a:pt x="7883683" y="3018549"/>
                  </a:lnTo>
                  <a:lnTo>
                    <a:pt x="7884538" y="3038784"/>
                  </a:lnTo>
                  <a:lnTo>
                    <a:pt x="7885394" y="3042728"/>
                  </a:lnTo>
                  <a:lnTo>
                    <a:pt x="7886249" y="3043425"/>
                  </a:lnTo>
                  <a:lnTo>
                    <a:pt x="7887105" y="3019570"/>
                  </a:lnTo>
                  <a:lnTo>
                    <a:pt x="7887960" y="3043615"/>
                  </a:lnTo>
                  <a:lnTo>
                    <a:pt x="7888816" y="3100030"/>
                  </a:lnTo>
                  <a:lnTo>
                    <a:pt x="7889671" y="3116972"/>
                  </a:lnTo>
                  <a:lnTo>
                    <a:pt x="7889671" y="3116972"/>
                  </a:lnTo>
                  <a:lnTo>
                    <a:pt x="7890527" y="3085732"/>
                  </a:lnTo>
                  <a:lnTo>
                    <a:pt x="7891382" y="3059373"/>
                  </a:lnTo>
                  <a:lnTo>
                    <a:pt x="7892238" y="3032551"/>
                  </a:lnTo>
                  <a:lnTo>
                    <a:pt x="7893093" y="3009138"/>
                  </a:lnTo>
                  <a:lnTo>
                    <a:pt x="7893949" y="2962363"/>
                  </a:lnTo>
                  <a:lnTo>
                    <a:pt x="7894805" y="2950816"/>
                  </a:lnTo>
                  <a:lnTo>
                    <a:pt x="7895660" y="2983881"/>
                  </a:lnTo>
                  <a:lnTo>
                    <a:pt x="7896516" y="2997842"/>
                  </a:lnTo>
                  <a:lnTo>
                    <a:pt x="7897371" y="3016152"/>
                  </a:lnTo>
                  <a:lnTo>
                    <a:pt x="7898227" y="3026601"/>
                  </a:lnTo>
                  <a:lnTo>
                    <a:pt x="7899082" y="3044275"/>
                  </a:lnTo>
                  <a:lnTo>
                    <a:pt x="7899938" y="3055824"/>
                  </a:lnTo>
                  <a:lnTo>
                    <a:pt x="7900793" y="3022759"/>
                  </a:lnTo>
                  <a:lnTo>
                    <a:pt x="7901649" y="2999017"/>
                  </a:lnTo>
                  <a:lnTo>
                    <a:pt x="7902504" y="3012626"/>
                  </a:lnTo>
                  <a:lnTo>
                    <a:pt x="7903360" y="3094410"/>
                  </a:lnTo>
                  <a:lnTo>
                    <a:pt x="7904215" y="3116972"/>
                  </a:lnTo>
                  <a:lnTo>
                    <a:pt x="7904215" y="3116972"/>
                  </a:lnTo>
                  <a:lnTo>
                    <a:pt x="7905071" y="3116972"/>
                  </a:lnTo>
                  <a:lnTo>
                    <a:pt x="7905926" y="3116972"/>
                  </a:lnTo>
                  <a:lnTo>
                    <a:pt x="7906782" y="3116972"/>
                  </a:lnTo>
                  <a:lnTo>
                    <a:pt x="7907637" y="3116972"/>
                  </a:lnTo>
                  <a:lnTo>
                    <a:pt x="7908493" y="3116972"/>
                  </a:lnTo>
                  <a:lnTo>
                    <a:pt x="7909348" y="3116972"/>
                  </a:lnTo>
                  <a:lnTo>
                    <a:pt x="7910204" y="3084167"/>
                  </a:lnTo>
                  <a:lnTo>
                    <a:pt x="7911060" y="3045724"/>
                  </a:lnTo>
                  <a:lnTo>
                    <a:pt x="7911915" y="2995235"/>
                  </a:lnTo>
                  <a:lnTo>
                    <a:pt x="7912771" y="2978445"/>
                  </a:lnTo>
                  <a:lnTo>
                    <a:pt x="7913626" y="2996641"/>
                  </a:lnTo>
                  <a:lnTo>
                    <a:pt x="7914482" y="3070154"/>
                  </a:lnTo>
                  <a:lnTo>
                    <a:pt x="7915337" y="3116972"/>
                  </a:lnTo>
                  <a:lnTo>
                    <a:pt x="7915337" y="3116972"/>
                  </a:lnTo>
                  <a:lnTo>
                    <a:pt x="7916193" y="3116972"/>
                  </a:lnTo>
                  <a:lnTo>
                    <a:pt x="7917048" y="3116972"/>
                  </a:lnTo>
                  <a:lnTo>
                    <a:pt x="7917904" y="3116972"/>
                  </a:lnTo>
                  <a:lnTo>
                    <a:pt x="7918759" y="3116972"/>
                  </a:lnTo>
                  <a:lnTo>
                    <a:pt x="7919615" y="3101006"/>
                  </a:lnTo>
                  <a:lnTo>
                    <a:pt x="7920470" y="3007692"/>
                  </a:lnTo>
                  <a:lnTo>
                    <a:pt x="7921326" y="2995041"/>
                  </a:lnTo>
                  <a:lnTo>
                    <a:pt x="7922181" y="3034645"/>
                  </a:lnTo>
                  <a:lnTo>
                    <a:pt x="7923037" y="3093098"/>
                  </a:lnTo>
                  <a:lnTo>
                    <a:pt x="7923892" y="3114790"/>
                  </a:lnTo>
                  <a:lnTo>
                    <a:pt x="7924748" y="3116972"/>
                  </a:lnTo>
                  <a:lnTo>
                    <a:pt x="7924748" y="3116972"/>
                  </a:lnTo>
                  <a:lnTo>
                    <a:pt x="7925604" y="3116972"/>
                  </a:lnTo>
                  <a:lnTo>
                    <a:pt x="7926459" y="3116972"/>
                  </a:lnTo>
                  <a:lnTo>
                    <a:pt x="7927315" y="3116972"/>
                  </a:lnTo>
                  <a:lnTo>
                    <a:pt x="7928170" y="3116972"/>
                  </a:lnTo>
                  <a:lnTo>
                    <a:pt x="7929026" y="3116972"/>
                  </a:lnTo>
                  <a:lnTo>
                    <a:pt x="7929881" y="3116972"/>
                  </a:lnTo>
                  <a:lnTo>
                    <a:pt x="7930737" y="3090921"/>
                  </a:lnTo>
                  <a:lnTo>
                    <a:pt x="7931592" y="2981507"/>
                  </a:lnTo>
                  <a:lnTo>
                    <a:pt x="7932448" y="3020522"/>
                  </a:lnTo>
                  <a:lnTo>
                    <a:pt x="7933303" y="3116972"/>
                  </a:lnTo>
                  <a:lnTo>
                    <a:pt x="7933303" y="3116972"/>
                  </a:lnTo>
                  <a:lnTo>
                    <a:pt x="7934159" y="3116972"/>
                  </a:lnTo>
                  <a:lnTo>
                    <a:pt x="7935014" y="3116972"/>
                  </a:lnTo>
                  <a:lnTo>
                    <a:pt x="7935870" y="3116972"/>
                  </a:lnTo>
                  <a:lnTo>
                    <a:pt x="7936725" y="3116972"/>
                  </a:lnTo>
                  <a:lnTo>
                    <a:pt x="7937581" y="3116972"/>
                  </a:lnTo>
                  <a:lnTo>
                    <a:pt x="7938436" y="3116972"/>
                  </a:lnTo>
                  <a:lnTo>
                    <a:pt x="7939292" y="3116972"/>
                  </a:lnTo>
                  <a:lnTo>
                    <a:pt x="7940147" y="3116972"/>
                  </a:lnTo>
                  <a:lnTo>
                    <a:pt x="7941003" y="3116972"/>
                  </a:lnTo>
                  <a:lnTo>
                    <a:pt x="7941859" y="3116972"/>
                  </a:lnTo>
                  <a:lnTo>
                    <a:pt x="7942714" y="3116972"/>
                  </a:lnTo>
                  <a:lnTo>
                    <a:pt x="7943570" y="3104585"/>
                  </a:lnTo>
                  <a:lnTo>
                    <a:pt x="7944425" y="3116972"/>
                  </a:lnTo>
                  <a:lnTo>
                    <a:pt x="7944425" y="3116972"/>
                  </a:lnTo>
                  <a:lnTo>
                    <a:pt x="7945281" y="3116972"/>
                  </a:lnTo>
                  <a:lnTo>
                    <a:pt x="7946136" y="3116972"/>
                  </a:lnTo>
                  <a:lnTo>
                    <a:pt x="7946992" y="3116972"/>
                  </a:lnTo>
                  <a:lnTo>
                    <a:pt x="7947847" y="3116972"/>
                  </a:lnTo>
                  <a:lnTo>
                    <a:pt x="7948703" y="3116972"/>
                  </a:lnTo>
                  <a:lnTo>
                    <a:pt x="7949558" y="3116972"/>
                  </a:lnTo>
                  <a:lnTo>
                    <a:pt x="7950414" y="3109002"/>
                  </a:lnTo>
                  <a:lnTo>
                    <a:pt x="7951269" y="3000832"/>
                  </a:lnTo>
                  <a:lnTo>
                    <a:pt x="7952125" y="2888061"/>
                  </a:lnTo>
                  <a:lnTo>
                    <a:pt x="7952980" y="2735422"/>
                  </a:lnTo>
                  <a:lnTo>
                    <a:pt x="7953836" y="2684971"/>
                  </a:lnTo>
                  <a:lnTo>
                    <a:pt x="7954691" y="2612200"/>
                  </a:lnTo>
                  <a:lnTo>
                    <a:pt x="7955547" y="2624574"/>
                  </a:lnTo>
                  <a:lnTo>
                    <a:pt x="7956402" y="2566727"/>
                  </a:lnTo>
                  <a:lnTo>
                    <a:pt x="7957258" y="2476713"/>
                  </a:lnTo>
                  <a:lnTo>
                    <a:pt x="7958114" y="2496588"/>
                  </a:lnTo>
                  <a:lnTo>
                    <a:pt x="7958969" y="2512756"/>
                  </a:lnTo>
                  <a:lnTo>
                    <a:pt x="7959825" y="2479960"/>
                  </a:lnTo>
                  <a:lnTo>
                    <a:pt x="7960680" y="2408886"/>
                  </a:lnTo>
                  <a:lnTo>
                    <a:pt x="7961536" y="2369306"/>
                  </a:lnTo>
                  <a:lnTo>
                    <a:pt x="7962391" y="2382581"/>
                  </a:lnTo>
                  <a:lnTo>
                    <a:pt x="7963247" y="2404393"/>
                  </a:lnTo>
                  <a:lnTo>
                    <a:pt x="7964102" y="2410951"/>
                  </a:lnTo>
                  <a:lnTo>
                    <a:pt x="7964958" y="2425904"/>
                  </a:lnTo>
                  <a:lnTo>
                    <a:pt x="7965813" y="2431682"/>
                  </a:lnTo>
                  <a:lnTo>
                    <a:pt x="7966669" y="2412010"/>
                  </a:lnTo>
                  <a:lnTo>
                    <a:pt x="7967524" y="2348538"/>
                  </a:lnTo>
                  <a:lnTo>
                    <a:pt x="7968380" y="2285710"/>
                  </a:lnTo>
                  <a:lnTo>
                    <a:pt x="7969235" y="2315536"/>
                  </a:lnTo>
                  <a:lnTo>
                    <a:pt x="7970091" y="2363175"/>
                  </a:lnTo>
                  <a:lnTo>
                    <a:pt x="7970946" y="2474705"/>
                  </a:lnTo>
                  <a:lnTo>
                    <a:pt x="7971802" y="2618799"/>
                  </a:lnTo>
                  <a:lnTo>
                    <a:pt x="7972658" y="2770735"/>
                  </a:lnTo>
                  <a:lnTo>
                    <a:pt x="7973513" y="2815682"/>
                  </a:lnTo>
                  <a:lnTo>
                    <a:pt x="7974369" y="2776709"/>
                  </a:lnTo>
                  <a:lnTo>
                    <a:pt x="7975224" y="2785506"/>
                  </a:lnTo>
                  <a:lnTo>
                    <a:pt x="7976080" y="2804848"/>
                  </a:lnTo>
                  <a:lnTo>
                    <a:pt x="7976935" y="2780875"/>
                  </a:lnTo>
                  <a:lnTo>
                    <a:pt x="7977791" y="2707762"/>
                  </a:lnTo>
                  <a:lnTo>
                    <a:pt x="7978646" y="2654776"/>
                  </a:lnTo>
                  <a:lnTo>
                    <a:pt x="7979502" y="2542095"/>
                  </a:lnTo>
                  <a:lnTo>
                    <a:pt x="7980357" y="2408656"/>
                  </a:lnTo>
                  <a:lnTo>
                    <a:pt x="7981213" y="2287095"/>
                  </a:lnTo>
                  <a:lnTo>
                    <a:pt x="7982068" y="2222911"/>
                  </a:lnTo>
                  <a:lnTo>
                    <a:pt x="7982924" y="2248271"/>
                  </a:lnTo>
                  <a:lnTo>
                    <a:pt x="7983779" y="2238780"/>
                  </a:lnTo>
                  <a:lnTo>
                    <a:pt x="7984635" y="2314263"/>
                  </a:lnTo>
                  <a:lnTo>
                    <a:pt x="7985490" y="2299016"/>
                  </a:lnTo>
                  <a:lnTo>
                    <a:pt x="7986346" y="2297746"/>
                  </a:lnTo>
                  <a:lnTo>
                    <a:pt x="7987201" y="2360290"/>
                  </a:lnTo>
                  <a:lnTo>
                    <a:pt x="7988057" y="2341138"/>
                  </a:lnTo>
                  <a:lnTo>
                    <a:pt x="7988913" y="2334257"/>
                  </a:lnTo>
                  <a:lnTo>
                    <a:pt x="7989768" y="2328445"/>
                  </a:lnTo>
                  <a:lnTo>
                    <a:pt x="7990624" y="2491975"/>
                  </a:lnTo>
                  <a:lnTo>
                    <a:pt x="7991479" y="2647865"/>
                  </a:lnTo>
                  <a:lnTo>
                    <a:pt x="7992335" y="2701917"/>
                  </a:lnTo>
                  <a:lnTo>
                    <a:pt x="7993190" y="2702138"/>
                  </a:lnTo>
                  <a:lnTo>
                    <a:pt x="7994046" y="2728423"/>
                  </a:lnTo>
                  <a:lnTo>
                    <a:pt x="7994901" y="2710549"/>
                  </a:lnTo>
                  <a:lnTo>
                    <a:pt x="7995757" y="2685538"/>
                  </a:lnTo>
                  <a:lnTo>
                    <a:pt x="7996612" y="2565202"/>
                  </a:lnTo>
                  <a:lnTo>
                    <a:pt x="7997468" y="2427396"/>
                  </a:lnTo>
                  <a:lnTo>
                    <a:pt x="7998323" y="2433829"/>
                  </a:lnTo>
                  <a:lnTo>
                    <a:pt x="7999179" y="2470792"/>
                  </a:lnTo>
                  <a:lnTo>
                    <a:pt x="8000034" y="2467665"/>
                  </a:lnTo>
                  <a:lnTo>
                    <a:pt x="8000890" y="2421819"/>
                  </a:lnTo>
                  <a:lnTo>
                    <a:pt x="8001745" y="2518799"/>
                  </a:lnTo>
                  <a:lnTo>
                    <a:pt x="8002601" y="2597670"/>
                  </a:lnTo>
                  <a:lnTo>
                    <a:pt x="8003456" y="2567657"/>
                  </a:lnTo>
                  <a:lnTo>
                    <a:pt x="8004312" y="2519679"/>
                  </a:lnTo>
                  <a:lnTo>
                    <a:pt x="8005168" y="2515802"/>
                  </a:lnTo>
                  <a:lnTo>
                    <a:pt x="8006023" y="2511220"/>
                  </a:lnTo>
                  <a:lnTo>
                    <a:pt x="8006879" y="2452415"/>
                  </a:lnTo>
                  <a:lnTo>
                    <a:pt x="8007734" y="2500797"/>
                  </a:lnTo>
                  <a:lnTo>
                    <a:pt x="8008590" y="2574155"/>
                  </a:lnTo>
                  <a:lnTo>
                    <a:pt x="8009445" y="2627733"/>
                  </a:lnTo>
                  <a:lnTo>
                    <a:pt x="8010301" y="2697733"/>
                  </a:lnTo>
                  <a:lnTo>
                    <a:pt x="8011156" y="2766681"/>
                  </a:lnTo>
                  <a:lnTo>
                    <a:pt x="8012012" y="2763045"/>
                  </a:lnTo>
                  <a:lnTo>
                    <a:pt x="8012867" y="2691558"/>
                  </a:lnTo>
                  <a:lnTo>
                    <a:pt x="8013723" y="2666983"/>
                  </a:lnTo>
                  <a:lnTo>
                    <a:pt x="8014578" y="2683238"/>
                  </a:lnTo>
                  <a:lnTo>
                    <a:pt x="8015434" y="2668096"/>
                  </a:lnTo>
                  <a:lnTo>
                    <a:pt x="8016289" y="2658151"/>
                  </a:lnTo>
                  <a:lnTo>
                    <a:pt x="8017145" y="2675807"/>
                  </a:lnTo>
                  <a:lnTo>
                    <a:pt x="8018000" y="2683181"/>
                  </a:lnTo>
                  <a:lnTo>
                    <a:pt x="8018856" y="2648698"/>
                  </a:lnTo>
                  <a:lnTo>
                    <a:pt x="8019711" y="2549875"/>
                  </a:lnTo>
                  <a:lnTo>
                    <a:pt x="8020567" y="2496838"/>
                  </a:lnTo>
                  <a:lnTo>
                    <a:pt x="8021423" y="2442837"/>
                  </a:lnTo>
                  <a:lnTo>
                    <a:pt x="8022278" y="2378799"/>
                  </a:lnTo>
                  <a:lnTo>
                    <a:pt x="8023134" y="2369978"/>
                  </a:lnTo>
                  <a:lnTo>
                    <a:pt x="8023989" y="2357177"/>
                  </a:lnTo>
                  <a:lnTo>
                    <a:pt x="8024845" y="2393213"/>
                  </a:lnTo>
                  <a:lnTo>
                    <a:pt x="8025700" y="2386056"/>
                  </a:lnTo>
                  <a:lnTo>
                    <a:pt x="8026556" y="2323600"/>
                  </a:lnTo>
                  <a:lnTo>
                    <a:pt x="8027411" y="2313045"/>
                  </a:lnTo>
                  <a:lnTo>
                    <a:pt x="8028267" y="2339304"/>
                  </a:lnTo>
                  <a:lnTo>
                    <a:pt x="8029122" y="2362620"/>
                  </a:lnTo>
                  <a:lnTo>
                    <a:pt x="8029978" y="2362660"/>
                  </a:lnTo>
                  <a:lnTo>
                    <a:pt x="8030833" y="2374075"/>
                  </a:lnTo>
                  <a:lnTo>
                    <a:pt x="8031689" y="2514046"/>
                  </a:lnTo>
                  <a:lnTo>
                    <a:pt x="8032544" y="2701886"/>
                  </a:lnTo>
                  <a:lnTo>
                    <a:pt x="8033400" y="2811425"/>
                  </a:lnTo>
                  <a:lnTo>
                    <a:pt x="8034255" y="2913624"/>
                  </a:lnTo>
                  <a:lnTo>
                    <a:pt x="8035111" y="2968143"/>
                  </a:lnTo>
                  <a:lnTo>
                    <a:pt x="8035967" y="3038618"/>
                  </a:lnTo>
                  <a:lnTo>
                    <a:pt x="8036822" y="3008742"/>
                  </a:lnTo>
                  <a:lnTo>
                    <a:pt x="8037678" y="2883687"/>
                  </a:lnTo>
                  <a:lnTo>
                    <a:pt x="8038533" y="2777862"/>
                  </a:lnTo>
                  <a:lnTo>
                    <a:pt x="8039389" y="2713426"/>
                  </a:lnTo>
                  <a:lnTo>
                    <a:pt x="8040244" y="2700864"/>
                  </a:lnTo>
                  <a:lnTo>
                    <a:pt x="8041100" y="2724401"/>
                  </a:lnTo>
                  <a:lnTo>
                    <a:pt x="8041955" y="2732693"/>
                  </a:lnTo>
                  <a:lnTo>
                    <a:pt x="8042811" y="2745328"/>
                  </a:lnTo>
                  <a:lnTo>
                    <a:pt x="8043666" y="2799408"/>
                  </a:lnTo>
                  <a:lnTo>
                    <a:pt x="8044522" y="2811256"/>
                  </a:lnTo>
                  <a:lnTo>
                    <a:pt x="8045377" y="2826705"/>
                  </a:lnTo>
                  <a:lnTo>
                    <a:pt x="8046233" y="2778789"/>
                  </a:lnTo>
                  <a:lnTo>
                    <a:pt x="8047088" y="2759555"/>
                  </a:lnTo>
                  <a:lnTo>
                    <a:pt x="8047944" y="2753005"/>
                  </a:lnTo>
                  <a:lnTo>
                    <a:pt x="8048799" y="2739927"/>
                  </a:lnTo>
                  <a:lnTo>
                    <a:pt x="8049655" y="2777428"/>
                  </a:lnTo>
                  <a:lnTo>
                    <a:pt x="8050510" y="2813356"/>
                  </a:lnTo>
                  <a:lnTo>
                    <a:pt x="8051366" y="2891632"/>
                  </a:lnTo>
                  <a:lnTo>
                    <a:pt x="8052222" y="2944503"/>
                  </a:lnTo>
                  <a:lnTo>
                    <a:pt x="8053077" y="2960789"/>
                  </a:lnTo>
                  <a:lnTo>
                    <a:pt x="8053933" y="2924592"/>
                  </a:lnTo>
                  <a:lnTo>
                    <a:pt x="8054788" y="2810037"/>
                  </a:lnTo>
                  <a:lnTo>
                    <a:pt x="8055644" y="2673407"/>
                  </a:lnTo>
                  <a:lnTo>
                    <a:pt x="8056499" y="2539140"/>
                  </a:lnTo>
                  <a:lnTo>
                    <a:pt x="8057355" y="2428397"/>
                  </a:lnTo>
                  <a:lnTo>
                    <a:pt x="8058210" y="2374840"/>
                  </a:lnTo>
                  <a:lnTo>
                    <a:pt x="8059066" y="2292913"/>
                  </a:lnTo>
                  <a:lnTo>
                    <a:pt x="8059921" y="2194560"/>
                  </a:lnTo>
                  <a:lnTo>
                    <a:pt x="8060777" y="2214257"/>
                  </a:lnTo>
                  <a:lnTo>
                    <a:pt x="8061632" y="2299604"/>
                  </a:lnTo>
                  <a:lnTo>
                    <a:pt x="8062488" y="2429114"/>
                  </a:lnTo>
                  <a:lnTo>
                    <a:pt x="8063343" y="2574315"/>
                  </a:lnTo>
                  <a:lnTo>
                    <a:pt x="8064199" y="2684579"/>
                  </a:lnTo>
                  <a:lnTo>
                    <a:pt x="8065054" y="2826335"/>
                  </a:lnTo>
                  <a:lnTo>
                    <a:pt x="8065910" y="2932895"/>
                  </a:lnTo>
                  <a:lnTo>
                    <a:pt x="8066765" y="2993717"/>
                  </a:lnTo>
                  <a:lnTo>
                    <a:pt x="8067621" y="2990999"/>
                  </a:lnTo>
                  <a:lnTo>
                    <a:pt x="8068477" y="2942822"/>
                  </a:lnTo>
                  <a:lnTo>
                    <a:pt x="8069332" y="2944185"/>
                  </a:lnTo>
                  <a:lnTo>
                    <a:pt x="8070188" y="2941951"/>
                  </a:lnTo>
                  <a:lnTo>
                    <a:pt x="8071043" y="2932898"/>
                  </a:lnTo>
                  <a:lnTo>
                    <a:pt x="8071899" y="2881675"/>
                  </a:lnTo>
                  <a:lnTo>
                    <a:pt x="8072754" y="2809138"/>
                  </a:lnTo>
                  <a:lnTo>
                    <a:pt x="8073610" y="2794665"/>
                  </a:lnTo>
                  <a:lnTo>
                    <a:pt x="8074465" y="2821787"/>
                  </a:lnTo>
                  <a:lnTo>
                    <a:pt x="8075321" y="2800141"/>
                  </a:lnTo>
                  <a:lnTo>
                    <a:pt x="8076176" y="2725495"/>
                  </a:lnTo>
                  <a:lnTo>
                    <a:pt x="8077032" y="2706348"/>
                  </a:lnTo>
                  <a:lnTo>
                    <a:pt x="8077887" y="2694523"/>
                  </a:lnTo>
                  <a:lnTo>
                    <a:pt x="8078743" y="2655558"/>
                  </a:lnTo>
                  <a:lnTo>
                    <a:pt x="8079598" y="2635811"/>
                  </a:lnTo>
                  <a:lnTo>
                    <a:pt x="8080454" y="2696102"/>
                  </a:lnTo>
                  <a:lnTo>
                    <a:pt x="8081309" y="2769641"/>
                  </a:lnTo>
                  <a:lnTo>
                    <a:pt x="8082165" y="2796584"/>
                  </a:lnTo>
                  <a:lnTo>
                    <a:pt x="8083021" y="2741172"/>
                  </a:lnTo>
                  <a:lnTo>
                    <a:pt x="8083876" y="2644572"/>
                  </a:lnTo>
                  <a:lnTo>
                    <a:pt x="8084732" y="2550510"/>
                  </a:lnTo>
                  <a:lnTo>
                    <a:pt x="8085587" y="2555172"/>
                  </a:lnTo>
                  <a:lnTo>
                    <a:pt x="8086443" y="2463215"/>
                  </a:lnTo>
                  <a:lnTo>
                    <a:pt x="8087298" y="2371260"/>
                  </a:lnTo>
                  <a:lnTo>
                    <a:pt x="8088154" y="2461059"/>
                  </a:lnTo>
                  <a:lnTo>
                    <a:pt x="8089009" y="2583998"/>
                  </a:lnTo>
                  <a:lnTo>
                    <a:pt x="8089865" y="2642237"/>
                  </a:lnTo>
                  <a:lnTo>
                    <a:pt x="8090720" y="2512316"/>
                  </a:lnTo>
                  <a:lnTo>
                    <a:pt x="8091576" y="2493466"/>
                  </a:lnTo>
                  <a:lnTo>
                    <a:pt x="8092431" y="2494398"/>
                  </a:lnTo>
                  <a:lnTo>
                    <a:pt x="8093287" y="2358881"/>
                  </a:lnTo>
                  <a:lnTo>
                    <a:pt x="8094142" y="2257412"/>
                  </a:lnTo>
                  <a:lnTo>
                    <a:pt x="8094998" y="2315077"/>
                  </a:lnTo>
                  <a:lnTo>
                    <a:pt x="8095853" y="2413645"/>
                  </a:lnTo>
                  <a:lnTo>
                    <a:pt x="8096709" y="2454225"/>
                  </a:lnTo>
                  <a:lnTo>
                    <a:pt x="8097564" y="2491124"/>
                  </a:lnTo>
                  <a:lnTo>
                    <a:pt x="8098420" y="2591524"/>
                  </a:lnTo>
                  <a:lnTo>
                    <a:pt x="8099276" y="2596580"/>
                  </a:lnTo>
                  <a:lnTo>
                    <a:pt x="8100131" y="2494611"/>
                  </a:lnTo>
                  <a:lnTo>
                    <a:pt x="8100987" y="2472031"/>
                  </a:lnTo>
                  <a:lnTo>
                    <a:pt x="8101842" y="2526195"/>
                  </a:lnTo>
                  <a:lnTo>
                    <a:pt x="8102698" y="2562888"/>
                  </a:lnTo>
                  <a:lnTo>
                    <a:pt x="8103553" y="2557043"/>
                  </a:lnTo>
                  <a:lnTo>
                    <a:pt x="8104409" y="2566495"/>
                  </a:lnTo>
                  <a:lnTo>
                    <a:pt x="8105264" y="2599749"/>
                  </a:lnTo>
                  <a:lnTo>
                    <a:pt x="8106120" y="2574022"/>
                  </a:lnTo>
                  <a:lnTo>
                    <a:pt x="8106975" y="2457127"/>
                  </a:lnTo>
                  <a:lnTo>
                    <a:pt x="8107831" y="2347343"/>
                  </a:lnTo>
                  <a:lnTo>
                    <a:pt x="8108686" y="2322280"/>
                  </a:lnTo>
                  <a:lnTo>
                    <a:pt x="8109542" y="2289121"/>
                  </a:lnTo>
                  <a:lnTo>
                    <a:pt x="8110397" y="2205251"/>
                  </a:lnTo>
                  <a:lnTo>
                    <a:pt x="8111253" y="2226198"/>
                  </a:lnTo>
                  <a:lnTo>
                    <a:pt x="8112108" y="2325035"/>
                  </a:lnTo>
                  <a:lnTo>
                    <a:pt x="8112964" y="2426877"/>
                  </a:lnTo>
                  <a:lnTo>
                    <a:pt x="8113819" y="2473286"/>
                  </a:lnTo>
                  <a:lnTo>
                    <a:pt x="8114675" y="2541033"/>
                  </a:lnTo>
                  <a:lnTo>
                    <a:pt x="8115531" y="2664564"/>
                  </a:lnTo>
                  <a:lnTo>
                    <a:pt x="8116386" y="2734680"/>
                  </a:lnTo>
                  <a:lnTo>
                    <a:pt x="8117242" y="2736009"/>
                  </a:lnTo>
                  <a:lnTo>
                    <a:pt x="8118097" y="2738256"/>
                  </a:lnTo>
                  <a:lnTo>
                    <a:pt x="8118953" y="2763118"/>
                  </a:lnTo>
                  <a:lnTo>
                    <a:pt x="8119808" y="2829052"/>
                  </a:lnTo>
                  <a:lnTo>
                    <a:pt x="8120664" y="2786658"/>
                  </a:lnTo>
                  <a:lnTo>
                    <a:pt x="8121519" y="2762005"/>
                  </a:lnTo>
                  <a:lnTo>
                    <a:pt x="8122375" y="2777676"/>
                  </a:lnTo>
                  <a:lnTo>
                    <a:pt x="8123230" y="2780511"/>
                  </a:lnTo>
                  <a:lnTo>
                    <a:pt x="8124086" y="2769394"/>
                  </a:lnTo>
                  <a:lnTo>
                    <a:pt x="8124941" y="2773768"/>
                  </a:lnTo>
                  <a:lnTo>
                    <a:pt x="8125797" y="2828862"/>
                  </a:lnTo>
                  <a:lnTo>
                    <a:pt x="8126652" y="2799607"/>
                  </a:lnTo>
                  <a:lnTo>
                    <a:pt x="8127508" y="2763163"/>
                  </a:lnTo>
                  <a:lnTo>
                    <a:pt x="8128363" y="2788804"/>
                  </a:lnTo>
                  <a:lnTo>
                    <a:pt x="8129219" y="2761070"/>
                  </a:lnTo>
                  <a:lnTo>
                    <a:pt x="8130075" y="2667839"/>
                  </a:lnTo>
                  <a:lnTo>
                    <a:pt x="8130930" y="2612814"/>
                  </a:lnTo>
                  <a:lnTo>
                    <a:pt x="8131786" y="2575447"/>
                  </a:lnTo>
                  <a:lnTo>
                    <a:pt x="8132641" y="2452122"/>
                  </a:lnTo>
                  <a:lnTo>
                    <a:pt x="8133497" y="2269320"/>
                  </a:lnTo>
                  <a:lnTo>
                    <a:pt x="8134352" y="2249483"/>
                  </a:lnTo>
                  <a:lnTo>
                    <a:pt x="8135208" y="2321893"/>
                  </a:lnTo>
                  <a:lnTo>
                    <a:pt x="8136063" y="2359457"/>
                  </a:lnTo>
                  <a:lnTo>
                    <a:pt x="8136919" y="2355130"/>
                  </a:lnTo>
                  <a:lnTo>
                    <a:pt x="8137774" y="2458514"/>
                  </a:lnTo>
                  <a:lnTo>
                    <a:pt x="8138630" y="2511563"/>
                  </a:lnTo>
                  <a:lnTo>
                    <a:pt x="8139485" y="2466265"/>
                  </a:lnTo>
                  <a:lnTo>
                    <a:pt x="8140341" y="2445211"/>
                  </a:lnTo>
                  <a:lnTo>
                    <a:pt x="8141196" y="2452692"/>
                  </a:lnTo>
                  <a:lnTo>
                    <a:pt x="8142052" y="2554819"/>
                  </a:lnTo>
                  <a:lnTo>
                    <a:pt x="8142907" y="2638360"/>
                  </a:lnTo>
                  <a:lnTo>
                    <a:pt x="8143763" y="2716126"/>
                  </a:lnTo>
                  <a:lnTo>
                    <a:pt x="8144618" y="2701236"/>
                  </a:lnTo>
                  <a:lnTo>
                    <a:pt x="8145474" y="2657620"/>
                  </a:lnTo>
                  <a:lnTo>
                    <a:pt x="8146330" y="2681167"/>
                  </a:lnTo>
                  <a:lnTo>
                    <a:pt x="8147185" y="2668311"/>
                  </a:lnTo>
                  <a:lnTo>
                    <a:pt x="8148041" y="2600664"/>
                  </a:lnTo>
                  <a:lnTo>
                    <a:pt x="8148896" y="2582563"/>
                  </a:lnTo>
                  <a:lnTo>
                    <a:pt x="8149752" y="2658296"/>
                  </a:lnTo>
                  <a:lnTo>
                    <a:pt x="8150607" y="2694677"/>
                  </a:lnTo>
                  <a:lnTo>
                    <a:pt x="8151463" y="2636575"/>
                  </a:lnTo>
                  <a:lnTo>
                    <a:pt x="8152318" y="2611922"/>
                  </a:lnTo>
                  <a:lnTo>
                    <a:pt x="8153174" y="2658602"/>
                  </a:lnTo>
                  <a:lnTo>
                    <a:pt x="8154029" y="2683048"/>
                  </a:lnTo>
                  <a:lnTo>
                    <a:pt x="8154885" y="2747168"/>
                  </a:lnTo>
                  <a:lnTo>
                    <a:pt x="8155740" y="2814972"/>
                  </a:lnTo>
                  <a:lnTo>
                    <a:pt x="8156596" y="2822113"/>
                  </a:lnTo>
                  <a:lnTo>
                    <a:pt x="8157451" y="2793417"/>
                  </a:lnTo>
                  <a:lnTo>
                    <a:pt x="8158307" y="2743043"/>
                  </a:lnTo>
                  <a:lnTo>
                    <a:pt x="8159162" y="2777061"/>
                  </a:lnTo>
                  <a:lnTo>
                    <a:pt x="8160018" y="2781005"/>
                  </a:lnTo>
                  <a:lnTo>
                    <a:pt x="8160873" y="2736089"/>
                  </a:lnTo>
                  <a:lnTo>
                    <a:pt x="8161729" y="2684368"/>
                  </a:lnTo>
                  <a:lnTo>
                    <a:pt x="8162585" y="2675777"/>
                  </a:lnTo>
                  <a:lnTo>
                    <a:pt x="8163440" y="2708175"/>
                  </a:lnTo>
                  <a:lnTo>
                    <a:pt x="8164296" y="2687035"/>
                  </a:lnTo>
                  <a:lnTo>
                    <a:pt x="8165151" y="2687333"/>
                  </a:lnTo>
                  <a:lnTo>
                    <a:pt x="8166007" y="2680442"/>
                  </a:lnTo>
                  <a:lnTo>
                    <a:pt x="8166862" y="2696483"/>
                  </a:lnTo>
                  <a:lnTo>
                    <a:pt x="8167718" y="2745963"/>
                  </a:lnTo>
                  <a:lnTo>
                    <a:pt x="8168573" y="2735564"/>
                  </a:lnTo>
                  <a:lnTo>
                    <a:pt x="8169429" y="2723244"/>
                  </a:lnTo>
                  <a:lnTo>
                    <a:pt x="8170284" y="2666325"/>
                  </a:lnTo>
                  <a:lnTo>
                    <a:pt x="8171140" y="2605948"/>
                  </a:lnTo>
                  <a:lnTo>
                    <a:pt x="8171995" y="2528357"/>
                  </a:lnTo>
                  <a:lnTo>
                    <a:pt x="8172851" y="2412895"/>
                  </a:lnTo>
                  <a:lnTo>
                    <a:pt x="8173706" y="2353196"/>
                  </a:lnTo>
                  <a:lnTo>
                    <a:pt x="8174562" y="2277884"/>
                  </a:lnTo>
                  <a:lnTo>
                    <a:pt x="8175417" y="2196668"/>
                  </a:lnTo>
                  <a:lnTo>
                    <a:pt x="8176273" y="2122055"/>
                  </a:lnTo>
                  <a:lnTo>
                    <a:pt x="8177129" y="2080213"/>
                  </a:lnTo>
                  <a:lnTo>
                    <a:pt x="8177984" y="2010249"/>
                  </a:lnTo>
                  <a:lnTo>
                    <a:pt x="8178840" y="1878773"/>
                  </a:lnTo>
                  <a:lnTo>
                    <a:pt x="8179695" y="1771291"/>
                  </a:lnTo>
                  <a:lnTo>
                    <a:pt x="8180551" y="1722761"/>
                  </a:lnTo>
                  <a:lnTo>
                    <a:pt x="8181406" y="1669801"/>
                  </a:lnTo>
                  <a:lnTo>
                    <a:pt x="8182262" y="1653247"/>
                  </a:lnTo>
                  <a:lnTo>
                    <a:pt x="8183117" y="1605342"/>
                  </a:lnTo>
                  <a:lnTo>
                    <a:pt x="8183973" y="1569469"/>
                  </a:lnTo>
                  <a:lnTo>
                    <a:pt x="8184828" y="1551820"/>
                  </a:lnTo>
                  <a:lnTo>
                    <a:pt x="8185684" y="1504967"/>
                  </a:lnTo>
                  <a:lnTo>
                    <a:pt x="8186539" y="1516118"/>
                  </a:lnTo>
                  <a:lnTo>
                    <a:pt x="8187395" y="1484752"/>
                  </a:lnTo>
                  <a:lnTo>
                    <a:pt x="8188250" y="1480204"/>
                  </a:lnTo>
                  <a:lnTo>
                    <a:pt x="8189106" y="1559919"/>
                  </a:lnTo>
                  <a:lnTo>
                    <a:pt x="8189961" y="1688014"/>
                  </a:lnTo>
                  <a:lnTo>
                    <a:pt x="8190817" y="1754061"/>
                  </a:lnTo>
                  <a:lnTo>
                    <a:pt x="8191672" y="1763962"/>
                  </a:lnTo>
                  <a:lnTo>
                    <a:pt x="8192528" y="1837688"/>
                  </a:lnTo>
                  <a:lnTo>
                    <a:pt x="8193384" y="1921401"/>
                  </a:lnTo>
                  <a:lnTo>
                    <a:pt x="8194239" y="1929697"/>
                  </a:lnTo>
                  <a:lnTo>
                    <a:pt x="8195095" y="1913176"/>
                  </a:lnTo>
                  <a:lnTo>
                    <a:pt x="8195950" y="1921637"/>
                  </a:lnTo>
                  <a:lnTo>
                    <a:pt x="8196806" y="1961448"/>
                  </a:lnTo>
                  <a:lnTo>
                    <a:pt x="8197661" y="1995956"/>
                  </a:lnTo>
                  <a:lnTo>
                    <a:pt x="8198517" y="2044224"/>
                  </a:lnTo>
                  <a:lnTo>
                    <a:pt x="8199372" y="2076980"/>
                  </a:lnTo>
                  <a:lnTo>
                    <a:pt x="8200228" y="2033079"/>
                  </a:lnTo>
                  <a:lnTo>
                    <a:pt x="8201083" y="1982482"/>
                  </a:lnTo>
                  <a:lnTo>
                    <a:pt x="8201939" y="1908756"/>
                  </a:lnTo>
                  <a:lnTo>
                    <a:pt x="8202794" y="1824223"/>
                  </a:lnTo>
                  <a:lnTo>
                    <a:pt x="8203650" y="1740306"/>
                  </a:lnTo>
                  <a:lnTo>
                    <a:pt x="8204505" y="1696523"/>
                  </a:lnTo>
                  <a:lnTo>
                    <a:pt x="8205361" y="1709062"/>
                  </a:lnTo>
                  <a:lnTo>
                    <a:pt x="8206216" y="1752381"/>
                  </a:lnTo>
                  <a:lnTo>
                    <a:pt x="8207072" y="1873278"/>
                  </a:lnTo>
                  <a:lnTo>
                    <a:pt x="8207927" y="2012175"/>
                  </a:lnTo>
                  <a:lnTo>
                    <a:pt x="8208783" y="2160630"/>
                  </a:lnTo>
                  <a:lnTo>
                    <a:pt x="8209639" y="2248818"/>
                  </a:lnTo>
                  <a:lnTo>
                    <a:pt x="8210494" y="2301882"/>
                  </a:lnTo>
                  <a:lnTo>
                    <a:pt x="8211350" y="2410025"/>
                  </a:lnTo>
                  <a:lnTo>
                    <a:pt x="8212205" y="2538386"/>
                  </a:lnTo>
                  <a:lnTo>
                    <a:pt x="8213061" y="2631060"/>
                  </a:lnTo>
                  <a:lnTo>
                    <a:pt x="8213916" y="2657982"/>
                  </a:lnTo>
                  <a:lnTo>
                    <a:pt x="8214772" y="2685921"/>
                  </a:lnTo>
                  <a:lnTo>
                    <a:pt x="8215627" y="2755890"/>
                  </a:lnTo>
                  <a:lnTo>
                    <a:pt x="8216483" y="2785120"/>
                  </a:lnTo>
                  <a:lnTo>
                    <a:pt x="8217338" y="2817761"/>
                  </a:lnTo>
                  <a:lnTo>
                    <a:pt x="8218194" y="2855957"/>
                  </a:lnTo>
                  <a:lnTo>
                    <a:pt x="8219049" y="2928917"/>
                  </a:lnTo>
                  <a:lnTo>
                    <a:pt x="8219905" y="3034955"/>
                  </a:lnTo>
                  <a:lnTo>
                    <a:pt x="8220760" y="3032885"/>
                  </a:lnTo>
                  <a:lnTo>
                    <a:pt x="8221616" y="3028082"/>
                  </a:lnTo>
                  <a:lnTo>
                    <a:pt x="8222471" y="3010109"/>
                  </a:lnTo>
                  <a:lnTo>
                    <a:pt x="8223327" y="3019557"/>
                  </a:lnTo>
                  <a:lnTo>
                    <a:pt x="8224182" y="3027726"/>
                  </a:lnTo>
                  <a:lnTo>
                    <a:pt x="8225038" y="2999482"/>
                  </a:lnTo>
                  <a:lnTo>
                    <a:pt x="8225894" y="3039346"/>
                  </a:lnTo>
                  <a:lnTo>
                    <a:pt x="8226749" y="3045410"/>
                  </a:lnTo>
                  <a:lnTo>
                    <a:pt x="8227605" y="2950047"/>
                  </a:lnTo>
                  <a:lnTo>
                    <a:pt x="8228460" y="2891229"/>
                  </a:lnTo>
                  <a:lnTo>
                    <a:pt x="8229316" y="2844762"/>
                  </a:lnTo>
                  <a:lnTo>
                    <a:pt x="8230171" y="2830703"/>
                  </a:lnTo>
                  <a:lnTo>
                    <a:pt x="8231027" y="2808273"/>
                  </a:lnTo>
                  <a:lnTo>
                    <a:pt x="8231882" y="2822807"/>
                  </a:lnTo>
                  <a:lnTo>
                    <a:pt x="8232738" y="2865931"/>
                  </a:lnTo>
                  <a:lnTo>
                    <a:pt x="8233593" y="2897682"/>
                  </a:lnTo>
                  <a:lnTo>
                    <a:pt x="8234449" y="2942664"/>
                  </a:lnTo>
                  <a:lnTo>
                    <a:pt x="8235304" y="2995234"/>
                  </a:lnTo>
                  <a:lnTo>
                    <a:pt x="8236160" y="3076071"/>
                  </a:lnTo>
                  <a:lnTo>
                    <a:pt x="8237015" y="3113559"/>
                  </a:lnTo>
                  <a:lnTo>
                    <a:pt x="8237871" y="3116972"/>
                  </a:lnTo>
                  <a:lnTo>
                    <a:pt x="8237871" y="3116972"/>
                  </a:lnTo>
                  <a:lnTo>
                    <a:pt x="8238726" y="3116972"/>
                  </a:lnTo>
                  <a:lnTo>
                    <a:pt x="8239582" y="3102080"/>
                  </a:lnTo>
                  <a:lnTo>
                    <a:pt x="8240438" y="3062012"/>
                  </a:lnTo>
                  <a:lnTo>
                    <a:pt x="8241293" y="3067872"/>
                  </a:lnTo>
                  <a:lnTo>
                    <a:pt x="8242149" y="3074982"/>
                  </a:lnTo>
                  <a:lnTo>
                    <a:pt x="8243004" y="3058929"/>
                  </a:lnTo>
                  <a:lnTo>
                    <a:pt x="8243860" y="3031189"/>
                  </a:lnTo>
                  <a:lnTo>
                    <a:pt x="8244715" y="3031117"/>
                  </a:lnTo>
                  <a:lnTo>
                    <a:pt x="8245571" y="3064079"/>
                  </a:lnTo>
                  <a:lnTo>
                    <a:pt x="8246426" y="3058133"/>
                  </a:lnTo>
                  <a:lnTo>
                    <a:pt x="8247282" y="3068042"/>
                  </a:lnTo>
                  <a:lnTo>
                    <a:pt x="8248137" y="3102681"/>
                  </a:lnTo>
                  <a:lnTo>
                    <a:pt x="8248993" y="3116972"/>
                  </a:lnTo>
                  <a:lnTo>
                    <a:pt x="8248993" y="3116972"/>
                  </a:lnTo>
                  <a:lnTo>
                    <a:pt x="8249848" y="3116972"/>
                  </a:lnTo>
                  <a:lnTo>
                    <a:pt x="8250704" y="3116972"/>
                  </a:lnTo>
                  <a:lnTo>
                    <a:pt x="8251559" y="3113422"/>
                  </a:lnTo>
                  <a:lnTo>
                    <a:pt x="8252415" y="3110191"/>
                  </a:lnTo>
                  <a:lnTo>
                    <a:pt x="8253270" y="3116972"/>
                  </a:lnTo>
                  <a:lnTo>
                    <a:pt x="8253270" y="3116972"/>
                  </a:lnTo>
                  <a:lnTo>
                    <a:pt x="8254126" y="3116972"/>
                  </a:lnTo>
                  <a:lnTo>
                    <a:pt x="8254981" y="3116972"/>
                  </a:lnTo>
                  <a:lnTo>
                    <a:pt x="8255837" y="3116972"/>
                  </a:lnTo>
                  <a:lnTo>
                    <a:pt x="8256693" y="3116972"/>
                  </a:lnTo>
                  <a:lnTo>
                    <a:pt x="8257548" y="3100423"/>
                  </a:lnTo>
                  <a:lnTo>
                    <a:pt x="8258404" y="3058441"/>
                  </a:lnTo>
                  <a:lnTo>
                    <a:pt x="8259259" y="3075294"/>
                  </a:lnTo>
                  <a:lnTo>
                    <a:pt x="8260115" y="3069876"/>
                  </a:lnTo>
                  <a:lnTo>
                    <a:pt x="8260970" y="3043083"/>
                  </a:lnTo>
                  <a:lnTo>
                    <a:pt x="8261826" y="3027081"/>
                  </a:lnTo>
                  <a:lnTo>
                    <a:pt x="8262681" y="3078532"/>
                  </a:lnTo>
                  <a:lnTo>
                    <a:pt x="8263537" y="3116972"/>
                  </a:lnTo>
                  <a:lnTo>
                    <a:pt x="8263537" y="3116972"/>
                  </a:lnTo>
                  <a:lnTo>
                    <a:pt x="8264392" y="3116972"/>
                  </a:lnTo>
                  <a:lnTo>
                    <a:pt x="8265248" y="3116972"/>
                  </a:lnTo>
                  <a:lnTo>
                    <a:pt x="8266103" y="3116972"/>
                  </a:lnTo>
                  <a:lnTo>
                    <a:pt x="8266959" y="3116972"/>
                  </a:lnTo>
                  <a:lnTo>
                    <a:pt x="8267814" y="3093912"/>
                  </a:lnTo>
                  <a:lnTo>
                    <a:pt x="8268670" y="3028248"/>
                  </a:lnTo>
                  <a:lnTo>
                    <a:pt x="8269525" y="2953888"/>
                  </a:lnTo>
                  <a:lnTo>
                    <a:pt x="8270381" y="2981057"/>
                  </a:lnTo>
                  <a:lnTo>
                    <a:pt x="8271236" y="3037904"/>
                  </a:lnTo>
                  <a:lnTo>
                    <a:pt x="8272092" y="3032744"/>
                  </a:lnTo>
                  <a:lnTo>
                    <a:pt x="8272948" y="2984224"/>
                  </a:lnTo>
                  <a:lnTo>
                    <a:pt x="8273803" y="2946517"/>
                  </a:lnTo>
                  <a:lnTo>
                    <a:pt x="8274659" y="2939252"/>
                  </a:lnTo>
                  <a:lnTo>
                    <a:pt x="8275514" y="2915106"/>
                  </a:lnTo>
                  <a:lnTo>
                    <a:pt x="8276370" y="2915563"/>
                  </a:lnTo>
                  <a:lnTo>
                    <a:pt x="8277225" y="3007940"/>
                  </a:lnTo>
                  <a:lnTo>
                    <a:pt x="8278081" y="3116972"/>
                  </a:lnTo>
                  <a:lnTo>
                    <a:pt x="8278081" y="3116972"/>
                  </a:lnTo>
                  <a:lnTo>
                    <a:pt x="8278936" y="3116972"/>
                  </a:lnTo>
                  <a:lnTo>
                    <a:pt x="8279792" y="3116972"/>
                  </a:lnTo>
                  <a:lnTo>
                    <a:pt x="8280647" y="3116972"/>
                  </a:lnTo>
                  <a:lnTo>
                    <a:pt x="8281503" y="3116972"/>
                  </a:lnTo>
                  <a:lnTo>
                    <a:pt x="8282358" y="3116972"/>
                  </a:lnTo>
                  <a:lnTo>
                    <a:pt x="8283214" y="3116972"/>
                  </a:lnTo>
                  <a:lnTo>
                    <a:pt x="8284069" y="3116972"/>
                  </a:lnTo>
                  <a:lnTo>
                    <a:pt x="8284925" y="3116972"/>
                  </a:lnTo>
                  <a:lnTo>
                    <a:pt x="8285780" y="3116972"/>
                  </a:lnTo>
                  <a:lnTo>
                    <a:pt x="8286636" y="3116972"/>
                  </a:lnTo>
                  <a:lnTo>
                    <a:pt x="8287492" y="3116972"/>
                  </a:lnTo>
                  <a:lnTo>
                    <a:pt x="8288347" y="3116972"/>
                  </a:lnTo>
                  <a:lnTo>
                    <a:pt x="8289203" y="3116972"/>
                  </a:lnTo>
                  <a:lnTo>
                    <a:pt x="8290058" y="3116972"/>
                  </a:lnTo>
                  <a:lnTo>
                    <a:pt x="8290914" y="3116972"/>
                  </a:lnTo>
                  <a:lnTo>
                    <a:pt x="8291769" y="3116972"/>
                  </a:lnTo>
                  <a:lnTo>
                    <a:pt x="8292625" y="3098659"/>
                  </a:lnTo>
                  <a:lnTo>
                    <a:pt x="8293480" y="3058956"/>
                  </a:lnTo>
                  <a:lnTo>
                    <a:pt x="8294336" y="3017500"/>
                  </a:lnTo>
                  <a:lnTo>
                    <a:pt x="8295191" y="3000137"/>
                  </a:lnTo>
                  <a:lnTo>
                    <a:pt x="8296047" y="2984977"/>
                  </a:lnTo>
                  <a:lnTo>
                    <a:pt x="8296902" y="2973367"/>
                  </a:lnTo>
                  <a:lnTo>
                    <a:pt x="8297758" y="3022370"/>
                  </a:lnTo>
                  <a:lnTo>
                    <a:pt x="8298613" y="3069334"/>
                  </a:lnTo>
                  <a:lnTo>
                    <a:pt x="8299469" y="3106643"/>
                  </a:lnTo>
                  <a:lnTo>
                    <a:pt x="8300324" y="3116972"/>
                  </a:lnTo>
                  <a:lnTo>
                    <a:pt x="8300324" y="3116972"/>
                  </a:lnTo>
                  <a:lnTo>
                    <a:pt x="8301180" y="3116972"/>
                  </a:lnTo>
                  <a:lnTo>
                    <a:pt x="8302035" y="3116972"/>
                  </a:lnTo>
                  <a:lnTo>
                    <a:pt x="8302891" y="3116972"/>
                  </a:lnTo>
                  <a:lnTo>
                    <a:pt x="8303747" y="3116972"/>
                  </a:lnTo>
                  <a:lnTo>
                    <a:pt x="8304602" y="3116972"/>
                  </a:lnTo>
                  <a:lnTo>
                    <a:pt x="8305458" y="3116972"/>
                  </a:lnTo>
                  <a:lnTo>
                    <a:pt x="8306313" y="3116972"/>
                  </a:lnTo>
                  <a:lnTo>
                    <a:pt x="8307169" y="3087100"/>
                  </a:lnTo>
                  <a:lnTo>
                    <a:pt x="8308024" y="3056751"/>
                  </a:lnTo>
                  <a:lnTo>
                    <a:pt x="8308880" y="3047997"/>
                  </a:lnTo>
                  <a:lnTo>
                    <a:pt x="8309735" y="3024738"/>
                  </a:lnTo>
                  <a:lnTo>
                    <a:pt x="8310591" y="3020157"/>
                  </a:lnTo>
                  <a:lnTo>
                    <a:pt x="8311446" y="3009914"/>
                  </a:lnTo>
                  <a:lnTo>
                    <a:pt x="8312302" y="3011669"/>
                  </a:lnTo>
                  <a:lnTo>
                    <a:pt x="8313157" y="3106445"/>
                  </a:lnTo>
                  <a:lnTo>
                    <a:pt x="8314013" y="3116972"/>
                  </a:lnTo>
                  <a:lnTo>
                    <a:pt x="8314013" y="3116972"/>
                  </a:lnTo>
                  <a:lnTo>
                    <a:pt x="8314868" y="3116972"/>
                  </a:lnTo>
                  <a:lnTo>
                    <a:pt x="8315724" y="3116972"/>
                  </a:lnTo>
                  <a:lnTo>
                    <a:pt x="8316579" y="3116972"/>
                  </a:lnTo>
                  <a:lnTo>
                    <a:pt x="8317435" y="3116972"/>
                  </a:lnTo>
                  <a:lnTo>
                    <a:pt x="8318290" y="3116972"/>
                  </a:lnTo>
                  <a:lnTo>
                    <a:pt x="8319146" y="3116972"/>
                  </a:lnTo>
                  <a:lnTo>
                    <a:pt x="8320002" y="3116972"/>
                  </a:lnTo>
                  <a:lnTo>
                    <a:pt x="8320857" y="3116972"/>
                  </a:lnTo>
                  <a:lnTo>
                    <a:pt x="8321713" y="3116972"/>
                  </a:lnTo>
                  <a:lnTo>
                    <a:pt x="8322568" y="3116972"/>
                  </a:lnTo>
                  <a:lnTo>
                    <a:pt x="8323424" y="3116972"/>
                  </a:lnTo>
                  <a:lnTo>
                    <a:pt x="8324279" y="3116972"/>
                  </a:lnTo>
                  <a:lnTo>
                    <a:pt x="8325135" y="3116972"/>
                  </a:lnTo>
                  <a:lnTo>
                    <a:pt x="8325990" y="3116972"/>
                  </a:lnTo>
                  <a:lnTo>
                    <a:pt x="8326846" y="3116972"/>
                  </a:lnTo>
                  <a:lnTo>
                    <a:pt x="8327701" y="3116972"/>
                  </a:lnTo>
                  <a:lnTo>
                    <a:pt x="8328557" y="3116972"/>
                  </a:lnTo>
                  <a:lnTo>
                    <a:pt x="8329412" y="3116972"/>
                  </a:lnTo>
                  <a:lnTo>
                    <a:pt x="8330268" y="3116972"/>
                  </a:lnTo>
                  <a:lnTo>
                    <a:pt x="8331123" y="3116972"/>
                  </a:lnTo>
                  <a:lnTo>
                    <a:pt x="8331979" y="3116972"/>
                  </a:lnTo>
                  <a:lnTo>
                    <a:pt x="8332834" y="3116972"/>
                  </a:lnTo>
                  <a:lnTo>
                    <a:pt x="8333690" y="3116972"/>
                  </a:lnTo>
                  <a:lnTo>
                    <a:pt x="8334546" y="3116972"/>
                  </a:lnTo>
                  <a:lnTo>
                    <a:pt x="8335401" y="3116972"/>
                  </a:lnTo>
                  <a:lnTo>
                    <a:pt x="8336257" y="3116972"/>
                  </a:lnTo>
                  <a:lnTo>
                    <a:pt x="8337112" y="3116972"/>
                  </a:lnTo>
                  <a:lnTo>
                    <a:pt x="8337968" y="3116972"/>
                  </a:lnTo>
                  <a:lnTo>
                    <a:pt x="8338823" y="3116972"/>
                  </a:lnTo>
                  <a:lnTo>
                    <a:pt x="8339679" y="3116972"/>
                  </a:lnTo>
                  <a:lnTo>
                    <a:pt x="8340534" y="3116972"/>
                  </a:lnTo>
                  <a:lnTo>
                    <a:pt x="8341390" y="3116972"/>
                  </a:lnTo>
                  <a:lnTo>
                    <a:pt x="8342245" y="3116972"/>
                  </a:lnTo>
                  <a:lnTo>
                    <a:pt x="8343101" y="3040805"/>
                  </a:lnTo>
                  <a:lnTo>
                    <a:pt x="8343956" y="2961169"/>
                  </a:lnTo>
                  <a:lnTo>
                    <a:pt x="8344812" y="2936672"/>
                  </a:lnTo>
                  <a:lnTo>
                    <a:pt x="8345667" y="2936673"/>
                  </a:lnTo>
                  <a:lnTo>
                    <a:pt x="8346523" y="2960582"/>
                  </a:lnTo>
                  <a:lnTo>
                    <a:pt x="8347378" y="2981717"/>
                  </a:lnTo>
                  <a:lnTo>
                    <a:pt x="8348234" y="3022682"/>
                  </a:lnTo>
                  <a:lnTo>
                    <a:pt x="8349089" y="3092132"/>
                  </a:lnTo>
                  <a:lnTo>
                    <a:pt x="8349945" y="3116629"/>
                  </a:lnTo>
                  <a:lnTo>
                    <a:pt x="8350801" y="3116629"/>
                  </a:lnTo>
                  <a:lnTo>
                    <a:pt x="8351656" y="3092720"/>
                  </a:lnTo>
                  <a:lnTo>
                    <a:pt x="8352512" y="3070303"/>
                  </a:lnTo>
                  <a:lnTo>
                    <a:pt x="8353367" y="3082054"/>
                  </a:lnTo>
                  <a:lnTo>
                    <a:pt x="8354223" y="3116972"/>
                  </a:lnTo>
                  <a:lnTo>
                    <a:pt x="8354223" y="3116972"/>
                  </a:lnTo>
                  <a:lnTo>
                    <a:pt x="8355078" y="3116972"/>
                  </a:lnTo>
                  <a:lnTo>
                    <a:pt x="8355934" y="3116972"/>
                  </a:lnTo>
                  <a:lnTo>
                    <a:pt x="8356789" y="3116972"/>
                  </a:lnTo>
                  <a:lnTo>
                    <a:pt x="8357645" y="3116972"/>
                  </a:lnTo>
                  <a:lnTo>
                    <a:pt x="8358500" y="3116972"/>
                  </a:lnTo>
                  <a:lnTo>
                    <a:pt x="8359356" y="3116972"/>
                  </a:lnTo>
                  <a:lnTo>
                    <a:pt x="8360211" y="3110412"/>
                  </a:lnTo>
                  <a:lnTo>
                    <a:pt x="8361067" y="3070721"/>
                  </a:lnTo>
                  <a:lnTo>
                    <a:pt x="8361922" y="3044549"/>
                  </a:lnTo>
                  <a:lnTo>
                    <a:pt x="8362778" y="2998866"/>
                  </a:lnTo>
                  <a:lnTo>
                    <a:pt x="8363633" y="2971543"/>
                  </a:lnTo>
                  <a:lnTo>
                    <a:pt x="8364489" y="2975547"/>
                  </a:lnTo>
                  <a:lnTo>
                    <a:pt x="8365344" y="3040094"/>
                  </a:lnTo>
                  <a:lnTo>
                    <a:pt x="8366200" y="3071586"/>
                  </a:lnTo>
                  <a:lnTo>
                    <a:pt x="8367056" y="3053952"/>
                  </a:lnTo>
                  <a:lnTo>
                    <a:pt x="8367911" y="3007292"/>
                  </a:lnTo>
                  <a:lnTo>
                    <a:pt x="8368767" y="3023854"/>
                  </a:lnTo>
                  <a:lnTo>
                    <a:pt x="8369622" y="3047088"/>
                  </a:lnTo>
                  <a:lnTo>
                    <a:pt x="8370478" y="3073233"/>
                  </a:lnTo>
                  <a:lnTo>
                    <a:pt x="8371333" y="3116972"/>
                  </a:lnTo>
                  <a:lnTo>
                    <a:pt x="8371333" y="3116972"/>
                  </a:lnTo>
                  <a:lnTo>
                    <a:pt x="8372189" y="3116972"/>
                  </a:lnTo>
                  <a:lnTo>
                    <a:pt x="8373044" y="3116972"/>
                  </a:lnTo>
                  <a:lnTo>
                    <a:pt x="8373900" y="3116972"/>
                  </a:lnTo>
                  <a:lnTo>
                    <a:pt x="8374755" y="3116972"/>
                  </a:lnTo>
                  <a:lnTo>
                    <a:pt x="8375611" y="3116972"/>
                  </a:lnTo>
                  <a:lnTo>
                    <a:pt x="8376466" y="3116972"/>
                  </a:lnTo>
                  <a:lnTo>
                    <a:pt x="8377322" y="3101761"/>
                  </a:lnTo>
                  <a:lnTo>
                    <a:pt x="8378177" y="3101762"/>
                  </a:lnTo>
                  <a:lnTo>
                    <a:pt x="8379033" y="3094578"/>
                  </a:lnTo>
                  <a:lnTo>
                    <a:pt x="8379888" y="3065163"/>
                  </a:lnTo>
                  <a:lnTo>
                    <a:pt x="8380744" y="3044501"/>
                  </a:lnTo>
                  <a:lnTo>
                    <a:pt x="8381600" y="3042488"/>
                  </a:lnTo>
                  <a:lnTo>
                    <a:pt x="8382455" y="3084898"/>
                  </a:lnTo>
                  <a:lnTo>
                    <a:pt x="8383311" y="3116972"/>
                  </a:lnTo>
                  <a:lnTo>
                    <a:pt x="8383311" y="3116972"/>
                  </a:lnTo>
                  <a:lnTo>
                    <a:pt x="8384166" y="3116972"/>
                  </a:lnTo>
                  <a:lnTo>
                    <a:pt x="8385022" y="3116972"/>
                  </a:lnTo>
                  <a:lnTo>
                    <a:pt x="8385877" y="3116972"/>
                  </a:lnTo>
                  <a:lnTo>
                    <a:pt x="8386733" y="3116972"/>
                  </a:lnTo>
                  <a:lnTo>
                    <a:pt x="8387588" y="3106624"/>
                  </a:lnTo>
                  <a:lnTo>
                    <a:pt x="8388444" y="3071586"/>
                  </a:lnTo>
                  <a:lnTo>
                    <a:pt x="8389299" y="3098268"/>
                  </a:lnTo>
                  <a:lnTo>
                    <a:pt x="8390155" y="3116972"/>
                  </a:lnTo>
                  <a:lnTo>
                    <a:pt x="8390155" y="3116972"/>
                  </a:lnTo>
                  <a:lnTo>
                    <a:pt x="8391010" y="3116972"/>
                  </a:lnTo>
                  <a:lnTo>
                    <a:pt x="8391866" y="3116972"/>
                  </a:lnTo>
                  <a:lnTo>
                    <a:pt x="8392721" y="3116972"/>
                  </a:lnTo>
                  <a:lnTo>
                    <a:pt x="8393577" y="3116972"/>
                  </a:lnTo>
                  <a:lnTo>
                    <a:pt x="8394432" y="3116972"/>
                  </a:lnTo>
                  <a:lnTo>
                    <a:pt x="8395288" y="3116972"/>
                  </a:lnTo>
                  <a:lnTo>
                    <a:pt x="8396143" y="3116972"/>
                  </a:lnTo>
                  <a:lnTo>
                    <a:pt x="8396999" y="3116972"/>
                  </a:lnTo>
                  <a:lnTo>
                    <a:pt x="8397855" y="3116972"/>
                  </a:lnTo>
                  <a:lnTo>
                    <a:pt x="8398710" y="3116972"/>
                  </a:lnTo>
                  <a:lnTo>
                    <a:pt x="8399566" y="3111904"/>
                  </a:lnTo>
                  <a:lnTo>
                    <a:pt x="8400421" y="3111905"/>
                  </a:lnTo>
                  <a:lnTo>
                    <a:pt x="8401277" y="3093549"/>
                  </a:lnTo>
                  <a:lnTo>
                    <a:pt x="8402132" y="3053966"/>
                  </a:lnTo>
                  <a:lnTo>
                    <a:pt x="8402988" y="3083078"/>
                  </a:lnTo>
                  <a:lnTo>
                    <a:pt x="8403843" y="3116972"/>
                  </a:lnTo>
                  <a:lnTo>
                    <a:pt x="8403843" y="3116972"/>
                  </a:lnTo>
                  <a:lnTo>
                    <a:pt x="8404699" y="3116972"/>
                  </a:lnTo>
                  <a:lnTo>
                    <a:pt x="8405554" y="3116972"/>
                  </a:lnTo>
                  <a:lnTo>
                    <a:pt x="8406410" y="3116972"/>
                  </a:lnTo>
                  <a:lnTo>
                    <a:pt x="8407265" y="3116972"/>
                  </a:lnTo>
                  <a:lnTo>
                    <a:pt x="8408121" y="3116972"/>
                  </a:lnTo>
                  <a:lnTo>
                    <a:pt x="8408976" y="3116972"/>
                  </a:lnTo>
                  <a:lnTo>
                    <a:pt x="8409832" y="3116972"/>
                  </a:lnTo>
                  <a:lnTo>
                    <a:pt x="8410687" y="3116972"/>
                  </a:lnTo>
                  <a:lnTo>
                    <a:pt x="8411543" y="3116972"/>
                  </a:lnTo>
                  <a:lnTo>
                    <a:pt x="8412398" y="3116972"/>
                  </a:lnTo>
                  <a:lnTo>
                    <a:pt x="8413254" y="3116972"/>
                  </a:lnTo>
                  <a:lnTo>
                    <a:pt x="8414110" y="3100228"/>
                  </a:lnTo>
                  <a:lnTo>
                    <a:pt x="8414965" y="3015273"/>
                  </a:lnTo>
                  <a:lnTo>
                    <a:pt x="8415821" y="2924209"/>
                  </a:lnTo>
                  <a:lnTo>
                    <a:pt x="8416676" y="2908127"/>
                  </a:lnTo>
                  <a:lnTo>
                    <a:pt x="8417532" y="2925899"/>
                  </a:lnTo>
                  <a:lnTo>
                    <a:pt x="8418387" y="2960387"/>
                  </a:lnTo>
                  <a:lnTo>
                    <a:pt x="8419243" y="2951385"/>
                  </a:lnTo>
                  <a:lnTo>
                    <a:pt x="8420098" y="2877335"/>
                  </a:lnTo>
                  <a:lnTo>
                    <a:pt x="8420954" y="2816213"/>
                  </a:lnTo>
                  <a:lnTo>
                    <a:pt x="8421809" y="2766891"/>
                  </a:lnTo>
                  <a:lnTo>
                    <a:pt x="8422665" y="2702360"/>
                  </a:lnTo>
                  <a:lnTo>
                    <a:pt x="8423520" y="2687665"/>
                  </a:lnTo>
                  <a:lnTo>
                    <a:pt x="8424376" y="2717470"/>
                  </a:lnTo>
                  <a:lnTo>
                    <a:pt x="8425231" y="2780710"/>
                  </a:lnTo>
                  <a:lnTo>
                    <a:pt x="8426087" y="2814176"/>
                  </a:lnTo>
                  <a:lnTo>
                    <a:pt x="8426942" y="2857318"/>
                  </a:lnTo>
                  <a:lnTo>
                    <a:pt x="8427798" y="2908528"/>
                  </a:lnTo>
                  <a:lnTo>
                    <a:pt x="8428653" y="2920893"/>
                  </a:lnTo>
                  <a:lnTo>
                    <a:pt x="8429509" y="3008529"/>
                  </a:lnTo>
                  <a:lnTo>
                    <a:pt x="8430365" y="3046721"/>
                  </a:lnTo>
                  <a:lnTo>
                    <a:pt x="8431220" y="3083610"/>
                  </a:lnTo>
                  <a:lnTo>
                    <a:pt x="8432076" y="3084895"/>
                  </a:lnTo>
                  <a:lnTo>
                    <a:pt x="8432931" y="3084723"/>
                  </a:lnTo>
                  <a:lnTo>
                    <a:pt x="8433787" y="3072207"/>
                  </a:lnTo>
                  <a:lnTo>
                    <a:pt x="8434642" y="2938635"/>
                  </a:lnTo>
                  <a:lnTo>
                    <a:pt x="8435498" y="2884725"/>
                  </a:lnTo>
                  <a:lnTo>
                    <a:pt x="8436353" y="2861325"/>
                  </a:lnTo>
                  <a:lnTo>
                    <a:pt x="8437209" y="2803064"/>
                  </a:lnTo>
                  <a:lnTo>
                    <a:pt x="8438064" y="2778247"/>
                  </a:lnTo>
                  <a:lnTo>
                    <a:pt x="8438920" y="2836130"/>
                  </a:lnTo>
                  <a:lnTo>
                    <a:pt x="8439775" y="2957521"/>
                  </a:lnTo>
                  <a:lnTo>
                    <a:pt x="8440631" y="3058639"/>
                  </a:lnTo>
                  <a:lnTo>
                    <a:pt x="8441486" y="3116972"/>
                  </a:lnTo>
                  <a:lnTo>
                    <a:pt x="8441486" y="3116972"/>
                  </a:lnTo>
                  <a:lnTo>
                    <a:pt x="8442342" y="3116972"/>
                  </a:lnTo>
                  <a:lnTo>
                    <a:pt x="8443197" y="3116972"/>
                  </a:lnTo>
                  <a:lnTo>
                    <a:pt x="8444053" y="3116972"/>
                  </a:lnTo>
                  <a:lnTo>
                    <a:pt x="8444909" y="3116972"/>
                  </a:lnTo>
                  <a:lnTo>
                    <a:pt x="8445764" y="3116972"/>
                  </a:lnTo>
                  <a:lnTo>
                    <a:pt x="8446620" y="3116972"/>
                  </a:lnTo>
                  <a:lnTo>
                    <a:pt x="8447475" y="3063513"/>
                  </a:lnTo>
                  <a:lnTo>
                    <a:pt x="8448331" y="2986755"/>
                  </a:lnTo>
                  <a:lnTo>
                    <a:pt x="8449186" y="2895661"/>
                  </a:lnTo>
                  <a:lnTo>
                    <a:pt x="8450042" y="2788233"/>
                  </a:lnTo>
                  <a:lnTo>
                    <a:pt x="8450897" y="2733226"/>
                  </a:lnTo>
                  <a:lnTo>
                    <a:pt x="8451753" y="2752187"/>
                  </a:lnTo>
                  <a:lnTo>
                    <a:pt x="8452608" y="2714701"/>
                  </a:lnTo>
                  <a:lnTo>
                    <a:pt x="8453464" y="2717195"/>
                  </a:lnTo>
                  <a:lnTo>
                    <a:pt x="8454319" y="2816883"/>
                  </a:lnTo>
                  <a:lnTo>
                    <a:pt x="8455175" y="2922989"/>
                  </a:lnTo>
                  <a:lnTo>
                    <a:pt x="8456030" y="2982309"/>
                  </a:lnTo>
                  <a:lnTo>
                    <a:pt x="8456886" y="3022324"/>
                  </a:lnTo>
                  <a:lnTo>
                    <a:pt x="8457741" y="3116972"/>
                  </a:lnTo>
                  <a:lnTo>
                    <a:pt x="8457741" y="3116972"/>
                  </a:lnTo>
                  <a:lnTo>
                    <a:pt x="8458597" y="3116972"/>
                  </a:lnTo>
                  <a:lnTo>
                    <a:pt x="8459452" y="3116972"/>
                  </a:lnTo>
                  <a:lnTo>
                    <a:pt x="8460308" y="3098828"/>
                  </a:lnTo>
                  <a:lnTo>
                    <a:pt x="8461164" y="3087093"/>
                  </a:lnTo>
                  <a:lnTo>
                    <a:pt x="8462019" y="3107451"/>
                  </a:lnTo>
                  <a:lnTo>
                    <a:pt x="8462875" y="3116972"/>
                  </a:lnTo>
                  <a:lnTo>
                    <a:pt x="8462875" y="3116972"/>
                  </a:lnTo>
                  <a:lnTo>
                    <a:pt x="8463730" y="3116972"/>
                  </a:lnTo>
                  <a:lnTo>
                    <a:pt x="8464586" y="3116972"/>
                  </a:lnTo>
                  <a:lnTo>
                    <a:pt x="8465441" y="3116972"/>
                  </a:lnTo>
                  <a:lnTo>
                    <a:pt x="8466297" y="3116972"/>
                  </a:lnTo>
                  <a:lnTo>
                    <a:pt x="8467152" y="3116972"/>
                  </a:lnTo>
                  <a:lnTo>
                    <a:pt x="8468008" y="3116972"/>
                  </a:lnTo>
                  <a:lnTo>
                    <a:pt x="8468863" y="3116972"/>
                  </a:lnTo>
                  <a:lnTo>
                    <a:pt x="8469719" y="3085016"/>
                  </a:lnTo>
                  <a:lnTo>
                    <a:pt x="8470574" y="3031860"/>
                  </a:lnTo>
                  <a:lnTo>
                    <a:pt x="8471430" y="2979451"/>
                  </a:lnTo>
                  <a:lnTo>
                    <a:pt x="8472285" y="2909583"/>
                  </a:lnTo>
                  <a:lnTo>
                    <a:pt x="8473141" y="2814904"/>
                  </a:lnTo>
                  <a:lnTo>
                    <a:pt x="8473996" y="2642439"/>
                  </a:lnTo>
                  <a:lnTo>
                    <a:pt x="8474852" y="2553652"/>
                  </a:lnTo>
                  <a:lnTo>
                    <a:pt x="8475707" y="2534286"/>
                  </a:lnTo>
                  <a:lnTo>
                    <a:pt x="8476563" y="2482503"/>
                  </a:lnTo>
                  <a:lnTo>
                    <a:pt x="8477419" y="2493853"/>
                  </a:lnTo>
                  <a:lnTo>
                    <a:pt x="8478274" y="2550758"/>
                  </a:lnTo>
                  <a:lnTo>
                    <a:pt x="8479130" y="2622215"/>
                  </a:lnTo>
                  <a:lnTo>
                    <a:pt x="8479985" y="2627082"/>
                  </a:lnTo>
                  <a:lnTo>
                    <a:pt x="8480841" y="2550232"/>
                  </a:lnTo>
                  <a:lnTo>
                    <a:pt x="8481696" y="2504830"/>
                  </a:lnTo>
                  <a:lnTo>
                    <a:pt x="8482552" y="2423945"/>
                  </a:lnTo>
                  <a:lnTo>
                    <a:pt x="8483407" y="2285805"/>
                  </a:lnTo>
                  <a:lnTo>
                    <a:pt x="8484263" y="2097265"/>
                  </a:lnTo>
                  <a:lnTo>
                    <a:pt x="8485118" y="1985335"/>
                  </a:lnTo>
                  <a:lnTo>
                    <a:pt x="8485974" y="1903527"/>
                  </a:lnTo>
                  <a:lnTo>
                    <a:pt x="8486829" y="1887178"/>
                  </a:lnTo>
                  <a:lnTo>
                    <a:pt x="8487685" y="1837732"/>
                  </a:lnTo>
                  <a:lnTo>
                    <a:pt x="8488540" y="1737211"/>
                  </a:lnTo>
                  <a:lnTo>
                    <a:pt x="8489396" y="1763023"/>
                  </a:lnTo>
                  <a:lnTo>
                    <a:pt x="8490251" y="1832381"/>
                  </a:lnTo>
                  <a:lnTo>
                    <a:pt x="8491107" y="1981389"/>
                  </a:lnTo>
                  <a:lnTo>
                    <a:pt x="8491963" y="1979357"/>
                  </a:lnTo>
                  <a:lnTo>
                    <a:pt x="8492818" y="2029041"/>
                  </a:lnTo>
                  <a:lnTo>
                    <a:pt x="8493674" y="2292302"/>
                  </a:lnTo>
                  <a:lnTo>
                    <a:pt x="8494529" y="2439175"/>
                  </a:lnTo>
                  <a:lnTo>
                    <a:pt x="8495385" y="2377631"/>
                  </a:lnTo>
                  <a:lnTo>
                    <a:pt x="8496240" y="2208591"/>
                  </a:lnTo>
                  <a:lnTo>
                    <a:pt x="8497096" y="2139210"/>
                  </a:lnTo>
                  <a:lnTo>
                    <a:pt x="8497951" y="2022164"/>
                  </a:lnTo>
                  <a:lnTo>
                    <a:pt x="8498807" y="1763792"/>
                  </a:lnTo>
                  <a:lnTo>
                    <a:pt x="8499662" y="1680716"/>
                  </a:lnTo>
                  <a:lnTo>
                    <a:pt x="8500518" y="1769073"/>
                  </a:lnTo>
                  <a:lnTo>
                    <a:pt x="8501373" y="1877268"/>
                  </a:lnTo>
                  <a:lnTo>
                    <a:pt x="8502229" y="2012380"/>
                  </a:lnTo>
                  <a:lnTo>
                    <a:pt x="8503084" y="2173823"/>
                  </a:lnTo>
                  <a:lnTo>
                    <a:pt x="8503940" y="2302632"/>
                  </a:lnTo>
                  <a:lnTo>
                    <a:pt x="8504795" y="2293173"/>
                  </a:lnTo>
                  <a:lnTo>
                    <a:pt x="8505651" y="2293453"/>
                  </a:lnTo>
                  <a:lnTo>
                    <a:pt x="8506506" y="2319323"/>
                  </a:lnTo>
                  <a:lnTo>
                    <a:pt x="8507362" y="2287339"/>
                  </a:lnTo>
                  <a:lnTo>
                    <a:pt x="8508218" y="2210417"/>
                  </a:lnTo>
                  <a:lnTo>
                    <a:pt x="8509073" y="2163219"/>
                  </a:lnTo>
                  <a:lnTo>
                    <a:pt x="8509929" y="2194183"/>
                  </a:lnTo>
                  <a:lnTo>
                    <a:pt x="8510784" y="2236853"/>
                  </a:lnTo>
                  <a:lnTo>
                    <a:pt x="8511640" y="2327091"/>
                  </a:lnTo>
                  <a:lnTo>
                    <a:pt x="8512495" y="2439673"/>
                  </a:lnTo>
                  <a:lnTo>
                    <a:pt x="8513351" y="2556750"/>
                  </a:lnTo>
                  <a:lnTo>
                    <a:pt x="8514206" y="2680030"/>
                  </a:lnTo>
                  <a:lnTo>
                    <a:pt x="8515062" y="2665656"/>
                  </a:lnTo>
                  <a:lnTo>
                    <a:pt x="8515917" y="2615453"/>
                  </a:lnTo>
                  <a:lnTo>
                    <a:pt x="8516773" y="2574127"/>
                  </a:lnTo>
                  <a:lnTo>
                    <a:pt x="8517628" y="2436187"/>
                  </a:lnTo>
                  <a:lnTo>
                    <a:pt x="8518484" y="2380287"/>
                  </a:lnTo>
                  <a:lnTo>
                    <a:pt x="8519339" y="2386980"/>
                  </a:lnTo>
                  <a:lnTo>
                    <a:pt x="8520195" y="2433129"/>
                  </a:lnTo>
                  <a:lnTo>
                    <a:pt x="8521050" y="2397486"/>
                  </a:lnTo>
                  <a:lnTo>
                    <a:pt x="8521906" y="2198073"/>
                  </a:lnTo>
                  <a:lnTo>
                    <a:pt x="8522761" y="2114496"/>
                  </a:lnTo>
                  <a:lnTo>
                    <a:pt x="8523617" y="2047744"/>
                  </a:lnTo>
                  <a:lnTo>
                    <a:pt x="8524473" y="1887911"/>
                  </a:lnTo>
                  <a:lnTo>
                    <a:pt x="8525328" y="1779846"/>
                  </a:lnTo>
                  <a:lnTo>
                    <a:pt x="8526184" y="1806122"/>
                  </a:lnTo>
                  <a:lnTo>
                    <a:pt x="8527039" y="1935370"/>
                  </a:lnTo>
                  <a:lnTo>
                    <a:pt x="8527895" y="2072303"/>
                  </a:lnTo>
                  <a:lnTo>
                    <a:pt x="8528750" y="2212900"/>
                  </a:lnTo>
                  <a:lnTo>
                    <a:pt x="8529606" y="2406379"/>
                  </a:lnTo>
                  <a:lnTo>
                    <a:pt x="8530461" y="2556897"/>
                  </a:lnTo>
                  <a:lnTo>
                    <a:pt x="8531317" y="2620324"/>
                  </a:lnTo>
                  <a:lnTo>
                    <a:pt x="8532172" y="2697061"/>
                  </a:lnTo>
                  <a:lnTo>
                    <a:pt x="8533028" y="2789990"/>
                  </a:lnTo>
                  <a:lnTo>
                    <a:pt x="8533883" y="2759330"/>
                  </a:lnTo>
                  <a:lnTo>
                    <a:pt x="8534739" y="2710686"/>
                  </a:lnTo>
                  <a:lnTo>
                    <a:pt x="8535594" y="2714690"/>
                  </a:lnTo>
                  <a:lnTo>
                    <a:pt x="8536450" y="2733235"/>
                  </a:lnTo>
                  <a:lnTo>
                    <a:pt x="8537305" y="2747767"/>
                  </a:lnTo>
                  <a:lnTo>
                    <a:pt x="8538161" y="2666193"/>
                  </a:lnTo>
                  <a:lnTo>
                    <a:pt x="8539017" y="2648230"/>
                  </a:lnTo>
                  <a:lnTo>
                    <a:pt x="8539872" y="2638256"/>
                  </a:lnTo>
                  <a:lnTo>
                    <a:pt x="8540728" y="2575497"/>
                  </a:lnTo>
                  <a:lnTo>
                    <a:pt x="8541583" y="2512769"/>
                  </a:lnTo>
                  <a:lnTo>
                    <a:pt x="8542439" y="2467701"/>
                  </a:lnTo>
                  <a:lnTo>
                    <a:pt x="8543294" y="2492224"/>
                  </a:lnTo>
                  <a:lnTo>
                    <a:pt x="8544150" y="2495611"/>
                  </a:lnTo>
                  <a:lnTo>
                    <a:pt x="8545005" y="2502117"/>
                  </a:lnTo>
                  <a:lnTo>
                    <a:pt x="8545861" y="2516745"/>
                  </a:lnTo>
                  <a:lnTo>
                    <a:pt x="8546716" y="2469941"/>
                  </a:lnTo>
                  <a:lnTo>
                    <a:pt x="8547572" y="2400315"/>
                  </a:lnTo>
                  <a:lnTo>
                    <a:pt x="8548427" y="2382729"/>
                  </a:lnTo>
                  <a:lnTo>
                    <a:pt x="8549283" y="2476659"/>
                  </a:lnTo>
                  <a:lnTo>
                    <a:pt x="8550138" y="2548753"/>
                  </a:lnTo>
                  <a:lnTo>
                    <a:pt x="8550994" y="2642308"/>
                  </a:lnTo>
                  <a:lnTo>
                    <a:pt x="8551849" y="2824131"/>
                  </a:lnTo>
                  <a:lnTo>
                    <a:pt x="8552705" y="2996327"/>
                  </a:lnTo>
                  <a:lnTo>
                    <a:pt x="8553560" y="3071586"/>
                  </a:lnTo>
                  <a:lnTo>
                    <a:pt x="8553560" y="307158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52705" y="0"/>
                  </a:lnTo>
                  <a:lnTo>
                    <a:pt x="8551849" y="0"/>
                  </a:lnTo>
                  <a:lnTo>
                    <a:pt x="8550994" y="0"/>
                  </a:lnTo>
                  <a:lnTo>
                    <a:pt x="8550138" y="0"/>
                  </a:lnTo>
                  <a:lnTo>
                    <a:pt x="8549283" y="0"/>
                  </a:lnTo>
                  <a:lnTo>
                    <a:pt x="8548427" y="0"/>
                  </a:lnTo>
                  <a:lnTo>
                    <a:pt x="8547572" y="0"/>
                  </a:lnTo>
                  <a:lnTo>
                    <a:pt x="8546716" y="0"/>
                  </a:lnTo>
                  <a:lnTo>
                    <a:pt x="8545861" y="0"/>
                  </a:lnTo>
                  <a:lnTo>
                    <a:pt x="8545005" y="0"/>
                  </a:lnTo>
                  <a:lnTo>
                    <a:pt x="8544150" y="0"/>
                  </a:lnTo>
                  <a:lnTo>
                    <a:pt x="8543294" y="0"/>
                  </a:lnTo>
                  <a:lnTo>
                    <a:pt x="8542439" y="0"/>
                  </a:lnTo>
                  <a:lnTo>
                    <a:pt x="8541583" y="0"/>
                  </a:lnTo>
                  <a:lnTo>
                    <a:pt x="8540728" y="0"/>
                  </a:lnTo>
                  <a:lnTo>
                    <a:pt x="8539872" y="0"/>
                  </a:lnTo>
                  <a:lnTo>
                    <a:pt x="8539017" y="0"/>
                  </a:lnTo>
                  <a:lnTo>
                    <a:pt x="8538161" y="0"/>
                  </a:lnTo>
                  <a:lnTo>
                    <a:pt x="8537305" y="0"/>
                  </a:lnTo>
                  <a:lnTo>
                    <a:pt x="8536450" y="0"/>
                  </a:lnTo>
                  <a:lnTo>
                    <a:pt x="8535594" y="0"/>
                  </a:lnTo>
                  <a:lnTo>
                    <a:pt x="8534739" y="0"/>
                  </a:lnTo>
                  <a:lnTo>
                    <a:pt x="8533883" y="0"/>
                  </a:lnTo>
                  <a:lnTo>
                    <a:pt x="8533028" y="0"/>
                  </a:lnTo>
                  <a:lnTo>
                    <a:pt x="8532172" y="0"/>
                  </a:lnTo>
                  <a:lnTo>
                    <a:pt x="8531317" y="0"/>
                  </a:lnTo>
                  <a:lnTo>
                    <a:pt x="8530461" y="0"/>
                  </a:lnTo>
                  <a:lnTo>
                    <a:pt x="8529606" y="0"/>
                  </a:lnTo>
                  <a:lnTo>
                    <a:pt x="8528750" y="0"/>
                  </a:lnTo>
                  <a:lnTo>
                    <a:pt x="8527895" y="0"/>
                  </a:lnTo>
                  <a:lnTo>
                    <a:pt x="8527039" y="0"/>
                  </a:lnTo>
                  <a:lnTo>
                    <a:pt x="8526184" y="0"/>
                  </a:lnTo>
                  <a:lnTo>
                    <a:pt x="8525328" y="0"/>
                  </a:lnTo>
                  <a:lnTo>
                    <a:pt x="8524473" y="0"/>
                  </a:lnTo>
                  <a:lnTo>
                    <a:pt x="8523617" y="0"/>
                  </a:lnTo>
                  <a:lnTo>
                    <a:pt x="8522761" y="0"/>
                  </a:lnTo>
                  <a:lnTo>
                    <a:pt x="8521906" y="0"/>
                  </a:lnTo>
                  <a:lnTo>
                    <a:pt x="8521050" y="0"/>
                  </a:lnTo>
                  <a:lnTo>
                    <a:pt x="8520195" y="0"/>
                  </a:lnTo>
                  <a:lnTo>
                    <a:pt x="8519339" y="0"/>
                  </a:lnTo>
                  <a:lnTo>
                    <a:pt x="8518484" y="0"/>
                  </a:lnTo>
                  <a:lnTo>
                    <a:pt x="8517628" y="0"/>
                  </a:lnTo>
                  <a:lnTo>
                    <a:pt x="8516773" y="0"/>
                  </a:lnTo>
                  <a:lnTo>
                    <a:pt x="8515917" y="0"/>
                  </a:lnTo>
                  <a:lnTo>
                    <a:pt x="8515062" y="0"/>
                  </a:lnTo>
                  <a:lnTo>
                    <a:pt x="8514206" y="0"/>
                  </a:lnTo>
                  <a:lnTo>
                    <a:pt x="8513351" y="0"/>
                  </a:lnTo>
                  <a:lnTo>
                    <a:pt x="8512495" y="0"/>
                  </a:lnTo>
                  <a:lnTo>
                    <a:pt x="8511640" y="0"/>
                  </a:lnTo>
                  <a:lnTo>
                    <a:pt x="8510784" y="0"/>
                  </a:lnTo>
                  <a:lnTo>
                    <a:pt x="8509929" y="0"/>
                  </a:lnTo>
                  <a:lnTo>
                    <a:pt x="8509073" y="0"/>
                  </a:lnTo>
                  <a:lnTo>
                    <a:pt x="8508218" y="0"/>
                  </a:lnTo>
                  <a:lnTo>
                    <a:pt x="8507362" y="0"/>
                  </a:lnTo>
                  <a:lnTo>
                    <a:pt x="8506506" y="0"/>
                  </a:lnTo>
                  <a:lnTo>
                    <a:pt x="8505651" y="0"/>
                  </a:lnTo>
                  <a:lnTo>
                    <a:pt x="8504795" y="0"/>
                  </a:lnTo>
                  <a:lnTo>
                    <a:pt x="8503940" y="0"/>
                  </a:lnTo>
                  <a:lnTo>
                    <a:pt x="8503084" y="0"/>
                  </a:lnTo>
                  <a:lnTo>
                    <a:pt x="8502229" y="0"/>
                  </a:lnTo>
                  <a:lnTo>
                    <a:pt x="8501373" y="0"/>
                  </a:lnTo>
                  <a:lnTo>
                    <a:pt x="8500518" y="0"/>
                  </a:lnTo>
                  <a:lnTo>
                    <a:pt x="8499662" y="0"/>
                  </a:lnTo>
                  <a:lnTo>
                    <a:pt x="8498807" y="0"/>
                  </a:lnTo>
                  <a:lnTo>
                    <a:pt x="8497951" y="0"/>
                  </a:lnTo>
                  <a:lnTo>
                    <a:pt x="8497096" y="0"/>
                  </a:lnTo>
                  <a:lnTo>
                    <a:pt x="8496240" y="0"/>
                  </a:lnTo>
                  <a:lnTo>
                    <a:pt x="8495385" y="0"/>
                  </a:lnTo>
                  <a:lnTo>
                    <a:pt x="8494529" y="0"/>
                  </a:lnTo>
                  <a:lnTo>
                    <a:pt x="8493674" y="0"/>
                  </a:lnTo>
                  <a:lnTo>
                    <a:pt x="8492818" y="0"/>
                  </a:lnTo>
                  <a:lnTo>
                    <a:pt x="8491963" y="0"/>
                  </a:lnTo>
                  <a:lnTo>
                    <a:pt x="8491107" y="0"/>
                  </a:lnTo>
                  <a:lnTo>
                    <a:pt x="8490251" y="0"/>
                  </a:lnTo>
                  <a:lnTo>
                    <a:pt x="8489396" y="0"/>
                  </a:lnTo>
                  <a:lnTo>
                    <a:pt x="8488540" y="0"/>
                  </a:lnTo>
                  <a:lnTo>
                    <a:pt x="8487685" y="0"/>
                  </a:lnTo>
                  <a:lnTo>
                    <a:pt x="8486829" y="0"/>
                  </a:lnTo>
                  <a:lnTo>
                    <a:pt x="8485974" y="0"/>
                  </a:lnTo>
                  <a:lnTo>
                    <a:pt x="8485118" y="0"/>
                  </a:lnTo>
                  <a:lnTo>
                    <a:pt x="8484263" y="0"/>
                  </a:lnTo>
                  <a:lnTo>
                    <a:pt x="8483407" y="0"/>
                  </a:lnTo>
                  <a:lnTo>
                    <a:pt x="8482552" y="0"/>
                  </a:lnTo>
                  <a:lnTo>
                    <a:pt x="8481696" y="0"/>
                  </a:lnTo>
                  <a:lnTo>
                    <a:pt x="8480841" y="0"/>
                  </a:lnTo>
                  <a:lnTo>
                    <a:pt x="8479985" y="0"/>
                  </a:lnTo>
                  <a:lnTo>
                    <a:pt x="8479130" y="0"/>
                  </a:lnTo>
                  <a:lnTo>
                    <a:pt x="8478274" y="0"/>
                  </a:lnTo>
                  <a:lnTo>
                    <a:pt x="8477419" y="0"/>
                  </a:lnTo>
                  <a:lnTo>
                    <a:pt x="8476563" y="0"/>
                  </a:lnTo>
                  <a:lnTo>
                    <a:pt x="8475707" y="0"/>
                  </a:lnTo>
                  <a:lnTo>
                    <a:pt x="8474852" y="0"/>
                  </a:lnTo>
                  <a:lnTo>
                    <a:pt x="8473996" y="0"/>
                  </a:lnTo>
                  <a:lnTo>
                    <a:pt x="8473141" y="0"/>
                  </a:lnTo>
                  <a:lnTo>
                    <a:pt x="8472285" y="0"/>
                  </a:lnTo>
                  <a:lnTo>
                    <a:pt x="8471430" y="0"/>
                  </a:lnTo>
                  <a:lnTo>
                    <a:pt x="8470574" y="0"/>
                  </a:lnTo>
                  <a:lnTo>
                    <a:pt x="8469719" y="0"/>
                  </a:lnTo>
                  <a:lnTo>
                    <a:pt x="8468863" y="0"/>
                  </a:lnTo>
                  <a:lnTo>
                    <a:pt x="8468008" y="0"/>
                  </a:lnTo>
                  <a:lnTo>
                    <a:pt x="8467152" y="0"/>
                  </a:lnTo>
                  <a:lnTo>
                    <a:pt x="8466297" y="0"/>
                  </a:lnTo>
                  <a:lnTo>
                    <a:pt x="8465441" y="0"/>
                  </a:lnTo>
                  <a:lnTo>
                    <a:pt x="8464586" y="0"/>
                  </a:lnTo>
                  <a:lnTo>
                    <a:pt x="8463730" y="0"/>
                  </a:lnTo>
                  <a:lnTo>
                    <a:pt x="8462875" y="0"/>
                  </a:lnTo>
                  <a:lnTo>
                    <a:pt x="8462019" y="0"/>
                  </a:lnTo>
                  <a:lnTo>
                    <a:pt x="8461164" y="0"/>
                  </a:lnTo>
                  <a:lnTo>
                    <a:pt x="8460308" y="0"/>
                  </a:lnTo>
                  <a:lnTo>
                    <a:pt x="8459452" y="0"/>
                  </a:lnTo>
                  <a:lnTo>
                    <a:pt x="8458597" y="0"/>
                  </a:lnTo>
                  <a:lnTo>
                    <a:pt x="8457741" y="0"/>
                  </a:lnTo>
                  <a:lnTo>
                    <a:pt x="8456886" y="0"/>
                  </a:lnTo>
                  <a:lnTo>
                    <a:pt x="8456030" y="0"/>
                  </a:lnTo>
                  <a:lnTo>
                    <a:pt x="8455175" y="0"/>
                  </a:lnTo>
                  <a:lnTo>
                    <a:pt x="8454319" y="0"/>
                  </a:lnTo>
                  <a:lnTo>
                    <a:pt x="8453464" y="0"/>
                  </a:lnTo>
                  <a:lnTo>
                    <a:pt x="8452608" y="0"/>
                  </a:lnTo>
                  <a:lnTo>
                    <a:pt x="8451753" y="0"/>
                  </a:lnTo>
                  <a:lnTo>
                    <a:pt x="8450897" y="0"/>
                  </a:lnTo>
                  <a:lnTo>
                    <a:pt x="8450042" y="0"/>
                  </a:lnTo>
                  <a:lnTo>
                    <a:pt x="8449186" y="0"/>
                  </a:lnTo>
                  <a:lnTo>
                    <a:pt x="8448331" y="0"/>
                  </a:lnTo>
                  <a:lnTo>
                    <a:pt x="8447475" y="0"/>
                  </a:lnTo>
                  <a:lnTo>
                    <a:pt x="8446620" y="0"/>
                  </a:lnTo>
                  <a:lnTo>
                    <a:pt x="8445764" y="0"/>
                  </a:lnTo>
                  <a:lnTo>
                    <a:pt x="8444909" y="0"/>
                  </a:lnTo>
                  <a:lnTo>
                    <a:pt x="8444053" y="0"/>
                  </a:lnTo>
                  <a:lnTo>
                    <a:pt x="8443197" y="0"/>
                  </a:lnTo>
                  <a:lnTo>
                    <a:pt x="8442342" y="0"/>
                  </a:lnTo>
                  <a:lnTo>
                    <a:pt x="8441486" y="0"/>
                  </a:lnTo>
                  <a:lnTo>
                    <a:pt x="8440631" y="0"/>
                  </a:lnTo>
                  <a:lnTo>
                    <a:pt x="8439775" y="0"/>
                  </a:lnTo>
                  <a:lnTo>
                    <a:pt x="8438920" y="0"/>
                  </a:lnTo>
                  <a:lnTo>
                    <a:pt x="8438064" y="0"/>
                  </a:lnTo>
                  <a:lnTo>
                    <a:pt x="8437209" y="0"/>
                  </a:lnTo>
                  <a:lnTo>
                    <a:pt x="8436353" y="0"/>
                  </a:lnTo>
                  <a:lnTo>
                    <a:pt x="8435498" y="0"/>
                  </a:lnTo>
                  <a:lnTo>
                    <a:pt x="8434642" y="0"/>
                  </a:lnTo>
                  <a:lnTo>
                    <a:pt x="8433787" y="0"/>
                  </a:lnTo>
                  <a:lnTo>
                    <a:pt x="8432931" y="0"/>
                  </a:lnTo>
                  <a:lnTo>
                    <a:pt x="8432076" y="0"/>
                  </a:lnTo>
                  <a:lnTo>
                    <a:pt x="8431220" y="0"/>
                  </a:lnTo>
                  <a:lnTo>
                    <a:pt x="8430365" y="0"/>
                  </a:lnTo>
                  <a:lnTo>
                    <a:pt x="8429509" y="0"/>
                  </a:lnTo>
                  <a:lnTo>
                    <a:pt x="8428653" y="0"/>
                  </a:lnTo>
                  <a:lnTo>
                    <a:pt x="8427798" y="0"/>
                  </a:lnTo>
                  <a:lnTo>
                    <a:pt x="8426942" y="0"/>
                  </a:lnTo>
                  <a:lnTo>
                    <a:pt x="8426087" y="0"/>
                  </a:lnTo>
                  <a:lnTo>
                    <a:pt x="8425231" y="0"/>
                  </a:lnTo>
                  <a:lnTo>
                    <a:pt x="8424376" y="0"/>
                  </a:lnTo>
                  <a:lnTo>
                    <a:pt x="8423520" y="0"/>
                  </a:lnTo>
                  <a:lnTo>
                    <a:pt x="8422665" y="0"/>
                  </a:lnTo>
                  <a:lnTo>
                    <a:pt x="8421809" y="0"/>
                  </a:lnTo>
                  <a:lnTo>
                    <a:pt x="8420954" y="0"/>
                  </a:lnTo>
                  <a:lnTo>
                    <a:pt x="8420098" y="0"/>
                  </a:lnTo>
                  <a:lnTo>
                    <a:pt x="8419243" y="0"/>
                  </a:lnTo>
                  <a:lnTo>
                    <a:pt x="8418387" y="0"/>
                  </a:lnTo>
                  <a:lnTo>
                    <a:pt x="8417532" y="0"/>
                  </a:lnTo>
                  <a:lnTo>
                    <a:pt x="8416676" y="0"/>
                  </a:lnTo>
                  <a:lnTo>
                    <a:pt x="8415821" y="0"/>
                  </a:lnTo>
                  <a:lnTo>
                    <a:pt x="8414965" y="0"/>
                  </a:lnTo>
                  <a:lnTo>
                    <a:pt x="8414110" y="0"/>
                  </a:lnTo>
                  <a:lnTo>
                    <a:pt x="8413254" y="0"/>
                  </a:lnTo>
                  <a:lnTo>
                    <a:pt x="8412398" y="0"/>
                  </a:lnTo>
                  <a:lnTo>
                    <a:pt x="8411543" y="0"/>
                  </a:lnTo>
                  <a:lnTo>
                    <a:pt x="8410687" y="0"/>
                  </a:lnTo>
                  <a:lnTo>
                    <a:pt x="8409832" y="0"/>
                  </a:lnTo>
                  <a:lnTo>
                    <a:pt x="8408976" y="0"/>
                  </a:lnTo>
                  <a:lnTo>
                    <a:pt x="8408121" y="0"/>
                  </a:lnTo>
                  <a:lnTo>
                    <a:pt x="8407265" y="0"/>
                  </a:lnTo>
                  <a:lnTo>
                    <a:pt x="8406410" y="0"/>
                  </a:lnTo>
                  <a:lnTo>
                    <a:pt x="8405554" y="0"/>
                  </a:lnTo>
                  <a:lnTo>
                    <a:pt x="8404699" y="0"/>
                  </a:lnTo>
                  <a:lnTo>
                    <a:pt x="8403843" y="0"/>
                  </a:lnTo>
                  <a:lnTo>
                    <a:pt x="8402988" y="0"/>
                  </a:lnTo>
                  <a:lnTo>
                    <a:pt x="8402132" y="0"/>
                  </a:lnTo>
                  <a:lnTo>
                    <a:pt x="8401277" y="0"/>
                  </a:lnTo>
                  <a:lnTo>
                    <a:pt x="8400421" y="0"/>
                  </a:lnTo>
                  <a:lnTo>
                    <a:pt x="8399566" y="0"/>
                  </a:lnTo>
                  <a:lnTo>
                    <a:pt x="8398710" y="0"/>
                  </a:lnTo>
                  <a:lnTo>
                    <a:pt x="8397855" y="0"/>
                  </a:lnTo>
                  <a:lnTo>
                    <a:pt x="8396999" y="0"/>
                  </a:lnTo>
                  <a:lnTo>
                    <a:pt x="8396143" y="0"/>
                  </a:lnTo>
                  <a:lnTo>
                    <a:pt x="8395288" y="0"/>
                  </a:lnTo>
                  <a:lnTo>
                    <a:pt x="8394432" y="0"/>
                  </a:lnTo>
                  <a:lnTo>
                    <a:pt x="8393577" y="0"/>
                  </a:lnTo>
                  <a:lnTo>
                    <a:pt x="8392721" y="0"/>
                  </a:lnTo>
                  <a:lnTo>
                    <a:pt x="8391866" y="0"/>
                  </a:lnTo>
                  <a:lnTo>
                    <a:pt x="8391010" y="0"/>
                  </a:lnTo>
                  <a:lnTo>
                    <a:pt x="8390155" y="0"/>
                  </a:lnTo>
                  <a:lnTo>
                    <a:pt x="8389299" y="0"/>
                  </a:lnTo>
                  <a:lnTo>
                    <a:pt x="8388444" y="0"/>
                  </a:lnTo>
                  <a:lnTo>
                    <a:pt x="8387588" y="0"/>
                  </a:lnTo>
                  <a:lnTo>
                    <a:pt x="8386733" y="0"/>
                  </a:lnTo>
                  <a:lnTo>
                    <a:pt x="8385877" y="0"/>
                  </a:lnTo>
                  <a:lnTo>
                    <a:pt x="8385022" y="0"/>
                  </a:lnTo>
                  <a:lnTo>
                    <a:pt x="8384166" y="0"/>
                  </a:lnTo>
                  <a:lnTo>
                    <a:pt x="8383311" y="0"/>
                  </a:lnTo>
                  <a:lnTo>
                    <a:pt x="8382455" y="0"/>
                  </a:lnTo>
                  <a:lnTo>
                    <a:pt x="8381600" y="0"/>
                  </a:lnTo>
                  <a:lnTo>
                    <a:pt x="8380744" y="0"/>
                  </a:lnTo>
                  <a:lnTo>
                    <a:pt x="8379888" y="0"/>
                  </a:lnTo>
                  <a:lnTo>
                    <a:pt x="8379033" y="0"/>
                  </a:lnTo>
                  <a:lnTo>
                    <a:pt x="8378177" y="0"/>
                  </a:lnTo>
                  <a:lnTo>
                    <a:pt x="8377322" y="0"/>
                  </a:lnTo>
                  <a:lnTo>
                    <a:pt x="8376466" y="0"/>
                  </a:lnTo>
                  <a:lnTo>
                    <a:pt x="8375611" y="0"/>
                  </a:lnTo>
                  <a:lnTo>
                    <a:pt x="8374755" y="0"/>
                  </a:lnTo>
                  <a:lnTo>
                    <a:pt x="8373900" y="0"/>
                  </a:lnTo>
                  <a:lnTo>
                    <a:pt x="8373044" y="0"/>
                  </a:lnTo>
                  <a:lnTo>
                    <a:pt x="8372189" y="0"/>
                  </a:lnTo>
                  <a:lnTo>
                    <a:pt x="8371333" y="0"/>
                  </a:lnTo>
                  <a:lnTo>
                    <a:pt x="8370478" y="0"/>
                  </a:lnTo>
                  <a:lnTo>
                    <a:pt x="8369622" y="0"/>
                  </a:lnTo>
                  <a:lnTo>
                    <a:pt x="8368767" y="0"/>
                  </a:lnTo>
                  <a:lnTo>
                    <a:pt x="8367911" y="0"/>
                  </a:lnTo>
                  <a:lnTo>
                    <a:pt x="8367056" y="0"/>
                  </a:lnTo>
                  <a:lnTo>
                    <a:pt x="8366200" y="0"/>
                  </a:lnTo>
                  <a:lnTo>
                    <a:pt x="8365344" y="0"/>
                  </a:lnTo>
                  <a:lnTo>
                    <a:pt x="8364489" y="0"/>
                  </a:lnTo>
                  <a:lnTo>
                    <a:pt x="8363633" y="0"/>
                  </a:lnTo>
                  <a:lnTo>
                    <a:pt x="8362778" y="0"/>
                  </a:lnTo>
                  <a:lnTo>
                    <a:pt x="8361922" y="0"/>
                  </a:lnTo>
                  <a:lnTo>
                    <a:pt x="8361067" y="0"/>
                  </a:lnTo>
                  <a:lnTo>
                    <a:pt x="8360211" y="0"/>
                  </a:lnTo>
                  <a:lnTo>
                    <a:pt x="8359356" y="0"/>
                  </a:lnTo>
                  <a:lnTo>
                    <a:pt x="8358500" y="0"/>
                  </a:lnTo>
                  <a:lnTo>
                    <a:pt x="8357645" y="0"/>
                  </a:lnTo>
                  <a:lnTo>
                    <a:pt x="8356789" y="0"/>
                  </a:lnTo>
                  <a:lnTo>
                    <a:pt x="8355934" y="0"/>
                  </a:lnTo>
                  <a:lnTo>
                    <a:pt x="8355078" y="0"/>
                  </a:lnTo>
                  <a:lnTo>
                    <a:pt x="8354223" y="0"/>
                  </a:lnTo>
                  <a:lnTo>
                    <a:pt x="8353367" y="0"/>
                  </a:lnTo>
                  <a:lnTo>
                    <a:pt x="8352512" y="0"/>
                  </a:lnTo>
                  <a:lnTo>
                    <a:pt x="8351656" y="0"/>
                  </a:lnTo>
                  <a:lnTo>
                    <a:pt x="8350801" y="0"/>
                  </a:lnTo>
                  <a:lnTo>
                    <a:pt x="8349945" y="0"/>
                  </a:lnTo>
                  <a:lnTo>
                    <a:pt x="8349089" y="0"/>
                  </a:lnTo>
                  <a:lnTo>
                    <a:pt x="8348234" y="0"/>
                  </a:lnTo>
                  <a:lnTo>
                    <a:pt x="8347378" y="0"/>
                  </a:lnTo>
                  <a:lnTo>
                    <a:pt x="8346523" y="0"/>
                  </a:lnTo>
                  <a:lnTo>
                    <a:pt x="8345667" y="0"/>
                  </a:lnTo>
                  <a:lnTo>
                    <a:pt x="8344812" y="0"/>
                  </a:lnTo>
                  <a:lnTo>
                    <a:pt x="8343956" y="0"/>
                  </a:lnTo>
                  <a:lnTo>
                    <a:pt x="8343101" y="0"/>
                  </a:lnTo>
                  <a:lnTo>
                    <a:pt x="8342245" y="0"/>
                  </a:lnTo>
                  <a:lnTo>
                    <a:pt x="8341390" y="0"/>
                  </a:lnTo>
                  <a:lnTo>
                    <a:pt x="8340534" y="0"/>
                  </a:lnTo>
                  <a:lnTo>
                    <a:pt x="8339679" y="0"/>
                  </a:lnTo>
                  <a:lnTo>
                    <a:pt x="8338823" y="0"/>
                  </a:lnTo>
                  <a:lnTo>
                    <a:pt x="8337968" y="0"/>
                  </a:lnTo>
                  <a:lnTo>
                    <a:pt x="8337112" y="0"/>
                  </a:lnTo>
                  <a:lnTo>
                    <a:pt x="8336257" y="0"/>
                  </a:lnTo>
                  <a:lnTo>
                    <a:pt x="8335401" y="0"/>
                  </a:lnTo>
                  <a:lnTo>
                    <a:pt x="8334546" y="0"/>
                  </a:lnTo>
                  <a:lnTo>
                    <a:pt x="8333690" y="0"/>
                  </a:lnTo>
                  <a:lnTo>
                    <a:pt x="8332834" y="0"/>
                  </a:lnTo>
                  <a:lnTo>
                    <a:pt x="8331979" y="0"/>
                  </a:lnTo>
                  <a:lnTo>
                    <a:pt x="8331123" y="0"/>
                  </a:lnTo>
                  <a:lnTo>
                    <a:pt x="8330268" y="0"/>
                  </a:lnTo>
                  <a:lnTo>
                    <a:pt x="8329412" y="0"/>
                  </a:lnTo>
                  <a:lnTo>
                    <a:pt x="8328557" y="0"/>
                  </a:lnTo>
                  <a:lnTo>
                    <a:pt x="8327701" y="0"/>
                  </a:lnTo>
                  <a:lnTo>
                    <a:pt x="8326846" y="0"/>
                  </a:lnTo>
                  <a:lnTo>
                    <a:pt x="8325990" y="0"/>
                  </a:lnTo>
                  <a:lnTo>
                    <a:pt x="8325135" y="0"/>
                  </a:lnTo>
                  <a:lnTo>
                    <a:pt x="8324279" y="0"/>
                  </a:lnTo>
                  <a:lnTo>
                    <a:pt x="8323424" y="0"/>
                  </a:lnTo>
                  <a:lnTo>
                    <a:pt x="8322568" y="0"/>
                  </a:lnTo>
                  <a:lnTo>
                    <a:pt x="8321713" y="0"/>
                  </a:lnTo>
                  <a:lnTo>
                    <a:pt x="8320857" y="0"/>
                  </a:lnTo>
                  <a:lnTo>
                    <a:pt x="8320002" y="0"/>
                  </a:lnTo>
                  <a:lnTo>
                    <a:pt x="8319146" y="0"/>
                  </a:lnTo>
                  <a:lnTo>
                    <a:pt x="8318290" y="0"/>
                  </a:lnTo>
                  <a:lnTo>
                    <a:pt x="8317435" y="0"/>
                  </a:lnTo>
                  <a:lnTo>
                    <a:pt x="8316579" y="0"/>
                  </a:lnTo>
                  <a:lnTo>
                    <a:pt x="8315724" y="0"/>
                  </a:lnTo>
                  <a:lnTo>
                    <a:pt x="8314868" y="0"/>
                  </a:lnTo>
                  <a:lnTo>
                    <a:pt x="8314013" y="0"/>
                  </a:lnTo>
                  <a:lnTo>
                    <a:pt x="8313157" y="0"/>
                  </a:lnTo>
                  <a:lnTo>
                    <a:pt x="8312302" y="0"/>
                  </a:lnTo>
                  <a:lnTo>
                    <a:pt x="8311446" y="0"/>
                  </a:lnTo>
                  <a:lnTo>
                    <a:pt x="8310591" y="0"/>
                  </a:lnTo>
                  <a:lnTo>
                    <a:pt x="8309735" y="0"/>
                  </a:lnTo>
                  <a:lnTo>
                    <a:pt x="8308880" y="0"/>
                  </a:lnTo>
                  <a:lnTo>
                    <a:pt x="8308024" y="0"/>
                  </a:lnTo>
                  <a:lnTo>
                    <a:pt x="8307169" y="0"/>
                  </a:lnTo>
                  <a:lnTo>
                    <a:pt x="8306313" y="0"/>
                  </a:lnTo>
                  <a:lnTo>
                    <a:pt x="8305458" y="0"/>
                  </a:lnTo>
                  <a:lnTo>
                    <a:pt x="8304602" y="0"/>
                  </a:lnTo>
                  <a:lnTo>
                    <a:pt x="8303747" y="0"/>
                  </a:lnTo>
                  <a:lnTo>
                    <a:pt x="8302891" y="0"/>
                  </a:lnTo>
                  <a:lnTo>
                    <a:pt x="8302035" y="0"/>
                  </a:lnTo>
                  <a:lnTo>
                    <a:pt x="8301180" y="0"/>
                  </a:lnTo>
                  <a:lnTo>
                    <a:pt x="8300324" y="0"/>
                  </a:lnTo>
                  <a:lnTo>
                    <a:pt x="8299469" y="0"/>
                  </a:lnTo>
                  <a:lnTo>
                    <a:pt x="8298613" y="0"/>
                  </a:lnTo>
                  <a:lnTo>
                    <a:pt x="8297758" y="0"/>
                  </a:lnTo>
                  <a:lnTo>
                    <a:pt x="8296902" y="0"/>
                  </a:lnTo>
                  <a:lnTo>
                    <a:pt x="8296047" y="0"/>
                  </a:lnTo>
                  <a:lnTo>
                    <a:pt x="8295191" y="0"/>
                  </a:lnTo>
                  <a:lnTo>
                    <a:pt x="8294336" y="0"/>
                  </a:lnTo>
                  <a:lnTo>
                    <a:pt x="8293480" y="0"/>
                  </a:lnTo>
                  <a:lnTo>
                    <a:pt x="8292625" y="0"/>
                  </a:lnTo>
                  <a:lnTo>
                    <a:pt x="8291769" y="0"/>
                  </a:lnTo>
                  <a:lnTo>
                    <a:pt x="8290914" y="0"/>
                  </a:lnTo>
                  <a:lnTo>
                    <a:pt x="8290058" y="0"/>
                  </a:lnTo>
                  <a:lnTo>
                    <a:pt x="8289203" y="0"/>
                  </a:lnTo>
                  <a:lnTo>
                    <a:pt x="8288347" y="0"/>
                  </a:lnTo>
                  <a:lnTo>
                    <a:pt x="8287492" y="0"/>
                  </a:lnTo>
                  <a:lnTo>
                    <a:pt x="8286636" y="0"/>
                  </a:lnTo>
                  <a:lnTo>
                    <a:pt x="8285780" y="0"/>
                  </a:lnTo>
                  <a:lnTo>
                    <a:pt x="8284925" y="0"/>
                  </a:lnTo>
                  <a:lnTo>
                    <a:pt x="8284069" y="0"/>
                  </a:lnTo>
                  <a:lnTo>
                    <a:pt x="8283214" y="0"/>
                  </a:lnTo>
                  <a:lnTo>
                    <a:pt x="8282358" y="0"/>
                  </a:lnTo>
                  <a:lnTo>
                    <a:pt x="8281503" y="0"/>
                  </a:lnTo>
                  <a:lnTo>
                    <a:pt x="8280647" y="0"/>
                  </a:lnTo>
                  <a:lnTo>
                    <a:pt x="8279792" y="0"/>
                  </a:lnTo>
                  <a:lnTo>
                    <a:pt x="8278936" y="0"/>
                  </a:lnTo>
                  <a:lnTo>
                    <a:pt x="8278081" y="0"/>
                  </a:lnTo>
                  <a:lnTo>
                    <a:pt x="8277225" y="0"/>
                  </a:lnTo>
                  <a:lnTo>
                    <a:pt x="8276370" y="0"/>
                  </a:lnTo>
                  <a:lnTo>
                    <a:pt x="8275514" y="0"/>
                  </a:lnTo>
                  <a:lnTo>
                    <a:pt x="8274659" y="0"/>
                  </a:lnTo>
                  <a:lnTo>
                    <a:pt x="8273803" y="0"/>
                  </a:lnTo>
                  <a:lnTo>
                    <a:pt x="8272948" y="0"/>
                  </a:lnTo>
                  <a:lnTo>
                    <a:pt x="8272092" y="0"/>
                  </a:lnTo>
                  <a:lnTo>
                    <a:pt x="8271236" y="0"/>
                  </a:lnTo>
                  <a:lnTo>
                    <a:pt x="8270381" y="0"/>
                  </a:lnTo>
                  <a:lnTo>
                    <a:pt x="8269525" y="0"/>
                  </a:lnTo>
                  <a:lnTo>
                    <a:pt x="8268670" y="0"/>
                  </a:lnTo>
                  <a:lnTo>
                    <a:pt x="8267814" y="0"/>
                  </a:lnTo>
                  <a:lnTo>
                    <a:pt x="8266959" y="0"/>
                  </a:lnTo>
                  <a:lnTo>
                    <a:pt x="8266103" y="0"/>
                  </a:lnTo>
                  <a:lnTo>
                    <a:pt x="8265248" y="0"/>
                  </a:lnTo>
                  <a:lnTo>
                    <a:pt x="8264392" y="0"/>
                  </a:lnTo>
                  <a:lnTo>
                    <a:pt x="8263537" y="0"/>
                  </a:lnTo>
                  <a:lnTo>
                    <a:pt x="8262681" y="0"/>
                  </a:lnTo>
                  <a:lnTo>
                    <a:pt x="8261826" y="0"/>
                  </a:lnTo>
                  <a:lnTo>
                    <a:pt x="8260970" y="0"/>
                  </a:lnTo>
                  <a:lnTo>
                    <a:pt x="8260115" y="0"/>
                  </a:lnTo>
                  <a:lnTo>
                    <a:pt x="8259259" y="0"/>
                  </a:lnTo>
                  <a:lnTo>
                    <a:pt x="8258404" y="0"/>
                  </a:lnTo>
                  <a:lnTo>
                    <a:pt x="8257548" y="0"/>
                  </a:lnTo>
                  <a:lnTo>
                    <a:pt x="8256693" y="0"/>
                  </a:lnTo>
                  <a:lnTo>
                    <a:pt x="8255837" y="0"/>
                  </a:lnTo>
                  <a:lnTo>
                    <a:pt x="8254981" y="0"/>
                  </a:lnTo>
                  <a:lnTo>
                    <a:pt x="8254126" y="0"/>
                  </a:lnTo>
                  <a:lnTo>
                    <a:pt x="8253270" y="0"/>
                  </a:lnTo>
                  <a:lnTo>
                    <a:pt x="8252415" y="0"/>
                  </a:lnTo>
                  <a:lnTo>
                    <a:pt x="8251559" y="0"/>
                  </a:lnTo>
                  <a:lnTo>
                    <a:pt x="8250704" y="0"/>
                  </a:lnTo>
                  <a:lnTo>
                    <a:pt x="8249848" y="0"/>
                  </a:lnTo>
                  <a:lnTo>
                    <a:pt x="8248993" y="0"/>
                  </a:lnTo>
                  <a:lnTo>
                    <a:pt x="8248137" y="0"/>
                  </a:lnTo>
                  <a:lnTo>
                    <a:pt x="8247282" y="0"/>
                  </a:lnTo>
                  <a:lnTo>
                    <a:pt x="8246426" y="0"/>
                  </a:lnTo>
                  <a:lnTo>
                    <a:pt x="8245571" y="0"/>
                  </a:lnTo>
                  <a:lnTo>
                    <a:pt x="8244715" y="0"/>
                  </a:lnTo>
                  <a:lnTo>
                    <a:pt x="8243860" y="0"/>
                  </a:lnTo>
                  <a:lnTo>
                    <a:pt x="8243004" y="0"/>
                  </a:lnTo>
                  <a:lnTo>
                    <a:pt x="8242149" y="0"/>
                  </a:lnTo>
                  <a:lnTo>
                    <a:pt x="8241293" y="0"/>
                  </a:lnTo>
                  <a:lnTo>
                    <a:pt x="8240438" y="0"/>
                  </a:lnTo>
                  <a:lnTo>
                    <a:pt x="8239582" y="0"/>
                  </a:lnTo>
                  <a:lnTo>
                    <a:pt x="8238726" y="0"/>
                  </a:lnTo>
                  <a:lnTo>
                    <a:pt x="8237871" y="0"/>
                  </a:lnTo>
                  <a:lnTo>
                    <a:pt x="8237015" y="0"/>
                  </a:lnTo>
                  <a:lnTo>
                    <a:pt x="8236160" y="0"/>
                  </a:lnTo>
                  <a:lnTo>
                    <a:pt x="8235304" y="0"/>
                  </a:lnTo>
                  <a:lnTo>
                    <a:pt x="8234449" y="0"/>
                  </a:lnTo>
                  <a:lnTo>
                    <a:pt x="8233593" y="0"/>
                  </a:lnTo>
                  <a:lnTo>
                    <a:pt x="8232738" y="0"/>
                  </a:lnTo>
                  <a:lnTo>
                    <a:pt x="8231882" y="0"/>
                  </a:lnTo>
                  <a:lnTo>
                    <a:pt x="8231027" y="0"/>
                  </a:lnTo>
                  <a:lnTo>
                    <a:pt x="8230171" y="0"/>
                  </a:lnTo>
                  <a:lnTo>
                    <a:pt x="8229316" y="0"/>
                  </a:lnTo>
                  <a:lnTo>
                    <a:pt x="8228460" y="0"/>
                  </a:lnTo>
                  <a:lnTo>
                    <a:pt x="8227605" y="0"/>
                  </a:lnTo>
                  <a:lnTo>
                    <a:pt x="8226749" y="0"/>
                  </a:lnTo>
                  <a:lnTo>
                    <a:pt x="8225894" y="0"/>
                  </a:lnTo>
                  <a:lnTo>
                    <a:pt x="8225038" y="0"/>
                  </a:lnTo>
                  <a:lnTo>
                    <a:pt x="8224182" y="0"/>
                  </a:lnTo>
                  <a:lnTo>
                    <a:pt x="8223327" y="0"/>
                  </a:lnTo>
                  <a:lnTo>
                    <a:pt x="8222471" y="0"/>
                  </a:lnTo>
                  <a:lnTo>
                    <a:pt x="8221616" y="0"/>
                  </a:lnTo>
                  <a:lnTo>
                    <a:pt x="8220760" y="0"/>
                  </a:lnTo>
                  <a:lnTo>
                    <a:pt x="8219905" y="0"/>
                  </a:lnTo>
                  <a:lnTo>
                    <a:pt x="8219049" y="0"/>
                  </a:lnTo>
                  <a:lnTo>
                    <a:pt x="8218194" y="0"/>
                  </a:lnTo>
                  <a:lnTo>
                    <a:pt x="8217338" y="0"/>
                  </a:lnTo>
                  <a:lnTo>
                    <a:pt x="8216483" y="0"/>
                  </a:lnTo>
                  <a:lnTo>
                    <a:pt x="8215627" y="0"/>
                  </a:lnTo>
                  <a:lnTo>
                    <a:pt x="8214772" y="0"/>
                  </a:lnTo>
                  <a:lnTo>
                    <a:pt x="8213916" y="0"/>
                  </a:lnTo>
                  <a:lnTo>
                    <a:pt x="8213061" y="0"/>
                  </a:lnTo>
                  <a:lnTo>
                    <a:pt x="8212205" y="0"/>
                  </a:lnTo>
                  <a:lnTo>
                    <a:pt x="8211350" y="0"/>
                  </a:lnTo>
                  <a:lnTo>
                    <a:pt x="8210494" y="0"/>
                  </a:lnTo>
                  <a:lnTo>
                    <a:pt x="8209639" y="0"/>
                  </a:lnTo>
                  <a:lnTo>
                    <a:pt x="8208783" y="0"/>
                  </a:lnTo>
                  <a:lnTo>
                    <a:pt x="8207927" y="0"/>
                  </a:lnTo>
                  <a:lnTo>
                    <a:pt x="8207072" y="0"/>
                  </a:lnTo>
                  <a:lnTo>
                    <a:pt x="8206216" y="0"/>
                  </a:lnTo>
                  <a:lnTo>
                    <a:pt x="8205361" y="0"/>
                  </a:lnTo>
                  <a:lnTo>
                    <a:pt x="8204505" y="0"/>
                  </a:lnTo>
                  <a:lnTo>
                    <a:pt x="8203650" y="0"/>
                  </a:lnTo>
                  <a:lnTo>
                    <a:pt x="8202794" y="0"/>
                  </a:lnTo>
                  <a:lnTo>
                    <a:pt x="8201939" y="0"/>
                  </a:lnTo>
                  <a:lnTo>
                    <a:pt x="8201083" y="0"/>
                  </a:lnTo>
                  <a:lnTo>
                    <a:pt x="8200228" y="0"/>
                  </a:lnTo>
                  <a:lnTo>
                    <a:pt x="8199372" y="0"/>
                  </a:lnTo>
                  <a:lnTo>
                    <a:pt x="8198517" y="0"/>
                  </a:lnTo>
                  <a:lnTo>
                    <a:pt x="8197661" y="0"/>
                  </a:lnTo>
                  <a:lnTo>
                    <a:pt x="8196806" y="0"/>
                  </a:lnTo>
                  <a:lnTo>
                    <a:pt x="8195950" y="0"/>
                  </a:lnTo>
                  <a:lnTo>
                    <a:pt x="8195095" y="0"/>
                  </a:lnTo>
                  <a:lnTo>
                    <a:pt x="8194239" y="0"/>
                  </a:lnTo>
                  <a:lnTo>
                    <a:pt x="8193384" y="0"/>
                  </a:lnTo>
                  <a:lnTo>
                    <a:pt x="8192528" y="0"/>
                  </a:lnTo>
                  <a:lnTo>
                    <a:pt x="8191672" y="0"/>
                  </a:lnTo>
                  <a:lnTo>
                    <a:pt x="8190817" y="0"/>
                  </a:lnTo>
                  <a:lnTo>
                    <a:pt x="8189961" y="0"/>
                  </a:lnTo>
                  <a:lnTo>
                    <a:pt x="8189106" y="0"/>
                  </a:lnTo>
                  <a:lnTo>
                    <a:pt x="8188250" y="0"/>
                  </a:lnTo>
                  <a:lnTo>
                    <a:pt x="8187395" y="0"/>
                  </a:lnTo>
                  <a:lnTo>
                    <a:pt x="8186539" y="0"/>
                  </a:lnTo>
                  <a:lnTo>
                    <a:pt x="8185684" y="0"/>
                  </a:lnTo>
                  <a:lnTo>
                    <a:pt x="8184828" y="0"/>
                  </a:lnTo>
                  <a:lnTo>
                    <a:pt x="8183973" y="0"/>
                  </a:lnTo>
                  <a:lnTo>
                    <a:pt x="8183117" y="0"/>
                  </a:lnTo>
                  <a:lnTo>
                    <a:pt x="8182262" y="0"/>
                  </a:lnTo>
                  <a:lnTo>
                    <a:pt x="8181406" y="0"/>
                  </a:lnTo>
                  <a:lnTo>
                    <a:pt x="8180551" y="0"/>
                  </a:lnTo>
                  <a:lnTo>
                    <a:pt x="8179695" y="0"/>
                  </a:lnTo>
                  <a:lnTo>
                    <a:pt x="8178840" y="0"/>
                  </a:lnTo>
                  <a:lnTo>
                    <a:pt x="8177984" y="0"/>
                  </a:lnTo>
                  <a:lnTo>
                    <a:pt x="8177129" y="0"/>
                  </a:lnTo>
                  <a:lnTo>
                    <a:pt x="8176273" y="0"/>
                  </a:lnTo>
                  <a:lnTo>
                    <a:pt x="8175417" y="0"/>
                  </a:lnTo>
                  <a:lnTo>
                    <a:pt x="8174562" y="0"/>
                  </a:lnTo>
                  <a:lnTo>
                    <a:pt x="8173706" y="0"/>
                  </a:lnTo>
                  <a:lnTo>
                    <a:pt x="8172851" y="0"/>
                  </a:lnTo>
                  <a:lnTo>
                    <a:pt x="8171995" y="0"/>
                  </a:lnTo>
                  <a:lnTo>
                    <a:pt x="8171140" y="0"/>
                  </a:lnTo>
                  <a:lnTo>
                    <a:pt x="8170284" y="0"/>
                  </a:lnTo>
                  <a:lnTo>
                    <a:pt x="8169429" y="0"/>
                  </a:lnTo>
                  <a:lnTo>
                    <a:pt x="8168573" y="0"/>
                  </a:lnTo>
                  <a:lnTo>
                    <a:pt x="8167718" y="0"/>
                  </a:lnTo>
                  <a:lnTo>
                    <a:pt x="8166862" y="0"/>
                  </a:lnTo>
                  <a:lnTo>
                    <a:pt x="8166007" y="0"/>
                  </a:lnTo>
                  <a:lnTo>
                    <a:pt x="8165151" y="0"/>
                  </a:lnTo>
                  <a:lnTo>
                    <a:pt x="8164296" y="0"/>
                  </a:lnTo>
                  <a:lnTo>
                    <a:pt x="8163440" y="0"/>
                  </a:lnTo>
                  <a:lnTo>
                    <a:pt x="8162585" y="0"/>
                  </a:lnTo>
                  <a:lnTo>
                    <a:pt x="8161729" y="0"/>
                  </a:lnTo>
                  <a:lnTo>
                    <a:pt x="8160873" y="0"/>
                  </a:lnTo>
                  <a:lnTo>
                    <a:pt x="8160018" y="0"/>
                  </a:lnTo>
                  <a:lnTo>
                    <a:pt x="8159162" y="0"/>
                  </a:lnTo>
                  <a:lnTo>
                    <a:pt x="8158307" y="0"/>
                  </a:lnTo>
                  <a:lnTo>
                    <a:pt x="8157451" y="0"/>
                  </a:lnTo>
                  <a:lnTo>
                    <a:pt x="8156596" y="0"/>
                  </a:lnTo>
                  <a:lnTo>
                    <a:pt x="8155740" y="0"/>
                  </a:lnTo>
                  <a:lnTo>
                    <a:pt x="8154885" y="0"/>
                  </a:lnTo>
                  <a:lnTo>
                    <a:pt x="8154029" y="0"/>
                  </a:lnTo>
                  <a:lnTo>
                    <a:pt x="8153174" y="0"/>
                  </a:lnTo>
                  <a:lnTo>
                    <a:pt x="8152318" y="0"/>
                  </a:lnTo>
                  <a:lnTo>
                    <a:pt x="8151463" y="0"/>
                  </a:lnTo>
                  <a:lnTo>
                    <a:pt x="8150607" y="0"/>
                  </a:lnTo>
                  <a:lnTo>
                    <a:pt x="8149752" y="0"/>
                  </a:lnTo>
                  <a:lnTo>
                    <a:pt x="8148896" y="0"/>
                  </a:lnTo>
                  <a:lnTo>
                    <a:pt x="8148041" y="0"/>
                  </a:lnTo>
                  <a:lnTo>
                    <a:pt x="8147185" y="0"/>
                  </a:lnTo>
                  <a:lnTo>
                    <a:pt x="8146330" y="0"/>
                  </a:lnTo>
                  <a:lnTo>
                    <a:pt x="8145474" y="0"/>
                  </a:lnTo>
                  <a:lnTo>
                    <a:pt x="8144618" y="0"/>
                  </a:lnTo>
                  <a:lnTo>
                    <a:pt x="8143763" y="0"/>
                  </a:lnTo>
                  <a:lnTo>
                    <a:pt x="8142907" y="0"/>
                  </a:lnTo>
                  <a:lnTo>
                    <a:pt x="8142052" y="0"/>
                  </a:lnTo>
                  <a:lnTo>
                    <a:pt x="8141196" y="0"/>
                  </a:lnTo>
                  <a:lnTo>
                    <a:pt x="8140341" y="0"/>
                  </a:lnTo>
                  <a:lnTo>
                    <a:pt x="8139485" y="0"/>
                  </a:lnTo>
                  <a:lnTo>
                    <a:pt x="8138630" y="0"/>
                  </a:lnTo>
                  <a:lnTo>
                    <a:pt x="8137774" y="0"/>
                  </a:lnTo>
                  <a:lnTo>
                    <a:pt x="8136919" y="0"/>
                  </a:lnTo>
                  <a:lnTo>
                    <a:pt x="8136063" y="0"/>
                  </a:lnTo>
                  <a:lnTo>
                    <a:pt x="8135208" y="0"/>
                  </a:lnTo>
                  <a:lnTo>
                    <a:pt x="8134352" y="0"/>
                  </a:lnTo>
                  <a:lnTo>
                    <a:pt x="8133497" y="0"/>
                  </a:lnTo>
                  <a:lnTo>
                    <a:pt x="8132641" y="0"/>
                  </a:lnTo>
                  <a:lnTo>
                    <a:pt x="8131786" y="0"/>
                  </a:lnTo>
                  <a:lnTo>
                    <a:pt x="8130930" y="0"/>
                  </a:lnTo>
                  <a:lnTo>
                    <a:pt x="8130075" y="0"/>
                  </a:lnTo>
                  <a:lnTo>
                    <a:pt x="8129219" y="0"/>
                  </a:lnTo>
                  <a:lnTo>
                    <a:pt x="8128363" y="0"/>
                  </a:lnTo>
                  <a:lnTo>
                    <a:pt x="8127508" y="0"/>
                  </a:lnTo>
                  <a:lnTo>
                    <a:pt x="8126652" y="0"/>
                  </a:lnTo>
                  <a:lnTo>
                    <a:pt x="8125797" y="0"/>
                  </a:lnTo>
                  <a:lnTo>
                    <a:pt x="8124941" y="0"/>
                  </a:lnTo>
                  <a:lnTo>
                    <a:pt x="8124086" y="0"/>
                  </a:lnTo>
                  <a:lnTo>
                    <a:pt x="8123230" y="0"/>
                  </a:lnTo>
                  <a:lnTo>
                    <a:pt x="8122375" y="0"/>
                  </a:lnTo>
                  <a:lnTo>
                    <a:pt x="8121519" y="0"/>
                  </a:lnTo>
                  <a:lnTo>
                    <a:pt x="8120664" y="0"/>
                  </a:lnTo>
                  <a:lnTo>
                    <a:pt x="8119808" y="0"/>
                  </a:lnTo>
                  <a:lnTo>
                    <a:pt x="8118953" y="0"/>
                  </a:lnTo>
                  <a:lnTo>
                    <a:pt x="8118097" y="0"/>
                  </a:lnTo>
                  <a:lnTo>
                    <a:pt x="8117242" y="0"/>
                  </a:lnTo>
                  <a:lnTo>
                    <a:pt x="8116386" y="0"/>
                  </a:lnTo>
                  <a:lnTo>
                    <a:pt x="8115531" y="0"/>
                  </a:lnTo>
                  <a:lnTo>
                    <a:pt x="8114675" y="0"/>
                  </a:lnTo>
                  <a:lnTo>
                    <a:pt x="8113819" y="0"/>
                  </a:lnTo>
                  <a:lnTo>
                    <a:pt x="8112964" y="0"/>
                  </a:lnTo>
                  <a:lnTo>
                    <a:pt x="8112108" y="0"/>
                  </a:lnTo>
                  <a:lnTo>
                    <a:pt x="8111253" y="0"/>
                  </a:lnTo>
                  <a:lnTo>
                    <a:pt x="8110397" y="0"/>
                  </a:lnTo>
                  <a:lnTo>
                    <a:pt x="8109542" y="0"/>
                  </a:lnTo>
                  <a:lnTo>
                    <a:pt x="8108686" y="0"/>
                  </a:lnTo>
                  <a:lnTo>
                    <a:pt x="8107831" y="0"/>
                  </a:lnTo>
                  <a:lnTo>
                    <a:pt x="8106975" y="0"/>
                  </a:lnTo>
                  <a:lnTo>
                    <a:pt x="8106120" y="0"/>
                  </a:lnTo>
                  <a:lnTo>
                    <a:pt x="8105264" y="0"/>
                  </a:lnTo>
                  <a:lnTo>
                    <a:pt x="8104409" y="0"/>
                  </a:lnTo>
                  <a:lnTo>
                    <a:pt x="8103553" y="0"/>
                  </a:lnTo>
                  <a:lnTo>
                    <a:pt x="8102698" y="0"/>
                  </a:lnTo>
                  <a:lnTo>
                    <a:pt x="8101842" y="0"/>
                  </a:lnTo>
                  <a:lnTo>
                    <a:pt x="8100987" y="0"/>
                  </a:lnTo>
                  <a:lnTo>
                    <a:pt x="8100131" y="0"/>
                  </a:lnTo>
                  <a:lnTo>
                    <a:pt x="8099276" y="0"/>
                  </a:lnTo>
                  <a:lnTo>
                    <a:pt x="8098420" y="0"/>
                  </a:lnTo>
                  <a:lnTo>
                    <a:pt x="8097564" y="0"/>
                  </a:lnTo>
                  <a:lnTo>
                    <a:pt x="8096709" y="0"/>
                  </a:lnTo>
                  <a:lnTo>
                    <a:pt x="8095853" y="0"/>
                  </a:lnTo>
                  <a:lnTo>
                    <a:pt x="8094998" y="0"/>
                  </a:lnTo>
                  <a:lnTo>
                    <a:pt x="8094142" y="0"/>
                  </a:lnTo>
                  <a:lnTo>
                    <a:pt x="8093287" y="0"/>
                  </a:lnTo>
                  <a:lnTo>
                    <a:pt x="8092431" y="0"/>
                  </a:lnTo>
                  <a:lnTo>
                    <a:pt x="8091576" y="0"/>
                  </a:lnTo>
                  <a:lnTo>
                    <a:pt x="8090720" y="0"/>
                  </a:lnTo>
                  <a:lnTo>
                    <a:pt x="8089865" y="0"/>
                  </a:lnTo>
                  <a:lnTo>
                    <a:pt x="8089009" y="0"/>
                  </a:lnTo>
                  <a:lnTo>
                    <a:pt x="8088154" y="0"/>
                  </a:lnTo>
                  <a:lnTo>
                    <a:pt x="8087298" y="0"/>
                  </a:lnTo>
                  <a:lnTo>
                    <a:pt x="8086443" y="0"/>
                  </a:lnTo>
                  <a:lnTo>
                    <a:pt x="8085587" y="0"/>
                  </a:lnTo>
                  <a:lnTo>
                    <a:pt x="8084732" y="0"/>
                  </a:lnTo>
                  <a:lnTo>
                    <a:pt x="8083876" y="0"/>
                  </a:lnTo>
                  <a:lnTo>
                    <a:pt x="8083021" y="0"/>
                  </a:lnTo>
                  <a:lnTo>
                    <a:pt x="8082165" y="0"/>
                  </a:lnTo>
                  <a:lnTo>
                    <a:pt x="8081309" y="0"/>
                  </a:lnTo>
                  <a:lnTo>
                    <a:pt x="8080454" y="0"/>
                  </a:lnTo>
                  <a:lnTo>
                    <a:pt x="8079598" y="0"/>
                  </a:lnTo>
                  <a:lnTo>
                    <a:pt x="8078743" y="0"/>
                  </a:lnTo>
                  <a:lnTo>
                    <a:pt x="8077887" y="0"/>
                  </a:lnTo>
                  <a:lnTo>
                    <a:pt x="8077032" y="0"/>
                  </a:lnTo>
                  <a:lnTo>
                    <a:pt x="8076176" y="0"/>
                  </a:lnTo>
                  <a:lnTo>
                    <a:pt x="8075321" y="0"/>
                  </a:lnTo>
                  <a:lnTo>
                    <a:pt x="8074465" y="0"/>
                  </a:lnTo>
                  <a:lnTo>
                    <a:pt x="8073610" y="0"/>
                  </a:lnTo>
                  <a:lnTo>
                    <a:pt x="8072754" y="0"/>
                  </a:lnTo>
                  <a:lnTo>
                    <a:pt x="8071899" y="0"/>
                  </a:lnTo>
                  <a:lnTo>
                    <a:pt x="8071043" y="0"/>
                  </a:lnTo>
                  <a:lnTo>
                    <a:pt x="8070188" y="0"/>
                  </a:lnTo>
                  <a:lnTo>
                    <a:pt x="8069332" y="0"/>
                  </a:lnTo>
                  <a:lnTo>
                    <a:pt x="8068477" y="0"/>
                  </a:lnTo>
                  <a:lnTo>
                    <a:pt x="8067621" y="0"/>
                  </a:lnTo>
                  <a:lnTo>
                    <a:pt x="8066765" y="0"/>
                  </a:lnTo>
                  <a:lnTo>
                    <a:pt x="8065910" y="0"/>
                  </a:lnTo>
                  <a:lnTo>
                    <a:pt x="8065054" y="0"/>
                  </a:lnTo>
                  <a:lnTo>
                    <a:pt x="8064199" y="0"/>
                  </a:lnTo>
                  <a:lnTo>
                    <a:pt x="8063343" y="0"/>
                  </a:lnTo>
                  <a:lnTo>
                    <a:pt x="8062488" y="0"/>
                  </a:lnTo>
                  <a:lnTo>
                    <a:pt x="8061632" y="0"/>
                  </a:lnTo>
                  <a:lnTo>
                    <a:pt x="8060777" y="0"/>
                  </a:lnTo>
                  <a:lnTo>
                    <a:pt x="8059921" y="0"/>
                  </a:lnTo>
                  <a:lnTo>
                    <a:pt x="8059066" y="0"/>
                  </a:lnTo>
                  <a:lnTo>
                    <a:pt x="8058210" y="0"/>
                  </a:lnTo>
                  <a:lnTo>
                    <a:pt x="8057355" y="0"/>
                  </a:lnTo>
                  <a:lnTo>
                    <a:pt x="8056499" y="0"/>
                  </a:lnTo>
                  <a:lnTo>
                    <a:pt x="8055644" y="0"/>
                  </a:lnTo>
                  <a:lnTo>
                    <a:pt x="8054788" y="0"/>
                  </a:lnTo>
                  <a:lnTo>
                    <a:pt x="8053933" y="0"/>
                  </a:lnTo>
                  <a:lnTo>
                    <a:pt x="8053077" y="0"/>
                  </a:lnTo>
                  <a:lnTo>
                    <a:pt x="8052222" y="0"/>
                  </a:lnTo>
                  <a:lnTo>
                    <a:pt x="8051366" y="0"/>
                  </a:lnTo>
                  <a:lnTo>
                    <a:pt x="8050510" y="0"/>
                  </a:lnTo>
                  <a:lnTo>
                    <a:pt x="8049655" y="0"/>
                  </a:lnTo>
                  <a:lnTo>
                    <a:pt x="8048799" y="0"/>
                  </a:lnTo>
                  <a:lnTo>
                    <a:pt x="8047944" y="0"/>
                  </a:lnTo>
                  <a:lnTo>
                    <a:pt x="8047088" y="0"/>
                  </a:lnTo>
                  <a:lnTo>
                    <a:pt x="8046233" y="0"/>
                  </a:lnTo>
                  <a:lnTo>
                    <a:pt x="8045377" y="0"/>
                  </a:lnTo>
                  <a:lnTo>
                    <a:pt x="8044522" y="0"/>
                  </a:lnTo>
                  <a:lnTo>
                    <a:pt x="8043666" y="0"/>
                  </a:lnTo>
                  <a:lnTo>
                    <a:pt x="8042811" y="0"/>
                  </a:lnTo>
                  <a:lnTo>
                    <a:pt x="8041955" y="0"/>
                  </a:lnTo>
                  <a:lnTo>
                    <a:pt x="8041100" y="0"/>
                  </a:lnTo>
                  <a:lnTo>
                    <a:pt x="8040244" y="0"/>
                  </a:lnTo>
                  <a:lnTo>
                    <a:pt x="8039389" y="0"/>
                  </a:lnTo>
                  <a:lnTo>
                    <a:pt x="8038533" y="0"/>
                  </a:lnTo>
                  <a:lnTo>
                    <a:pt x="8037678" y="0"/>
                  </a:lnTo>
                  <a:lnTo>
                    <a:pt x="8036822" y="0"/>
                  </a:lnTo>
                  <a:lnTo>
                    <a:pt x="8035967" y="0"/>
                  </a:lnTo>
                  <a:lnTo>
                    <a:pt x="8035111" y="0"/>
                  </a:lnTo>
                  <a:lnTo>
                    <a:pt x="8034255" y="0"/>
                  </a:lnTo>
                  <a:lnTo>
                    <a:pt x="8033400" y="0"/>
                  </a:lnTo>
                  <a:lnTo>
                    <a:pt x="8032544" y="0"/>
                  </a:lnTo>
                  <a:lnTo>
                    <a:pt x="8031689" y="0"/>
                  </a:lnTo>
                  <a:lnTo>
                    <a:pt x="8030833" y="0"/>
                  </a:lnTo>
                  <a:lnTo>
                    <a:pt x="8029978" y="0"/>
                  </a:lnTo>
                  <a:lnTo>
                    <a:pt x="8029122" y="0"/>
                  </a:lnTo>
                  <a:lnTo>
                    <a:pt x="8028267" y="0"/>
                  </a:lnTo>
                  <a:lnTo>
                    <a:pt x="8027411" y="0"/>
                  </a:lnTo>
                  <a:lnTo>
                    <a:pt x="8026556" y="0"/>
                  </a:lnTo>
                  <a:lnTo>
                    <a:pt x="8025700" y="0"/>
                  </a:lnTo>
                  <a:lnTo>
                    <a:pt x="8024845" y="0"/>
                  </a:lnTo>
                  <a:lnTo>
                    <a:pt x="8023989" y="0"/>
                  </a:lnTo>
                  <a:lnTo>
                    <a:pt x="8023134" y="0"/>
                  </a:lnTo>
                  <a:lnTo>
                    <a:pt x="8022278" y="0"/>
                  </a:lnTo>
                  <a:lnTo>
                    <a:pt x="8021423" y="0"/>
                  </a:lnTo>
                  <a:lnTo>
                    <a:pt x="8020567" y="0"/>
                  </a:lnTo>
                  <a:lnTo>
                    <a:pt x="8019711" y="0"/>
                  </a:lnTo>
                  <a:lnTo>
                    <a:pt x="8018856" y="0"/>
                  </a:lnTo>
                  <a:lnTo>
                    <a:pt x="8018000" y="0"/>
                  </a:lnTo>
                  <a:lnTo>
                    <a:pt x="8017145" y="0"/>
                  </a:lnTo>
                  <a:lnTo>
                    <a:pt x="8016289" y="0"/>
                  </a:lnTo>
                  <a:lnTo>
                    <a:pt x="8015434" y="0"/>
                  </a:lnTo>
                  <a:lnTo>
                    <a:pt x="8014578" y="0"/>
                  </a:lnTo>
                  <a:lnTo>
                    <a:pt x="8013723" y="0"/>
                  </a:lnTo>
                  <a:lnTo>
                    <a:pt x="8012867" y="0"/>
                  </a:lnTo>
                  <a:lnTo>
                    <a:pt x="8012012" y="0"/>
                  </a:lnTo>
                  <a:lnTo>
                    <a:pt x="8011156" y="0"/>
                  </a:lnTo>
                  <a:lnTo>
                    <a:pt x="8010301" y="0"/>
                  </a:lnTo>
                  <a:lnTo>
                    <a:pt x="8009445" y="0"/>
                  </a:lnTo>
                  <a:lnTo>
                    <a:pt x="8008590" y="0"/>
                  </a:lnTo>
                  <a:lnTo>
                    <a:pt x="8007734" y="0"/>
                  </a:lnTo>
                  <a:lnTo>
                    <a:pt x="8006879" y="0"/>
                  </a:lnTo>
                  <a:lnTo>
                    <a:pt x="8006023" y="0"/>
                  </a:lnTo>
                  <a:lnTo>
                    <a:pt x="8005168" y="0"/>
                  </a:lnTo>
                  <a:lnTo>
                    <a:pt x="8004312" y="0"/>
                  </a:lnTo>
                  <a:lnTo>
                    <a:pt x="8003456" y="0"/>
                  </a:lnTo>
                  <a:lnTo>
                    <a:pt x="8002601" y="0"/>
                  </a:lnTo>
                  <a:lnTo>
                    <a:pt x="8001745" y="0"/>
                  </a:lnTo>
                  <a:lnTo>
                    <a:pt x="8000890" y="0"/>
                  </a:lnTo>
                  <a:lnTo>
                    <a:pt x="8000034" y="0"/>
                  </a:lnTo>
                  <a:lnTo>
                    <a:pt x="7999179" y="0"/>
                  </a:lnTo>
                  <a:lnTo>
                    <a:pt x="7998323" y="0"/>
                  </a:lnTo>
                  <a:lnTo>
                    <a:pt x="7997468" y="0"/>
                  </a:lnTo>
                  <a:lnTo>
                    <a:pt x="7996612" y="0"/>
                  </a:lnTo>
                  <a:lnTo>
                    <a:pt x="7995757" y="0"/>
                  </a:lnTo>
                  <a:lnTo>
                    <a:pt x="7994901" y="0"/>
                  </a:lnTo>
                  <a:lnTo>
                    <a:pt x="7994046" y="0"/>
                  </a:lnTo>
                  <a:lnTo>
                    <a:pt x="7993190" y="0"/>
                  </a:lnTo>
                  <a:lnTo>
                    <a:pt x="7992335" y="0"/>
                  </a:lnTo>
                  <a:lnTo>
                    <a:pt x="7991479" y="0"/>
                  </a:lnTo>
                  <a:lnTo>
                    <a:pt x="7990624" y="0"/>
                  </a:lnTo>
                  <a:lnTo>
                    <a:pt x="7989768" y="0"/>
                  </a:lnTo>
                  <a:lnTo>
                    <a:pt x="7988913" y="0"/>
                  </a:lnTo>
                  <a:lnTo>
                    <a:pt x="7988057" y="0"/>
                  </a:lnTo>
                  <a:lnTo>
                    <a:pt x="7987201" y="0"/>
                  </a:lnTo>
                  <a:lnTo>
                    <a:pt x="7986346" y="0"/>
                  </a:lnTo>
                  <a:lnTo>
                    <a:pt x="7985490" y="0"/>
                  </a:lnTo>
                  <a:lnTo>
                    <a:pt x="7984635" y="0"/>
                  </a:lnTo>
                  <a:lnTo>
                    <a:pt x="7983779" y="0"/>
                  </a:lnTo>
                  <a:lnTo>
                    <a:pt x="7982924" y="0"/>
                  </a:lnTo>
                  <a:lnTo>
                    <a:pt x="7982068" y="0"/>
                  </a:lnTo>
                  <a:lnTo>
                    <a:pt x="7981213" y="0"/>
                  </a:lnTo>
                  <a:lnTo>
                    <a:pt x="7980357" y="0"/>
                  </a:lnTo>
                  <a:lnTo>
                    <a:pt x="7979502" y="0"/>
                  </a:lnTo>
                  <a:lnTo>
                    <a:pt x="7978646" y="0"/>
                  </a:lnTo>
                  <a:lnTo>
                    <a:pt x="7977791" y="0"/>
                  </a:lnTo>
                  <a:lnTo>
                    <a:pt x="7976935" y="0"/>
                  </a:lnTo>
                  <a:lnTo>
                    <a:pt x="7976080" y="0"/>
                  </a:lnTo>
                  <a:lnTo>
                    <a:pt x="7975224" y="0"/>
                  </a:lnTo>
                  <a:lnTo>
                    <a:pt x="7974369" y="0"/>
                  </a:lnTo>
                  <a:lnTo>
                    <a:pt x="7973513" y="0"/>
                  </a:lnTo>
                  <a:lnTo>
                    <a:pt x="7972658" y="0"/>
                  </a:lnTo>
                  <a:lnTo>
                    <a:pt x="7971802" y="0"/>
                  </a:lnTo>
                  <a:lnTo>
                    <a:pt x="7970946" y="0"/>
                  </a:lnTo>
                  <a:lnTo>
                    <a:pt x="7970091" y="0"/>
                  </a:lnTo>
                  <a:lnTo>
                    <a:pt x="7969235" y="0"/>
                  </a:lnTo>
                  <a:lnTo>
                    <a:pt x="7968380" y="0"/>
                  </a:lnTo>
                  <a:lnTo>
                    <a:pt x="7967524" y="0"/>
                  </a:lnTo>
                  <a:lnTo>
                    <a:pt x="7966669" y="0"/>
                  </a:lnTo>
                  <a:lnTo>
                    <a:pt x="7965813" y="0"/>
                  </a:lnTo>
                  <a:lnTo>
                    <a:pt x="7964958" y="0"/>
                  </a:lnTo>
                  <a:lnTo>
                    <a:pt x="7964102" y="0"/>
                  </a:lnTo>
                  <a:lnTo>
                    <a:pt x="7963247" y="0"/>
                  </a:lnTo>
                  <a:lnTo>
                    <a:pt x="7962391" y="0"/>
                  </a:lnTo>
                  <a:lnTo>
                    <a:pt x="7961536" y="0"/>
                  </a:lnTo>
                  <a:lnTo>
                    <a:pt x="7960680" y="0"/>
                  </a:lnTo>
                  <a:lnTo>
                    <a:pt x="7959825" y="0"/>
                  </a:lnTo>
                  <a:lnTo>
                    <a:pt x="7958969" y="0"/>
                  </a:lnTo>
                  <a:lnTo>
                    <a:pt x="7958114" y="0"/>
                  </a:lnTo>
                  <a:lnTo>
                    <a:pt x="7957258" y="0"/>
                  </a:lnTo>
                  <a:lnTo>
                    <a:pt x="7956402" y="0"/>
                  </a:lnTo>
                  <a:lnTo>
                    <a:pt x="7955547" y="0"/>
                  </a:lnTo>
                  <a:lnTo>
                    <a:pt x="7954691" y="0"/>
                  </a:lnTo>
                  <a:lnTo>
                    <a:pt x="7953836" y="0"/>
                  </a:lnTo>
                  <a:lnTo>
                    <a:pt x="7952980" y="0"/>
                  </a:lnTo>
                  <a:lnTo>
                    <a:pt x="7952125" y="0"/>
                  </a:lnTo>
                  <a:lnTo>
                    <a:pt x="7951269" y="0"/>
                  </a:lnTo>
                  <a:lnTo>
                    <a:pt x="7950414" y="0"/>
                  </a:lnTo>
                  <a:lnTo>
                    <a:pt x="7949558" y="0"/>
                  </a:lnTo>
                  <a:lnTo>
                    <a:pt x="7948703" y="0"/>
                  </a:lnTo>
                  <a:lnTo>
                    <a:pt x="7947847" y="0"/>
                  </a:lnTo>
                  <a:lnTo>
                    <a:pt x="7946992" y="0"/>
                  </a:lnTo>
                  <a:lnTo>
                    <a:pt x="7946136" y="0"/>
                  </a:lnTo>
                  <a:lnTo>
                    <a:pt x="7945281" y="0"/>
                  </a:lnTo>
                  <a:lnTo>
                    <a:pt x="7944425" y="0"/>
                  </a:lnTo>
                  <a:lnTo>
                    <a:pt x="7943570" y="0"/>
                  </a:lnTo>
                  <a:lnTo>
                    <a:pt x="7942714" y="0"/>
                  </a:lnTo>
                  <a:lnTo>
                    <a:pt x="7941859" y="0"/>
                  </a:lnTo>
                  <a:lnTo>
                    <a:pt x="7941003" y="0"/>
                  </a:lnTo>
                  <a:lnTo>
                    <a:pt x="7940147" y="0"/>
                  </a:lnTo>
                  <a:lnTo>
                    <a:pt x="7939292" y="0"/>
                  </a:lnTo>
                  <a:lnTo>
                    <a:pt x="7938436" y="0"/>
                  </a:lnTo>
                  <a:lnTo>
                    <a:pt x="7937581" y="0"/>
                  </a:lnTo>
                  <a:lnTo>
                    <a:pt x="7936725" y="0"/>
                  </a:lnTo>
                  <a:lnTo>
                    <a:pt x="7935870" y="0"/>
                  </a:lnTo>
                  <a:lnTo>
                    <a:pt x="7935014" y="0"/>
                  </a:lnTo>
                  <a:lnTo>
                    <a:pt x="7934159" y="0"/>
                  </a:lnTo>
                  <a:lnTo>
                    <a:pt x="7933303" y="0"/>
                  </a:lnTo>
                  <a:lnTo>
                    <a:pt x="7932448" y="0"/>
                  </a:lnTo>
                  <a:lnTo>
                    <a:pt x="7931592" y="0"/>
                  </a:lnTo>
                  <a:lnTo>
                    <a:pt x="7930737" y="0"/>
                  </a:lnTo>
                  <a:lnTo>
                    <a:pt x="7929881" y="0"/>
                  </a:lnTo>
                  <a:lnTo>
                    <a:pt x="7929026" y="0"/>
                  </a:lnTo>
                  <a:lnTo>
                    <a:pt x="7928170" y="0"/>
                  </a:lnTo>
                  <a:lnTo>
                    <a:pt x="7927315" y="0"/>
                  </a:lnTo>
                  <a:lnTo>
                    <a:pt x="7926459" y="0"/>
                  </a:lnTo>
                  <a:lnTo>
                    <a:pt x="7925604" y="0"/>
                  </a:lnTo>
                  <a:lnTo>
                    <a:pt x="7924748" y="0"/>
                  </a:lnTo>
                  <a:lnTo>
                    <a:pt x="7923892" y="0"/>
                  </a:lnTo>
                  <a:lnTo>
                    <a:pt x="7923037" y="0"/>
                  </a:lnTo>
                  <a:lnTo>
                    <a:pt x="7922181" y="0"/>
                  </a:lnTo>
                  <a:lnTo>
                    <a:pt x="7921326" y="0"/>
                  </a:lnTo>
                  <a:lnTo>
                    <a:pt x="7920470" y="0"/>
                  </a:lnTo>
                  <a:lnTo>
                    <a:pt x="7919615" y="0"/>
                  </a:lnTo>
                  <a:lnTo>
                    <a:pt x="7918759" y="0"/>
                  </a:lnTo>
                  <a:lnTo>
                    <a:pt x="7917904" y="0"/>
                  </a:lnTo>
                  <a:lnTo>
                    <a:pt x="7917048" y="0"/>
                  </a:lnTo>
                  <a:lnTo>
                    <a:pt x="7916193" y="0"/>
                  </a:lnTo>
                  <a:lnTo>
                    <a:pt x="7915337" y="0"/>
                  </a:lnTo>
                  <a:lnTo>
                    <a:pt x="7914482" y="0"/>
                  </a:lnTo>
                  <a:lnTo>
                    <a:pt x="7913626" y="0"/>
                  </a:lnTo>
                  <a:lnTo>
                    <a:pt x="7912771" y="0"/>
                  </a:lnTo>
                  <a:lnTo>
                    <a:pt x="7911915" y="0"/>
                  </a:lnTo>
                  <a:lnTo>
                    <a:pt x="7911060" y="0"/>
                  </a:lnTo>
                  <a:lnTo>
                    <a:pt x="7910204" y="0"/>
                  </a:lnTo>
                  <a:lnTo>
                    <a:pt x="7909348" y="0"/>
                  </a:lnTo>
                  <a:lnTo>
                    <a:pt x="7908493" y="0"/>
                  </a:lnTo>
                  <a:lnTo>
                    <a:pt x="7907637" y="0"/>
                  </a:lnTo>
                  <a:lnTo>
                    <a:pt x="7906782" y="0"/>
                  </a:lnTo>
                  <a:lnTo>
                    <a:pt x="7905926" y="0"/>
                  </a:lnTo>
                  <a:lnTo>
                    <a:pt x="7905071" y="0"/>
                  </a:lnTo>
                  <a:lnTo>
                    <a:pt x="7904215" y="0"/>
                  </a:lnTo>
                  <a:lnTo>
                    <a:pt x="7903360" y="0"/>
                  </a:lnTo>
                  <a:lnTo>
                    <a:pt x="7902504" y="0"/>
                  </a:lnTo>
                  <a:lnTo>
                    <a:pt x="7901649" y="0"/>
                  </a:lnTo>
                  <a:lnTo>
                    <a:pt x="7900793" y="0"/>
                  </a:lnTo>
                  <a:lnTo>
                    <a:pt x="7899938" y="0"/>
                  </a:lnTo>
                  <a:lnTo>
                    <a:pt x="7899082" y="0"/>
                  </a:lnTo>
                  <a:lnTo>
                    <a:pt x="7898227" y="0"/>
                  </a:lnTo>
                  <a:lnTo>
                    <a:pt x="7897371" y="0"/>
                  </a:lnTo>
                  <a:lnTo>
                    <a:pt x="7896516" y="0"/>
                  </a:lnTo>
                  <a:lnTo>
                    <a:pt x="7895660" y="0"/>
                  </a:lnTo>
                  <a:lnTo>
                    <a:pt x="7894805" y="0"/>
                  </a:lnTo>
                  <a:lnTo>
                    <a:pt x="7893949" y="0"/>
                  </a:lnTo>
                  <a:lnTo>
                    <a:pt x="7893093" y="0"/>
                  </a:lnTo>
                  <a:lnTo>
                    <a:pt x="7892238" y="0"/>
                  </a:lnTo>
                  <a:lnTo>
                    <a:pt x="7891382" y="0"/>
                  </a:lnTo>
                  <a:lnTo>
                    <a:pt x="7890527" y="0"/>
                  </a:lnTo>
                  <a:lnTo>
                    <a:pt x="7889671" y="0"/>
                  </a:lnTo>
                  <a:lnTo>
                    <a:pt x="7888816" y="0"/>
                  </a:lnTo>
                  <a:lnTo>
                    <a:pt x="7887960" y="0"/>
                  </a:lnTo>
                  <a:lnTo>
                    <a:pt x="7887105" y="0"/>
                  </a:lnTo>
                  <a:lnTo>
                    <a:pt x="7886249" y="0"/>
                  </a:lnTo>
                  <a:lnTo>
                    <a:pt x="7885394" y="0"/>
                  </a:lnTo>
                  <a:lnTo>
                    <a:pt x="7884538" y="0"/>
                  </a:lnTo>
                  <a:lnTo>
                    <a:pt x="7883683" y="0"/>
                  </a:lnTo>
                  <a:lnTo>
                    <a:pt x="7882827" y="0"/>
                  </a:lnTo>
                  <a:lnTo>
                    <a:pt x="7881972" y="0"/>
                  </a:lnTo>
                  <a:lnTo>
                    <a:pt x="7881116" y="0"/>
                  </a:lnTo>
                  <a:lnTo>
                    <a:pt x="7880261" y="0"/>
                  </a:lnTo>
                  <a:lnTo>
                    <a:pt x="7879405" y="0"/>
                  </a:lnTo>
                  <a:lnTo>
                    <a:pt x="7878550" y="0"/>
                  </a:lnTo>
                  <a:lnTo>
                    <a:pt x="7877694" y="0"/>
                  </a:lnTo>
                  <a:lnTo>
                    <a:pt x="7876838" y="0"/>
                  </a:lnTo>
                  <a:lnTo>
                    <a:pt x="7875983" y="0"/>
                  </a:lnTo>
                  <a:lnTo>
                    <a:pt x="7875127" y="0"/>
                  </a:lnTo>
                  <a:lnTo>
                    <a:pt x="7874272" y="0"/>
                  </a:lnTo>
                  <a:lnTo>
                    <a:pt x="7873416" y="0"/>
                  </a:lnTo>
                  <a:lnTo>
                    <a:pt x="7872561" y="0"/>
                  </a:lnTo>
                  <a:lnTo>
                    <a:pt x="7871705" y="0"/>
                  </a:lnTo>
                  <a:lnTo>
                    <a:pt x="7870850" y="0"/>
                  </a:lnTo>
                  <a:lnTo>
                    <a:pt x="7869994" y="0"/>
                  </a:lnTo>
                  <a:lnTo>
                    <a:pt x="7869139" y="0"/>
                  </a:lnTo>
                  <a:lnTo>
                    <a:pt x="7868283" y="0"/>
                  </a:lnTo>
                  <a:lnTo>
                    <a:pt x="7867428" y="0"/>
                  </a:lnTo>
                  <a:lnTo>
                    <a:pt x="7866572" y="0"/>
                  </a:lnTo>
                  <a:lnTo>
                    <a:pt x="7865717" y="0"/>
                  </a:lnTo>
                  <a:lnTo>
                    <a:pt x="7864861" y="0"/>
                  </a:lnTo>
                  <a:lnTo>
                    <a:pt x="7864006" y="0"/>
                  </a:lnTo>
                  <a:lnTo>
                    <a:pt x="7863150" y="0"/>
                  </a:lnTo>
                  <a:lnTo>
                    <a:pt x="7862294" y="0"/>
                  </a:lnTo>
                  <a:lnTo>
                    <a:pt x="7861439" y="0"/>
                  </a:lnTo>
                  <a:lnTo>
                    <a:pt x="7860583" y="0"/>
                  </a:lnTo>
                  <a:lnTo>
                    <a:pt x="7859728" y="0"/>
                  </a:lnTo>
                  <a:lnTo>
                    <a:pt x="7858872" y="0"/>
                  </a:lnTo>
                  <a:lnTo>
                    <a:pt x="7858017" y="0"/>
                  </a:lnTo>
                  <a:lnTo>
                    <a:pt x="7857161" y="0"/>
                  </a:lnTo>
                  <a:lnTo>
                    <a:pt x="7856306" y="0"/>
                  </a:lnTo>
                  <a:lnTo>
                    <a:pt x="7855450" y="0"/>
                  </a:lnTo>
                  <a:lnTo>
                    <a:pt x="7854595" y="0"/>
                  </a:lnTo>
                  <a:lnTo>
                    <a:pt x="7853739" y="0"/>
                  </a:lnTo>
                  <a:lnTo>
                    <a:pt x="7852884" y="0"/>
                  </a:lnTo>
                  <a:lnTo>
                    <a:pt x="7852028" y="0"/>
                  </a:lnTo>
                  <a:lnTo>
                    <a:pt x="7851173" y="0"/>
                  </a:lnTo>
                  <a:lnTo>
                    <a:pt x="7850317" y="0"/>
                  </a:lnTo>
                  <a:lnTo>
                    <a:pt x="7849462" y="0"/>
                  </a:lnTo>
                  <a:lnTo>
                    <a:pt x="7848606" y="0"/>
                  </a:lnTo>
                  <a:lnTo>
                    <a:pt x="7847751" y="0"/>
                  </a:lnTo>
                  <a:lnTo>
                    <a:pt x="7846895" y="0"/>
                  </a:lnTo>
                  <a:lnTo>
                    <a:pt x="7846039" y="0"/>
                  </a:lnTo>
                  <a:lnTo>
                    <a:pt x="7845184" y="0"/>
                  </a:lnTo>
                  <a:lnTo>
                    <a:pt x="7844328" y="0"/>
                  </a:lnTo>
                  <a:lnTo>
                    <a:pt x="7843473" y="0"/>
                  </a:lnTo>
                  <a:lnTo>
                    <a:pt x="7842617" y="0"/>
                  </a:lnTo>
                  <a:lnTo>
                    <a:pt x="7841762" y="0"/>
                  </a:lnTo>
                  <a:lnTo>
                    <a:pt x="7840906" y="0"/>
                  </a:lnTo>
                  <a:lnTo>
                    <a:pt x="7840051" y="0"/>
                  </a:lnTo>
                  <a:lnTo>
                    <a:pt x="7839195" y="0"/>
                  </a:lnTo>
                  <a:lnTo>
                    <a:pt x="7838340" y="0"/>
                  </a:lnTo>
                  <a:lnTo>
                    <a:pt x="7837484" y="0"/>
                  </a:lnTo>
                  <a:lnTo>
                    <a:pt x="7836629" y="0"/>
                  </a:lnTo>
                  <a:lnTo>
                    <a:pt x="7835773" y="0"/>
                  </a:lnTo>
                  <a:lnTo>
                    <a:pt x="7834918" y="0"/>
                  </a:lnTo>
                  <a:lnTo>
                    <a:pt x="7834062" y="0"/>
                  </a:lnTo>
                  <a:lnTo>
                    <a:pt x="7833207" y="0"/>
                  </a:lnTo>
                  <a:lnTo>
                    <a:pt x="7832351" y="0"/>
                  </a:lnTo>
                  <a:lnTo>
                    <a:pt x="7831496" y="0"/>
                  </a:lnTo>
                  <a:lnTo>
                    <a:pt x="7830640" y="0"/>
                  </a:lnTo>
                  <a:lnTo>
                    <a:pt x="7829784" y="0"/>
                  </a:lnTo>
                  <a:lnTo>
                    <a:pt x="7828929" y="0"/>
                  </a:lnTo>
                  <a:lnTo>
                    <a:pt x="7828073" y="0"/>
                  </a:lnTo>
                  <a:lnTo>
                    <a:pt x="7827218" y="0"/>
                  </a:lnTo>
                  <a:lnTo>
                    <a:pt x="7826362" y="0"/>
                  </a:lnTo>
                  <a:lnTo>
                    <a:pt x="7825507" y="0"/>
                  </a:lnTo>
                  <a:lnTo>
                    <a:pt x="7824651" y="0"/>
                  </a:lnTo>
                  <a:lnTo>
                    <a:pt x="7823796" y="0"/>
                  </a:lnTo>
                  <a:lnTo>
                    <a:pt x="7822940" y="0"/>
                  </a:lnTo>
                  <a:lnTo>
                    <a:pt x="7822085" y="0"/>
                  </a:lnTo>
                  <a:lnTo>
                    <a:pt x="7821229" y="0"/>
                  </a:lnTo>
                  <a:lnTo>
                    <a:pt x="7820374" y="0"/>
                  </a:lnTo>
                  <a:lnTo>
                    <a:pt x="7819518" y="0"/>
                  </a:lnTo>
                  <a:lnTo>
                    <a:pt x="7818663" y="0"/>
                  </a:lnTo>
                  <a:lnTo>
                    <a:pt x="7817807" y="0"/>
                  </a:lnTo>
                  <a:lnTo>
                    <a:pt x="7816952" y="0"/>
                  </a:lnTo>
                  <a:lnTo>
                    <a:pt x="7816096" y="0"/>
                  </a:lnTo>
                  <a:lnTo>
                    <a:pt x="7815240" y="0"/>
                  </a:lnTo>
                  <a:lnTo>
                    <a:pt x="7814385" y="0"/>
                  </a:lnTo>
                  <a:lnTo>
                    <a:pt x="7813529" y="0"/>
                  </a:lnTo>
                  <a:lnTo>
                    <a:pt x="7812674" y="0"/>
                  </a:lnTo>
                  <a:lnTo>
                    <a:pt x="7811818" y="0"/>
                  </a:lnTo>
                  <a:lnTo>
                    <a:pt x="7810963" y="0"/>
                  </a:lnTo>
                  <a:lnTo>
                    <a:pt x="7810107" y="0"/>
                  </a:lnTo>
                  <a:lnTo>
                    <a:pt x="7809252" y="0"/>
                  </a:lnTo>
                  <a:lnTo>
                    <a:pt x="7808396" y="0"/>
                  </a:lnTo>
                  <a:lnTo>
                    <a:pt x="7807541" y="0"/>
                  </a:lnTo>
                  <a:lnTo>
                    <a:pt x="7806685" y="0"/>
                  </a:lnTo>
                  <a:lnTo>
                    <a:pt x="7805830" y="0"/>
                  </a:lnTo>
                  <a:lnTo>
                    <a:pt x="7804974" y="0"/>
                  </a:lnTo>
                  <a:lnTo>
                    <a:pt x="7804119" y="0"/>
                  </a:lnTo>
                  <a:lnTo>
                    <a:pt x="7803263" y="0"/>
                  </a:lnTo>
                  <a:lnTo>
                    <a:pt x="7802408" y="0"/>
                  </a:lnTo>
                  <a:lnTo>
                    <a:pt x="7801552" y="0"/>
                  </a:lnTo>
                  <a:lnTo>
                    <a:pt x="7800697" y="0"/>
                  </a:lnTo>
                  <a:lnTo>
                    <a:pt x="7799841" y="0"/>
                  </a:lnTo>
                  <a:lnTo>
                    <a:pt x="7798985" y="0"/>
                  </a:lnTo>
                  <a:lnTo>
                    <a:pt x="7798130" y="0"/>
                  </a:lnTo>
                  <a:lnTo>
                    <a:pt x="7797274" y="0"/>
                  </a:lnTo>
                  <a:lnTo>
                    <a:pt x="7796419" y="0"/>
                  </a:lnTo>
                  <a:lnTo>
                    <a:pt x="7795563" y="0"/>
                  </a:lnTo>
                  <a:lnTo>
                    <a:pt x="7794708" y="0"/>
                  </a:lnTo>
                  <a:lnTo>
                    <a:pt x="7793852" y="0"/>
                  </a:lnTo>
                  <a:lnTo>
                    <a:pt x="7792997" y="0"/>
                  </a:lnTo>
                  <a:lnTo>
                    <a:pt x="7792141" y="0"/>
                  </a:lnTo>
                  <a:lnTo>
                    <a:pt x="7791286" y="0"/>
                  </a:lnTo>
                  <a:lnTo>
                    <a:pt x="7790430" y="0"/>
                  </a:lnTo>
                  <a:lnTo>
                    <a:pt x="7789575" y="0"/>
                  </a:lnTo>
                  <a:lnTo>
                    <a:pt x="7788719" y="0"/>
                  </a:lnTo>
                  <a:lnTo>
                    <a:pt x="7787864" y="0"/>
                  </a:lnTo>
                  <a:lnTo>
                    <a:pt x="7787008" y="0"/>
                  </a:lnTo>
                  <a:lnTo>
                    <a:pt x="7786153" y="0"/>
                  </a:lnTo>
                  <a:lnTo>
                    <a:pt x="7785297" y="0"/>
                  </a:lnTo>
                  <a:lnTo>
                    <a:pt x="7784442" y="0"/>
                  </a:lnTo>
                  <a:lnTo>
                    <a:pt x="7783586" y="0"/>
                  </a:lnTo>
                  <a:lnTo>
                    <a:pt x="7782730" y="0"/>
                  </a:lnTo>
                  <a:lnTo>
                    <a:pt x="7781875" y="0"/>
                  </a:lnTo>
                  <a:lnTo>
                    <a:pt x="7781019" y="0"/>
                  </a:lnTo>
                  <a:lnTo>
                    <a:pt x="7780164" y="0"/>
                  </a:lnTo>
                  <a:lnTo>
                    <a:pt x="7779308" y="0"/>
                  </a:lnTo>
                  <a:lnTo>
                    <a:pt x="7778453" y="0"/>
                  </a:lnTo>
                  <a:lnTo>
                    <a:pt x="7777597" y="0"/>
                  </a:lnTo>
                  <a:lnTo>
                    <a:pt x="7776742" y="0"/>
                  </a:lnTo>
                  <a:lnTo>
                    <a:pt x="7775886" y="0"/>
                  </a:lnTo>
                  <a:lnTo>
                    <a:pt x="7775031" y="0"/>
                  </a:lnTo>
                  <a:lnTo>
                    <a:pt x="7774175" y="0"/>
                  </a:lnTo>
                  <a:lnTo>
                    <a:pt x="7773320" y="0"/>
                  </a:lnTo>
                  <a:lnTo>
                    <a:pt x="7772464" y="0"/>
                  </a:lnTo>
                  <a:lnTo>
                    <a:pt x="7771609" y="0"/>
                  </a:lnTo>
                  <a:lnTo>
                    <a:pt x="7770753" y="0"/>
                  </a:lnTo>
                  <a:lnTo>
                    <a:pt x="7769898" y="0"/>
                  </a:lnTo>
                  <a:lnTo>
                    <a:pt x="7769042" y="0"/>
                  </a:lnTo>
                  <a:lnTo>
                    <a:pt x="7768186" y="0"/>
                  </a:lnTo>
                  <a:lnTo>
                    <a:pt x="7767331" y="0"/>
                  </a:lnTo>
                  <a:lnTo>
                    <a:pt x="7766475" y="0"/>
                  </a:lnTo>
                  <a:lnTo>
                    <a:pt x="7765620" y="0"/>
                  </a:lnTo>
                  <a:lnTo>
                    <a:pt x="7764764" y="0"/>
                  </a:lnTo>
                  <a:lnTo>
                    <a:pt x="7763909" y="0"/>
                  </a:lnTo>
                  <a:lnTo>
                    <a:pt x="7763053" y="0"/>
                  </a:lnTo>
                  <a:lnTo>
                    <a:pt x="7762198" y="0"/>
                  </a:lnTo>
                  <a:lnTo>
                    <a:pt x="7761342" y="0"/>
                  </a:lnTo>
                  <a:lnTo>
                    <a:pt x="7760487" y="0"/>
                  </a:lnTo>
                  <a:lnTo>
                    <a:pt x="7759631" y="0"/>
                  </a:lnTo>
                  <a:lnTo>
                    <a:pt x="7758776" y="0"/>
                  </a:lnTo>
                  <a:lnTo>
                    <a:pt x="7757920" y="0"/>
                  </a:lnTo>
                  <a:lnTo>
                    <a:pt x="7757065" y="0"/>
                  </a:lnTo>
                  <a:lnTo>
                    <a:pt x="7756209" y="0"/>
                  </a:lnTo>
                  <a:lnTo>
                    <a:pt x="7755354" y="0"/>
                  </a:lnTo>
                  <a:lnTo>
                    <a:pt x="7754498" y="0"/>
                  </a:lnTo>
                  <a:lnTo>
                    <a:pt x="7753643" y="0"/>
                  </a:lnTo>
                  <a:lnTo>
                    <a:pt x="7752787" y="0"/>
                  </a:lnTo>
                  <a:lnTo>
                    <a:pt x="7751931" y="0"/>
                  </a:lnTo>
                  <a:lnTo>
                    <a:pt x="7751076" y="0"/>
                  </a:lnTo>
                  <a:lnTo>
                    <a:pt x="7750220" y="0"/>
                  </a:lnTo>
                  <a:lnTo>
                    <a:pt x="7749365" y="0"/>
                  </a:lnTo>
                  <a:lnTo>
                    <a:pt x="7748509" y="0"/>
                  </a:lnTo>
                  <a:lnTo>
                    <a:pt x="7747654" y="0"/>
                  </a:lnTo>
                  <a:lnTo>
                    <a:pt x="7746798" y="0"/>
                  </a:lnTo>
                  <a:lnTo>
                    <a:pt x="7745943" y="0"/>
                  </a:lnTo>
                  <a:lnTo>
                    <a:pt x="7745087" y="0"/>
                  </a:lnTo>
                  <a:lnTo>
                    <a:pt x="7744232" y="0"/>
                  </a:lnTo>
                  <a:lnTo>
                    <a:pt x="7743376" y="0"/>
                  </a:lnTo>
                  <a:lnTo>
                    <a:pt x="7742521" y="0"/>
                  </a:lnTo>
                  <a:lnTo>
                    <a:pt x="7741665" y="0"/>
                  </a:lnTo>
                  <a:lnTo>
                    <a:pt x="7740810" y="0"/>
                  </a:lnTo>
                  <a:lnTo>
                    <a:pt x="7739954" y="0"/>
                  </a:lnTo>
                  <a:lnTo>
                    <a:pt x="7739099" y="0"/>
                  </a:lnTo>
                  <a:lnTo>
                    <a:pt x="7738243" y="0"/>
                  </a:lnTo>
                  <a:lnTo>
                    <a:pt x="7737388" y="0"/>
                  </a:lnTo>
                  <a:lnTo>
                    <a:pt x="7736532" y="0"/>
                  </a:lnTo>
                  <a:lnTo>
                    <a:pt x="7735676" y="0"/>
                  </a:lnTo>
                  <a:lnTo>
                    <a:pt x="7734821" y="0"/>
                  </a:lnTo>
                  <a:lnTo>
                    <a:pt x="7733965" y="0"/>
                  </a:lnTo>
                  <a:lnTo>
                    <a:pt x="7733110" y="0"/>
                  </a:lnTo>
                  <a:lnTo>
                    <a:pt x="7732254" y="0"/>
                  </a:lnTo>
                  <a:lnTo>
                    <a:pt x="7731399" y="0"/>
                  </a:lnTo>
                  <a:lnTo>
                    <a:pt x="7730543" y="0"/>
                  </a:lnTo>
                  <a:lnTo>
                    <a:pt x="7729688" y="0"/>
                  </a:lnTo>
                  <a:lnTo>
                    <a:pt x="7728832" y="0"/>
                  </a:lnTo>
                  <a:lnTo>
                    <a:pt x="7727977" y="0"/>
                  </a:lnTo>
                  <a:lnTo>
                    <a:pt x="7727121" y="0"/>
                  </a:lnTo>
                  <a:lnTo>
                    <a:pt x="7726266" y="0"/>
                  </a:lnTo>
                  <a:lnTo>
                    <a:pt x="7725410" y="0"/>
                  </a:lnTo>
                  <a:lnTo>
                    <a:pt x="7724555" y="0"/>
                  </a:lnTo>
                  <a:lnTo>
                    <a:pt x="7723699" y="0"/>
                  </a:lnTo>
                  <a:lnTo>
                    <a:pt x="7722844" y="0"/>
                  </a:lnTo>
                  <a:lnTo>
                    <a:pt x="7721988" y="0"/>
                  </a:lnTo>
                  <a:lnTo>
                    <a:pt x="7721133" y="0"/>
                  </a:lnTo>
                  <a:lnTo>
                    <a:pt x="7720277" y="0"/>
                  </a:lnTo>
                  <a:lnTo>
                    <a:pt x="7719421" y="0"/>
                  </a:lnTo>
                  <a:lnTo>
                    <a:pt x="7718566" y="0"/>
                  </a:lnTo>
                  <a:lnTo>
                    <a:pt x="7717710" y="0"/>
                  </a:lnTo>
                  <a:lnTo>
                    <a:pt x="7716855" y="0"/>
                  </a:lnTo>
                  <a:lnTo>
                    <a:pt x="7715999" y="0"/>
                  </a:lnTo>
                  <a:lnTo>
                    <a:pt x="7715144" y="0"/>
                  </a:lnTo>
                  <a:lnTo>
                    <a:pt x="7714288" y="0"/>
                  </a:lnTo>
                  <a:lnTo>
                    <a:pt x="7713433" y="0"/>
                  </a:lnTo>
                  <a:lnTo>
                    <a:pt x="7712577" y="0"/>
                  </a:lnTo>
                  <a:lnTo>
                    <a:pt x="7711722" y="0"/>
                  </a:lnTo>
                  <a:lnTo>
                    <a:pt x="7710866" y="0"/>
                  </a:lnTo>
                  <a:lnTo>
                    <a:pt x="7710011" y="0"/>
                  </a:lnTo>
                  <a:lnTo>
                    <a:pt x="7709155" y="0"/>
                  </a:lnTo>
                  <a:lnTo>
                    <a:pt x="7708300" y="0"/>
                  </a:lnTo>
                  <a:lnTo>
                    <a:pt x="7707444" y="0"/>
                  </a:lnTo>
                  <a:lnTo>
                    <a:pt x="7706589" y="0"/>
                  </a:lnTo>
                  <a:lnTo>
                    <a:pt x="7705733" y="0"/>
                  </a:lnTo>
                  <a:lnTo>
                    <a:pt x="7704877" y="0"/>
                  </a:lnTo>
                  <a:lnTo>
                    <a:pt x="7704022" y="0"/>
                  </a:lnTo>
                  <a:lnTo>
                    <a:pt x="7703166" y="0"/>
                  </a:lnTo>
                  <a:lnTo>
                    <a:pt x="7702311" y="0"/>
                  </a:lnTo>
                  <a:lnTo>
                    <a:pt x="7701455" y="0"/>
                  </a:lnTo>
                  <a:lnTo>
                    <a:pt x="7700600" y="0"/>
                  </a:lnTo>
                  <a:lnTo>
                    <a:pt x="7699744" y="0"/>
                  </a:lnTo>
                  <a:lnTo>
                    <a:pt x="7698889" y="0"/>
                  </a:lnTo>
                  <a:lnTo>
                    <a:pt x="7698033" y="0"/>
                  </a:lnTo>
                  <a:lnTo>
                    <a:pt x="7697178" y="0"/>
                  </a:lnTo>
                  <a:lnTo>
                    <a:pt x="7696322" y="0"/>
                  </a:lnTo>
                  <a:lnTo>
                    <a:pt x="7695467" y="0"/>
                  </a:lnTo>
                  <a:lnTo>
                    <a:pt x="7694611" y="0"/>
                  </a:lnTo>
                  <a:lnTo>
                    <a:pt x="7693756" y="0"/>
                  </a:lnTo>
                  <a:lnTo>
                    <a:pt x="7692900" y="0"/>
                  </a:lnTo>
                  <a:lnTo>
                    <a:pt x="7692045" y="0"/>
                  </a:lnTo>
                  <a:lnTo>
                    <a:pt x="7691189" y="0"/>
                  </a:lnTo>
                  <a:lnTo>
                    <a:pt x="7690334" y="0"/>
                  </a:lnTo>
                  <a:lnTo>
                    <a:pt x="7689478" y="0"/>
                  </a:lnTo>
                  <a:lnTo>
                    <a:pt x="7688622" y="0"/>
                  </a:lnTo>
                  <a:lnTo>
                    <a:pt x="7687767" y="0"/>
                  </a:lnTo>
                  <a:lnTo>
                    <a:pt x="7686911" y="0"/>
                  </a:lnTo>
                  <a:lnTo>
                    <a:pt x="7686056" y="0"/>
                  </a:lnTo>
                  <a:lnTo>
                    <a:pt x="7685200" y="0"/>
                  </a:lnTo>
                  <a:lnTo>
                    <a:pt x="7684345" y="0"/>
                  </a:lnTo>
                  <a:lnTo>
                    <a:pt x="7683489" y="0"/>
                  </a:lnTo>
                  <a:lnTo>
                    <a:pt x="7682634" y="0"/>
                  </a:lnTo>
                  <a:lnTo>
                    <a:pt x="7681778" y="0"/>
                  </a:lnTo>
                  <a:lnTo>
                    <a:pt x="7680923" y="0"/>
                  </a:lnTo>
                  <a:lnTo>
                    <a:pt x="7680067" y="0"/>
                  </a:lnTo>
                  <a:lnTo>
                    <a:pt x="7679212" y="0"/>
                  </a:lnTo>
                  <a:lnTo>
                    <a:pt x="7678356" y="0"/>
                  </a:lnTo>
                  <a:lnTo>
                    <a:pt x="7677501" y="0"/>
                  </a:lnTo>
                  <a:lnTo>
                    <a:pt x="7676645" y="0"/>
                  </a:lnTo>
                  <a:lnTo>
                    <a:pt x="7675790" y="0"/>
                  </a:lnTo>
                  <a:lnTo>
                    <a:pt x="7674934" y="0"/>
                  </a:lnTo>
                  <a:lnTo>
                    <a:pt x="7674079" y="0"/>
                  </a:lnTo>
                  <a:lnTo>
                    <a:pt x="7673223" y="0"/>
                  </a:lnTo>
                  <a:lnTo>
                    <a:pt x="7672367" y="0"/>
                  </a:lnTo>
                  <a:lnTo>
                    <a:pt x="7671512" y="0"/>
                  </a:lnTo>
                  <a:lnTo>
                    <a:pt x="7670656" y="0"/>
                  </a:lnTo>
                  <a:lnTo>
                    <a:pt x="7669801" y="0"/>
                  </a:lnTo>
                  <a:lnTo>
                    <a:pt x="7668945" y="0"/>
                  </a:lnTo>
                  <a:lnTo>
                    <a:pt x="7668090" y="0"/>
                  </a:lnTo>
                  <a:lnTo>
                    <a:pt x="7667234" y="0"/>
                  </a:lnTo>
                  <a:lnTo>
                    <a:pt x="7666379" y="0"/>
                  </a:lnTo>
                  <a:lnTo>
                    <a:pt x="7665523" y="0"/>
                  </a:lnTo>
                  <a:lnTo>
                    <a:pt x="7664668" y="0"/>
                  </a:lnTo>
                  <a:lnTo>
                    <a:pt x="7663812" y="0"/>
                  </a:lnTo>
                  <a:lnTo>
                    <a:pt x="7662957" y="0"/>
                  </a:lnTo>
                  <a:lnTo>
                    <a:pt x="7662101" y="0"/>
                  </a:lnTo>
                  <a:lnTo>
                    <a:pt x="7661246" y="0"/>
                  </a:lnTo>
                  <a:lnTo>
                    <a:pt x="7660390" y="0"/>
                  </a:lnTo>
                  <a:lnTo>
                    <a:pt x="7659535" y="0"/>
                  </a:lnTo>
                  <a:lnTo>
                    <a:pt x="7658679" y="0"/>
                  </a:lnTo>
                  <a:lnTo>
                    <a:pt x="7657823" y="0"/>
                  </a:lnTo>
                  <a:lnTo>
                    <a:pt x="7656968" y="0"/>
                  </a:lnTo>
                  <a:lnTo>
                    <a:pt x="7656112" y="0"/>
                  </a:lnTo>
                  <a:lnTo>
                    <a:pt x="7655257" y="0"/>
                  </a:lnTo>
                  <a:lnTo>
                    <a:pt x="7654401" y="0"/>
                  </a:lnTo>
                  <a:lnTo>
                    <a:pt x="7653546" y="0"/>
                  </a:lnTo>
                  <a:lnTo>
                    <a:pt x="7652690" y="0"/>
                  </a:lnTo>
                  <a:lnTo>
                    <a:pt x="7651835" y="0"/>
                  </a:lnTo>
                  <a:lnTo>
                    <a:pt x="7650979" y="0"/>
                  </a:lnTo>
                  <a:lnTo>
                    <a:pt x="7650124" y="0"/>
                  </a:lnTo>
                  <a:lnTo>
                    <a:pt x="7649268" y="0"/>
                  </a:lnTo>
                  <a:lnTo>
                    <a:pt x="7648413" y="0"/>
                  </a:lnTo>
                  <a:lnTo>
                    <a:pt x="7647557" y="0"/>
                  </a:lnTo>
                  <a:lnTo>
                    <a:pt x="7646702" y="0"/>
                  </a:lnTo>
                  <a:lnTo>
                    <a:pt x="7645846" y="0"/>
                  </a:lnTo>
                  <a:lnTo>
                    <a:pt x="7644991" y="0"/>
                  </a:lnTo>
                  <a:lnTo>
                    <a:pt x="7644135" y="0"/>
                  </a:lnTo>
                  <a:lnTo>
                    <a:pt x="7643280" y="0"/>
                  </a:lnTo>
                  <a:lnTo>
                    <a:pt x="7642424" y="0"/>
                  </a:lnTo>
                  <a:lnTo>
                    <a:pt x="7641568" y="0"/>
                  </a:lnTo>
                  <a:lnTo>
                    <a:pt x="7640713" y="0"/>
                  </a:lnTo>
                  <a:lnTo>
                    <a:pt x="7639857" y="0"/>
                  </a:lnTo>
                  <a:lnTo>
                    <a:pt x="7639002" y="0"/>
                  </a:lnTo>
                  <a:lnTo>
                    <a:pt x="7638146" y="0"/>
                  </a:lnTo>
                  <a:lnTo>
                    <a:pt x="7637291" y="0"/>
                  </a:lnTo>
                  <a:lnTo>
                    <a:pt x="7636435" y="0"/>
                  </a:lnTo>
                  <a:lnTo>
                    <a:pt x="7635580" y="0"/>
                  </a:lnTo>
                  <a:lnTo>
                    <a:pt x="7634724" y="0"/>
                  </a:lnTo>
                  <a:lnTo>
                    <a:pt x="7633869" y="0"/>
                  </a:lnTo>
                  <a:lnTo>
                    <a:pt x="7633013" y="0"/>
                  </a:lnTo>
                  <a:lnTo>
                    <a:pt x="7632158" y="0"/>
                  </a:lnTo>
                  <a:lnTo>
                    <a:pt x="7631302" y="0"/>
                  </a:lnTo>
                  <a:lnTo>
                    <a:pt x="7630447" y="0"/>
                  </a:lnTo>
                  <a:lnTo>
                    <a:pt x="7629591" y="0"/>
                  </a:lnTo>
                  <a:lnTo>
                    <a:pt x="7628736" y="0"/>
                  </a:lnTo>
                  <a:lnTo>
                    <a:pt x="7627880" y="0"/>
                  </a:lnTo>
                  <a:lnTo>
                    <a:pt x="7627025" y="0"/>
                  </a:lnTo>
                  <a:lnTo>
                    <a:pt x="7626169" y="0"/>
                  </a:lnTo>
                  <a:lnTo>
                    <a:pt x="7625313" y="0"/>
                  </a:lnTo>
                  <a:lnTo>
                    <a:pt x="7624458" y="0"/>
                  </a:lnTo>
                  <a:lnTo>
                    <a:pt x="7623602" y="0"/>
                  </a:lnTo>
                  <a:lnTo>
                    <a:pt x="7622747" y="0"/>
                  </a:lnTo>
                  <a:lnTo>
                    <a:pt x="7621891" y="0"/>
                  </a:lnTo>
                  <a:lnTo>
                    <a:pt x="7621036" y="0"/>
                  </a:lnTo>
                  <a:lnTo>
                    <a:pt x="7620180" y="0"/>
                  </a:lnTo>
                  <a:lnTo>
                    <a:pt x="7619325" y="0"/>
                  </a:lnTo>
                  <a:lnTo>
                    <a:pt x="7618469" y="0"/>
                  </a:lnTo>
                  <a:lnTo>
                    <a:pt x="7617614" y="0"/>
                  </a:lnTo>
                  <a:lnTo>
                    <a:pt x="7616758" y="0"/>
                  </a:lnTo>
                  <a:lnTo>
                    <a:pt x="7615903" y="0"/>
                  </a:lnTo>
                  <a:lnTo>
                    <a:pt x="7615047" y="0"/>
                  </a:lnTo>
                  <a:lnTo>
                    <a:pt x="7614192" y="0"/>
                  </a:lnTo>
                  <a:lnTo>
                    <a:pt x="7613336" y="0"/>
                  </a:lnTo>
                  <a:lnTo>
                    <a:pt x="7612481" y="0"/>
                  </a:lnTo>
                  <a:lnTo>
                    <a:pt x="7611625" y="0"/>
                  </a:lnTo>
                  <a:lnTo>
                    <a:pt x="7610769" y="0"/>
                  </a:lnTo>
                  <a:lnTo>
                    <a:pt x="7609914" y="0"/>
                  </a:lnTo>
                  <a:lnTo>
                    <a:pt x="7609058" y="0"/>
                  </a:lnTo>
                  <a:lnTo>
                    <a:pt x="7608203" y="0"/>
                  </a:lnTo>
                  <a:lnTo>
                    <a:pt x="7607347" y="0"/>
                  </a:lnTo>
                  <a:lnTo>
                    <a:pt x="7606492" y="0"/>
                  </a:lnTo>
                  <a:lnTo>
                    <a:pt x="7605636" y="0"/>
                  </a:lnTo>
                  <a:lnTo>
                    <a:pt x="7604781" y="0"/>
                  </a:lnTo>
                  <a:lnTo>
                    <a:pt x="7603925" y="0"/>
                  </a:lnTo>
                  <a:lnTo>
                    <a:pt x="7603070" y="0"/>
                  </a:lnTo>
                  <a:lnTo>
                    <a:pt x="7602214" y="0"/>
                  </a:lnTo>
                  <a:lnTo>
                    <a:pt x="7601359" y="0"/>
                  </a:lnTo>
                  <a:lnTo>
                    <a:pt x="7600503" y="0"/>
                  </a:lnTo>
                  <a:lnTo>
                    <a:pt x="7599648" y="0"/>
                  </a:lnTo>
                  <a:lnTo>
                    <a:pt x="7598792" y="0"/>
                  </a:lnTo>
                  <a:lnTo>
                    <a:pt x="7597937" y="0"/>
                  </a:lnTo>
                  <a:lnTo>
                    <a:pt x="7597081" y="0"/>
                  </a:lnTo>
                  <a:lnTo>
                    <a:pt x="7596226" y="0"/>
                  </a:lnTo>
                  <a:lnTo>
                    <a:pt x="7595370" y="0"/>
                  </a:lnTo>
                  <a:lnTo>
                    <a:pt x="7594514" y="0"/>
                  </a:lnTo>
                  <a:lnTo>
                    <a:pt x="7593659" y="0"/>
                  </a:lnTo>
                  <a:lnTo>
                    <a:pt x="7592803" y="0"/>
                  </a:lnTo>
                  <a:lnTo>
                    <a:pt x="7591948" y="0"/>
                  </a:lnTo>
                  <a:lnTo>
                    <a:pt x="7591092" y="0"/>
                  </a:lnTo>
                  <a:lnTo>
                    <a:pt x="7590237" y="0"/>
                  </a:lnTo>
                  <a:lnTo>
                    <a:pt x="7589381" y="0"/>
                  </a:lnTo>
                  <a:lnTo>
                    <a:pt x="7588526" y="0"/>
                  </a:lnTo>
                  <a:lnTo>
                    <a:pt x="7587670" y="0"/>
                  </a:lnTo>
                  <a:lnTo>
                    <a:pt x="7586815" y="0"/>
                  </a:lnTo>
                  <a:lnTo>
                    <a:pt x="7585959" y="0"/>
                  </a:lnTo>
                  <a:lnTo>
                    <a:pt x="7585104" y="0"/>
                  </a:lnTo>
                  <a:lnTo>
                    <a:pt x="7584248" y="0"/>
                  </a:lnTo>
                  <a:lnTo>
                    <a:pt x="7583393" y="0"/>
                  </a:lnTo>
                  <a:lnTo>
                    <a:pt x="7582537" y="0"/>
                  </a:lnTo>
                  <a:lnTo>
                    <a:pt x="7581682" y="0"/>
                  </a:lnTo>
                  <a:lnTo>
                    <a:pt x="7580826" y="0"/>
                  </a:lnTo>
                  <a:lnTo>
                    <a:pt x="7579971" y="0"/>
                  </a:lnTo>
                  <a:lnTo>
                    <a:pt x="7579115" y="0"/>
                  </a:lnTo>
                  <a:lnTo>
                    <a:pt x="7578259" y="0"/>
                  </a:lnTo>
                  <a:lnTo>
                    <a:pt x="7577404" y="0"/>
                  </a:lnTo>
                  <a:lnTo>
                    <a:pt x="7576548" y="0"/>
                  </a:lnTo>
                  <a:lnTo>
                    <a:pt x="7575693" y="0"/>
                  </a:lnTo>
                  <a:lnTo>
                    <a:pt x="7574837" y="0"/>
                  </a:lnTo>
                  <a:lnTo>
                    <a:pt x="7573982" y="0"/>
                  </a:lnTo>
                  <a:lnTo>
                    <a:pt x="7573126" y="0"/>
                  </a:lnTo>
                  <a:lnTo>
                    <a:pt x="7572271" y="0"/>
                  </a:lnTo>
                  <a:lnTo>
                    <a:pt x="7571415" y="0"/>
                  </a:lnTo>
                  <a:lnTo>
                    <a:pt x="7570560" y="0"/>
                  </a:lnTo>
                  <a:lnTo>
                    <a:pt x="7569704" y="0"/>
                  </a:lnTo>
                  <a:lnTo>
                    <a:pt x="7568849" y="0"/>
                  </a:lnTo>
                  <a:lnTo>
                    <a:pt x="7567993" y="0"/>
                  </a:lnTo>
                  <a:lnTo>
                    <a:pt x="7567138" y="0"/>
                  </a:lnTo>
                  <a:lnTo>
                    <a:pt x="7566282" y="0"/>
                  </a:lnTo>
                  <a:lnTo>
                    <a:pt x="7565427" y="0"/>
                  </a:lnTo>
                  <a:lnTo>
                    <a:pt x="7564571" y="0"/>
                  </a:lnTo>
                  <a:lnTo>
                    <a:pt x="7563715" y="0"/>
                  </a:lnTo>
                  <a:lnTo>
                    <a:pt x="7562860" y="0"/>
                  </a:lnTo>
                  <a:lnTo>
                    <a:pt x="7562004" y="0"/>
                  </a:lnTo>
                  <a:lnTo>
                    <a:pt x="7561149" y="0"/>
                  </a:lnTo>
                  <a:lnTo>
                    <a:pt x="7560293" y="0"/>
                  </a:lnTo>
                  <a:lnTo>
                    <a:pt x="7559438" y="0"/>
                  </a:lnTo>
                  <a:lnTo>
                    <a:pt x="7558582" y="0"/>
                  </a:lnTo>
                  <a:lnTo>
                    <a:pt x="7557727" y="0"/>
                  </a:lnTo>
                  <a:lnTo>
                    <a:pt x="7556871" y="0"/>
                  </a:lnTo>
                  <a:lnTo>
                    <a:pt x="7556016" y="0"/>
                  </a:lnTo>
                  <a:lnTo>
                    <a:pt x="7555160" y="0"/>
                  </a:lnTo>
                  <a:lnTo>
                    <a:pt x="7554305" y="0"/>
                  </a:lnTo>
                  <a:lnTo>
                    <a:pt x="7553449" y="0"/>
                  </a:lnTo>
                  <a:lnTo>
                    <a:pt x="7552594" y="0"/>
                  </a:lnTo>
                  <a:lnTo>
                    <a:pt x="7551738" y="0"/>
                  </a:lnTo>
                  <a:lnTo>
                    <a:pt x="7550883" y="0"/>
                  </a:lnTo>
                  <a:lnTo>
                    <a:pt x="7550027" y="0"/>
                  </a:lnTo>
                  <a:lnTo>
                    <a:pt x="7549172" y="0"/>
                  </a:lnTo>
                  <a:lnTo>
                    <a:pt x="7548316" y="0"/>
                  </a:lnTo>
                  <a:lnTo>
                    <a:pt x="7547460" y="0"/>
                  </a:lnTo>
                  <a:lnTo>
                    <a:pt x="7546605" y="0"/>
                  </a:lnTo>
                  <a:lnTo>
                    <a:pt x="7545749" y="0"/>
                  </a:lnTo>
                  <a:lnTo>
                    <a:pt x="7544894" y="0"/>
                  </a:lnTo>
                  <a:lnTo>
                    <a:pt x="7544038" y="0"/>
                  </a:lnTo>
                  <a:lnTo>
                    <a:pt x="7543183" y="0"/>
                  </a:lnTo>
                  <a:lnTo>
                    <a:pt x="7542327" y="0"/>
                  </a:lnTo>
                  <a:lnTo>
                    <a:pt x="7541472" y="0"/>
                  </a:lnTo>
                  <a:lnTo>
                    <a:pt x="7540616" y="0"/>
                  </a:lnTo>
                  <a:lnTo>
                    <a:pt x="7539761" y="0"/>
                  </a:lnTo>
                  <a:lnTo>
                    <a:pt x="7538905" y="0"/>
                  </a:lnTo>
                  <a:lnTo>
                    <a:pt x="7538050" y="0"/>
                  </a:lnTo>
                  <a:lnTo>
                    <a:pt x="7537194" y="0"/>
                  </a:lnTo>
                  <a:lnTo>
                    <a:pt x="7536339" y="0"/>
                  </a:lnTo>
                  <a:lnTo>
                    <a:pt x="7535483" y="0"/>
                  </a:lnTo>
                  <a:lnTo>
                    <a:pt x="7534628" y="0"/>
                  </a:lnTo>
                  <a:lnTo>
                    <a:pt x="7533772" y="0"/>
                  </a:lnTo>
                  <a:lnTo>
                    <a:pt x="7532917" y="0"/>
                  </a:lnTo>
                  <a:lnTo>
                    <a:pt x="7532061" y="0"/>
                  </a:lnTo>
                  <a:lnTo>
                    <a:pt x="7531205" y="0"/>
                  </a:lnTo>
                  <a:lnTo>
                    <a:pt x="7530350" y="0"/>
                  </a:lnTo>
                  <a:lnTo>
                    <a:pt x="7529494" y="0"/>
                  </a:lnTo>
                  <a:lnTo>
                    <a:pt x="7528639" y="0"/>
                  </a:lnTo>
                  <a:lnTo>
                    <a:pt x="7527783" y="0"/>
                  </a:lnTo>
                  <a:lnTo>
                    <a:pt x="7526928" y="0"/>
                  </a:lnTo>
                  <a:lnTo>
                    <a:pt x="7526072" y="0"/>
                  </a:lnTo>
                  <a:lnTo>
                    <a:pt x="7525217" y="0"/>
                  </a:lnTo>
                  <a:lnTo>
                    <a:pt x="7524361" y="0"/>
                  </a:lnTo>
                  <a:lnTo>
                    <a:pt x="7523506" y="0"/>
                  </a:lnTo>
                  <a:lnTo>
                    <a:pt x="7522650" y="0"/>
                  </a:lnTo>
                  <a:lnTo>
                    <a:pt x="7521795" y="0"/>
                  </a:lnTo>
                  <a:lnTo>
                    <a:pt x="7520939" y="0"/>
                  </a:lnTo>
                  <a:lnTo>
                    <a:pt x="7520084" y="0"/>
                  </a:lnTo>
                  <a:lnTo>
                    <a:pt x="7519228" y="0"/>
                  </a:lnTo>
                  <a:lnTo>
                    <a:pt x="7518373" y="0"/>
                  </a:lnTo>
                  <a:lnTo>
                    <a:pt x="7517517" y="0"/>
                  </a:lnTo>
                  <a:lnTo>
                    <a:pt x="7516662" y="0"/>
                  </a:lnTo>
                  <a:lnTo>
                    <a:pt x="7515806" y="0"/>
                  </a:lnTo>
                  <a:lnTo>
                    <a:pt x="7514950" y="0"/>
                  </a:lnTo>
                  <a:lnTo>
                    <a:pt x="7514095" y="0"/>
                  </a:lnTo>
                  <a:lnTo>
                    <a:pt x="7513239" y="0"/>
                  </a:lnTo>
                  <a:lnTo>
                    <a:pt x="7512384" y="0"/>
                  </a:lnTo>
                  <a:lnTo>
                    <a:pt x="7511528" y="0"/>
                  </a:lnTo>
                  <a:lnTo>
                    <a:pt x="7510673" y="0"/>
                  </a:lnTo>
                  <a:lnTo>
                    <a:pt x="7509817" y="0"/>
                  </a:lnTo>
                  <a:lnTo>
                    <a:pt x="7508962" y="0"/>
                  </a:lnTo>
                  <a:lnTo>
                    <a:pt x="7508106" y="0"/>
                  </a:lnTo>
                  <a:lnTo>
                    <a:pt x="7507251" y="0"/>
                  </a:lnTo>
                  <a:lnTo>
                    <a:pt x="7506395" y="0"/>
                  </a:lnTo>
                  <a:lnTo>
                    <a:pt x="7505540" y="0"/>
                  </a:lnTo>
                  <a:lnTo>
                    <a:pt x="7504684" y="0"/>
                  </a:lnTo>
                  <a:lnTo>
                    <a:pt x="7503829" y="0"/>
                  </a:lnTo>
                  <a:lnTo>
                    <a:pt x="7502973" y="0"/>
                  </a:lnTo>
                  <a:lnTo>
                    <a:pt x="7502118" y="0"/>
                  </a:lnTo>
                  <a:lnTo>
                    <a:pt x="7501262" y="0"/>
                  </a:lnTo>
                  <a:lnTo>
                    <a:pt x="7500406" y="0"/>
                  </a:lnTo>
                  <a:lnTo>
                    <a:pt x="7499551" y="0"/>
                  </a:lnTo>
                  <a:lnTo>
                    <a:pt x="7498695" y="0"/>
                  </a:lnTo>
                  <a:lnTo>
                    <a:pt x="7497840" y="0"/>
                  </a:lnTo>
                  <a:lnTo>
                    <a:pt x="7496984" y="0"/>
                  </a:lnTo>
                  <a:lnTo>
                    <a:pt x="7496129" y="0"/>
                  </a:lnTo>
                  <a:lnTo>
                    <a:pt x="7495273" y="0"/>
                  </a:lnTo>
                  <a:lnTo>
                    <a:pt x="7494418" y="0"/>
                  </a:lnTo>
                  <a:lnTo>
                    <a:pt x="7493562" y="0"/>
                  </a:lnTo>
                  <a:lnTo>
                    <a:pt x="7492707" y="0"/>
                  </a:lnTo>
                  <a:lnTo>
                    <a:pt x="7491851" y="0"/>
                  </a:lnTo>
                  <a:lnTo>
                    <a:pt x="7490996" y="0"/>
                  </a:lnTo>
                  <a:lnTo>
                    <a:pt x="7490140" y="0"/>
                  </a:lnTo>
                  <a:lnTo>
                    <a:pt x="7489285" y="0"/>
                  </a:lnTo>
                  <a:lnTo>
                    <a:pt x="7488429" y="0"/>
                  </a:lnTo>
                  <a:lnTo>
                    <a:pt x="7487574" y="0"/>
                  </a:lnTo>
                  <a:lnTo>
                    <a:pt x="7486718" y="0"/>
                  </a:lnTo>
                  <a:lnTo>
                    <a:pt x="7485863" y="0"/>
                  </a:lnTo>
                  <a:lnTo>
                    <a:pt x="7485007" y="0"/>
                  </a:lnTo>
                  <a:lnTo>
                    <a:pt x="7484151" y="0"/>
                  </a:lnTo>
                  <a:lnTo>
                    <a:pt x="7483296" y="0"/>
                  </a:lnTo>
                  <a:lnTo>
                    <a:pt x="7482440" y="0"/>
                  </a:lnTo>
                  <a:lnTo>
                    <a:pt x="7481585" y="0"/>
                  </a:lnTo>
                  <a:lnTo>
                    <a:pt x="7480729" y="0"/>
                  </a:lnTo>
                  <a:lnTo>
                    <a:pt x="7479874" y="0"/>
                  </a:lnTo>
                  <a:lnTo>
                    <a:pt x="7479018" y="0"/>
                  </a:lnTo>
                  <a:lnTo>
                    <a:pt x="7478163" y="0"/>
                  </a:lnTo>
                  <a:lnTo>
                    <a:pt x="7477307" y="0"/>
                  </a:lnTo>
                  <a:lnTo>
                    <a:pt x="7476452" y="0"/>
                  </a:lnTo>
                  <a:lnTo>
                    <a:pt x="7475596" y="0"/>
                  </a:lnTo>
                  <a:lnTo>
                    <a:pt x="7474741" y="0"/>
                  </a:lnTo>
                  <a:lnTo>
                    <a:pt x="7473885" y="0"/>
                  </a:lnTo>
                  <a:lnTo>
                    <a:pt x="7473030" y="0"/>
                  </a:lnTo>
                  <a:lnTo>
                    <a:pt x="7472174" y="0"/>
                  </a:lnTo>
                  <a:lnTo>
                    <a:pt x="7471319" y="0"/>
                  </a:lnTo>
                  <a:lnTo>
                    <a:pt x="7470463" y="0"/>
                  </a:lnTo>
                  <a:lnTo>
                    <a:pt x="7469608" y="0"/>
                  </a:lnTo>
                  <a:lnTo>
                    <a:pt x="7468752" y="0"/>
                  </a:lnTo>
                  <a:lnTo>
                    <a:pt x="7467896" y="0"/>
                  </a:lnTo>
                  <a:lnTo>
                    <a:pt x="7467041" y="0"/>
                  </a:lnTo>
                  <a:lnTo>
                    <a:pt x="7466185" y="0"/>
                  </a:lnTo>
                  <a:lnTo>
                    <a:pt x="7465330" y="0"/>
                  </a:lnTo>
                  <a:lnTo>
                    <a:pt x="7464474" y="0"/>
                  </a:lnTo>
                  <a:lnTo>
                    <a:pt x="7463619" y="0"/>
                  </a:lnTo>
                  <a:lnTo>
                    <a:pt x="7462763" y="0"/>
                  </a:lnTo>
                  <a:lnTo>
                    <a:pt x="7461908" y="0"/>
                  </a:lnTo>
                  <a:lnTo>
                    <a:pt x="7461052" y="0"/>
                  </a:lnTo>
                  <a:lnTo>
                    <a:pt x="7460197" y="0"/>
                  </a:lnTo>
                  <a:lnTo>
                    <a:pt x="7459341" y="0"/>
                  </a:lnTo>
                  <a:lnTo>
                    <a:pt x="7458486" y="0"/>
                  </a:lnTo>
                  <a:lnTo>
                    <a:pt x="7457630" y="0"/>
                  </a:lnTo>
                  <a:lnTo>
                    <a:pt x="7456775" y="0"/>
                  </a:lnTo>
                  <a:lnTo>
                    <a:pt x="7455919" y="0"/>
                  </a:lnTo>
                  <a:lnTo>
                    <a:pt x="7455064" y="0"/>
                  </a:lnTo>
                  <a:lnTo>
                    <a:pt x="7454208" y="0"/>
                  </a:lnTo>
                  <a:lnTo>
                    <a:pt x="7453352" y="0"/>
                  </a:lnTo>
                  <a:lnTo>
                    <a:pt x="7452497" y="0"/>
                  </a:lnTo>
                  <a:lnTo>
                    <a:pt x="7451641" y="0"/>
                  </a:lnTo>
                  <a:lnTo>
                    <a:pt x="7450786" y="0"/>
                  </a:lnTo>
                  <a:lnTo>
                    <a:pt x="7449930" y="0"/>
                  </a:lnTo>
                  <a:lnTo>
                    <a:pt x="7449075" y="0"/>
                  </a:lnTo>
                  <a:lnTo>
                    <a:pt x="7448219" y="0"/>
                  </a:lnTo>
                  <a:lnTo>
                    <a:pt x="7447364" y="0"/>
                  </a:lnTo>
                  <a:lnTo>
                    <a:pt x="7446508" y="0"/>
                  </a:lnTo>
                  <a:lnTo>
                    <a:pt x="7445653" y="0"/>
                  </a:lnTo>
                  <a:lnTo>
                    <a:pt x="7444797" y="0"/>
                  </a:lnTo>
                  <a:lnTo>
                    <a:pt x="7443942" y="0"/>
                  </a:lnTo>
                  <a:lnTo>
                    <a:pt x="7443086" y="0"/>
                  </a:lnTo>
                  <a:lnTo>
                    <a:pt x="7442231" y="0"/>
                  </a:lnTo>
                  <a:lnTo>
                    <a:pt x="7441375" y="0"/>
                  </a:lnTo>
                  <a:lnTo>
                    <a:pt x="7440520" y="0"/>
                  </a:lnTo>
                  <a:lnTo>
                    <a:pt x="7439664" y="0"/>
                  </a:lnTo>
                  <a:lnTo>
                    <a:pt x="7438809" y="0"/>
                  </a:lnTo>
                  <a:lnTo>
                    <a:pt x="7437953" y="0"/>
                  </a:lnTo>
                  <a:lnTo>
                    <a:pt x="7437097" y="0"/>
                  </a:lnTo>
                  <a:lnTo>
                    <a:pt x="7436242" y="0"/>
                  </a:lnTo>
                  <a:lnTo>
                    <a:pt x="7435386" y="0"/>
                  </a:lnTo>
                  <a:lnTo>
                    <a:pt x="7434531" y="0"/>
                  </a:lnTo>
                  <a:lnTo>
                    <a:pt x="7433675" y="0"/>
                  </a:lnTo>
                  <a:lnTo>
                    <a:pt x="7432820" y="0"/>
                  </a:lnTo>
                  <a:lnTo>
                    <a:pt x="7431964" y="0"/>
                  </a:lnTo>
                  <a:lnTo>
                    <a:pt x="7431109" y="0"/>
                  </a:lnTo>
                  <a:lnTo>
                    <a:pt x="7430253" y="0"/>
                  </a:lnTo>
                  <a:lnTo>
                    <a:pt x="7429398" y="0"/>
                  </a:lnTo>
                  <a:lnTo>
                    <a:pt x="7428542" y="0"/>
                  </a:lnTo>
                  <a:lnTo>
                    <a:pt x="7427687" y="0"/>
                  </a:lnTo>
                  <a:lnTo>
                    <a:pt x="7426831" y="0"/>
                  </a:lnTo>
                  <a:lnTo>
                    <a:pt x="7425976" y="0"/>
                  </a:lnTo>
                  <a:lnTo>
                    <a:pt x="7425120" y="0"/>
                  </a:lnTo>
                  <a:lnTo>
                    <a:pt x="7424265" y="0"/>
                  </a:lnTo>
                  <a:lnTo>
                    <a:pt x="7423409" y="0"/>
                  </a:lnTo>
                  <a:lnTo>
                    <a:pt x="7422554" y="0"/>
                  </a:lnTo>
                  <a:lnTo>
                    <a:pt x="7421698" y="0"/>
                  </a:lnTo>
                  <a:lnTo>
                    <a:pt x="7420842" y="0"/>
                  </a:lnTo>
                  <a:lnTo>
                    <a:pt x="7419987" y="0"/>
                  </a:lnTo>
                  <a:lnTo>
                    <a:pt x="7419131" y="0"/>
                  </a:lnTo>
                  <a:lnTo>
                    <a:pt x="7418276" y="0"/>
                  </a:lnTo>
                  <a:lnTo>
                    <a:pt x="7417420" y="0"/>
                  </a:lnTo>
                  <a:lnTo>
                    <a:pt x="7416565" y="0"/>
                  </a:lnTo>
                  <a:lnTo>
                    <a:pt x="7415709" y="0"/>
                  </a:lnTo>
                  <a:lnTo>
                    <a:pt x="7414854" y="0"/>
                  </a:lnTo>
                  <a:lnTo>
                    <a:pt x="7413998" y="0"/>
                  </a:lnTo>
                  <a:lnTo>
                    <a:pt x="7413143" y="0"/>
                  </a:lnTo>
                  <a:lnTo>
                    <a:pt x="7412287" y="0"/>
                  </a:lnTo>
                  <a:lnTo>
                    <a:pt x="7411432" y="0"/>
                  </a:lnTo>
                  <a:lnTo>
                    <a:pt x="7410576" y="0"/>
                  </a:lnTo>
                  <a:lnTo>
                    <a:pt x="7409721" y="0"/>
                  </a:lnTo>
                  <a:lnTo>
                    <a:pt x="7408865" y="0"/>
                  </a:lnTo>
                  <a:lnTo>
                    <a:pt x="7408010" y="0"/>
                  </a:lnTo>
                  <a:lnTo>
                    <a:pt x="7407154" y="0"/>
                  </a:lnTo>
                  <a:lnTo>
                    <a:pt x="7406298" y="0"/>
                  </a:lnTo>
                  <a:lnTo>
                    <a:pt x="7405443" y="0"/>
                  </a:lnTo>
                  <a:lnTo>
                    <a:pt x="7404587" y="0"/>
                  </a:lnTo>
                  <a:lnTo>
                    <a:pt x="7403732" y="0"/>
                  </a:lnTo>
                  <a:lnTo>
                    <a:pt x="7402876" y="0"/>
                  </a:lnTo>
                  <a:lnTo>
                    <a:pt x="7402021" y="0"/>
                  </a:lnTo>
                  <a:lnTo>
                    <a:pt x="7401165" y="0"/>
                  </a:lnTo>
                  <a:lnTo>
                    <a:pt x="7400310" y="0"/>
                  </a:lnTo>
                  <a:lnTo>
                    <a:pt x="7399454" y="0"/>
                  </a:lnTo>
                  <a:lnTo>
                    <a:pt x="7398599" y="0"/>
                  </a:lnTo>
                  <a:lnTo>
                    <a:pt x="7397743" y="0"/>
                  </a:lnTo>
                  <a:lnTo>
                    <a:pt x="7396888" y="0"/>
                  </a:lnTo>
                  <a:lnTo>
                    <a:pt x="7396032" y="0"/>
                  </a:lnTo>
                  <a:lnTo>
                    <a:pt x="7395177" y="0"/>
                  </a:lnTo>
                  <a:lnTo>
                    <a:pt x="7394321" y="0"/>
                  </a:lnTo>
                  <a:lnTo>
                    <a:pt x="7393466" y="0"/>
                  </a:lnTo>
                  <a:lnTo>
                    <a:pt x="7392610" y="0"/>
                  </a:lnTo>
                  <a:lnTo>
                    <a:pt x="7391755" y="0"/>
                  </a:lnTo>
                  <a:lnTo>
                    <a:pt x="7390899" y="0"/>
                  </a:lnTo>
                  <a:lnTo>
                    <a:pt x="7390043" y="0"/>
                  </a:lnTo>
                  <a:lnTo>
                    <a:pt x="7389188" y="0"/>
                  </a:lnTo>
                  <a:lnTo>
                    <a:pt x="7388332" y="0"/>
                  </a:lnTo>
                  <a:lnTo>
                    <a:pt x="7387477" y="0"/>
                  </a:lnTo>
                  <a:lnTo>
                    <a:pt x="7386621" y="0"/>
                  </a:lnTo>
                  <a:lnTo>
                    <a:pt x="7385766" y="0"/>
                  </a:lnTo>
                  <a:lnTo>
                    <a:pt x="7384910" y="0"/>
                  </a:lnTo>
                  <a:lnTo>
                    <a:pt x="7384055" y="0"/>
                  </a:lnTo>
                  <a:lnTo>
                    <a:pt x="7383199" y="0"/>
                  </a:lnTo>
                  <a:lnTo>
                    <a:pt x="7382344" y="0"/>
                  </a:lnTo>
                  <a:lnTo>
                    <a:pt x="7381488" y="0"/>
                  </a:lnTo>
                  <a:lnTo>
                    <a:pt x="7380633" y="0"/>
                  </a:lnTo>
                  <a:lnTo>
                    <a:pt x="7379777" y="0"/>
                  </a:lnTo>
                  <a:lnTo>
                    <a:pt x="7378922" y="0"/>
                  </a:lnTo>
                  <a:lnTo>
                    <a:pt x="7378066" y="0"/>
                  </a:lnTo>
                  <a:lnTo>
                    <a:pt x="7377211" y="0"/>
                  </a:lnTo>
                  <a:lnTo>
                    <a:pt x="7376355" y="0"/>
                  </a:lnTo>
                  <a:lnTo>
                    <a:pt x="7375500" y="0"/>
                  </a:lnTo>
                  <a:lnTo>
                    <a:pt x="7374644" y="0"/>
                  </a:lnTo>
                  <a:lnTo>
                    <a:pt x="7373788" y="0"/>
                  </a:lnTo>
                  <a:lnTo>
                    <a:pt x="7372933" y="0"/>
                  </a:lnTo>
                  <a:lnTo>
                    <a:pt x="7372077" y="0"/>
                  </a:lnTo>
                  <a:lnTo>
                    <a:pt x="7371222" y="0"/>
                  </a:lnTo>
                  <a:lnTo>
                    <a:pt x="7370366" y="0"/>
                  </a:lnTo>
                  <a:lnTo>
                    <a:pt x="7369511" y="0"/>
                  </a:lnTo>
                  <a:lnTo>
                    <a:pt x="7368655" y="0"/>
                  </a:lnTo>
                  <a:lnTo>
                    <a:pt x="7367800" y="0"/>
                  </a:lnTo>
                  <a:lnTo>
                    <a:pt x="7366944" y="0"/>
                  </a:lnTo>
                  <a:lnTo>
                    <a:pt x="7366089" y="0"/>
                  </a:lnTo>
                  <a:lnTo>
                    <a:pt x="7365233" y="0"/>
                  </a:lnTo>
                  <a:lnTo>
                    <a:pt x="7364378" y="0"/>
                  </a:lnTo>
                  <a:lnTo>
                    <a:pt x="7363522" y="0"/>
                  </a:lnTo>
                  <a:lnTo>
                    <a:pt x="7362667" y="0"/>
                  </a:lnTo>
                  <a:lnTo>
                    <a:pt x="7361811" y="0"/>
                  </a:lnTo>
                  <a:lnTo>
                    <a:pt x="7360956" y="0"/>
                  </a:lnTo>
                  <a:lnTo>
                    <a:pt x="7360100" y="0"/>
                  </a:lnTo>
                  <a:lnTo>
                    <a:pt x="7359244" y="0"/>
                  </a:lnTo>
                  <a:lnTo>
                    <a:pt x="7358389" y="0"/>
                  </a:lnTo>
                  <a:lnTo>
                    <a:pt x="7357533" y="0"/>
                  </a:lnTo>
                  <a:lnTo>
                    <a:pt x="7356678" y="0"/>
                  </a:lnTo>
                  <a:lnTo>
                    <a:pt x="7355822" y="0"/>
                  </a:lnTo>
                  <a:lnTo>
                    <a:pt x="7354967" y="0"/>
                  </a:lnTo>
                  <a:lnTo>
                    <a:pt x="7354111" y="0"/>
                  </a:lnTo>
                  <a:lnTo>
                    <a:pt x="7353256" y="0"/>
                  </a:lnTo>
                  <a:lnTo>
                    <a:pt x="7352400" y="0"/>
                  </a:lnTo>
                  <a:lnTo>
                    <a:pt x="7351545" y="0"/>
                  </a:lnTo>
                  <a:lnTo>
                    <a:pt x="7350689" y="0"/>
                  </a:lnTo>
                  <a:lnTo>
                    <a:pt x="7349834" y="0"/>
                  </a:lnTo>
                  <a:lnTo>
                    <a:pt x="7348978" y="0"/>
                  </a:lnTo>
                  <a:lnTo>
                    <a:pt x="7348123" y="0"/>
                  </a:lnTo>
                  <a:lnTo>
                    <a:pt x="7347267" y="0"/>
                  </a:lnTo>
                  <a:lnTo>
                    <a:pt x="7346412" y="0"/>
                  </a:lnTo>
                  <a:lnTo>
                    <a:pt x="7345556" y="0"/>
                  </a:lnTo>
                  <a:lnTo>
                    <a:pt x="7344701" y="0"/>
                  </a:lnTo>
                  <a:lnTo>
                    <a:pt x="7343845" y="0"/>
                  </a:lnTo>
                  <a:lnTo>
                    <a:pt x="7342989" y="0"/>
                  </a:lnTo>
                  <a:lnTo>
                    <a:pt x="7342134" y="0"/>
                  </a:lnTo>
                  <a:lnTo>
                    <a:pt x="7341278" y="0"/>
                  </a:lnTo>
                  <a:lnTo>
                    <a:pt x="7340423" y="0"/>
                  </a:lnTo>
                  <a:lnTo>
                    <a:pt x="7339567" y="0"/>
                  </a:lnTo>
                  <a:lnTo>
                    <a:pt x="7338712" y="0"/>
                  </a:lnTo>
                  <a:lnTo>
                    <a:pt x="7337856" y="0"/>
                  </a:lnTo>
                  <a:lnTo>
                    <a:pt x="7337001" y="0"/>
                  </a:lnTo>
                  <a:lnTo>
                    <a:pt x="7336145" y="0"/>
                  </a:lnTo>
                  <a:lnTo>
                    <a:pt x="7335290" y="0"/>
                  </a:lnTo>
                  <a:lnTo>
                    <a:pt x="7334434" y="0"/>
                  </a:lnTo>
                  <a:lnTo>
                    <a:pt x="7333579" y="0"/>
                  </a:lnTo>
                  <a:lnTo>
                    <a:pt x="7332723" y="0"/>
                  </a:lnTo>
                  <a:lnTo>
                    <a:pt x="7331868" y="0"/>
                  </a:lnTo>
                  <a:lnTo>
                    <a:pt x="7331012" y="0"/>
                  </a:lnTo>
                  <a:lnTo>
                    <a:pt x="7330157" y="0"/>
                  </a:lnTo>
                  <a:lnTo>
                    <a:pt x="7329301" y="0"/>
                  </a:lnTo>
                  <a:lnTo>
                    <a:pt x="7328446" y="0"/>
                  </a:lnTo>
                  <a:lnTo>
                    <a:pt x="7327590" y="0"/>
                  </a:lnTo>
                  <a:lnTo>
                    <a:pt x="7326734" y="0"/>
                  </a:lnTo>
                  <a:lnTo>
                    <a:pt x="7325879" y="0"/>
                  </a:lnTo>
                  <a:lnTo>
                    <a:pt x="7325023" y="0"/>
                  </a:lnTo>
                  <a:lnTo>
                    <a:pt x="7324168" y="0"/>
                  </a:lnTo>
                  <a:lnTo>
                    <a:pt x="7323312" y="0"/>
                  </a:lnTo>
                  <a:lnTo>
                    <a:pt x="7322457" y="0"/>
                  </a:lnTo>
                  <a:lnTo>
                    <a:pt x="7321601" y="0"/>
                  </a:lnTo>
                  <a:lnTo>
                    <a:pt x="7320746" y="0"/>
                  </a:lnTo>
                  <a:lnTo>
                    <a:pt x="7319890" y="0"/>
                  </a:lnTo>
                  <a:lnTo>
                    <a:pt x="7319035" y="0"/>
                  </a:lnTo>
                  <a:lnTo>
                    <a:pt x="7318179" y="0"/>
                  </a:lnTo>
                  <a:lnTo>
                    <a:pt x="7317324" y="0"/>
                  </a:lnTo>
                  <a:lnTo>
                    <a:pt x="7316468" y="0"/>
                  </a:lnTo>
                  <a:lnTo>
                    <a:pt x="7315613" y="0"/>
                  </a:lnTo>
                  <a:lnTo>
                    <a:pt x="7314757" y="0"/>
                  </a:lnTo>
                  <a:lnTo>
                    <a:pt x="7313902" y="0"/>
                  </a:lnTo>
                  <a:lnTo>
                    <a:pt x="7313046" y="0"/>
                  </a:lnTo>
                  <a:lnTo>
                    <a:pt x="7312190" y="0"/>
                  </a:lnTo>
                  <a:lnTo>
                    <a:pt x="7311335" y="0"/>
                  </a:lnTo>
                  <a:lnTo>
                    <a:pt x="7310479" y="0"/>
                  </a:lnTo>
                  <a:lnTo>
                    <a:pt x="7309624" y="0"/>
                  </a:lnTo>
                  <a:lnTo>
                    <a:pt x="7308768" y="0"/>
                  </a:lnTo>
                  <a:lnTo>
                    <a:pt x="7307913" y="0"/>
                  </a:lnTo>
                  <a:lnTo>
                    <a:pt x="7307057" y="0"/>
                  </a:lnTo>
                  <a:lnTo>
                    <a:pt x="7306202" y="0"/>
                  </a:lnTo>
                  <a:lnTo>
                    <a:pt x="7305346" y="0"/>
                  </a:lnTo>
                  <a:lnTo>
                    <a:pt x="7304491" y="0"/>
                  </a:lnTo>
                  <a:lnTo>
                    <a:pt x="7303635" y="0"/>
                  </a:lnTo>
                  <a:lnTo>
                    <a:pt x="7302780" y="0"/>
                  </a:lnTo>
                  <a:lnTo>
                    <a:pt x="7301924" y="0"/>
                  </a:lnTo>
                  <a:lnTo>
                    <a:pt x="7301069" y="0"/>
                  </a:lnTo>
                  <a:lnTo>
                    <a:pt x="7300213" y="0"/>
                  </a:lnTo>
                  <a:lnTo>
                    <a:pt x="7299358" y="0"/>
                  </a:lnTo>
                  <a:lnTo>
                    <a:pt x="7298502" y="0"/>
                  </a:lnTo>
                  <a:lnTo>
                    <a:pt x="7297647" y="0"/>
                  </a:lnTo>
                  <a:lnTo>
                    <a:pt x="7296791" y="0"/>
                  </a:lnTo>
                  <a:lnTo>
                    <a:pt x="7295935" y="0"/>
                  </a:lnTo>
                  <a:lnTo>
                    <a:pt x="7295080" y="0"/>
                  </a:lnTo>
                  <a:lnTo>
                    <a:pt x="7294224" y="0"/>
                  </a:lnTo>
                  <a:lnTo>
                    <a:pt x="7293369" y="0"/>
                  </a:lnTo>
                  <a:lnTo>
                    <a:pt x="7292513" y="0"/>
                  </a:lnTo>
                  <a:lnTo>
                    <a:pt x="7291658" y="0"/>
                  </a:lnTo>
                  <a:lnTo>
                    <a:pt x="7290802" y="0"/>
                  </a:lnTo>
                  <a:lnTo>
                    <a:pt x="7289947" y="0"/>
                  </a:lnTo>
                  <a:lnTo>
                    <a:pt x="7289091" y="0"/>
                  </a:lnTo>
                  <a:lnTo>
                    <a:pt x="7288236" y="0"/>
                  </a:lnTo>
                  <a:lnTo>
                    <a:pt x="7287380" y="0"/>
                  </a:lnTo>
                  <a:lnTo>
                    <a:pt x="7286525" y="0"/>
                  </a:lnTo>
                  <a:lnTo>
                    <a:pt x="7285669" y="0"/>
                  </a:lnTo>
                  <a:lnTo>
                    <a:pt x="7284814" y="0"/>
                  </a:lnTo>
                  <a:lnTo>
                    <a:pt x="7283958" y="0"/>
                  </a:lnTo>
                  <a:lnTo>
                    <a:pt x="7283103" y="0"/>
                  </a:lnTo>
                  <a:lnTo>
                    <a:pt x="7282247" y="0"/>
                  </a:lnTo>
                  <a:lnTo>
                    <a:pt x="7281392" y="0"/>
                  </a:lnTo>
                  <a:lnTo>
                    <a:pt x="7280536" y="0"/>
                  </a:lnTo>
                  <a:lnTo>
                    <a:pt x="7279680" y="0"/>
                  </a:lnTo>
                  <a:lnTo>
                    <a:pt x="7278825" y="0"/>
                  </a:lnTo>
                  <a:lnTo>
                    <a:pt x="7277969" y="0"/>
                  </a:lnTo>
                  <a:lnTo>
                    <a:pt x="7277114" y="0"/>
                  </a:lnTo>
                  <a:lnTo>
                    <a:pt x="7276258" y="0"/>
                  </a:lnTo>
                  <a:lnTo>
                    <a:pt x="7275403" y="0"/>
                  </a:lnTo>
                  <a:lnTo>
                    <a:pt x="7274547" y="0"/>
                  </a:lnTo>
                  <a:lnTo>
                    <a:pt x="7273692" y="0"/>
                  </a:lnTo>
                  <a:lnTo>
                    <a:pt x="7272836" y="0"/>
                  </a:lnTo>
                  <a:lnTo>
                    <a:pt x="7271981" y="0"/>
                  </a:lnTo>
                  <a:lnTo>
                    <a:pt x="7271125" y="0"/>
                  </a:lnTo>
                  <a:lnTo>
                    <a:pt x="7270270" y="0"/>
                  </a:lnTo>
                  <a:lnTo>
                    <a:pt x="7269414" y="0"/>
                  </a:lnTo>
                  <a:lnTo>
                    <a:pt x="7268559" y="0"/>
                  </a:lnTo>
                  <a:lnTo>
                    <a:pt x="7267703" y="0"/>
                  </a:lnTo>
                  <a:lnTo>
                    <a:pt x="7266848" y="0"/>
                  </a:lnTo>
                  <a:lnTo>
                    <a:pt x="7265992" y="0"/>
                  </a:lnTo>
                  <a:lnTo>
                    <a:pt x="7265137" y="0"/>
                  </a:lnTo>
                  <a:lnTo>
                    <a:pt x="7264281" y="0"/>
                  </a:lnTo>
                  <a:lnTo>
                    <a:pt x="7263425" y="0"/>
                  </a:lnTo>
                  <a:lnTo>
                    <a:pt x="7262570" y="0"/>
                  </a:lnTo>
                  <a:lnTo>
                    <a:pt x="7261714" y="0"/>
                  </a:lnTo>
                  <a:lnTo>
                    <a:pt x="7260859" y="0"/>
                  </a:lnTo>
                  <a:lnTo>
                    <a:pt x="7260003" y="0"/>
                  </a:lnTo>
                  <a:lnTo>
                    <a:pt x="7259148" y="0"/>
                  </a:lnTo>
                  <a:lnTo>
                    <a:pt x="7258292" y="0"/>
                  </a:lnTo>
                  <a:lnTo>
                    <a:pt x="7257437" y="0"/>
                  </a:lnTo>
                  <a:lnTo>
                    <a:pt x="7256581" y="0"/>
                  </a:lnTo>
                  <a:lnTo>
                    <a:pt x="7255726" y="0"/>
                  </a:lnTo>
                  <a:lnTo>
                    <a:pt x="7254870" y="0"/>
                  </a:lnTo>
                  <a:lnTo>
                    <a:pt x="7254015" y="0"/>
                  </a:lnTo>
                  <a:lnTo>
                    <a:pt x="7253159" y="0"/>
                  </a:lnTo>
                  <a:lnTo>
                    <a:pt x="7252304" y="0"/>
                  </a:lnTo>
                  <a:lnTo>
                    <a:pt x="7251448" y="0"/>
                  </a:lnTo>
                  <a:lnTo>
                    <a:pt x="7250593" y="0"/>
                  </a:lnTo>
                  <a:lnTo>
                    <a:pt x="7249737" y="0"/>
                  </a:lnTo>
                  <a:lnTo>
                    <a:pt x="7248881" y="0"/>
                  </a:lnTo>
                  <a:lnTo>
                    <a:pt x="7248026" y="0"/>
                  </a:lnTo>
                  <a:lnTo>
                    <a:pt x="7247170" y="0"/>
                  </a:lnTo>
                  <a:lnTo>
                    <a:pt x="7246315" y="0"/>
                  </a:lnTo>
                  <a:lnTo>
                    <a:pt x="7245459" y="0"/>
                  </a:lnTo>
                  <a:lnTo>
                    <a:pt x="7244604" y="0"/>
                  </a:lnTo>
                  <a:lnTo>
                    <a:pt x="7243748" y="0"/>
                  </a:lnTo>
                  <a:lnTo>
                    <a:pt x="7242893" y="0"/>
                  </a:lnTo>
                  <a:lnTo>
                    <a:pt x="7242037" y="0"/>
                  </a:lnTo>
                  <a:lnTo>
                    <a:pt x="7241182" y="0"/>
                  </a:lnTo>
                  <a:lnTo>
                    <a:pt x="7240326" y="0"/>
                  </a:lnTo>
                  <a:lnTo>
                    <a:pt x="7239471" y="0"/>
                  </a:lnTo>
                  <a:lnTo>
                    <a:pt x="7238615" y="0"/>
                  </a:lnTo>
                  <a:lnTo>
                    <a:pt x="7237760" y="0"/>
                  </a:lnTo>
                  <a:lnTo>
                    <a:pt x="7236904" y="0"/>
                  </a:lnTo>
                  <a:lnTo>
                    <a:pt x="7236049" y="0"/>
                  </a:lnTo>
                  <a:lnTo>
                    <a:pt x="7235193" y="0"/>
                  </a:lnTo>
                  <a:lnTo>
                    <a:pt x="7234338" y="0"/>
                  </a:lnTo>
                  <a:lnTo>
                    <a:pt x="7233482" y="0"/>
                  </a:lnTo>
                  <a:lnTo>
                    <a:pt x="7232626" y="0"/>
                  </a:lnTo>
                  <a:lnTo>
                    <a:pt x="7231771" y="0"/>
                  </a:lnTo>
                  <a:lnTo>
                    <a:pt x="7230915" y="0"/>
                  </a:lnTo>
                  <a:lnTo>
                    <a:pt x="7230060" y="0"/>
                  </a:lnTo>
                  <a:lnTo>
                    <a:pt x="7229204" y="0"/>
                  </a:lnTo>
                  <a:lnTo>
                    <a:pt x="7228349" y="0"/>
                  </a:lnTo>
                  <a:lnTo>
                    <a:pt x="7227493" y="0"/>
                  </a:lnTo>
                  <a:lnTo>
                    <a:pt x="7226638" y="0"/>
                  </a:lnTo>
                  <a:lnTo>
                    <a:pt x="7225782" y="0"/>
                  </a:lnTo>
                  <a:lnTo>
                    <a:pt x="7224927" y="0"/>
                  </a:lnTo>
                  <a:lnTo>
                    <a:pt x="7224071" y="0"/>
                  </a:lnTo>
                  <a:lnTo>
                    <a:pt x="7223216" y="0"/>
                  </a:lnTo>
                  <a:lnTo>
                    <a:pt x="7222360" y="0"/>
                  </a:lnTo>
                  <a:lnTo>
                    <a:pt x="7221505" y="0"/>
                  </a:lnTo>
                  <a:lnTo>
                    <a:pt x="7220649" y="0"/>
                  </a:lnTo>
                  <a:lnTo>
                    <a:pt x="7219794" y="0"/>
                  </a:lnTo>
                  <a:lnTo>
                    <a:pt x="7218938" y="0"/>
                  </a:lnTo>
                  <a:lnTo>
                    <a:pt x="7218083" y="0"/>
                  </a:lnTo>
                  <a:lnTo>
                    <a:pt x="7217227" y="0"/>
                  </a:lnTo>
                  <a:lnTo>
                    <a:pt x="7216371" y="0"/>
                  </a:lnTo>
                  <a:lnTo>
                    <a:pt x="7215516" y="0"/>
                  </a:lnTo>
                  <a:lnTo>
                    <a:pt x="7214660" y="0"/>
                  </a:lnTo>
                  <a:lnTo>
                    <a:pt x="7213805" y="0"/>
                  </a:lnTo>
                  <a:lnTo>
                    <a:pt x="7212949" y="0"/>
                  </a:lnTo>
                  <a:lnTo>
                    <a:pt x="7212094" y="0"/>
                  </a:lnTo>
                  <a:lnTo>
                    <a:pt x="7211238" y="0"/>
                  </a:lnTo>
                  <a:lnTo>
                    <a:pt x="7210383" y="0"/>
                  </a:lnTo>
                  <a:lnTo>
                    <a:pt x="7209527" y="0"/>
                  </a:lnTo>
                  <a:lnTo>
                    <a:pt x="7208672" y="0"/>
                  </a:lnTo>
                  <a:lnTo>
                    <a:pt x="7207816" y="0"/>
                  </a:lnTo>
                  <a:lnTo>
                    <a:pt x="7206961" y="0"/>
                  </a:lnTo>
                  <a:lnTo>
                    <a:pt x="7206105" y="0"/>
                  </a:lnTo>
                  <a:lnTo>
                    <a:pt x="7205250" y="0"/>
                  </a:lnTo>
                  <a:lnTo>
                    <a:pt x="7204394" y="0"/>
                  </a:lnTo>
                  <a:lnTo>
                    <a:pt x="7203539" y="0"/>
                  </a:lnTo>
                  <a:lnTo>
                    <a:pt x="7202683" y="0"/>
                  </a:lnTo>
                  <a:lnTo>
                    <a:pt x="7201827" y="0"/>
                  </a:lnTo>
                  <a:lnTo>
                    <a:pt x="7200972" y="0"/>
                  </a:lnTo>
                  <a:lnTo>
                    <a:pt x="7200116" y="0"/>
                  </a:lnTo>
                  <a:lnTo>
                    <a:pt x="7199261" y="0"/>
                  </a:lnTo>
                  <a:lnTo>
                    <a:pt x="7198405" y="0"/>
                  </a:lnTo>
                  <a:lnTo>
                    <a:pt x="7197550" y="0"/>
                  </a:lnTo>
                  <a:lnTo>
                    <a:pt x="7196694" y="0"/>
                  </a:lnTo>
                  <a:lnTo>
                    <a:pt x="7195839" y="0"/>
                  </a:lnTo>
                  <a:lnTo>
                    <a:pt x="7194983" y="0"/>
                  </a:lnTo>
                  <a:lnTo>
                    <a:pt x="7194128" y="0"/>
                  </a:lnTo>
                  <a:lnTo>
                    <a:pt x="7193272" y="0"/>
                  </a:lnTo>
                  <a:lnTo>
                    <a:pt x="7192417" y="0"/>
                  </a:lnTo>
                  <a:lnTo>
                    <a:pt x="7191561" y="0"/>
                  </a:lnTo>
                  <a:lnTo>
                    <a:pt x="7190706" y="0"/>
                  </a:lnTo>
                  <a:lnTo>
                    <a:pt x="7189850" y="0"/>
                  </a:lnTo>
                  <a:lnTo>
                    <a:pt x="7188995" y="0"/>
                  </a:lnTo>
                  <a:lnTo>
                    <a:pt x="7188139" y="0"/>
                  </a:lnTo>
                  <a:lnTo>
                    <a:pt x="7187284" y="0"/>
                  </a:lnTo>
                  <a:lnTo>
                    <a:pt x="7186428" y="0"/>
                  </a:lnTo>
                  <a:lnTo>
                    <a:pt x="7185572" y="0"/>
                  </a:lnTo>
                  <a:lnTo>
                    <a:pt x="7184717" y="0"/>
                  </a:lnTo>
                  <a:lnTo>
                    <a:pt x="7183861" y="0"/>
                  </a:lnTo>
                  <a:lnTo>
                    <a:pt x="7183006" y="0"/>
                  </a:lnTo>
                  <a:lnTo>
                    <a:pt x="7182150" y="0"/>
                  </a:lnTo>
                  <a:lnTo>
                    <a:pt x="7181295" y="0"/>
                  </a:lnTo>
                  <a:lnTo>
                    <a:pt x="7180439" y="0"/>
                  </a:lnTo>
                  <a:lnTo>
                    <a:pt x="7179584" y="0"/>
                  </a:lnTo>
                  <a:lnTo>
                    <a:pt x="7178728" y="0"/>
                  </a:lnTo>
                  <a:lnTo>
                    <a:pt x="7177873" y="0"/>
                  </a:lnTo>
                  <a:lnTo>
                    <a:pt x="7177017" y="0"/>
                  </a:lnTo>
                  <a:lnTo>
                    <a:pt x="7176162" y="0"/>
                  </a:lnTo>
                  <a:lnTo>
                    <a:pt x="7175306" y="0"/>
                  </a:lnTo>
                  <a:lnTo>
                    <a:pt x="7174451" y="0"/>
                  </a:lnTo>
                  <a:lnTo>
                    <a:pt x="7173595" y="0"/>
                  </a:lnTo>
                  <a:lnTo>
                    <a:pt x="7172740" y="0"/>
                  </a:lnTo>
                  <a:lnTo>
                    <a:pt x="7171884" y="0"/>
                  </a:lnTo>
                  <a:lnTo>
                    <a:pt x="7171029" y="0"/>
                  </a:lnTo>
                  <a:lnTo>
                    <a:pt x="7170173" y="0"/>
                  </a:lnTo>
                  <a:lnTo>
                    <a:pt x="7169317" y="0"/>
                  </a:lnTo>
                  <a:lnTo>
                    <a:pt x="7168462" y="0"/>
                  </a:lnTo>
                  <a:lnTo>
                    <a:pt x="7167606" y="0"/>
                  </a:lnTo>
                  <a:lnTo>
                    <a:pt x="7166751" y="0"/>
                  </a:lnTo>
                  <a:lnTo>
                    <a:pt x="7165895" y="0"/>
                  </a:lnTo>
                  <a:lnTo>
                    <a:pt x="7165040" y="0"/>
                  </a:lnTo>
                  <a:lnTo>
                    <a:pt x="7164184" y="0"/>
                  </a:lnTo>
                  <a:lnTo>
                    <a:pt x="7163329" y="0"/>
                  </a:lnTo>
                  <a:lnTo>
                    <a:pt x="7162473" y="0"/>
                  </a:lnTo>
                  <a:lnTo>
                    <a:pt x="7161618" y="0"/>
                  </a:lnTo>
                  <a:lnTo>
                    <a:pt x="7160762" y="0"/>
                  </a:lnTo>
                  <a:lnTo>
                    <a:pt x="7159907" y="0"/>
                  </a:lnTo>
                  <a:lnTo>
                    <a:pt x="7159051" y="0"/>
                  </a:lnTo>
                  <a:lnTo>
                    <a:pt x="7158196" y="0"/>
                  </a:lnTo>
                  <a:lnTo>
                    <a:pt x="7157340" y="0"/>
                  </a:lnTo>
                  <a:lnTo>
                    <a:pt x="7156485" y="0"/>
                  </a:lnTo>
                  <a:lnTo>
                    <a:pt x="7155629" y="0"/>
                  </a:lnTo>
                  <a:lnTo>
                    <a:pt x="7154773" y="0"/>
                  </a:lnTo>
                  <a:lnTo>
                    <a:pt x="7153918" y="0"/>
                  </a:lnTo>
                  <a:lnTo>
                    <a:pt x="7153062" y="0"/>
                  </a:lnTo>
                  <a:lnTo>
                    <a:pt x="7152207" y="0"/>
                  </a:lnTo>
                  <a:lnTo>
                    <a:pt x="7151351" y="0"/>
                  </a:lnTo>
                  <a:lnTo>
                    <a:pt x="7150496" y="0"/>
                  </a:lnTo>
                  <a:lnTo>
                    <a:pt x="7149640" y="0"/>
                  </a:lnTo>
                  <a:lnTo>
                    <a:pt x="7148785" y="0"/>
                  </a:lnTo>
                  <a:lnTo>
                    <a:pt x="7147929" y="0"/>
                  </a:lnTo>
                  <a:lnTo>
                    <a:pt x="7147074" y="0"/>
                  </a:lnTo>
                  <a:lnTo>
                    <a:pt x="7146218" y="0"/>
                  </a:lnTo>
                  <a:lnTo>
                    <a:pt x="7145363" y="0"/>
                  </a:lnTo>
                  <a:lnTo>
                    <a:pt x="7144507" y="0"/>
                  </a:lnTo>
                  <a:lnTo>
                    <a:pt x="7143652" y="0"/>
                  </a:lnTo>
                  <a:lnTo>
                    <a:pt x="7142796" y="0"/>
                  </a:lnTo>
                  <a:lnTo>
                    <a:pt x="7141941" y="0"/>
                  </a:lnTo>
                  <a:lnTo>
                    <a:pt x="7141085" y="0"/>
                  </a:lnTo>
                  <a:lnTo>
                    <a:pt x="7140230" y="0"/>
                  </a:lnTo>
                  <a:lnTo>
                    <a:pt x="7139374" y="0"/>
                  </a:lnTo>
                  <a:lnTo>
                    <a:pt x="7138518" y="0"/>
                  </a:lnTo>
                  <a:lnTo>
                    <a:pt x="7137663" y="0"/>
                  </a:lnTo>
                  <a:lnTo>
                    <a:pt x="7136807" y="0"/>
                  </a:lnTo>
                  <a:lnTo>
                    <a:pt x="7135952" y="0"/>
                  </a:lnTo>
                  <a:lnTo>
                    <a:pt x="7135096" y="0"/>
                  </a:lnTo>
                  <a:lnTo>
                    <a:pt x="7134241" y="0"/>
                  </a:lnTo>
                  <a:lnTo>
                    <a:pt x="7133385" y="0"/>
                  </a:lnTo>
                  <a:lnTo>
                    <a:pt x="7132530" y="0"/>
                  </a:lnTo>
                  <a:lnTo>
                    <a:pt x="7131674" y="0"/>
                  </a:lnTo>
                  <a:lnTo>
                    <a:pt x="7130819" y="0"/>
                  </a:lnTo>
                  <a:lnTo>
                    <a:pt x="7129963" y="0"/>
                  </a:lnTo>
                  <a:lnTo>
                    <a:pt x="7129108" y="0"/>
                  </a:lnTo>
                  <a:lnTo>
                    <a:pt x="7128252" y="0"/>
                  </a:lnTo>
                  <a:lnTo>
                    <a:pt x="7127397" y="0"/>
                  </a:lnTo>
                  <a:lnTo>
                    <a:pt x="7126541" y="0"/>
                  </a:lnTo>
                  <a:lnTo>
                    <a:pt x="7125686" y="0"/>
                  </a:lnTo>
                  <a:lnTo>
                    <a:pt x="7124830" y="0"/>
                  </a:lnTo>
                  <a:lnTo>
                    <a:pt x="7123975" y="0"/>
                  </a:lnTo>
                  <a:lnTo>
                    <a:pt x="7123119" y="0"/>
                  </a:lnTo>
                  <a:lnTo>
                    <a:pt x="7122263" y="0"/>
                  </a:lnTo>
                  <a:lnTo>
                    <a:pt x="7121408" y="0"/>
                  </a:lnTo>
                  <a:lnTo>
                    <a:pt x="7120552" y="0"/>
                  </a:lnTo>
                  <a:lnTo>
                    <a:pt x="7119697" y="0"/>
                  </a:lnTo>
                  <a:lnTo>
                    <a:pt x="7118841" y="0"/>
                  </a:lnTo>
                  <a:lnTo>
                    <a:pt x="7117986" y="0"/>
                  </a:lnTo>
                  <a:lnTo>
                    <a:pt x="7117130" y="0"/>
                  </a:lnTo>
                  <a:lnTo>
                    <a:pt x="7116275" y="0"/>
                  </a:lnTo>
                  <a:lnTo>
                    <a:pt x="7115419" y="0"/>
                  </a:lnTo>
                  <a:lnTo>
                    <a:pt x="7114564" y="0"/>
                  </a:lnTo>
                  <a:lnTo>
                    <a:pt x="7113708" y="0"/>
                  </a:lnTo>
                  <a:lnTo>
                    <a:pt x="7112853" y="0"/>
                  </a:lnTo>
                  <a:lnTo>
                    <a:pt x="7111997" y="0"/>
                  </a:lnTo>
                  <a:lnTo>
                    <a:pt x="7111142" y="0"/>
                  </a:lnTo>
                  <a:lnTo>
                    <a:pt x="7110286" y="0"/>
                  </a:lnTo>
                  <a:lnTo>
                    <a:pt x="7109431" y="0"/>
                  </a:lnTo>
                  <a:lnTo>
                    <a:pt x="7108575" y="0"/>
                  </a:lnTo>
                  <a:lnTo>
                    <a:pt x="7107719" y="0"/>
                  </a:lnTo>
                  <a:lnTo>
                    <a:pt x="7106864" y="0"/>
                  </a:lnTo>
                  <a:lnTo>
                    <a:pt x="7106008" y="0"/>
                  </a:lnTo>
                  <a:lnTo>
                    <a:pt x="7105153" y="0"/>
                  </a:lnTo>
                  <a:lnTo>
                    <a:pt x="7104297" y="0"/>
                  </a:lnTo>
                  <a:lnTo>
                    <a:pt x="7103442" y="0"/>
                  </a:lnTo>
                  <a:lnTo>
                    <a:pt x="7102586" y="0"/>
                  </a:lnTo>
                  <a:lnTo>
                    <a:pt x="7101731" y="0"/>
                  </a:lnTo>
                  <a:lnTo>
                    <a:pt x="7100875" y="0"/>
                  </a:lnTo>
                  <a:lnTo>
                    <a:pt x="7100020" y="0"/>
                  </a:lnTo>
                  <a:lnTo>
                    <a:pt x="7099164" y="0"/>
                  </a:lnTo>
                  <a:lnTo>
                    <a:pt x="7098309" y="0"/>
                  </a:lnTo>
                  <a:lnTo>
                    <a:pt x="7097453" y="0"/>
                  </a:lnTo>
                  <a:lnTo>
                    <a:pt x="7096598" y="0"/>
                  </a:lnTo>
                  <a:lnTo>
                    <a:pt x="7095742" y="0"/>
                  </a:lnTo>
                  <a:lnTo>
                    <a:pt x="7094887" y="0"/>
                  </a:lnTo>
                  <a:lnTo>
                    <a:pt x="7094031" y="0"/>
                  </a:lnTo>
                  <a:lnTo>
                    <a:pt x="7093176" y="0"/>
                  </a:lnTo>
                  <a:lnTo>
                    <a:pt x="7092320" y="0"/>
                  </a:lnTo>
                  <a:lnTo>
                    <a:pt x="7091464" y="0"/>
                  </a:lnTo>
                  <a:lnTo>
                    <a:pt x="7090609" y="0"/>
                  </a:lnTo>
                  <a:lnTo>
                    <a:pt x="7089753" y="0"/>
                  </a:lnTo>
                  <a:lnTo>
                    <a:pt x="7088898" y="0"/>
                  </a:lnTo>
                  <a:lnTo>
                    <a:pt x="7088042" y="0"/>
                  </a:lnTo>
                  <a:lnTo>
                    <a:pt x="7087187" y="0"/>
                  </a:lnTo>
                  <a:lnTo>
                    <a:pt x="7086331" y="0"/>
                  </a:lnTo>
                  <a:lnTo>
                    <a:pt x="7085476" y="0"/>
                  </a:lnTo>
                  <a:lnTo>
                    <a:pt x="7084620" y="0"/>
                  </a:lnTo>
                  <a:lnTo>
                    <a:pt x="7083765" y="0"/>
                  </a:lnTo>
                  <a:lnTo>
                    <a:pt x="7082909" y="0"/>
                  </a:lnTo>
                  <a:lnTo>
                    <a:pt x="7082054" y="0"/>
                  </a:lnTo>
                  <a:lnTo>
                    <a:pt x="7081198" y="0"/>
                  </a:lnTo>
                  <a:lnTo>
                    <a:pt x="7080343" y="0"/>
                  </a:lnTo>
                  <a:lnTo>
                    <a:pt x="7079487" y="0"/>
                  </a:lnTo>
                  <a:lnTo>
                    <a:pt x="7078632" y="0"/>
                  </a:lnTo>
                  <a:lnTo>
                    <a:pt x="7077776" y="0"/>
                  </a:lnTo>
                  <a:lnTo>
                    <a:pt x="7076921" y="0"/>
                  </a:lnTo>
                  <a:lnTo>
                    <a:pt x="7076065" y="0"/>
                  </a:lnTo>
                  <a:lnTo>
                    <a:pt x="7075209" y="0"/>
                  </a:lnTo>
                  <a:lnTo>
                    <a:pt x="7074354" y="0"/>
                  </a:lnTo>
                  <a:lnTo>
                    <a:pt x="7073498" y="0"/>
                  </a:lnTo>
                  <a:lnTo>
                    <a:pt x="7072643" y="0"/>
                  </a:lnTo>
                  <a:lnTo>
                    <a:pt x="7071787" y="0"/>
                  </a:lnTo>
                  <a:lnTo>
                    <a:pt x="7070932" y="0"/>
                  </a:lnTo>
                  <a:lnTo>
                    <a:pt x="7070076" y="0"/>
                  </a:lnTo>
                  <a:lnTo>
                    <a:pt x="7069221" y="0"/>
                  </a:lnTo>
                  <a:lnTo>
                    <a:pt x="7068365" y="0"/>
                  </a:lnTo>
                  <a:lnTo>
                    <a:pt x="7067510" y="0"/>
                  </a:lnTo>
                  <a:lnTo>
                    <a:pt x="7066654" y="0"/>
                  </a:lnTo>
                  <a:lnTo>
                    <a:pt x="7065799" y="0"/>
                  </a:lnTo>
                  <a:lnTo>
                    <a:pt x="7064943" y="0"/>
                  </a:lnTo>
                  <a:lnTo>
                    <a:pt x="7064088" y="0"/>
                  </a:lnTo>
                  <a:lnTo>
                    <a:pt x="7063232" y="0"/>
                  </a:lnTo>
                  <a:lnTo>
                    <a:pt x="7062377" y="0"/>
                  </a:lnTo>
                  <a:lnTo>
                    <a:pt x="7061521" y="0"/>
                  </a:lnTo>
                  <a:lnTo>
                    <a:pt x="7060666" y="0"/>
                  </a:lnTo>
                  <a:lnTo>
                    <a:pt x="7059810" y="0"/>
                  </a:lnTo>
                  <a:lnTo>
                    <a:pt x="7058954" y="0"/>
                  </a:lnTo>
                  <a:lnTo>
                    <a:pt x="7058099" y="0"/>
                  </a:lnTo>
                  <a:lnTo>
                    <a:pt x="7057243" y="0"/>
                  </a:lnTo>
                  <a:lnTo>
                    <a:pt x="7056388" y="0"/>
                  </a:lnTo>
                  <a:lnTo>
                    <a:pt x="7055532" y="0"/>
                  </a:lnTo>
                  <a:lnTo>
                    <a:pt x="7054677" y="0"/>
                  </a:lnTo>
                  <a:lnTo>
                    <a:pt x="7053821" y="0"/>
                  </a:lnTo>
                  <a:lnTo>
                    <a:pt x="7052966" y="0"/>
                  </a:lnTo>
                  <a:lnTo>
                    <a:pt x="7052110" y="0"/>
                  </a:lnTo>
                  <a:lnTo>
                    <a:pt x="7051255" y="0"/>
                  </a:lnTo>
                  <a:lnTo>
                    <a:pt x="7050399" y="0"/>
                  </a:lnTo>
                  <a:lnTo>
                    <a:pt x="7049544" y="0"/>
                  </a:lnTo>
                  <a:lnTo>
                    <a:pt x="7048688" y="0"/>
                  </a:lnTo>
                  <a:lnTo>
                    <a:pt x="7047833" y="0"/>
                  </a:lnTo>
                  <a:lnTo>
                    <a:pt x="7046977" y="0"/>
                  </a:lnTo>
                  <a:lnTo>
                    <a:pt x="7046122" y="0"/>
                  </a:lnTo>
                  <a:lnTo>
                    <a:pt x="7045266" y="0"/>
                  </a:lnTo>
                  <a:lnTo>
                    <a:pt x="7044410" y="0"/>
                  </a:lnTo>
                  <a:lnTo>
                    <a:pt x="7043555" y="0"/>
                  </a:lnTo>
                  <a:lnTo>
                    <a:pt x="7042699" y="0"/>
                  </a:lnTo>
                  <a:lnTo>
                    <a:pt x="7041844" y="0"/>
                  </a:lnTo>
                  <a:lnTo>
                    <a:pt x="7040988" y="0"/>
                  </a:lnTo>
                  <a:lnTo>
                    <a:pt x="7040133" y="0"/>
                  </a:lnTo>
                  <a:lnTo>
                    <a:pt x="7039277" y="0"/>
                  </a:lnTo>
                  <a:lnTo>
                    <a:pt x="7038422" y="0"/>
                  </a:lnTo>
                  <a:lnTo>
                    <a:pt x="7037566" y="0"/>
                  </a:lnTo>
                  <a:lnTo>
                    <a:pt x="7036711" y="0"/>
                  </a:lnTo>
                  <a:lnTo>
                    <a:pt x="7035855" y="0"/>
                  </a:lnTo>
                  <a:lnTo>
                    <a:pt x="7035000" y="0"/>
                  </a:lnTo>
                  <a:lnTo>
                    <a:pt x="7034144" y="0"/>
                  </a:lnTo>
                  <a:lnTo>
                    <a:pt x="7033289" y="0"/>
                  </a:lnTo>
                  <a:lnTo>
                    <a:pt x="7032433" y="0"/>
                  </a:lnTo>
                  <a:lnTo>
                    <a:pt x="7031578" y="0"/>
                  </a:lnTo>
                  <a:lnTo>
                    <a:pt x="7030722" y="0"/>
                  </a:lnTo>
                  <a:lnTo>
                    <a:pt x="7029867" y="0"/>
                  </a:lnTo>
                  <a:lnTo>
                    <a:pt x="7029011" y="0"/>
                  </a:lnTo>
                  <a:lnTo>
                    <a:pt x="7028155" y="0"/>
                  </a:lnTo>
                  <a:lnTo>
                    <a:pt x="7027300" y="0"/>
                  </a:lnTo>
                  <a:lnTo>
                    <a:pt x="7026444" y="0"/>
                  </a:lnTo>
                  <a:lnTo>
                    <a:pt x="7025589" y="0"/>
                  </a:lnTo>
                  <a:lnTo>
                    <a:pt x="7024733" y="0"/>
                  </a:lnTo>
                  <a:lnTo>
                    <a:pt x="7023878" y="0"/>
                  </a:lnTo>
                  <a:lnTo>
                    <a:pt x="7023022" y="0"/>
                  </a:lnTo>
                  <a:lnTo>
                    <a:pt x="7022167" y="0"/>
                  </a:lnTo>
                  <a:lnTo>
                    <a:pt x="7021311" y="0"/>
                  </a:lnTo>
                  <a:lnTo>
                    <a:pt x="7020456" y="0"/>
                  </a:lnTo>
                  <a:lnTo>
                    <a:pt x="7019600" y="0"/>
                  </a:lnTo>
                  <a:lnTo>
                    <a:pt x="7018745" y="0"/>
                  </a:lnTo>
                  <a:lnTo>
                    <a:pt x="7017889" y="0"/>
                  </a:lnTo>
                  <a:lnTo>
                    <a:pt x="7017034" y="0"/>
                  </a:lnTo>
                  <a:lnTo>
                    <a:pt x="7016178" y="0"/>
                  </a:lnTo>
                  <a:lnTo>
                    <a:pt x="7015323" y="0"/>
                  </a:lnTo>
                  <a:lnTo>
                    <a:pt x="7014467" y="0"/>
                  </a:lnTo>
                  <a:lnTo>
                    <a:pt x="7013612" y="0"/>
                  </a:lnTo>
                  <a:lnTo>
                    <a:pt x="7012756" y="0"/>
                  </a:lnTo>
                  <a:lnTo>
                    <a:pt x="7011900" y="0"/>
                  </a:lnTo>
                  <a:lnTo>
                    <a:pt x="7011045" y="0"/>
                  </a:lnTo>
                  <a:lnTo>
                    <a:pt x="7010189" y="0"/>
                  </a:lnTo>
                  <a:lnTo>
                    <a:pt x="7009334" y="0"/>
                  </a:lnTo>
                  <a:lnTo>
                    <a:pt x="7008478" y="0"/>
                  </a:lnTo>
                  <a:lnTo>
                    <a:pt x="7007623" y="0"/>
                  </a:lnTo>
                  <a:lnTo>
                    <a:pt x="7006767" y="0"/>
                  </a:lnTo>
                  <a:lnTo>
                    <a:pt x="7005912" y="0"/>
                  </a:lnTo>
                  <a:lnTo>
                    <a:pt x="7005056" y="0"/>
                  </a:lnTo>
                  <a:lnTo>
                    <a:pt x="7004201" y="0"/>
                  </a:lnTo>
                  <a:lnTo>
                    <a:pt x="7003345" y="0"/>
                  </a:lnTo>
                  <a:lnTo>
                    <a:pt x="7002490" y="0"/>
                  </a:lnTo>
                  <a:lnTo>
                    <a:pt x="7001634" y="0"/>
                  </a:lnTo>
                  <a:lnTo>
                    <a:pt x="7000779" y="0"/>
                  </a:lnTo>
                  <a:lnTo>
                    <a:pt x="6999923" y="0"/>
                  </a:lnTo>
                  <a:lnTo>
                    <a:pt x="6999068" y="0"/>
                  </a:lnTo>
                  <a:lnTo>
                    <a:pt x="6998212" y="0"/>
                  </a:lnTo>
                  <a:lnTo>
                    <a:pt x="6997356" y="0"/>
                  </a:lnTo>
                  <a:lnTo>
                    <a:pt x="6996501" y="0"/>
                  </a:lnTo>
                  <a:lnTo>
                    <a:pt x="6995645" y="0"/>
                  </a:lnTo>
                  <a:lnTo>
                    <a:pt x="6994790" y="0"/>
                  </a:lnTo>
                  <a:lnTo>
                    <a:pt x="6993934" y="0"/>
                  </a:lnTo>
                  <a:lnTo>
                    <a:pt x="6993079" y="0"/>
                  </a:lnTo>
                  <a:lnTo>
                    <a:pt x="6992223" y="0"/>
                  </a:lnTo>
                  <a:lnTo>
                    <a:pt x="6991368" y="0"/>
                  </a:lnTo>
                  <a:lnTo>
                    <a:pt x="6990512" y="0"/>
                  </a:lnTo>
                  <a:lnTo>
                    <a:pt x="6989657" y="0"/>
                  </a:lnTo>
                  <a:lnTo>
                    <a:pt x="6988801" y="0"/>
                  </a:lnTo>
                  <a:lnTo>
                    <a:pt x="6987946" y="0"/>
                  </a:lnTo>
                  <a:lnTo>
                    <a:pt x="6987090" y="0"/>
                  </a:lnTo>
                  <a:lnTo>
                    <a:pt x="6986235" y="0"/>
                  </a:lnTo>
                  <a:lnTo>
                    <a:pt x="6985379" y="0"/>
                  </a:lnTo>
                  <a:lnTo>
                    <a:pt x="6984524" y="0"/>
                  </a:lnTo>
                  <a:lnTo>
                    <a:pt x="6983668" y="0"/>
                  </a:lnTo>
                  <a:lnTo>
                    <a:pt x="6982813" y="0"/>
                  </a:lnTo>
                  <a:lnTo>
                    <a:pt x="6981957" y="0"/>
                  </a:lnTo>
                  <a:lnTo>
                    <a:pt x="6981101" y="0"/>
                  </a:lnTo>
                  <a:lnTo>
                    <a:pt x="6980246" y="0"/>
                  </a:lnTo>
                  <a:lnTo>
                    <a:pt x="6979390" y="0"/>
                  </a:lnTo>
                  <a:lnTo>
                    <a:pt x="6978535" y="0"/>
                  </a:lnTo>
                  <a:lnTo>
                    <a:pt x="6977679" y="0"/>
                  </a:lnTo>
                  <a:lnTo>
                    <a:pt x="6976824" y="0"/>
                  </a:lnTo>
                  <a:lnTo>
                    <a:pt x="6975968" y="0"/>
                  </a:lnTo>
                  <a:lnTo>
                    <a:pt x="6975113" y="0"/>
                  </a:lnTo>
                  <a:lnTo>
                    <a:pt x="6974257" y="0"/>
                  </a:lnTo>
                  <a:lnTo>
                    <a:pt x="6973402" y="0"/>
                  </a:lnTo>
                  <a:lnTo>
                    <a:pt x="6972546" y="0"/>
                  </a:lnTo>
                  <a:lnTo>
                    <a:pt x="6971691" y="0"/>
                  </a:lnTo>
                  <a:lnTo>
                    <a:pt x="6970835" y="0"/>
                  </a:lnTo>
                  <a:lnTo>
                    <a:pt x="6969980" y="0"/>
                  </a:lnTo>
                  <a:lnTo>
                    <a:pt x="6969124" y="0"/>
                  </a:lnTo>
                  <a:lnTo>
                    <a:pt x="6968269" y="0"/>
                  </a:lnTo>
                  <a:lnTo>
                    <a:pt x="6967413" y="0"/>
                  </a:lnTo>
                  <a:lnTo>
                    <a:pt x="6966558" y="0"/>
                  </a:lnTo>
                  <a:lnTo>
                    <a:pt x="6965702" y="0"/>
                  </a:lnTo>
                  <a:lnTo>
                    <a:pt x="6964846" y="0"/>
                  </a:lnTo>
                  <a:lnTo>
                    <a:pt x="6963991" y="0"/>
                  </a:lnTo>
                  <a:lnTo>
                    <a:pt x="6963135" y="0"/>
                  </a:lnTo>
                  <a:lnTo>
                    <a:pt x="6962280" y="0"/>
                  </a:lnTo>
                  <a:lnTo>
                    <a:pt x="6961424" y="0"/>
                  </a:lnTo>
                  <a:lnTo>
                    <a:pt x="6960569" y="0"/>
                  </a:lnTo>
                  <a:lnTo>
                    <a:pt x="6959713" y="0"/>
                  </a:lnTo>
                  <a:lnTo>
                    <a:pt x="6958858" y="0"/>
                  </a:lnTo>
                  <a:lnTo>
                    <a:pt x="6958002" y="0"/>
                  </a:lnTo>
                  <a:lnTo>
                    <a:pt x="6957147" y="0"/>
                  </a:lnTo>
                  <a:lnTo>
                    <a:pt x="6956291" y="0"/>
                  </a:lnTo>
                  <a:lnTo>
                    <a:pt x="6955436" y="0"/>
                  </a:lnTo>
                  <a:lnTo>
                    <a:pt x="6954580" y="0"/>
                  </a:lnTo>
                  <a:lnTo>
                    <a:pt x="6953725" y="0"/>
                  </a:lnTo>
                  <a:lnTo>
                    <a:pt x="6952869" y="0"/>
                  </a:lnTo>
                  <a:lnTo>
                    <a:pt x="6952014" y="0"/>
                  </a:lnTo>
                  <a:lnTo>
                    <a:pt x="6951158" y="0"/>
                  </a:lnTo>
                  <a:lnTo>
                    <a:pt x="6950302" y="0"/>
                  </a:lnTo>
                  <a:lnTo>
                    <a:pt x="6949447" y="0"/>
                  </a:lnTo>
                  <a:lnTo>
                    <a:pt x="6948591" y="0"/>
                  </a:lnTo>
                  <a:lnTo>
                    <a:pt x="6947736" y="0"/>
                  </a:lnTo>
                  <a:lnTo>
                    <a:pt x="6946880" y="0"/>
                  </a:lnTo>
                  <a:lnTo>
                    <a:pt x="6946025" y="0"/>
                  </a:lnTo>
                  <a:lnTo>
                    <a:pt x="6945169" y="0"/>
                  </a:lnTo>
                  <a:lnTo>
                    <a:pt x="6944314" y="0"/>
                  </a:lnTo>
                  <a:lnTo>
                    <a:pt x="6943458" y="0"/>
                  </a:lnTo>
                  <a:lnTo>
                    <a:pt x="6942603" y="0"/>
                  </a:lnTo>
                  <a:lnTo>
                    <a:pt x="6941747" y="0"/>
                  </a:lnTo>
                  <a:lnTo>
                    <a:pt x="6940892" y="0"/>
                  </a:lnTo>
                  <a:lnTo>
                    <a:pt x="6940036" y="0"/>
                  </a:lnTo>
                  <a:lnTo>
                    <a:pt x="6939181" y="0"/>
                  </a:lnTo>
                  <a:lnTo>
                    <a:pt x="6938325" y="0"/>
                  </a:lnTo>
                  <a:lnTo>
                    <a:pt x="6937470" y="0"/>
                  </a:lnTo>
                  <a:lnTo>
                    <a:pt x="6936614" y="0"/>
                  </a:lnTo>
                  <a:lnTo>
                    <a:pt x="6935759" y="0"/>
                  </a:lnTo>
                  <a:lnTo>
                    <a:pt x="6934903" y="0"/>
                  </a:lnTo>
                  <a:lnTo>
                    <a:pt x="6934047" y="0"/>
                  </a:lnTo>
                  <a:lnTo>
                    <a:pt x="6933192" y="0"/>
                  </a:lnTo>
                  <a:lnTo>
                    <a:pt x="6932336" y="0"/>
                  </a:lnTo>
                  <a:lnTo>
                    <a:pt x="6931481" y="0"/>
                  </a:lnTo>
                  <a:lnTo>
                    <a:pt x="6930625" y="0"/>
                  </a:lnTo>
                  <a:lnTo>
                    <a:pt x="6929770" y="0"/>
                  </a:lnTo>
                  <a:lnTo>
                    <a:pt x="6928914" y="0"/>
                  </a:lnTo>
                  <a:lnTo>
                    <a:pt x="6928059" y="0"/>
                  </a:lnTo>
                  <a:lnTo>
                    <a:pt x="6927203" y="0"/>
                  </a:lnTo>
                  <a:lnTo>
                    <a:pt x="6926348" y="0"/>
                  </a:lnTo>
                  <a:lnTo>
                    <a:pt x="6925492" y="0"/>
                  </a:lnTo>
                  <a:lnTo>
                    <a:pt x="6924637" y="0"/>
                  </a:lnTo>
                  <a:lnTo>
                    <a:pt x="6923781" y="0"/>
                  </a:lnTo>
                  <a:lnTo>
                    <a:pt x="6922926" y="0"/>
                  </a:lnTo>
                  <a:lnTo>
                    <a:pt x="6922070" y="0"/>
                  </a:lnTo>
                  <a:lnTo>
                    <a:pt x="6921215" y="0"/>
                  </a:lnTo>
                  <a:lnTo>
                    <a:pt x="6920359" y="0"/>
                  </a:lnTo>
                  <a:lnTo>
                    <a:pt x="6919504" y="0"/>
                  </a:lnTo>
                  <a:lnTo>
                    <a:pt x="6918648" y="0"/>
                  </a:lnTo>
                  <a:lnTo>
                    <a:pt x="6917792" y="0"/>
                  </a:lnTo>
                  <a:lnTo>
                    <a:pt x="6916937" y="0"/>
                  </a:lnTo>
                  <a:lnTo>
                    <a:pt x="6916081" y="0"/>
                  </a:lnTo>
                  <a:lnTo>
                    <a:pt x="6915226" y="0"/>
                  </a:lnTo>
                  <a:lnTo>
                    <a:pt x="6914370" y="0"/>
                  </a:lnTo>
                  <a:lnTo>
                    <a:pt x="6913515" y="0"/>
                  </a:lnTo>
                  <a:lnTo>
                    <a:pt x="6912659" y="0"/>
                  </a:lnTo>
                  <a:lnTo>
                    <a:pt x="6911804" y="0"/>
                  </a:lnTo>
                  <a:lnTo>
                    <a:pt x="6910948" y="0"/>
                  </a:lnTo>
                  <a:lnTo>
                    <a:pt x="6910093" y="0"/>
                  </a:lnTo>
                  <a:lnTo>
                    <a:pt x="6909237" y="0"/>
                  </a:lnTo>
                  <a:lnTo>
                    <a:pt x="6908382" y="0"/>
                  </a:lnTo>
                  <a:lnTo>
                    <a:pt x="6907526" y="0"/>
                  </a:lnTo>
                  <a:lnTo>
                    <a:pt x="6906671" y="0"/>
                  </a:lnTo>
                  <a:lnTo>
                    <a:pt x="6905815" y="0"/>
                  </a:lnTo>
                  <a:lnTo>
                    <a:pt x="6904960" y="0"/>
                  </a:lnTo>
                  <a:lnTo>
                    <a:pt x="6904104" y="0"/>
                  </a:lnTo>
                  <a:lnTo>
                    <a:pt x="6903248" y="0"/>
                  </a:lnTo>
                  <a:lnTo>
                    <a:pt x="6902393" y="0"/>
                  </a:lnTo>
                  <a:lnTo>
                    <a:pt x="6901537" y="0"/>
                  </a:lnTo>
                  <a:lnTo>
                    <a:pt x="6900682" y="0"/>
                  </a:lnTo>
                  <a:lnTo>
                    <a:pt x="6899826" y="0"/>
                  </a:lnTo>
                  <a:lnTo>
                    <a:pt x="6898971" y="0"/>
                  </a:lnTo>
                  <a:lnTo>
                    <a:pt x="6898115" y="0"/>
                  </a:lnTo>
                  <a:lnTo>
                    <a:pt x="6897260" y="0"/>
                  </a:lnTo>
                  <a:lnTo>
                    <a:pt x="6896404" y="0"/>
                  </a:lnTo>
                  <a:lnTo>
                    <a:pt x="6895549" y="0"/>
                  </a:lnTo>
                  <a:lnTo>
                    <a:pt x="6894693" y="0"/>
                  </a:lnTo>
                  <a:lnTo>
                    <a:pt x="6893838" y="0"/>
                  </a:lnTo>
                  <a:lnTo>
                    <a:pt x="6892982" y="0"/>
                  </a:lnTo>
                  <a:lnTo>
                    <a:pt x="6892127" y="0"/>
                  </a:lnTo>
                  <a:lnTo>
                    <a:pt x="6891271" y="0"/>
                  </a:lnTo>
                  <a:lnTo>
                    <a:pt x="6890416" y="0"/>
                  </a:lnTo>
                  <a:lnTo>
                    <a:pt x="6889560" y="0"/>
                  </a:lnTo>
                  <a:lnTo>
                    <a:pt x="6888705" y="0"/>
                  </a:lnTo>
                  <a:lnTo>
                    <a:pt x="6887849" y="0"/>
                  </a:lnTo>
                  <a:lnTo>
                    <a:pt x="6886993" y="0"/>
                  </a:lnTo>
                  <a:lnTo>
                    <a:pt x="6886138" y="0"/>
                  </a:lnTo>
                  <a:lnTo>
                    <a:pt x="6885282" y="0"/>
                  </a:lnTo>
                  <a:lnTo>
                    <a:pt x="6884427" y="0"/>
                  </a:lnTo>
                  <a:lnTo>
                    <a:pt x="6883571" y="0"/>
                  </a:lnTo>
                  <a:lnTo>
                    <a:pt x="6882716" y="0"/>
                  </a:lnTo>
                  <a:lnTo>
                    <a:pt x="6881860" y="0"/>
                  </a:lnTo>
                  <a:lnTo>
                    <a:pt x="6881005" y="0"/>
                  </a:lnTo>
                  <a:lnTo>
                    <a:pt x="6880149" y="0"/>
                  </a:lnTo>
                  <a:lnTo>
                    <a:pt x="6879294" y="0"/>
                  </a:lnTo>
                  <a:lnTo>
                    <a:pt x="6878438" y="0"/>
                  </a:lnTo>
                  <a:lnTo>
                    <a:pt x="6877583" y="0"/>
                  </a:lnTo>
                  <a:lnTo>
                    <a:pt x="6876727" y="0"/>
                  </a:lnTo>
                  <a:lnTo>
                    <a:pt x="6875872" y="0"/>
                  </a:lnTo>
                  <a:lnTo>
                    <a:pt x="6875016" y="0"/>
                  </a:lnTo>
                  <a:lnTo>
                    <a:pt x="6874161" y="0"/>
                  </a:lnTo>
                  <a:lnTo>
                    <a:pt x="6873305" y="0"/>
                  </a:lnTo>
                  <a:lnTo>
                    <a:pt x="6872450" y="0"/>
                  </a:lnTo>
                  <a:lnTo>
                    <a:pt x="6871594" y="0"/>
                  </a:lnTo>
                  <a:lnTo>
                    <a:pt x="6870738" y="0"/>
                  </a:lnTo>
                  <a:lnTo>
                    <a:pt x="6869883" y="0"/>
                  </a:lnTo>
                  <a:lnTo>
                    <a:pt x="6869027" y="0"/>
                  </a:lnTo>
                  <a:lnTo>
                    <a:pt x="6868172" y="0"/>
                  </a:lnTo>
                  <a:lnTo>
                    <a:pt x="6867316" y="0"/>
                  </a:lnTo>
                  <a:lnTo>
                    <a:pt x="6866461" y="0"/>
                  </a:lnTo>
                  <a:lnTo>
                    <a:pt x="6865605" y="0"/>
                  </a:lnTo>
                  <a:lnTo>
                    <a:pt x="6864750" y="0"/>
                  </a:lnTo>
                  <a:lnTo>
                    <a:pt x="6863894" y="0"/>
                  </a:lnTo>
                  <a:lnTo>
                    <a:pt x="6863039" y="0"/>
                  </a:lnTo>
                  <a:lnTo>
                    <a:pt x="6862183" y="0"/>
                  </a:lnTo>
                  <a:lnTo>
                    <a:pt x="6861328" y="0"/>
                  </a:lnTo>
                  <a:lnTo>
                    <a:pt x="6860472" y="0"/>
                  </a:lnTo>
                  <a:lnTo>
                    <a:pt x="6859617" y="0"/>
                  </a:lnTo>
                  <a:lnTo>
                    <a:pt x="6858761" y="0"/>
                  </a:lnTo>
                  <a:lnTo>
                    <a:pt x="6857906" y="0"/>
                  </a:lnTo>
                  <a:lnTo>
                    <a:pt x="6857050" y="0"/>
                  </a:lnTo>
                  <a:lnTo>
                    <a:pt x="6856195" y="0"/>
                  </a:lnTo>
                  <a:lnTo>
                    <a:pt x="6855339" y="0"/>
                  </a:lnTo>
                  <a:lnTo>
                    <a:pt x="6854483" y="0"/>
                  </a:lnTo>
                  <a:lnTo>
                    <a:pt x="6853628" y="0"/>
                  </a:lnTo>
                  <a:lnTo>
                    <a:pt x="6852772" y="0"/>
                  </a:lnTo>
                  <a:lnTo>
                    <a:pt x="6851917" y="0"/>
                  </a:lnTo>
                  <a:lnTo>
                    <a:pt x="6851061" y="0"/>
                  </a:lnTo>
                  <a:lnTo>
                    <a:pt x="6850206" y="0"/>
                  </a:lnTo>
                  <a:lnTo>
                    <a:pt x="6849350" y="0"/>
                  </a:lnTo>
                  <a:lnTo>
                    <a:pt x="6848495" y="0"/>
                  </a:lnTo>
                  <a:lnTo>
                    <a:pt x="6847639" y="0"/>
                  </a:lnTo>
                  <a:lnTo>
                    <a:pt x="6846784" y="0"/>
                  </a:lnTo>
                  <a:lnTo>
                    <a:pt x="6845928" y="0"/>
                  </a:lnTo>
                  <a:lnTo>
                    <a:pt x="6845073" y="0"/>
                  </a:lnTo>
                  <a:lnTo>
                    <a:pt x="6844217" y="0"/>
                  </a:lnTo>
                  <a:lnTo>
                    <a:pt x="6843362" y="0"/>
                  </a:lnTo>
                  <a:lnTo>
                    <a:pt x="6842506" y="0"/>
                  </a:lnTo>
                  <a:lnTo>
                    <a:pt x="6841651" y="0"/>
                  </a:lnTo>
                  <a:lnTo>
                    <a:pt x="6840795" y="0"/>
                  </a:lnTo>
                  <a:lnTo>
                    <a:pt x="6839939" y="0"/>
                  </a:lnTo>
                  <a:lnTo>
                    <a:pt x="6839084" y="0"/>
                  </a:lnTo>
                  <a:lnTo>
                    <a:pt x="6838228" y="0"/>
                  </a:lnTo>
                  <a:lnTo>
                    <a:pt x="6837373" y="0"/>
                  </a:lnTo>
                  <a:lnTo>
                    <a:pt x="6836517" y="0"/>
                  </a:lnTo>
                  <a:lnTo>
                    <a:pt x="6835662" y="0"/>
                  </a:lnTo>
                  <a:lnTo>
                    <a:pt x="6834806" y="0"/>
                  </a:lnTo>
                  <a:lnTo>
                    <a:pt x="6833951" y="0"/>
                  </a:lnTo>
                  <a:lnTo>
                    <a:pt x="6833095" y="0"/>
                  </a:lnTo>
                  <a:lnTo>
                    <a:pt x="6832240" y="0"/>
                  </a:lnTo>
                  <a:lnTo>
                    <a:pt x="6831384" y="0"/>
                  </a:lnTo>
                  <a:lnTo>
                    <a:pt x="6830529" y="0"/>
                  </a:lnTo>
                  <a:lnTo>
                    <a:pt x="6829673" y="0"/>
                  </a:lnTo>
                  <a:lnTo>
                    <a:pt x="6828818" y="0"/>
                  </a:lnTo>
                  <a:lnTo>
                    <a:pt x="6827962" y="0"/>
                  </a:lnTo>
                  <a:lnTo>
                    <a:pt x="6827107" y="0"/>
                  </a:lnTo>
                  <a:lnTo>
                    <a:pt x="6826251" y="0"/>
                  </a:lnTo>
                  <a:lnTo>
                    <a:pt x="6825396" y="0"/>
                  </a:lnTo>
                  <a:lnTo>
                    <a:pt x="6824540" y="0"/>
                  </a:lnTo>
                  <a:lnTo>
                    <a:pt x="6823684" y="0"/>
                  </a:lnTo>
                  <a:lnTo>
                    <a:pt x="6822829" y="0"/>
                  </a:lnTo>
                  <a:lnTo>
                    <a:pt x="6821973" y="0"/>
                  </a:lnTo>
                  <a:lnTo>
                    <a:pt x="6821118" y="0"/>
                  </a:lnTo>
                  <a:lnTo>
                    <a:pt x="6820262" y="0"/>
                  </a:lnTo>
                  <a:lnTo>
                    <a:pt x="6819407" y="0"/>
                  </a:lnTo>
                  <a:lnTo>
                    <a:pt x="6818551" y="0"/>
                  </a:lnTo>
                  <a:lnTo>
                    <a:pt x="6817696" y="0"/>
                  </a:lnTo>
                  <a:lnTo>
                    <a:pt x="6816840" y="0"/>
                  </a:lnTo>
                  <a:lnTo>
                    <a:pt x="6815985" y="0"/>
                  </a:lnTo>
                  <a:lnTo>
                    <a:pt x="6815129" y="0"/>
                  </a:lnTo>
                  <a:lnTo>
                    <a:pt x="6814274" y="0"/>
                  </a:lnTo>
                  <a:lnTo>
                    <a:pt x="6813418" y="0"/>
                  </a:lnTo>
                  <a:lnTo>
                    <a:pt x="6812563" y="0"/>
                  </a:lnTo>
                  <a:lnTo>
                    <a:pt x="6811707" y="0"/>
                  </a:lnTo>
                  <a:lnTo>
                    <a:pt x="6810852" y="0"/>
                  </a:lnTo>
                  <a:lnTo>
                    <a:pt x="6809996" y="0"/>
                  </a:lnTo>
                  <a:lnTo>
                    <a:pt x="6809141" y="0"/>
                  </a:lnTo>
                  <a:lnTo>
                    <a:pt x="6808285" y="0"/>
                  </a:lnTo>
                  <a:lnTo>
                    <a:pt x="6807429" y="0"/>
                  </a:lnTo>
                  <a:lnTo>
                    <a:pt x="6806574" y="0"/>
                  </a:lnTo>
                  <a:lnTo>
                    <a:pt x="6805718" y="0"/>
                  </a:lnTo>
                  <a:lnTo>
                    <a:pt x="6804863" y="0"/>
                  </a:lnTo>
                  <a:lnTo>
                    <a:pt x="6804007" y="0"/>
                  </a:lnTo>
                  <a:lnTo>
                    <a:pt x="6803152" y="0"/>
                  </a:lnTo>
                  <a:lnTo>
                    <a:pt x="6802296" y="0"/>
                  </a:lnTo>
                  <a:lnTo>
                    <a:pt x="6801441" y="0"/>
                  </a:lnTo>
                  <a:lnTo>
                    <a:pt x="6800585" y="0"/>
                  </a:lnTo>
                  <a:lnTo>
                    <a:pt x="6799730" y="0"/>
                  </a:lnTo>
                  <a:lnTo>
                    <a:pt x="6798874" y="0"/>
                  </a:lnTo>
                  <a:lnTo>
                    <a:pt x="6798019" y="0"/>
                  </a:lnTo>
                  <a:lnTo>
                    <a:pt x="6797163" y="0"/>
                  </a:lnTo>
                  <a:lnTo>
                    <a:pt x="6796308" y="0"/>
                  </a:lnTo>
                  <a:lnTo>
                    <a:pt x="6795452" y="0"/>
                  </a:lnTo>
                  <a:lnTo>
                    <a:pt x="6794597" y="0"/>
                  </a:lnTo>
                  <a:lnTo>
                    <a:pt x="6793741" y="0"/>
                  </a:lnTo>
                  <a:lnTo>
                    <a:pt x="6792885" y="0"/>
                  </a:lnTo>
                  <a:lnTo>
                    <a:pt x="6792030" y="0"/>
                  </a:lnTo>
                  <a:lnTo>
                    <a:pt x="6791174" y="0"/>
                  </a:lnTo>
                  <a:lnTo>
                    <a:pt x="6790319" y="0"/>
                  </a:lnTo>
                  <a:lnTo>
                    <a:pt x="6789463" y="0"/>
                  </a:lnTo>
                  <a:lnTo>
                    <a:pt x="6788608" y="0"/>
                  </a:lnTo>
                  <a:lnTo>
                    <a:pt x="6787752" y="0"/>
                  </a:lnTo>
                  <a:lnTo>
                    <a:pt x="6786897" y="0"/>
                  </a:lnTo>
                  <a:lnTo>
                    <a:pt x="6786041" y="0"/>
                  </a:lnTo>
                  <a:lnTo>
                    <a:pt x="6785186" y="0"/>
                  </a:lnTo>
                  <a:lnTo>
                    <a:pt x="6784330" y="0"/>
                  </a:lnTo>
                  <a:lnTo>
                    <a:pt x="6783475" y="0"/>
                  </a:lnTo>
                  <a:lnTo>
                    <a:pt x="6782619" y="0"/>
                  </a:lnTo>
                  <a:lnTo>
                    <a:pt x="6781764" y="0"/>
                  </a:lnTo>
                  <a:lnTo>
                    <a:pt x="6780908" y="0"/>
                  </a:lnTo>
                  <a:lnTo>
                    <a:pt x="6780053" y="0"/>
                  </a:lnTo>
                  <a:lnTo>
                    <a:pt x="6779197" y="0"/>
                  </a:lnTo>
                  <a:lnTo>
                    <a:pt x="6778342" y="0"/>
                  </a:lnTo>
                  <a:lnTo>
                    <a:pt x="6777486" y="0"/>
                  </a:lnTo>
                  <a:lnTo>
                    <a:pt x="6776630" y="0"/>
                  </a:lnTo>
                  <a:lnTo>
                    <a:pt x="6775775" y="0"/>
                  </a:lnTo>
                  <a:lnTo>
                    <a:pt x="6774919" y="0"/>
                  </a:lnTo>
                  <a:lnTo>
                    <a:pt x="6774064" y="0"/>
                  </a:lnTo>
                  <a:lnTo>
                    <a:pt x="6773208" y="0"/>
                  </a:lnTo>
                  <a:lnTo>
                    <a:pt x="6772353" y="0"/>
                  </a:lnTo>
                  <a:lnTo>
                    <a:pt x="6771497" y="0"/>
                  </a:lnTo>
                  <a:lnTo>
                    <a:pt x="6770642" y="0"/>
                  </a:lnTo>
                  <a:lnTo>
                    <a:pt x="6769786" y="0"/>
                  </a:lnTo>
                  <a:lnTo>
                    <a:pt x="6768931" y="0"/>
                  </a:lnTo>
                  <a:lnTo>
                    <a:pt x="6768075" y="0"/>
                  </a:lnTo>
                  <a:lnTo>
                    <a:pt x="6767220" y="0"/>
                  </a:lnTo>
                  <a:lnTo>
                    <a:pt x="6766364" y="0"/>
                  </a:lnTo>
                  <a:lnTo>
                    <a:pt x="6765509" y="0"/>
                  </a:lnTo>
                  <a:lnTo>
                    <a:pt x="6764653" y="0"/>
                  </a:lnTo>
                  <a:lnTo>
                    <a:pt x="6763798" y="0"/>
                  </a:lnTo>
                  <a:lnTo>
                    <a:pt x="6762942" y="0"/>
                  </a:lnTo>
                  <a:lnTo>
                    <a:pt x="6762087" y="0"/>
                  </a:lnTo>
                  <a:lnTo>
                    <a:pt x="6761231" y="0"/>
                  </a:lnTo>
                  <a:lnTo>
                    <a:pt x="6760375" y="0"/>
                  </a:lnTo>
                  <a:lnTo>
                    <a:pt x="6759520" y="0"/>
                  </a:lnTo>
                  <a:lnTo>
                    <a:pt x="6758664" y="0"/>
                  </a:lnTo>
                  <a:lnTo>
                    <a:pt x="6757809" y="0"/>
                  </a:lnTo>
                  <a:lnTo>
                    <a:pt x="6756953" y="0"/>
                  </a:lnTo>
                  <a:lnTo>
                    <a:pt x="6756098" y="0"/>
                  </a:lnTo>
                  <a:lnTo>
                    <a:pt x="6755242" y="0"/>
                  </a:lnTo>
                  <a:lnTo>
                    <a:pt x="6754387" y="0"/>
                  </a:lnTo>
                  <a:lnTo>
                    <a:pt x="6753531" y="0"/>
                  </a:lnTo>
                  <a:lnTo>
                    <a:pt x="6752676" y="0"/>
                  </a:lnTo>
                  <a:lnTo>
                    <a:pt x="6751820" y="0"/>
                  </a:lnTo>
                  <a:lnTo>
                    <a:pt x="6750965" y="0"/>
                  </a:lnTo>
                  <a:lnTo>
                    <a:pt x="6750109" y="0"/>
                  </a:lnTo>
                  <a:lnTo>
                    <a:pt x="6749254" y="0"/>
                  </a:lnTo>
                  <a:lnTo>
                    <a:pt x="6748398" y="0"/>
                  </a:lnTo>
                  <a:lnTo>
                    <a:pt x="6747543" y="0"/>
                  </a:lnTo>
                  <a:lnTo>
                    <a:pt x="6746687" y="0"/>
                  </a:lnTo>
                  <a:lnTo>
                    <a:pt x="6745831" y="0"/>
                  </a:lnTo>
                  <a:lnTo>
                    <a:pt x="6744976" y="0"/>
                  </a:lnTo>
                  <a:lnTo>
                    <a:pt x="6744120" y="0"/>
                  </a:lnTo>
                  <a:lnTo>
                    <a:pt x="6743265" y="0"/>
                  </a:lnTo>
                  <a:lnTo>
                    <a:pt x="6742409" y="0"/>
                  </a:lnTo>
                  <a:lnTo>
                    <a:pt x="6741554" y="0"/>
                  </a:lnTo>
                  <a:lnTo>
                    <a:pt x="6740698" y="0"/>
                  </a:lnTo>
                  <a:lnTo>
                    <a:pt x="6739843" y="0"/>
                  </a:lnTo>
                  <a:lnTo>
                    <a:pt x="6738987" y="0"/>
                  </a:lnTo>
                  <a:lnTo>
                    <a:pt x="6738132" y="0"/>
                  </a:lnTo>
                  <a:lnTo>
                    <a:pt x="6737276" y="0"/>
                  </a:lnTo>
                  <a:lnTo>
                    <a:pt x="6736421" y="0"/>
                  </a:lnTo>
                  <a:lnTo>
                    <a:pt x="6735565" y="0"/>
                  </a:lnTo>
                  <a:lnTo>
                    <a:pt x="6734710" y="0"/>
                  </a:lnTo>
                  <a:lnTo>
                    <a:pt x="6733854" y="0"/>
                  </a:lnTo>
                  <a:lnTo>
                    <a:pt x="6732999" y="0"/>
                  </a:lnTo>
                  <a:lnTo>
                    <a:pt x="6732143" y="0"/>
                  </a:lnTo>
                  <a:lnTo>
                    <a:pt x="6731288" y="0"/>
                  </a:lnTo>
                  <a:lnTo>
                    <a:pt x="6730432" y="0"/>
                  </a:lnTo>
                  <a:lnTo>
                    <a:pt x="6729576" y="0"/>
                  </a:lnTo>
                  <a:lnTo>
                    <a:pt x="6728721" y="0"/>
                  </a:lnTo>
                  <a:lnTo>
                    <a:pt x="6727865" y="0"/>
                  </a:lnTo>
                  <a:lnTo>
                    <a:pt x="6727010" y="0"/>
                  </a:lnTo>
                  <a:lnTo>
                    <a:pt x="6726154" y="0"/>
                  </a:lnTo>
                  <a:lnTo>
                    <a:pt x="6725299" y="0"/>
                  </a:lnTo>
                  <a:lnTo>
                    <a:pt x="6724443" y="0"/>
                  </a:lnTo>
                  <a:lnTo>
                    <a:pt x="6723588" y="0"/>
                  </a:lnTo>
                  <a:lnTo>
                    <a:pt x="6722732" y="0"/>
                  </a:lnTo>
                  <a:lnTo>
                    <a:pt x="6721877" y="0"/>
                  </a:lnTo>
                  <a:lnTo>
                    <a:pt x="6721021" y="0"/>
                  </a:lnTo>
                  <a:lnTo>
                    <a:pt x="6720166" y="0"/>
                  </a:lnTo>
                  <a:lnTo>
                    <a:pt x="6719310" y="0"/>
                  </a:lnTo>
                  <a:lnTo>
                    <a:pt x="6718455" y="0"/>
                  </a:lnTo>
                  <a:lnTo>
                    <a:pt x="6717599" y="0"/>
                  </a:lnTo>
                  <a:lnTo>
                    <a:pt x="6716744" y="0"/>
                  </a:lnTo>
                  <a:lnTo>
                    <a:pt x="6715888" y="0"/>
                  </a:lnTo>
                  <a:lnTo>
                    <a:pt x="6715033" y="0"/>
                  </a:lnTo>
                  <a:lnTo>
                    <a:pt x="6714177" y="0"/>
                  </a:lnTo>
                  <a:lnTo>
                    <a:pt x="6713321" y="0"/>
                  </a:lnTo>
                  <a:lnTo>
                    <a:pt x="6712466" y="0"/>
                  </a:lnTo>
                  <a:lnTo>
                    <a:pt x="6711610" y="0"/>
                  </a:lnTo>
                  <a:lnTo>
                    <a:pt x="6710755" y="0"/>
                  </a:lnTo>
                  <a:lnTo>
                    <a:pt x="6709899" y="0"/>
                  </a:lnTo>
                  <a:lnTo>
                    <a:pt x="6709044" y="0"/>
                  </a:lnTo>
                  <a:lnTo>
                    <a:pt x="6708188" y="0"/>
                  </a:lnTo>
                  <a:lnTo>
                    <a:pt x="6707333" y="0"/>
                  </a:lnTo>
                  <a:lnTo>
                    <a:pt x="6706477" y="0"/>
                  </a:lnTo>
                  <a:lnTo>
                    <a:pt x="6705622" y="0"/>
                  </a:lnTo>
                  <a:lnTo>
                    <a:pt x="6704766" y="0"/>
                  </a:lnTo>
                  <a:lnTo>
                    <a:pt x="6703911" y="0"/>
                  </a:lnTo>
                  <a:lnTo>
                    <a:pt x="6703055" y="0"/>
                  </a:lnTo>
                  <a:lnTo>
                    <a:pt x="6702200" y="0"/>
                  </a:lnTo>
                  <a:lnTo>
                    <a:pt x="6701344" y="0"/>
                  </a:lnTo>
                  <a:lnTo>
                    <a:pt x="6700489" y="0"/>
                  </a:lnTo>
                  <a:lnTo>
                    <a:pt x="6699633" y="0"/>
                  </a:lnTo>
                  <a:lnTo>
                    <a:pt x="6698777" y="0"/>
                  </a:lnTo>
                  <a:lnTo>
                    <a:pt x="6697922" y="0"/>
                  </a:lnTo>
                  <a:lnTo>
                    <a:pt x="6697066" y="0"/>
                  </a:lnTo>
                  <a:lnTo>
                    <a:pt x="6696211" y="0"/>
                  </a:lnTo>
                  <a:lnTo>
                    <a:pt x="6695355" y="0"/>
                  </a:lnTo>
                  <a:lnTo>
                    <a:pt x="6694500" y="0"/>
                  </a:lnTo>
                  <a:lnTo>
                    <a:pt x="6693644" y="0"/>
                  </a:lnTo>
                  <a:lnTo>
                    <a:pt x="6692789" y="0"/>
                  </a:lnTo>
                  <a:lnTo>
                    <a:pt x="6691933" y="0"/>
                  </a:lnTo>
                  <a:lnTo>
                    <a:pt x="6691078" y="0"/>
                  </a:lnTo>
                  <a:lnTo>
                    <a:pt x="6690222" y="0"/>
                  </a:lnTo>
                  <a:lnTo>
                    <a:pt x="6689367" y="0"/>
                  </a:lnTo>
                  <a:lnTo>
                    <a:pt x="6688511" y="0"/>
                  </a:lnTo>
                  <a:lnTo>
                    <a:pt x="6687656" y="0"/>
                  </a:lnTo>
                  <a:lnTo>
                    <a:pt x="6686800" y="0"/>
                  </a:lnTo>
                  <a:lnTo>
                    <a:pt x="6685945" y="0"/>
                  </a:lnTo>
                  <a:lnTo>
                    <a:pt x="6685089" y="0"/>
                  </a:lnTo>
                  <a:lnTo>
                    <a:pt x="6684234" y="0"/>
                  </a:lnTo>
                  <a:lnTo>
                    <a:pt x="6683378" y="0"/>
                  </a:lnTo>
                  <a:lnTo>
                    <a:pt x="6682522" y="0"/>
                  </a:lnTo>
                  <a:lnTo>
                    <a:pt x="6681667" y="0"/>
                  </a:lnTo>
                  <a:lnTo>
                    <a:pt x="6680811" y="0"/>
                  </a:lnTo>
                  <a:lnTo>
                    <a:pt x="6679956" y="0"/>
                  </a:lnTo>
                  <a:lnTo>
                    <a:pt x="6679100" y="0"/>
                  </a:lnTo>
                  <a:lnTo>
                    <a:pt x="6678245" y="0"/>
                  </a:lnTo>
                  <a:lnTo>
                    <a:pt x="6677389" y="0"/>
                  </a:lnTo>
                  <a:lnTo>
                    <a:pt x="6676534" y="0"/>
                  </a:lnTo>
                  <a:lnTo>
                    <a:pt x="6675678" y="0"/>
                  </a:lnTo>
                  <a:lnTo>
                    <a:pt x="6674823" y="0"/>
                  </a:lnTo>
                  <a:lnTo>
                    <a:pt x="6673967" y="0"/>
                  </a:lnTo>
                  <a:lnTo>
                    <a:pt x="6673112" y="0"/>
                  </a:lnTo>
                  <a:lnTo>
                    <a:pt x="6672256" y="0"/>
                  </a:lnTo>
                  <a:lnTo>
                    <a:pt x="6671401" y="0"/>
                  </a:lnTo>
                  <a:lnTo>
                    <a:pt x="6670545" y="0"/>
                  </a:lnTo>
                  <a:lnTo>
                    <a:pt x="6669690" y="0"/>
                  </a:lnTo>
                  <a:lnTo>
                    <a:pt x="6668834" y="0"/>
                  </a:lnTo>
                  <a:lnTo>
                    <a:pt x="6667979" y="0"/>
                  </a:lnTo>
                  <a:lnTo>
                    <a:pt x="6667123" y="0"/>
                  </a:lnTo>
                  <a:lnTo>
                    <a:pt x="6666267" y="0"/>
                  </a:lnTo>
                  <a:lnTo>
                    <a:pt x="6665412" y="0"/>
                  </a:lnTo>
                  <a:lnTo>
                    <a:pt x="6664556" y="0"/>
                  </a:lnTo>
                  <a:lnTo>
                    <a:pt x="6663701" y="0"/>
                  </a:lnTo>
                  <a:lnTo>
                    <a:pt x="6662845" y="0"/>
                  </a:lnTo>
                  <a:lnTo>
                    <a:pt x="6661990" y="0"/>
                  </a:lnTo>
                  <a:lnTo>
                    <a:pt x="6661134" y="0"/>
                  </a:lnTo>
                  <a:lnTo>
                    <a:pt x="6660279" y="0"/>
                  </a:lnTo>
                  <a:lnTo>
                    <a:pt x="6659423" y="0"/>
                  </a:lnTo>
                  <a:lnTo>
                    <a:pt x="6658568" y="0"/>
                  </a:lnTo>
                  <a:lnTo>
                    <a:pt x="6657712" y="0"/>
                  </a:lnTo>
                  <a:lnTo>
                    <a:pt x="6656857" y="0"/>
                  </a:lnTo>
                  <a:lnTo>
                    <a:pt x="6656001" y="0"/>
                  </a:lnTo>
                  <a:lnTo>
                    <a:pt x="6655146" y="0"/>
                  </a:lnTo>
                  <a:lnTo>
                    <a:pt x="6654290" y="0"/>
                  </a:lnTo>
                  <a:lnTo>
                    <a:pt x="6653435" y="0"/>
                  </a:lnTo>
                  <a:lnTo>
                    <a:pt x="6652579" y="0"/>
                  </a:lnTo>
                  <a:lnTo>
                    <a:pt x="6651723" y="0"/>
                  </a:lnTo>
                  <a:lnTo>
                    <a:pt x="6650868" y="0"/>
                  </a:lnTo>
                  <a:lnTo>
                    <a:pt x="6650012" y="0"/>
                  </a:lnTo>
                  <a:lnTo>
                    <a:pt x="6649157" y="0"/>
                  </a:lnTo>
                  <a:lnTo>
                    <a:pt x="6648301" y="0"/>
                  </a:lnTo>
                  <a:lnTo>
                    <a:pt x="6647446" y="0"/>
                  </a:lnTo>
                  <a:lnTo>
                    <a:pt x="6646590" y="0"/>
                  </a:lnTo>
                  <a:lnTo>
                    <a:pt x="6645735" y="0"/>
                  </a:lnTo>
                  <a:lnTo>
                    <a:pt x="6644879" y="0"/>
                  </a:lnTo>
                  <a:lnTo>
                    <a:pt x="6644024" y="0"/>
                  </a:lnTo>
                  <a:lnTo>
                    <a:pt x="6643168" y="0"/>
                  </a:lnTo>
                  <a:lnTo>
                    <a:pt x="6642313" y="0"/>
                  </a:lnTo>
                  <a:lnTo>
                    <a:pt x="6641457" y="0"/>
                  </a:lnTo>
                  <a:lnTo>
                    <a:pt x="6640602" y="0"/>
                  </a:lnTo>
                  <a:lnTo>
                    <a:pt x="6639746" y="0"/>
                  </a:lnTo>
                  <a:lnTo>
                    <a:pt x="6638891" y="0"/>
                  </a:lnTo>
                  <a:lnTo>
                    <a:pt x="6638035" y="0"/>
                  </a:lnTo>
                  <a:lnTo>
                    <a:pt x="6637180" y="0"/>
                  </a:lnTo>
                  <a:lnTo>
                    <a:pt x="6636324" y="0"/>
                  </a:lnTo>
                  <a:lnTo>
                    <a:pt x="6635468" y="0"/>
                  </a:lnTo>
                  <a:lnTo>
                    <a:pt x="6634613" y="0"/>
                  </a:lnTo>
                  <a:lnTo>
                    <a:pt x="6633757" y="0"/>
                  </a:lnTo>
                  <a:lnTo>
                    <a:pt x="6632902" y="0"/>
                  </a:lnTo>
                  <a:lnTo>
                    <a:pt x="6632046" y="0"/>
                  </a:lnTo>
                  <a:lnTo>
                    <a:pt x="6631191" y="0"/>
                  </a:lnTo>
                  <a:lnTo>
                    <a:pt x="6630335" y="0"/>
                  </a:lnTo>
                  <a:lnTo>
                    <a:pt x="6629480" y="0"/>
                  </a:lnTo>
                  <a:lnTo>
                    <a:pt x="6628624" y="0"/>
                  </a:lnTo>
                  <a:lnTo>
                    <a:pt x="6627769" y="0"/>
                  </a:lnTo>
                  <a:lnTo>
                    <a:pt x="6626913" y="0"/>
                  </a:lnTo>
                  <a:lnTo>
                    <a:pt x="6626058" y="0"/>
                  </a:lnTo>
                  <a:lnTo>
                    <a:pt x="6625202" y="0"/>
                  </a:lnTo>
                  <a:lnTo>
                    <a:pt x="6624347" y="0"/>
                  </a:lnTo>
                  <a:lnTo>
                    <a:pt x="6623491" y="0"/>
                  </a:lnTo>
                  <a:lnTo>
                    <a:pt x="6622636" y="0"/>
                  </a:lnTo>
                  <a:lnTo>
                    <a:pt x="6621780" y="0"/>
                  </a:lnTo>
                  <a:lnTo>
                    <a:pt x="6620925" y="0"/>
                  </a:lnTo>
                  <a:lnTo>
                    <a:pt x="6620069" y="0"/>
                  </a:lnTo>
                  <a:lnTo>
                    <a:pt x="6619213" y="0"/>
                  </a:lnTo>
                  <a:lnTo>
                    <a:pt x="6618358" y="0"/>
                  </a:lnTo>
                  <a:lnTo>
                    <a:pt x="6617502" y="0"/>
                  </a:lnTo>
                  <a:lnTo>
                    <a:pt x="6616647" y="0"/>
                  </a:lnTo>
                  <a:lnTo>
                    <a:pt x="6615791" y="0"/>
                  </a:lnTo>
                  <a:lnTo>
                    <a:pt x="6614936" y="0"/>
                  </a:lnTo>
                  <a:lnTo>
                    <a:pt x="6614080" y="0"/>
                  </a:lnTo>
                  <a:lnTo>
                    <a:pt x="6613225" y="0"/>
                  </a:lnTo>
                  <a:lnTo>
                    <a:pt x="6612369" y="0"/>
                  </a:lnTo>
                  <a:lnTo>
                    <a:pt x="6611514" y="0"/>
                  </a:lnTo>
                  <a:lnTo>
                    <a:pt x="6610658" y="0"/>
                  </a:lnTo>
                  <a:lnTo>
                    <a:pt x="6609803" y="0"/>
                  </a:lnTo>
                  <a:lnTo>
                    <a:pt x="6608947" y="0"/>
                  </a:lnTo>
                  <a:lnTo>
                    <a:pt x="6608092" y="0"/>
                  </a:lnTo>
                  <a:lnTo>
                    <a:pt x="6607236" y="0"/>
                  </a:lnTo>
                  <a:lnTo>
                    <a:pt x="6606381" y="0"/>
                  </a:lnTo>
                  <a:lnTo>
                    <a:pt x="6605525" y="0"/>
                  </a:lnTo>
                  <a:lnTo>
                    <a:pt x="6604670" y="0"/>
                  </a:lnTo>
                  <a:lnTo>
                    <a:pt x="6603814" y="0"/>
                  </a:lnTo>
                  <a:lnTo>
                    <a:pt x="6602958" y="0"/>
                  </a:lnTo>
                  <a:lnTo>
                    <a:pt x="6602103" y="0"/>
                  </a:lnTo>
                  <a:lnTo>
                    <a:pt x="6601247" y="0"/>
                  </a:lnTo>
                  <a:lnTo>
                    <a:pt x="6600392" y="0"/>
                  </a:lnTo>
                  <a:lnTo>
                    <a:pt x="6599536" y="0"/>
                  </a:lnTo>
                  <a:lnTo>
                    <a:pt x="6598681" y="0"/>
                  </a:lnTo>
                  <a:lnTo>
                    <a:pt x="6597825" y="0"/>
                  </a:lnTo>
                  <a:lnTo>
                    <a:pt x="6596970" y="0"/>
                  </a:lnTo>
                  <a:lnTo>
                    <a:pt x="6596114" y="0"/>
                  </a:lnTo>
                  <a:lnTo>
                    <a:pt x="6595259" y="0"/>
                  </a:lnTo>
                  <a:lnTo>
                    <a:pt x="6594403" y="0"/>
                  </a:lnTo>
                  <a:lnTo>
                    <a:pt x="6593548" y="0"/>
                  </a:lnTo>
                  <a:lnTo>
                    <a:pt x="6592692" y="0"/>
                  </a:lnTo>
                  <a:lnTo>
                    <a:pt x="6591837" y="0"/>
                  </a:lnTo>
                  <a:lnTo>
                    <a:pt x="6590981" y="0"/>
                  </a:lnTo>
                  <a:lnTo>
                    <a:pt x="6590126" y="0"/>
                  </a:lnTo>
                  <a:lnTo>
                    <a:pt x="6589270" y="0"/>
                  </a:lnTo>
                  <a:lnTo>
                    <a:pt x="6588414" y="0"/>
                  </a:lnTo>
                  <a:lnTo>
                    <a:pt x="6587559" y="0"/>
                  </a:lnTo>
                  <a:lnTo>
                    <a:pt x="6586703" y="0"/>
                  </a:lnTo>
                  <a:lnTo>
                    <a:pt x="6585848" y="0"/>
                  </a:lnTo>
                  <a:lnTo>
                    <a:pt x="6584992" y="0"/>
                  </a:lnTo>
                  <a:lnTo>
                    <a:pt x="6584137" y="0"/>
                  </a:lnTo>
                  <a:lnTo>
                    <a:pt x="6583281" y="0"/>
                  </a:lnTo>
                  <a:lnTo>
                    <a:pt x="6582426" y="0"/>
                  </a:lnTo>
                  <a:lnTo>
                    <a:pt x="6581570" y="0"/>
                  </a:lnTo>
                  <a:lnTo>
                    <a:pt x="6580715" y="0"/>
                  </a:lnTo>
                  <a:lnTo>
                    <a:pt x="6579859" y="0"/>
                  </a:lnTo>
                  <a:lnTo>
                    <a:pt x="6579004" y="0"/>
                  </a:lnTo>
                  <a:lnTo>
                    <a:pt x="6578148" y="0"/>
                  </a:lnTo>
                  <a:lnTo>
                    <a:pt x="6577293" y="0"/>
                  </a:lnTo>
                  <a:lnTo>
                    <a:pt x="6576437" y="0"/>
                  </a:lnTo>
                  <a:lnTo>
                    <a:pt x="6575582" y="0"/>
                  </a:lnTo>
                  <a:lnTo>
                    <a:pt x="6574726" y="0"/>
                  </a:lnTo>
                  <a:lnTo>
                    <a:pt x="6573871" y="0"/>
                  </a:lnTo>
                  <a:lnTo>
                    <a:pt x="6573015" y="0"/>
                  </a:lnTo>
                  <a:lnTo>
                    <a:pt x="6572159" y="0"/>
                  </a:lnTo>
                  <a:lnTo>
                    <a:pt x="6571304" y="0"/>
                  </a:lnTo>
                  <a:lnTo>
                    <a:pt x="6570448" y="0"/>
                  </a:lnTo>
                  <a:lnTo>
                    <a:pt x="6569593" y="0"/>
                  </a:lnTo>
                  <a:lnTo>
                    <a:pt x="6568737" y="0"/>
                  </a:lnTo>
                  <a:lnTo>
                    <a:pt x="6567882" y="0"/>
                  </a:lnTo>
                  <a:lnTo>
                    <a:pt x="6567026" y="0"/>
                  </a:lnTo>
                  <a:lnTo>
                    <a:pt x="6566171" y="0"/>
                  </a:lnTo>
                  <a:lnTo>
                    <a:pt x="6565315" y="0"/>
                  </a:lnTo>
                  <a:lnTo>
                    <a:pt x="6564460" y="0"/>
                  </a:lnTo>
                  <a:lnTo>
                    <a:pt x="6563604" y="0"/>
                  </a:lnTo>
                  <a:lnTo>
                    <a:pt x="6562749" y="0"/>
                  </a:lnTo>
                  <a:lnTo>
                    <a:pt x="6561893" y="0"/>
                  </a:lnTo>
                  <a:lnTo>
                    <a:pt x="6561038" y="0"/>
                  </a:lnTo>
                  <a:lnTo>
                    <a:pt x="6560182" y="0"/>
                  </a:lnTo>
                  <a:lnTo>
                    <a:pt x="6559327" y="0"/>
                  </a:lnTo>
                  <a:lnTo>
                    <a:pt x="6558471" y="0"/>
                  </a:lnTo>
                  <a:lnTo>
                    <a:pt x="6557616" y="0"/>
                  </a:lnTo>
                  <a:lnTo>
                    <a:pt x="6556760" y="0"/>
                  </a:lnTo>
                  <a:lnTo>
                    <a:pt x="6555904" y="0"/>
                  </a:lnTo>
                  <a:lnTo>
                    <a:pt x="6555049" y="0"/>
                  </a:lnTo>
                  <a:lnTo>
                    <a:pt x="6554193" y="0"/>
                  </a:lnTo>
                  <a:lnTo>
                    <a:pt x="6553338" y="0"/>
                  </a:lnTo>
                  <a:lnTo>
                    <a:pt x="6552482" y="0"/>
                  </a:lnTo>
                  <a:lnTo>
                    <a:pt x="6551627" y="0"/>
                  </a:lnTo>
                  <a:lnTo>
                    <a:pt x="6550771" y="0"/>
                  </a:lnTo>
                  <a:lnTo>
                    <a:pt x="6549916" y="0"/>
                  </a:lnTo>
                  <a:lnTo>
                    <a:pt x="6549060" y="0"/>
                  </a:lnTo>
                  <a:lnTo>
                    <a:pt x="6548205" y="0"/>
                  </a:lnTo>
                  <a:lnTo>
                    <a:pt x="6547349" y="0"/>
                  </a:lnTo>
                  <a:lnTo>
                    <a:pt x="6546494" y="0"/>
                  </a:lnTo>
                  <a:lnTo>
                    <a:pt x="6545638" y="0"/>
                  </a:lnTo>
                  <a:lnTo>
                    <a:pt x="6544783" y="0"/>
                  </a:lnTo>
                  <a:lnTo>
                    <a:pt x="6543927" y="0"/>
                  </a:lnTo>
                  <a:lnTo>
                    <a:pt x="6543072" y="0"/>
                  </a:lnTo>
                  <a:lnTo>
                    <a:pt x="6542216" y="0"/>
                  </a:lnTo>
                  <a:lnTo>
                    <a:pt x="6541360" y="0"/>
                  </a:lnTo>
                  <a:lnTo>
                    <a:pt x="6540505" y="0"/>
                  </a:lnTo>
                  <a:lnTo>
                    <a:pt x="6539649" y="0"/>
                  </a:lnTo>
                  <a:lnTo>
                    <a:pt x="6538794" y="0"/>
                  </a:lnTo>
                  <a:lnTo>
                    <a:pt x="6537938" y="0"/>
                  </a:lnTo>
                  <a:lnTo>
                    <a:pt x="6537083" y="0"/>
                  </a:lnTo>
                  <a:lnTo>
                    <a:pt x="6536227" y="0"/>
                  </a:lnTo>
                  <a:lnTo>
                    <a:pt x="6535372" y="0"/>
                  </a:lnTo>
                  <a:lnTo>
                    <a:pt x="6534516" y="0"/>
                  </a:lnTo>
                  <a:lnTo>
                    <a:pt x="6533661" y="0"/>
                  </a:lnTo>
                  <a:lnTo>
                    <a:pt x="6532805" y="0"/>
                  </a:lnTo>
                  <a:lnTo>
                    <a:pt x="6531950" y="0"/>
                  </a:lnTo>
                  <a:lnTo>
                    <a:pt x="6531094" y="0"/>
                  </a:lnTo>
                  <a:lnTo>
                    <a:pt x="6530239" y="0"/>
                  </a:lnTo>
                  <a:lnTo>
                    <a:pt x="6529383" y="0"/>
                  </a:lnTo>
                  <a:lnTo>
                    <a:pt x="6528528" y="0"/>
                  </a:lnTo>
                  <a:lnTo>
                    <a:pt x="6527672" y="0"/>
                  </a:lnTo>
                  <a:lnTo>
                    <a:pt x="6526817" y="0"/>
                  </a:lnTo>
                  <a:lnTo>
                    <a:pt x="6525961" y="0"/>
                  </a:lnTo>
                  <a:lnTo>
                    <a:pt x="6525105" y="0"/>
                  </a:lnTo>
                  <a:lnTo>
                    <a:pt x="6524250" y="0"/>
                  </a:lnTo>
                  <a:lnTo>
                    <a:pt x="6523394" y="0"/>
                  </a:lnTo>
                  <a:lnTo>
                    <a:pt x="6522539" y="0"/>
                  </a:lnTo>
                  <a:lnTo>
                    <a:pt x="6521683" y="0"/>
                  </a:lnTo>
                  <a:lnTo>
                    <a:pt x="6520828" y="0"/>
                  </a:lnTo>
                  <a:lnTo>
                    <a:pt x="6519972" y="0"/>
                  </a:lnTo>
                  <a:lnTo>
                    <a:pt x="6519117" y="0"/>
                  </a:lnTo>
                  <a:lnTo>
                    <a:pt x="6518261" y="0"/>
                  </a:lnTo>
                  <a:lnTo>
                    <a:pt x="6517406" y="0"/>
                  </a:lnTo>
                  <a:lnTo>
                    <a:pt x="6516550" y="0"/>
                  </a:lnTo>
                  <a:lnTo>
                    <a:pt x="6515695" y="0"/>
                  </a:lnTo>
                  <a:lnTo>
                    <a:pt x="6514839" y="0"/>
                  </a:lnTo>
                  <a:lnTo>
                    <a:pt x="6513984" y="0"/>
                  </a:lnTo>
                  <a:lnTo>
                    <a:pt x="6513128" y="0"/>
                  </a:lnTo>
                  <a:lnTo>
                    <a:pt x="6512273" y="0"/>
                  </a:lnTo>
                  <a:lnTo>
                    <a:pt x="6511417" y="0"/>
                  </a:lnTo>
                  <a:lnTo>
                    <a:pt x="6510562" y="0"/>
                  </a:lnTo>
                  <a:lnTo>
                    <a:pt x="6509706" y="0"/>
                  </a:lnTo>
                  <a:lnTo>
                    <a:pt x="6508850" y="0"/>
                  </a:lnTo>
                  <a:lnTo>
                    <a:pt x="6507995" y="0"/>
                  </a:lnTo>
                  <a:lnTo>
                    <a:pt x="6507139" y="0"/>
                  </a:lnTo>
                  <a:lnTo>
                    <a:pt x="6506284" y="0"/>
                  </a:lnTo>
                  <a:lnTo>
                    <a:pt x="6505428" y="0"/>
                  </a:lnTo>
                  <a:lnTo>
                    <a:pt x="6504573" y="0"/>
                  </a:lnTo>
                  <a:lnTo>
                    <a:pt x="6503717" y="0"/>
                  </a:lnTo>
                  <a:lnTo>
                    <a:pt x="6502862" y="0"/>
                  </a:lnTo>
                  <a:lnTo>
                    <a:pt x="6502006" y="0"/>
                  </a:lnTo>
                  <a:lnTo>
                    <a:pt x="6501151" y="0"/>
                  </a:lnTo>
                  <a:lnTo>
                    <a:pt x="6500295" y="0"/>
                  </a:lnTo>
                  <a:lnTo>
                    <a:pt x="6499440" y="0"/>
                  </a:lnTo>
                  <a:lnTo>
                    <a:pt x="6498584" y="0"/>
                  </a:lnTo>
                  <a:lnTo>
                    <a:pt x="6497729" y="0"/>
                  </a:lnTo>
                  <a:lnTo>
                    <a:pt x="6496873" y="0"/>
                  </a:lnTo>
                  <a:lnTo>
                    <a:pt x="6496018" y="0"/>
                  </a:lnTo>
                  <a:lnTo>
                    <a:pt x="6495162" y="0"/>
                  </a:lnTo>
                  <a:lnTo>
                    <a:pt x="6494306" y="0"/>
                  </a:lnTo>
                  <a:lnTo>
                    <a:pt x="6493451" y="0"/>
                  </a:lnTo>
                  <a:lnTo>
                    <a:pt x="6492595" y="0"/>
                  </a:lnTo>
                  <a:lnTo>
                    <a:pt x="6491740" y="0"/>
                  </a:lnTo>
                  <a:lnTo>
                    <a:pt x="6490884" y="0"/>
                  </a:lnTo>
                  <a:lnTo>
                    <a:pt x="6490029" y="0"/>
                  </a:lnTo>
                  <a:lnTo>
                    <a:pt x="6489173" y="0"/>
                  </a:lnTo>
                  <a:lnTo>
                    <a:pt x="6488318" y="0"/>
                  </a:lnTo>
                  <a:lnTo>
                    <a:pt x="6487462" y="0"/>
                  </a:lnTo>
                  <a:lnTo>
                    <a:pt x="6486607" y="0"/>
                  </a:lnTo>
                  <a:lnTo>
                    <a:pt x="6485751" y="0"/>
                  </a:lnTo>
                  <a:lnTo>
                    <a:pt x="6484896" y="0"/>
                  </a:lnTo>
                  <a:lnTo>
                    <a:pt x="6484040" y="0"/>
                  </a:lnTo>
                  <a:lnTo>
                    <a:pt x="6483185" y="0"/>
                  </a:lnTo>
                  <a:lnTo>
                    <a:pt x="6482329" y="0"/>
                  </a:lnTo>
                  <a:lnTo>
                    <a:pt x="6481474" y="0"/>
                  </a:lnTo>
                  <a:lnTo>
                    <a:pt x="6480618" y="0"/>
                  </a:lnTo>
                  <a:lnTo>
                    <a:pt x="6479763" y="0"/>
                  </a:lnTo>
                  <a:lnTo>
                    <a:pt x="6478907" y="0"/>
                  </a:lnTo>
                  <a:lnTo>
                    <a:pt x="6478051" y="0"/>
                  </a:lnTo>
                  <a:lnTo>
                    <a:pt x="6477196" y="0"/>
                  </a:lnTo>
                  <a:lnTo>
                    <a:pt x="6476340" y="0"/>
                  </a:lnTo>
                  <a:lnTo>
                    <a:pt x="6475485" y="0"/>
                  </a:lnTo>
                  <a:lnTo>
                    <a:pt x="6474629" y="0"/>
                  </a:lnTo>
                  <a:lnTo>
                    <a:pt x="6473774" y="0"/>
                  </a:lnTo>
                  <a:lnTo>
                    <a:pt x="6472918" y="0"/>
                  </a:lnTo>
                  <a:lnTo>
                    <a:pt x="6472063" y="0"/>
                  </a:lnTo>
                  <a:lnTo>
                    <a:pt x="6471207" y="0"/>
                  </a:lnTo>
                  <a:lnTo>
                    <a:pt x="6470352" y="0"/>
                  </a:lnTo>
                  <a:lnTo>
                    <a:pt x="6469496" y="0"/>
                  </a:lnTo>
                  <a:lnTo>
                    <a:pt x="6468641" y="0"/>
                  </a:lnTo>
                  <a:lnTo>
                    <a:pt x="6467785" y="0"/>
                  </a:lnTo>
                  <a:lnTo>
                    <a:pt x="6466930" y="0"/>
                  </a:lnTo>
                  <a:lnTo>
                    <a:pt x="6466074" y="0"/>
                  </a:lnTo>
                  <a:lnTo>
                    <a:pt x="6465219" y="0"/>
                  </a:lnTo>
                  <a:lnTo>
                    <a:pt x="6464363" y="0"/>
                  </a:lnTo>
                  <a:lnTo>
                    <a:pt x="6463508" y="0"/>
                  </a:lnTo>
                  <a:lnTo>
                    <a:pt x="6462652" y="0"/>
                  </a:lnTo>
                  <a:lnTo>
                    <a:pt x="6461796" y="0"/>
                  </a:lnTo>
                  <a:lnTo>
                    <a:pt x="6460941" y="0"/>
                  </a:lnTo>
                  <a:lnTo>
                    <a:pt x="6460085" y="0"/>
                  </a:lnTo>
                  <a:lnTo>
                    <a:pt x="6459230" y="0"/>
                  </a:lnTo>
                  <a:lnTo>
                    <a:pt x="6458374" y="0"/>
                  </a:lnTo>
                  <a:lnTo>
                    <a:pt x="6457519" y="0"/>
                  </a:lnTo>
                  <a:lnTo>
                    <a:pt x="6456663" y="0"/>
                  </a:lnTo>
                  <a:lnTo>
                    <a:pt x="6455808" y="0"/>
                  </a:lnTo>
                  <a:lnTo>
                    <a:pt x="6454952" y="0"/>
                  </a:lnTo>
                  <a:lnTo>
                    <a:pt x="6454097" y="0"/>
                  </a:lnTo>
                  <a:lnTo>
                    <a:pt x="6453241" y="0"/>
                  </a:lnTo>
                  <a:lnTo>
                    <a:pt x="6452386" y="0"/>
                  </a:lnTo>
                  <a:lnTo>
                    <a:pt x="6451530" y="0"/>
                  </a:lnTo>
                  <a:lnTo>
                    <a:pt x="6450675" y="0"/>
                  </a:lnTo>
                  <a:lnTo>
                    <a:pt x="6449819" y="0"/>
                  </a:lnTo>
                  <a:lnTo>
                    <a:pt x="6448964" y="0"/>
                  </a:lnTo>
                  <a:lnTo>
                    <a:pt x="6448108" y="0"/>
                  </a:lnTo>
                  <a:lnTo>
                    <a:pt x="6447252" y="0"/>
                  </a:lnTo>
                  <a:lnTo>
                    <a:pt x="6446397" y="0"/>
                  </a:lnTo>
                  <a:lnTo>
                    <a:pt x="6445541" y="0"/>
                  </a:lnTo>
                  <a:lnTo>
                    <a:pt x="6444686" y="0"/>
                  </a:lnTo>
                  <a:lnTo>
                    <a:pt x="6443830" y="0"/>
                  </a:lnTo>
                  <a:lnTo>
                    <a:pt x="6442975" y="0"/>
                  </a:lnTo>
                  <a:lnTo>
                    <a:pt x="6442119" y="0"/>
                  </a:lnTo>
                  <a:lnTo>
                    <a:pt x="6441264" y="0"/>
                  </a:lnTo>
                  <a:lnTo>
                    <a:pt x="6440408" y="0"/>
                  </a:lnTo>
                  <a:lnTo>
                    <a:pt x="6439553" y="0"/>
                  </a:lnTo>
                  <a:lnTo>
                    <a:pt x="6438697" y="0"/>
                  </a:lnTo>
                  <a:lnTo>
                    <a:pt x="6437842" y="0"/>
                  </a:lnTo>
                  <a:lnTo>
                    <a:pt x="6436986" y="0"/>
                  </a:lnTo>
                  <a:lnTo>
                    <a:pt x="6436131" y="0"/>
                  </a:lnTo>
                  <a:lnTo>
                    <a:pt x="6435275" y="0"/>
                  </a:lnTo>
                  <a:lnTo>
                    <a:pt x="6434420" y="0"/>
                  </a:lnTo>
                  <a:lnTo>
                    <a:pt x="6433564" y="0"/>
                  </a:lnTo>
                  <a:lnTo>
                    <a:pt x="6432709" y="0"/>
                  </a:lnTo>
                  <a:lnTo>
                    <a:pt x="6431853" y="0"/>
                  </a:lnTo>
                  <a:lnTo>
                    <a:pt x="6430997" y="0"/>
                  </a:lnTo>
                  <a:lnTo>
                    <a:pt x="6430142" y="0"/>
                  </a:lnTo>
                  <a:lnTo>
                    <a:pt x="6429286" y="0"/>
                  </a:lnTo>
                  <a:lnTo>
                    <a:pt x="6428431" y="0"/>
                  </a:lnTo>
                  <a:lnTo>
                    <a:pt x="6427575" y="0"/>
                  </a:lnTo>
                  <a:lnTo>
                    <a:pt x="6426720" y="0"/>
                  </a:lnTo>
                  <a:lnTo>
                    <a:pt x="6425864" y="0"/>
                  </a:lnTo>
                  <a:lnTo>
                    <a:pt x="6425009" y="0"/>
                  </a:lnTo>
                  <a:lnTo>
                    <a:pt x="6424153" y="0"/>
                  </a:lnTo>
                  <a:lnTo>
                    <a:pt x="6423298" y="0"/>
                  </a:lnTo>
                  <a:lnTo>
                    <a:pt x="6422442" y="0"/>
                  </a:lnTo>
                  <a:lnTo>
                    <a:pt x="6421587" y="0"/>
                  </a:lnTo>
                  <a:lnTo>
                    <a:pt x="6420731" y="0"/>
                  </a:lnTo>
                  <a:lnTo>
                    <a:pt x="6419876" y="0"/>
                  </a:lnTo>
                  <a:lnTo>
                    <a:pt x="6419020" y="0"/>
                  </a:lnTo>
                  <a:lnTo>
                    <a:pt x="6418165" y="0"/>
                  </a:lnTo>
                  <a:lnTo>
                    <a:pt x="6417309" y="0"/>
                  </a:lnTo>
                  <a:lnTo>
                    <a:pt x="6416454" y="0"/>
                  </a:lnTo>
                  <a:lnTo>
                    <a:pt x="6415598" y="0"/>
                  </a:lnTo>
                  <a:lnTo>
                    <a:pt x="6414742" y="0"/>
                  </a:lnTo>
                  <a:lnTo>
                    <a:pt x="6413887" y="0"/>
                  </a:lnTo>
                  <a:lnTo>
                    <a:pt x="6413031" y="0"/>
                  </a:lnTo>
                  <a:lnTo>
                    <a:pt x="6412176" y="0"/>
                  </a:lnTo>
                  <a:lnTo>
                    <a:pt x="6411320" y="0"/>
                  </a:lnTo>
                  <a:lnTo>
                    <a:pt x="6410465" y="0"/>
                  </a:lnTo>
                  <a:lnTo>
                    <a:pt x="6409609" y="0"/>
                  </a:lnTo>
                  <a:lnTo>
                    <a:pt x="6408754" y="0"/>
                  </a:lnTo>
                  <a:lnTo>
                    <a:pt x="6407898" y="0"/>
                  </a:lnTo>
                  <a:lnTo>
                    <a:pt x="6407043" y="0"/>
                  </a:lnTo>
                  <a:lnTo>
                    <a:pt x="6406187" y="0"/>
                  </a:lnTo>
                  <a:lnTo>
                    <a:pt x="6405332" y="0"/>
                  </a:lnTo>
                  <a:lnTo>
                    <a:pt x="6404476" y="0"/>
                  </a:lnTo>
                  <a:lnTo>
                    <a:pt x="6403621" y="0"/>
                  </a:lnTo>
                  <a:lnTo>
                    <a:pt x="6402765" y="0"/>
                  </a:lnTo>
                  <a:lnTo>
                    <a:pt x="6401910" y="0"/>
                  </a:lnTo>
                  <a:lnTo>
                    <a:pt x="6401054" y="0"/>
                  </a:lnTo>
                  <a:lnTo>
                    <a:pt x="6400199" y="0"/>
                  </a:lnTo>
                  <a:lnTo>
                    <a:pt x="6399343" y="0"/>
                  </a:lnTo>
                  <a:lnTo>
                    <a:pt x="6398487" y="0"/>
                  </a:lnTo>
                  <a:lnTo>
                    <a:pt x="6397632" y="0"/>
                  </a:lnTo>
                  <a:lnTo>
                    <a:pt x="6396776" y="0"/>
                  </a:lnTo>
                  <a:lnTo>
                    <a:pt x="6395921" y="0"/>
                  </a:lnTo>
                  <a:lnTo>
                    <a:pt x="6395065" y="0"/>
                  </a:lnTo>
                  <a:lnTo>
                    <a:pt x="6394210" y="0"/>
                  </a:lnTo>
                  <a:lnTo>
                    <a:pt x="6393354" y="0"/>
                  </a:lnTo>
                  <a:lnTo>
                    <a:pt x="6392499" y="0"/>
                  </a:lnTo>
                  <a:lnTo>
                    <a:pt x="6391643" y="0"/>
                  </a:lnTo>
                  <a:lnTo>
                    <a:pt x="6390788" y="0"/>
                  </a:lnTo>
                  <a:lnTo>
                    <a:pt x="6389932" y="0"/>
                  </a:lnTo>
                  <a:lnTo>
                    <a:pt x="6389077" y="0"/>
                  </a:lnTo>
                  <a:lnTo>
                    <a:pt x="6388221" y="0"/>
                  </a:lnTo>
                  <a:lnTo>
                    <a:pt x="6387366" y="0"/>
                  </a:lnTo>
                  <a:lnTo>
                    <a:pt x="6386510" y="0"/>
                  </a:lnTo>
                  <a:lnTo>
                    <a:pt x="6385655" y="0"/>
                  </a:lnTo>
                  <a:lnTo>
                    <a:pt x="6384799" y="0"/>
                  </a:lnTo>
                  <a:lnTo>
                    <a:pt x="6383943" y="0"/>
                  </a:lnTo>
                  <a:lnTo>
                    <a:pt x="6383088" y="0"/>
                  </a:lnTo>
                  <a:lnTo>
                    <a:pt x="6382232" y="0"/>
                  </a:lnTo>
                  <a:lnTo>
                    <a:pt x="6381377" y="0"/>
                  </a:lnTo>
                  <a:lnTo>
                    <a:pt x="6380521" y="0"/>
                  </a:lnTo>
                  <a:lnTo>
                    <a:pt x="6379666" y="0"/>
                  </a:lnTo>
                  <a:lnTo>
                    <a:pt x="6378810" y="0"/>
                  </a:lnTo>
                  <a:lnTo>
                    <a:pt x="6377955" y="0"/>
                  </a:lnTo>
                  <a:lnTo>
                    <a:pt x="6377099" y="0"/>
                  </a:lnTo>
                  <a:lnTo>
                    <a:pt x="6376244" y="0"/>
                  </a:lnTo>
                  <a:lnTo>
                    <a:pt x="6375388" y="0"/>
                  </a:lnTo>
                  <a:lnTo>
                    <a:pt x="6374533" y="0"/>
                  </a:lnTo>
                  <a:lnTo>
                    <a:pt x="6373677" y="0"/>
                  </a:lnTo>
                  <a:lnTo>
                    <a:pt x="6372822" y="0"/>
                  </a:lnTo>
                  <a:lnTo>
                    <a:pt x="6371966" y="0"/>
                  </a:lnTo>
                  <a:lnTo>
                    <a:pt x="6371111" y="0"/>
                  </a:lnTo>
                  <a:lnTo>
                    <a:pt x="6370255" y="0"/>
                  </a:lnTo>
                  <a:lnTo>
                    <a:pt x="6369400" y="0"/>
                  </a:lnTo>
                  <a:lnTo>
                    <a:pt x="6368544" y="0"/>
                  </a:lnTo>
                  <a:lnTo>
                    <a:pt x="6367688" y="0"/>
                  </a:lnTo>
                  <a:lnTo>
                    <a:pt x="6366833" y="0"/>
                  </a:lnTo>
                  <a:lnTo>
                    <a:pt x="6365977" y="0"/>
                  </a:lnTo>
                  <a:lnTo>
                    <a:pt x="6365122" y="0"/>
                  </a:lnTo>
                  <a:lnTo>
                    <a:pt x="6364266" y="0"/>
                  </a:lnTo>
                  <a:lnTo>
                    <a:pt x="6363411" y="0"/>
                  </a:lnTo>
                  <a:lnTo>
                    <a:pt x="6362555" y="0"/>
                  </a:lnTo>
                  <a:lnTo>
                    <a:pt x="6361700" y="0"/>
                  </a:lnTo>
                  <a:lnTo>
                    <a:pt x="6360844" y="0"/>
                  </a:lnTo>
                  <a:lnTo>
                    <a:pt x="6359989" y="0"/>
                  </a:lnTo>
                  <a:lnTo>
                    <a:pt x="6359133" y="0"/>
                  </a:lnTo>
                  <a:lnTo>
                    <a:pt x="6358278" y="0"/>
                  </a:lnTo>
                  <a:lnTo>
                    <a:pt x="6357422" y="0"/>
                  </a:lnTo>
                  <a:lnTo>
                    <a:pt x="6356567" y="0"/>
                  </a:lnTo>
                  <a:lnTo>
                    <a:pt x="6355711" y="0"/>
                  </a:lnTo>
                  <a:lnTo>
                    <a:pt x="6354856" y="0"/>
                  </a:lnTo>
                  <a:lnTo>
                    <a:pt x="6354000" y="0"/>
                  </a:lnTo>
                  <a:lnTo>
                    <a:pt x="6353145" y="0"/>
                  </a:lnTo>
                  <a:lnTo>
                    <a:pt x="6352289" y="0"/>
                  </a:lnTo>
                  <a:lnTo>
                    <a:pt x="6351433" y="0"/>
                  </a:lnTo>
                  <a:lnTo>
                    <a:pt x="6350578" y="0"/>
                  </a:lnTo>
                  <a:lnTo>
                    <a:pt x="6349722" y="0"/>
                  </a:lnTo>
                  <a:lnTo>
                    <a:pt x="6348867" y="0"/>
                  </a:lnTo>
                  <a:lnTo>
                    <a:pt x="6348011" y="0"/>
                  </a:lnTo>
                  <a:lnTo>
                    <a:pt x="6347156" y="0"/>
                  </a:lnTo>
                  <a:lnTo>
                    <a:pt x="6346300" y="0"/>
                  </a:lnTo>
                  <a:lnTo>
                    <a:pt x="6345445" y="0"/>
                  </a:lnTo>
                  <a:lnTo>
                    <a:pt x="6344589" y="0"/>
                  </a:lnTo>
                  <a:lnTo>
                    <a:pt x="6343734" y="0"/>
                  </a:lnTo>
                  <a:lnTo>
                    <a:pt x="6342878" y="0"/>
                  </a:lnTo>
                  <a:lnTo>
                    <a:pt x="6342023" y="0"/>
                  </a:lnTo>
                  <a:lnTo>
                    <a:pt x="6341167" y="0"/>
                  </a:lnTo>
                  <a:lnTo>
                    <a:pt x="6340312" y="0"/>
                  </a:lnTo>
                  <a:lnTo>
                    <a:pt x="6339456" y="0"/>
                  </a:lnTo>
                  <a:lnTo>
                    <a:pt x="6338601" y="0"/>
                  </a:lnTo>
                  <a:lnTo>
                    <a:pt x="6337745" y="0"/>
                  </a:lnTo>
                  <a:lnTo>
                    <a:pt x="6336889" y="0"/>
                  </a:lnTo>
                  <a:lnTo>
                    <a:pt x="6336034" y="0"/>
                  </a:lnTo>
                  <a:lnTo>
                    <a:pt x="6335178" y="0"/>
                  </a:lnTo>
                  <a:lnTo>
                    <a:pt x="6334323" y="0"/>
                  </a:lnTo>
                  <a:lnTo>
                    <a:pt x="6333467" y="0"/>
                  </a:lnTo>
                  <a:lnTo>
                    <a:pt x="6332612" y="0"/>
                  </a:lnTo>
                  <a:lnTo>
                    <a:pt x="6331756" y="0"/>
                  </a:lnTo>
                  <a:lnTo>
                    <a:pt x="6330901" y="0"/>
                  </a:lnTo>
                  <a:lnTo>
                    <a:pt x="6330045" y="0"/>
                  </a:lnTo>
                  <a:lnTo>
                    <a:pt x="6329190" y="0"/>
                  </a:lnTo>
                  <a:lnTo>
                    <a:pt x="6328334" y="0"/>
                  </a:lnTo>
                  <a:lnTo>
                    <a:pt x="6327479" y="0"/>
                  </a:lnTo>
                  <a:lnTo>
                    <a:pt x="6326623" y="0"/>
                  </a:lnTo>
                  <a:lnTo>
                    <a:pt x="6325768" y="0"/>
                  </a:lnTo>
                  <a:lnTo>
                    <a:pt x="6324912" y="0"/>
                  </a:lnTo>
                  <a:lnTo>
                    <a:pt x="6324057" y="0"/>
                  </a:lnTo>
                  <a:lnTo>
                    <a:pt x="6323201" y="0"/>
                  </a:lnTo>
                  <a:lnTo>
                    <a:pt x="6322346" y="0"/>
                  </a:lnTo>
                  <a:lnTo>
                    <a:pt x="6321490" y="0"/>
                  </a:lnTo>
                  <a:lnTo>
                    <a:pt x="6320634" y="0"/>
                  </a:lnTo>
                  <a:lnTo>
                    <a:pt x="6319779" y="0"/>
                  </a:lnTo>
                  <a:lnTo>
                    <a:pt x="6318923" y="0"/>
                  </a:lnTo>
                  <a:lnTo>
                    <a:pt x="6318068" y="0"/>
                  </a:lnTo>
                  <a:lnTo>
                    <a:pt x="6317212" y="0"/>
                  </a:lnTo>
                  <a:lnTo>
                    <a:pt x="6316357" y="0"/>
                  </a:lnTo>
                  <a:lnTo>
                    <a:pt x="6315501" y="0"/>
                  </a:lnTo>
                  <a:lnTo>
                    <a:pt x="6314646" y="0"/>
                  </a:lnTo>
                  <a:lnTo>
                    <a:pt x="6313790" y="0"/>
                  </a:lnTo>
                  <a:lnTo>
                    <a:pt x="6312935" y="0"/>
                  </a:lnTo>
                  <a:lnTo>
                    <a:pt x="6312079" y="0"/>
                  </a:lnTo>
                  <a:lnTo>
                    <a:pt x="6311224" y="0"/>
                  </a:lnTo>
                  <a:lnTo>
                    <a:pt x="6310368" y="0"/>
                  </a:lnTo>
                  <a:lnTo>
                    <a:pt x="6309513" y="0"/>
                  </a:lnTo>
                  <a:lnTo>
                    <a:pt x="6308657" y="0"/>
                  </a:lnTo>
                  <a:lnTo>
                    <a:pt x="6307802" y="0"/>
                  </a:lnTo>
                  <a:lnTo>
                    <a:pt x="6306946" y="0"/>
                  </a:lnTo>
                  <a:lnTo>
                    <a:pt x="6306091" y="0"/>
                  </a:lnTo>
                  <a:lnTo>
                    <a:pt x="6305235" y="0"/>
                  </a:lnTo>
                  <a:lnTo>
                    <a:pt x="6304379" y="0"/>
                  </a:lnTo>
                  <a:lnTo>
                    <a:pt x="6303524" y="0"/>
                  </a:lnTo>
                  <a:lnTo>
                    <a:pt x="6302668" y="0"/>
                  </a:lnTo>
                  <a:lnTo>
                    <a:pt x="6301813" y="0"/>
                  </a:lnTo>
                  <a:lnTo>
                    <a:pt x="6300957" y="0"/>
                  </a:lnTo>
                  <a:lnTo>
                    <a:pt x="6300102" y="0"/>
                  </a:lnTo>
                  <a:lnTo>
                    <a:pt x="6299246" y="0"/>
                  </a:lnTo>
                  <a:lnTo>
                    <a:pt x="6298391" y="0"/>
                  </a:lnTo>
                  <a:lnTo>
                    <a:pt x="6297535" y="0"/>
                  </a:lnTo>
                  <a:lnTo>
                    <a:pt x="6296680" y="0"/>
                  </a:lnTo>
                  <a:lnTo>
                    <a:pt x="6295824" y="0"/>
                  </a:lnTo>
                  <a:lnTo>
                    <a:pt x="6294969" y="0"/>
                  </a:lnTo>
                  <a:lnTo>
                    <a:pt x="6294113" y="0"/>
                  </a:lnTo>
                  <a:lnTo>
                    <a:pt x="6293258" y="0"/>
                  </a:lnTo>
                  <a:lnTo>
                    <a:pt x="6292402" y="0"/>
                  </a:lnTo>
                  <a:lnTo>
                    <a:pt x="6291547" y="0"/>
                  </a:lnTo>
                  <a:lnTo>
                    <a:pt x="6290691" y="0"/>
                  </a:lnTo>
                  <a:lnTo>
                    <a:pt x="6289835" y="0"/>
                  </a:lnTo>
                  <a:lnTo>
                    <a:pt x="6288980" y="0"/>
                  </a:lnTo>
                  <a:lnTo>
                    <a:pt x="6288124" y="0"/>
                  </a:lnTo>
                  <a:lnTo>
                    <a:pt x="6287269" y="0"/>
                  </a:lnTo>
                  <a:lnTo>
                    <a:pt x="6286413" y="0"/>
                  </a:lnTo>
                  <a:lnTo>
                    <a:pt x="6285558" y="0"/>
                  </a:lnTo>
                  <a:lnTo>
                    <a:pt x="6284702" y="0"/>
                  </a:lnTo>
                  <a:lnTo>
                    <a:pt x="6283847" y="0"/>
                  </a:lnTo>
                  <a:lnTo>
                    <a:pt x="6282991" y="0"/>
                  </a:lnTo>
                  <a:lnTo>
                    <a:pt x="6282136" y="0"/>
                  </a:lnTo>
                  <a:lnTo>
                    <a:pt x="6281280" y="0"/>
                  </a:lnTo>
                  <a:lnTo>
                    <a:pt x="6280425" y="0"/>
                  </a:lnTo>
                  <a:lnTo>
                    <a:pt x="6279569" y="0"/>
                  </a:lnTo>
                  <a:lnTo>
                    <a:pt x="6278714" y="0"/>
                  </a:lnTo>
                  <a:lnTo>
                    <a:pt x="6277858" y="0"/>
                  </a:lnTo>
                  <a:lnTo>
                    <a:pt x="6277003" y="0"/>
                  </a:lnTo>
                  <a:lnTo>
                    <a:pt x="6276147" y="0"/>
                  </a:lnTo>
                  <a:lnTo>
                    <a:pt x="6275292" y="0"/>
                  </a:lnTo>
                  <a:lnTo>
                    <a:pt x="6274436" y="0"/>
                  </a:lnTo>
                  <a:lnTo>
                    <a:pt x="6273580" y="0"/>
                  </a:lnTo>
                  <a:lnTo>
                    <a:pt x="6272725" y="0"/>
                  </a:lnTo>
                  <a:lnTo>
                    <a:pt x="6271869" y="0"/>
                  </a:lnTo>
                  <a:lnTo>
                    <a:pt x="6271014" y="0"/>
                  </a:lnTo>
                  <a:lnTo>
                    <a:pt x="6270158" y="0"/>
                  </a:lnTo>
                  <a:lnTo>
                    <a:pt x="6269303" y="0"/>
                  </a:lnTo>
                  <a:lnTo>
                    <a:pt x="6268447" y="0"/>
                  </a:lnTo>
                  <a:lnTo>
                    <a:pt x="6267592" y="0"/>
                  </a:lnTo>
                  <a:lnTo>
                    <a:pt x="6266736" y="0"/>
                  </a:lnTo>
                  <a:lnTo>
                    <a:pt x="6265881" y="0"/>
                  </a:lnTo>
                  <a:lnTo>
                    <a:pt x="6265025" y="0"/>
                  </a:lnTo>
                  <a:lnTo>
                    <a:pt x="6264170" y="0"/>
                  </a:lnTo>
                  <a:lnTo>
                    <a:pt x="6263314" y="0"/>
                  </a:lnTo>
                  <a:lnTo>
                    <a:pt x="6262459" y="0"/>
                  </a:lnTo>
                  <a:lnTo>
                    <a:pt x="6261603" y="0"/>
                  </a:lnTo>
                  <a:lnTo>
                    <a:pt x="6260748" y="0"/>
                  </a:lnTo>
                  <a:lnTo>
                    <a:pt x="6259892" y="0"/>
                  </a:lnTo>
                  <a:lnTo>
                    <a:pt x="6259037" y="0"/>
                  </a:lnTo>
                  <a:lnTo>
                    <a:pt x="6258181" y="0"/>
                  </a:lnTo>
                  <a:lnTo>
                    <a:pt x="6257325" y="0"/>
                  </a:lnTo>
                  <a:lnTo>
                    <a:pt x="6256470" y="0"/>
                  </a:lnTo>
                  <a:lnTo>
                    <a:pt x="6255614" y="0"/>
                  </a:lnTo>
                  <a:lnTo>
                    <a:pt x="6254759" y="0"/>
                  </a:lnTo>
                  <a:lnTo>
                    <a:pt x="6253903" y="0"/>
                  </a:lnTo>
                  <a:lnTo>
                    <a:pt x="6253048" y="0"/>
                  </a:lnTo>
                  <a:lnTo>
                    <a:pt x="6252192" y="0"/>
                  </a:lnTo>
                  <a:lnTo>
                    <a:pt x="6251337" y="0"/>
                  </a:lnTo>
                  <a:lnTo>
                    <a:pt x="6250481" y="0"/>
                  </a:lnTo>
                  <a:lnTo>
                    <a:pt x="6249626" y="0"/>
                  </a:lnTo>
                  <a:lnTo>
                    <a:pt x="6248770" y="0"/>
                  </a:lnTo>
                  <a:lnTo>
                    <a:pt x="6247915" y="0"/>
                  </a:lnTo>
                  <a:lnTo>
                    <a:pt x="6247059" y="0"/>
                  </a:lnTo>
                  <a:lnTo>
                    <a:pt x="6246204" y="0"/>
                  </a:lnTo>
                  <a:lnTo>
                    <a:pt x="6245348" y="0"/>
                  </a:lnTo>
                  <a:lnTo>
                    <a:pt x="6244493" y="0"/>
                  </a:lnTo>
                  <a:lnTo>
                    <a:pt x="6243637" y="0"/>
                  </a:lnTo>
                  <a:lnTo>
                    <a:pt x="6242781" y="0"/>
                  </a:lnTo>
                  <a:lnTo>
                    <a:pt x="6241926" y="0"/>
                  </a:lnTo>
                  <a:lnTo>
                    <a:pt x="6241070" y="0"/>
                  </a:lnTo>
                  <a:lnTo>
                    <a:pt x="6240215" y="0"/>
                  </a:lnTo>
                  <a:lnTo>
                    <a:pt x="6239359" y="0"/>
                  </a:lnTo>
                  <a:lnTo>
                    <a:pt x="6238504" y="0"/>
                  </a:lnTo>
                  <a:lnTo>
                    <a:pt x="6237648" y="0"/>
                  </a:lnTo>
                  <a:lnTo>
                    <a:pt x="6236793" y="0"/>
                  </a:lnTo>
                  <a:lnTo>
                    <a:pt x="6235937" y="0"/>
                  </a:lnTo>
                  <a:lnTo>
                    <a:pt x="6235082" y="0"/>
                  </a:lnTo>
                  <a:lnTo>
                    <a:pt x="6234226" y="0"/>
                  </a:lnTo>
                  <a:lnTo>
                    <a:pt x="6233371" y="0"/>
                  </a:lnTo>
                  <a:lnTo>
                    <a:pt x="6232515" y="0"/>
                  </a:lnTo>
                  <a:lnTo>
                    <a:pt x="6231660" y="0"/>
                  </a:lnTo>
                  <a:lnTo>
                    <a:pt x="6230804" y="0"/>
                  </a:lnTo>
                  <a:lnTo>
                    <a:pt x="6229949" y="0"/>
                  </a:lnTo>
                  <a:lnTo>
                    <a:pt x="6229093" y="0"/>
                  </a:lnTo>
                  <a:lnTo>
                    <a:pt x="6228238" y="0"/>
                  </a:lnTo>
                  <a:lnTo>
                    <a:pt x="6227382" y="0"/>
                  </a:lnTo>
                  <a:lnTo>
                    <a:pt x="6226526" y="0"/>
                  </a:lnTo>
                  <a:lnTo>
                    <a:pt x="6225671" y="0"/>
                  </a:lnTo>
                  <a:lnTo>
                    <a:pt x="6224815" y="0"/>
                  </a:lnTo>
                  <a:lnTo>
                    <a:pt x="6223960" y="0"/>
                  </a:lnTo>
                  <a:lnTo>
                    <a:pt x="6223104" y="0"/>
                  </a:lnTo>
                  <a:lnTo>
                    <a:pt x="6222249" y="0"/>
                  </a:lnTo>
                  <a:lnTo>
                    <a:pt x="6221393" y="0"/>
                  </a:lnTo>
                  <a:lnTo>
                    <a:pt x="6220538" y="0"/>
                  </a:lnTo>
                  <a:lnTo>
                    <a:pt x="6219682" y="0"/>
                  </a:lnTo>
                  <a:lnTo>
                    <a:pt x="6218827" y="0"/>
                  </a:lnTo>
                  <a:lnTo>
                    <a:pt x="6217971" y="0"/>
                  </a:lnTo>
                  <a:lnTo>
                    <a:pt x="6217116" y="0"/>
                  </a:lnTo>
                  <a:lnTo>
                    <a:pt x="6216260" y="0"/>
                  </a:lnTo>
                  <a:lnTo>
                    <a:pt x="6215405" y="0"/>
                  </a:lnTo>
                  <a:lnTo>
                    <a:pt x="6214549" y="0"/>
                  </a:lnTo>
                  <a:lnTo>
                    <a:pt x="6213694" y="0"/>
                  </a:lnTo>
                  <a:lnTo>
                    <a:pt x="6212838" y="0"/>
                  </a:lnTo>
                  <a:lnTo>
                    <a:pt x="6211983" y="0"/>
                  </a:lnTo>
                  <a:lnTo>
                    <a:pt x="6211127" y="0"/>
                  </a:lnTo>
                  <a:lnTo>
                    <a:pt x="6210271" y="0"/>
                  </a:lnTo>
                  <a:lnTo>
                    <a:pt x="6209416" y="0"/>
                  </a:lnTo>
                  <a:lnTo>
                    <a:pt x="6208560" y="0"/>
                  </a:lnTo>
                  <a:lnTo>
                    <a:pt x="6207705" y="0"/>
                  </a:lnTo>
                  <a:lnTo>
                    <a:pt x="6206849" y="0"/>
                  </a:lnTo>
                  <a:lnTo>
                    <a:pt x="6205994" y="0"/>
                  </a:lnTo>
                  <a:lnTo>
                    <a:pt x="6205138" y="0"/>
                  </a:lnTo>
                  <a:lnTo>
                    <a:pt x="6204283" y="0"/>
                  </a:lnTo>
                  <a:lnTo>
                    <a:pt x="6203427" y="0"/>
                  </a:lnTo>
                  <a:lnTo>
                    <a:pt x="6202572" y="0"/>
                  </a:lnTo>
                  <a:lnTo>
                    <a:pt x="6201716" y="0"/>
                  </a:lnTo>
                  <a:lnTo>
                    <a:pt x="6200861" y="0"/>
                  </a:lnTo>
                  <a:lnTo>
                    <a:pt x="6200005" y="0"/>
                  </a:lnTo>
                  <a:lnTo>
                    <a:pt x="6199150" y="0"/>
                  </a:lnTo>
                  <a:lnTo>
                    <a:pt x="6198294" y="0"/>
                  </a:lnTo>
                  <a:lnTo>
                    <a:pt x="6197439" y="0"/>
                  </a:lnTo>
                  <a:lnTo>
                    <a:pt x="6196583" y="0"/>
                  </a:lnTo>
                  <a:lnTo>
                    <a:pt x="6195728" y="0"/>
                  </a:lnTo>
                  <a:lnTo>
                    <a:pt x="6194872" y="0"/>
                  </a:lnTo>
                  <a:lnTo>
                    <a:pt x="6194016" y="0"/>
                  </a:lnTo>
                  <a:lnTo>
                    <a:pt x="6193161" y="0"/>
                  </a:lnTo>
                  <a:lnTo>
                    <a:pt x="6192305" y="0"/>
                  </a:lnTo>
                  <a:lnTo>
                    <a:pt x="6191450" y="0"/>
                  </a:lnTo>
                  <a:lnTo>
                    <a:pt x="6190594" y="0"/>
                  </a:lnTo>
                  <a:lnTo>
                    <a:pt x="6189739" y="0"/>
                  </a:lnTo>
                  <a:lnTo>
                    <a:pt x="6188883" y="0"/>
                  </a:lnTo>
                  <a:lnTo>
                    <a:pt x="6188028" y="0"/>
                  </a:lnTo>
                  <a:lnTo>
                    <a:pt x="6187172" y="0"/>
                  </a:lnTo>
                  <a:lnTo>
                    <a:pt x="6186317" y="0"/>
                  </a:lnTo>
                  <a:lnTo>
                    <a:pt x="6185461" y="0"/>
                  </a:lnTo>
                  <a:lnTo>
                    <a:pt x="6184606" y="0"/>
                  </a:lnTo>
                  <a:lnTo>
                    <a:pt x="6183750" y="0"/>
                  </a:lnTo>
                  <a:lnTo>
                    <a:pt x="6182895" y="0"/>
                  </a:lnTo>
                  <a:lnTo>
                    <a:pt x="6182039" y="0"/>
                  </a:lnTo>
                  <a:lnTo>
                    <a:pt x="6181184" y="0"/>
                  </a:lnTo>
                  <a:lnTo>
                    <a:pt x="6180328" y="0"/>
                  </a:lnTo>
                  <a:lnTo>
                    <a:pt x="6179472" y="0"/>
                  </a:lnTo>
                  <a:lnTo>
                    <a:pt x="6178617" y="0"/>
                  </a:lnTo>
                  <a:lnTo>
                    <a:pt x="6177761" y="0"/>
                  </a:lnTo>
                  <a:lnTo>
                    <a:pt x="6176906" y="0"/>
                  </a:lnTo>
                  <a:lnTo>
                    <a:pt x="6176050" y="0"/>
                  </a:lnTo>
                  <a:lnTo>
                    <a:pt x="6175195" y="0"/>
                  </a:lnTo>
                  <a:lnTo>
                    <a:pt x="6174339" y="0"/>
                  </a:lnTo>
                  <a:lnTo>
                    <a:pt x="6173484" y="0"/>
                  </a:lnTo>
                  <a:lnTo>
                    <a:pt x="6172628" y="0"/>
                  </a:lnTo>
                  <a:lnTo>
                    <a:pt x="6171773" y="0"/>
                  </a:lnTo>
                  <a:lnTo>
                    <a:pt x="6170917" y="0"/>
                  </a:lnTo>
                  <a:lnTo>
                    <a:pt x="6170062" y="0"/>
                  </a:lnTo>
                  <a:lnTo>
                    <a:pt x="6169206" y="0"/>
                  </a:lnTo>
                  <a:lnTo>
                    <a:pt x="6168351" y="0"/>
                  </a:lnTo>
                  <a:lnTo>
                    <a:pt x="6167495" y="0"/>
                  </a:lnTo>
                  <a:lnTo>
                    <a:pt x="6166640" y="0"/>
                  </a:lnTo>
                  <a:lnTo>
                    <a:pt x="6165784" y="0"/>
                  </a:lnTo>
                  <a:lnTo>
                    <a:pt x="6164929" y="0"/>
                  </a:lnTo>
                  <a:lnTo>
                    <a:pt x="6164073" y="0"/>
                  </a:lnTo>
                  <a:lnTo>
                    <a:pt x="6163217" y="0"/>
                  </a:lnTo>
                  <a:lnTo>
                    <a:pt x="6162362" y="0"/>
                  </a:lnTo>
                  <a:lnTo>
                    <a:pt x="6161506" y="0"/>
                  </a:lnTo>
                  <a:lnTo>
                    <a:pt x="6160651" y="0"/>
                  </a:lnTo>
                  <a:lnTo>
                    <a:pt x="6159795" y="0"/>
                  </a:lnTo>
                  <a:lnTo>
                    <a:pt x="6158940" y="0"/>
                  </a:lnTo>
                  <a:lnTo>
                    <a:pt x="6158084" y="0"/>
                  </a:lnTo>
                  <a:lnTo>
                    <a:pt x="6157229" y="0"/>
                  </a:lnTo>
                  <a:lnTo>
                    <a:pt x="6156373" y="0"/>
                  </a:lnTo>
                  <a:lnTo>
                    <a:pt x="6155518" y="0"/>
                  </a:lnTo>
                  <a:lnTo>
                    <a:pt x="6154662" y="0"/>
                  </a:lnTo>
                  <a:lnTo>
                    <a:pt x="6153807" y="0"/>
                  </a:lnTo>
                  <a:lnTo>
                    <a:pt x="6152951" y="0"/>
                  </a:lnTo>
                  <a:lnTo>
                    <a:pt x="6152096" y="0"/>
                  </a:lnTo>
                  <a:lnTo>
                    <a:pt x="6151240" y="0"/>
                  </a:lnTo>
                  <a:lnTo>
                    <a:pt x="6150385" y="0"/>
                  </a:lnTo>
                  <a:lnTo>
                    <a:pt x="6149529" y="0"/>
                  </a:lnTo>
                  <a:lnTo>
                    <a:pt x="6148674" y="0"/>
                  </a:lnTo>
                  <a:lnTo>
                    <a:pt x="6147818" y="0"/>
                  </a:lnTo>
                  <a:lnTo>
                    <a:pt x="6146962" y="0"/>
                  </a:lnTo>
                  <a:lnTo>
                    <a:pt x="6146107" y="0"/>
                  </a:lnTo>
                  <a:lnTo>
                    <a:pt x="6145251" y="0"/>
                  </a:lnTo>
                  <a:lnTo>
                    <a:pt x="6144396" y="0"/>
                  </a:lnTo>
                  <a:lnTo>
                    <a:pt x="6143540" y="0"/>
                  </a:lnTo>
                  <a:lnTo>
                    <a:pt x="6142685" y="0"/>
                  </a:lnTo>
                  <a:lnTo>
                    <a:pt x="6141829" y="0"/>
                  </a:lnTo>
                  <a:lnTo>
                    <a:pt x="6140974" y="0"/>
                  </a:lnTo>
                  <a:lnTo>
                    <a:pt x="6140118" y="0"/>
                  </a:lnTo>
                  <a:lnTo>
                    <a:pt x="6139263" y="0"/>
                  </a:lnTo>
                  <a:lnTo>
                    <a:pt x="6138407" y="0"/>
                  </a:lnTo>
                  <a:lnTo>
                    <a:pt x="6137552" y="0"/>
                  </a:lnTo>
                  <a:lnTo>
                    <a:pt x="6136696" y="0"/>
                  </a:lnTo>
                  <a:lnTo>
                    <a:pt x="6135841" y="0"/>
                  </a:lnTo>
                  <a:lnTo>
                    <a:pt x="6134985" y="0"/>
                  </a:lnTo>
                  <a:lnTo>
                    <a:pt x="6134130" y="0"/>
                  </a:lnTo>
                  <a:lnTo>
                    <a:pt x="6133274" y="0"/>
                  </a:lnTo>
                  <a:lnTo>
                    <a:pt x="6132418" y="0"/>
                  </a:lnTo>
                  <a:lnTo>
                    <a:pt x="6131563" y="0"/>
                  </a:lnTo>
                  <a:lnTo>
                    <a:pt x="6130707" y="0"/>
                  </a:lnTo>
                  <a:lnTo>
                    <a:pt x="6129852" y="0"/>
                  </a:lnTo>
                  <a:lnTo>
                    <a:pt x="6128996" y="0"/>
                  </a:lnTo>
                  <a:lnTo>
                    <a:pt x="6128141" y="0"/>
                  </a:lnTo>
                  <a:lnTo>
                    <a:pt x="6127285" y="0"/>
                  </a:lnTo>
                  <a:lnTo>
                    <a:pt x="6126430" y="0"/>
                  </a:lnTo>
                  <a:lnTo>
                    <a:pt x="6125574" y="0"/>
                  </a:lnTo>
                  <a:lnTo>
                    <a:pt x="6124719" y="0"/>
                  </a:lnTo>
                  <a:lnTo>
                    <a:pt x="6123863" y="0"/>
                  </a:lnTo>
                  <a:lnTo>
                    <a:pt x="6123008" y="0"/>
                  </a:lnTo>
                  <a:lnTo>
                    <a:pt x="6122152" y="0"/>
                  </a:lnTo>
                  <a:lnTo>
                    <a:pt x="6121297" y="0"/>
                  </a:lnTo>
                  <a:lnTo>
                    <a:pt x="6120441" y="0"/>
                  </a:lnTo>
                  <a:lnTo>
                    <a:pt x="6119586" y="0"/>
                  </a:lnTo>
                  <a:lnTo>
                    <a:pt x="6118730" y="0"/>
                  </a:lnTo>
                  <a:lnTo>
                    <a:pt x="6117875" y="0"/>
                  </a:lnTo>
                  <a:lnTo>
                    <a:pt x="6117019" y="0"/>
                  </a:lnTo>
                  <a:lnTo>
                    <a:pt x="6116163" y="0"/>
                  </a:lnTo>
                  <a:lnTo>
                    <a:pt x="6115308" y="0"/>
                  </a:lnTo>
                  <a:lnTo>
                    <a:pt x="6114452" y="0"/>
                  </a:lnTo>
                  <a:lnTo>
                    <a:pt x="6113597" y="0"/>
                  </a:lnTo>
                  <a:lnTo>
                    <a:pt x="6112741" y="0"/>
                  </a:lnTo>
                  <a:lnTo>
                    <a:pt x="6111886" y="0"/>
                  </a:lnTo>
                  <a:lnTo>
                    <a:pt x="6111030" y="0"/>
                  </a:lnTo>
                  <a:lnTo>
                    <a:pt x="6110175" y="0"/>
                  </a:lnTo>
                  <a:lnTo>
                    <a:pt x="6109319" y="0"/>
                  </a:lnTo>
                  <a:lnTo>
                    <a:pt x="6108464" y="0"/>
                  </a:lnTo>
                  <a:lnTo>
                    <a:pt x="6107608" y="0"/>
                  </a:lnTo>
                  <a:lnTo>
                    <a:pt x="6106753" y="0"/>
                  </a:lnTo>
                  <a:lnTo>
                    <a:pt x="6105897" y="0"/>
                  </a:lnTo>
                  <a:lnTo>
                    <a:pt x="6105042" y="0"/>
                  </a:lnTo>
                  <a:lnTo>
                    <a:pt x="6104186" y="0"/>
                  </a:lnTo>
                  <a:lnTo>
                    <a:pt x="6103331" y="0"/>
                  </a:lnTo>
                  <a:lnTo>
                    <a:pt x="6102475" y="0"/>
                  </a:lnTo>
                  <a:lnTo>
                    <a:pt x="6101620" y="0"/>
                  </a:lnTo>
                  <a:lnTo>
                    <a:pt x="6100764" y="0"/>
                  </a:lnTo>
                  <a:lnTo>
                    <a:pt x="6099908" y="0"/>
                  </a:lnTo>
                  <a:lnTo>
                    <a:pt x="6099053" y="0"/>
                  </a:lnTo>
                  <a:lnTo>
                    <a:pt x="6098197" y="0"/>
                  </a:lnTo>
                  <a:lnTo>
                    <a:pt x="6097342" y="0"/>
                  </a:lnTo>
                  <a:lnTo>
                    <a:pt x="6096486" y="0"/>
                  </a:lnTo>
                  <a:lnTo>
                    <a:pt x="6095631" y="0"/>
                  </a:lnTo>
                  <a:lnTo>
                    <a:pt x="6094775" y="0"/>
                  </a:lnTo>
                  <a:lnTo>
                    <a:pt x="6093920" y="0"/>
                  </a:lnTo>
                  <a:lnTo>
                    <a:pt x="6093064" y="0"/>
                  </a:lnTo>
                  <a:lnTo>
                    <a:pt x="6092209" y="0"/>
                  </a:lnTo>
                  <a:lnTo>
                    <a:pt x="6091353" y="0"/>
                  </a:lnTo>
                  <a:lnTo>
                    <a:pt x="6090498" y="0"/>
                  </a:lnTo>
                  <a:lnTo>
                    <a:pt x="6089642" y="0"/>
                  </a:lnTo>
                  <a:lnTo>
                    <a:pt x="6088787" y="0"/>
                  </a:lnTo>
                  <a:lnTo>
                    <a:pt x="6087931" y="0"/>
                  </a:lnTo>
                  <a:lnTo>
                    <a:pt x="6087076" y="0"/>
                  </a:lnTo>
                  <a:lnTo>
                    <a:pt x="6086220" y="0"/>
                  </a:lnTo>
                  <a:lnTo>
                    <a:pt x="6085364" y="0"/>
                  </a:lnTo>
                  <a:lnTo>
                    <a:pt x="6084509" y="0"/>
                  </a:lnTo>
                  <a:lnTo>
                    <a:pt x="6083653" y="0"/>
                  </a:lnTo>
                  <a:lnTo>
                    <a:pt x="6082798" y="0"/>
                  </a:lnTo>
                  <a:lnTo>
                    <a:pt x="6081942" y="0"/>
                  </a:lnTo>
                  <a:lnTo>
                    <a:pt x="6081087" y="0"/>
                  </a:lnTo>
                  <a:lnTo>
                    <a:pt x="6080231" y="0"/>
                  </a:lnTo>
                  <a:lnTo>
                    <a:pt x="6079376" y="0"/>
                  </a:lnTo>
                  <a:lnTo>
                    <a:pt x="6078520" y="0"/>
                  </a:lnTo>
                  <a:lnTo>
                    <a:pt x="6077665" y="0"/>
                  </a:lnTo>
                  <a:lnTo>
                    <a:pt x="6076809" y="0"/>
                  </a:lnTo>
                  <a:lnTo>
                    <a:pt x="6075954" y="0"/>
                  </a:lnTo>
                  <a:lnTo>
                    <a:pt x="6075098" y="0"/>
                  </a:lnTo>
                  <a:lnTo>
                    <a:pt x="6074243" y="0"/>
                  </a:lnTo>
                  <a:lnTo>
                    <a:pt x="6073387" y="0"/>
                  </a:lnTo>
                  <a:lnTo>
                    <a:pt x="6072532" y="0"/>
                  </a:lnTo>
                  <a:lnTo>
                    <a:pt x="6071676" y="0"/>
                  </a:lnTo>
                  <a:lnTo>
                    <a:pt x="6070821" y="0"/>
                  </a:lnTo>
                  <a:lnTo>
                    <a:pt x="6069965" y="0"/>
                  </a:lnTo>
                  <a:lnTo>
                    <a:pt x="6069109" y="0"/>
                  </a:lnTo>
                  <a:lnTo>
                    <a:pt x="6068254" y="0"/>
                  </a:lnTo>
                  <a:lnTo>
                    <a:pt x="6067398" y="0"/>
                  </a:lnTo>
                  <a:lnTo>
                    <a:pt x="6066543" y="0"/>
                  </a:lnTo>
                  <a:lnTo>
                    <a:pt x="6065687" y="0"/>
                  </a:lnTo>
                  <a:lnTo>
                    <a:pt x="6064832" y="0"/>
                  </a:lnTo>
                  <a:lnTo>
                    <a:pt x="6063976" y="0"/>
                  </a:lnTo>
                  <a:lnTo>
                    <a:pt x="6063121" y="0"/>
                  </a:lnTo>
                  <a:lnTo>
                    <a:pt x="6062265" y="0"/>
                  </a:lnTo>
                  <a:lnTo>
                    <a:pt x="6061410" y="0"/>
                  </a:lnTo>
                  <a:lnTo>
                    <a:pt x="6060554" y="0"/>
                  </a:lnTo>
                  <a:lnTo>
                    <a:pt x="6059699" y="0"/>
                  </a:lnTo>
                  <a:lnTo>
                    <a:pt x="6058843" y="0"/>
                  </a:lnTo>
                  <a:lnTo>
                    <a:pt x="6057988" y="0"/>
                  </a:lnTo>
                  <a:lnTo>
                    <a:pt x="6057132" y="0"/>
                  </a:lnTo>
                  <a:lnTo>
                    <a:pt x="6056277" y="0"/>
                  </a:lnTo>
                  <a:lnTo>
                    <a:pt x="6055421" y="0"/>
                  </a:lnTo>
                  <a:lnTo>
                    <a:pt x="6054566" y="0"/>
                  </a:lnTo>
                  <a:lnTo>
                    <a:pt x="6053710" y="0"/>
                  </a:lnTo>
                  <a:lnTo>
                    <a:pt x="6052854" y="0"/>
                  </a:lnTo>
                  <a:lnTo>
                    <a:pt x="6051999" y="0"/>
                  </a:lnTo>
                  <a:lnTo>
                    <a:pt x="6051143" y="0"/>
                  </a:lnTo>
                  <a:lnTo>
                    <a:pt x="6050288" y="0"/>
                  </a:lnTo>
                  <a:lnTo>
                    <a:pt x="6049432" y="0"/>
                  </a:lnTo>
                  <a:lnTo>
                    <a:pt x="6048577" y="0"/>
                  </a:lnTo>
                  <a:lnTo>
                    <a:pt x="6047721" y="0"/>
                  </a:lnTo>
                  <a:lnTo>
                    <a:pt x="6046866" y="0"/>
                  </a:lnTo>
                  <a:lnTo>
                    <a:pt x="6046010" y="0"/>
                  </a:lnTo>
                  <a:lnTo>
                    <a:pt x="6045155" y="0"/>
                  </a:lnTo>
                  <a:lnTo>
                    <a:pt x="6044299" y="0"/>
                  </a:lnTo>
                  <a:lnTo>
                    <a:pt x="6043444" y="0"/>
                  </a:lnTo>
                  <a:lnTo>
                    <a:pt x="6042588" y="0"/>
                  </a:lnTo>
                  <a:lnTo>
                    <a:pt x="6041733" y="0"/>
                  </a:lnTo>
                  <a:lnTo>
                    <a:pt x="6040877" y="0"/>
                  </a:lnTo>
                  <a:lnTo>
                    <a:pt x="6040022" y="0"/>
                  </a:lnTo>
                  <a:lnTo>
                    <a:pt x="6039166" y="0"/>
                  </a:lnTo>
                  <a:lnTo>
                    <a:pt x="6038310" y="0"/>
                  </a:lnTo>
                  <a:lnTo>
                    <a:pt x="6037455" y="0"/>
                  </a:lnTo>
                  <a:lnTo>
                    <a:pt x="6036599" y="0"/>
                  </a:lnTo>
                  <a:lnTo>
                    <a:pt x="6035744" y="0"/>
                  </a:lnTo>
                  <a:lnTo>
                    <a:pt x="6034888" y="0"/>
                  </a:lnTo>
                  <a:lnTo>
                    <a:pt x="6034033" y="0"/>
                  </a:lnTo>
                  <a:lnTo>
                    <a:pt x="6033177" y="0"/>
                  </a:lnTo>
                  <a:lnTo>
                    <a:pt x="6032322" y="0"/>
                  </a:lnTo>
                  <a:lnTo>
                    <a:pt x="6031466" y="0"/>
                  </a:lnTo>
                  <a:lnTo>
                    <a:pt x="6030611" y="0"/>
                  </a:lnTo>
                  <a:lnTo>
                    <a:pt x="6029755" y="0"/>
                  </a:lnTo>
                  <a:lnTo>
                    <a:pt x="6028900" y="0"/>
                  </a:lnTo>
                  <a:lnTo>
                    <a:pt x="6028044" y="0"/>
                  </a:lnTo>
                  <a:lnTo>
                    <a:pt x="6027189" y="0"/>
                  </a:lnTo>
                  <a:lnTo>
                    <a:pt x="6026333" y="0"/>
                  </a:lnTo>
                  <a:lnTo>
                    <a:pt x="6025478" y="0"/>
                  </a:lnTo>
                  <a:lnTo>
                    <a:pt x="6024622" y="0"/>
                  </a:lnTo>
                  <a:lnTo>
                    <a:pt x="6023767" y="0"/>
                  </a:lnTo>
                  <a:lnTo>
                    <a:pt x="6022911" y="0"/>
                  </a:lnTo>
                  <a:lnTo>
                    <a:pt x="6022055" y="0"/>
                  </a:lnTo>
                  <a:lnTo>
                    <a:pt x="6021200" y="0"/>
                  </a:lnTo>
                  <a:lnTo>
                    <a:pt x="6020344" y="0"/>
                  </a:lnTo>
                  <a:lnTo>
                    <a:pt x="6019489" y="0"/>
                  </a:lnTo>
                  <a:lnTo>
                    <a:pt x="6018633" y="0"/>
                  </a:lnTo>
                  <a:lnTo>
                    <a:pt x="6017778" y="0"/>
                  </a:lnTo>
                  <a:lnTo>
                    <a:pt x="6016922" y="0"/>
                  </a:lnTo>
                  <a:lnTo>
                    <a:pt x="6016067" y="0"/>
                  </a:lnTo>
                  <a:lnTo>
                    <a:pt x="6015211" y="0"/>
                  </a:lnTo>
                  <a:lnTo>
                    <a:pt x="6014356" y="0"/>
                  </a:lnTo>
                  <a:lnTo>
                    <a:pt x="6013500" y="0"/>
                  </a:lnTo>
                  <a:lnTo>
                    <a:pt x="6012645" y="0"/>
                  </a:lnTo>
                  <a:lnTo>
                    <a:pt x="6011789" y="0"/>
                  </a:lnTo>
                  <a:lnTo>
                    <a:pt x="6010934" y="0"/>
                  </a:lnTo>
                  <a:lnTo>
                    <a:pt x="6010078" y="0"/>
                  </a:lnTo>
                  <a:lnTo>
                    <a:pt x="6009223" y="0"/>
                  </a:lnTo>
                  <a:lnTo>
                    <a:pt x="6008367" y="0"/>
                  </a:lnTo>
                  <a:lnTo>
                    <a:pt x="6007512" y="0"/>
                  </a:lnTo>
                  <a:lnTo>
                    <a:pt x="6006656" y="0"/>
                  </a:lnTo>
                  <a:lnTo>
                    <a:pt x="6005800" y="0"/>
                  </a:lnTo>
                  <a:lnTo>
                    <a:pt x="6004945" y="0"/>
                  </a:lnTo>
                  <a:lnTo>
                    <a:pt x="6004089" y="0"/>
                  </a:lnTo>
                  <a:lnTo>
                    <a:pt x="6003234" y="0"/>
                  </a:lnTo>
                  <a:lnTo>
                    <a:pt x="6002378" y="0"/>
                  </a:lnTo>
                  <a:lnTo>
                    <a:pt x="6001523" y="0"/>
                  </a:lnTo>
                  <a:lnTo>
                    <a:pt x="6000667" y="0"/>
                  </a:lnTo>
                  <a:lnTo>
                    <a:pt x="5999812" y="0"/>
                  </a:lnTo>
                  <a:lnTo>
                    <a:pt x="5998956" y="0"/>
                  </a:lnTo>
                  <a:lnTo>
                    <a:pt x="5998101" y="0"/>
                  </a:lnTo>
                  <a:lnTo>
                    <a:pt x="5997245" y="0"/>
                  </a:lnTo>
                  <a:lnTo>
                    <a:pt x="5996390" y="0"/>
                  </a:lnTo>
                  <a:lnTo>
                    <a:pt x="5995534" y="0"/>
                  </a:lnTo>
                  <a:lnTo>
                    <a:pt x="5994679" y="0"/>
                  </a:lnTo>
                  <a:lnTo>
                    <a:pt x="5993823" y="0"/>
                  </a:lnTo>
                  <a:lnTo>
                    <a:pt x="5992968" y="0"/>
                  </a:lnTo>
                  <a:lnTo>
                    <a:pt x="5992112" y="0"/>
                  </a:lnTo>
                  <a:lnTo>
                    <a:pt x="5991256" y="0"/>
                  </a:lnTo>
                  <a:lnTo>
                    <a:pt x="5990401" y="0"/>
                  </a:lnTo>
                  <a:lnTo>
                    <a:pt x="5989545" y="0"/>
                  </a:lnTo>
                  <a:lnTo>
                    <a:pt x="5988690" y="0"/>
                  </a:lnTo>
                  <a:lnTo>
                    <a:pt x="5987834" y="0"/>
                  </a:lnTo>
                  <a:lnTo>
                    <a:pt x="5986979" y="0"/>
                  </a:lnTo>
                  <a:lnTo>
                    <a:pt x="5986123" y="0"/>
                  </a:lnTo>
                  <a:lnTo>
                    <a:pt x="5985268" y="0"/>
                  </a:lnTo>
                  <a:lnTo>
                    <a:pt x="5984412" y="0"/>
                  </a:lnTo>
                  <a:lnTo>
                    <a:pt x="5983557" y="0"/>
                  </a:lnTo>
                  <a:lnTo>
                    <a:pt x="5982701" y="0"/>
                  </a:lnTo>
                  <a:lnTo>
                    <a:pt x="5981846" y="0"/>
                  </a:lnTo>
                  <a:lnTo>
                    <a:pt x="5980990" y="0"/>
                  </a:lnTo>
                  <a:lnTo>
                    <a:pt x="5980135" y="0"/>
                  </a:lnTo>
                  <a:lnTo>
                    <a:pt x="5979279" y="0"/>
                  </a:lnTo>
                  <a:lnTo>
                    <a:pt x="5978424" y="0"/>
                  </a:lnTo>
                  <a:lnTo>
                    <a:pt x="5977568" y="0"/>
                  </a:lnTo>
                  <a:lnTo>
                    <a:pt x="5976713" y="0"/>
                  </a:lnTo>
                  <a:lnTo>
                    <a:pt x="5975857" y="0"/>
                  </a:lnTo>
                  <a:lnTo>
                    <a:pt x="5975001" y="0"/>
                  </a:lnTo>
                  <a:lnTo>
                    <a:pt x="5974146" y="0"/>
                  </a:lnTo>
                  <a:lnTo>
                    <a:pt x="5973290" y="0"/>
                  </a:lnTo>
                  <a:lnTo>
                    <a:pt x="5972435" y="0"/>
                  </a:lnTo>
                  <a:lnTo>
                    <a:pt x="5971579" y="0"/>
                  </a:lnTo>
                  <a:lnTo>
                    <a:pt x="5970724" y="0"/>
                  </a:lnTo>
                  <a:lnTo>
                    <a:pt x="5969868" y="0"/>
                  </a:lnTo>
                  <a:lnTo>
                    <a:pt x="5969013" y="0"/>
                  </a:lnTo>
                  <a:lnTo>
                    <a:pt x="5968157" y="0"/>
                  </a:lnTo>
                  <a:lnTo>
                    <a:pt x="5967302" y="0"/>
                  </a:lnTo>
                  <a:lnTo>
                    <a:pt x="5966446" y="0"/>
                  </a:lnTo>
                  <a:lnTo>
                    <a:pt x="5965591" y="0"/>
                  </a:lnTo>
                  <a:lnTo>
                    <a:pt x="5964735" y="0"/>
                  </a:lnTo>
                  <a:lnTo>
                    <a:pt x="5963880" y="0"/>
                  </a:lnTo>
                  <a:lnTo>
                    <a:pt x="5963024" y="0"/>
                  </a:lnTo>
                  <a:lnTo>
                    <a:pt x="5962169" y="0"/>
                  </a:lnTo>
                  <a:lnTo>
                    <a:pt x="5961313" y="0"/>
                  </a:lnTo>
                  <a:lnTo>
                    <a:pt x="5960458" y="0"/>
                  </a:lnTo>
                  <a:lnTo>
                    <a:pt x="5959602" y="0"/>
                  </a:lnTo>
                  <a:lnTo>
                    <a:pt x="5958746" y="0"/>
                  </a:lnTo>
                  <a:lnTo>
                    <a:pt x="5957891" y="0"/>
                  </a:lnTo>
                  <a:lnTo>
                    <a:pt x="5957035" y="0"/>
                  </a:lnTo>
                  <a:lnTo>
                    <a:pt x="5956180" y="0"/>
                  </a:lnTo>
                  <a:lnTo>
                    <a:pt x="5955324" y="0"/>
                  </a:lnTo>
                  <a:lnTo>
                    <a:pt x="5954469" y="0"/>
                  </a:lnTo>
                  <a:lnTo>
                    <a:pt x="5953613" y="0"/>
                  </a:lnTo>
                  <a:lnTo>
                    <a:pt x="5952758" y="0"/>
                  </a:lnTo>
                  <a:lnTo>
                    <a:pt x="5951902" y="0"/>
                  </a:lnTo>
                  <a:lnTo>
                    <a:pt x="5951047" y="0"/>
                  </a:lnTo>
                  <a:lnTo>
                    <a:pt x="5950191" y="0"/>
                  </a:lnTo>
                  <a:lnTo>
                    <a:pt x="5949336" y="0"/>
                  </a:lnTo>
                  <a:lnTo>
                    <a:pt x="5948480" y="0"/>
                  </a:lnTo>
                  <a:lnTo>
                    <a:pt x="5947625" y="0"/>
                  </a:lnTo>
                  <a:lnTo>
                    <a:pt x="5946769" y="0"/>
                  </a:lnTo>
                  <a:lnTo>
                    <a:pt x="5945914" y="0"/>
                  </a:lnTo>
                  <a:lnTo>
                    <a:pt x="5945058" y="0"/>
                  </a:lnTo>
                  <a:lnTo>
                    <a:pt x="5944203" y="0"/>
                  </a:lnTo>
                  <a:lnTo>
                    <a:pt x="5943347" y="0"/>
                  </a:lnTo>
                  <a:lnTo>
                    <a:pt x="5942491" y="0"/>
                  </a:lnTo>
                  <a:lnTo>
                    <a:pt x="5941636" y="0"/>
                  </a:lnTo>
                  <a:lnTo>
                    <a:pt x="5940780" y="0"/>
                  </a:lnTo>
                  <a:lnTo>
                    <a:pt x="5939925" y="0"/>
                  </a:lnTo>
                  <a:lnTo>
                    <a:pt x="5939069" y="0"/>
                  </a:lnTo>
                  <a:lnTo>
                    <a:pt x="5938214" y="0"/>
                  </a:lnTo>
                  <a:lnTo>
                    <a:pt x="5937358" y="0"/>
                  </a:lnTo>
                  <a:lnTo>
                    <a:pt x="5936503" y="0"/>
                  </a:lnTo>
                  <a:lnTo>
                    <a:pt x="5935647" y="0"/>
                  </a:lnTo>
                  <a:lnTo>
                    <a:pt x="5934792" y="0"/>
                  </a:lnTo>
                  <a:lnTo>
                    <a:pt x="5933936" y="0"/>
                  </a:lnTo>
                  <a:lnTo>
                    <a:pt x="5933081" y="0"/>
                  </a:lnTo>
                  <a:lnTo>
                    <a:pt x="5932225" y="0"/>
                  </a:lnTo>
                  <a:lnTo>
                    <a:pt x="5931370" y="0"/>
                  </a:lnTo>
                  <a:lnTo>
                    <a:pt x="5930514" y="0"/>
                  </a:lnTo>
                  <a:lnTo>
                    <a:pt x="5929659" y="0"/>
                  </a:lnTo>
                  <a:lnTo>
                    <a:pt x="5928803" y="0"/>
                  </a:lnTo>
                  <a:lnTo>
                    <a:pt x="5927947" y="0"/>
                  </a:lnTo>
                  <a:lnTo>
                    <a:pt x="5927092" y="0"/>
                  </a:lnTo>
                  <a:lnTo>
                    <a:pt x="5926236" y="0"/>
                  </a:lnTo>
                  <a:lnTo>
                    <a:pt x="5925381" y="0"/>
                  </a:lnTo>
                  <a:lnTo>
                    <a:pt x="5924525" y="0"/>
                  </a:lnTo>
                  <a:lnTo>
                    <a:pt x="5923670" y="0"/>
                  </a:lnTo>
                  <a:lnTo>
                    <a:pt x="5922814" y="0"/>
                  </a:lnTo>
                  <a:lnTo>
                    <a:pt x="5921959" y="0"/>
                  </a:lnTo>
                  <a:lnTo>
                    <a:pt x="5921103" y="0"/>
                  </a:lnTo>
                  <a:lnTo>
                    <a:pt x="5920248" y="0"/>
                  </a:lnTo>
                  <a:lnTo>
                    <a:pt x="5919392" y="0"/>
                  </a:lnTo>
                  <a:lnTo>
                    <a:pt x="5918537" y="0"/>
                  </a:lnTo>
                  <a:lnTo>
                    <a:pt x="5917681" y="0"/>
                  </a:lnTo>
                  <a:lnTo>
                    <a:pt x="5916826" y="0"/>
                  </a:lnTo>
                  <a:lnTo>
                    <a:pt x="5915970" y="0"/>
                  </a:lnTo>
                  <a:lnTo>
                    <a:pt x="5915115" y="0"/>
                  </a:lnTo>
                  <a:lnTo>
                    <a:pt x="5914259" y="0"/>
                  </a:lnTo>
                  <a:lnTo>
                    <a:pt x="5913404" y="0"/>
                  </a:lnTo>
                  <a:lnTo>
                    <a:pt x="5912548" y="0"/>
                  </a:lnTo>
                  <a:lnTo>
                    <a:pt x="5911692" y="0"/>
                  </a:lnTo>
                  <a:lnTo>
                    <a:pt x="5910837" y="0"/>
                  </a:lnTo>
                  <a:lnTo>
                    <a:pt x="5909981" y="0"/>
                  </a:lnTo>
                  <a:lnTo>
                    <a:pt x="5909126" y="0"/>
                  </a:lnTo>
                  <a:lnTo>
                    <a:pt x="5908270" y="0"/>
                  </a:lnTo>
                  <a:lnTo>
                    <a:pt x="5907415" y="0"/>
                  </a:lnTo>
                  <a:lnTo>
                    <a:pt x="5906559" y="0"/>
                  </a:lnTo>
                  <a:lnTo>
                    <a:pt x="5905704" y="0"/>
                  </a:lnTo>
                  <a:lnTo>
                    <a:pt x="5904848" y="0"/>
                  </a:lnTo>
                  <a:lnTo>
                    <a:pt x="5903993" y="0"/>
                  </a:lnTo>
                  <a:lnTo>
                    <a:pt x="5903137" y="0"/>
                  </a:lnTo>
                  <a:lnTo>
                    <a:pt x="5902282" y="0"/>
                  </a:lnTo>
                  <a:lnTo>
                    <a:pt x="5901426" y="0"/>
                  </a:lnTo>
                  <a:lnTo>
                    <a:pt x="5900571" y="0"/>
                  </a:lnTo>
                  <a:lnTo>
                    <a:pt x="5899715" y="0"/>
                  </a:lnTo>
                  <a:lnTo>
                    <a:pt x="5898860" y="0"/>
                  </a:lnTo>
                  <a:lnTo>
                    <a:pt x="5898004" y="0"/>
                  </a:lnTo>
                  <a:lnTo>
                    <a:pt x="5897149" y="0"/>
                  </a:lnTo>
                  <a:lnTo>
                    <a:pt x="5896293" y="0"/>
                  </a:lnTo>
                  <a:lnTo>
                    <a:pt x="5895437" y="0"/>
                  </a:lnTo>
                  <a:lnTo>
                    <a:pt x="5894582" y="0"/>
                  </a:lnTo>
                  <a:lnTo>
                    <a:pt x="5893726" y="0"/>
                  </a:lnTo>
                  <a:lnTo>
                    <a:pt x="5892871" y="0"/>
                  </a:lnTo>
                  <a:lnTo>
                    <a:pt x="5892015" y="0"/>
                  </a:lnTo>
                  <a:lnTo>
                    <a:pt x="5891160" y="0"/>
                  </a:lnTo>
                  <a:lnTo>
                    <a:pt x="5890304" y="0"/>
                  </a:lnTo>
                  <a:lnTo>
                    <a:pt x="5889449" y="0"/>
                  </a:lnTo>
                  <a:lnTo>
                    <a:pt x="5888593" y="0"/>
                  </a:lnTo>
                  <a:lnTo>
                    <a:pt x="5887738" y="0"/>
                  </a:lnTo>
                  <a:lnTo>
                    <a:pt x="5886882" y="0"/>
                  </a:lnTo>
                  <a:lnTo>
                    <a:pt x="5886027" y="0"/>
                  </a:lnTo>
                  <a:lnTo>
                    <a:pt x="5885171" y="0"/>
                  </a:lnTo>
                  <a:lnTo>
                    <a:pt x="5884316" y="0"/>
                  </a:lnTo>
                  <a:lnTo>
                    <a:pt x="5883460" y="0"/>
                  </a:lnTo>
                  <a:lnTo>
                    <a:pt x="5882605" y="0"/>
                  </a:lnTo>
                  <a:lnTo>
                    <a:pt x="5881749" y="0"/>
                  </a:lnTo>
                  <a:lnTo>
                    <a:pt x="5880893" y="0"/>
                  </a:lnTo>
                  <a:lnTo>
                    <a:pt x="5880038" y="0"/>
                  </a:lnTo>
                  <a:lnTo>
                    <a:pt x="5879182" y="0"/>
                  </a:lnTo>
                  <a:lnTo>
                    <a:pt x="5878327" y="0"/>
                  </a:lnTo>
                  <a:lnTo>
                    <a:pt x="5877471" y="0"/>
                  </a:lnTo>
                  <a:lnTo>
                    <a:pt x="5876616" y="0"/>
                  </a:lnTo>
                  <a:lnTo>
                    <a:pt x="5875760" y="0"/>
                  </a:lnTo>
                  <a:lnTo>
                    <a:pt x="5874905" y="0"/>
                  </a:lnTo>
                  <a:lnTo>
                    <a:pt x="5874049" y="0"/>
                  </a:lnTo>
                  <a:lnTo>
                    <a:pt x="5873194" y="0"/>
                  </a:lnTo>
                  <a:lnTo>
                    <a:pt x="5872338" y="0"/>
                  </a:lnTo>
                  <a:lnTo>
                    <a:pt x="5871483" y="0"/>
                  </a:lnTo>
                  <a:lnTo>
                    <a:pt x="5870627" y="0"/>
                  </a:lnTo>
                  <a:lnTo>
                    <a:pt x="5869772" y="0"/>
                  </a:lnTo>
                  <a:lnTo>
                    <a:pt x="5868916" y="0"/>
                  </a:lnTo>
                  <a:lnTo>
                    <a:pt x="5868061" y="0"/>
                  </a:lnTo>
                  <a:lnTo>
                    <a:pt x="5867205" y="0"/>
                  </a:lnTo>
                  <a:lnTo>
                    <a:pt x="5866350" y="0"/>
                  </a:lnTo>
                  <a:lnTo>
                    <a:pt x="5865494" y="0"/>
                  </a:lnTo>
                  <a:lnTo>
                    <a:pt x="5864638" y="0"/>
                  </a:lnTo>
                  <a:lnTo>
                    <a:pt x="5863783" y="0"/>
                  </a:lnTo>
                  <a:lnTo>
                    <a:pt x="5862927" y="0"/>
                  </a:lnTo>
                  <a:lnTo>
                    <a:pt x="5862072" y="0"/>
                  </a:lnTo>
                  <a:lnTo>
                    <a:pt x="5861216" y="0"/>
                  </a:lnTo>
                  <a:lnTo>
                    <a:pt x="5860361" y="0"/>
                  </a:lnTo>
                  <a:lnTo>
                    <a:pt x="5859505" y="0"/>
                  </a:lnTo>
                  <a:lnTo>
                    <a:pt x="5858650" y="0"/>
                  </a:lnTo>
                  <a:lnTo>
                    <a:pt x="5857794" y="0"/>
                  </a:lnTo>
                  <a:lnTo>
                    <a:pt x="5856939" y="0"/>
                  </a:lnTo>
                  <a:lnTo>
                    <a:pt x="5856083" y="0"/>
                  </a:lnTo>
                  <a:lnTo>
                    <a:pt x="5855228" y="0"/>
                  </a:lnTo>
                  <a:lnTo>
                    <a:pt x="5854372" y="0"/>
                  </a:lnTo>
                  <a:lnTo>
                    <a:pt x="5853517" y="0"/>
                  </a:lnTo>
                  <a:lnTo>
                    <a:pt x="5852661" y="0"/>
                  </a:lnTo>
                  <a:lnTo>
                    <a:pt x="5851806" y="0"/>
                  </a:lnTo>
                  <a:lnTo>
                    <a:pt x="5850950" y="0"/>
                  </a:lnTo>
                  <a:lnTo>
                    <a:pt x="5850095" y="0"/>
                  </a:lnTo>
                  <a:lnTo>
                    <a:pt x="5849239" y="0"/>
                  </a:lnTo>
                  <a:lnTo>
                    <a:pt x="5848383" y="0"/>
                  </a:lnTo>
                  <a:lnTo>
                    <a:pt x="5847528" y="0"/>
                  </a:lnTo>
                  <a:lnTo>
                    <a:pt x="5846672" y="0"/>
                  </a:lnTo>
                  <a:lnTo>
                    <a:pt x="5845817" y="0"/>
                  </a:lnTo>
                  <a:lnTo>
                    <a:pt x="5844961" y="0"/>
                  </a:lnTo>
                  <a:lnTo>
                    <a:pt x="5844106" y="0"/>
                  </a:lnTo>
                  <a:lnTo>
                    <a:pt x="5843250" y="0"/>
                  </a:lnTo>
                  <a:lnTo>
                    <a:pt x="5842395" y="0"/>
                  </a:lnTo>
                  <a:lnTo>
                    <a:pt x="5841539" y="0"/>
                  </a:lnTo>
                  <a:lnTo>
                    <a:pt x="5840684" y="0"/>
                  </a:lnTo>
                  <a:lnTo>
                    <a:pt x="5839828" y="0"/>
                  </a:lnTo>
                  <a:lnTo>
                    <a:pt x="5838973" y="0"/>
                  </a:lnTo>
                  <a:lnTo>
                    <a:pt x="5838117" y="0"/>
                  </a:lnTo>
                  <a:lnTo>
                    <a:pt x="5837262" y="0"/>
                  </a:lnTo>
                  <a:lnTo>
                    <a:pt x="5836406" y="0"/>
                  </a:lnTo>
                  <a:lnTo>
                    <a:pt x="5835551" y="0"/>
                  </a:lnTo>
                  <a:lnTo>
                    <a:pt x="5834695" y="0"/>
                  </a:lnTo>
                  <a:lnTo>
                    <a:pt x="5833839" y="0"/>
                  </a:lnTo>
                  <a:lnTo>
                    <a:pt x="5832984" y="0"/>
                  </a:lnTo>
                  <a:lnTo>
                    <a:pt x="5832128" y="0"/>
                  </a:lnTo>
                  <a:lnTo>
                    <a:pt x="5831273" y="0"/>
                  </a:lnTo>
                  <a:lnTo>
                    <a:pt x="5830417" y="0"/>
                  </a:lnTo>
                  <a:lnTo>
                    <a:pt x="5829562" y="0"/>
                  </a:lnTo>
                  <a:lnTo>
                    <a:pt x="5828706" y="0"/>
                  </a:lnTo>
                  <a:lnTo>
                    <a:pt x="5827851" y="0"/>
                  </a:lnTo>
                  <a:lnTo>
                    <a:pt x="5826995" y="0"/>
                  </a:lnTo>
                  <a:lnTo>
                    <a:pt x="5826140" y="0"/>
                  </a:lnTo>
                  <a:lnTo>
                    <a:pt x="5825284" y="0"/>
                  </a:lnTo>
                  <a:lnTo>
                    <a:pt x="5824429" y="0"/>
                  </a:lnTo>
                  <a:lnTo>
                    <a:pt x="5823573" y="0"/>
                  </a:lnTo>
                  <a:lnTo>
                    <a:pt x="5822718" y="0"/>
                  </a:lnTo>
                  <a:lnTo>
                    <a:pt x="5821862" y="0"/>
                  </a:lnTo>
                  <a:lnTo>
                    <a:pt x="5821007" y="0"/>
                  </a:lnTo>
                  <a:lnTo>
                    <a:pt x="5820151" y="0"/>
                  </a:lnTo>
                  <a:lnTo>
                    <a:pt x="5819296" y="0"/>
                  </a:lnTo>
                  <a:lnTo>
                    <a:pt x="5818440" y="0"/>
                  </a:lnTo>
                  <a:lnTo>
                    <a:pt x="5817584" y="0"/>
                  </a:lnTo>
                  <a:lnTo>
                    <a:pt x="5816729" y="0"/>
                  </a:lnTo>
                  <a:lnTo>
                    <a:pt x="5815873" y="0"/>
                  </a:lnTo>
                  <a:lnTo>
                    <a:pt x="5815018" y="0"/>
                  </a:lnTo>
                  <a:lnTo>
                    <a:pt x="5814162" y="0"/>
                  </a:lnTo>
                  <a:lnTo>
                    <a:pt x="5813307" y="0"/>
                  </a:lnTo>
                  <a:lnTo>
                    <a:pt x="5812451" y="0"/>
                  </a:lnTo>
                  <a:lnTo>
                    <a:pt x="5811596" y="0"/>
                  </a:lnTo>
                  <a:lnTo>
                    <a:pt x="5810740" y="0"/>
                  </a:lnTo>
                  <a:lnTo>
                    <a:pt x="5809885" y="0"/>
                  </a:lnTo>
                  <a:lnTo>
                    <a:pt x="5809029" y="0"/>
                  </a:lnTo>
                  <a:lnTo>
                    <a:pt x="5808174" y="0"/>
                  </a:lnTo>
                  <a:lnTo>
                    <a:pt x="5807318" y="0"/>
                  </a:lnTo>
                  <a:lnTo>
                    <a:pt x="5806463" y="0"/>
                  </a:lnTo>
                  <a:lnTo>
                    <a:pt x="5805607" y="0"/>
                  </a:lnTo>
                  <a:lnTo>
                    <a:pt x="5804752" y="0"/>
                  </a:lnTo>
                  <a:lnTo>
                    <a:pt x="5803896" y="0"/>
                  </a:lnTo>
                  <a:lnTo>
                    <a:pt x="5803041" y="0"/>
                  </a:lnTo>
                  <a:lnTo>
                    <a:pt x="5802185" y="0"/>
                  </a:lnTo>
                  <a:lnTo>
                    <a:pt x="5801329" y="0"/>
                  </a:lnTo>
                  <a:lnTo>
                    <a:pt x="5800474" y="0"/>
                  </a:lnTo>
                  <a:lnTo>
                    <a:pt x="5799618" y="0"/>
                  </a:lnTo>
                  <a:lnTo>
                    <a:pt x="5798763" y="0"/>
                  </a:lnTo>
                  <a:lnTo>
                    <a:pt x="5797907" y="0"/>
                  </a:lnTo>
                  <a:lnTo>
                    <a:pt x="5797052" y="0"/>
                  </a:lnTo>
                  <a:lnTo>
                    <a:pt x="5796196" y="0"/>
                  </a:lnTo>
                  <a:lnTo>
                    <a:pt x="5795341" y="0"/>
                  </a:lnTo>
                  <a:lnTo>
                    <a:pt x="5794485" y="0"/>
                  </a:lnTo>
                  <a:lnTo>
                    <a:pt x="5793630" y="0"/>
                  </a:lnTo>
                  <a:lnTo>
                    <a:pt x="5792774" y="0"/>
                  </a:lnTo>
                  <a:lnTo>
                    <a:pt x="5791919" y="0"/>
                  </a:lnTo>
                  <a:lnTo>
                    <a:pt x="5791063" y="0"/>
                  </a:lnTo>
                  <a:lnTo>
                    <a:pt x="5790208" y="0"/>
                  </a:lnTo>
                  <a:lnTo>
                    <a:pt x="5789352" y="0"/>
                  </a:lnTo>
                  <a:lnTo>
                    <a:pt x="5788497" y="0"/>
                  </a:lnTo>
                  <a:lnTo>
                    <a:pt x="5787641" y="0"/>
                  </a:lnTo>
                  <a:lnTo>
                    <a:pt x="5786785" y="0"/>
                  </a:lnTo>
                  <a:lnTo>
                    <a:pt x="5785930" y="0"/>
                  </a:lnTo>
                  <a:lnTo>
                    <a:pt x="5785074" y="0"/>
                  </a:lnTo>
                  <a:lnTo>
                    <a:pt x="5784219" y="0"/>
                  </a:lnTo>
                  <a:lnTo>
                    <a:pt x="5783363" y="0"/>
                  </a:lnTo>
                  <a:lnTo>
                    <a:pt x="5782508" y="0"/>
                  </a:lnTo>
                  <a:lnTo>
                    <a:pt x="5781652" y="0"/>
                  </a:lnTo>
                  <a:lnTo>
                    <a:pt x="5780797" y="0"/>
                  </a:lnTo>
                  <a:lnTo>
                    <a:pt x="5779941" y="0"/>
                  </a:lnTo>
                  <a:lnTo>
                    <a:pt x="5779086" y="0"/>
                  </a:lnTo>
                  <a:lnTo>
                    <a:pt x="5778230" y="0"/>
                  </a:lnTo>
                  <a:lnTo>
                    <a:pt x="5777375" y="0"/>
                  </a:lnTo>
                  <a:lnTo>
                    <a:pt x="5776519" y="0"/>
                  </a:lnTo>
                  <a:lnTo>
                    <a:pt x="5775664" y="0"/>
                  </a:lnTo>
                  <a:lnTo>
                    <a:pt x="5774808" y="0"/>
                  </a:lnTo>
                  <a:lnTo>
                    <a:pt x="5773953" y="0"/>
                  </a:lnTo>
                  <a:lnTo>
                    <a:pt x="5773097" y="0"/>
                  </a:lnTo>
                  <a:lnTo>
                    <a:pt x="5772242" y="0"/>
                  </a:lnTo>
                  <a:lnTo>
                    <a:pt x="5771386" y="0"/>
                  </a:lnTo>
                  <a:lnTo>
                    <a:pt x="5770530" y="0"/>
                  </a:lnTo>
                  <a:lnTo>
                    <a:pt x="5769675" y="0"/>
                  </a:lnTo>
                  <a:lnTo>
                    <a:pt x="5768819" y="0"/>
                  </a:lnTo>
                  <a:lnTo>
                    <a:pt x="5767964" y="0"/>
                  </a:lnTo>
                  <a:lnTo>
                    <a:pt x="5767108" y="0"/>
                  </a:lnTo>
                  <a:lnTo>
                    <a:pt x="5766253" y="0"/>
                  </a:lnTo>
                  <a:lnTo>
                    <a:pt x="5765397" y="0"/>
                  </a:lnTo>
                  <a:lnTo>
                    <a:pt x="5764542" y="0"/>
                  </a:lnTo>
                  <a:lnTo>
                    <a:pt x="5763686" y="0"/>
                  </a:lnTo>
                  <a:lnTo>
                    <a:pt x="5762831" y="0"/>
                  </a:lnTo>
                  <a:lnTo>
                    <a:pt x="5761975" y="0"/>
                  </a:lnTo>
                  <a:lnTo>
                    <a:pt x="5761120" y="0"/>
                  </a:lnTo>
                  <a:lnTo>
                    <a:pt x="5760264" y="0"/>
                  </a:lnTo>
                  <a:lnTo>
                    <a:pt x="5759409" y="0"/>
                  </a:lnTo>
                  <a:lnTo>
                    <a:pt x="5758553" y="0"/>
                  </a:lnTo>
                  <a:lnTo>
                    <a:pt x="5757698" y="0"/>
                  </a:lnTo>
                  <a:lnTo>
                    <a:pt x="5756842" y="0"/>
                  </a:lnTo>
                  <a:lnTo>
                    <a:pt x="5755987" y="0"/>
                  </a:lnTo>
                  <a:lnTo>
                    <a:pt x="5755131" y="0"/>
                  </a:lnTo>
                  <a:lnTo>
                    <a:pt x="5754275" y="0"/>
                  </a:lnTo>
                  <a:lnTo>
                    <a:pt x="5753420" y="0"/>
                  </a:lnTo>
                  <a:lnTo>
                    <a:pt x="5752564" y="0"/>
                  </a:lnTo>
                  <a:lnTo>
                    <a:pt x="5751709" y="0"/>
                  </a:lnTo>
                  <a:lnTo>
                    <a:pt x="5750853" y="0"/>
                  </a:lnTo>
                  <a:lnTo>
                    <a:pt x="5749998" y="0"/>
                  </a:lnTo>
                  <a:lnTo>
                    <a:pt x="5749142" y="0"/>
                  </a:lnTo>
                  <a:lnTo>
                    <a:pt x="5748287" y="0"/>
                  </a:lnTo>
                  <a:lnTo>
                    <a:pt x="5747431" y="0"/>
                  </a:lnTo>
                  <a:lnTo>
                    <a:pt x="5746576" y="0"/>
                  </a:lnTo>
                  <a:lnTo>
                    <a:pt x="5745720" y="0"/>
                  </a:lnTo>
                  <a:lnTo>
                    <a:pt x="5744865" y="0"/>
                  </a:lnTo>
                  <a:lnTo>
                    <a:pt x="5744009" y="0"/>
                  </a:lnTo>
                  <a:lnTo>
                    <a:pt x="5743154" y="0"/>
                  </a:lnTo>
                  <a:lnTo>
                    <a:pt x="5742298" y="0"/>
                  </a:lnTo>
                  <a:lnTo>
                    <a:pt x="5741443" y="0"/>
                  </a:lnTo>
                  <a:lnTo>
                    <a:pt x="5740587" y="0"/>
                  </a:lnTo>
                  <a:lnTo>
                    <a:pt x="5739732" y="0"/>
                  </a:lnTo>
                  <a:lnTo>
                    <a:pt x="5738876" y="0"/>
                  </a:lnTo>
                  <a:lnTo>
                    <a:pt x="5738020" y="0"/>
                  </a:lnTo>
                  <a:lnTo>
                    <a:pt x="5737165" y="0"/>
                  </a:lnTo>
                  <a:lnTo>
                    <a:pt x="5736309" y="0"/>
                  </a:lnTo>
                  <a:lnTo>
                    <a:pt x="5735454" y="0"/>
                  </a:lnTo>
                  <a:lnTo>
                    <a:pt x="5734598" y="0"/>
                  </a:lnTo>
                  <a:lnTo>
                    <a:pt x="5733743" y="0"/>
                  </a:lnTo>
                  <a:lnTo>
                    <a:pt x="5732887" y="0"/>
                  </a:lnTo>
                  <a:lnTo>
                    <a:pt x="5732032" y="0"/>
                  </a:lnTo>
                  <a:lnTo>
                    <a:pt x="5731176" y="0"/>
                  </a:lnTo>
                  <a:lnTo>
                    <a:pt x="5730321" y="0"/>
                  </a:lnTo>
                  <a:lnTo>
                    <a:pt x="5729465" y="0"/>
                  </a:lnTo>
                  <a:lnTo>
                    <a:pt x="5728610" y="0"/>
                  </a:lnTo>
                  <a:lnTo>
                    <a:pt x="5727754" y="0"/>
                  </a:lnTo>
                  <a:lnTo>
                    <a:pt x="5726899" y="0"/>
                  </a:lnTo>
                  <a:lnTo>
                    <a:pt x="5726043" y="0"/>
                  </a:lnTo>
                  <a:lnTo>
                    <a:pt x="5725188" y="0"/>
                  </a:lnTo>
                  <a:lnTo>
                    <a:pt x="5724332" y="0"/>
                  </a:lnTo>
                  <a:lnTo>
                    <a:pt x="5723476" y="0"/>
                  </a:lnTo>
                  <a:lnTo>
                    <a:pt x="5722621" y="0"/>
                  </a:lnTo>
                  <a:lnTo>
                    <a:pt x="5721765" y="0"/>
                  </a:lnTo>
                  <a:lnTo>
                    <a:pt x="5720910" y="0"/>
                  </a:lnTo>
                  <a:lnTo>
                    <a:pt x="5720054" y="0"/>
                  </a:lnTo>
                  <a:lnTo>
                    <a:pt x="5719199" y="0"/>
                  </a:lnTo>
                  <a:lnTo>
                    <a:pt x="5718343" y="0"/>
                  </a:lnTo>
                  <a:lnTo>
                    <a:pt x="5717488" y="0"/>
                  </a:lnTo>
                  <a:lnTo>
                    <a:pt x="5716632" y="0"/>
                  </a:lnTo>
                  <a:lnTo>
                    <a:pt x="5715777" y="0"/>
                  </a:lnTo>
                  <a:lnTo>
                    <a:pt x="5714921" y="0"/>
                  </a:lnTo>
                  <a:lnTo>
                    <a:pt x="5714066" y="0"/>
                  </a:lnTo>
                  <a:lnTo>
                    <a:pt x="5713210" y="0"/>
                  </a:lnTo>
                  <a:lnTo>
                    <a:pt x="5712355" y="0"/>
                  </a:lnTo>
                  <a:lnTo>
                    <a:pt x="5711499" y="0"/>
                  </a:lnTo>
                  <a:lnTo>
                    <a:pt x="5710644" y="0"/>
                  </a:lnTo>
                  <a:lnTo>
                    <a:pt x="5709788" y="0"/>
                  </a:lnTo>
                  <a:lnTo>
                    <a:pt x="5708933" y="0"/>
                  </a:lnTo>
                  <a:lnTo>
                    <a:pt x="5708077" y="0"/>
                  </a:lnTo>
                  <a:lnTo>
                    <a:pt x="5707221" y="0"/>
                  </a:lnTo>
                  <a:lnTo>
                    <a:pt x="5706366" y="0"/>
                  </a:lnTo>
                  <a:lnTo>
                    <a:pt x="5705510" y="0"/>
                  </a:lnTo>
                  <a:lnTo>
                    <a:pt x="5704655" y="0"/>
                  </a:lnTo>
                  <a:lnTo>
                    <a:pt x="5703799" y="0"/>
                  </a:lnTo>
                  <a:lnTo>
                    <a:pt x="5702944" y="0"/>
                  </a:lnTo>
                  <a:lnTo>
                    <a:pt x="5702088" y="0"/>
                  </a:lnTo>
                  <a:lnTo>
                    <a:pt x="5701233" y="0"/>
                  </a:lnTo>
                  <a:lnTo>
                    <a:pt x="5700377" y="0"/>
                  </a:lnTo>
                  <a:lnTo>
                    <a:pt x="5699522" y="0"/>
                  </a:lnTo>
                  <a:lnTo>
                    <a:pt x="5698666" y="0"/>
                  </a:lnTo>
                  <a:lnTo>
                    <a:pt x="5697811" y="0"/>
                  </a:lnTo>
                  <a:lnTo>
                    <a:pt x="5696955" y="0"/>
                  </a:lnTo>
                  <a:lnTo>
                    <a:pt x="5696100" y="0"/>
                  </a:lnTo>
                  <a:lnTo>
                    <a:pt x="5695244" y="0"/>
                  </a:lnTo>
                  <a:lnTo>
                    <a:pt x="5694389" y="0"/>
                  </a:lnTo>
                  <a:lnTo>
                    <a:pt x="5693533" y="0"/>
                  </a:lnTo>
                  <a:lnTo>
                    <a:pt x="5692678" y="0"/>
                  </a:lnTo>
                  <a:lnTo>
                    <a:pt x="5691822" y="0"/>
                  </a:lnTo>
                  <a:lnTo>
                    <a:pt x="5690966" y="0"/>
                  </a:lnTo>
                  <a:lnTo>
                    <a:pt x="5690111" y="0"/>
                  </a:lnTo>
                  <a:lnTo>
                    <a:pt x="5689255" y="0"/>
                  </a:lnTo>
                  <a:lnTo>
                    <a:pt x="5688400" y="0"/>
                  </a:lnTo>
                  <a:lnTo>
                    <a:pt x="5687544" y="0"/>
                  </a:lnTo>
                  <a:lnTo>
                    <a:pt x="5686689" y="0"/>
                  </a:lnTo>
                  <a:lnTo>
                    <a:pt x="5685833" y="0"/>
                  </a:lnTo>
                  <a:lnTo>
                    <a:pt x="5684978" y="0"/>
                  </a:lnTo>
                  <a:lnTo>
                    <a:pt x="5684122" y="0"/>
                  </a:lnTo>
                  <a:lnTo>
                    <a:pt x="5683267" y="0"/>
                  </a:lnTo>
                  <a:lnTo>
                    <a:pt x="5682411" y="0"/>
                  </a:lnTo>
                  <a:lnTo>
                    <a:pt x="5681556" y="0"/>
                  </a:lnTo>
                  <a:lnTo>
                    <a:pt x="5680700" y="0"/>
                  </a:lnTo>
                  <a:lnTo>
                    <a:pt x="5679845" y="0"/>
                  </a:lnTo>
                  <a:lnTo>
                    <a:pt x="5678989" y="0"/>
                  </a:lnTo>
                  <a:lnTo>
                    <a:pt x="5678134" y="0"/>
                  </a:lnTo>
                  <a:lnTo>
                    <a:pt x="5677278" y="0"/>
                  </a:lnTo>
                  <a:lnTo>
                    <a:pt x="5676422" y="0"/>
                  </a:lnTo>
                  <a:lnTo>
                    <a:pt x="5675567" y="0"/>
                  </a:lnTo>
                  <a:lnTo>
                    <a:pt x="5674711" y="0"/>
                  </a:lnTo>
                  <a:lnTo>
                    <a:pt x="5673856" y="0"/>
                  </a:lnTo>
                  <a:lnTo>
                    <a:pt x="5673000" y="0"/>
                  </a:lnTo>
                  <a:lnTo>
                    <a:pt x="5672145" y="0"/>
                  </a:lnTo>
                  <a:lnTo>
                    <a:pt x="5671289" y="0"/>
                  </a:lnTo>
                  <a:lnTo>
                    <a:pt x="5670434" y="0"/>
                  </a:lnTo>
                  <a:lnTo>
                    <a:pt x="5669578" y="0"/>
                  </a:lnTo>
                  <a:lnTo>
                    <a:pt x="5668723" y="0"/>
                  </a:lnTo>
                  <a:lnTo>
                    <a:pt x="5667867" y="0"/>
                  </a:lnTo>
                  <a:lnTo>
                    <a:pt x="5667012" y="0"/>
                  </a:lnTo>
                  <a:lnTo>
                    <a:pt x="5666156" y="0"/>
                  </a:lnTo>
                  <a:lnTo>
                    <a:pt x="5665301" y="0"/>
                  </a:lnTo>
                  <a:lnTo>
                    <a:pt x="5664445" y="0"/>
                  </a:lnTo>
                  <a:lnTo>
                    <a:pt x="5663590" y="0"/>
                  </a:lnTo>
                  <a:lnTo>
                    <a:pt x="5662734" y="0"/>
                  </a:lnTo>
                  <a:lnTo>
                    <a:pt x="5661879" y="0"/>
                  </a:lnTo>
                  <a:lnTo>
                    <a:pt x="5661023" y="0"/>
                  </a:lnTo>
                  <a:lnTo>
                    <a:pt x="5660167" y="0"/>
                  </a:lnTo>
                  <a:lnTo>
                    <a:pt x="5659312" y="0"/>
                  </a:lnTo>
                  <a:lnTo>
                    <a:pt x="5658456" y="0"/>
                  </a:lnTo>
                  <a:lnTo>
                    <a:pt x="5657601" y="0"/>
                  </a:lnTo>
                  <a:lnTo>
                    <a:pt x="5656745" y="0"/>
                  </a:lnTo>
                  <a:lnTo>
                    <a:pt x="5655890" y="0"/>
                  </a:lnTo>
                  <a:lnTo>
                    <a:pt x="5655034" y="0"/>
                  </a:lnTo>
                  <a:lnTo>
                    <a:pt x="5654179" y="0"/>
                  </a:lnTo>
                  <a:lnTo>
                    <a:pt x="5653323" y="0"/>
                  </a:lnTo>
                  <a:lnTo>
                    <a:pt x="5652468" y="0"/>
                  </a:lnTo>
                  <a:lnTo>
                    <a:pt x="5651612" y="0"/>
                  </a:lnTo>
                  <a:lnTo>
                    <a:pt x="5650757" y="0"/>
                  </a:lnTo>
                  <a:lnTo>
                    <a:pt x="5649901" y="0"/>
                  </a:lnTo>
                  <a:lnTo>
                    <a:pt x="5649046" y="0"/>
                  </a:lnTo>
                  <a:lnTo>
                    <a:pt x="5648190" y="0"/>
                  </a:lnTo>
                  <a:lnTo>
                    <a:pt x="5647335" y="0"/>
                  </a:lnTo>
                  <a:lnTo>
                    <a:pt x="5646479" y="0"/>
                  </a:lnTo>
                  <a:lnTo>
                    <a:pt x="5645624" y="0"/>
                  </a:lnTo>
                  <a:lnTo>
                    <a:pt x="5644768" y="0"/>
                  </a:lnTo>
                  <a:lnTo>
                    <a:pt x="5643912" y="0"/>
                  </a:lnTo>
                  <a:lnTo>
                    <a:pt x="5643057" y="0"/>
                  </a:lnTo>
                  <a:lnTo>
                    <a:pt x="5642201" y="0"/>
                  </a:lnTo>
                  <a:lnTo>
                    <a:pt x="5641346" y="0"/>
                  </a:lnTo>
                  <a:lnTo>
                    <a:pt x="5640490" y="0"/>
                  </a:lnTo>
                  <a:lnTo>
                    <a:pt x="5639635" y="0"/>
                  </a:lnTo>
                  <a:lnTo>
                    <a:pt x="5638779" y="0"/>
                  </a:lnTo>
                  <a:lnTo>
                    <a:pt x="5637924" y="0"/>
                  </a:lnTo>
                  <a:lnTo>
                    <a:pt x="5637068" y="0"/>
                  </a:lnTo>
                  <a:lnTo>
                    <a:pt x="5636213" y="0"/>
                  </a:lnTo>
                  <a:lnTo>
                    <a:pt x="5635357" y="0"/>
                  </a:lnTo>
                  <a:lnTo>
                    <a:pt x="5634502" y="0"/>
                  </a:lnTo>
                  <a:lnTo>
                    <a:pt x="5633646" y="0"/>
                  </a:lnTo>
                  <a:lnTo>
                    <a:pt x="5632791" y="0"/>
                  </a:lnTo>
                  <a:lnTo>
                    <a:pt x="5631935" y="0"/>
                  </a:lnTo>
                  <a:lnTo>
                    <a:pt x="5631080" y="0"/>
                  </a:lnTo>
                  <a:lnTo>
                    <a:pt x="5630224" y="0"/>
                  </a:lnTo>
                  <a:lnTo>
                    <a:pt x="5629368" y="0"/>
                  </a:lnTo>
                  <a:lnTo>
                    <a:pt x="5628513" y="0"/>
                  </a:lnTo>
                  <a:lnTo>
                    <a:pt x="5627657" y="0"/>
                  </a:lnTo>
                  <a:lnTo>
                    <a:pt x="5626802" y="0"/>
                  </a:lnTo>
                  <a:lnTo>
                    <a:pt x="5625946" y="0"/>
                  </a:lnTo>
                  <a:lnTo>
                    <a:pt x="5625091" y="0"/>
                  </a:lnTo>
                  <a:lnTo>
                    <a:pt x="5624235" y="0"/>
                  </a:lnTo>
                  <a:lnTo>
                    <a:pt x="5623380" y="0"/>
                  </a:lnTo>
                  <a:lnTo>
                    <a:pt x="5622524" y="0"/>
                  </a:lnTo>
                  <a:lnTo>
                    <a:pt x="5621669" y="0"/>
                  </a:lnTo>
                  <a:lnTo>
                    <a:pt x="5620813" y="0"/>
                  </a:lnTo>
                  <a:lnTo>
                    <a:pt x="5619958" y="0"/>
                  </a:lnTo>
                  <a:lnTo>
                    <a:pt x="5619102" y="0"/>
                  </a:lnTo>
                  <a:lnTo>
                    <a:pt x="5618247" y="0"/>
                  </a:lnTo>
                  <a:lnTo>
                    <a:pt x="5617391" y="0"/>
                  </a:lnTo>
                  <a:lnTo>
                    <a:pt x="5616536" y="0"/>
                  </a:lnTo>
                  <a:lnTo>
                    <a:pt x="5615680" y="0"/>
                  </a:lnTo>
                  <a:lnTo>
                    <a:pt x="5614825" y="0"/>
                  </a:lnTo>
                  <a:lnTo>
                    <a:pt x="5613969" y="0"/>
                  </a:lnTo>
                  <a:lnTo>
                    <a:pt x="5613113" y="0"/>
                  </a:lnTo>
                  <a:lnTo>
                    <a:pt x="5612258" y="0"/>
                  </a:lnTo>
                  <a:lnTo>
                    <a:pt x="5611402" y="0"/>
                  </a:lnTo>
                  <a:lnTo>
                    <a:pt x="5610547" y="0"/>
                  </a:lnTo>
                  <a:lnTo>
                    <a:pt x="5609691" y="0"/>
                  </a:lnTo>
                  <a:lnTo>
                    <a:pt x="5608836" y="0"/>
                  </a:lnTo>
                  <a:lnTo>
                    <a:pt x="5607980" y="0"/>
                  </a:lnTo>
                  <a:lnTo>
                    <a:pt x="5607125" y="0"/>
                  </a:lnTo>
                  <a:lnTo>
                    <a:pt x="5606269" y="0"/>
                  </a:lnTo>
                  <a:lnTo>
                    <a:pt x="5605414" y="0"/>
                  </a:lnTo>
                  <a:lnTo>
                    <a:pt x="5604558" y="0"/>
                  </a:lnTo>
                  <a:lnTo>
                    <a:pt x="5603703" y="0"/>
                  </a:lnTo>
                  <a:lnTo>
                    <a:pt x="5602847" y="0"/>
                  </a:lnTo>
                  <a:lnTo>
                    <a:pt x="5601992" y="0"/>
                  </a:lnTo>
                  <a:lnTo>
                    <a:pt x="5601136" y="0"/>
                  </a:lnTo>
                  <a:lnTo>
                    <a:pt x="5600281" y="0"/>
                  </a:lnTo>
                  <a:lnTo>
                    <a:pt x="5599425" y="0"/>
                  </a:lnTo>
                  <a:lnTo>
                    <a:pt x="5598570" y="0"/>
                  </a:lnTo>
                  <a:lnTo>
                    <a:pt x="5597714" y="0"/>
                  </a:lnTo>
                  <a:lnTo>
                    <a:pt x="5596858" y="0"/>
                  </a:lnTo>
                  <a:lnTo>
                    <a:pt x="5596003" y="0"/>
                  </a:lnTo>
                  <a:lnTo>
                    <a:pt x="5595147" y="0"/>
                  </a:lnTo>
                  <a:lnTo>
                    <a:pt x="5594292" y="0"/>
                  </a:lnTo>
                  <a:lnTo>
                    <a:pt x="5593436" y="0"/>
                  </a:lnTo>
                  <a:lnTo>
                    <a:pt x="5592581" y="0"/>
                  </a:lnTo>
                  <a:lnTo>
                    <a:pt x="5591725" y="0"/>
                  </a:lnTo>
                  <a:lnTo>
                    <a:pt x="5590870" y="0"/>
                  </a:lnTo>
                  <a:lnTo>
                    <a:pt x="5590014" y="0"/>
                  </a:lnTo>
                  <a:lnTo>
                    <a:pt x="5589159" y="0"/>
                  </a:lnTo>
                  <a:lnTo>
                    <a:pt x="5588303" y="0"/>
                  </a:lnTo>
                  <a:lnTo>
                    <a:pt x="5587448" y="0"/>
                  </a:lnTo>
                  <a:lnTo>
                    <a:pt x="5586592" y="0"/>
                  </a:lnTo>
                  <a:lnTo>
                    <a:pt x="5585737" y="0"/>
                  </a:lnTo>
                  <a:lnTo>
                    <a:pt x="5584881" y="0"/>
                  </a:lnTo>
                  <a:lnTo>
                    <a:pt x="5584026" y="0"/>
                  </a:lnTo>
                  <a:lnTo>
                    <a:pt x="5583170" y="0"/>
                  </a:lnTo>
                  <a:lnTo>
                    <a:pt x="5582314" y="0"/>
                  </a:lnTo>
                  <a:lnTo>
                    <a:pt x="5581459" y="0"/>
                  </a:lnTo>
                  <a:lnTo>
                    <a:pt x="5580603" y="0"/>
                  </a:lnTo>
                  <a:lnTo>
                    <a:pt x="5579748" y="0"/>
                  </a:lnTo>
                  <a:lnTo>
                    <a:pt x="5578892" y="0"/>
                  </a:lnTo>
                  <a:lnTo>
                    <a:pt x="5578037" y="0"/>
                  </a:lnTo>
                  <a:lnTo>
                    <a:pt x="5577181" y="0"/>
                  </a:lnTo>
                  <a:lnTo>
                    <a:pt x="5576326" y="0"/>
                  </a:lnTo>
                  <a:lnTo>
                    <a:pt x="5575470" y="0"/>
                  </a:lnTo>
                  <a:lnTo>
                    <a:pt x="5574615" y="0"/>
                  </a:lnTo>
                  <a:lnTo>
                    <a:pt x="5573759" y="0"/>
                  </a:lnTo>
                  <a:lnTo>
                    <a:pt x="5572904" y="0"/>
                  </a:lnTo>
                  <a:lnTo>
                    <a:pt x="5572048" y="0"/>
                  </a:lnTo>
                  <a:lnTo>
                    <a:pt x="5571193" y="0"/>
                  </a:lnTo>
                  <a:lnTo>
                    <a:pt x="5570337" y="0"/>
                  </a:lnTo>
                  <a:lnTo>
                    <a:pt x="5569482" y="0"/>
                  </a:lnTo>
                  <a:lnTo>
                    <a:pt x="5568626" y="0"/>
                  </a:lnTo>
                  <a:lnTo>
                    <a:pt x="5567771" y="0"/>
                  </a:lnTo>
                  <a:lnTo>
                    <a:pt x="5566915" y="0"/>
                  </a:lnTo>
                  <a:lnTo>
                    <a:pt x="5566059" y="0"/>
                  </a:lnTo>
                  <a:lnTo>
                    <a:pt x="5565204" y="0"/>
                  </a:lnTo>
                  <a:lnTo>
                    <a:pt x="5564348" y="0"/>
                  </a:lnTo>
                  <a:lnTo>
                    <a:pt x="5563493" y="0"/>
                  </a:lnTo>
                  <a:lnTo>
                    <a:pt x="5562637" y="0"/>
                  </a:lnTo>
                  <a:lnTo>
                    <a:pt x="5561782" y="0"/>
                  </a:lnTo>
                  <a:lnTo>
                    <a:pt x="5560926" y="0"/>
                  </a:lnTo>
                  <a:lnTo>
                    <a:pt x="5560071" y="0"/>
                  </a:lnTo>
                  <a:lnTo>
                    <a:pt x="5559215" y="0"/>
                  </a:lnTo>
                  <a:lnTo>
                    <a:pt x="5558360" y="0"/>
                  </a:lnTo>
                  <a:lnTo>
                    <a:pt x="5557504" y="0"/>
                  </a:lnTo>
                  <a:lnTo>
                    <a:pt x="5556649" y="0"/>
                  </a:lnTo>
                  <a:lnTo>
                    <a:pt x="5555793" y="0"/>
                  </a:lnTo>
                  <a:lnTo>
                    <a:pt x="5554938" y="0"/>
                  </a:lnTo>
                  <a:lnTo>
                    <a:pt x="5554082" y="0"/>
                  </a:lnTo>
                  <a:lnTo>
                    <a:pt x="5553227" y="0"/>
                  </a:lnTo>
                  <a:lnTo>
                    <a:pt x="5552371" y="0"/>
                  </a:lnTo>
                  <a:lnTo>
                    <a:pt x="5551516" y="0"/>
                  </a:lnTo>
                  <a:lnTo>
                    <a:pt x="5550660" y="0"/>
                  </a:lnTo>
                  <a:lnTo>
                    <a:pt x="5549804" y="0"/>
                  </a:lnTo>
                  <a:lnTo>
                    <a:pt x="5548949" y="0"/>
                  </a:lnTo>
                  <a:lnTo>
                    <a:pt x="5548093" y="0"/>
                  </a:lnTo>
                  <a:lnTo>
                    <a:pt x="5547238" y="0"/>
                  </a:lnTo>
                  <a:lnTo>
                    <a:pt x="5546382" y="0"/>
                  </a:lnTo>
                  <a:lnTo>
                    <a:pt x="5545527" y="0"/>
                  </a:lnTo>
                  <a:lnTo>
                    <a:pt x="5544671" y="0"/>
                  </a:lnTo>
                  <a:lnTo>
                    <a:pt x="5543816" y="0"/>
                  </a:lnTo>
                  <a:lnTo>
                    <a:pt x="5542960" y="0"/>
                  </a:lnTo>
                  <a:lnTo>
                    <a:pt x="5542105" y="0"/>
                  </a:lnTo>
                  <a:lnTo>
                    <a:pt x="5541249" y="0"/>
                  </a:lnTo>
                  <a:lnTo>
                    <a:pt x="5540394" y="0"/>
                  </a:lnTo>
                  <a:lnTo>
                    <a:pt x="5539538" y="0"/>
                  </a:lnTo>
                  <a:lnTo>
                    <a:pt x="5538683" y="0"/>
                  </a:lnTo>
                  <a:lnTo>
                    <a:pt x="5537827" y="0"/>
                  </a:lnTo>
                  <a:lnTo>
                    <a:pt x="5536972" y="0"/>
                  </a:lnTo>
                  <a:lnTo>
                    <a:pt x="5536116" y="0"/>
                  </a:lnTo>
                  <a:lnTo>
                    <a:pt x="5535261" y="0"/>
                  </a:lnTo>
                  <a:lnTo>
                    <a:pt x="5534405" y="0"/>
                  </a:lnTo>
                  <a:lnTo>
                    <a:pt x="5533549" y="0"/>
                  </a:lnTo>
                  <a:lnTo>
                    <a:pt x="5532694" y="0"/>
                  </a:lnTo>
                  <a:lnTo>
                    <a:pt x="5531838" y="0"/>
                  </a:lnTo>
                  <a:lnTo>
                    <a:pt x="5530983" y="0"/>
                  </a:lnTo>
                  <a:lnTo>
                    <a:pt x="5530127" y="0"/>
                  </a:lnTo>
                  <a:lnTo>
                    <a:pt x="5529272" y="0"/>
                  </a:lnTo>
                  <a:lnTo>
                    <a:pt x="5528416" y="0"/>
                  </a:lnTo>
                  <a:lnTo>
                    <a:pt x="5527561" y="0"/>
                  </a:lnTo>
                  <a:lnTo>
                    <a:pt x="5526705" y="0"/>
                  </a:lnTo>
                  <a:lnTo>
                    <a:pt x="5525850" y="0"/>
                  </a:lnTo>
                  <a:lnTo>
                    <a:pt x="5524994" y="0"/>
                  </a:lnTo>
                  <a:lnTo>
                    <a:pt x="5524139" y="0"/>
                  </a:lnTo>
                  <a:lnTo>
                    <a:pt x="5523283" y="0"/>
                  </a:lnTo>
                  <a:lnTo>
                    <a:pt x="5522428" y="0"/>
                  </a:lnTo>
                  <a:lnTo>
                    <a:pt x="5521572" y="0"/>
                  </a:lnTo>
                  <a:lnTo>
                    <a:pt x="5520717" y="0"/>
                  </a:lnTo>
                  <a:lnTo>
                    <a:pt x="5519861" y="0"/>
                  </a:lnTo>
                  <a:lnTo>
                    <a:pt x="5519005" y="0"/>
                  </a:lnTo>
                  <a:lnTo>
                    <a:pt x="5518150" y="0"/>
                  </a:lnTo>
                  <a:lnTo>
                    <a:pt x="5517294" y="0"/>
                  </a:lnTo>
                  <a:lnTo>
                    <a:pt x="5516439" y="0"/>
                  </a:lnTo>
                  <a:lnTo>
                    <a:pt x="5515583" y="0"/>
                  </a:lnTo>
                  <a:lnTo>
                    <a:pt x="5514728" y="0"/>
                  </a:lnTo>
                  <a:lnTo>
                    <a:pt x="5513872" y="0"/>
                  </a:lnTo>
                  <a:lnTo>
                    <a:pt x="5513017" y="0"/>
                  </a:lnTo>
                  <a:lnTo>
                    <a:pt x="5512161" y="0"/>
                  </a:lnTo>
                  <a:lnTo>
                    <a:pt x="5511306" y="0"/>
                  </a:lnTo>
                  <a:lnTo>
                    <a:pt x="5510450" y="0"/>
                  </a:lnTo>
                  <a:lnTo>
                    <a:pt x="5509595" y="0"/>
                  </a:lnTo>
                  <a:lnTo>
                    <a:pt x="5508739" y="0"/>
                  </a:lnTo>
                  <a:lnTo>
                    <a:pt x="5507884" y="0"/>
                  </a:lnTo>
                  <a:lnTo>
                    <a:pt x="5507028" y="0"/>
                  </a:lnTo>
                  <a:lnTo>
                    <a:pt x="5506173" y="0"/>
                  </a:lnTo>
                  <a:lnTo>
                    <a:pt x="5505317" y="0"/>
                  </a:lnTo>
                  <a:lnTo>
                    <a:pt x="5504462" y="0"/>
                  </a:lnTo>
                  <a:lnTo>
                    <a:pt x="5503606" y="0"/>
                  </a:lnTo>
                  <a:lnTo>
                    <a:pt x="5502750" y="0"/>
                  </a:lnTo>
                  <a:lnTo>
                    <a:pt x="5501895" y="0"/>
                  </a:lnTo>
                  <a:lnTo>
                    <a:pt x="5501039" y="0"/>
                  </a:lnTo>
                  <a:lnTo>
                    <a:pt x="5500184" y="0"/>
                  </a:lnTo>
                  <a:lnTo>
                    <a:pt x="5499328" y="0"/>
                  </a:lnTo>
                  <a:lnTo>
                    <a:pt x="5498473" y="0"/>
                  </a:lnTo>
                  <a:lnTo>
                    <a:pt x="5497617" y="0"/>
                  </a:lnTo>
                  <a:lnTo>
                    <a:pt x="5496762" y="0"/>
                  </a:lnTo>
                  <a:lnTo>
                    <a:pt x="5495906" y="0"/>
                  </a:lnTo>
                  <a:lnTo>
                    <a:pt x="5495051" y="0"/>
                  </a:lnTo>
                  <a:lnTo>
                    <a:pt x="5494195" y="0"/>
                  </a:lnTo>
                  <a:lnTo>
                    <a:pt x="5493340" y="0"/>
                  </a:lnTo>
                  <a:lnTo>
                    <a:pt x="5492484" y="0"/>
                  </a:lnTo>
                  <a:lnTo>
                    <a:pt x="5491629" y="0"/>
                  </a:lnTo>
                  <a:lnTo>
                    <a:pt x="5490773" y="0"/>
                  </a:lnTo>
                  <a:lnTo>
                    <a:pt x="5489918" y="0"/>
                  </a:lnTo>
                  <a:lnTo>
                    <a:pt x="5489062" y="0"/>
                  </a:lnTo>
                  <a:lnTo>
                    <a:pt x="5488207" y="0"/>
                  </a:lnTo>
                  <a:lnTo>
                    <a:pt x="5487351" y="0"/>
                  </a:lnTo>
                  <a:lnTo>
                    <a:pt x="5486495" y="0"/>
                  </a:lnTo>
                  <a:lnTo>
                    <a:pt x="5485640" y="0"/>
                  </a:lnTo>
                  <a:lnTo>
                    <a:pt x="5484784" y="0"/>
                  </a:lnTo>
                  <a:lnTo>
                    <a:pt x="5483929" y="0"/>
                  </a:lnTo>
                  <a:lnTo>
                    <a:pt x="5483073" y="0"/>
                  </a:lnTo>
                  <a:lnTo>
                    <a:pt x="5482218" y="0"/>
                  </a:lnTo>
                  <a:lnTo>
                    <a:pt x="5481362" y="0"/>
                  </a:lnTo>
                  <a:lnTo>
                    <a:pt x="5480507" y="0"/>
                  </a:lnTo>
                  <a:lnTo>
                    <a:pt x="5479651" y="0"/>
                  </a:lnTo>
                  <a:lnTo>
                    <a:pt x="5478796" y="0"/>
                  </a:lnTo>
                  <a:lnTo>
                    <a:pt x="5477940" y="0"/>
                  </a:lnTo>
                  <a:lnTo>
                    <a:pt x="5477085" y="0"/>
                  </a:lnTo>
                  <a:lnTo>
                    <a:pt x="5476229" y="0"/>
                  </a:lnTo>
                  <a:lnTo>
                    <a:pt x="5475374" y="0"/>
                  </a:lnTo>
                  <a:lnTo>
                    <a:pt x="5474518" y="0"/>
                  </a:lnTo>
                  <a:lnTo>
                    <a:pt x="5473663" y="0"/>
                  </a:lnTo>
                  <a:lnTo>
                    <a:pt x="5472807" y="0"/>
                  </a:lnTo>
                  <a:lnTo>
                    <a:pt x="5471951" y="0"/>
                  </a:lnTo>
                  <a:lnTo>
                    <a:pt x="5471096" y="0"/>
                  </a:lnTo>
                  <a:lnTo>
                    <a:pt x="5470240" y="0"/>
                  </a:lnTo>
                  <a:lnTo>
                    <a:pt x="5469385" y="0"/>
                  </a:lnTo>
                  <a:lnTo>
                    <a:pt x="5468529" y="0"/>
                  </a:lnTo>
                  <a:lnTo>
                    <a:pt x="5467674" y="0"/>
                  </a:lnTo>
                  <a:lnTo>
                    <a:pt x="5466818" y="0"/>
                  </a:lnTo>
                  <a:lnTo>
                    <a:pt x="5465963" y="0"/>
                  </a:lnTo>
                  <a:lnTo>
                    <a:pt x="5465107" y="0"/>
                  </a:lnTo>
                  <a:lnTo>
                    <a:pt x="5464252" y="0"/>
                  </a:lnTo>
                  <a:lnTo>
                    <a:pt x="5463396" y="0"/>
                  </a:lnTo>
                  <a:lnTo>
                    <a:pt x="5462541" y="0"/>
                  </a:lnTo>
                  <a:lnTo>
                    <a:pt x="5461685" y="0"/>
                  </a:lnTo>
                  <a:lnTo>
                    <a:pt x="5460830" y="0"/>
                  </a:lnTo>
                  <a:lnTo>
                    <a:pt x="5459974" y="0"/>
                  </a:lnTo>
                  <a:lnTo>
                    <a:pt x="5459119" y="0"/>
                  </a:lnTo>
                  <a:lnTo>
                    <a:pt x="5458263" y="0"/>
                  </a:lnTo>
                  <a:lnTo>
                    <a:pt x="5457408" y="0"/>
                  </a:lnTo>
                  <a:lnTo>
                    <a:pt x="5456552" y="0"/>
                  </a:lnTo>
                  <a:lnTo>
                    <a:pt x="5455696" y="0"/>
                  </a:lnTo>
                  <a:lnTo>
                    <a:pt x="5454841" y="0"/>
                  </a:lnTo>
                  <a:lnTo>
                    <a:pt x="5453985" y="0"/>
                  </a:lnTo>
                  <a:lnTo>
                    <a:pt x="5453130" y="0"/>
                  </a:lnTo>
                  <a:lnTo>
                    <a:pt x="5452274" y="0"/>
                  </a:lnTo>
                  <a:lnTo>
                    <a:pt x="5451419" y="0"/>
                  </a:lnTo>
                  <a:lnTo>
                    <a:pt x="5450563" y="0"/>
                  </a:lnTo>
                  <a:lnTo>
                    <a:pt x="5449708" y="0"/>
                  </a:lnTo>
                  <a:lnTo>
                    <a:pt x="5448852" y="0"/>
                  </a:lnTo>
                  <a:lnTo>
                    <a:pt x="5447997" y="0"/>
                  </a:lnTo>
                  <a:lnTo>
                    <a:pt x="5447141" y="0"/>
                  </a:lnTo>
                  <a:lnTo>
                    <a:pt x="5446286" y="0"/>
                  </a:lnTo>
                  <a:lnTo>
                    <a:pt x="5445430" y="0"/>
                  </a:lnTo>
                  <a:lnTo>
                    <a:pt x="5444575" y="0"/>
                  </a:lnTo>
                  <a:lnTo>
                    <a:pt x="5443719" y="0"/>
                  </a:lnTo>
                  <a:lnTo>
                    <a:pt x="5442864" y="0"/>
                  </a:lnTo>
                  <a:lnTo>
                    <a:pt x="5442008" y="0"/>
                  </a:lnTo>
                  <a:lnTo>
                    <a:pt x="5441153" y="0"/>
                  </a:lnTo>
                  <a:lnTo>
                    <a:pt x="5440297" y="0"/>
                  </a:lnTo>
                  <a:lnTo>
                    <a:pt x="5439441" y="0"/>
                  </a:lnTo>
                  <a:lnTo>
                    <a:pt x="5438586" y="0"/>
                  </a:lnTo>
                  <a:lnTo>
                    <a:pt x="5437730" y="0"/>
                  </a:lnTo>
                  <a:lnTo>
                    <a:pt x="5436875" y="0"/>
                  </a:lnTo>
                  <a:lnTo>
                    <a:pt x="5436019" y="0"/>
                  </a:lnTo>
                  <a:lnTo>
                    <a:pt x="5435164" y="0"/>
                  </a:lnTo>
                  <a:lnTo>
                    <a:pt x="5434308" y="0"/>
                  </a:lnTo>
                  <a:lnTo>
                    <a:pt x="5433453" y="0"/>
                  </a:lnTo>
                  <a:lnTo>
                    <a:pt x="5432597" y="0"/>
                  </a:lnTo>
                  <a:lnTo>
                    <a:pt x="5431742" y="0"/>
                  </a:lnTo>
                  <a:lnTo>
                    <a:pt x="5430886" y="0"/>
                  </a:lnTo>
                  <a:lnTo>
                    <a:pt x="5430031" y="0"/>
                  </a:lnTo>
                  <a:lnTo>
                    <a:pt x="5429175" y="0"/>
                  </a:lnTo>
                  <a:lnTo>
                    <a:pt x="5428320" y="0"/>
                  </a:lnTo>
                  <a:lnTo>
                    <a:pt x="5427464" y="0"/>
                  </a:lnTo>
                  <a:lnTo>
                    <a:pt x="5426609" y="0"/>
                  </a:lnTo>
                  <a:lnTo>
                    <a:pt x="5425753" y="0"/>
                  </a:lnTo>
                  <a:lnTo>
                    <a:pt x="5424897" y="0"/>
                  </a:lnTo>
                  <a:lnTo>
                    <a:pt x="5424042" y="0"/>
                  </a:lnTo>
                  <a:lnTo>
                    <a:pt x="5423186" y="0"/>
                  </a:lnTo>
                  <a:lnTo>
                    <a:pt x="5422331" y="0"/>
                  </a:lnTo>
                  <a:lnTo>
                    <a:pt x="5421475" y="0"/>
                  </a:lnTo>
                  <a:lnTo>
                    <a:pt x="5420620" y="0"/>
                  </a:lnTo>
                  <a:lnTo>
                    <a:pt x="5419764" y="0"/>
                  </a:lnTo>
                  <a:lnTo>
                    <a:pt x="5418909" y="0"/>
                  </a:lnTo>
                  <a:lnTo>
                    <a:pt x="5418053" y="0"/>
                  </a:lnTo>
                  <a:lnTo>
                    <a:pt x="5417198" y="0"/>
                  </a:lnTo>
                  <a:lnTo>
                    <a:pt x="5416342" y="0"/>
                  </a:lnTo>
                  <a:lnTo>
                    <a:pt x="5415487" y="0"/>
                  </a:lnTo>
                  <a:lnTo>
                    <a:pt x="5414631" y="0"/>
                  </a:lnTo>
                  <a:lnTo>
                    <a:pt x="5413776" y="0"/>
                  </a:lnTo>
                  <a:lnTo>
                    <a:pt x="5412920" y="0"/>
                  </a:lnTo>
                  <a:lnTo>
                    <a:pt x="5412065" y="0"/>
                  </a:lnTo>
                  <a:lnTo>
                    <a:pt x="5411209" y="0"/>
                  </a:lnTo>
                  <a:lnTo>
                    <a:pt x="5410354" y="0"/>
                  </a:lnTo>
                  <a:lnTo>
                    <a:pt x="5409498" y="0"/>
                  </a:lnTo>
                  <a:lnTo>
                    <a:pt x="5408642" y="0"/>
                  </a:lnTo>
                  <a:lnTo>
                    <a:pt x="5407787" y="0"/>
                  </a:lnTo>
                  <a:lnTo>
                    <a:pt x="5406931" y="0"/>
                  </a:lnTo>
                  <a:lnTo>
                    <a:pt x="5406076" y="0"/>
                  </a:lnTo>
                  <a:lnTo>
                    <a:pt x="5405220" y="0"/>
                  </a:lnTo>
                  <a:lnTo>
                    <a:pt x="5404365" y="0"/>
                  </a:lnTo>
                  <a:lnTo>
                    <a:pt x="5403509" y="0"/>
                  </a:lnTo>
                  <a:lnTo>
                    <a:pt x="5402654" y="0"/>
                  </a:lnTo>
                  <a:lnTo>
                    <a:pt x="5401798" y="0"/>
                  </a:lnTo>
                  <a:lnTo>
                    <a:pt x="5400943" y="0"/>
                  </a:lnTo>
                  <a:lnTo>
                    <a:pt x="5400087" y="0"/>
                  </a:lnTo>
                  <a:lnTo>
                    <a:pt x="5399232" y="0"/>
                  </a:lnTo>
                  <a:lnTo>
                    <a:pt x="5398376" y="0"/>
                  </a:lnTo>
                  <a:lnTo>
                    <a:pt x="5397521" y="0"/>
                  </a:lnTo>
                  <a:lnTo>
                    <a:pt x="5396665" y="0"/>
                  </a:lnTo>
                  <a:lnTo>
                    <a:pt x="5395810" y="0"/>
                  </a:lnTo>
                  <a:lnTo>
                    <a:pt x="5394954" y="0"/>
                  </a:lnTo>
                  <a:lnTo>
                    <a:pt x="5394099" y="0"/>
                  </a:lnTo>
                  <a:lnTo>
                    <a:pt x="5393243" y="0"/>
                  </a:lnTo>
                  <a:lnTo>
                    <a:pt x="5392387" y="0"/>
                  </a:lnTo>
                  <a:lnTo>
                    <a:pt x="5391532" y="0"/>
                  </a:lnTo>
                  <a:lnTo>
                    <a:pt x="5390676" y="0"/>
                  </a:lnTo>
                  <a:lnTo>
                    <a:pt x="5389821" y="0"/>
                  </a:lnTo>
                  <a:lnTo>
                    <a:pt x="5388965" y="0"/>
                  </a:lnTo>
                  <a:lnTo>
                    <a:pt x="5388110" y="0"/>
                  </a:lnTo>
                  <a:lnTo>
                    <a:pt x="5387254" y="0"/>
                  </a:lnTo>
                  <a:lnTo>
                    <a:pt x="5386399" y="0"/>
                  </a:lnTo>
                  <a:lnTo>
                    <a:pt x="5385543" y="0"/>
                  </a:lnTo>
                  <a:lnTo>
                    <a:pt x="5384688" y="0"/>
                  </a:lnTo>
                  <a:lnTo>
                    <a:pt x="5383832" y="0"/>
                  </a:lnTo>
                  <a:lnTo>
                    <a:pt x="5382977" y="0"/>
                  </a:lnTo>
                  <a:lnTo>
                    <a:pt x="5382121" y="0"/>
                  </a:lnTo>
                  <a:lnTo>
                    <a:pt x="5381266" y="0"/>
                  </a:lnTo>
                  <a:lnTo>
                    <a:pt x="5380410" y="0"/>
                  </a:lnTo>
                  <a:lnTo>
                    <a:pt x="5379555" y="0"/>
                  </a:lnTo>
                  <a:lnTo>
                    <a:pt x="5378699" y="0"/>
                  </a:lnTo>
                  <a:lnTo>
                    <a:pt x="5377843" y="0"/>
                  </a:lnTo>
                  <a:lnTo>
                    <a:pt x="5376988" y="0"/>
                  </a:lnTo>
                  <a:lnTo>
                    <a:pt x="5376132" y="0"/>
                  </a:lnTo>
                  <a:lnTo>
                    <a:pt x="5375277" y="0"/>
                  </a:lnTo>
                  <a:lnTo>
                    <a:pt x="5374421" y="0"/>
                  </a:lnTo>
                  <a:lnTo>
                    <a:pt x="5373566" y="0"/>
                  </a:lnTo>
                  <a:lnTo>
                    <a:pt x="5372710" y="0"/>
                  </a:lnTo>
                  <a:lnTo>
                    <a:pt x="5371855" y="0"/>
                  </a:lnTo>
                  <a:lnTo>
                    <a:pt x="5370999" y="0"/>
                  </a:lnTo>
                  <a:lnTo>
                    <a:pt x="5370144" y="0"/>
                  </a:lnTo>
                  <a:lnTo>
                    <a:pt x="5369288" y="0"/>
                  </a:lnTo>
                  <a:lnTo>
                    <a:pt x="5368433" y="0"/>
                  </a:lnTo>
                  <a:lnTo>
                    <a:pt x="5367577" y="0"/>
                  </a:lnTo>
                  <a:lnTo>
                    <a:pt x="5366722" y="0"/>
                  </a:lnTo>
                  <a:lnTo>
                    <a:pt x="5365866" y="0"/>
                  </a:lnTo>
                  <a:lnTo>
                    <a:pt x="5365011" y="0"/>
                  </a:lnTo>
                  <a:lnTo>
                    <a:pt x="5364155" y="0"/>
                  </a:lnTo>
                  <a:lnTo>
                    <a:pt x="5363300" y="0"/>
                  </a:lnTo>
                  <a:lnTo>
                    <a:pt x="5362444" y="0"/>
                  </a:lnTo>
                  <a:lnTo>
                    <a:pt x="5361588" y="0"/>
                  </a:lnTo>
                  <a:lnTo>
                    <a:pt x="5360733" y="0"/>
                  </a:lnTo>
                  <a:lnTo>
                    <a:pt x="5359877" y="0"/>
                  </a:lnTo>
                  <a:lnTo>
                    <a:pt x="5359022" y="0"/>
                  </a:lnTo>
                  <a:lnTo>
                    <a:pt x="5358166" y="0"/>
                  </a:lnTo>
                  <a:lnTo>
                    <a:pt x="5357311" y="0"/>
                  </a:lnTo>
                  <a:lnTo>
                    <a:pt x="5356455" y="0"/>
                  </a:lnTo>
                  <a:lnTo>
                    <a:pt x="5355600" y="0"/>
                  </a:lnTo>
                  <a:lnTo>
                    <a:pt x="5354744" y="0"/>
                  </a:lnTo>
                  <a:lnTo>
                    <a:pt x="5353889" y="0"/>
                  </a:lnTo>
                  <a:lnTo>
                    <a:pt x="5353033" y="0"/>
                  </a:lnTo>
                  <a:lnTo>
                    <a:pt x="5352178" y="0"/>
                  </a:lnTo>
                  <a:lnTo>
                    <a:pt x="5351322" y="0"/>
                  </a:lnTo>
                  <a:lnTo>
                    <a:pt x="5350467" y="0"/>
                  </a:lnTo>
                  <a:lnTo>
                    <a:pt x="5349611" y="0"/>
                  </a:lnTo>
                  <a:lnTo>
                    <a:pt x="5348756" y="0"/>
                  </a:lnTo>
                  <a:lnTo>
                    <a:pt x="5347900" y="0"/>
                  </a:lnTo>
                  <a:lnTo>
                    <a:pt x="5347045" y="0"/>
                  </a:lnTo>
                  <a:lnTo>
                    <a:pt x="5346189" y="0"/>
                  </a:lnTo>
                  <a:lnTo>
                    <a:pt x="5345333" y="0"/>
                  </a:lnTo>
                  <a:lnTo>
                    <a:pt x="5344478" y="0"/>
                  </a:lnTo>
                  <a:lnTo>
                    <a:pt x="5343622" y="0"/>
                  </a:lnTo>
                  <a:lnTo>
                    <a:pt x="5342767" y="0"/>
                  </a:lnTo>
                  <a:lnTo>
                    <a:pt x="5341911" y="0"/>
                  </a:lnTo>
                  <a:lnTo>
                    <a:pt x="5341056" y="0"/>
                  </a:lnTo>
                  <a:lnTo>
                    <a:pt x="5340200" y="0"/>
                  </a:lnTo>
                  <a:lnTo>
                    <a:pt x="5339345" y="0"/>
                  </a:lnTo>
                  <a:lnTo>
                    <a:pt x="5338489" y="0"/>
                  </a:lnTo>
                  <a:lnTo>
                    <a:pt x="5337634" y="0"/>
                  </a:lnTo>
                  <a:lnTo>
                    <a:pt x="5336778" y="0"/>
                  </a:lnTo>
                  <a:lnTo>
                    <a:pt x="5335923" y="0"/>
                  </a:lnTo>
                  <a:lnTo>
                    <a:pt x="5335067" y="0"/>
                  </a:lnTo>
                  <a:lnTo>
                    <a:pt x="5334212" y="0"/>
                  </a:lnTo>
                  <a:lnTo>
                    <a:pt x="5333356" y="0"/>
                  </a:lnTo>
                  <a:lnTo>
                    <a:pt x="5332501" y="0"/>
                  </a:lnTo>
                  <a:lnTo>
                    <a:pt x="5331645" y="0"/>
                  </a:lnTo>
                  <a:lnTo>
                    <a:pt x="5330789" y="0"/>
                  </a:lnTo>
                  <a:lnTo>
                    <a:pt x="5329934" y="0"/>
                  </a:lnTo>
                  <a:lnTo>
                    <a:pt x="5329078" y="0"/>
                  </a:lnTo>
                  <a:lnTo>
                    <a:pt x="5328223" y="0"/>
                  </a:lnTo>
                  <a:lnTo>
                    <a:pt x="5327367" y="0"/>
                  </a:lnTo>
                  <a:lnTo>
                    <a:pt x="5326512" y="0"/>
                  </a:lnTo>
                  <a:lnTo>
                    <a:pt x="5325656" y="0"/>
                  </a:lnTo>
                  <a:lnTo>
                    <a:pt x="5324801" y="0"/>
                  </a:lnTo>
                  <a:lnTo>
                    <a:pt x="5323945" y="0"/>
                  </a:lnTo>
                  <a:lnTo>
                    <a:pt x="5323090" y="0"/>
                  </a:lnTo>
                  <a:lnTo>
                    <a:pt x="5322234" y="0"/>
                  </a:lnTo>
                  <a:lnTo>
                    <a:pt x="5321379" y="0"/>
                  </a:lnTo>
                  <a:lnTo>
                    <a:pt x="5320523" y="0"/>
                  </a:lnTo>
                  <a:lnTo>
                    <a:pt x="5319668" y="0"/>
                  </a:lnTo>
                  <a:lnTo>
                    <a:pt x="5318812" y="0"/>
                  </a:lnTo>
                  <a:lnTo>
                    <a:pt x="5317957" y="0"/>
                  </a:lnTo>
                  <a:lnTo>
                    <a:pt x="5317101" y="0"/>
                  </a:lnTo>
                  <a:lnTo>
                    <a:pt x="5316246" y="0"/>
                  </a:lnTo>
                  <a:lnTo>
                    <a:pt x="5315390" y="0"/>
                  </a:lnTo>
                  <a:lnTo>
                    <a:pt x="5314534" y="0"/>
                  </a:lnTo>
                  <a:lnTo>
                    <a:pt x="5313679" y="0"/>
                  </a:lnTo>
                  <a:lnTo>
                    <a:pt x="5312823" y="0"/>
                  </a:lnTo>
                  <a:lnTo>
                    <a:pt x="5311968" y="0"/>
                  </a:lnTo>
                  <a:lnTo>
                    <a:pt x="5311112" y="0"/>
                  </a:lnTo>
                  <a:lnTo>
                    <a:pt x="5310257" y="0"/>
                  </a:lnTo>
                  <a:lnTo>
                    <a:pt x="5309401" y="0"/>
                  </a:lnTo>
                  <a:lnTo>
                    <a:pt x="5308546" y="0"/>
                  </a:lnTo>
                  <a:lnTo>
                    <a:pt x="5307690" y="0"/>
                  </a:lnTo>
                  <a:lnTo>
                    <a:pt x="5306835" y="0"/>
                  </a:lnTo>
                  <a:lnTo>
                    <a:pt x="5305979" y="0"/>
                  </a:lnTo>
                  <a:lnTo>
                    <a:pt x="5305124" y="0"/>
                  </a:lnTo>
                  <a:lnTo>
                    <a:pt x="5304268" y="0"/>
                  </a:lnTo>
                  <a:lnTo>
                    <a:pt x="5303413" y="0"/>
                  </a:lnTo>
                  <a:lnTo>
                    <a:pt x="5302557" y="0"/>
                  </a:lnTo>
                  <a:lnTo>
                    <a:pt x="5301702" y="0"/>
                  </a:lnTo>
                  <a:lnTo>
                    <a:pt x="5300846" y="0"/>
                  </a:lnTo>
                  <a:lnTo>
                    <a:pt x="5299991" y="0"/>
                  </a:lnTo>
                  <a:lnTo>
                    <a:pt x="5299135" y="0"/>
                  </a:lnTo>
                  <a:lnTo>
                    <a:pt x="5298279" y="0"/>
                  </a:lnTo>
                  <a:lnTo>
                    <a:pt x="5297424" y="0"/>
                  </a:lnTo>
                  <a:lnTo>
                    <a:pt x="5296568" y="0"/>
                  </a:lnTo>
                  <a:lnTo>
                    <a:pt x="5295713" y="0"/>
                  </a:lnTo>
                  <a:lnTo>
                    <a:pt x="5294857" y="0"/>
                  </a:lnTo>
                  <a:lnTo>
                    <a:pt x="5294002" y="0"/>
                  </a:lnTo>
                  <a:lnTo>
                    <a:pt x="5293146" y="0"/>
                  </a:lnTo>
                  <a:lnTo>
                    <a:pt x="5292291" y="0"/>
                  </a:lnTo>
                  <a:lnTo>
                    <a:pt x="5291435" y="0"/>
                  </a:lnTo>
                  <a:lnTo>
                    <a:pt x="5290580" y="0"/>
                  </a:lnTo>
                  <a:lnTo>
                    <a:pt x="5289724" y="0"/>
                  </a:lnTo>
                  <a:lnTo>
                    <a:pt x="5288869" y="0"/>
                  </a:lnTo>
                  <a:lnTo>
                    <a:pt x="5288013" y="0"/>
                  </a:lnTo>
                  <a:lnTo>
                    <a:pt x="5287158" y="0"/>
                  </a:lnTo>
                  <a:lnTo>
                    <a:pt x="5286302" y="0"/>
                  </a:lnTo>
                  <a:lnTo>
                    <a:pt x="5285447" y="0"/>
                  </a:lnTo>
                  <a:lnTo>
                    <a:pt x="5284591" y="0"/>
                  </a:lnTo>
                  <a:lnTo>
                    <a:pt x="5283736" y="0"/>
                  </a:lnTo>
                  <a:lnTo>
                    <a:pt x="5282880" y="0"/>
                  </a:lnTo>
                  <a:lnTo>
                    <a:pt x="5282024" y="0"/>
                  </a:lnTo>
                  <a:lnTo>
                    <a:pt x="5281169" y="0"/>
                  </a:lnTo>
                  <a:lnTo>
                    <a:pt x="5280313" y="0"/>
                  </a:lnTo>
                  <a:lnTo>
                    <a:pt x="5279458" y="0"/>
                  </a:lnTo>
                  <a:lnTo>
                    <a:pt x="5278602" y="0"/>
                  </a:lnTo>
                  <a:lnTo>
                    <a:pt x="5277747" y="0"/>
                  </a:lnTo>
                  <a:lnTo>
                    <a:pt x="5276891" y="0"/>
                  </a:lnTo>
                  <a:lnTo>
                    <a:pt x="5276036" y="0"/>
                  </a:lnTo>
                  <a:lnTo>
                    <a:pt x="5275180" y="0"/>
                  </a:lnTo>
                  <a:lnTo>
                    <a:pt x="5274325" y="0"/>
                  </a:lnTo>
                  <a:lnTo>
                    <a:pt x="5273469" y="0"/>
                  </a:lnTo>
                  <a:lnTo>
                    <a:pt x="5272614" y="0"/>
                  </a:lnTo>
                  <a:lnTo>
                    <a:pt x="5271758" y="0"/>
                  </a:lnTo>
                  <a:lnTo>
                    <a:pt x="5270903" y="0"/>
                  </a:lnTo>
                  <a:lnTo>
                    <a:pt x="5270047" y="0"/>
                  </a:lnTo>
                  <a:lnTo>
                    <a:pt x="5269192" y="0"/>
                  </a:lnTo>
                  <a:lnTo>
                    <a:pt x="5268336" y="0"/>
                  </a:lnTo>
                  <a:lnTo>
                    <a:pt x="5267480" y="0"/>
                  </a:lnTo>
                  <a:lnTo>
                    <a:pt x="5266625" y="0"/>
                  </a:lnTo>
                  <a:lnTo>
                    <a:pt x="5265769" y="0"/>
                  </a:lnTo>
                  <a:lnTo>
                    <a:pt x="5264914" y="0"/>
                  </a:lnTo>
                  <a:lnTo>
                    <a:pt x="5264058" y="0"/>
                  </a:lnTo>
                  <a:lnTo>
                    <a:pt x="5263203" y="0"/>
                  </a:lnTo>
                  <a:lnTo>
                    <a:pt x="5262347" y="0"/>
                  </a:lnTo>
                  <a:lnTo>
                    <a:pt x="5261492" y="0"/>
                  </a:lnTo>
                  <a:lnTo>
                    <a:pt x="5260636" y="0"/>
                  </a:lnTo>
                  <a:lnTo>
                    <a:pt x="5259781" y="0"/>
                  </a:lnTo>
                  <a:lnTo>
                    <a:pt x="5258925" y="0"/>
                  </a:lnTo>
                  <a:lnTo>
                    <a:pt x="5258070" y="0"/>
                  </a:lnTo>
                  <a:lnTo>
                    <a:pt x="5257214" y="0"/>
                  </a:lnTo>
                  <a:lnTo>
                    <a:pt x="5256359" y="0"/>
                  </a:lnTo>
                  <a:lnTo>
                    <a:pt x="5255503" y="0"/>
                  </a:lnTo>
                  <a:lnTo>
                    <a:pt x="5254648" y="0"/>
                  </a:lnTo>
                  <a:lnTo>
                    <a:pt x="5253792" y="0"/>
                  </a:lnTo>
                  <a:lnTo>
                    <a:pt x="5252937" y="0"/>
                  </a:lnTo>
                  <a:lnTo>
                    <a:pt x="5252081" y="0"/>
                  </a:lnTo>
                  <a:lnTo>
                    <a:pt x="5251225" y="0"/>
                  </a:lnTo>
                  <a:lnTo>
                    <a:pt x="5250370" y="0"/>
                  </a:lnTo>
                  <a:lnTo>
                    <a:pt x="5249514" y="0"/>
                  </a:lnTo>
                  <a:lnTo>
                    <a:pt x="5248659" y="0"/>
                  </a:lnTo>
                  <a:lnTo>
                    <a:pt x="5247803" y="0"/>
                  </a:lnTo>
                  <a:lnTo>
                    <a:pt x="5246948" y="0"/>
                  </a:lnTo>
                  <a:lnTo>
                    <a:pt x="5246092" y="0"/>
                  </a:lnTo>
                  <a:lnTo>
                    <a:pt x="5245237" y="0"/>
                  </a:lnTo>
                  <a:lnTo>
                    <a:pt x="5244381" y="0"/>
                  </a:lnTo>
                  <a:lnTo>
                    <a:pt x="5243526" y="0"/>
                  </a:lnTo>
                  <a:lnTo>
                    <a:pt x="5242670" y="0"/>
                  </a:lnTo>
                  <a:lnTo>
                    <a:pt x="5241815" y="0"/>
                  </a:lnTo>
                  <a:lnTo>
                    <a:pt x="5240959" y="0"/>
                  </a:lnTo>
                  <a:lnTo>
                    <a:pt x="5240104" y="0"/>
                  </a:lnTo>
                  <a:lnTo>
                    <a:pt x="5239248" y="0"/>
                  </a:lnTo>
                  <a:lnTo>
                    <a:pt x="5238393" y="0"/>
                  </a:lnTo>
                  <a:lnTo>
                    <a:pt x="5237537" y="0"/>
                  </a:lnTo>
                  <a:lnTo>
                    <a:pt x="5236682" y="0"/>
                  </a:lnTo>
                  <a:lnTo>
                    <a:pt x="5235826" y="0"/>
                  </a:lnTo>
                  <a:lnTo>
                    <a:pt x="5234970" y="0"/>
                  </a:lnTo>
                  <a:lnTo>
                    <a:pt x="5234115" y="0"/>
                  </a:lnTo>
                  <a:lnTo>
                    <a:pt x="5233259" y="0"/>
                  </a:lnTo>
                  <a:lnTo>
                    <a:pt x="5232404" y="0"/>
                  </a:lnTo>
                  <a:lnTo>
                    <a:pt x="5231548" y="0"/>
                  </a:lnTo>
                  <a:lnTo>
                    <a:pt x="5230693" y="0"/>
                  </a:lnTo>
                  <a:lnTo>
                    <a:pt x="5229837" y="0"/>
                  </a:lnTo>
                  <a:lnTo>
                    <a:pt x="5228982" y="0"/>
                  </a:lnTo>
                  <a:lnTo>
                    <a:pt x="5228126" y="0"/>
                  </a:lnTo>
                  <a:lnTo>
                    <a:pt x="5227271" y="0"/>
                  </a:lnTo>
                  <a:lnTo>
                    <a:pt x="5226415" y="0"/>
                  </a:lnTo>
                  <a:lnTo>
                    <a:pt x="5225560" y="0"/>
                  </a:lnTo>
                  <a:lnTo>
                    <a:pt x="5224704" y="0"/>
                  </a:lnTo>
                  <a:lnTo>
                    <a:pt x="5223849" y="0"/>
                  </a:lnTo>
                  <a:lnTo>
                    <a:pt x="5222993" y="0"/>
                  </a:lnTo>
                  <a:lnTo>
                    <a:pt x="5222138" y="0"/>
                  </a:lnTo>
                  <a:lnTo>
                    <a:pt x="5221282" y="0"/>
                  </a:lnTo>
                  <a:lnTo>
                    <a:pt x="5220426" y="0"/>
                  </a:lnTo>
                  <a:lnTo>
                    <a:pt x="5219571" y="0"/>
                  </a:lnTo>
                  <a:lnTo>
                    <a:pt x="5218715" y="0"/>
                  </a:lnTo>
                  <a:lnTo>
                    <a:pt x="5217860" y="0"/>
                  </a:lnTo>
                  <a:lnTo>
                    <a:pt x="5217004" y="0"/>
                  </a:lnTo>
                  <a:lnTo>
                    <a:pt x="5216149" y="0"/>
                  </a:lnTo>
                  <a:lnTo>
                    <a:pt x="5215293" y="0"/>
                  </a:lnTo>
                  <a:lnTo>
                    <a:pt x="5214438" y="0"/>
                  </a:lnTo>
                  <a:lnTo>
                    <a:pt x="5213582" y="0"/>
                  </a:lnTo>
                  <a:lnTo>
                    <a:pt x="5212727" y="0"/>
                  </a:lnTo>
                  <a:lnTo>
                    <a:pt x="5211871" y="0"/>
                  </a:lnTo>
                  <a:lnTo>
                    <a:pt x="5211016" y="0"/>
                  </a:lnTo>
                  <a:lnTo>
                    <a:pt x="5210160" y="0"/>
                  </a:lnTo>
                  <a:lnTo>
                    <a:pt x="5209305" y="0"/>
                  </a:lnTo>
                  <a:lnTo>
                    <a:pt x="5208449" y="0"/>
                  </a:lnTo>
                  <a:lnTo>
                    <a:pt x="5207594" y="0"/>
                  </a:lnTo>
                  <a:lnTo>
                    <a:pt x="5206738" y="0"/>
                  </a:lnTo>
                  <a:lnTo>
                    <a:pt x="5205883" y="0"/>
                  </a:lnTo>
                  <a:lnTo>
                    <a:pt x="5205027" y="0"/>
                  </a:lnTo>
                  <a:lnTo>
                    <a:pt x="5204171" y="0"/>
                  </a:lnTo>
                  <a:lnTo>
                    <a:pt x="5203316" y="0"/>
                  </a:lnTo>
                  <a:lnTo>
                    <a:pt x="5202460" y="0"/>
                  </a:lnTo>
                  <a:lnTo>
                    <a:pt x="5201605" y="0"/>
                  </a:lnTo>
                  <a:lnTo>
                    <a:pt x="5200749" y="0"/>
                  </a:lnTo>
                  <a:lnTo>
                    <a:pt x="5199894" y="0"/>
                  </a:lnTo>
                  <a:lnTo>
                    <a:pt x="5199038" y="0"/>
                  </a:lnTo>
                  <a:lnTo>
                    <a:pt x="5198183" y="0"/>
                  </a:lnTo>
                  <a:lnTo>
                    <a:pt x="5197327" y="0"/>
                  </a:lnTo>
                  <a:lnTo>
                    <a:pt x="5196472" y="0"/>
                  </a:lnTo>
                  <a:lnTo>
                    <a:pt x="5195616" y="0"/>
                  </a:lnTo>
                  <a:lnTo>
                    <a:pt x="5194761" y="0"/>
                  </a:lnTo>
                  <a:lnTo>
                    <a:pt x="5193905" y="0"/>
                  </a:lnTo>
                  <a:lnTo>
                    <a:pt x="5193050" y="0"/>
                  </a:lnTo>
                  <a:lnTo>
                    <a:pt x="5192194" y="0"/>
                  </a:lnTo>
                  <a:lnTo>
                    <a:pt x="5191339" y="0"/>
                  </a:lnTo>
                  <a:lnTo>
                    <a:pt x="5190483" y="0"/>
                  </a:lnTo>
                  <a:lnTo>
                    <a:pt x="5189628" y="0"/>
                  </a:lnTo>
                  <a:lnTo>
                    <a:pt x="5188772" y="0"/>
                  </a:lnTo>
                  <a:lnTo>
                    <a:pt x="5187916" y="0"/>
                  </a:lnTo>
                  <a:lnTo>
                    <a:pt x="5187061" y="0"/>
                  </a:lnTo>
                  <a:lnTo>
                    <a:pt x="5186205" y="0"/>
                  </a:lnTo>
                  <a:lnTo>
                    <a:pt x="5185350" y="0"/>
                  </a:lnTo>
                  <a:lnTo>
                    <a:pt x="5184494" y="0"/>
                  </a:lnTo>
                  <a:lnTo>
                    <a:pt x="5183639" y="0"/>
                  </a:lnTo>
                  <a:lnTo>
                    <a:pt x="5182783" y="0"/>
                  </a:lnTo>
                  <a:lnTo>
                    <a:pt x="5181928" y="0"/>
                  </a:lnTo>
                  <a:lnTo>
                    <a:pt x="5181072" y="0"/>
                  </a:lnTo>
                  <a:lnTo>
                    <a:pt x="5180217" y="0"/>
                  </a:lnTo>
                  <a:lnTo>
                    <a:pt x="5179361" y="0"/>
                  </a:lnTo>
                  <a:lnTo>
                    <a:pt x="5178506" y="0"/>
                  </a:lnTo>
                  <a:lnTo>
                    <a:pt x="5177650" y="0"/>
                  </a:lnTo>
                  <a:lnTo>
                    <a:pt x="5176795" y="0"/>
                  </a:lnTo>
                  <a:lnTo>
                    <a:pt x="5175939" y="0"/>
                  </a:lnTo>
                  <a:lnTo>
                    <a:pt x="5175084" y="0"/>
                  </a:lnTo>
                  <a:lnTo>
                    <a:pt x="5174228" y="0"/>
                  </a:lnTo>
                  <a:lnTo>
                    <a:pt x="5173372" y="0"/>
                  </a:lnTo>
                  <a:lnTo>
                    <a:pt x="5172517" y="0"/>
                  </a:lnTo>
                  <a:lnTo>
                    <a:pt x="5171661" y="0"/>
                  </a:lnTo>
                  <a:lnTo>
                    <a:pt x="5170806" y="0"/>
                  </a:lnTo>
                  <a:lnTo>
                    <a:pt x="5169950" y="0"/>
                  </a:lnTo>
                  <a:lnTo>
                    <a:pt x="5169095" y="0"/>
                  </a:lnTo>
                  <a:lnTo>
                    <a:pt x="5168239" y="0"/>
                  </a:lnTo>
                  <a:lnTo>
                    <a:pt x="5167384" y="0"/>
                  </a:lnTo>
                  <a:lnTo>
                    <a:pt x="5166528" y="0"/>
                  </a:lnTo>
                  <a:lnTo>
                    <a:pt x="5165673" y="0"/>
                  </a:lnTo>
                  <a:lnTo>
                    <a:pt x="5164817" y="0"/>
                  </a:lnTo>
                  <a:lnTo>
                    <a:pt x="5163962" y="0"/>
                  </a:lnTo>
                  <a:lnTo>
                    <a:pt x="5163106" y="0"/>
                  </a:lnTo>
                  <a:lnTo>
                    <a:pt x="5162251" y="0"/>
                  </a:lnTo>
                  <a:lnTo>
                    <a:pt x="5161395" y="0"/>
                  </a:lnTo>
                  <a:lnTo>
                    <a:pt x="5160540" y="0"/>
                  </a:lnTo>
                  <a:lnTo>
                    <a:pt x="5159684" y="0"/>
                  </a:lnTo>
                  <a:lnTo>
                    <a:pt x="5158829" y="0"/>
                  </a:lnTo>
                  <a:lnTo>
                    <a:pt x="5157973" y="0"/>
                  </a:lnTo>
                  <a:lnTo>
                    <a:pt x="5157117" y="0"/>
                  </a:lnTo>
                  <a:lnTo>
                    <a:pt x="5156262" y="0"/>
                  </a:lnTo>
                  <a:lnTo>
                    <a:pt x="5155406" y="0"/>
                  </a:lnTo>
                  <a:lnTo>
                    <a:pt x="5154551" y="0"/>
                  </a:lnTo>
                  <a:lnTo>
                    <a:pt x="5153695" y="0"/>
                  </a:lnTo>
                  <a:lnTo>
                    <a:pt x="5152840" y="0"/>
                  </a:lnTo>
                  <a:lnTo>
                    <a:pt x="5151984" y="0"/>
                  </a:lnTo>
                  <a:lnTo>
                    <a:pt x="5151129" y="0"/>
                  </a:lnTo>
                  <a:lnTo>
                    <a:pt x="5150273" y="0"/>
                  </a:lnTo>
                  <a:lnTo>
                    <a:pt x="5149418" y="0"/>
                  </a:lnTo>
                  <a:lnTo>
                    <a:pt x="5148562" y="0"/>
                  </a:lnTo>
                  <a:lnTo>
                    <a:pt x="5147707" y="0"/>
                  </a:lnTo>
                  <a:lnTo>
                    <a:pt x="5146851" y="0"/>
                  </a:lnTo>
                  <a:lnTo>
                    <a:pt x="5145996" y="0"/>
                  </a:lnTo>
                  <a:lnTo>
                    <a:pt x="5145140" y="0"/>
                  </a:lnTo>
                  <a:lnTo>
                    <a:pt x="5144285" y="0"/>
                  </a:lnTo>
                  <a:lnTo>
                    <a:pt x="5143429" y="0"/>
                  </a:lnTo>
                  <a:lnTo>
                    <a:pt x="5142574" y="0"/>
                  </a:lnTo>
                  <a:lnTo>
                    <a:pt x="5141718" y="0"/>
                  </a:lnTo>
                  <a:lnTo>
                    <a:pt x="5140862" y="0"/>
                  </a:lnTo>
                  <a:lnTo>
                    <a:pt x="5140007" y="0"/>
                  </a:lnTo>
                  <a:lnTo>
                    <a:pt x="5139151" y="0"/>
                  </a:lnTo>
                  <a:lnTo>
                    <a:pt x="5138296" y="0"/>
                  </a:lnTo>
                  <a:lnTo>
                    <a:pt x="5137440" y="0"/>
                  </a:lnTo>
                  <a:lnTo>
                    <a:pt x="5136585" y="0"/>
                  </a:lnTo>
                  <a:lnTo>
                    <a:pt x="5135729" y="0"/>
                  </a:lnTo>
                  <a:lnTo>
                    <a:pt x="5134874" y="0"/>
                  </a:lnTo>
                  <a:lnTo>
                    <a:pt x="5134018" y="0"/>
                  </a:lnTo>
                  <a:lnTo>
                    <a:pt x="5133163" y="0"/>
                  </a:lnTo>
                  <a:lnTo>
                    <a:pt x="5132307" y="0"/>
                  </a:lnTo>
                  <a:lnTo>
                    <a:pt x="5131452" y="0"/>
                  </a:lnTo>
                  <a:lnTo>
                    <a:pt x="5130596" y="0"/>
                  </a:lnTo>
                  <a:lnTo>
                    <a:pt x="5129741" y="0"/>
                  </a:lnTo>
                  <a:lnTo>
                    <a:pt x="5128885" y="0"/>
                  </a:lnTo>
                  <a:lnTo>
                    <a:pt x="5128030" y="0"/>
                  </a:lnTo>
                  <a:lnTo>
                    <a:pt x="5127174" y="0"/>
                  </a:lnTo>
                  <a:lnTo>
                    <a:pt x="5126318" y="0"/>
                  </a:lnTo>
                  <a:lnTo>
                    <a:pt x="5125463" y="0"/>
                  </a:lnTo>
                  <a:lnTo>
                    <a:pt x="5124607" y="0"/>
                  </a:lnTo>
                  <a:lnTo>
                    <a:pt x="5123752" y="0"/>
                  </a:lnTo>
                  <a:lnTo>
                    <a:pt x="5122896" y="0"/>
                  </a:lnTo>
                  <a:lnTo>
                    <a:pt x="5122041" y="0"/>
                  </a:lnTo>
                  <a:lnTo>
                    <a:pt x="5121185" y="0"/>
                  </a:lnTo>
                  <a:lnTo>
                    <a:pt x="5120330" y="0"/>
                  </a:lnTo>
                  <a:lnTo>
                    <a:pt x="5119474" y="0"/>
                  </a:lnTo>
                  <a:lnTo>
                    <a:pt x="5118619" y="0"/>
                  </a:lnTo>
                  <a:lnTo>
                    <a:pt x="5117763" y="0"/>
                  </a:lnTo>
                  <a:lnTo>
                    <a:pt x="5116908" y="0"/>
                  </a:lnTo>
                  <a:lnTo>
                    <a:pt x="5116052" y="0"/>
                  </a:lnTo>
                  <a:lnTo>
                    <a:pt x="5115197" y="0"/>
                  </a:lnTo>
                  <a:lnTo>
                    <a:pt x="5114341" y="0"/>
                  </a:lnTo>
                  <a:lnTo>
                    <a:pt x="5113486" y="0"/>
                  </a:lnTo>
                  <a:lnTo>
                    <a:pt x="5112630" y="0"/>
                  </a:lnTo>
                  <a:lnTo>
                    <a:pt x="5111775" y="0"/>
                  </a:lnTo>
                  <a:lnTo>
                    <a:pt x="5110919" y="0"/>
                  </a:lnTo>
                  <a:lnTo>
                    <a:pt x="5110063" y="0"/>
                  </a:lnTo>
                  <a:lnTo>
                    <a:pt x="5109208" y="0"/>
                  </a:lnTo>
                  <a:lnTo>
                    <a:pt x="5108352" y="0"/>
                  </a:lnTo>
                  <a:lnTo>
                    <a:pt x="5107497" y="0"/>
                  </a:lnTo>
                  <a:lnTo>
                    <a:pt x="5106641" y="0"/>
                  </a:lnTo>
                  <a:lnTo>
                    <a:pt x="5105786" y="0"/>
                  </a:lnTo>
                  <a:lnTo>
                    <a:pt x="5104930" y="0"/>
                  </a:lnTo>
                  <a:lnTo>
                    <a:pt x="5104075" y="0"/>
                  </a:lnTo>
                  <a:lnTo>
                    <a:pt x="5103219" y="0"/>
                  </a:lnTo>
                  <a:lnTo>
                    <a:pt x="5102364" y="0"/>
                  </a:lnTo>
                  <a:lnTo>
                    <a:pt x="5101508" y="0"/>
                  </a:lnTo>
                  <a:lnTo>
                    <a:pt x="5100653" y="0"/>
                  </a:lnTo>
                  <a:lnTo>
                    <a:pt x="5099797" y="0"/>
                  </a:lnTo>
                  <a:lnTo>
                    <a:pt x="5098942" y="0"/>
                  </a:lnTo>
                  <a:lnTo>
                    <a:pt x="5098086" y="0"/>
                  </a:lnTo>
                  <a:lnTo>
                    <a:pt x="5097231" y="0"/>
                  </a:lnTo>
                  <a:lnTo>
                    <a:pt x="5096375" y="0"/>
                  </a:lnTo>
                  <a:lnTo>
                    <a:pt x="5095520" y="0"/>
                  </a:lnTo>
                  <a:lnTo>
                    <a:pt x="5094664" y="0"/>
                  </a:lnTo>
                  <a:lnTo>
                    <a:pt x="5093808" y="0"/>
                  </a:lnTo>
                  <a:lnTo>
                    <a:pt x="5092953" y="0"/>
                  </a:lnTo>
                  <a:lnTo>
                    <a:pt x="5092097" y="0"/>
                  </a:lnTo>
                  <a:lnTo>
                    <a:pt x="5091242" y="0"/>
                  </a:lnTo>
                  <a:lnTo>
                    <a:pt x="5090386" y="0"/>
                  </a:lnTo>
                  <a:lnTo>
                    <a:pt x="5089531" y="0"/>
                  </a:lnTo>
                  <a:lnTo>
                    <a:pt x="5088675" y="0"/>
                  </a:lnTo>
                  <a:lnTo>
                    <a:pt x="5087820" y="0"/>
                  </a:lnTo>
                  <a:lnTo>
                    <a:pt x="5086964" y="0"/>
                  </a:lnTo>
                  <a:lnTo>
                    <a:pt x="5086109" y="0"/>
                  </a:lnTo>
                  <a:lnTo>
                    <a:pt x="5085253" y="0"/>
                  </a:lnTo>
                  <a:lnTo>
                    <a:pt x="5084398" y="0"/>
                  </a:lnTo>
                  <a:lnTo>
                    <a:pt x="5083542" y="0"/>
                  </a:lnTo>
                  <a:lnTo>
                    <a:pt x="5082687" y="0"/>
                  </a:lnTo>
                  <a:lnTo>
                    <a:pt x="5081831" y="0"/>
                  </a:lnTo>
                  <a:lnTo>
                    <a:pt x="5080976" y="0"/>
                  </a:lnTo>
                  <a:lnTo>
                    <a:pt x="5080120" y="0"/>
                  </a:lnTo>
                  <a:lnTo>
                    <a:pt x="5079265" y="0"/>
                  </a:lnTo>
                  <a:lnTo>
                    <a:pt x="5078409" y="0"/>
                  </a:lnTo>
                  <a:lnTo>
                    <a:pt x="5077553" y="0"/>
                  </a:lnTo>
                  <a:lnTo>
                    <a:pt x="5076698" y="0"/>
                  </a:lnTo>
                  <a:lnTo>
                    <a:pt x="5075842" y="0"/>
                  </a:lnTo>
                  <a:lnTo>
                    <a:pt x="5074987" y="0"/>
                  </a:lnTo>
                  <a:lnTo>
                    <a:pt x="5074131" y="0"/>
                  </a:lnTo>
                  <a:lnTo>
                    <a:pt x="5073276" y="0"/>
                  </a:lnTo>
                  <a:lnTo>
                    <a:pt x="5072420" y="0"/>
                  </a:lnTo>
                  <a:lnTo>
                    <a:pt x="5071565" y="0"/>
                  </a:lnTo>
                  <a:lnTo>
                    <a:pt x="5070709" y="0"/>
                  </a:lnTo>
                  <a:lnTo>
                    <a:pt x="5069854" y="0"/>
                  </a:lnTo>
                  <a:lnTo>
                    <a:pt x="5068998" y="0"/>
                  </a:lnTo>
                  <a:lnTo>
                    <a:pt x="5068143" y="0"/>
                  </a:lnTo>
                  <a:lnTo>
                    <a:pt x="5067287" y="0"/>
                  </a:lnTo>
                  <a:lnTo>
                    <a:pt x="5066432" y="0"/>
                  </a:lnTo>
                  <a:lnTo>
                    <a:pt x="5065576" y="0"/>
                  </a:lnTo>
                  <a:lnTo>
                    <a:pt x="5064721" y="0"/>
                  </a:lnTo>
                  <a:lnTo>
                    <a:pt x="5063865" y="0"/>
                  </a:lnTo>
                  <a:lnTo>
                    <a:pt x="5063009" y="0"/>
                  </a:lnTo>
                  <a:lnTo>
                    <a:pt x="5062154" y="0"/>
                  </a:lnTo>
                  <a:lnTo>
                    <a:pt x="5061298" y="0"/>
                  </a:lnTo>
                  <a:lnTo>
                    <a:pt x="5060443" y="0"/>
                  </a:lnTo>
                  <a:lnTo>
                    <a:pt x="5059587" y="0"/>
                  </a:lnTo>
                  <a:lnTo>
                    <a:pt x="5058732" y="0"/>
                  </a:lnTo>
                  <a:lnTo>
                    <a:pt x="5057876" y="0"/>
                  </a:lnTo>
                  <a:lnTo>
                    <a:pt x="5057021" y="0"/>
                  </a:lnTo>
                  <a:lnTo>
                    <a:pt x="5056165" y="0"/>
                  </a:lnTo>
                  <a:lnTo>
                    <a:pt x="5055310" y="0"/>
                  </a:lnTo>
                  <a:lnTo>
                    <a:pt x="5054454" y="0"/>
                  </a:lnTo>
                  <a:lnTo>
                    <a:pt x="5053599" y="0"/>
                  </a:lnTo>
                  <a:lnTo>
                    <a:pt x="5052743" y="0"/>
                  </a:lnTo>
                  <a:lnTo>
                    <a:pt x="5051888" y="0"/>
                  </a:lnTo>
                  <a:lnTo>
                    <a:pt x="5051032" y="0"/>
                  </a:lnTo>
                  <a:lnTo>
                    <a:pt x="5050177" y="0"/>
                  </a:lnTo>
                  <a:lnTo>
                    <a:pt x="5049321" y="0"/>
                  </a:lnTo>
                  <a:lnTo>
                    <a:pt x="5048466" y="0"/>
                  </a:lnTo>
                  <a:lnTo>
                    <a:pt x="5047610" y="0"/>
                  </a:lnTo>
                  <a:lnTo>
                    <a:pt x="5046754" y="0"/>
                  </a:lnTo>
                  <a:lnTo>
                    <a:pt x="5045899" y="0"/>
                  </a:lnTo>
                  <a:lnTo>
                    <a:pt x="5045043" y="0"/>
                  </a:lnTo>
                  <a:lnTo>
                    <a:pt x="5044188" y="0"/>
                  </a:lnTo>
                  <a:lnTo>
                    <a:pt x="5043332" y="0"/>
                  </a:lnTo>
                  <a:lnTo>
                    <a:pt x="5042477" y="0"/>
                  </a:lnTo>
                  <a:lnTo>
                    <a:pt x="5041621" y="0"/>
                  </a:lnTo>
                  <a:lnTo>
                    <a:pt x="5040766" y="0"/>
                  </a:lnTo>
                  <a:lnTo>
                    <a:pt x="5039910" y="0"/>
                  </a:lnTo>
                  <a:lnTo>
                    <a:pt x="5039055" y="0"/>
                  </a:lnTo>
                  <a:lnTo>
                    <a:pt x="5038199" y="0"/>
                  </a:lnTo>
                  <a:lnTo>
                    <a:pt x="5037344" y="0"/>
                  </a:lnTo>
                  <a:lnTo>
                    <a:pt x="5036488" y="0"/>
                  </a:lnTo>
                  <a:lnTo>
                    <a:pt x="5035633" y="0"/>
                  </a:lnTo>
                  <a:lnTo>
                    <a:pt x="5034777" y="0"/>
                  </a:lnTo>
                  <a:lnTo>
                    <a:pt x="5033922" y="0"/>
                  </a:lnTo>
                  <a:lnTo>
                    <a:pt x="5033066" y="0"/>
                  </a:lnTo>
                  <a:lnTo>
                    <a:pt x="5032211" y="0"/>
                  </a:lnTo>
                  <a:lnTo>
                    <a:pt x="5031355" y="0"/>
                  </a:lnTo>
                  <a:lnTo>
                    <a:pt x="5030499" y="0"/>
                  </a:lnTo>
                  <a:lnTo>
                    <a:pt x="5029644" y="0"/>
                  </a:lnTo>
                  <a:lnTo>
                    <a:pt x="5028788" y="0"/>
                  </a:lnTo>
                  <a:lnTo>
                    <a:pt x="5027933" y="0"/>
                  </a:lnTo>
                  <a:lnTo>
                    <a:pt x="5027077" y="0"/>
                  </a:lnTo>
                  <a:lnTo>
                    <a:pt x="5026222" y="0"/>
                  </a:lnTo>
                  <a:lnTo>
                    <a:pt x="5025366" y="0"/>
                  </a:lnTo>
                  <a:lnTo>
                    <a:pt x="5024511" y="0"/>
                  </a:lnTo>
                  <a:lnTo>
                    <a:pt x="5023655" y="0"/>
                  </a:lnTo>
                  <a:lnTo>
                    <a:pt x="5022800" y="0"/>
                  </a:lnTo>
                  <a:lnTo>
                    <a:pt x="5021944" y="0"/>
                  </a:lnTo>
                  <a:lnTo>
                    <a:pt x="5021089" y="0"/>
                  </a:lnTo>
                  <a:lnTo>
                    <a:pt x="5020233" y="0"/>
                  </a:lnTo>
                  <a:lnTo>
                    <a:pt x="5019378" y="0"/>
                  </a:lnTo>
                  <a:lnTo>
                    <a:pt x="5018522" y="0"/>
                  </a:lnTo>
                  <a:lnTo>
                    <a:pt x="5017667" y="0"/>
                  </a:lnTo>
                  <a:lnTo>
                    <a:pt x="5016811" y="0"/>
                  </a:lnTo>
                  <a:lnTo>
                    <a:pt x="5015955" y="0"/>
                  </a:lnTo>
                  <a:lnTo>
                    <a:pt x="5015100" y="0"/>
                  </a:lnTo>
                  <a:lnTo>
                    <a:pt x="5014244" y="0"/>
                  </a:lnTo>
                  <a:lnTo>
                    <a:pt x="5013389" y="0"/>
                  </a:lnTo>
                  <a:lnTo>
                    <a:pt x="5012533" y="0"/>
                  </a:lnTo>
                  <a:lnTo>
                    <a:pt x="5011678" y="0"/>
                  </a:lnTo>
                  <a:lnTo>
                    <a:pt x="5010822" y="0"/>
                  </a:lnTo>
                  <a:lnTo>
                    <a:pt x="5009967" y="0"/>
                  </a:lnTo>
                  <a:lnTo>
                    <a:pt x="5009111" y="0"/>
                  </a:lnTo>
                  <a:lnTo>
                    <a:pt x="5008256" y="0"/>
                  </a:lnTo>
                  <a:lnTo>
                    <a:pt x="5007400" y="0"/>
                  </a:lnTo>
                  <a:lnTo>
                    <a:pt x="5006545" y="0"/>
                  </a:lnTo>
                  <a:lnTo>
                    <a:pt x="5005689" y="0"/>
                  </a:lnTo>
                  <a:lnTo>
                    <a:pt x="5004834" y="0"/>
                  </a:lnTo>
                  <a:lnTo>
                    <a:pt x="5003978" y="0"/>
                  </a:lnTo>
                  <a:lnTo>
                    <a:pt x="5003123" y="0"/>
                  </a:lnTo>
                  <a:lnTo>
                    <a:pt x="5002267" y="0"/>
                  </a:lnTo>
                  <a:lnTo>
                    <a:pt x="5001412" y="0"/>
                  </a:lnTo>
                  <a:lnTo>
                    <a:pt x="5000556" y="0"/>
                  </a:lnTo>
                  <a:lnTo>
                    <a:pt x="4999700" y="0"/>
                  </a:lnTo>
                  <a:lnTo>
                    <a:pt x="4998845" y="0"/>
                  </a:lnTo>
                  <a:lnTo>
                    <a:pt x="4997989" y="0"/>
                  </a:lnTo>
                  <a:lnTo>
                    <a:pt x="4997134" y="0"/>
                  </a:lnTo>
                  <a:lnTo>
                    <a:pt x="4996278" y="0"/>
                  </a:lnTo>
                  <a:lnTo>
                    <a:pt x="4995423" y="0"/>
                  </a:lnTo>
                  <a:lnTo>
                    <a:pt x="4994567" y="0"/>
                  </a:lnTo>
                  <a:lnTo>
                    <a:pt x="4993712" y="0"/>
                  </a:lnTo>
                  <a:lnTo>
                    <a:pt x="4992856" y="0"/>
                  </a:lnTo>
                  <a:lnTo>
                    <a:pt x="4992001" y="0"/>
                  </a:lnTo>
                  <a:lnTo>
                    <a:pt x="4991145" y="0"/>
                  </a:lnTo>
                  <a:lnTo>
                    <a:pt x="4990290" y="0"/>
                  </a:lnTo>
                  <a:lnTo>
                    <a:pt x="4989434" y="0"/>
                  </a:lnTo>
                  <a:lnTo>
                    <a:pt x="4988579" y="0"/>
                  </a:lnTo>
                  <a:lnTo>
                    <a:pt x="4987723" y="0"/>
                  </a:lnTo>
                  <a:lnTo>
                    <a:pt x="4986868" y="0"/>
                  </a:lnTo>
                  <a:lnTo>
                    <a:pt x="4986012" y="0"/>
                  </a:lnTo>
                  <a:lnTo>
                    <a:pt x="4985157" y="0"/>
                  </a:lnTo>
                  <a:lnTo>
                    <a:pt x="4984301" y="0"/>
                  </a:lnTo>
                  <a:lnTo>
                    <a:pt x="4983445" y="0"/>
                  </a:lnTo>
                  <a:lnTo>
                    <a:pt x="4982590" y="0"/>
                  </a:lnTo>
                  <a:lnTo>
                    <a:pt x="4981734" y="0"/>
                  </a:lnTo>
                  <a:lnTo>
                    <a:pt x="4980879" y="0"/>
                  </a:lnTo>
                  <a:lnTo>
                    <a:pt x="4980023" y="0"/>
                  </a:lnTo>
                  <a:lnTo>
                    <a:pt x="4979168" y="0"/>
                  </a:lnTo>
                  <a:lnTo>
                    <a:pt x="4978312" y="0"/>
                  </a:lnTo>
                  <a:lnTo>
                    <a:pt x="4977457" y="0"/>
                  </a:lnTo>
                  <a:lnTo>
                    <a:pt x="4976601" y="0"/>
                  </a:lnTo>
                  <a:lnTo>
                    <a:pt x="4975746" y="0"/>
                  </a:lnTo>
                  <a:lnTo>
                    <a:pt x="4974890" y="0"/>
                  </a:lnTo>
                  <a:lnTo>
                    <a:pt x="4974035" y="0"/>
                  </a:lnTo>
                  <a:lnTo>
                    <a:pt x="4973179" y="0"/>
                  </a:lnTo>
                  <a:lnTo>
                    <a:pt x="4972324" y="0"/>
                  </a:lnTo>
                  <a:lnTo>
                    <a:pt x="4971468" y="0"/>
                  </a:lnTo>
                  <a:lnTo>
                    <a:pt x="4970613" y="0"/>
                  </a:lnTo>
                  <a:lnTo>
                    <a:pt x="4969757" y="0"/>
                  </a:lnTo>
                  <a:lnTo>
                    <a:pt x="4968901" y="0"/>
                  </a:lnTo>
                  <a:lnTo>
                    <a:pt x="4968046" y="0"/>
                  </a:lnTo>
                  <a:lnTo>
                    <a:pt x="4967190" y="0"/>
                  </a:lnTo>
                  <a:lnTo>
                    <a:pt x="4966335" y="0"/>
                  </a:lnTo>
                  <a:lnTo>
                    <a:pt x="4965479" y="0"/>
                  </a:lnTo>
                  <a:lnTo>
                    <a:pt x="4964624" y="0"/>
                  </a:lnTo>
                  <a:lnTo>
                    <a:pt x="4963768" y="0"/>
                  </a:lnTo>
                  <a:lnTo>
                    <a:pt x="4962913" y="0"/>
                  </a:lnTo>
                  <a:lnTo>
                    <a:pt x="4962057" y="0"/>
                  </a:lnTo>
                  <a:lnTo>
                    <a:pt x="4961202" y="0"/>
                  </a:lnTo>
                  <a:lnTo>
                    <a:pt x="4960346" y="0"/>
                  </a:lnTo>
                  <a:lnTo>
                    <a:pt x="4959491" y="0"/>
                  </a:lnTo>
                  <a:lnTo>
                    <a:pt x="4958635" y="0"/>
                  </a:lnTo>
                  <a:lnTo>
                    <a:pt x="4957780" y="0"/>
                  </a:lnTo>
                  <a:lnTo>
                    <a:pt x="4956924" y="0"/>
                  </a:lnTo>
                  <a:lnTo>
                    <a:pt x="4956069" y="0"/>
                  </a:lnTo>
                  <a:lnTo>
                    <a:pt x="4955213" y="0"/>
                  </a:lnTo>
                  <a:lnTo>
                    <a:pt x="4954358" y="0"/>
                  </a:lnTo>
                  <a:lnTo>
                    <a:pt x="4953502" y="0"/>
                  </a:lnTo>
                  <a:lnTo>
                    <a:pt x="4952646" y="0"/>
                  </a:lnTo>
                  <a:lnTo>
                    <a:pt x="4951791" y="0"/>
                  </a:lnTo>
                  <a:lnTo>
                    <a:pt x="4950935" y="0"/>
                  </a:lnTo>
                  <a:lnTo>
                    <a:pt x="4950080" y="0"/>
                  </a:lnTo>
                  <a:lnTo>
                    <a:pt x="4949224" y="0"/>
                  </a:lnTo>
                  <a:lnTo>
                    <a:pt x="4948369" y="0"/>
                  </a:lnTo>
                  <a:lnTo>
                    <a:pt x="4947513" y="0"/>
                  </a:lnTo>
                  <a:lnTo>
                    <a:pt x="4946658" y="0"/>
                  </a:lnTo>
                  <a:lnTo>
                    <a:pt x="4945802" y="0"/>
                  </a:lnTo>
                  <a:lnTo>
                    <a:pt x="4944947" y="0"/>
                  </a:lnTo>
                  <a:lnTo>
                    <a:pt x="4944091" y="0"/>
                  </a:lnTo>
                  <a:lnTo>
                    <a:pt x="4943236" y="0"/>
                  </a:lnTo>
                  <a:lnTo>
                    <a:pt x="4942380" y="0"/>
                  </a:lnTo>
                  <a:lnTo>
                    <a:pt x="4941525" y="0"/>
                  </a:lnTo>
                  <a:lnTo>
                    <a:pt x="4940669" y="0"/>
                  </a:lnTo>
                  <a:lnTo>
                    <a:pt x="4939814" y="0"/>
                  </a:lnTo>
                  <a:lnTo>
                    <a:pt x="4938958" y="0"/>
                  </a:lnTo>
                  <a:lnTo>
                    <a:pt x="4938103" y="0"/>
                  </a:lnTo>
                  <a:lnTo>
                    <a:pt x="4937247" y="0"/>
                  </a:lnTo>
                  <a:lnTo>
                    <a:pt x="4936391" y="0"/>
                  </a:lnTo>
                  <a:lnTo>
                    <a:pt x="4935536" y="0"/>
                  </a:lnTo>
                  <a:lnTo>
                    <a:pt x="4934680" y="0"/>
                  </a:lnTo>
                  <a:lnTo>
                    <a:pt x="4933825" y="0"/>
                  </a:lnTo>
                  <a:lnTo>
                    <a:pt x="4932969" y="0"/>
                  </a:lnTo>
                  <a:lnTo>
                    <a:pt x="4932114" y="0"/>
                  </a:lnTo>
                  <a:lnTo>
                    <a:pt x="4931258" y="0"/>
                  </a:lnTo>
                  <a:lnTo>
                    <a:pt x="4930403" y="0"/>
                  </a:lnTo>
                  <a:lnTo>
                    <a:pt x="4929547" y="0"/>
                  </a:lnTo>
                  <a:lnTo>
                    <a:pt x="4928692" y="0"/>
                  </a:lnTo>
                  <a:lnTo>
                    <a:pt x="4927836" y="0"/>
                  </a:lnTo>
                  <a:lnTo>
                    <a:pt x="4926981" y="0"/>
                  </a:lnTo>
                  <a:lnTo>
                    <a:pt x="4926125" y="0"/>
                  </a:lnTo>
                  <a:lnTo>
                    <a:pt x="4925270" y="0"/>
                  </a:lnTo>
                  <a:lnTo>
                    <a:pt x="4924414" y="0"/>
                  </a:lnTo>
                  <a:lnTo>
                    <a:pt x="4923559" y="0"/>
                  </a:lnTo>
                  <a:lnTo>
                    <a:pt x="4922703" y="0"/>
                  </a:lnTo>
                  <a:lnTo>
                    <a:pt x="4921847" y="0"/>
                  </a:lnTo>
                  <a:lnTo>
                    <a:pt x="4920992" y="0"/>
                  </a:lnTo>
                  <a:lnTo>
                    <a:pt x="4920136" y="0"/>
                  </a:lnTo>
                  <a:lnTo>
                    <a:pt x="4919281" y="0"/>
                  </a:lnTo>
                  <a:lnTo>
                    <a:pt x="4918425" y="0"/>
                  </a:lnTo>
                  <a:lnTo>
                    <a:pt x="4917570" y="0"/>
                  </a:lnTo>
                  <a:lnTo>
                    <a:pt x="4916714" y="0"/>
                  </a:lnTo>
                  <a:lnTo>
                    <a:pt x="4915859" y="0"/>
                  </a:lnTo>
                  <a:lnTo>
                    <a:pt x="4915003" y="0"/>
                  </a:lnTo>
                  <a:lnTo>
                    <a:pt x="4914148" y="0"/>
                  </a:lnTo>
                  <a:lnTo>
                    <a:pt x="4913292" y="0"/>
                  </a:lnTo>
                  <a:lnTo>
                    <a:pt x="4912437" y="0"/>
                  </a:lnTo>
                  <a:lnTo>
                    <a:pt x="4911581" y="0"/>
                  </a:lnTo>
                  <a:lnTo>
                    <a:pt x="4910726" y="0"/>
                  </a:lnTo>
                  <a:lnTo>
                    <a:pt x="4909870" y="0"/>
                  </a:lnTo>
                  <a:lnTo>
                    <a:pt x="4909015" y="0"/>
                  </a:lnTo>
                  <a:lnTo>
                    <a:pt x="4908159" y="0"/>
                  </a:lnTo>
                  <a:lnTo>
                    <a:pt x="4907304" y="0"/>
                  </a:lnTo>
                  <a:lnTo>
                    <a:pt x="4906448" y="0"/>
                  </a:lnTo>
                  <a:lnTo>
                    <a:pt x="4905592" y="0"/>
                  </a:lnTo>
                  <a:lnTo>
                    <a:pt x="4904737" y="0"/>
                  </a:lnTo>
                  <a:lnTo>
                    <a:pt x="4903881" y="0"/>
                  </a:lnTo>
                  <a:lnTo>
                    <a:pt x="4903026" y="0"/>
                  </a:lnTo>
                  <a:lnTo>
                    <a:pt x="4902170" y="0"/>
                  </a:lnTo>
                  <a:lnTo>
                    <a:pt x="4901315" y="0"/>
                  </a:lnTo>
                  <a:lnTo>
                    <a:pt x="4900459" y="0"/>
                  </a:lnTo>
                  <a:lnTo>
                    <a:pt x="4899604" y="0"/>
                  </a:lnTo>
                  <a:lnTo>
                    <a:pt x="4898748" y="0"/>
                  </a:lnTo>
                  <a:lnTo>
                    <a:pt x="4897893" y="0"/>
                  </a:lnTo>
                  <a:lnTo>
                    <a:pt x="4897037" y="0"/>
                  </a:lnTo>
                  <a:lnTo>
                    <a:pt x="4896182" y="0"/>
                  </a:lnTo>
                  <a:lnTo>
                    <a:pt x="4895326" y="0"/>
                  </a:lnTo>
                  <a:lnTo>
                    <a:pt x="4894471" y="0"/>
                  </a:lnTo>
                  <a:lnTo>
                    <a:pt x="4893615" y="0"/>
                  </a:lnTo>
                  <a:lnTo>
                    <a:pt x="4892760" y="0"/>
                  </a:lnTo>
                  <a:lnTo>
                    <a:pt x="4891904" y="0"/>
                  </a:lnTo>
                  <a:lnTo>
                    <a:pt x="4891049" y="0"/>
                  </a:lnTo>
                  <a:lnTo>
                    <a:pt x="4890193" y="0"/>
                  </a:lnTo>
                  <a:lnTo>
                    <a:pt x="4889337" y="0"/>
                  </a:lnTo>
                  <a:lnTo>
                    <a:pt x="4888482" y="0"/>
                  </a:lnTo>
                  <a:lnTo>
                    <a:pt x="4887626" y="0"/>
                  </a:lnTo>
                  <a:lnTo>
                    <a:pt x="4886771" y="0"/>
                  </a:lnTo>
                  <a:lnTo>
                    <a:pt x="4885915" y="0"/>
                  </a:lnTo>
                  <a:lnTo>
                    <a:pt x="4885060" y="0"/>
                  </a:lnTo>
                  <a:lnTo>
                    <a:pt x="4884204" y="0"/>
                  </a:lnTo>
                  <a:lnTo>
                    <a:pt x="4883349" y="0"/>
                  </a:lnTo>
                  <a:lnTo>
                    <a:pt x="4882493" y="0"/>
                  </a:lnTo>
                  <a:lnTo>
                    <a:pt x="4881638" y="0"/>
                  </a:lnTo>
                  <a:lnTo>
                    <a:pt x="4880782" y="0"/>
                  </a:lnTo>
                  <a:lnTo>
                    <a:pt x="4879927" y="0"/>
                  </a:lnTo>
                  <a:lnTo>
                    <a:pt x="4879071" y="0"/>
                  </a:lnTo>
                  <a:lnTo>
                    <a:pt x="4878216" y="0"/>
                  </a:lnTo>
                  <a:lnTo>
                    <a:pt x="4877360" y="0"/>
                  </a:lnTo>
                  <a:lnTo>
                    <a:pt x="4876505" y="0"/>
                  </a:lnTo>
                  <a:lnTo>
                    <a:pt x="4875649" y="0"/>
                  </a:lnTo>
                  <a:lnTo>
                    <a:pt x="4874793" y="0"/>
                  </a:lnTo>
                  <a:lnTo>
                    <a:pt x="4873938" y="0"/>
                  </a:lnTo>
                  <a:lnTo>
                    <a:pt x="4873082" y="0"/>
                  </a:lnTo>
                  <a:lnTo>
                    <a:pt x="4872227" y="0"/>
                  </a:lnTo>
                  <a:lnTo>
                    <a:pt x="4871371" y="0"/>
                  </a:lnTo>
                  <a:lnTo>
                    <a:pt x="4870516" y="0"/>
                  </a:lnTo>
                  <a:lnTo>
                    <a:pt x="4869660" y="0"/>
                  </a:lnTo>
                  <a:lnTo>
                    <a:pt x="4868805" y="0"/>
                  </a:lnTo>
                  <a:lnTo>
                    <a:pt x="4867949" y="0"/>
                  </a:lnTo>
                  <a:lnTo>
                    <a:pt x="4867094" y="0"/>
                  </a:lnTo>
                  <a:lnTo>
                    <a:pt x="4866238" y="0"/>
                  </a:lnTo>
                  <a:lnTo>
                    <a:pt x="4865383" y="0"/>
                  </a:lnTo>
                  <a:lnTo>
                    <a:pt x="4864527" y="0"/>
                  </a:lnTo>
                  <a:lnTo>
                    <a:pt x="4863672" y="0"/>
                  </a:lnTo>
                  <a:lnTo>
                    <a:pt x="4862816" y="0"/>
                  </a:lnTo>
                  <a:lnTo>
                    <a:pt x="4861961" y="0"/>
                  </a:lnTo>
                  <a:lnTo>
                    <a:pt x="4861105" y="0"/>
                  </a:lnTo>
                  <a:lnTo>
                    <a:pt x="4860250" y="0"/>
                  </a:lnTo>
                  <a:lnTo>
                    <a:pt x="4859394" y="0"/>
                  </a:lnTo>
                  <a:lnTo>
                    <a:pt x="4858538" y="0"/>
                  </a:lnTo>
                  <a:lnTo>
                    <a:pt x="4857683" y="0"/>
                  </a:lnTo>
                  <a:lnTo>
                    <a:pt x="4856827" y="0"/>
                  </a:lnTo>
                  <a:lnTo>
                    <a:pt x="4855972" y="0"/>
                  </a:lnTo>
                  <a:lnTo>
                    <a:pt x="4855116" y="0"/>
                  </a:lnTo>
                  <a:lnTo>
                    <a:pt x="4854261" y="0"/>
                  </a:lnTo>
                  <a:lnTo>
                    <a:pt x="4853405" y="0"/>
                  </a:lnTo>
                  <a:lnTo>
                    <a:pt x="4852550" y="0"/>
                  </a:lnTo>
                  <a:lnTo>
                    <a:pt x="4851694" y="0"/>
                  </a:lnTo>
                  <a:lnTo>
                    <a:pt x="4850839" y="0"/>
                  </a:lnTo>
                  <a:lnTo>
                    <a:pt x="4849983" y="0"/>
                  </a:lnTo>
                  <a:lnTo>
                    <a:pt x="4849128" y="0"/>
                  </a:lnTo>
                  <a:lnTo>
                    <a:pt x="4848272" y="0"/>
                  </a:lnTo>
                  <a:lnTo>
                    <a:pt x="4847417" y="0"/>
                  </a:lnTo>
                  <a:lnTo>
                    <a:pt x="4846561" y="0"/>
                  </a:lnTo>
                  <a:lnTo>
                    <a:pt x="4845706" y="0"/>
                  </a:lnTo>
                  <a:lnTo>
                    <a:pt x="4844850" y="0"/>
                  </a:lnTo>
                  <a:lnTo>
                    <a:pt x="4843995" y="0"/>
                  </a:lnTo>
                  <a:lnTo>
                    <a:pt x="4843139" y="0"/>
                  </a:lnTo>
                  <a:lnTo>
                    <a:pt x="4842283" y="0"/>
                  </a:lnTo>
                  <a:lnTo>
                    <a:pt x="4841428" y="0"/>
                  </a:lnTo>
                  <a:lnTo>
                    <a:pt x="4840572" y="0"/>
                  </a:lnTo>
                  <a:lnTo>
                    <a:pt x="4839717" y="0"/>
                  </a:lnTo>
                  <a:lnTo>
                    <a:pt x="4838861" y="0"/>
                  </a:lnTo>
                  <a:lnTo>
                    <a:pt x="4838006" y="0"/>
                  </a:lnTo>
                  <a:lnTo>
                    <a:pt x="4837150" y="0"/>
                  </a:lnTo>
                  <a:lnTo>
                    <a:pt x="4836295" y="0"/>
                  </a:lnTo>
                  <a:lnTo>
                    <a:pt x="4835439" y="0"/>
                  </a:lnTo>
                  <a:lnTo>
                    <a:pt x="4834584" y="0"/>
                  </a:lnTo>
                  <a:lnTo>
                    <a:pt x="4833728" y="0"/>
                  </a:lnTo>
                  <a:lnTo>
                    <a:pt x="4832873" y="0"/>
                  </a:lnTo>
                  <a:lnTo>
                    <a:pt x="4832017" y="0"/>
                  </a:lnTo>
                  <a:lnTo>
                    <a:pt x="4831162" y="0"/>
                  </a:lnTo>
                  <a:lnTo>
                    <a:pt x="4830306" y="0"/>
                  </a:lnTo>
                  <a:lnTo>
                    <a:pt x="4829451" y="0"/>
                  </a:lnTo>
                  <a:lnTo>
                    <a:pt x="4828595" y="0"/>
                  </a:lnTo>
                  <a:lnTo>
                    <a:pt x="4827740" y="0"/>
                  </a:lnTo>
                  <a:lnTo>
                    <a:pt x="4826884" y="0"/>
                  </a:lnTo>
                  <a:lnTo>
                    <a:pt x="4826028" y="0"/>
                  </a:lnTo>
                  <a:lnTo>
                    <a:pt x="4825173" y="0"/>
                  </a:lnTo>
                  <a:lnTo>
                    <a:pt x="4824317" y="0"/>
                  </a:lnTo>
                  <a:lnTo>
                    <a:pt x="4823462" y="0"/>
                  </a:lnTo>
                  <a:lnTo>
                    <a:pt x="4822606" y="0"/>
                  </a:lnTo>
                  <a:lnTo>
                    <a:pt x="4821751" y="0"/>
                  </a:lnTo>
                  <a:lnTo>
                    <a:pt x="4820895" y="0"/>
                  </a:lnTo>
                  <a:lnTo>
                    <a:pt x="4820040" y="0"/>
                  </a:lnTo>
                  <a:lnTo>
                    <a:pt x="4819184" y="0"/>
                  </a:lnTo>
                  <a:lnTo>
                    <a:pt x="4818329" y="0"/>
                  </a:lnTo>
                  <a:lnTo>
                    <a:pt x="4817473" y="0"/>
                  </a:lnTo>
                  <a:lnTo>
                    <a:pt x="4816618" y="0"/>
                  </a:lnTo>
                  <a:lnTo>
                    <a:pt x="4815762" y="0"/>
                  </a:lnTo>
                  <a:lnTo>
                    <a:pt x="4814907" y="0"/>
                  </a:lnTo>
                  <a:lnTo>
                    <a:pt x="4814051" y="0"/>
                  </a:lnTo>
                  <a:lnTo>
                    <a:pt x="4813196" y="0"/>
                  </a:lnTo>
                  <a:lnTo>
                    <a:pt x="4812340" y="0"/>
                  </a:lnTo>
                  <a:lnTo>
                    <a:pt x="4811484" y="0"/>
                  </a:lnTo>
                  <a:lnTo>
                    <a:pt x="4810629" y="0"/>
                  </a:lnTo>
                  <a:lnTo>
                    <a:pt x="4809773" y="0"/>
                  </a:lnTo>
                  <a:lnTo>
                    <a:pt x="4808918" y="0"/>
                  </a:lnTo>
                  <a:lnTo>
                    <a:pt x="4808062" y="0"/>
                  </a:lnTo>
                  <a:lnTo>
                    <a:pt x="4807207" y="0"/>
                  </a:lnTo>
                  <a:lnTo>
                    <a:pt x="4806351" y="0"/>
                  </a:lnTo>
                  <a:lnTo>
                    <a:pt x="4805496" y="0"/>
                  </a:lnTo>
                  <a:lnTo>
                    <a:pt x="4804640" y="0"/>
                  </a:lnTo>
                  <a:lnTo>
                    <a:pt x="4803785" y="0"/>
                  </a:lnTo>
                  <a:lnTo>
                    <a:pt x="4802929" y="0"/>
                  </a:lnTo>
                  <a:lnTo>
                    <a:pt x="4802074" y="0"/>
                  </a:lnTo>
                  <a:lnTo>
                    <a:pt x="4801218" y="0"/>
                  </a:lnTo>
                  <a:lnTo>
                    <a:pt x="4800363" y="0"/>
                  </a:lnTo>
                  <a:lnTo>
                    <a:pt x="4799507" y="0"/>
                  </a:lnTo>
                  <a:lnTo>
                    <a:pt x="4798652" y="0"/>
                  </a:lnTo>
                  <a:lnTo>
                    <a:pt x="4797796" y="0"/>
                  </a:lnTo>
                  <a:lnTo>
                    <a:pt x="4796941" y="0"/>
                  </a:lnTo>
                  <a:lnTo>
                    <a:pt x="4796085" y="0"/>
                  </a:lnTo>
                  <a:lnTo>
                    <a:pt x="4795229" y="0"/>
                  </a:lnTo>
                  <a:lnTo>
                    <a:pt x="4794374" y="0"/>
                  </a:lnTo>
                  <a:lnTo>
                    <a:pt x="4793518" y="0"/>
                  </a:lnTo>
                  <a:lnTo>
                    <a:pt x="4792663" y="0"/>
                  </a:lnTo>
                  <a:lnTo>
                    <a:pt x="4791807" y="0"/>
                  </a:lnTo>
                  <a:lnTo>
                    <a:pt x="4790952" y="0"/>
                  </a:lnTo>
                  <a:lnTo>
                    <a:pt x="4790096" y="0"/>
                  </a:lnTo>
                  <a:lnTo>
                    <a:pt x="4789241" y="0"/>
                  </a:lnTo>
                  <a:lnTo>
                    <a:pt x="4788385" y="0"/>
                  </a:lnTo>
                  <a:lnTo>
                    <a:pt x="4787530" y="0"/>
                  </a:lnTo>
                  <a:lnTo>
                    <a:pt x="4786674" y="0"/>
                  </a:lnTo>
                  <a:lnTo>
                    <a:pt x="4785819" y="0"/>
                  </a:lnTo>
                  <a:lnTo>
                    <a:pt x="4784963" y="0"/>
                  </a:lnTo>
                  <a:lnTo>
                    <a:pt x="4784108" y="0"/>
                  </a:lnTo>
                  <a:lnTo>
                    <a:pt x="4783252" y="0"/>
                  </a:lnTo>
                  <a:lnTo>
                    <a:pt x="4782397" y="0"/>
                  </a:lnTo>
                  <a:lnTo>
                    <a:pt x="4781541" y="0"/>
                  </a:lnTo>
                  <a:lnTo>
                    <a:pt x="4780686" y="0"/>
                  </a:lnTo>
                  <a:lnTo>
                    <a:pt x="4779830" y="0"/>
                  </a:lnTo>
                  <a:lnTo>
                    <a:pt x="4778974" y="0"/>
                  </a:lnTo>
                  <a:lnTo>
                    <a:pt x="4778119" y="0"/>
                  </a:lnTo>
                  <a:lnTo>
                    <a:pt x="4777263" y="0"/>
                  </a:lnTo>
                  <a:lnTo>
                    <a:pt x="4776408" y="0"/>
                  </a:lnTo>
                  <a:lnTo>
                    <a:pt x="4775552" y="0"/>
                  </a:lnTo>
                  <a:lnTo>
                    <a:pt x="4774697" y="0"/>
                  </a:lnTo>
                  <a:lnTo>
                    <a:pt x="4773841" y="0"/>
                  </a:lnTo>
                  <a:lnTo>
                    <a:pt x="4772986" y="0"/>
                  </a:lnTo>
                  <a:lnTo>
                    <a:pt x="4772130" y="0"/>
                  </a:lnTo>
                  <a:lnTo>
                    <a:pt x="4771275" y="0"/>
                  </a:lnTo>
                  <a:lnTo>
                    <a:pt x="4770419" y="0"/>
                  </a:lnTo>
                  <a:lnTo>
                    <a:pt x="4769564" y="0"/>
                  </a:lnTo>
                  <a:lnTo>
                    <a:pt x="4768708" y="0"/>
                  </a:lnTo>
                  <a:lnTo>
                    <a:pt x="4767853" y="0"/>
                  </a:lnTo>
                  <a:lnTo>
                    <a:pt x="4766997" y="0"/>
                  </a:lnTo>
                  <a:lnTo>
                    <a:pt x="4766142" y="0"/>
                  </a:lnTo>
                  <a:lnTo>
                    <a:pt x="4765286" y="0"/>
                  </a:lnTo>
                  <a:lnTo>
                    <a:pt x="4764430" y="0"/>
                  </a:lnTo>
                  <a:lnTo>
                    <a:pt x="4763575" y="0"/>
                  </a:lnTo>
                  <a:lnTo>
                    <a:pt x="4762719" y="0"/>
                  </a:lnTo>
                  <a:lnTo>
                    <a:pt x="4761864" y="0"/>
                  </a:lnTo>
                  <a:lnTo>
                    <a:pt x="4761008" y="0"/>
                  </a:lnTo>
                  <a:lnTo>
                    <a:pt x="4760153" y="0"/>
                  </a:lnTo>
                  <a:lnTo>
                    <a:pt x="4759297" y="0"/>
                  </a:lnTo>
                  <a:lnTo>
                    <a:pt x="4758442" y="0"/>
                  </a:lnTo>
                  <a:lnTo>
                    <a:pt x="4757586" y="0"/>
                  </a:lnTo>
                  <a:lnTo>
                    <a:pt x="4756731" y="0"/>
                  </a:lnTo>
                  <a:lnTo>
                    <a:pt x="4755875" y="0"/>
                  </a:lnTo>
                  <a:lnTo>
                    <a:pt x="4755020" y="0"/>
                  </a:lnTo>
                  <a:lnTo>
                    <a:pt x="4754164" y="0"/>
                  </a:lnTo>
                  <a:lnTo>
                    <a:pt x="4753309" y="0"/>
                  </a:lnTo>
                  <a:lnTo>
                    <a:pt x="4752453" y="0"/>
                  </a:lnTo>
                  <a:lnTo>
                    <a:pt x="4751598" y="0"/>
                  </a:lnTo>
                  <a:lnTo>
                    <a:pt x="4750742" y="0"/>
                  </a:lnTo>
                  <a:lnTo>
                    <a:pt x="4749887" y="0"/>
                  </a:lnTo>
                  <a:lnTo>
                    <a:pt x="4749031" y="0"/>
                  </a:lnTo>
                  <a:lnTo>
                    <a:pt x="4748175" y="0"/>
                  </a:lnTo>
                  <a:lnTo>
                    <a:pt x="4747320" y="0"/>
                  </a:lnTo>
                  <a:lnTo>
                    <a:pt x="4746464" y="0"/>
                  </a:lnTo>
                  <a:lnTo>
                    <a:pt x="4745609" y="0"/>
                  </a:lnTo>
                  <a:lnTo>
                    <a:pt x="4744753" y="0"/>
                  </a:lnTo>
                  <a:lnTo>
                    <a:pt x="4743898" y="0"/>
                  </a:lnTo>
                  <a:lnTo>
                    <a:pt x="4743042" y="0"/>
                  </a:lnTo>
                  <a:lnTo>
                    <a:pt x="4742187" y="0"/>
                  </a:lnTo>
                  <a:lnTo>
                    <a:pt x="4741331" y="0"/>
                  </a:lnTo>
                  <a:lnTo>
                    <a:pt x="4740476" y="0"/>
                  </a:lnTo>
                  <a:lnTo>
                    <a:pt x="4739620" y="0"/>
                  </a:lnTo>
                  <a:lnTo>
                    <a:pt x="4738765" y="0"/>
                  </a:lnTo>
                  <a:lnTo>
                    <a:pt x="4737909" y="0"/>
                  </a:lnTo>
                  <a:lnTo>
                    <a:pt x="4737054" y="0"/>
                  </a:lnTo>
                  <a:lnTo>
                    <a:pt x="4736198" y="0"/>
                  </a:lnTo>
                  <a:lnTo>
                    <a:pt x="4735343" y="0"/>
                  </a:lnTo>
                  <a:lnTo>
                    <a:pt x="4734487" y="0"/>
                  </a:lnTo>
                  <a:lnTo>
                    <a:pt x="4733632" y="0"/>
                  </a:lnTo>
                  <a:lnTo>
                    <a:pt x="4732776" y="0"/>
                  </a:lnTo>
                  <a:lnTo>
                    <a:pt x="4731920" y="0"/>
                  </a:lnTo>
                  <a:lnTo>
                    <a:pt x="4731065" y="0"/>
                  </a:lnTo>
                  <a:lnTo>
                    <a:pt x="4730209" y="0"/>
                  </a:lnTo>
                  <a:lnTo>
                    <a:pt x="4729354" y="0"/>
                  </a:lnTo>
                  <a:lnTo>
                    <a:pt x="4728498" y="0"/>
                  </a:lnTo>
                  <a:lnTo>
                    <a:pt x="4727643" y="0"/>
                  </a:lnTo>
                  <a:lnTo>
                    <a:pt x="4726787" y="0"/>
                  </a:lnTo>
                  <a:lnTo>
                    <a:pt x="4725932" y="0"/>
                  </a:lnTo>
                  <a:lnTo>
                    <a:pt x="4725076" y="0"/>
                  </a:lnTo>
                  <a:lnTo>
                    <a:pt x="4724221" y="0"/>
                  </a:lnTo>
                  <a:lnTo>
                    <a:pt x="4723365" y="0"/>
                  </a:lnTo>
                  <a:lnTo>
                    <a:pt x="4722510" y="0"/>
                  </a:lnTo>
                  <a:lnTo>
                    <a:pt x="4721654" y="0"/>
                  </a:lnTo>
                  <a:lnTo>
                    <a:pt x="4720799" y="0"/>
                  </a:lnTo>
                  <a:lnTo>
                    <a:pt x="4719943" y="0"/>
                  </a:lnTo>
                  <a:lnTo>
                    <a:pt x="4719088" y="0"/>
                  </a:lnTo>
                  <a:lnTo>
                    <a:pt x="4718232" y="0"/>
                  </a:lnTo>
                  <a:lnTo>
                    <a:pt x="4717376" y="0"/>
                  </a:lnTo>
                  <a:lnTo>
                    <a:pt x="4716521" y="0"/>
                  </a:lnTo>
                  <a:lnTo>
                    <a:pt x="4715665" y="0"/>
                  </a:lnTo>
                  <a:lnTo>
                    <a:pt x="4714810" y="0"/>
                  </a:lnTo>
                  <a:lnTo>
                    <a:pt x="4713954" y="0"/>
                  </a:lnTo>
                  <a:lnTo>
                    <a:pt x="4713099" y="0"/>
                  </a:lnTo>
                  <a:lnTo>
                    <a:pt x="4712243" y="0"/>
                  </a:lnTo>
                  <a:lnTo>
                    <a:pt x="4711388" y="0"/>
                  </a:lnTo>
                  <a:lnTo>
                    <a:pt x="4710532" y="0"/>
                  </a:lnTo>
                  <a:lnTo>
                    <a:pt x="4709677" y="0"/>
                  </a:lnTo>
                  <a:lnTo>
                    <a:pt x="4708821" y="0"/>
                  </a:lnTo>
                  <a:lnTo>
                    <a:pt x="4707966" y="0"/>
                  </a:lnTo>
                  <a:lnTo>
                    <a:pt x="4707110" y="0"/>
                  </a:lnTo>
                  <a:lnTo>
                    <a:pt x="4706255" y="0"/>
                  </a:lnTo>
                  <a:lnTo>
                    <a:pt x="4705399" y="0"/>
                  </a:lnTo>
                  <a:lnTo>
                    <a:pt x="4704544" y="0"/>
                  </a:lnTo>
                  <a:lnTo>
                    <a:pt x="4703688" y="0"/>
                  </a:lnTo>
                  <a:lnTo>
                    <a:pt x="4702833" y="0"/>
                  </a:lnTo>
                  <a:lnTo>
                    <a:pt x="4701977" y="0"/>
                  </a:lnTo>
                  <a:lnTo>
                    <a:pt x="4701121" y="0"/>
                  </a:lnTo>
                  <a:lnTo>
                    <a:pt x="4700266" y="0"/>
                  </a:lnTo>
                  <a:lnTo>
                    <a:pt x="4699410" y="0"/>
                  </a:lnTo>
                  <a:lnTo>
                    <a:pt x="4698555" y="0"/>
                  </a:lnTo>
                  <a:lnTo>
                    <a:pt x="4697699" y="0"/>
                  </a:lnTo>
                  <a:lnTo>
                    <a:pt x="4696844" y="0"/>
                  </a:lnTo>
                  <a:lnTo>
                    <a:pt x="4695988" y="0"/>
                  </a:lnTo>
                  <a:lnTo>
                    <a:pt x="4695133" y="0"/>
                  </a:lnTo>
                  <a:lnTo>
                    <a:pt x="4694277" y="0"/>
                  </a:lnTo>
                  <a:lnTo>
                    <a:pt x="4693422" y="0"/>
                  </a:lnTo>
                  <a:lnTo>
                    <a:pt x="4692566" y="0"/>
                  </a:lnTo>
                  <a:lnTo>
                    <a:pt x="4691711" y="0"/>
                  </a:lnTo>
                  <a:lnTo>
                    <a:pt x="4690855" y="0"/>
                  </a:lnTo>
                  <a:lnTo>
                    <a:pt x="4690000" y="0"/>
                  </a:lnTo>
                  <a:lnTo>
                    <a:pt x="4689144" y="0"/>
                  </a:lnTo>
                  <a:lnTo>
                    <a:pt x="4688289" y="0"/>
                  </a:lnTo>
                  <a:lnTo>
                    <a:pt x="4687433" y="0"/>
                  </a:lnTo>
                  <a:lnTo>
                    <a:pt x="4686578" y="0"/>
                  </a:lnTo>
                  <a:lnTo>
                    <a:pt x="4685722" y="0"/>
                  </a:lnTo>
                  <a:lnTo>
                    <a:pt x="4684866" y="0"/>
                  </a:lnTo>
                  <a:lnTo>
                    <a:pt x="4684011" y="0"/>
                  </a:lnTo>
                  <a:lnTo>
                    <a:pt x="4683155" y="0"/>
                  </a:lnTo>
                  <a:lnTo>
                    <a:pt x="4682300" y="0"/>
                  </a:lnTo>
                  <a:lnTo>
                    <a:pt x="4681444" y="0"/>
                  </a:lnTo>
                  <a:lnTo>
                    <a:pt x="4680589" y="0"/>
                  </a:lnTo>
                  <a:lnTo>
                    <a:pt x="4679733" y="0"/>
                  </a:lnTo>
                  <a:lnTo>
                    <a:pt x="4678878" y="0"/>
                  </a:lnTo>
                  <a:lnTo>
                    <a:pt x="4678022" y="0"/>
                  </a:lnTo>
                  <a:lnTo>
                    <a:pt x="4677167" y="0"/>
                  </a:lnTo>
                  <a:lnTo>
                    <a:pt x="4676311" y="0"/>
                  </a:lnTo>
                  <a:lnTo>
                    <a:pt x="4675456" y="0"/>
                  </a:lnTo>
                  <a:lnTo>
                    <a:pt x="4674600" y="0"/>
                  </a:lnTo>
                  <a:lnTo>
                    <a:pt x="4673745" y="0"/>
                  </a:lnTo>
                  <a:lnTo>
                    <a:pt x="4672889" y="0"/>
                  </a:lnTo>
                  <a:lnTo>
                    <a:pt x="4672034" y="0"/>
                  </a:lnTo>
                  <a:lnTo>
                    <a:pt x="4671178" y="0"/>
                  </a:lnTo>
                  <a:lnTo>
                    <a:pt x="4670322" y="0"/>
                  </a:lnTo>
                  <a:lnTo>
                    <a:pt x="4669467" y="0"/>
                  </a:lnTo>
                  <a:lnTo>
                    <a:pt x="4668611" y="0"/>
                  </a:lnTo>
                  <a:lnTo>
                    <a:pt x="4667756" y="0"/>
                  </a:lnTo>
                  <a:lnTo>
                    <a:pt x="4666900" y="0"/>
                  </a:lnTo>
                  <a:lnTo>
                    <a:pt x="4666045" y="0"/>
                  </a:lnTo>
                  <a:lnTo>
                    <a:pt x="4665189" y="0"/>
                  </a:lnTo>
                  <a:lnTo>
                    <a:pt x="4664334" y="0"/>
                  </a:lnTo>
                  <a:lnTo>
                    <a:pt x="4663478" y="0"/>
                  </a:lnTo>
                  <a:lnTo>
                    <a:pt x="4662623" y="0"/>
                  </a:lnTo>
                  <a:lnTo>
                    <a:pt x="4661767" y="0"/>
                  </a:lnTo>
                  <a:lnTo>
                    <a:pt x="4660912" y="0"/>
                  </a:lnTo>
                  <a:lnTo>
                    <a:pt x="4660056" y="0"/>
                  </a:lnTo>
                  <a:lnTo>
                    <a:pt x="4659201" y="0"/>
                  </a:lnTo>
                  <a:lnTo>
                    <a:pt x="4658345" y="0"/>
                  </a:lnTo>
                  <a:lnTo>
                    <a:pt x="4657490" y="0"/>
                  </a:lnTo>
                  <a:lnTo>
                    <a:pt x="4656634" y="0"/>
                  </a:lnTo>
                  <a:lnTo>
                    <a:pt x="4655779" y="0"/>
                  </a:lnTo>
                  <a:lnTo>
                    <a:pt x="4654923" y="0"/>
                  </a:lnTo>
                  <a:lnTo>
                    <a:pt x="4654067" y="0"/>
                  </a:lnTo>
                  <a:lnTo>
                    <a:pt x="4653212" y="0"/>
                  </a:lnTo>
                  <a:lnTo>
                    <a:pt x="4652356" y="0"/>
                  </a:lnTo>
                  <a:lnTo>
                    <a:pt x="4651501" y="0"/>
                  </a:lnTo>
                  <a:lnTo>
                    <a:pt x="4650645" y="0"/>
                  </a:lnTo>
                  <a:lnTo>
                    <a:pt x="4649790" y="0"/>
                  </a:lnTo>
                  <a:lnTo>
                    <a:pt x="4648934" y="0"/>
                  </a:lnTo>
                  <a:lnTo>
                    <a:pt x="4648079" y="0"/>
                  </a:lnTo>
                  <a:lnTo>
                    <a:pt x="4647223" y="0"/>
                  </a:lnTo>
                  <a:lnTo>
                    <a:pt x="4646368" y="0"/>
                  </a:lnTo>
                  <a:lnTo>
                    <a:pt x="4645512" y="0"/>
                  </a:lnTo>
                  <a:lnTo>
                    <a:pt x="4644657" y="0"/>
                  </a:lnTo>
                  <a:lnTo>
                    <a:pt x="4643801" y="0"/>
                  </a:lnTo>
                  <a:lnTo>
                    <a:pt x="4642946" y="0"/>
                  </a:lnTo>
                  <a:lnTo>
                    <a:pt x="4642090" y="0"/>
                  </a:lnTo>
                  <a:lnTo>
                    <a:pt x="4641235" y="0"/>
                  </a:lnTo>
                  <a:lnTo>
                    <a:pt x="4640379" y="0"/>
                  </a:lnTo>
                  <a:lnTo>
                    <a:pt x="4639524" y="0"/>
                  </a:lnTo>
                  <a:lnTo>
                    <a:pt x="4638668" y="0"/>
                  </a:lnTo>
                  <a:lnTo>
                    <a:pt x="4637812" y="0"/>
                  </a:lnTo>
                  <a:lnTo>
                    <a:pt x="4636957" y="0"/>
                  </a:lnTo>
                  <a:lnTo>
                    <a:pt x="4636101" y="0"/>
                  </a:lnTo>
                  <a:lnTo>
                    <a:pt x="4635246" y="0"/>
                  </a:lnTo>
                  <a:lnTo>
                    <a:pt x="4634390" y="0"/>
                  </a:lnTo>
                  <a:lnTo>
                    <a:pt x="4633535" y="0"/>
                  </a:lnTo>
                  <a:lnTo>
                    <a:pt x="4632679" y="0"/>
                  </a:lnTo>
                  <a:lnTo>
                    <a:pt x="4631824" y="0"/>
                  </a:lnTo>
                  <a:lnTo>
                    <a:pt x="4630968" y="0"/>
                  </a:lnTo>
                  <a:lnTo>
                    <a:pt x="4630113" y="0"/>
                  </a:lnTo>
                  <a:lnTo>
                    <a:pt x="4629257" y="0"/>
                  </a:lnTo>
                  <a:lnTo>
                    <a:pt x="4628402" y="0"/>
                  </a:lnTo>
                  <a:lnTo>
                    <a:pt x="4627546" y="0"/>
                  </a:lnTo>
                  <a:lnTo>
                    <a:pt x="4626691" y="0"/>
                  </a:lnTo>
                  <a:lnTo>
                    <a:pt x="4625835" y="0"/>
                  </a:lnTo>
                  <a:lnTo>
                    <a:pt x="4624980" y="0"/>
                  </a:lnTo>
                  <a:lnTo>
                    <a:pt x="4624124" y="0"/>
                  </a:lnTo>
                  <a:lnTo>
                    <a:pt x="4623269" y="0"/>
                  </a:lnTo>
                  <a:lnTo>
                    <a:pt x="4622413" y="0"/>
                  </a:lnTo>
                  <a:lnTo>
                    <a:pt x="4621557" y="0"/>
                  </a:lnTo>
                  <a:lnTo>
                    <a:pt x="4620702" y="0"/>
                  </a:lnTo>
                  <a:lnTo>
                    <a:pt x="4619846" y="0"/>
                  </a:lnTo>
                  <a:lnTo>
                    <a:pt x="4618991" y="0"/>
                  </a:lnTo>
                  <a:lnTo>
                    <a:pt x="4618135" y="0"/>
                  </a:lnTo>
                  <a:lnTo>
                    <a:pt x="4617280" y="0"/>
                  </a:lnTo>
                  <a:lnTo>
                    <a:pt x="4616424" y="0"/>
                  </a:lnTo>
                  <a:lnTo>
                    <a:pt x="4615569" y="0"/>
                  </a:lnTo>
                  <a:lnTo>
                    <a:pt x="4614713" y="0"/>
                  </a:lnTo>
                  <a:lnTo>
                    <a:pt x="4613858" y="0"/>
                  </a:lnTo>
                  <a:lnTo>
                    <a:pt x="4613002" y="0"/>
                  </a:lnTo>
                  <a:lnTo>
                    <a:pt x="4612147" y="0"/>
                  </a:lnTo>
                  <a:lnTo>
                    <a:pt x="4611291" y="0"/>
                  </a:lnTo>
                  <a:lnTo>
                    <a:pt x="4610436" y="0"/>
                  </a:lnTo>
                  <a:lnTo>
                    <a:pt x="4609580" y="0"/>
                  </a:lnTo>
                  <a:lnTo>
                    <a:pt x="4608725" y="0"/>
                  </a:lnTo>
                  <a:lnTo>
                    <a:pt x="4607869" y="0"/>
                  </a:lnTo>
                  <a:lnTo>
                    <a:pt x="4607013" y="0"/>
                  </a:lnTo>
                  <a:lnTo>
                    <a:pt x="4606158" y="0"/>
                  </a:lnTo>
                  <a:lnTo>
                    <a:pt x="4605302" y="0"/>
                  </a:lnTo>
                  <a:lnTo>
                    <a:pt x="4604447" y="0"/>
                  </a:lnTo>
                  <a:lnTo>
                    <a:pt x="4603591" y="0"/>
                  </a:lnTo>
                  <a:lnTo>
                    <a:pt x="4602736" y="0"/>
                  </a:lnTo>
                  <a:lnTo>
                    <a:pt x="4601880" y="0"/>
                  </a:lnTo>
                  <a:lnTo>
                    <a:pt x="4601025" y="0"/>
                  </a:lnTo>
                  <a:lnTo>
                    <a:pt x="4600169" y="0"/>
                  </a:lnTo>
                  <a:lnTo>
                    <a:pt x="4599314" y="0"/>
                  </a:lnTo>
                  <a:lnTo>
                    <a:pt x="4598458" y="0"/>
                  </a:lnTo>
                  <a:lnTo>
                    <a:pt x="4597603" y="0"/>
                  </a:lnTo>
                  <a:lnTo>
                    <a:pt x="4596747" y="0"/>
                  </a:lnTo>
                  <a:lnTo>
                    <a:pt x="4595892" y="0"/>
                  </a:lnTo>
                  <a:lnTo>
                    <a:pt x="4595036" y="0"/>
                  </a:lnTo>
                  <a:lnTo>
                    <a:pt x="4594181" y="0"/>
                  </a:lnTo>
                  <a:lnTo>
                    <a:pt x="4593325" y="0"/>
                  </a:lnTo>
                  <a:lnTo>
                    <a:pt x="4592470" y="0"/>
                  </a:lnTo>
                  <a:lnTo>
                    <a:pt x="4591614" y="0"/>
                  </a:lnTo>
                  <a:lnTo>
                    <a:pt x="4590758" y="0"/>
                  </a:lnTo>
                  <a:lnTo>
                    <a:pt x="4589903" y="0"/>
                  </a:lnTo>
                  <a:lnTo>
                    <a:pt x="4589047" y="0"/>
                  </a:lnTo>
                  <a:lnTo>
                    <a:pt x="4588192" y="0"/>
                  </a:lnTo>
                  <a:lnTo>
                    <a:pt x="4587336" y="0"/>
                  </a:lnTo>
                  <a:lnTo>
                    <a:pt x="4586481" y="0"/>
                  </a:lnTo>
                  <a:lnTo>
                    <a:pt x="4585625" y="0"/>
                  </a:lnTo>
                  <a:lnTo>
                    <a:pt x="4584770" y="0"/>
                  </a:lnTo>
                  <a:lnTo>
                    <a:pt x="4583914" y="0"/>
                  </a:lnTo>
                  <a:lnTo>
                    <a:pt x="4583059" y="0"/>
                  </a:lnTo>
                  <a:lnTo>
                    <a:pt x="4582203" y="0"/>
                  </a:lnTo>
                  <a:lnTo>
                    <a:pt x="4581348" y="0"/>
                  </a:lnTo>
                  <a:lnTo>
                    <a:pt x="4580492" y="0"/>
                  </a:lnTo>
                  <a:lnTo>
                    <a:pt x="4579637" y="0"/>
                  </a:lnTo>
                  <a:lnTo>
                    <a:pt x="4578781" y="0"/>
                  </a:lnTo>
                  <a:lnTo>
                    <a:pt x="4577926" y="0"/>
                  </a:lnTo>
                  <a:lnTo>
                    <a:pt x="4577070" y="0"/>
                  </a:lnTo>
                  <a:lnTo>
                    <a:pt x="4576215" y="0"/>
                  </a:lnTo>
                  <a:lnTo>
                    <a:pt x="4575359" y="0"/>
                  </a:lnTo>
                  <a:lnTo>
                    <a:pt x="4574503" y="0"/>
                  </a:lnTo>
                  <a:lnTo>
                    <a:pt x="4573648" y="0"/>
                  </a:lnTo>
                  <a:lnTo>
                    <a:pt x="4572792" y="0"/>
                  </a:lnTo>
                  <a:lnTo>
                    <a:pt x="4571937" y="0"/>
                  </a:lnTo>
                  <a:lnTo>
                    <a:pt x="4571081" y="0"/>
                  </a:lnTo>
                  <a:lnTo>
                    <a:pt x="4570226" y="0"/>
                  </a:lnTo>
                  <a:lnTo>
                    <a:pt x="4569370" y="0"/>
                  </a:lnTo>
                  <a:lnTo>
                    <a:pt x="4568515" y="0"/>
                  </a:lnTo>
                  <a:lnTo>
                    <a:pt x="4567659" y="0"/>
                  </a:lnTo>
                  <a:lnTo>
                    <a:pt x="4566804" y="0"/>
                  </a:lnTo>
                  <a:lnTo>
                    <a:pt x="4565948" y="0"/>
                  </a:lnTo>
                  <a:lnTo>
                    <a:pt x="4565093" y="0"/>
                  </a:lnTo>
                  <a:lnTo>
                    <a:pt x="4564237" y="0"/>
                  </a:lnTo>
                  <a:lnTo>
                    <a:pt x="4563382" y="0"/>
                  </a:lnTo>
                  <a:lnTo>
                    <a:pt x="4562526" y="0"/>
                  </a:lnTo>
                  <a:lnTo>
                    <a:pt x="4561671" y="0"/>
                  </a:lnTo>
                  <a:lnTo>
                    <a:pt x="4560815" y="0"/>
                  </a:lnTo>
                  <a:lnTo>
                    <a:pt x="4559959" y="0"/>
                  </a:lnTo>
                  <a:lnTo>
                    <a:pt x="4559104" y="0"/>
                  </a:lnTo>
                  <a:lnTo>
                    <a:pt x="4558248" y="0"/>
                  </a:lnTo>
                  <a:lnTo>
                    <a:pt x="4557393" y="0"/>
                  </a:lnTo>
                  <a:lnTo>
                    <a:pt x="4556537" y="0"/>
                  </a:lnTo>
                  <a:lnTo>
                    <a:pt x="4555682" y="0"/>
                  </a:lnTo>
                  <a:lnTo>
                    <a:pt x="4554826" y="0"/>
                  </a:lnTo>
                  <a:lnTo>
                    <a:pt x="4553971" y="0"/>
                  </a:lnTo>
                  <a:lnTo>
                    <a:pt x="4553115" y="0"/>
                  </a:lnTo>
                  <a:lnTo>
                    <a:pt x="4552260" y="0"/>
                  </a:lnTo>
                  <a:lnTo>
                    <a:pt x="4551404" y="0"/>
                  </a:lnTo>
                  <a:lnTo>
                    <a:pt x="4550549" y="0"/>
                  </a:lnTo>
                  <a:lnTo>
                    <a:pt x="4549693" y="0"/>
                  </a:lnTo>
                  <a:lnTo>
                    <a:pt x="4548838" y="0"/>
                  </a:lnTo>
                  <a:lnTo>
                    <a:pt x="4547982" y="0"/>
                  </a:lnTo>
                  <a:lnTo>
                    <a:pt x="4547127" y="0"/>
                  </a:lnTo>
                  <a:lnTo>
                    <a:pt x="4546271" y="0"/>
                  </a:lnTo>
                  <a:lnTo>
                    <a:pt x="4545416" y="0"/>
                  </a:lnTo>
                  <a:lnTo>
                    <a:pt x="4544560" y="0"/>
                  </a:lnTo>
                  <a:lnTo>
                    <a:pt x="4543704" y="0"/>
                  </a:lnTo>
                  <a:lnTo>
                    <a:pt x="4542849" y="0"/>
                  </a:lnTo>
                  <a:lnTo>
                    <a:pt x="4541993" y="0"/>
                  </a:lnTo>
                  <a:lnTo>
                    <a:pt x="4541138" y="0"/>
                  </a:lnTo>
                  <a:lnTo>
                    <a:pt x="4540282" y="0"/>
                  </a:lnTo>
                  <a:lnTo>
                    <a:pt x="4539427" y="0"/>
                  </a:lnTo>
                  <a:lnTo>
                    <a:pt x="4538571" y="0"/>
                  </a:lnTo>
                  <a:lnTo>
                    <a:pt x="4537716" y="0"/>
                  </a:lnTo>
                  <a:lnTo>
                    <a:pt x="4536860" y="0"/>
                  </a:lnTo>
                  <a:lnTo>
                    <a:pt x="4536005" y="0"/>
                  </a:lnTo>
                  <a:lnTo>
                    <a:pt x="4535149" y="0"/>
                  </a:lnTo>
                  <a:lnTo>
                    <a:pt x="4534294" y="0"/>
                  </a:lnTo>
                  <a:lnTo>
                    <a:pt x="4533438" y="0"/>
                  </a:lnTo>
                  <a:lnTo>
                    <a:pt x="4532583" y="0"/>
                  </a:lnTo>
                  <a:lnTo>
                    <a:pt x="4531727" y="0"/>
                  </a:lnTo>
                  <a:lnTo>
                    <a:pt x="4530872" y="0"/>
                  </a:lnTo>
                  <a:lnTo>
                    <a:pt x="4530016" y="0"/>
                  </a:lnTo>
                  <a:lnTo>
                    <a:pt x="4529161" y="0"/>
                  </a:lnTo>
                  <a:lnTo>
                    <a:pt x="4528305" y="0"/>
                  </a:lnTo>
                  <a:lnTo>
                    <a:pt x="4527449" y="0"/>
                  </a:lnTo>
                  <a:lnTo>
                    <a:pt x="4526594" y="0"/>
                  </a:lnTo>
                  <a:lnTo>
                    <a:pt x="4525738" y="0"/>
                  </a:lnTo>
                  <a:lnTo>
                    <a:pt x="4524883" y="0"/>
                  </a:lnTo>
                  <a:lnTo>
                    <a:pt x="4524027" y="0"/>
                  </a:lnTo>
                  <a:lnTo>
                    <a:pt x="4523172" y="0"/>
                  </a:lnTo>
                  <a:lnTo>
                    <a:pt x="4522316" y="0"/>
                  </a:lnTo>
                  <a:lnTo>
                    <a:pt x="4521461" y="0"/>
                  </a:lnTo>
                  <a:lnTo>
                    <a:pt x="4520605" y="0"/>
                  </a:lnTo>
                  <a:lnTo>
                    <a:pt x="4519750" y="0"/>
                  </a:lnTo>
                  <a:lnTo>
                    <a:pt x="4518894" y="0"/>
                  </a:lnTo>
                  <a:lnTo>
                    <a:pt x="4518039" y="0"/>
                  </a:lnTo>
                  <a:lnTo>
                    <a:pt x="4517183" y="0"/>
                  </a:lnTo>
                  <a:lnTo>
                    <a:pt x="4516328" y="0"/>
                  </a:lnTo>
                  <a:lnTo>
                    <a:pt x="4515472" y="0"/>
                  </a:lnTo>
                  <a:lnTo>
                    <a:pt x="4514617" y="0"/>
                  </a:lnTo>
                  <a:lnTo>
                    <a:pt x="4513761" y="0"/>
                  </a:lnTo>
                  <a:lnTo>
                    <a:pt x="4512905" y="0"/>
                  </a:lnTo>
                  <a:lnTo>
                    <a:pt x="4512050" y="0"/>
                  </a:lnTo>
                  <a:lnTo>
                    <a:pt x="4511194" y="0"/>
                  </a:lnTo>
                  <a:lnTo>
                    <a:pt x="4510339" y="0"/>
                  </a:lnTo>
                  <a:lnTo>
                    <a:pt x="4509483" y="0"/>
                  </a:lnTo>
                  <a:lnTo>
                    <a:pt x="4508628" y="0"/>
                  </a:lnTo>
                  <a:lnTo>
                    <a:pt x="4507772" y="0"/>
                  </a:lnTo>
                  <a:lnTo>
                    <a:pt x="4506917" y="0"/>
                  </a:lnTo>
                  <a:lnTo>
                    <a:pt x="4506061" y="0"/>
                  </a:lnTo>
                  <a:lnTo>
                    <a:pt x="4505206" y="0"/>
                  </a:lnTo>
                  <a:lnTo>
                    <a:pt x="4504350" y="0"/>
                  </a:lnTo>
                  <a:lnTo>
                    <a:pt x="4503495" y="0"/>
                  </a:lnTo>
                  <a:lnTo>
                    <a:pt x="4502639" y="0"/>
                  </a:lnTo>
                  <a:lnTo>
                    <a:pt x="4501784" y="0"/>
                  </a:lnTo>
                  <a:lnTo>
                    <a:pt x="4500928" y="0"/>
                  </a:lnTo>
                  <a:lnTo>
                    <a:pt x="4500073" y="0"/>
                  </a:lnTo>
                  <a:lnTo>
                    <a:pt x="4499217" y="0"/>
                  </a:lnTo>
                  <a:lnTo>
                    <a:pt x="4498362" y="0"/>
                  </a:lnTo>
                  <a:lnTo>
                    <a:pt x="4497506" y="0"/>
                  </a:lnTo>
                  <a:lnTo>
                    <a:pt x="4496650" y="0"/>
                  </a:lnTo>
                  <a:lnTo>
                    <a:pt x="4495795" y="0"/>
                  </a:lnTo>
                  <a:lnTo>
                    <a:pt x="4494939" y="0"/>
                  </a:lnTo>
                  <a:lnTo>
                    <a:pt x="4494084" y="0"/>
                  </a:lnTo>
                  <a:lnTo>
                    <a:pt x="4493228" y="0"/>
                  </a:lnTo>
                  <a:lnTo>
                    <a:pt x="4492373" y="0"/>
                  </a:lnTo>
                  <a:lnTo>
                    <a:pt x="4491517" y="0"/>
                  </a:lnTo>
                  <a:lnTo>
                    <a:pt x="4490662" y="0"/>
                  </a:lnTo>
                  <a:lnTo>
                    <a:pt x="4489806" y="0"/>
                  </a:lnTo>
                  <a:lnTo>
                    <a:pt x="4488951" y="0"/>
                  </a:lnTo>
                  <a:lnTo>
                    <a:pt x="4488095" y="0"/>
                  </a:lnTo>
                  <a:lnTo>
                    <a:pt x="4487240" y="0"/>
                  </a:lnTo>
                  <a:lnTo>
                    <a:pt x="4486384" y="0"/>
                  </a:lnTo>
                  <a:lnTo>
                    <a:pt x="4485529" y="0"/>
                  </a:lnTo>
                  <a:lnTo>
                    <a:pt x="4484673" y="0"/>
                  </a:lnTo>
                  <a:lnTo>
                    <a:pt x="4483818" y="0"/>
                  </a:lnTo>
                  <a:lnTo>
                    <a:pt x="4482962" y="0"/>
                  </a:lnTo>
                  <a:lnTo>
                    <a:pt x="4482107" y="0"/>
                  </a:lnTo>
                  <a:lnTo>
                    <a:pt x="4481251" y="0"/>
                  </a:lnTo>
                  <a:lnTo>
                    <a:pt x="4480395" y="0"/>
                  </a:lnTo>
                  <a:lnTo>
                    <a:pt x="4479540" y="0"/>
                  </a:lnTo>
                  <a:lnTo>
                    <a:pt x="4478684" y="0"/>
                  </a:lnTo>
                  <a:lnTo>
                    <a:pt x="4477829" y="0"/>
                  </a:lnTo>
                  <a:lnTo>
                    <a:pt x="4476973" y="0"/>
                  </a:lnTo>
                  <a:lnTo>
                    <a:pt x="4476118" y="0"/>
                  </a:lnTo>
                  <a:lnTo>
                    <a:pt x="4475262" y="0"/>
                  </a:lnTo>
                  <a:lnTo>
                    <a:pt x="4474407" y="0"/>
                  </a:lnTo>
                  <a:lnTo>
                    <a:pt x="4473551" y="0"/>
                  </a:lnTo>
                  <a:lnTo>
                    <a:pt x="4472696" y="0"/>
                  </a:lnTo>
                  <a:lnTo>
                    <a:pt x="4471840" y="0"/>
                  </a:lnTo>
                  <a:lnTo>
                    <a:pt x="4470985" y="0"/>
                  </a:lnTo>
                  <a:lnTo>
                    <a:pt x="4470129" y="0"/>
                  </a:lnTo>
                  <a:lnTo>
                    <a:pt x="4469274" y="0"/>
                  </a:lnTo>
                  <a:lnTo>
                    <a:pt x="4468418" y="0"/>
                  </a:lnTo>
                  <a:lnTo>
                    <a:pt x="4467563" y="0"/>
                  </a:lnTo>
                  <a:lnTo>
                    <a:pt x="4466707" y="0"/>
                  </a:lnTo>
                  <a:lnTo>
                    <a:pt x="4465851" y="0"/>
                  </a:lnTo>
                  <a:lnTo>
                    <a:pt x="4464996" y="0"/>
                  </a:lnTo>
                  <a:lnTo>
                    <a:pt x="4464140" y="0"/>
                  </a:lnTo>
                  <a:lnTo>
                    <a:pt x="4463285" y="0"/>
                  </a:lnTo>
                  <a:lnTo>
                    <a:pt x="4462429" y="0"/>
                  </a:lnTo>
                  <a:lnTo>
                    <a:pt x="4461574" y="0"/>
                  </a:lnTo>
                  <a:lnTo>
                    <a:pt x="4460718" y="0"/>
                  </a:lnTo>
                  <a:lnTo>
                    <a:pt x="4459863" y="0"/>
                  </a:lnTo>
                  <a:lnTo>
                    <a:pt x="4459007" y="0"/>
                  </a:lnTo>
                  <a:lnTo>
                    <a:pt x="4458152" y="0"/>
                  </a:lnTo>
                  <a:lnTo>
                    <a:pt x="4457296" y="0"/>
                  </a:lnTo>
                  <a:lnTo>
                    <a:pt x="4456441" y="0"/>
                  </a:lnTo>
                  <a:lnTo>
                    <a:pt x="4455585" y="0"/>
                  </a:lnTo>
                  <a:lnTo>
                    <a:pt x="4454730" y="0"/>
                  </a:lnTo>
                  <a:lnTo>
                    <a:pt x="4453874" y="0"/>
                  </a:lnTo>
                  <a:lnTo>
                    <a:pt x="4453019" y="0"/>
                  </a:lnTo>
                  <a:lnTo>
                    <a:pt x="4452163" y="0"/>
                  </a:lnTo>
                  <a:lnTo>
                    <a:pt x="4451308" y="0"/>
                  </a:lnTo>
                  <a:lnTo>
                    <a:pt x="4450452" y="0"/>
                  </a:lnTo>
                  <a:lnTo>
                    <a:pt x="4449596" y="0"/>
                  </a:lnTo>
                  <a:lnTo>
                    <a:pt x="4448741" y="0"/>
                  </a:lnTo>
                  <a:lnTo>
                    <a:pt x="4447885" y="0"/>
                  </a:lnTo>
                  <a:lnTo>
                    <a:pt x="4447030" y="0"/>
                  </a:lnTo>
                  <a:lnTo>
                    <a:pt x="4446174" y="0"/>
                  </a:lnTo>
                  <a:lnTo>
                    <a:pt x="4445319" y="0"/>
                  </a:lnTo>
                  <a:lnTo>
                    <a:pt x="4444463" y="0"/>
                  </a:lnTo>
                  <a:lnTo>
                    <a:pt x="4443608" y="0"/>
                  </a:lnTo>
                  <a:lnTo>
                    <a:pt x="4442752" y="0"/>
                  </a:lnTo>
                  <a:lnTo>
                    <a:pt x="4441897" y="0"/>
                  </a:lnTo>
                  <a:lnTo>
                    <a:pt x="4441041" y="0"/>
                  </a:lnTo>
                  <a:lnTo>
                    <a:pt x="4440186" y="0"/>
                  </a:lnTo>
                  <a:lnTo>
                    <a:pt x="4439330" y="0"/>
                  </a:lnTo>
                  <a:lnTo>
                    <a:pt x="4438475" y="0"/>
                  </a:lnTo>
                  <a:lnTo>
                    <a:pt x="4437619" y="0"/>
                  </a:lnTo>
                  <a:lnTo>
                    <a:pt x="4436764" y="0"/>
                  </a:lnTo>
                  <a:lnTo>
                    <a:pt x="4435908" y="0"/>
                  </a:lnTo>
                  <a:lnTo>
                    <a:pt x="4435053" y="0"/>
                  </a:lnTo>
                  <a:lnTo>
                    <a:pt x="4434197" y="0"/>
                  </a:lnTo>
                  <a:lnTo>
                    <a:pt x="4433341" y="0"/>
                  </a:lnTo>
                  <a:lnTo>
                    <a:pt x="4432486" y="0"/>
                  </a:lnTo>
                  <a:lnTo>
                    <a:pt x="4431630" y="0"/>
                  </a:lnTo>
                  <a:lnTo>
                    <a:pt x="4430775" y="0"/>
                  </a:lnTo>
                  <a:lnTo>
                    <a:pt x="4429919" y="0"/>
                  </a:lnTo>
                  <a:lnTo>
                    <a:pt x="4429064" y="0"/>
                  </a:lnTo>
                  <a:lnTo>
                    <a:pt x="4428208" y="0"/>
                  </a:lnTo>
                  <a:lnTo>
                    <a:pt x="4427353" y="0"/>
                  </a:lnTo>
                  <a:lnTo>
                    <a:pt x="4426497" y="0"/>
                  </a:lnTo>
                  <a:lnTo>
                    <a:pt x="4425642" y="0"/>
                  </a:lnTo>
                  <a:lnTo>
                    <a:pt x="4424786" y="0"/>
                  </a:lnTo>
                  <a:lnTo>
                    <a:pt x="4423931" y="0"/>
                  </a:lnTo>
                  <a:lnTo>
                    <a:pt x="4423075" y="0"/>
                  </a:lnTo>
                  <a:lnTo>
                    <a:pt x="4422220" y="0"/>
                  </a:lnTo>
                  <a:lnTo>
                    <a:pt x="4421364" y="0"/>
                  </a:lnTo>
                  <a:lnTo>
                    <a:pt x="4420509" y="0"/>
                  </a:lnTo>
                  <a:lnTo>
                    <a:pt x="4419653" y="0"/>
                  </a:lnTo>
                  <a:lnTo>
                    <a:pt x="4418798" y="0"/>
                  </a:lnTo>
                  <a:lnTo>
                    <a:pt x="4417942" y="0"/>
                  </a:lnTo>
                  <a:lnTo>
                    <a:pt x="4417086" y="0"/>
                  </a:lnTo>
                  <a:lnTo>
                    <a:pt x="4416231" y="0"/>
                  </a:lnTo>
                  <a:lnTo>
                    <a:pt x="4415375" y="0"/>
                  </a:lnTo>
                  <a:lnTo>
                    <a:pt x="4414520" y="0"/>
                  </a:lnTo>
                  <a:lnTo>
                    <a:pt x="4413664" y="0"/>
                  </a:lnTo>
                  <a:lnTo>
                    <a:pt x="4412809" y="0"/>
                  </a:lnTo>
                  <a:lnTo>
                    <a:pt x="4411953" y="0"/>
                  </a:lnTo>
                  <a:lnTo>
                    <a:pt x="4411098" y="0"/>
                  </a:lnTo>
                  <a:lnTo>
                    <a:pt x="4410242" y="0"/>
                  </a:lnTo>
                  <a:lnTo>
                    <a:pt x="4409387" y="0"/>
                  </a:lnTo>
                  <a:lnTo>
                    <a:pt x="4408531" y="0"/>
                  </a:lnTo>
                  <a:lnTo>
                    <a:pt x="4407676" y="0"/>
                  </a:lnTo>
                  <a:lnTo>
                    <a:pt x="4406820" y="0"/>
                  </a:lnTo>
                  <a:lnTo>
                    <a:pt x="4405965" y="0"/>
                  </a:lnTo>
                  <a:lnTo>
                    <a:pt x="4405109" y="0"/>
                  </a:lnTo>
                  <a:lnTo>
                    <a:pt x="4404254" y="0"/>
                  </a:lnTo>
                  <a:lnTo>
                    <a:pt x="4403398" y="0"/>
                  </a:lnTo>
                  <a:lnTo>
                    <a:pt x="4402542" y="0"/>
                  </a:lnTo>
                  <a:lnTo>
                    <a:pt x="4401687" y="0"/>
                  </a:lnTo>
                  <a:lnTo>
                    <a:pt x="4400831" y="0"/>
                  </a:lnTo>
                  <a:lnTo>
                    <a:pt x="4399976" y="0"/>
                  </a:lnTo>
                  <a:lnTo>
                    <a:pt x="4399120" y="0"/>
                  </a:lnTo>
                  <a:lnTo>
                    <a:pt x="4398265" y="0"/>
                  </a:lnTo>
                  <a:lnTo>
                    <a:pt x="4397409" y="0"/>
                  </a:lnTo>
                  <a:lnTo>
                    <a:pt x="4396554" y="0"/>
                  </a:lnTo>
                  <a:lnTo>
                    <a:pt x="4395698" y="0"/>
                  </a:lnTo>
                  <a:lnTo>
                    <a:pt x="4394843" y="0"/>
                  </a:lnTo>
                  <a:lnTo>
                    <a:pt x="4393987" y="0"/>
                  </a:lnTo>
                  <a:lnTo>
                    <a:pt x="4393132" y="0"/>
                  </a:lnTo>
                  <a:lnTo>
                    <a:pt x="4392276" y="0"/>
                  </a:lnTo>
                  <a:lnTo>
                    <a:pt x="4391421" y="0"/>
                  </a:lnTo>
                  <a:lnTo>
                    <a:pt x="4390565" y="0"/>
                  </a:lnTo>
                  <a:lnTo>
                    <a:pt x="4389710" y="0"/>
                  </a:lnTo>
                  <a:lnTo>
                    <a:pt x="4388854" y="0"/>
                  </a:lnTo>
                  <a:lnTo>
                    <a:pt x="4387999" y="0"/>
                  </a:lnTo>
                  <a:lnTo>
                    <a:pt x="4387143" y="0"/>
                  </a:lnTo>
                  <a:lnTo>
                    <a:pt x="4386287" y="0"/>
                  </a:lnTo>
                  <a:lnTo>
                    <a:pt x="4385432" y="0"/>
                  </a:lnTo>
                  <a:lnTo>
                    <a:pt x="4384576" y="0"/>
                  </a:lnTo>
                  <a:lnTo>
                    <a:pt x="4383721" y="0"/>
                  </a:lnTo>
                  <a:lnTo>
                    <a:pt x="4382865" y="0"/>
                  </a:lnTo>
                  <a:lnTo>
                    <a:pt x="4382010" y="0"/>
                  </a:lnTo>
                  <a:lnTo>
                    <a:pt x="4381154" y="0"/>
                  </a:lnTo>
                  <a:lnTo>
                    <a:pt x="4380299" y="0"/>
                  </a:lnTo>
                  <a:lnTo>
                    <a:pt x="4379443" y="0"/>
                  </a:lnTo>
                  <a:lnTo>
                    <a:pt x="4378588" y="0"/>
                  </a:lnTo>
                  <a:lnTo>
                    <a:pt x="4377732" y="0"/>
                  </a:lnTo>
                  <a:lnTo>
                    <a:pt x="4376877" y="0"/>
                  </a:lnTo>
                  <a:lnTo>
                    <a:pt x="4376021" y="0"/>
                  </a:lnTo>
                  <a:lnTo>
                    <a:pt x="4375166" y="0"/>
                  </a:lnTo>
                  <a:lnTo>
                    <a:pt x="4374310" y="0"/>
                  </a:lnTo>
                  <a:lnTo>
                    <a:pt x="4373455" y="0"/>
                  </a:lnTo>
                  <a:lnTo>
                    <a:pt x="4372599" y="0"/>
                  </a:lnTo>
                  <a:lnTo>
                    <a:pt x="4371744" y="0"/>
                  </a:lnTo>
                  <a:lnTo>
                    <a:pt x="4370888" y="0"/>
                  </a:lnTo>
                  <a:lnTo>
                    <a:pt x="4370032" y="0"/>
                  </a:lnTo>
                  <a:lnTo>
                    <a:pt x="4369177" y="0"/>
                  </a:lnTo>
                  <a:lnTo>
                    <a:pt x="4368321" y="0"/>
                  </a:lnTo>
                  <a:lnTo>
                    <a:pt x="4367466" y="0"/>
                  </a:lnTo>
                  <a:lnTo>
                    <a:pt x="4366610" y="0"/>
                  </a:lnTo>
                  <a:lnTo>
                    <a:pt x="4365755" y="0"/>
                  </a:lnTo>
                  <a:lnTo>
                    <a:pt x="4364899" y="0"/>
                  </a:lnTo>
                  <a:lnTo>
                    <a:pt x="4364044" y="0"/>
                  </a:lnTo>
                  <a:lnTo>
                    <a:pt x="4363188" y="0"/>
                  </a:lnTo>
                  <a:lnTo>
                    <a:pt x="4362333" y="0"/>
                  </a:lnTo>
                  <a:lnTo>
                    <a:pt x="4361477" y="0"/>
                  </a:lnTo>
                  <a:lnTo>
                    <a:pt x="4360622" y="0"/>
                  </a:lnTo>
                  <a:lnTo>
                    <a:pt x="4359766" y="0"/>
                  </a:lnTo>
                  <a:lnTo>
                    <a:pt x="4358911" y="0"/>
                  </a:lnTo>
                  <a:lnTo>
                    <a:pt x="4358055" y="0"/>
                  </a:lnTo>
                  <a:lnTo>
                    <a:pt x="4357200" y="0"/>
                  </a:lnTo>
                  <a:lnTo>
                    <a:pt x="4356344" y="0"/>
                  </a:lnTo>
                  <a:lnTo>
                    <a:pt x="4355488" y="0"/>
                  </a:lnTo>
                  <a:lnTo>
                    <a:pt x="4354633" y="0"/>
                  </a:lnTo>
                  <a:lnTo>
                    <a:pt x="4353777" y="0"/>
                  </a:lnTo>
                  <a:lnTo>
                    <a:pt x="4352922" y="0"/>
                  </a:lnTo>
                  <a:lnTo>
                    <a:pt x="4352066" y="0"/>
                  </a:lnTo>
                  <a:lnTo>
                    <a:pt x="4351211" y="0"/>
                  </a:lnTo>
                  <a:lnTo>
                    <a:pt x="4350355" y="0"/>
                  </a:lnTo>
                  <a:lnTo>
                    <a:pt x="4349500" y="0"/>
                  </a:lnTo>
                  <a:lnTo>
                    <a:pt x="4348644" y="0"/>
                  </a:lnTo>
                  <a:lnTo>
                    <a:pt x="4347789" y="0"/>
                  </a:lnTo>
                  <a:lnTo>
                    <a:pt x="4346933" y="0"/>
                  </a:lnTo>
                  <a:lnTo>
                    <a:pt x="4346078" y="0"/>
                  </a:lnTo>
                  <a:lnTo>
                    <a:pt x="4345222" y="0"/>
                  </a:lnTo>
                  <a:lnTo>
                    <a:pt x="4344367" y="0"/>
                  </a:lnTo>
                  <a:lnTo>
                    <a:pt x="4343511" y="0"/>
                  </a:lnTo>
                  <a:lnTo>
                    <a:pt x="4342656" y="0"/>
                  </a:lnTo>
                  <a:lnTo>
                    <a:pt x="4341800" y="0"/>
                  </a:lnTo>
                  <a:lnTo>
                    <a:pt x="4340945" y="0"/>
                  </a:lnTo>
                  <a:lnTo>
                    <a:pt x="4340089" y="0"/>
                  </a:lnTo>
                  <a:lnTo>
                    <a:pt x="4339233" y="0"/>
                  </a:lnTo>
                  <a:lnTo>
                    <a:pt x="4338378" y="0"/>
                  </a:lnTo>
                  <a:lnTo>
                    <a:pt x="4337522" y="0"/>
                  </a:lnTo>
                  <a:lnTo>
                    <a:pt x="4336667" y="0"/>
                  </a:lnTo>
                  <a:lnTo>
                    <a:pt x="4335811" y="0"/>
                  </a:lnTo>
                  <a:lnTo>
                    <a:pt x="4334956" y="0"/>
                  </a:lnTo>
                  <a:lnTo>
                    <a:pt x="4334100" y="0"/>
                  </a:lnTo>
                  <a:lnTo>
                    <a:pt x="4333245" y="0"/>
                  </a:lnTo>
                  <a:lnTo>
                    <a:pt x="4332389" y="0"/>
                  </a:lnTo>
                  <a:lnTo>
                    <a:pt x="4331534" y="0"/>
                  </a:lnTo>
                  <a:lnTo>
                    <a:pt x="4330678" y="0"/>
                  </a:lnTo>
                  <a:lnTo>
                    <a:pt x="4329823" y="0"/>
                  </a:lnTo>
                  <a:lnTo>
                    <a:pt x="4328967" y="0"/>
                  </a:lnTo>
                  <a:lnTo>
                    <a:pt x="4328112" y="0"/>
                  </a:lnTo>
                  <a:lnTo>
                    <a:pt x="4327256" y="0"/>
                  </a:lnTo>
                  <a:lnTo>
                    <a:pt x="4326401" y="0"/>
                  </a:lnTo>
                  <a:lnTo>
                    <a:pt x="4325545" y="0"/>
                  </a:lnTo>
                  <a:lnTo>
                    <a:pt x="4324690" y="0"/>
                  </a:lnTo>
                  <a:lnTo>
                    <a:pt x="4323834" y="0"/>
                  </a:lnTo>
                  <a:lnTo>
                    <a:pt x="4322978" y="0"/>
                  </a:lnTo>
                  <a:lnTo>
                    <a:pt x="4322123" y="0"/>
                  </a:lnTo>
                  <a:lnTo>
                    <a:pt x="4321267" y="0"/>
                  </a:lnTo>
                  <a:lnTo>
                    <a:pt x="4320412" y="0"/>
                  </a:lnTo>
                  <a:lnTo>
                    <a:pt x="4319556" y="0"/>
                  </a:lnTo>
                  <a:lnTo>
                    <a:pt x="4318701" y="0"/>
                  </a:lnTo>
                  <a:lnTo>
                    <a:pt x="4317845" y="0"/>
                  </a:lnTo>
                  <a:lnTo>
                    <a:pt x="4316990" y="0"/>
                  </a:lnTo>
                  <a:lnTo>
                    <a:pt x="4316134" y="0"/>
                  </a:lnTo>
                  <a:lnTo>
                    <a:pt x="4315279" y="0"/>
                  </a:lnTo>
                  <a:lnTo>
                    <a:pt x="4314423" y="0"/>
                  </a:lnTo>
                  <a:lnTo>
                    <a:pt x="4313568" y="0"/>
                  </a:lnTo>
                  <a:lnTo>
                    <a:pt x="4312712" y="0"/>
                  </a:lnTo>
                  <a:lnTo>
                    <a:pt x="4311857" y="0"/>
                  </a:lnTo>
                  <a:lnTo>
                    <a:pt x="4311001" y="0"/>
                  </a:lnTo>
                  <a:lnTo>
                    <a:pt x="4310146" y="0"/>
                  </a:lnTo>
                  <a:lnTo>
                    <a:pt x="4309290" y="0"/>
                  </a:lnTo>
                  <a:lnTo>
                    <a:pt x="4308434" y="0"/>
                  </a:lnTo>
                  <a:lnTo>
                    <a:pt x="4307579" y="0"/>
                  </a:lnTo>
                  <a:lnTo>
                    <a:pt x="4306723" y="0"/>
                  </a:lnTo>
                  <a:lnTo>
                    <a:pt x="4305868" y="0"/>
                  </a:lnTo>
                  <a:lnTo>
                    <a:pt x="4305012" y="0"/>
                  </a:lnTo>
                  <a:lnTo>
                    <a:pt x="4304157" y="0"/>
                  </a:lnTo>
                  <a:lnTo>
                    <a:pt x="4303301" y="0"/>
                  </a:lnTo>
                  <a:lnTo>
                    <a:pt x="4302446" y="0"/>
                  </a:lnTo>
                  <a:lnTo>
                    <a:pt x="4301590" y="0"/>
                  </a:lnTo>
                  <a:lnTo>
                    <a:pt x="4300735" y="0"/>
                  </a:lnTo>
                  <a:lnTo>
                    <a:pt x="4299879" y="0"/>
                  </a:lnTo>
                  <a:lnTo>
                    <a:pt x="4299024" y="0"/>
                  </a:lnTo>
                  <a:lnTo>
                    <a:pt x="4298168" y="0"/>
                  </a:lnTo>
                  <a:lnTo>
                    <a:pt x="4297313" y="0"/>
                  </a:lnTo>
                  <a:lnTo>
                    <a:pt x="4296457" y="0"/>
                  </a:lnTo>
                  <a:lnTo>
                    <a:pt x="4295602" y="0"/>
                  </a:lnTo>
                  <a:lnTo>
                    <a:pt x="4294746" y="0"/>
                  </a:lnTo>
                  <a:lnTo>
                    <a:pt x="4293891" y="0"/>
                  </a:lnTo>
                  <a:lnTo>
                    <a:pt x="4293035" y="0"/>
                  </a:lnTo>
                  <a:lnTo>
                    <a:pt x="4292179" y="0"/>
                  </a:lnTo>
                  <a:lnTo>
                    <a:pt x="4291324" y="0"/>
                  </a:lnTo>
                  <a:lnTo>
                    <a:pt x="4290468" y="0"/>
                  </a:lnTo>
                  <a:lnTo>
                    <a:pt x="4289613" y="0"/>
                  </a:lnTo>
                  <a:lnTo>
                    <a:pt x="4288757" y="0"/>
                  </a:lnTo>
                  <a:lnTo>
                    <a:pt x="4287902" y="0"/>
                  </a:lnTo>
                  <a:lnTo>
                    <a:pt x="4287046" y="0"/>
                  </a:lnTo>
                  <a:lnTo>
                    <a:pt x="4286191" y="0"/>
                  </a:lnTo>
                  <a:lnTo>
                    <a:pt x="4285335" y="0"/>
                  </a:lnTo>
                  <a:lnTo>
                    <a:pt x="4284480" y="0"/>
                  </a:lnTo>
                  <a:lnTo>
                    <a:pt x="4283624" y="0"/>
                  </a:lnTo>
                  <a:lnTo>
                    <a:pt x="4282769" y="0"/>
                  </a:lnTo>
                  <a:lnTo>
                    <a:pt x="4281913" y="0"/>
                  </a:lnTo>
                  <a:lnTo>
                    <a:pt x="4281058" y="0"/>
                  </a:lnTo>
                  <a:lnTo>
                    <a:pt x="4280202" y="0"/>
                  </a:lnTo>
                  <a:lnTo>
                    <a:pt x="4279347" y="0"/>
                  </a:lnTo>
                  <a:lnTo>
                    <a:pt x="4278491" y="0"/>
                  </a:lnTo>
                  <a:lnTo>
                    <a:pt x="4277636" y="0"/>
                  </a:lnTo>
                  <a:lnTo>
                    <a:pt x="4276780" y="0"/>
                  </a:lnTo>
                  <a:lnTo>
                    <a:pt x="4275924" y="0"/>
                  </a:lnTo>
                  <a:lnTo>
                    <a:pt x="4275069" y="0"/>
                  </a:lnTo>
                  <a:lnTo>
                    <a:pt x="4274213" y="0"/>
                  </a:lnTo>
                  <a:lnTo>
                    <a:pt x="4273358" y="0"/>
                  </a:lnTo>
                  <a:lnTo>
                    <a:pt x="4272502" y="0"/>
                  </a:lnTo>
                  <a:lnTo>
                    <a:pt x="4271647" y="0"/>
                  </a:lnTo>
                  <a:lnTo>
                    <a:pt x="4270791" y="0"/>
                  </a:lnTo>
                  <a:lnTo>
                    <a:pt x="4269936" y="0"/>
                  </a:lnTo>
                  <a:lnTo>
                    <a:pt x="4269080" y="0"/>
                  </a:lnTo>
                  <a:lnTo>
                    <a:pt x="4268225" y="0"/>
                  </a:lnTo>
                  <a:lnTo>
                    <a:pt x="4267369" y="0"/>
                  </a:lnTo>
                  <a:lnTo>
                    <a:pt x="4266514" y="0"/>
                  </a:lnTo>
                  <a:lnTo>
                    <a:pt x="4265658" y="0"/>
                  </a:lnTo>
                  <a:lnTo>
                    <a:pt x="4264803" y="0"/>
                  </a:lnTo>
                  <a:lnTo>
                    <a:pt x="4263947" y="0"/>
                  </a:lnTo>
                  <a:lnTo>
                    <a:pt x="4263092" y="0"/>
                  </a:lnTo>
                  <a:lnTo>
                    <a:pt x="4262236" y="0"/>
                  </a:lnTo>
                  <a:lnTo>
                    <a:pt x="4261380" y="0"/>
                  </a:lnTo>
                  <a:lnTo>
                    <a:pt x="4260525" y="0"/>
                  </a:lnTo>
                  <a:lnTo>
                    <a:pt x="4259669" y="0"/>
                  </a:lnTo>
                  <a:lnTo>
                    <a:pt x="4258814" y="0"/>
                  </a:lnTo>
                  <a:lnTo>
                    <a:pt x="4257958" y="0"/>
                  </a:lnTo>
                  <a:lnTo>
                    <a:pt x="4257103" y="0"/>
                  </a:lnTo>
                  <a:lnTo>
                    <a:pt x="4256247" y="0"/>
                  </a:lnTo>
                  <a:lnTo>
                    <a:pt x="4255392" y="0"/>
                  </a:lnTo>
                  <a:lnTo>
                    <a:pt x="4254536" y="0"/>
                  </a:lnTo>
                  <a:lnTo>
                    <a:pt x="4253681" y="0"/>
                  </a:lnTo>
                  <a:lnTo>
                    <a:pt x="4252825" y="0"/>
                  </a:lnTo>
                  <a:lnTo>
                    <a:pt x="4251970" y="0"/>
                  </a:lnTo>
                  <a:lnTo>
                    <a:pt x="4251114" y="0"/>
                  </a:lnTo>
                  <a:lnTo>
                    <a:pt x="4250259" y="0"/>
                  </a:lnTo>
                  <a:lnTo>
                    <a:pt x="4249403" y="0"/>
                  </a:lnTo>
                  <a:lnTo>
                    <a:pt x="4248548" y="0"/>
                  </a:lnTo>
                  <a:lnTo>
                    <a:pt x="4247692" y="0"/>
                  </a:lnTo>
                  <a:lnTo>
                    <a:pt x="4246837" y="0"/>
                  </a:lnTo>
                  <a:lnTo>
                    <a:pt x="4245981" y="0"/>
                  </a:lnTo>
                  <a:lnTo>
                    <a:pt x="4245125" y="0"/>
                  </a:lnTo>
                  <a:lnTo>
                    <a:pt x="4244270" y="0"/>
                  </a:lnTo>
                  <a:lnTo>
                    <a:pt x="4243414" y="0"/>
                  </a:lnTo>
                  <a:lnTo>
                    <a:pt x="4242559" y="0"/>
                  </a:lnTo>
                  <a:lnTo>
                    <a:pt x="4241703" y="0"/>
                  </a:lnTo>
                  <a:lnTo>
                    <a:pt x="4240848" y="0"/>
                  </a:lnTo>
                  <a:lnTo>
                    <a:pt x="4239992" y="0"/>
                  </a:lnTo>
                  <a:lnTo>
                    <a:pt x="4239137" y="0"/>
                  </a:lnTo>
                  <a:lnTo>
                    <a:pt x="4238281" y="0"/>
                  </a:lnTo>
                  <a:lnTo>
                    <a:pt x="4237426" y="0"/>
                  </a:lnTo>
                  <a:lnTo>
                    <a:pt x="4236570" y="0"/>
                  </a:lnTo>
                  <a:lnTo>
                    <a:pt x="4235715" y="0"/>
                  </a:lnTo>
                  <a:lnTo>
                    <a:pt x="4234859" y="0"/>
                  </a:lnTo>
                  <a:lnTo>
                    <a:pt x="4234004" y="0"/>
                  </a:lnTo>
                  <a:lnTo>
                    <a:pt x="4233148" y="0"/>
                  </a:lnTo>
                  <a:lnTo>
                    <a:pt x="4232293" y="0"/>
                  </a:lnTo>
                  <a:lnTo>
                    <a:pt x="4231437" y="0"/>
                  </a:lnTo>
                  <a:lnTo>
                    <a:pt x="4230582" y="0"/>
                  </a:lnTo>
                  <a:lnTo>
                    <a:pt x="4229726" y="0"/>
                  </a:lnTo>
                  <a:lnTo>
                    <a:pt x="4228870" y="0"/>
                  </a:lnTo>
                  <a:lnTo>
                    <a:pt x="4228015" y="0"/>
                  </a:lnTo>
                  <a:lnTo>
                    <a:pt x="4227159" y="0"/>
                  </a:lnTo>
                  <a:lnTo>
                    <a:pt x="4226304" y="0"/>
                  </a:lnTo>
                  <a:lnTo>
                    <a:pt x="4225448" y="0"/>
                  </a:lnTo>
                  <a:lnTo>
                    <a:pt x="4224593" y="0"/>
                  </a:lnTo>
                  <a:lnTo>
                    <a:pt x="4223737" y="0"/>
                  </a:lnTo>
                  <a:lnTo>
                    <a:pt x="4222882" y="0"/>
                  </a:lnTo>
                  <a:lnTo>
                    <a:pt x="4222026" y="0"/>
                  </a:lnTo>
                  <a:lnTo>
                    <a:pt x="4221171" y="0"/>
                  </a:lnTo>
                  <a:lnTo>
                    <a:pt x="4220315" y="0"/>
                  </a:lnTo>
                  <a:lnTo>
                    <a:pt x="4219460" y="0"/>
                  </a:lnTo>
                  <a:lnTo>
                    <a:pt x="4218604" y="0"/>
                  </a:lnTo>
                  <a:lnTo>
                    <a:pt x="4217749" y="0"/>
                  </a:lnTo>
                  <a:lnTo>
                    <a:pt x="4216893" y="0"/>
                  </a:lnTo>
                  <a:lnTo>
                    <a:pt x="4216038" y="0"/>
                  </a:lnTo>
                  <a:lnTo>
                    <a:pt x="4215182" y="0"/>
                  </a:lnTo>
                  <a:lnTo>
                    <a:pt x="4214326" y="0"/>
                  </a:lnTo>
                  <a:lnTo>
                    <a:pt x="4213471" y="0"/>
                  </a:lnTo>
                  <a:lnTo>
                    <a:pt x="4212615" y="0"/>
                  </a:lnTo>
                  <a:lnTo>
                    <a:pt x="4211760" y="0"/>
                  </a:lnTo>
                  <a:lnTo>
                    <a:pt x="4210904" y="0"/>
                  </a:lnTo>
                  <a:lnTo>
                    <a:pt x="4210049" y="0"/>
                  </a:lnTo>
                  <a:lnTo>
                    <a:pt x="4209193" y="0"/>
                  </a:lnTo>
                  <a:lnTo>
                    <a:pt x="4208338" y="0"/>
                  </a:lnTo>
                  <a:lnTo>
                    <a:pt x="4207482" y="0"/>
                  </a:lnTo>
                  <a:lnTo>
                    <a:pt x="4206627" y="0"/>
                  </a:lnTo>
                  <a:lnTo>
                    <a:pt x="4205771" y="0"/>
                  </a:lnTo>
                  <a:lnTo>
                    <a:pt x="4204916" y="0"/>
                  </a:lnTo>
                  <a:lnTo>
                    <a:pt x="4204060" y="0"/>
                  </a:lnTo>
                  <a:lnTo>
                    <a:pt x="4203205" y="0"/>
                  </a:lnTo>
                  <a:lnTo>
                    <a:pt x="4202349" y="0"/>
                  </a:lnTo>
                  <a:lnTo>
                    <a:pt x="4201494" y="0"/>
                  </a:lnTo>
                  <a:lnTo>
                    <a:pt x="4200638" y="0"/>
                  </a:lnTo>
                  <a:lnTo>
                    <a:pt x="4199783" y="0"/>
                  </a:lnTo>
                  <a:lnTo>
                    <a:pt x="4198927" y="0"/>
                  </a:lnTo>
                  <a:lnTo>
                    <a:pt x="4198071" y="0"/>
                  </a:lnTo>
                  <a:lnTo>
                    <a:pt x="4197216" y="0"/>
                  </a:lnTo>
                  <a:lnTo>
                    <a:pt x="4196360" y="0"/>
                  </a:lnTo>
                  <a:lnTo>
                    <a:pt x="4195505" y="0"/>
                  </a:lnTo>
                  <a:lnTo>
                    <a:pt x="4194649" y="0"/>
                  </a:lnTo>
                  <a:lnTo>
                    <a:pt x="4193794" y="0"/>
                  </a:lnTo>
                  <a:lnTo>
                    <a:pt x="4192938" y="0"/>
                  </a:lnTo>
                  <a:lnTo>
                    <a:pt x="4192083" y="0"/>
                  </a:lnTo>
                  <a:lnTo>
                    <a:pt x="4191227" y="0"/>
                  </a:lnTo>
                  <a:lnTo>
                    <a:pt x="4190372" y="0"/>
                  </a:lnTo>
                  <a:lnTo>
                    <a:pt x="4189516" y="0"/>
                  </a:lnTo>
                  <a:lnTo>
                    <a:pt x="4188661" y="0"/>
                  </a:lnTo>
                  <a:lnTo>
                    <a:pt x="4187805" y="0"/>
                  </a:lnTo>
                  <a:lnTo>
                    <a:pt x="4186950" y="0"/>
                  </a:lnTo>
                  <a:lnTo>
                    <a:pt x="4186094" y="0"/>
                  </a:lnTo>
                  <a:lnTo>
                    <a:pt x="4185239" y="0"/>
                  </a:lnTo>
                  <a:lnTo>
                    <a:pt x="4184383" y="0"/>
                  </a:lnTo>
                  <a:lnTo>
                    <a:pt x="4183528" y="0"/>
                  </a:lnTo>
                  <a:lnTo>
                    <a:pt x="4182672" y="0"/>
                  </a:lnTo>
                  <a:lnTo>
                    <a:pt x="4181816" y="0"/>
                  </a:lnTo>
                  <a:lnTo>
                    <a:pt x="4180961" y="0"/>
                  </a:lnTo>
                  <a:lnTo>
                    <a:pt x="4180105" y="0"/>
                  </a:lnTo>
                  <a:lnTo>
                    <a:pt x="4179250" y="0"/>
                  </a:lnTo>
                  <a:lnTo>
                    <a:pt x="4178394" y="0"/>
                  </a:lnTo>
                  <a:lnTo>
                    <a:pt x="4177539" y="0"/>
                  </a:lnTo>
                  <a:lnTo>
                    <a:pt x="4176683" y="0"/>
                  </a:lnTo>
                  <a:lnTo>
                    <a:pt x="4175828" y="0"/>
                  </a:lnTo>
                  <a:lnTo>
                    <a:pt x="4174972" y="0"/>
                  </a:lnTo>
                  <a:lnTo>
                    <a:pt x="4174117" y="0"/>
                  </a:lnTo>
                  <a:lnTo>
                    <a:pt x="4173261" y="0"/>
                  </a:lnTo>
                  <a:lnTo>
                    <a:pt x="4172406" y="0"/>
                  </a:lnTo>
                  <a:lnTo>
                    <a:pt x="4171550" y="0"/>
                  </a:lnTo>
                  <a:lnTo>
                    <a:pt x="4170695" y="0"/>
                  </a:lnTo>
                  <a:lnTo>
                    <a:pt x="4169839" y="0"/>
                  </a:lnTo>
                  <a:lnTo>
                    <a:pt x="4168984" y="0"/>
                  </a:lnTo>
                  <a:lnTo>
                    <a:pt x="4168128" y="0"/>
                  </a:lnTo>
                  <a:lnTo>
                    <a:pt x="4167273" y="0"/>
                  </a:lnTo>
                  <a:lnTo>
                    <a:pt x="4166417" y="0"/>
                  </a:lnTo>
                  <a:lnTo>
                    <a:pt x="4165561" y="0"/>
                  </a:lnTo>
                  <a:lnTo>
                    <a:pt x="4164706" y="0"/>
                  </a:lnTo>
                  <a:lnTo>
                    <a:pt x="4163850" y="0"/>
                  </a:lnTo>
                  <a:lnTo>
                    <a:pt x="4162995" y="0"/>
                  </a:lnTo>
                  <a:lnTo>
                    <a:pt x="4162139" y="0"/>
                  </a:lnTo>
                  <a:lnTo>
                    <a:pt x="4161284" y="0"/>
                  </a:lnTo>
                  <a:lnTo>
                    <a:pt x="4160428" y="0"/>
                  </a:lnTo>
                  <a:lnTo>
                    <a:pt x="4159573" y="0"/>
                  </a:lnTo>
                  <a:lnTo>
                    <a:pt x="4158717" y="0"/>
                  </a:lnTo>
                  <a:lnTo>
                    <a:pt x="4157862" y="0"/>
                  </a:lnTo>
                  <a:lnTo>
                    <a:pt x="4157006" y="0"/>
                  </a:lnTo>
                  <a:lnTo>
                    <a:pt x="4156151" y="0"/>
                  </a:lnTo>
                  <a:lnTo>
                    <a:pt x="4155295" y="0"/>
                  </a:lnTo>
                  <a:lnTo>
                    <a:pt x="4154440" y="0"/>
                  </a:lnTo>
                  <a:lnTo>
                    <a:pt x="4153584" y="0"/>
                  </a:lnTo>
                  <a:lnTo>
                    <a:pt x="4152729" y="0"/>
                  </a:lnTo>
                  <a:lnTo>
                    <a:pt x="4151873" y="0"/>
                  </a:lnTo>
                  <a:lnTo>
                    <a:pt x="4151017" y="0"/>
                  </a:lnTo>
                  <a:lnTo>
                    <a:pt x="4150162" y="0"/>
                  </a:lnTo>
                  <a:lnTo>
                    <a:pt x="4149306" y="0"/>
                  </a:lnTo>
                  <a:lnTo>
                    <a:pt x="4148451" y="0"/>
                  </a:lnTo>
                  <a:lnTo>
                    <a:pt x="4147595" y="0"/>
                  </a:lnTo>
                  <a:lnTo>
                    <a:pt x="4146740" y="0"/>
                  </a:lnTo>
                  <a:lnTo>
                    <a:pt x="4145884" y="0"/>
                  </a:lnTo>
                  <a:lnTo>
                    <a:pt x="4145029" y="0"/>
                  </a:lnTo>
                  <a:lnTo>
                    <a:pt x="4144173" y="0"/>
                  </a:lnTo>
                  <a:lnTo>
                    <a:pt x="4143318" y="0"/>
                  </a:lnTo>
                  <a:lnTo>
                    <a:pt x="4142462" y="0"/>
                  </a:lnTo>
                  <a:lnTo>
                    <a:pt x="4141607" y="0"/>
                  </a:lnTo>
                  <a:lnTo>
                    <a:pt x="4140751" y="0"/>
                  </a:lnTo>
                  <a:lnTo>
                    <a:pt x="4139896" y="0"/>
                  </a:lnTo>
                  <a:lnTo>
                    <a:pt x="4139040" y="0"/>
                  </a:lnTo>
                  <a:lnTo>
                    <a:pt x="4138185" y="0"/>
                  </a:lnTo>
                  <a:lnTo>
                    <a:pt x="4137329" y="0"/>
                  </a:lnTo>
                  <a:lnTo>
                    <a:pt x="4136474" y="0"/>
                  </a:lnTo>
                  <a:lnTo>
                    <a:pt x="4135618" y="0"/>
                  </a:lnTo>
                  <a:lnTo>
                    <a:pt x="4134762" y="0"/>
                  </a:lnTo>
                  <a:lnTo>
                    <a:pt x="4133907" y="0"/>
                  </a:lnTo>
                  <a:lnTo>
                    <a:pt x="4133051" y="0"/>
                  </a:lnTo>
                  <a:lnTo>
                    <a:pt x="4132196" y="0"/>
                  </a:lnTo>
                  <a:lnTo>
                    <a:pt x="4131340" y="0"/>
                  </a:lnTo>
                  <a:lnTo>
                    <a:pt x="4130485" y="0"/>
                  </a:lnTo>
                  <a:lnTo>
                    <a:pt x="4129629" y="0"/>
                  </a:lnTo>
                  <a:lnTo>
                    <a:pt x="4128774" y="0"/>
                  </a:lnTo>
                  <a:lnTo>
                    <a:pt x="4127918" y="0"/>
                  </a:lnTo>
                  <a:lnTo>
                    <a:pt x="4127063" y="0"/>
                  </a:lnTo>
                  <a:lnTo>
                    <a:pt x="4126207" y="0"/>
                  </a:lnTo>
                  <a:lnTo>
                    <a:pt x="4125352" y="0"/>
                  </a:lnTo>
                  <a:lnTo>
                    <a:pt x="4124496" y="0"/>
                  </a:lnTo>
                  <a:lnTo>
                    <a:pt x="4123641" y="0"/>
                  </a:lnTo>
                  <a:lnTo>
                    <a:pt x="4122785" y="0"/>
                  </a:lnTo>
                  <a:lnTo>
                    <a:pt x="4121930" y="0"/>
                  </a:lnTo>
                  <a:lnTo>
                    <a:pt x="4121074" y="0"/>
                  </a:lnTo>
                  <a:lnTo>
                    <a:pt x="4120219" y="0"/>
                  </a:lnTo>
                  <a:lnTo>
                    <a:pt x="4119363" y="0"/>
                  </a:lnTo>
                  <a:lnTo>
                    <a:pt x="4118507" y="0"/>
                  </a:lnTo>
                  <a:lnTo>
                    <a:pt x="4117652" y="0"/>
                  </a:lnTo>
                  <a:lnTo>
                    <a:pt x="4116796" y="0"/>
                  </a:lnTo>
                  <a:lnTo>
                    <a:pt x="4115941" y="0"/>
                  </a:lnTo>
                  <a:lnTo>
                    <a:pt x="4115085" y="0"/>
                  </a:lnTo>
                  <a:lnTo>
                    <a:pt x="4114230" y="0"/>
                  </a:lnTo>
                  <a:lnTo>
                    <a:pt x="4113374" y="0"/>
                  </a:lnTo>
                  <a:lnTo>
                    <a:pt x="4112519" y="0"/>
                  </a:lnTo>
                  <a:lnTo>
                    <a:pt x="4111663" y="0"/>
                  </a:lnTo>
                  <a:lnTo>
                    <a:pt x="4110808" y="0"/>
                  </a:lnTo>
                  <a:lnTo>
                    <a:pt x="4109952" y="0"/>
                  </a:lnTo>
                  <a:lnTo>
                    <a:pt x="4109097" y="0"/>
                  </a:lnTo>
                  <a:lnTo>
                    <a:pt x="4108241" y="0"/>
                  </a:lnTo>
                  <a:lnTo>
                    <a:pt x="4107386" y="0"/>
                  </a:lnTo>
                  <a:lnTo>
                    <a:pt x="4106530" y="0"/>
                  </a:lnTo>
                  <a:lnTo>
                    <a:pt x="4105675" y="0"/>
                  </a:lnTo>
                  <a:lnTo>
                    <a:pt x="4104819" y="0"/>
                  </a:lnTo>
                  <a:lnTo>
                    <a:pt x="4103963" y="0"/>
                  </a:lnTo>
                  <a:lnTo>
                    <a:pt x="4103108" y="0"/>
                  </a:lnTo>
                  <a:lnTo>
                    <a:pt x="4102252" y="0"/>
                  </a:lnTo>
                  <a:lnTo>
                    <a:pt x="4101397" y="0"/>
                  </a:lnTo>
                  <a:lnTo>
                    <a:pt x="4100541" y="0"/>
                  </a:lnTo>
                  <a:lnTo>
                    <a:pt x="4099686" y="0"/>
                  </a:lnTo>
                  <a:lnTo>
                    <a:pt x="4098830" y="0"/>
                  </a:lnTo>
                  <a:lnTo>
                    <a:pt x="4097975" y="0"/>
                  </a:lnTo>
                  <a:lnTo>
                    <a:pt x="4097119" y="0"/>
                  </a:lnTo>
                  <a:lnTo>
                    <a:pt x="4096264" y="0"/>
                  </a:lnTo>
                  <a:lnTo>
                    <a:pt x="4095408" y="0"/>
                  </a:lnTo>
                  <a:lnTo>
                    <a:pt x="4094553" y="0"/>
                  </a:lnTo>
                  <a:lnTo>
                    <a:pt x="4093697" y="0"/>
                  </a:lnTo>
                  <a:lnTo>
                    <a:pt x="4092842" y="0"/>
                  </a:lnTo>
                  <a:lnTo>
                    <a:pt x="4091986" y="0"/>
                  </a:lnTo>
                  <a:lnTo>
                    <a:pt x="4091131" y="0"/>
                  </a:lnTo>
                  <a:lnTo>
                    <a:pt x="4090275" y="0"/>
                  </a:lnTo>
                  <a:lnTo>
                    <a:pt x="4089420" y="0"/>
                  </a:lnTo>
                  <a:lnTo>
                    <a:pt x="4088564" y="0"/>
                  </a:lnTo>
                  <a:lnTo>
                    <a:pt x="4087708" y="0"/>
                  </a:lnTo>
                  <a:lnTo>
                    <a:pt x="4086853" y="0"/>
                  </a:lnTo>
                  <a:lnTo>
                    <a:pt x="4085997" y="0"/>
                  </a:lnTo>
                  <a:lnTo>
                    <a:pt x="4085142" y="0"/>
                  </a:lnTo>
                  <a:lnTo>
                    <a:pt x="4084286" y="0"/>
                  </a:lnTo>
                  <a:lnTo>
                    <a:pt x="4083431" y="0"/>
                  </a:lnTo>
                  <a:lnTo>
                    <a:pt x="4082575" y="0"/>
                  </a:lnTo>
                  <a:lnTo>
                    <a:pt x="4081720" y="0"/>
                  </a:lnTo>
                  <a:lnTo>
                    <a:pt x="4080864" y="0"/>
                  </a:lnTo>
                  <a:lnTo>
                    <a:pt x="4080009" y="0"/>
                  </a:lnTo>
                  <a:lnTo>
                    <a:pt x="4079153" y="0"/>
                  </a:lnTo>
                  <a:lnTo>
                    <a:pt x="4078298" y="0"/>
                  </a:lnTo>
                  <a:lnTo>
                    <a:pt x="4077442" y="0"/>
                  </a:lnTo>
                  <a:lnTo>
                    <a:pt x="4076587" y="0"/>
                  </a:lnTo>
                  <a:lnTo>
                    <a:pt x="4075731" y="0"/>
                  </a:lnTo>
                  <a:lnTo>
                    <a:pt x="4074876" y="0"/>
                  </a:lnTo>
                  <a:lnTo>
                    <a:pt x="4074020" y="0"/>
                  </a:lnTo>
                  <a:lnTo>
                    <a:pt x="4073165" y="0"/>
                  </a:lnTo>
                  <a:lnTo>
                    <a:pt x="4072309" y="0"/>
                  </a:lnTo>
                  <a:lnTo>
                    <a:pt x="4071453" y="0"/>
                  </a:lnTo>
                  <a:lnTo>
                    <a:pt x="4070598" y="0"/>
                  </a:lnTo>
                  <a:lnTo>
                    <a:pt x="4069742" y="0"/>
                  </a:lnTo>
                  <a:lnTo>
                    <a:pt x="4068887" y="0"/>
                  </a:lnTo>
                  <a:lnTo>
                    <a:pt x="4068031" y="0"/>
                  </a:lnTo>
                  <a:lnTo>
                    <a:pt x="4067176" y="0"/>
                  </a:lnTo>
                  <a:lnTo>
                    <a:pt x="4066320" y="0"/>
                  </a:lnTo>
                  <a:lnTo>
                    <a:pt x="4065465" y="0"/>
                  </a:lnTo>
                  <a:lnTo>
                    <a:pt x="4064609" y="0"/>
                  </a:lnTo>
                  <a:lnTo>
                    <a:pt x="4063754" y="0"/>
                  </a:lnTo>
                  <a:lnTo>
                    <a:pt x="4062898" y="0"/>
                  </a:lnTo>
                  <a:lnTo>
                    <a:pt x="4062043" y="0"/>
                  </a:lnTo>
                  <a:lnTo>
                    <a:pt x="4061187" y="0"/>
                  </a:lnTo>
                  <a:lnTo>
                    <a:pt x="4060332" y="0"/>
                  </a:lnTo>
                  <a:lnTo>
                    <a:pt x="4059476" y="0"/>
                  </a:lnTo>
                  <a:lnTo>
                    <a:pt x="4058621" y="0"/>
                  </a:lnTo>
                  <a:lnTo>
                    <a:pt x="4057765" y="0"/>
                  </a:lnTo>
                  <a:lnTo>
                    <a:pt x="4056909" y="0"/>
                  </a:lnTo>
                  <a:lnTo>
                    <a:pt x="4056054" y="0"/>
                  </a:lnTo>
                  <a:lnTo>
                    <a:pt x="4055198" y="0"/>
                  </a:lnTo>
                  <a:lnTo>
                    <a:pt x="4054343" y="0"/>
                  </a:lnTo>
                  <a:lnTo>
                    <a:pt x="4053487" y="0"/>
                  </a:lnTo>
                  <a:lnTo>
                    <a:pt x="4052632" y="0"/>
                  </a:lnTo>
                  <a:lnTo>
                    <a:pt x="4051776" y="0"/>
                  </a:lnTo>
                  <a:lnTo>
                    <a:pt x="4050921" y="0"/>
                  </a:lnTo>
                  <a:lnTo>
                    <a:pt x="4050065" y="0"/>
                  </a:lnTo>
                  <a:lnTo>
                    <a:pt x="4049210" y="0"/>
                  </a:lnTo>
                  <a:lnTo>
                    <a:pt x="4048354" y="0"/>
                  </a:lnTo>
                  <a:lnTo>
                    <a:pt x="4047499" y="0"/>
                  </a:lnTo>
                  <a:lnTo>
                    <a:pt x="4046643" y="0"/>
                  </a:lnTo>
                  <a:lnTo>
                    <a:pt x="4045788" y="0"/>
                  </a:lnTo>
                  <a:lnTo>
                    <a:pt x="4044932" y="0"/>
                  </a:lnTo>
                  <a:lnTo>
                    <a:pt x="4044077" y="0"/>
                  </a:lnTo>
                  <a:lnTo>
                    <a:pt x="4043221" y="0"/>
                  </a:lnTo>
                  <a:lnTo>
                    <a:pt x="4042366" y="0"/>
                  </a:lnTo>
                  <a:lnTo>
                    <a:pt x="4041510" y="0"/>
                  </a:lnTo>
                  <a:lnTo>
                    <a:pt x="4040654" y="0"/>
                  </a:lnTo>
                  <a:lnTo>
                    <a:pt x="4039799" y="0"/>
                  </a:lnTo>
                  <a:lnTo>
                    <a:pt x="4038943" y="0"/>
                  </a:lnTo>
                  <a:lnTo>
                    <a:pt x="4038088" y="0"/>
                  </a:lnTo>
                  <a:lnTo>
                    <a:pt x="4037232" y="0"/>
                  </a:lnTo>
                  <a:lnTo>
                    <a:pt x="4036377" y="0"/>
                  </a:lnTo>
                  <a:lnTo>
                    <a:pt x="4035521" y="0"/>
                  </a:lnTo>
                  <a:lnTo>
                    <a:pt x="4034666" y="0"/>
                  </a:lnTo>
                  <a:lnTo>
                    <a:pt x="4033810" y="0"/>
                  </a:lnTo>
                  <a:lnTo>
                    <a:pt x="4032955" y="0"/>
                  </a:lnTo>
                  <a:lnTo>
                    <a:pt x="4032099" y="0"/>
                  </a:lnTo>
                  <a:lnTo>
                    <a:pt x="4031244" y="0"/>
                  </a:lnTo>
                  <a:lnTo>
                    <a:pt x="4030388" y="0"/>
                  </a:lnTo>
                  <a:lnTo>
                    <a:pt x="4029533" y="0"/>
                  </a:lnTo>
                  <a:lnTo>
                    <a:pt x="4028677" y="0"/>
                  </a:lnTo>
                  <a:lnTo>
                    <a:pt x="4027822" y="0"/>
                  </a:lnTo>
                  <a:lnTo>
                    <a:pt x="4026966" y="0"/>
                  </a:lnTo>
                  <a:lnTo>
                    <a:pt x="4026111" y="0"/>
                  </a:lnTo>
                  <a:lnTo>
                    <a:pt x="4025255" y="0"/>
                  </a:lnTo>
                  <a:lnTo>
                    <a:pt x="4024399" y="0"/>
                  </a:lnTo>
                  <a:lnTo>
                    <a:pt x="4023544" y="0"/>
                  </a:lnTo>
                  <a:lnTo>
                    <a:pt x="4022688" y="0"/>
                  </a:lnTo>
                  <a:lnTo>
                    <a:pt x="4021833" y="0"/>
                  </a:lnTo>
                  <a:lnTo>
                    <a:pt x="4020977" y="0"/>
                  </a:lnTo>
                  <a:lnTo>
                    <a:pt x="4020122" y="0"/>
                  </a:lnTo>
                  <a:lnTo>
                    <a:pt x="4019266" y="0"/>
                  </a:lnTo>
                  <a:lnTo>
                    <a:pt x="4018411" y="0"/>
                  </a:lnTo>
                  <a:lnTo>
                    <a:pt x="4017555" y="0"/>
                  </a:lnTo>
                  <a:lnTo>
                    <a:pt x="4016700" y="0"/>
                  </a:lnTo>
                  <a:lnTo>
                    <a:pt x="4015844" y="0"/>
                  </a:lnTo>
                  <a:lnTo>
                    <a:pt x="4014989" y="0"/>
                  </a:lnTo>
                  <a:lnTo>
                    <a:pt x="4014133" y="0"/>
                  </a:lnTo>
                  <a:lnTo>
                    <a:pt x="4013278" y="0"/>
                  </a:lnTo>
                  <a:lnTo>
                    <a:pt x="4012422" y="0"/>
                  </a:lnTo>
                  <a:lnTo>
                    <a:pt x="4011567" y="0"/>
                  </a:lnTo>
                  <a:lnTo>
                    <a:pt x="4010711" y="0"/>
                  </a:lnTo>
                  <a:lnTo>
                    <a:pt x="4009855" y="0"/>
                  </a:lnTo>
                  <a:lnTo>
                    <a:pt x="4009000" y="0"/>
                  </a:lnTo>
                  <a:lnTo>
                    <a:pt x="4008144" y="0"/>
                  </a:lnTo>
                  <a:lnTo>
                    <a:pt x="4007289" y="0"/>
                  </a:lnTo>
                  <a:lnTo>
                    <a:pt x="4006433" y="0"/>
                  </a:lnTo>
                  <a:lnTo>
                    <a:pt x="4005578" y="0"/>
                  </a:lnTo>
                  <a:lnTo>
                    <a:pt x="4004722" y="0"/>
                  </a:lnTo>
                  <a:lnTo>
                    <a:pt x="4003867" y="0"/>
                  </a:lnTo>
                  <a:lnTo>
                    <a:pt x="4003011" y="0"/>
                  </a:lnTo>
                  <a:lnTo>
                    <a:pt x="4002156" y="0"/>
                  </a:lnTo>
                  <a:lnTo>
                    <a:pt x="4001300" y="0"/>
                  </a:lnTo>
                  <a:lnTo>
                    <a:pt x="4000445" y="0"/>
                  </a:lnTo>
                  <a:lnTo>
                    <a:pt x="3999589" y="0"/>
                  </a:lnTo>
                  <a:lnTo>
                    <a:pt x="3998734" y="0"/>
                  </a:lnTo>
                  <a:lnTo>
                    <a:pt x="3997878" y="0"/>
                  </a:lnTo>
                  <a:lnTo>
                    <a:pt x="3997023" y="0"/>
                  </a:lnTo>
                  <a:lnTo>
                    <a:pt x="3996167" y="0"/>
                  </a:lnTo>
                  <a:lnTo>
                    <a:pt x="3995312" y="0"/>
                  </a:lnTo>
                  <a:lnTo>
                    <a:pt x="3994456" y="0"/>
                  </a:lnTo>
                  <a:lnTo>
                    <a:pt x="3993600" y="0"/>
                  </a:lnTo>
                  <a:lnTo>
                    <a:pt x="3992745" y="0"/>
                  </a:lnTo>
                  <a:lnTo>
                    <a:pt x="3991889" y="0"/>
                  </a:lnTo>
                  <a:lnTo>
                    <a:pt x="3991034" y="0"/>
                  </a:lnTo>
                  <a:lnTo>
                    <a:pt x="3990178" y="0"/>
                  </a:lnTo>
                  <a:lnTo>
                    <a:pt x="3989323" y="0"/>
                  </a:lnTo>
                  <a:lnTo>
                    <a:pt x="3988467" y="0"/>
                  </a:lnTo>
                  <a:lnTo>
                    <a:pt x="3987612" y="0"/>
                  </a:lnTo>
                  <a:lnTo>
                    <a:pt x="3986756" y="0"/>
                  </a:lnTo>
                  <a:lnTo>
                    <a:pt x="3985901" y="0"/>
                  </a:lnTo>
                  <a:lnTo>
                    <a:pt x="3985045" y="0"/>
                  </a:lnTo>
                  <a:lnTo>
                    <a:pt x="3984190" y="0"/>
                  </a:lnTo>
                  <a:lnTo>
                    <a:pt x="3983334" y="0"/>
                  </a:lnTo>
                  <a:lnTo>
                    <a:pt x="3982479" y="0"/>
                  </a:lnTo>
                  <a:lnTo>
                    <a:pt x="3981623" y="0"/>
                  </a:lnTo>
                  <a:lnTo>
                    <a:pt x="3980768" y="0"/>
                  </a:lnTo>
                  <a:lnTo>
                    <a:pt x="3979912" y="0"/>
                  </a:lnTo>
                  <a:lnTo>
                    <a:pt x="3979057" y="0"/>
                  </a:lnTo>
                  <a:lnTo>
                    <a:pt x="3978201" y="0"/>
                  </a:lnTo>
                  <a:lnTo>
                    <a:pt x="3977345" y="0"/>
                  </a:lnTo>
                  <a:lnTo>
                    <a:pt x="3976490" y="0"/>
                  </a:lnTo>
                  <a:lnTo>
                    <a:pt x="3975634" y="0"/>
                  </a:lnTo>
                  <a:lnTo>
                    <a:pt x="3974779" y="0"/>
                  </a:lnTo>
                  <a:lnTo>
                    <a:pt x="3973923" y="0"/>
                  </a:lnTo>
                  <a:lnTo>
                    <a:pt x="3973068" y="0"/>
                  </a:lnTo>
                  <a:lnTo>
                    <a:pt x="3972212" y="0"/>
                  </a:lnTo>
                  <a:lnTo>
                    <a:pt x="3971357" y="0"/>
                  </a:lnTo>
                  <a:lnTo>
                    <a:pt x="3970501" y="0"/>
                  </a:lnTo>
                  <a:lnTo>
                    <a:pt x="3969646" y="0"/>
                  </a:lnTo>
                  <a:lnTo>
                    <a:pt x="3968790" y="0"/>
                  </a:lnTo>
                  <a:lnTo>
                    <a:pt x="3967935" y="0"/>
                  </a:lnTo>
                  <a:lnTo>
                    <a:pt x="3967079" y="0"/>
                  </a:lnTo>
                  <a:lnTo>
                    <a:pt x="3966224" y="0"/>
                  </a:lnTo>
                  <a:lnTo>
                    <a:pt x="3965368" y="0"/>
                  </a:lnTo>
                  <a:lnTo>
                    <a:pt x="3964513" y="0"/>
                  </a:lnTo>
                  <a:lnTo>
                    <a:pt x="3963657" y="0"/>
                  </a:lnTo>
                  <a:lnTo>
                    <a:pt x="3962802" y="0"/>
                  </a:lnTo>
                  <a:lnTo>
                    <a:pt x="3961946" y="0"/>
                  </a:lnTo>
                  <a:lnTo>
                    <a:pt x="3961090" y="0"/>
                  </a:lnTo>
                  <a:lnTo>
                    <a:pt x="3960235" y="0"/>
                  </a:lnTo>
                  <a:lnTo>
                    <a:pt x="3959379" y="0"/>
                  </a:lnTo>
                  <a:lnTo>
                    <a:pt x="3958524" y="0"/>
                  </a:lnTo>
                  <a:lnTo>
                    <a:pt x="3957668" y="0"/>
                  </a:lnTo>
                  <a:lnTo>
                    <a:pt x="3956813" y="0"/>
                  </a:lnTo>
                  <a:lnTo>
                    <a:pt x="3955957" y="0"/>
                  </a:lnTo>
                  <a:lnTo>
                    <a:pt x="3955102" y="0"/>
                  </a:lnTo>
                  <a:lnTo>
                    <a:pt x="3954246" y="0"/>
                  </a:lnTo>
                  <a:lnTo>
                    <a:pt x="3953391" y="0"/>
                  </a:lnTo>
                  <a:lnTo>
                    <a:pt x="3952535" y="0"/>
                  </a:lnTo>
                  <a:lnTo>
                    <a:pt x="3951680" y="0"/>
                  </a:lnTo>
                  <a:lnTo>
                    <a:pt x="3950824" y="0"/>
                  </a:lnTo>
                  <a:lnTo>
                    <a:pt x="3949969" y="0"/>
                  </a:lnTo>
                  <a:lnTo>
                    <a:pt x="3949113" y="0"/>
                  </a:lnTo>
                  <a:lnTo>
                    <a:pt x="3948258" y="0"/>
                  </a:lnTo>
                  <a:lnTo>
                    <a:pt x="3947402" y="0"/>
                  </a:lnTo>
                  <a:lnTo>
                    <a:pt x="3946546" y="0"/>
                  </a:lnTo>
                  <a:lnTo>
                    <a:pt x="3945691" y="0"/>
                  </a:lnTo>
                  <a:lnTo>
                    <a:pt x="3944835" y="0"/>
                  </a:lnTo>
                  <a:lnTo>
                    <a:pt x="3943980" y="0"/>
                  </a:lnTo>
                  <a:lnTo>
                    <a:pt x="3943124" y="0"/>
                  </a:lnTo>
                  <a:lnTo>
                    <a:pt x="3942269" y="0"/>
                  </a:lnTo>
                  <a:lnTo>
                    <a:pt x="3941413" y="0"/>
                  </a:lnTo>
                  <a:lnTo>
                    <a:pt x="3940558" y="0"/>
                  </a:lnTo>
                  <a:lnTo>
                    <a:pt x="3939702" y="0"/>
                  </a:lnTo>
                  <a:lnTo>
                    <a:pt x="3938847" y="0"/>
                  </a:lnTo>
                  <a:lnTo>
                    <a:pt x="3937991" y="0"/>
                  </a:lnTo>
                  <a:lnTo>
                    <a:pt x="3937136" y="0"/>
                  </a:lnTo>
                  <a:lnTo>
                    <a:pt x="3936280" y="0"/>
                  </a:lnTo>
                  <a:lnTo>
                    <a:pt x="3935425" y="0"/>
                  </a:lnTo>
                  <a:lnTo>
                    <a:pt x="3934569" y="0"/>
                  </a:lnTo>
                  <a:lnTo>
                    <a:pt x="3933714" y="0"/>
                  </a:lnTo>
                  <a:lnTo>
                    <a:pt x="3932858" y="0"/>
                  </a:lnTo>
                  <a:lnTo>
                    <a:pt x="3932003" y="0"/>
                  </a:lnTo>
                  <a:lnTo>
                    <a:pt x="3931147" y="0"/>
                  </a:lnTo>
                  <a:lnTo>
                    <a:pt x="3930291" y="0"/>
                  </a:lnTo>
                  <a:lnTo>
                    <a:pt x="3929436" y="0"/>
                  </a:lnTo>
                  <a:lnTo>
                    <a:pt x="3928580" y="0"/>
                  </a:lnTo>
                  <a:lnTo>
                    <a:pt x="3927725" y="0"/>
                  </a:lnTo>
                  <a:lnTo>
                    <a:pt x="3926869" y="0"/>
                  </a:lnTo>
                  <a:lnTo>
                    <a:pt x="3926014" y="0"/>
                  </a:lnTo>
                  <a:lnTo>
                    <a:pt x="3925158" y="0"/>
                  </a:lnTo>
                  <a:lnTo>
                    <a:pt x="3924303" y="0"/>
                  </a:lnTo>
                  <a:lnTo>
                    <a:pt x="3923447" y="0"/>
                  </a:lnTo>
                  <a:lnTo>
                    <a:pt x="3922592" y="0"/>
                  </a:lnTo>
                  <a:lnTo>
                    <a:pt x="3921736" y="0"/>
                  </a:lnTo>
                  <a:lnTo>
                    <a:pt x="3920881" y="0"/>
                  </a:lnTo>
                  <a:lnTo>
                    <a:pt x="3920025" y="0"/>
                  </a:lnTo>
                  <a:lnTo>
                    <a:pt x="3919170" y="0"/>
                  </a:lnTo>
                  <a:lnTo>
                    <a:pt x="3918314" y="0"/>
                  </a:lnTo>
                  <a:lnTo>
                    <a:pt x="3917459" y="0"/>
                  </a:lnTo>
                  <a:lnTo>
                    <a:pt x="3916603" y="0"/>
                  </a:lnTo>
                  <a:lnTo>
                    <a:pt x="3915748" y="0"/>
                  </a:lnTo>
                  <a:lnTo>
                    <a:pt x="3914892" y="0"/>
                  </a:lnTo>
                  <a:lnTo>
                    <a:pt x="3914036" y="0"/>
                  </a:lnTo>
                  <a:lnTo>
                    <a:pt x="3913181" y="0"/>
                  </a:lnTo>
                  <a:lnTo>
                    <a:pt x="3912325" y="0"/>
                  </a:lnTo>
                  <a:lnTo>
                    <a:pt x="3911470" y="0"/>
                  </a:lnTo>
                  <a:lnTo>
                    <a:pt x="3910614" y="0"/>
                  </a:lnTo>
                  <a:lnTo>
                    <a:pt x="3909759" y="0"/>
                  </a:lnTo>
                  <a:lnTo>
                    <a:pt x="3908903" y="0"/>
                  </a:lnTo>
                  <a:lnTo>
                    <a:pt x="3908048" y="0"/>
                  </a:lnTo>
                  <a:lnTo>
                    <a:pt x="3907192" y="0"/>
                  </a:lnTo>
                  <a:lnTo>
                    <a:pt x="3906337" y="0"/>
                  </a:lnTo>
                  <a:lnTo>
                    <a:pt x="3905481" y="0"/>
                  </a:lnTo>
                  <a:lnTo>
                    <a:pt x="3904626" y="0"/>
                  </a:lnTo>
                  <a:lnTo>
                    <a:pt x="3903770" y="0"/>
                  </a:lnTo>
                  <a:lnTo>
                    <a:pt x="3902915" y="0"/>
                  </a:lnTo>
                  <a:lnTo>
                    <a:pt x="3902059" y="0"/>
                  </a:lnTo>
                  <a:lnTo>
                    <a:pt x="3901204" y="0"/>
                  </a:lnTo>
                  <a:lnTo>
                    <a:pt x="3900348" y="0"/>
                  </a:lnTo>
                  <a:lnTo>
                    <a:pt x="3899492" y="0"/>
                  </a:lnTo>
                  <a:lnTo>
                    <a:pt x="3898637" y="0"/>
                  </a:lnTo>
                  <a:lnTo>
                    <a:pt x="3897781" y="0"/>
                  </a:lnTo>
                  <a:lnTo>
                    <a:pt x="3896926" y="0"/>
                  </a:lnTo>
                  <a:lnTo>
                    <a:pt x="3896070" y="0"/>
                  </a:lnTo>
                  <a:lnTo>
                    <a:pt x="3895215" y="0"/>
                  </a:lnTo>
                  <a:lnTo>
                    <a:pt x="3894359" y="0"/>
                  </a:lnTo>
                  <a:lnTo>
                    <a:pt x="3893504" y="0"/>
                  </a:lnTo>
                  <a:lnTo>
                    <a:pt x="3892648" y="0"/>
                  </a:lnTo>
                  <a:lnTo>
                    <a:pt x="3891793" y="0"/>
                  </a:lnTo>
                  <a:lnTo>
                    <a:pt x="3890937" y="0"/>
                  </a:lnTo>
                  <a:lnTo>
                    <a:pt x="3890082" y="0"/>
                  </a:lnTo>
                  <a:lnTo>
                    <a:pt x="3889226" y="0"/>
                  </a:lnTo>
                  <a:lnTo>
                    <a:pt x="3888371" y="0"/>
                  </a:lnTo>
                  <a:lnTo>
                    <a:pt x="3887515" y="0"/>
                  </a:lnTo>
                  <a:lnTo>
                    <a:pt x="3886660" y="0"/>
                  </a:lnTo>
                  <a:lnTo>
                    <a:pt x="3885804" y="0"/>
                  </a:lnTo>
                  <a:lnTo>
                    <a:pt x="3884949" y="0"/>
                  </a:lnTo>
                  <a:lnTo>
                    <a:pt x="3884093" y="0"/>
                  </a:lnTo>
                  <a:lnTo>
                    <a:pt x="3883237" y="0"/>
                  </a:lnTo>
                  <a:lnTo>
                    <a:pt x="3882382" y="0"/>
                  </a:lnTo>
                  <a:lnTo>
                    <a:pt x="3881526" y="0"/>
                  </a:lnTo>
                  <a:lnTo>
                    <a:pt x="3880671" y="0"/>
                  </a:lnTo>
                  <a:lnTo>
                    <a:pt x="3879815" y="0"/>
                  </a:lnTo>
                  <a:lnTo>
                    <a:pt x="3878960" y="0"/>
                  </a:lnTo>
                  <a:lnTo>
                    <a:pt x="3878104" y="0"/>
                  </a:lnTo>
                  <a:lnTo>
                    <a:pt x="3877249" y="0"/>
                  </a:lnTo>
                  <a:lnTo>
                    <a:pt x="3876393" y="0"/>
                  </a:lnTo>
                  <a:lnTo>
                    <a:pt x="3875538" y="0"/>
                  </a:lnTo>
                  <a:lnTo>
                    <a:pt x="3874682" y="0"/>
                  </a:lnTo>
                  <a:lnTo>
                    <a:pt x="3873827" y="0"/>
                  </a:lnTo>
                  <a:lnTo>
                    <a:pt x="3872971" y="0"/>
                  </a:lnTo>
                  <a:lnTo>
                    <a:pt x="3872116" y="0"/>
                  </a:lnTo>
                  <a:lnTo>
                    <a:pt x="3871260" y="0"/>
                  </a:lnTo>
                  <a:lnTo>
                    <a:pt x="3870405" y="0"/>
                  </a:lnTo>
                  <a:lnTo>
                    <a:pt x="3869549" y="0"/>
                  </a:lnTo>
                  <a:lnTo>
                    <a:pt x="3868694" y="0"/>
                  </a:lnTo>
                  <a:lnTo>
                    <a:pt x="3867838" y="0"/>
                  </a:lnTo>
                  <a:lnTo>
                    <a:pt x="3866982" y="0"/>
                  </a:lnTo>
                  <a:lnTo>
                    <a:pt x="3866127" y="0"/>
                  </a:lnTo>
                  <a:lnTo>
                    <a:pt x="3865271" y="0"/>
                  </a:lnTo>
                  <a:lnTo>
                    <a:pt x="3864416" y="0"/>
                  </a:lnTo>
                  <a:lnTo>
                    <a:pt x="3863560" y="0"/>
                  </a:lnTo>
                  <a:lnTo>
                    <a:pt x="3862705" y="0"/>
                  </a:lnTo>
                  <a:lnTo>
                    <a:pt x="3861849" y="0"/>
                  </a:lnTo>
                  <a:lnTo>
                    <a:pt x="3860994" y="0"/>
                  </a:lnTo>
                  <a:lnTo>
                    <a:pt x="3860138" y="0"/>
                  </a:lnTo>
                  <a:lnTo>
                    <a:pt x="3859283" y="0"/>
                  </a:lnTo>
                  <a:lnTo>
                    <a:pt x="3858427" y="0"/>
                  </a:lnTo>
                  <a:lnTo>
                    <a:pt x="3857572" y="0"/>
                  </a:lnTo>
                  <a:lnTo>
                    <a:pt x="3856716" y="0"/>
                  </a:lnTo>
                  <a:lnTo>
                    <a:pt x="3855861" y="0"/>
                  </a:lnTo>
                  <a:lnTo>
                    <a:pt x="3855005" y="0"/>
                  </a:lnTo>
                  <a:lnTo>
                    <a:pt x="3854150" y="0"/>
                  </a:lnTo>
                  <a:lnTo>
                    <a:pt x="3853294" y="0"/>
                  </a:lnTo>
                  <a:lnTo>
                    <a:pt x="3852438" y="0"/>
                  </a:lnTo>
                  <a:lnTo>
                    <a:pt x="3851583" y="0"/>
                  </a:lnTo>
                  <a:lnTo>
                    <a:pt x="3850727" y="0"/>
                  </a:lnTo>
                  <a:lnTo>
                    <a:pt x="3849872" y="0"/>
                  </a:lnTo>
                  <a:lnTo>
                    <a:pt x="3849016" y="0"/>
                  </a:lnTo>
                  <a:lnTo>
                    <a:pt x="3848161" y="0"/>
                  </a:lnTo>
                  <a:lnTo>
                    <a:pt x="3847305" y="0"/>
                  </a:lnTo>
                  <a:lnTo>
                    <a:pt x="3846450" y="0"/>
                  </a:lnTo>
                  <a:lnTo>
                    <a:pt x="3845594" y="0"/>
                  </a:lnTo>
                  <a:lnTo>
                    <a:pt x="3844739" y="0"/>
                  </a:lnTo>
                  <a:lnTo>
                    <a:pt x="3843883" y="0"/>
                  </a:lnTo>
                  <a:lnTo>
                    <a:pt x="3843028" y="0"/>
                  </a:lnTo>
                  <a:lnTo>
                    <a:pt x="3842172" y="0"/>
                  </a:lnTo>
                  <a:lnTo>
                    <a:pt x="3841317" y="0"/>
                  </a:lnTo>
                  <a:lnTo>
                    <a:pt x="3840461" y="0"/>
                  </a:lnTo>
                  <a:lnTo>
                    <a:pt x="3839606" y="0"/>
                  </a:lnTo>
                  <a:lnTo>
                    <a:pt x="3838750" y="0"/>
                  </a:lnTo>
                  <a:lnTo>
                    <a:pt x="3837895" y="0"/>
                  </a:lnTo>
                  <a:lnTo>
                    <a:pt x="3837039" y="0"/>
                  </a:lnTo>
                  <a:lnTo>
                    <a:pt x="3836183" y="0"/>
                  </a:lnTo>
                  <a:lnTo>
                    <a:pt x="3835328" y="0"/>
                  </a:lnTo>
                  <a:lnTo>
                    <a:pt x="3834472" y="0"/>
                  </a:lnTo>
                  <a:lnTo>
                    <a:pt x="3833617" y="0"/>
                  </a:lnTo>
                  <a:lnTo>
                    <a:pt x="3832761" y="0"/>
                  </a:lnTo>
                  <a:lnTo>
                    <a:pt x="3831906" y="0"/>
                  </a:lnTo>
                  <a:lnTo>
                    <a:pt x="3831050" y="0"/>
                  </a:lnTo>
                  <a:lnTo>
                    <a:pt x="3830195" y="0"/>
                  </a:lnTo>
                  <a:lnTo>
                    <a:pt x="3829339" y="0"/>
                  </a:lnTo>
                  <a:lnTo>
                    <a:pt x="3828484" y="0"/>
                  </a:lnTo>
                  <a:lnTo>
                    <a:pt x="3827628" y="0"/>
                  </a:lnTo>
                  <a:lnTo>
                    <a:pt x="3826773" y="0"/>
                  </a:lnTo>
                  <a:lnTo>
                    <a:pt x="3825917" y="0"/>
                  </a:lnTo>
                  <a:lnTo>
                    <a:pt x="3825062" y="0"/>
                  </a:lnTo>
                  <a:lnTo>
                    <a:pt x="3824206" y="0"/>
                  </a:lnTo>
                  <a:lnTo>
                    <a:pt x="3823351" y="0"/>
                  </a:lnTo>
                  <a:lnTo>
                    <a:pt x="3822495" y="0"/>
                  </a:lnTo>
                  <a:lnTo>
                    <a:pt x="3821640" y="0"/>
                  </a:lnTo>
                  <a:lnTo>
                    <a:pt x="3820784" y="0"/>
                  </a:lnTo>
                  <a:lnTo>
                    <a:pt x="3819928" y="0"/>
                  </a:lnTo>
                  <a:lnTo>
                    <a:pt x="3819073" y="0"/>
                  </a:lnTo>
                  <a:lnTo>
                    <a:pt x="3818217" y="0"/>
                  </a:lnTo>
                  <a:lnTo>
                    <a:pt x="3817362" y="0"/>
                  </a:lnTo>
                  <a:lnTo>
                    <a:pt x="3816506" y="0"/>
                  </a:lnTo>
                  <a:lnTo>
                    <a:pt x="3815651" y="0"/>
                  </a:lnTo>
                  <a:lnTo>
                    <a:pt x="3814795" y="0"/>
                  </a:lnTo>
                  <a:lnTo>
                    <a:pt x="3813940" y="0"/>
                  </a:lnTo>
                  <a:lnTo>
                    <a:pt x="3813084" y="0"/>
                  </a:lnTo>
                  <a:lnTo>
                    <a:pt x="3812229" y="0"/>
                  </a:lnTo>
                  <a:lnTo>
                    <a:pt x="3811373" y="0"/>
                  </a:lnTo>
                  <a:lnTo>
                    <a:pt x="3810518" y="0"/>
                  </a:lnTo>
                  <a:lnTo>
                    <a:pt x="3809662" y="0"/>
                  </a:lnTo>
                  <a:lnTo>
                    <a:pt x="3808807" y="0"/>
                  </a:lnTo>
                  <a:lnTo>
                    <a:pt x="3807951" y="0"/>
                  </a:lnTo>
                  <a:lnTo>
                    <a:pt x="3807096" y="0"/>
                  </a:lnTo>
                  <a:lnTo>
                    <a:pt x="3806240" y="0"/>
                  </a:lnTo>
                  <a:lnTo>
                    <a:pt x="3805384" y="0"/>
                  </a:lnTo>
                  <a:lnTo>
                    <a:pt x="3804529" y="0"/>
                  </a:lnTo>
                  <a:lnTo>
                    <a:pt x="3803673" y="0"/>
                  </a:lnTo>
                  <a:lnTo>
                    <a:pt x="3802818" y="0"/>
                  </a:lnTo>
                  <a:lnTo>
                    <a:pt x="3801962" y="0"/>
                  </a:lnTo>
                  <a:lnTo>
                    <a:pt x="3801107" y="0"/>
                  </a:lnTo>
                  <a:lnTo>
                    <a:pt x="3800251" y="0"/>
                  </a:lnTo>
                  <a:lnTo>
                    <a:pt x="3799396" y="0"/>
                  </a:lnTo>
                  <a:lnTo>
                    <a:pt x="3798540" y="0"/>
                  </a:lnTo>
                  <a:lnTo>
                    <a:pt x="3797685" y="0"/>
                  </a:lnTo>
                  <a:lnTo>
                    <a:pt x="3796829" y="0"/>
                  </a:lnTo>
                  <a:lnTo>
                    <a:pt x="3795974" y="0"/>
                  </a:lnTo>
                  <a:lnTo>
                    <a:pt x="3795118" y="0"/>
                  </a:lnTo>
                  <a:lnTo>
                    <a:pt x="3794263" y="0"/>
                  </a:lnTo>
                  <a:lnTo>
                    <a:pt x="3793407" y="0"/>
                  </a:lnTo>
                  <a:lnTo>
                    <a:pt x="3792552" y="0"/>
                  </a:lnTo>
                  <a:lnTo>
                    <a:pt x="3791696" y="0"/>
                  </a:lnTo>
                  <a:lnTo>
                    <a:pt x="3790841" y="0"/>
                  </a:lnTo>
                  <a:lnTo>
                    <a:pt x="3789985" y="0"/>
                  </a:lnTo>
                  <a:lnTo>
                    <a:pt x="3789129" y="0"/>
                  </a:lnTo>
                  <a:lnTo>
                    <a:pt x="3788274" y="0"/>
                  </a:lnTo>
                  <a:lnTo>
                    <a:pt x="3787418" y="0"/>
                  </a:lnTo>
                  <a:lnTo>
                    <a:pt x="3786563" y="0"/>
                  </a:lnTo>
                  <a:lnTo>
                    <a:pt x="3785707" y="0"/>
                  </a:lnTo>
                  <a:lnTo>
                    <a:pt x="3784852" y="0"/>
                  </a:lnTo>
                  <a:lnTo>
                    <a:pt x="3783996" y="0"/>
                  </a:lnTo>
                  <a:lnTo>
                    <a:pt x="3783141" y="0"/>
                  </a:lnTo>
                  <a:lnTo>
                    <a:pt x="3782285" y="0"/>
                  </a:lnTo>
                  <a:lnTo>
                    <a:pt x="3781430" y="0"/>
                  </a:lnTo>
                  <a:lnTo>
                    <a:pt x="3780574" y="0"/>
                  </a:lnTo>
                  <a:lnTo>
                    <a:pt x="3779719" y="0"/>
                  </a:lnTo>
                  <a:lnTo>
                    <a:pt x="3778863" y="0"/>
                  </a:lnTo>
                  <a:lnTo>
                    <a:pt x="3778008" y="0"/>
                  </a:lnTo>
                  <a:lnTo>
                    <a:pt x="3777152" y="0"/>
                  </a:lnTo>
                  <a:lnTo>
                    <a:pt x="3776297" y="0"/>
                  </a:lnTo>
                  <a:lnTo>
                    <a:pt x="3775441" y="0"/>
                  </a:lnTo>
                  <a:lnTo>
                    <a:pt x="3774586" y="0"/>
                  </a:lnTo>
                  <a:lnTo>
                    <a:pt x="3773730" y="0"/>
                  </a:lnTo>
                  <a:lnTo>
                    <a:pt x="3772874" y="0"/>
                  </a:lnTo>
                  <a:lnTo>
                    <a:pt x="3772019" y="0"/>
                  </a:lnTo>
                  <a:lnTo>
                    <a:pt x="3771163" y="0"/>
                  </a:lnTo>
                  <a:lnTo>
                    <a:pt x="3770308" y="0"/>
                  </a:lnTo>
                  <a:lnTo>
                    <a:pt x="3769452" y="0"/>
                  </a:lnTo>
                  <a:lnTo>
                    <a:pt x="3768597" y="0"/>
                  </a:lnTo>
                  <a:lnTo>
                    <a:pt x="3767741" y="0"/>
                  </a:lnTo>
                  <a:lnTo>
                    <a:pt x="3766886" y="0"/>
                  </a:lnTo>
                  <a:lnTo>
                    <a:pt x="3766030" y="0"/>
                  </a:lnTo>
                  <a:lnTo>
                    <a:pt x="3765175" y="0"/>
                  </a:lnTo>
                  <a:lnTo>
                    <a:pt x="3764319" y="0"/>
                  </a:lnTo>
                  <a:lnTo>
                    <a:pt x="3763464" y="0"/>
                  </a:lnTo>
                  <a:lnTo>
                    <a:pt x="3762608" y="0"/>
                  </a:lnTo>
                  <a:lnTo>
                    <a:pt x="3761753" y="0"/>
                  </a:lnTo>
                  <a:lnTo>
                    <a:pt x="3760897" y="0"/>
                  </a:lnTo>
                  <a:lnTo>
                    <a:pt x="3760042" y="0"/>
                  </a:lnTo>
                  <a:lnTo>
                    <a:pt x="3759186" y="0"/>
                  </a:lnTo>
                  <a:lnTo>
                    <a:pt x="3758331" y="0"/>
                  </a:lnTo>
                  <a:lnTo>
                    <a:pt x="3757475" y="0"/>
                  </a:lnTo>
                  <a:lnTo>
                    <a:pt x="3756619" y="0"/>
                  </a:lnTo>
                  <a:lnTo>
                    <a:pt x="3755764" y="0"/>
                  </a:lnTo>
                  <a:lnTo>
                    <a:pt x="3754908" y="0"/>
                  </a:lnTo>
                  <a:lnTo>
                    <a:pt x="3754053" y="0"/>
                  </a:lnTo>
                  <a:lnTo>
                    <a:pt x="3753197" y="0"/>
                  </a:lnTo>
                  <a:lnTo>
                    <a:pt x="3752342" y="0"/>
                  </a:lnTo>
                  <a:lnTo>
                    <a:pt x="3751486" y="0"/>
                  </a:lnTo>
                  <a:lnTo>
                    <a:pt x="3750631" y="0"/>
                  </a:lnTo>
                  <a:lnTo>
                    <a:pt x="3749775" y="0"/>
                  </a:lnTo>
                  <a:lnTo>
                    <a:pt x="3748920" y="0"/>
                  </a:lnTo>
                  <a:lnTo>
                    <a:pt x="3748064" y="0"/>
                  </a:lnTo>
                  <a:lnTo>
                    <a:pt x="3747209" y="0"/>
                  </a:lnTo>
                  <a:lnTo>
                    <a:pt x="3746353" y="0"/>
                  </a:lnTo>
                  <a:lnTo>
                    <a:pt x="3745498" y="0"/>
                  </a:lnTo>
                  <a:lnTo>
                    <a:pt x="3744642" y="0"/>
                  </a:lnTo>
                  <a:lnTo>
                    <a:pt x="3743787" y="0"/>
                  </a:lnTo>
                  <a:lnTo>
                    <a:pt x="3742931" y="0"/>
                  </a:lnTo>
                  <a:lnTo>
                    <a:pt x="3742075" y="0"/>
                  </a:lnTo>
                  <a:lnTo>
                    <a:pt x="3741220" y="0"/>
                  </a:lnTo>
                  <a:lnTo>
                    <a:pt x="3740364" y="0"/>
                  </a:lnTo>
                  <a:lnTo>
                    <a:pt x="3739509" y="0"/>
                  </a:lnTo>
                  <a:lnTo>
                    <a:pt x="3738653" y="0"/>
                  </a:lnTo>
                  <a:lnTo>
                    <a:pt x="3737798" y="0"/>
                  </a:lnTo>
                  <a:lnTo>
                    <a:pt x="3736942" y="0"/>
                  </a:lnTo>
                  <a:lnTo>
                    <a:pt x="3736087" y="0"/>
                  </a:lnTo>
                  <a:lnTo>
                    <a:pt x="3735231" y="0"/>
                  </a:lnTo>
                  <a:lnTo>
                    <a:pt x="3734376" y="0"/>
                  </a:lnTo>
                  <a:lnTo>
                    <a:pt x="3733520" y="0"/>
                  </a:lnTo>
                  <a:lnTo>
                    <a:pt x="3732665" y="0"/>
                  </a:lnTo>
                  <a:lnTo>
                    <a:pt x="3731809" y="0"/>
                  </a:lnTo>
                  <a:lnTo>
                    <a:pt x="3730954" y="0"/>
                  </a:lnTo>
                  <a:lnTo>
                    <a:pt x="3730098" y="0"/>
                  </a:lnTo>
                  <a:lnTo>
                    <a:pt x="3729243" y="0"/>
                  </a:lnTo>
                  <a:lnTo>
                    <a:pt x="3728387" y="0"/>
                  </a:lnTo>
                  <a:lnTo>
                    <a:pt x="3727532" y="0"/>
                  </a:lnTo>
                  <a:lnTo>
                    <a:pt x="3726676" y="0"/>
                  </a:lnTo>
                  <a:lnTo>
                    <a:pt x="3725820" y="0"/>
                  </a:lnTo>
                  <a:lnTo>
                    <a:pt x="3724965" y="0"/>
                  </a:lnTo>
                  <a:lnTo>
                    <a:pt x="3724109" y="0"/>
                  </a:lnTo>
                  <a:lnTo>
                    <a:pt x="3723254" y="0"/>
                  </a:lnTo>
                  <a:lnTo>
                    <a:pt x="3722398" y="0"/>
                  </a:lnTo>
                  <a:lnTo>
                    <a:pt x="3721543" y="0"/>
                  </a:lnTo>
                  <a:lnTo>
                    <a:pt x="3720687" y="0"/>
                  </a:lnTo>
                  <a:lnTo>
                    <a:pt x="3719832" y="0"/>
                  </a:lnTo>
                  <a:lnTo>
                    <a:pt x="3718976" y="0"/>
                  </a:lnTo>
                  <a:lnTo>
                    <a:pt x="3718121" y="0"/>
                  </a:lnTo>
                  <a:lnTo>
                    <a:pt x="3717265" y="0"/>
                  </a:lnTo>
                  <a:lnTo>
                    <a:pt x="3716410" y="0"/>
                  </a:lnTo>
                  <a:lnTo>
                    <a:pt x="3715554" y="0"/>
                  </a:lnTo>
                  <a:lnTo>
                    <a:pt x="3714699" y="0"/>
                  </a:lnTo>
                  <a:lnTo>
                    <a:pt x="3713843" y="0"/>
                  </a:lnTo>
                  <a:lnTo>
                    <a:pt x="3712988" y="0"/>
                  </a:lnTo>
                  <a:lnTo>
                    <a:pt x="3712132" y="0"/>
                  </a:lnTo>
                  <a:lnTo>
                    <a:pt x="3711277" y="0"/>
                  </a:lnTo>
                  <a:lnTo>
                    <a:pt x="3710421" y="0"/>
                  </a:lnTo>
                  <a:lnTo>
                    <a:pt x="3709565" y="0"/>
                  </a:lnTo>
                  <a:lnTo>
                    <a:pt x="3708710" y="0"/>
                  </a:lnTo>
                  <a:lnTo>
                    <a:pt x="3707854" y="0"/>
                  </a:lnTo>
                  <a:lnTo>
                    <a:pt x="3706999" y="0"/>
                  </a:lnTo>
                  <a:lnTo>
                    <a:pt x="3706143" y="0"/>
                  </a:lnTo>
                  <a:lnTo>
                    <a:pt x="3705288" y="0"/>
                  </a:lnTo>
                  <a:lnTo>
                    <a:pt x="3704432" y="0"/>
                  </a:lnTo>
                  <a:lnTo>
                    <a:pt x="3703577" y="0"/>
                  </a:lnTo>
                  <a:lnTo>
                    <a:pt x="3702721" y="0"/>
                  </a:lnTo>
                  <a:lnTo>
                    <a:pt x="3701866" y="0"/>
                  </a:lnTo>
                  <a:lnTo>
                    <a:pt x="3701010" y="0"/>
                  </a:lnTo>
                  <a:lnTo>
                    <a:pt x="3700155" y="0"/>
                  </a:lnTo>
                  <a:lnTo>
                    <a:pt x="3699299" y="0"/>
                  </a:lnTo>
                  <a:lnTo>
                    <a:pt x="3698444" y="0"/>
                  </a:lnTo>
                  <a:lnTo>
                    <a:pt x="3697588" y="0"/>
                  </a:lnTo>
                  <a:lnTo>
                    <a:pt x="3696733" y="0"/>
                  </a:lnTo>
                  <a:lnTo>
                    <a:pt x="3695877" y="0"/>
                  </a:lnTo>
                  <a:lnTo>
                    <a:pt x="3695021" y="0"/>
                  </a:lnTo>
                  <a:lnTo>
                    <a:pt x="3694166" y="0"/>
                  </a:lnTo>
                  <a:lnTo>
                    <a:pt x="3693310" y="0"/>
                  </a:lnTo>
                  <a:lnTo>
                    <a:pt x="3692455" y="0"/>
                  </a:lnTo>
                  <a:lnTo>
                    <a:pt x="3691599" y="0"/>
                  </a:lnTo>
                  <a:lnTo>
                    <a:pt x="3690744" y="0"/>
                  </a:lnTo>
                  <a:lnTo>
                    <a:pt x="3689888" y="0"/>
                  </a:lnTo>
                  <a:lnTo>
                    <a:pt x="3689033" y="0"/>
                  </a:lnTo>
                  <a:lnTo>
                    <a:pt x="3688177" y="0"/>
                  </a:lnTo>
                  <a:lnTo>
                    <a:pt x="3687322" y="0"/>
                  </a:lnTo>
                  <a:lnTo>
                    <a:pt x="3686466" y="0"/>
                  </a:lnTo>
                  <a:lnTo>
                    <a:pt x="3685611" y="0"/>
                  </a:lnTo>
                  <a:lnTo>
                    <a:pt x="3684755" y="0"/>
                  </a:lnTo>
                  <a:lnTo>
                    <a:pt x="3683900" y="0"/>
                  </a:lnTo>
                  <a:lnTo>
                    <a:pt x="3683044" y="0"/>
                  </a:lnTo>
                  <a:lnTo>
                    <a:pt x="3682189" y="0"/>
                  </a:lnTo>
                  <a:lnTo>
                    <a:pt x="3681333" y="0"/>
                  </a:lnTo>
                  <a:lnTo>
                    <a:pt x="3680478" y="0"/>
                  </a:lnTo>
                  <a:lnTo>
                    <a:pt x="3679622" y="0"/>
                  </a:lnTo>
                  <a:lnTo>
                    <a:pt x="3678766" y="0"/>
                  </a:lnTo>
                  <a:lnTo>
                    <a:pt x="3677911" y="0"/>
                  </a:lnTo>
                  <a:lnTo>
                    <a:pt x="3677055" y="0"/>
                  </a:lnTo>
                  <a:lnTo>
                    <a:pt x="3676200" y="0"/>
                  </a:lnTo>
                  <a:lnTo>
                    <a:pt x="3675344" y="0"/>
                  </a:lnTo>
                  <a:lnTo>
                    <a:pt x="3674489" y="0"/>
                  </a:lnTo>
                  <a:lnTo>
                    <a:pt x="3673633" y="0"/>
                  </a:lnTo>
                  <a:lnTo>
                    <a:pt x="3672778" y="0"/>
                  </a:lnTo>
                  <a:lnTo>
                    <a:pt x="3671922" y="0"/>
                  </a:lnTo>
                  <a:lnTo>
                    <a:pt x="3671067" y="0"/>
                  </a:lnTo>
                  <a:lnTo>
                    <a:pt x="3670211" y="0"/>
                  </a:lnTo>
                  <a:lnTo>
                    <a:pt x="3669356" y="0"/>
                  </a:lnTo>
                  <a:lnTo>
                    <a:pt x="3668500" y="0"/>
                  </a:lnTo>
                  <a:lnTo>
                    <a:pt x="3667645" y="0"/>
                  </a:lnTo>
                  <a:lnTo>
                    <a:pt x="3666789" y="0"/>
                  </a:lnTo>
                  <a:lnTo>
                    <a:pt x="3665934" y="0"/>
                  </a:lnTo>
                  <a:lnTo>
                    <a:pt x="3665078" y="0"/>
                  </a:lnTo>
                  <a:lnTo>
                    <a:pt x="3664223" y="0"/>
                  </a:lnTo>
                  <a:lnTo>
                    <a:pt x="3663367" y="0"/>
                  </a:lnTo>
                  <a:lnTo>
                    <a:pt x="3662511" y="0"/>
                  </a:lnTo>
                  <a:lnTo>
                    <a:pt x="3661656" y="0"/>
                  </a:lnTo>
                  <a:lnTo>
                    <a:pt x="3660800" y="0"/>
                  </a:lnTo>
                  <a:lnTo>
                    <a:pt x="3659945" y="0"/>
                  </a:lnTo>
                  <a:lnTo>
                    <a:pt x="3659089" y="0"/>
                  </a:lnTo>
                  <a:lnTo>
                    <a:pt x="3658234" y="0"/>
                  </a:lnTo>
                  <a:lnTo>
                    <a:pt x="3657378" y="0"/>
                  </a:lnTo>
                  <a:lnTo>
                    <a:pt x="3656523" y="0"/>
                  </a:lnTo>
                  <a:lnTo>
                    <a:pt x="3655667" y="0"/>
                  </a:lnTo>
                  <a:lnTo>
                    <a:pt x="3654812" y="0"/>
                  </a:lnTo>
                  <a:lnTo>
                    <a:pt x="3653956" y="0"/>
                  </a:lnTo>
                  <a:lnTo>
                    <a:pt x="3653101" y="0"/>
                  </a:lnTo>
                  <a:lnTo>
                    <a:pt x="3652245" y="0"/>
                  </a:lnTo>
                  <a:lnTo>
                    <a:pt x="3651390" y="0"/>
                  </a:lnTo>
                  <a:lnTo>
                    <a:pt x="3650534" y="0"/>
                  </a:lnTo>
                  <a:lnTo>
                    <a:pt x="3649679" y="0"/>
                  </a:lnTo>
                  <a:lnTo>
                    <a:pt x="3648823" y="0"/>
                  </a:lnTo>
                  <a:lnTo>
                    <a:pt x="3647967" y="0"/>
                  </a:lnTo>
                  <a:lnTo>
                    <a:pt x="3647112" y="0"/>
                  </a:lnTo>
                  <a:lnTo>
                    <a:pt x="3646256" y="0"/>
                  </a:lnTo>
                  <a:lnTo>
                    <a:pt x="3645401" y="0"/>
                  </a:lnTo>
                  <a:lnTo>
                    <a:pt x="3644545" y="0"/>
                  </a:lnTo>
                  <a:lnTo>
                    <a:pt x="3643690" y="0"/>
                  </a:lnTo>
                  <a:lnTo>
                    <a:pt x="3642834" y="0"/>
                  </a:lnTo>
                  <a:lnTo>
                    <a:pt x="3641979" y="0"/>
                  </a:lnTo>
                  <a:lnTo>
                    <a:pt x="3641123" y="0"/>
                  </a:lnTo>
                  <a:lnTo>
                    <a:pt x="3640268" y="0"/>
                  </a:lnTo>
                  <a:lnTo>
                    <a:pt x="3639412" y="0"/>
                  </a:lnTo>
                  <a:lnTo>
                    <a:pt x="3638557" y="0"/>
                  </a:lnTo>
                  <a:lnTo>
                    <a:pt x="3637701" y="0"/>
                  </a:lnTo>
                  <a:lnTo>
                    <a:pt x="3636846" y="0"/>
                  </a:lnTo>
                  <a:lnTo>
                    <a:pt x="3635990" y="0"/>
                  </a:lnTo>
                  <a:lnTo>
                    <a:pt x="3635135" y="0"/>
                  </a:lnTo>
                  <a:lnTo>
                    <a:pt x="3634279" y="0"/>
                  </a:lnTo>
                  <a:lnTo>
                    <a:pt x="3633424" y="0"/>
                  </a:lnTo>
                  <a:lnTo>
                    <a:pt x="3632568" y="0"/>
                  </a:lnTo>
                  <a:lnTo>
                    <a:pt x="3631712" y="0"/>
                  </a:lnTo>
                  <a:lnTo>
                    <a:pt x="3630857" y="0"/>
                  </a:lnTo>
                  <a:lnTo>
                    <a:pt x="3630001" y="0"/>
                  </a:lnTo>
                  <a:lnTo>
                    <a:pt x="3629146" y="0"/>
                  </a:lnTo>
                  <a:lnTo>
                    <a:pt x="3628290" y="0"/>
                  </a:lnTo>
                  <a:lnTo>
                    <a:pt x="3627435" y="0"/>
                  </a:lnTo>
                  <a:lnTo>
                    <a:pt x="3626579" y="0"/>
                  </a:lnTo>
                  <a:lnTo>
                    <a:pt x="3625724" y="0"/>
                  </a:lnTo>
                  <a:lnTo>
                    <a:pt x="3624868" y="0"/>
                  </a:lnTo>
                  <a:lnTo>
                    <a:pt x="3624013" y="0"/>
                  </a:lnTo>
                  <a:lnTo>
                    <a:pt x="3623157" y="0"/>
                  </a:lnTo>
                  <a:lnTo>
                    <a:pt x="3622302" y="0"/>
                  </a:lnTo>
                  <a:lnTo>
                    <a:pt x="3621446" y="0"/>
                  </a:lnTo>
                  <a:lnTo>
                    <a:pt x="3620591" y="0"/>
                  </a:lnTo>
                  <a:lnTo>
                    <a:pt x="3619735" y="0"/>
                  </a:lnTo>
                  <a:lnTo>
                    <a:pt x="3618880" y="0"/>
                  </a:lnTo>
                  <a:lnTo>
                    <a:pt x="3618024" y="0"/>
                  </a:lnTo>
                  <a:lnTo>
                    <a:pt x="3617169" y="0"/>
                  </a:lnTo>
                  <a:lnTo>
                    <a:pt x="3616313" y="0"/>
                  </a:lnTo>
                  <a:lnTo>
                    <a:pt x="3615457" y="0"/>
                  </a:lnTo>
                  <a:lnTo>
                    <a:pt x="3614602" y="0"/>
                  </a:lnTo>
                  <a:lnTo>
                    <a:pt x="3613746" y="0"/>
                  </a:lnTo>
                  <a:lnTo>
                    <a:pt x="3612891" y="0"/>
                  </a:lnTo>
                  <a:lnTo>
                    <a:pt x="3612035" y="0"/>
                  </a:lnTo>
                  <a:lnTo>
                    <a:pt x="3611180" y="0"/>
                  </a:lnTo>
                  <a:lnTo>
                    <a:pt x="3610324" y="0"/>
                  </a:lnTo>
                  <a:lnTo>
                    <a:pt x="3609469" y="0"/>
                  </a:lnTo>
                  <a:lnTo>
                    <a:pt x="3608613" y="0"/>
                  </a:lnTo>
                  <a:lnTo>
                    <a:pt x="3607758" y="0"/>
                  </a:lnTo>
                  <a:lnTo>
                    <a:pt x="3606902" y="0"/>
                  </a:lnTo>
                  <a:lnTo>
                    <a:pt x="3606047" y="0"/>
                  </a:lnTo>
                  <a:lnTo>
                    <a:pt x="3605191" y="0"/>
                  </a:lnTo>
                  <a:lnTo>
                    <a:pt x="3604336" y="0"/>
                  </a:lnTo>
                  <a:lnTo>
                    <a:pt x="3603480" y="0"/>
                  </a:lnTo>
                  <a:lnTo>
                    <a:pt x="3602625" y="0"/>
                  </a:lnTo>
                  <a:lnTo>
                    <a:pt x="3601769" y="0"/>
                  </a:lnTo>
                  <a:lnTo>
                    <a:pt x="3600913" y="0"/>
                  </a:lnTo>
                  <a:lnTo>
                    <a:pt x="3600058" y="0"/>
                  </a:lnTo>
                  <a:lnTo>
                    <a:pt x="3599202" y="0"/>
                  </a:lnTo>
                  <a:lnTo>
                    <a:pt x="3598347" y="0"/>
                  </a:lnTo>
                  <a:lnTo>
                    <a:pt x="3597491" y="0"/>
                  </a:lnTo>
                  <a:lnTo>
                    <a:pt x="3596636" y="0"/>
                  </a:lnTo>
                  <a:lnTo>
                    <a:pt x="3595780" y="0"/>
                  </a:lnTo>
                  <a:lnTo>
                    <a:pt x="3594925" y="0"/>
                  </a:lnTo>
                  <a:lnTo>
                    <a:pt x="3594069" y="0"/>
                  </a:lnTo>
                  <a:lnTo>
                    <a:pt x="3593214" y="0"/>
                  </a:lnTo>
                  <a:lnTo>
                    <a:pt x="3592358" y="0"/>
                  </a:lnTo>
                  <a:lnTo>
                    <a:pt x="3591503" y="0"/>
                  </a:lnTo>
                  <a:lnTo>
                    <a:pt x="3590647" y="0"/>
                  </a:lnTo>
                  <a:lnTo>
                    <a:pt x="3589792" y="0"/>
                  </a:lnTo>
                  <a:lnTo>
                    <a:pt x="3588936" y="0"/>
                  </a:lnTo>
                  <a:lnTo>
                    <a:pt x="3588081" y="0"/>
                  </a:lnTo>
                  <a:lnTo>
                    <a:pt x="3587225" y="0"/>
                  </a:lnTo>
                  <a:lnTo>
                    <a:pt x="3586370" y="0"/>
                  </a:lnTo>
                  <a:lnTo>
                    <a:pt x="3585514" y="0"/>
                  </a:lnTo>
                  <a:lnTo>
                    <a:pt x="3584658" y="0"/>
                  </a:lnTo>
                  <a:lnTo>
                    <a:pt x="3583803" y="0"/>
                  </a:lnTo>
                  <a:lnTo>
                    <a:pt x="3582947" y="0"/>
                  </a:lnTo>
                  <a:lnTo>
                    <a:pt x="3582092" y="0"/>
                  </a:lnTo>
                  <a:lnTo>
                    <a:pt x="3581236" y="0"/>
                  </a:lnTo>
                  <a:lnTo>
                    <a:pt x="3580381" y="0"/>
                  </a:lnTo>
                  <a:lnTo>
                    <a:pt x="3579525" y="0"/>
                  </a:lnTo>
                  <a:lnTo>
                    <a:pt x="3578670" y="0"/>
                  </a:lnTo>
                  <a:lnTo>
                    <a:pt x="3577814" y="0"/>
                  </a:lnTo>
                  <a:lnTo>
                    <a:pt x="3576959" y="0"/>
                  </a:lnTo>
                  <a:lnTo>
                    <a:pt x="3576103" y="0"/>
                  </a:lnTo>
                  <a:lnTo>
                    <a:pt x="3575248" y="0"/>
                  </a:lnTo>
                  <a:lnTo>
                    <a:pt x="3574392" y="0"/>
                  </a:lnTo>
                  <a:lnTo>
                    <a:pt x="3573537" y="0"/>
                  </a:lnTo>
                  <a:lnTo>
                    <a:pt x="3572681" y="0"/>
                  </a:lnTo>
                  <a:lnTo>
                    <a:pt x="3571826" y="0"/>
                  </a:lnTo>
                  <a:lnTo>
                    <a:pt x="3570970" y="0"/>
                  </a:lnTo>
                  <a:lnTo>
                    <a:pt x="3570115" y="0"/>
                  </a:lnTo>
                  <a:lnTo>
                    <a:pt x="3569259" y="0"/>
                  </a:lnTo>
                  <a:lnTo>
                    <a:pt x="3568403" y="0"/>
                  </a:lnTo>
                  <a:lnTo>
                    <a:pt x="3567548" y="0"/>
                  </a:lnTo>
                  <a:lnTo>
                    <a:pt x="3566692" y="0"/>
                  </a:lnTo>
                  <a:lnTo>
                    <a:pt x="3565837" y="0"/>
                  </a:lnTo>
                  <a:lnTo>
                    <a:pt x="3564981" y="0"/>
                  </a:lnTo>
                  <a:lnTo>
                    <a:pt x="3564126" y="0"/>
                  </a:lnTo>
                  <a:lnTo>
                    <a:pt x="3563270" y="0"/>
                  </a:lnTo>
                  <a:lnTo>
                    <a:pt x="3562415" y="0"/>
                  </a:lnTo>
                  <a:lnTo>
                    <a:pt x="3561559" y="0"/>
                  </a:lnTo>
                  <a:lnTo>
                    <a:pt x="3560704" y="0"/>
                  </a:lnTo>
                  <a:lnTo>
                    <a:pt x="3559848" y="0"/>
                  </a:lnTo>
                  <a:lnTo>
                    <a:pt x="3558993" y="0"/>
                  </a:lnTo>
                  <a:lnTo>
                    <a:pt x="3558137" y="0"/>
                  </a:lnTo>
                  <a:lnTo>
                    <a:pt x="3557282" y="0"/>
                  </a:lnTo>
                  <a:lnTo>
                    <a:pt x="3556426" y="0"/>
                  </a:lnTo>
                  <a:lnTo>
                    <a:pt x="3555571" y="0"/>
                  </a:lnTo>
                  <a:lnTo>
                    <a:pt x="3554715" y="0"/>
                  </a:lnTo>
                  <a:lnTo>
                    <a:pt x="3553859" y="0"/>
                  </a:lnTo>
                  <a:lnTo>
                    <a:pt x="3553004" y="0"/>
                  </a:lnTo>
                  <a:lnTo>
                    <a:pt x="3552148" y="0"/>
                  </a:lnTo>
                  <a:lnTo>
                    <a:pt x="3551293" y="0"/>
                  </a:lnTo>
                  <a:lnTo>
                    <a:pt x="3550437" y="0"/>
                  </a:lnTo>
                  <a:lnTo>
                    <a:pt x="3549582" y="0"/>
                  </a:lnTo>
                  <a:lnTo>
                    <a:pt x="3548726" y="0"/>
                  </a:lnTo>
                  <a:lnTo>
                    <a:pt x="3547871" y="0"/>
                  </a:lnTo>
                  <a:lnTo>
                    <a:pt x="3547015" y="0"/>
                  </a:lnTo>
                  <a:lnTo>
                    <a:pt x="3546160" y="0"/>
                  </a:lnTo>
                  <a:lnTo>
                    <a:pt x="3545304" y="0"/>
                  </a:lnTo>
                  <a:lnTo>
                    <a:pt x="3544449" y="0"/>
                  </a:lnTo>
                  <a:lnTo>
                    <a:pt x="3543593" y="0"/>
                  </a:lnTo>
                  <a:lnTo>
                    <a:pt x="3542738" y="0"/>
                  </a:lnTo>
                  <a:lnTo>
                    <a:pt x="3541882" y="0"/>
                  </a:lnTo>
                  <a:lnTo>
                    <a:pt x="3541027" y="0"/>
                  </a:lnTo>
                  <a:lnTo>
                    <a:pt x="3540171" y="0"/>
                  </a:lnTo>
                  <a:lnTo>
                    <a:pt x="3539316" y="0"/>
                  </a:lnTo>
                  <a:lnTo>
                    <a:pt x="3538460" y="0"/>
                  </a:lnTo>
                  <a:lnTo>
                    <a:pt x="3537604" y="0"/>
                  </a:lnTo>
                  <a:lnTo>
                    <a:pt x="3536749" y="0"/>
                  </a:lnTo>
                  <a:lnTo>
                    <a:pt x="3535893" y="0"/>
                  </a:lnTo>
                  <a:lnTo>
                    <a:pt x="3535038" y="0"/>
                  </a:lnTo>
                  <a:lnTo>
                    <a:pt x="3534182" y="0"/>
                  </a:lnTo>
                  <a:lnTo>
                    <a:pt x="3533327" y="0"/>
                  </a:lnTo>
                  <a:lnTo>
                    <a:pt x="3532471" y="0"/>
                  </a:lnTo>
                  <a:lnTo>
                    <a:pt x="3531616" y="0"/>
                  </a:lnTo>
                  <a:lnTo>
                    <a:pt x="3530760" y="0"/>
                  </a:lnTo>
                  <a:lnTo>
                    <a:pt x="3529905" y="0"/>
                  </a:lnTo>
                  <a:lnTo>
                    <a:pt x="3529049" y="0"/>
                  </a:lnTo>
                  <a:lnTo>
                    <a:pt x="3528194" y="0"/>
                  </a:lnTo>
                  <a:lnTo>
                    <a:pt x="3527338" y="0"/>
                  </a:lnTo>
                  <a:lnTo>
                    <a:pt x="3526483" y="0"/>
                  </a:lnTo>
                  <a:lnTo>
                    <a:pt x="3525627" y="0"/>
                  </a:lnTo>
                  <a:lnTo>
                    <a:pt x="3524772" y="0"/>
                  </a:lnTo>
                  <a:lnTo>
                    <a:pt x="3523916" y="0"/>
                  </a:lnTo>
                  <a:lnTo>
                    <a:pt x="3523061" y="0"/>
                  </a:lnTo>
                  <a:lnTo>
                    <a:pt x="3522205" y="0"/>
                  </a:lnTo>
                  <a:lnTo>
                    <a:pt x="3521349" y="0"/>
                  </a:lnTo>
                  <a:lnTo>
                    <a:pt x="3520494" y="0"/>
                  </a:lnTo>
                  <a:lnTo>
                    <a:pt x="3519638" y="0"/>
                  </a:lnTo>
                  <a:lnTo>
                    <a:pt x="3518783" y="0"/>
                  </a:lnTo>
                  <a:lnTo>
                    <a:pt x="3517927" y="0"/>
                  </a:lnTo>
                  <a:lnTo>
                    <a:pt x="3517072" y="0"/>
                  </a:lnTo>
                  <a:lnTo>
                    <a:pt x="3516216" y="0"/>
                  </a:lnTo>
                  <a:lnTo>
                    <a:pt x="3515361" y="0"/>
                  </a:lnTo>
                  <a:lnTo>
                    <a:pt x="3514505" y="0"/>
                  </a:lnTo>
                  <a:lnTo>
                    <a:pt x="3513650" y="0"/>
                  </a:lnTo>
                  <a:lnTo>
                    <a:pt x="3512794" y="0"/>
                  </a:lnTo>
                  <a:lnTo>
                    <a:pt x="3511939" y="0"/>
                  </a:lnTo>
                  <a:lnTo>
                    <a:pt x="3511083" y="0"/>
                  </a:lnTo>
                  <a:lnTo>
                    <a:pt x="3510228" y="0"/>
                  </a:lnTo>
                  <a:lnTo>
                    <a:pt x="3509372" y="0"/>
                  </a:lnTo>
                  <a:lnTo>
                    <a:pt x="3508517" y="0"/>
                  </a:lnTo>
                  <a:lnTo>
                    <a:pt x="3507661" y="0"/>
                  </a:lnTo>
                  <a:lnTo>
                    <a:pt x="3506806" y="0"/>
                  </a:lnTo>
                  <a:lnTo>
                    <a:pt x="3505950" y="0"/>
                  </a:lnTo>
                  <a:lnTo>
                    <a:pt x="3505094" y="0"/>
                  </a:lnTo>
                  <a:lnTo>
                    <a:pt x="3504239" y="0"/>
                  </a:lnTo>
                  <a:lnTo>
                    <a:pt x="3503383" y="0"/>
                  </a:lnTo>
                  <a:lnTo>
                    <a:pt x="3502528" y="0"/>
                  </a:lnTo>
                  <a:lnTo>
                    <a:pt x="3501672" y="0"/>
                  </a:lnTo>
                  <a:lnTo>
                    <a:pt x="3500817" y="0"/>
                  </a:lnTo>
                  <a:lnTo>
                    <a:pt x="3499961" y="0"/>
                  </a:lnTo>
                  <a:lnTo>
                    <a:pt x="3499106" y="0"/>
                  </a:lnTo>
                  <a:lnTo>
                    <a:pt x="3498250" y="0"/>
                  </a:lnTo>
                  <a:lnTo>
                    <a:pt x="3497395" y="0"/>
                  </a:lnTo>
                  <a:lnTo>
                    <a:pt x="3496539" y="0"/>
                  </a:lnTo>
                  <a:lnTo>
                    <a:pt x="3495684" y="0"/>
                  </a:lnTo>
                  <a:lnTo>
                    <a:pt x="3494828" y="0"/>
                  </a:lnTo>
                  <a:lnTo>
                    <a:pt x="3493973" y="0"/>
                  </a:lnTo>
                  <a:lnTo>
                    <a:pt x="3493117" y="0"/>
                  </a:lnTo>
                  <a:lnTo>
                    <a:pt x="3492262" y="0"/>
                  </a:lnTo>
                  <a:lnTo>
                    <a:pt x="3491406" y="0"/>
                  </a:lnTo>
                  <a:lnTo>
                    <a:pt x="3490550" y="0"/>
                  </a:lnTo>
                  <a:lnTo>
                    <a:pt x="3489695" y="0"/>
                  </a:lnTo>
                  <a:lnTo>
                    <a:pt x="3488839" y="0"/>
                  </a:lnTo>
                  <a:lnTo>
                    <a:pt x="3487984" y="0"/>
                  </a:lnTo>
                  <a:lnTo>
                    <a:pt x="3487128" y="0"/>
                  </a:lnTo>
                  <a:lnTo>
                    <a:pt x="3486273" y="0"/>
                  </a:lnTo>
                  <a:lnTo>
                    <a:pt x="3485417" y="0"/>
                  </a:lnTo>
                  <a:lnTo>
                    <a:pt x="3484562" y="0"/>
                  </a:lnTo>
                  <a:lnTo>
                    <a:pt x="3483706" y="0"/>
                  </a:lnTo>
                  <a:lnTo>
                    <a:pt x="3482851" y="0"/>
                  </a:lnTo>
                  <a:lnTo>
                    <a:pt x="3481995" y="0"/>
                  </a:lnTo>
                  <a:lnTo>
                    <a:pt x="3481140" y="0"/>
                  </a:lnTo>
                  <a:lnTo>
                    <a:pt x="3480284" y="0"/>
                  </a:lnTo>
                  <a:lnTo>
                    <a:pt x="3479429" y="0"/>
                  </a:lnTo>
                  <a:lnTo>
                    <a:pt x="3478573" y="0"/>
                  </a:lnTo>
                  <a:lnTo>
                    <a:pt x="3477718" y="0"/>
                  </a:lnTo>
                  <a:lnTo>
                    <a:pt x="3476862" y="0"/>
                  </a:lnTo>
                  <a:lnTo>
                    <a:pt x="3476007" y="0"/>
                  </a:lnTo>
                  <a:lnTo>
                    <a:pt x="3475151" y="0"/>
                  </a:lnTo>
                  <a:lnTo>
                    <a:pt x="3474295" y="0"/>
                  </a:lnTo>
                  <a:lnTo>
                    <a:pt x="3473440" y="0"/>
                  </a:lnTo>
                  <a:lnTo>
                    <a:pt x="3472584" y="0"/>
                  </a:lnTo>
                  <a:lnTo>
                    <a:pt x="3471729" y="0"/>
                  </a:lnTo>
                  <a:lnTo>
                    <a:pt x="3470873" y="0"/>
                  </a:lnTo>
                  <a:lnTo>
                    <a:pt x="3470018" y="0"/>
                  </a:lnTo>
                  <a:lnTo>
                    <a:pt x="3469162" y="0"/>
                  </a:lnTo>
                  <a:lnTo>
                    <a:pt x="3468307" y="0"/>
                  </a:lnTo>
                  <a:lnTo>
                    <a:pt x="3467451" y="0"/>
                  </a:lnTo>
                  <a:lnTo>
                    <a:pt x="3466596" y="0"/>
                  </a:lnTo>
                  <a:lnTo>
                    <a:pt x="3465740" y="0"/>
                  </a:lnTo>
                  <a:lnTo>
                    <a:pt x="3464885" y="0"/>
                  </a:lnTo>
                  <a:lnTo>
                    <a:pt x="3464029" y="0"/>
                  </a:lnTo>
                  <a:lnTo>
                    <a:pt x="3463174" y="0"/>
                  </a:lnTo>
                  <a:lnTo>
                    <a:pt x="3462318" y="0"/>
                  </a:lnTo>
                  <a:lnTo>
                    <a:pt x="3461463" y="0"/>
                  </a:lnTo>
                  <a:lnTo>
                    <a:pt x="3460607" y="0"/>
                  </a:lnTo>
                  <a:lnTo>
                    <a:pt x="3459752" y="0"/>
                  </a:lnTo>
                  <a:lnTo>
                    <a:pt x="3458896" y="0"/>
                  </a:lnTo>
                  <a:lnTo>
                    <a:pt x="3458040" y="0"/>
                  </a:lnTo>
                  <a:lnTo>
                    <a:pt x="3457185" y="0"/>
                  </a:lnTo>
                  <a:lnTo>
                    <a:pt x="3456329" y="0"/>
                  </a:lnTo>
                  <a:lnTo>
                    <a:pt x="3455474" y="0"/>
                  </a:lnTo>
                  <a:lnTo>
                    <a:pt x="3454618" y="0"/>
                  </a:lnTo>
                  <a:lnTo>
                    <a:pt x="3453763" y="0"/>
                  </a:lnTo>
                  <a:lnTo>
                    <a:pt x="3452907" y="0"/>
                  </a:lnTo>
                  <a:lnTo>
                    <a:pt x="3452052" y="0"/>
                  </a:lnTo>
                  <a:lnTo>
                    <a:pt x="3451196" y="0"/>
                  </a:lnTo>
                  <a:lnTo>
                    <a:pt x="3450341" y="0"/>
                  </a:lnTo>
                  <a:lnTo>
                    <a:pt x="3449485" y="0"/>
                  </a:lnTo>
                  <a:lnTo>
                    <a:pt x="3448630" y="0"/>
                  </a:lnTo>
                  <a:lnTo>
                    <a:pt x="3447774" y="0"/>
                  </a:lnTo>
                  <a:lnTo>
                    <a:pt x="3446919" y="0"/>
                  </a:lnTo>
                  <a:lnTo>
                    <a:pt x="3446063" y="0"/>
                  </a:lnTo>
                  <a:lnTo>
                    <a:pt x="3445208" y="0"/>
                  </a:lnTo>
                  <a:lnTo>
                    <a:pt x="3444352" y="0"/>
                  </a:lnTo>
                  <a:lnTo>
                    <a:pt x="3443496" y="0"/>
                  </a:lnTo>
                  <a:lnTo>
                    <a:pt x="3442641" y="0"/>
                  </a:lnTo>
                  <a:lnTo>
                    <a:pt x="3441785" y="0"/>
                  </a:lnTo>
                  <a:lnTo>
                    <a:pt x="3440930" y="0"/>
                  </a:lnTo>
                  <a:lnTo>
                    <a:pt x="3440074" y="0"/>
                  </a:lnTo>
                  <a:lnTo>
                    <a:pt x="3439219" y="0"/>
                  </a:lnTo>
                  <a:lnTo>
                    <a:pt x="3438363" y="0"/>
                  </a:lnTo>
                  <a:lnTo>
                    <a:pt x="3437508" y="0"/>
                  </a:lnTo>
                  <a:lnTo>
                    <a:pt x="3436652" y="0"/>
                  </a:lnTo>
                  <a:lnTo>
                    <a:pt x="3435797" y="0"/>
                  </a:lnTo>
                  <a:lnTo>
                    <a:pt x="3434941" y="0"/>
                  </a:lnTo>
                  <a:lnTo>
                    <a:pt x="3434086" y="0"/>
                  </a:lnTo>
                  <a:lnTo>
                    <a:pt x="3433230" y="0"/>
                  </a:lnTo>
                  <a:lnTo>
                    <a:pt x="3432375" y="0"/>
                  </a:lnTo>
                  <a:lnTo>
                    <a:pt x="3431519" y="0"/>
                  </a:lnTo>
                  <a:lnTo>
                    <a:pt x="3430664" y="0"/>
                  </a:lnTo>
                  <a:lnTo>
                    <a:pt x="3429808" y="0"/>
                  </a:lnTo>
                  <a:lnTo>
                    <a:pt x="3428953" y="0"/>
                  </a:lnTo>
                  <a:lnTo>
                    <a:pt x="3428097" y="0"/>
                  </a:lnTo>
                  <a:lnTo>
                    <a:pt x="3427241" y="0"/>
                  </a:lnTo>
                  <a:lnTo>
                    <a:pt x="3426386" y="0"/>
                  </a:lnTo>
                  <a:lnTo>
                    <a:pt x="3425530" y="0"/>
                  </a:lnTo>
                  <a:lnTo>
                    <a:pt x="3424675" y="0"/>
                  </a:lnTo>
                  <a:lnTo>
                    <a:pt x="3423819" y="0"/>
                  </a:lnTo>
                  <a:lnTo>
                    <a:pt x="3422964" y="0"/>
                  </a:lnTo>
                  <a:lnTo>
                    <a:pt x="3422108" y="0"/>
                  </a:lnTo>
                  <a:lnTo>
                    <a:pt x="3421253" y="0"/>
                  </a:lnTo>
                  <a:lnTo>
                    <a:pt x="3420397" y="0"/>
                  </a:lnTo>
                  <a:lnTo>
                    <a:pt x="3419542" y="0"/>
                  </a:lnTo>
                  <a:lnTo>
                    <a:pt x="3418686" y="0"/>
                  </a:lnTo>
                  <a:lnTo>
                    <a:pt x="3417831" y="0"/>
                  </a:lnTo>
                  <a:lnTo>
                    <a:pt x="3416975" y="0"/>
                  </a:lnTo>
                  <a:lnTo>
                    <a:pt x="3416120" y="0"/>
                  </a:lnTo>
                  <a:lnTo>
                    <a:pt x="3415264" y="0"/>
                  </a:lnTo>
                  <a:lnTo>
                    <a:pt x="3414409" y="0"/>
                  </a:lnTo>
                  <a:lnTo>
                    <a:pt x="3413553" y="0"/>
                  </a:lnTo>
                  <a:lnTo>
                    <a:pt x="3412698" y="0"/>
                  </a:lnTo>
                  <a:lnTo>
                    <a:pt x="3411842" y="0"/>
                  </a:lnTo>
                  <a:lnTo>
                    <a:pt x="3410986" y="0"/>
                  </a:lnTo>
                  <a:lnTo>
                    <a:pt x="3410131" y="0"/>
                  </a:lnTo>
                  <a:lnTo>
                    <a:pt x="3409275" y="0"/>
                  </a:lnTo>
                  <a:lnTo>
                    <a:pt x="3408420" y="0"/>
                  </a:lnTo>
                  <a:lnTo>
                    <a:pt x="3407564" y="0"/>
                  </a:lnTo>
                  <a:lnTo>
                    <a:pt x="3406709" y="0"/>
                  </a:lnTo>
                  <a:lnTo>
                    <a:pt x="3405853" y="0"/>
                  </a:lnTo>
                  <a:lnTo>
                    <a:pt x="3404998" y="0"/>
                  </a:lnTo>
                  <a:lnTo>
                    <a:pt x="3404142" y="0"/>
                  </a:lnTo>
                  <a:lnTo>
                    <a:pt x="3403287" y="0"/>
                  </a:lnTo>
                  <a:lnTo>
                    <a:pt x="3402431" y="0"/>
                  </a:lnTo>
                  <a:lnTo>
                    <a:pt x="3401576" y="0"/>
                  </a:lnTo>
                  <a:lnTo>
                    <a:pt x="3400720" y="0"/>
                  </a:lnTo>
                  <a:lnTo>
                    <a:pt x="3399865" y="0"/>
                  </a:lnTo>
                  <a:lnTo>
                    <a:pt x="3399009" y="0"/>
                  </a:lnTo>
                  <a:lnTo>
                    <a:pt x="3398154" y="0"/>
                  </a:lnTo>
                  <a:lnTo>
                    <a:pt x="3397298" y="0"/>
                  </a:lnTo>
                  <a:lnTo>
                    <a:pt x="3396442" y="0"/>
                  </a:lnTo>
                  <a:lnTo>
                    <a:pt x="3395587" y="0"/>
                  </a:lnTo>
                  <a:lnTo>
                    <a:pt x="3394731" y="0"/>
                  </a:lnTo>
                  <a:lnTo>
                    <a:pt x="3393876" y="0"/>
                  </a:lnTo>
                  <a:lnTo>
                    <a:pt x="3393020" y="0"/>
                  </a:lnTo>
                  <a:lnTo>
                    <a:pt x="3392165" y="0"/>
                  </a:lnTo>
                  <a:lnTo>
                    <a:pt x="3391309" y="0"/>
                  </a:lnTo>
                  <a:lnTo>
                    <a:pt x="3390454" y="0"/>
                  </a:lnTo>
                  <a:lnTo>
                    <a:pt x="3389598" y="0"/>
                  </a:lnTo>
                  <a:lnTo>
                    <a:pt x="3388743" y="0"/>
                  </a:lnTo>
                  <a:lnTo>
                    <a:pt x="3387887" y="0"/>
                  </a:lnTo>
                  <a:lnTo>
                    <a:pt x="3387032" y="0"/>
                  </a:lnTo>
                  <a:lnTo>
                    <a:pt x="3386176" y="0"/>
                  </a:lnTo>
                  <a:lnTo>
                    <a:pt x="3385321" y="0"/>
                  </a:lnTo>
                  <a:lnTo>
                    <a:pt x="3384465" y="0"/>
                  </a:lnTo>
                  <a:lnTo>
                    <a:pt x="3383610" y="0"/>
                  </a:lnTo>
                  <a:lnTo>
                    <a:pt x="3382754" y="0"/>
                  </a:lnTo>
                  <a:lnTo>
                    <a:pt x="3381899" y="0"/>
                  </a:lnTo>
                  <a:lnTo>
                    <a:pt x="3381043" y="0"/>
                  </a:lnTo>
                  <a:lnTo>
                    <a:pt x="3380187" y="0"/>
                  </a:lnTo>
                  <a:lnTo>
                    <a:pt x="3379332" y="0"/>
                  </a:lnTo>
                  <a:lnTo>
                    <a:pt x="3378476" y="0"/>
                  </a:lnTo>
                  <a:lnTo>
                    <a:pt x="3377621" y="0"/>
                  </a:lnTo>
                  <a:lnTo>
                    <a:pt x="3376765" y="0"/>
                  </a:lnTo>
                  <a:lnTo>
                    <a:pt x="3375910" y="0"/>
                  </a:lnTo>
                  <a:lnTo>
                    <a:pt x="3375054" y="0"/>
                  </a:lnTo>
                  <a:lnTo>
                    <a:pt x="3374199" y="0"/>
                  </a:lnTo>
                  <a:lnTo>
                    <a:pt x="3373343" y="0"/>
                  </a:lnTo>
                  <a:lnTo>
                    <a:pt x="3372488" y="0"/>
                  </a:lnTo>
                  <a:lnTo>
                    <a:pt x="3371632" y="0"/>
                  </a:lnTo>
                  <a:lnTo>
                    <a:pt x="3370777" y="0"/>
                  </a:lnTo>
                  <a:lnTo>
                    <a:pt x="3369921" y="0"/>
                  </a:lnTo>
                  <a:lnTo>
                    <a:pt x="3369066" y="0"/>
                  </a:lnTo>
                  <a:lnTo>
                    <a:pt x="3368210" y="0"/>
                  </a:lnTo>
                  <a:lnTo>
                    <a:pt x="3367355" y="0"/>
                  </a:lnTo>
                  <a:lnTo>
                    <a:pt x="3366499" y="0"/>
                  </a:lnTo>
                  <a:lnTo>
                    <a:pt x="3365644" y="0"/>
                  </a:lnTo>
                  <a:lnTo>
                    <a:pt x="3364788" y="0"/>
                  </a:lnTo>
                  <a:lnTo>
                    <a:pt x="3363932" y="0"/>
                  </a:lnTo>
                  <a:lnTo>
                    <a:pt x="3363077" y="0"/>
                  </a:lnTo>
                  <a:lnTo>
                    <a:pt x="3362221" y="0"/>
                  </a:lnTo>
                  <a:lnTo>
                    <a:pt x="3361366" y="0"/>
                  </a:lnTo>
                  <a:lnTo>
                    <a:pt x="3360510" y="0"/>
                  </a:lnTo>
                  <a:lnTo>
                    <a:pt x="3359655" y="0"/>
                  </a:lnTo>
                  <a:lnTo>
                    <a:pt x="3358799" y="0"/>
                  </a:lnTo>
                  <a:lnTo>
                    <a:pt x="3357944" y="0"/>
                  </a:lnTo>
                  <a:lnTo>
                    <a:pt x="3357088" y="0"/>
                  </a:lnTo>
                  <a:lnTo>
                    <a:pt x="3356233" y="0"/>
                  </a:lnTo>
                  <a:lnTo>
                    <a:pt x="3355377" y="0"/>
                  </a:lnTo>
                  <a:lnTo>
                    <a:pt x="3354522" y="0"/>
                  </a:lnTo>
                  <a:lnTo>
                    <a:pt x="3353666" y="0"/>
                  </a:lnTo>
                  <a:lnTo>
                    <a:pt x="3352811" y="0"/>
                  </a:lnTo>
                  <a:lnTo>
                    <a:pt x="3351955" y="0"/>
                  </a:lnTo>
                  <a:lnTo>
                    <a:pt x="3351100" y="0"/>
                  </a:lnTo>
                  <a:lnTo>
                    <a:pt x="3350244" y="0"/>
                  </a:lnTo>
                  <a:lnTo>
                    <a:pt x="3349388" y="0"/>
                  </a:lnTo>
                  <a:lnTo>
                    <a:pt x="3348533" y="0"/>
                  </a:lnTo>
                  <a:lnTo>
                    <a:pt x="3347677" y="0"/>
                  </a:lnTo>
                  <a:lnTo>
                    <a:pt x="3346822" y="0"/>
                  </a:lnTo>
                  <a:lnTo>
                    <a:pt x="3345966" y="0"/>
                  </a:lnTo>
                  <a:lnTo>
                    <a:pt x="3345111" y="0"/>
                  </a:lnTo>
                  <a:lnTo>
                    <a:pt x="3344255" y="0"/>
                  </a:lnTo>
                  <a:lnTo>
                    <a:pt x="3343400" y="0"/>
                  </a:lnTo>
                  <a:lnTo>
                    <a:pt x="3342544" y="0"/>
                  </a:lnTo>
                  <a:lnTo>
                    <a:pt x="3341689" y="0"/>
                  </a:lnTo>
                  <a:lnTo>
                    <a:pt x="3340833" y="0"/>
                  </a:lnTo>
                  <a:lnTo>
                    <a:pt x="3339978" y="0"/>
                  </a:lnTo>
                  <a:lnTo>
                    <a:pt x="3339122" y="0"/>
                  </a:lnTo>
                  <a:lnTo>
                    <a:pt x="3338267" y="0"/>
                  </a:lnTo>
                  <a:lnTo>
                    <a:pt x="3337411" y="0"/>
                  </a:lnTo>
                  <a:lnTo>
                    <a:pt x="3336556" y="0"/>
                  </a:lnTo>
                  <a:lnTo>
                    <a:pt x="3335700" y="0"/>
                  </a:lnTo>
                  <a:lnTo>
                    <a:pt x="3334845" y="0"/>
                  </a:lnTo>
                  <a:lnTo>
                    <a:pt x="3333989" y="0"/>
                  </a:lnTo>
                  <a:lnTo>
                    <a:pt x="3333133" y="0"/>
                  </a:lnTo>
                  <a:lnTo>
                    <a:pt x="3332278" y="0"/>
                  </a:lnTo>
                  <a:lnTo>
                    <a:pt x="3331422" y="0"/>
                  </a:lnTo>
                  <a:lnTo>
                    <a:pt x="3330567" y="0"/>
                  </a:lnTo>
                  <a:lnTo>
                    <a:pt x="3329711" y="0"/>
                  </a:lnTo>
                  <a:lnTo>
                    <a:pt x="3328856" y="0"/>
                  </a:lnTo>
                  <a:lnTo>
                    <a:pt x="3328000" y="0"/>
                  </a:lnTo>
                  <a:lnTo>
                    <a:pt x="3327145" y="0"/>
                  </a:lnTo>
                  <a:lnTo>
                    <a:pt x="3326289" y="0"/>
                  </a:lnTo>
                  <a:lnTo>
                    <a:pt x="3325434" y="0"/>
                  </a:lnTo>
                  <a:lnTo>
                    <a:pt x="3324578" y="0"/>
                  </a:lnTo>
                  <a:lnTo>
                    <a:pt x="3323723" y="0"/>
                  </a:lnTo>
                  <a:lnTo>
                    <a:pt x="3322867" y="0"/>
                  </a:lnTo>
                  <a:lnTo>
                    <a:pt x="3322012" y="0"/>
                  </a:lnTo>
                  <a:lnTo>
                    <a:pt x="3321156" y="0"/>
                  </a:lnTo>
                  <a:lnTo>
                    <a:pt x="3320301" y="0"/>
                  </a:lnTo>
                  <a:lnTo>
                    <a:pt x="3319445" y="0"/>
                  </a:lnTo>
                  <a:lnTo>
                    <a:pt x="3318590" y="0"/>
                  </a:lnTo>
                  <a:lnTo>
                    <a:pt x="3317734" y="0"/>
                  </a:lnTo>
                  <a:lnTo>
                    <a:pt x="3316878" y="0"/>
                  </a:lnTo>
                  <a:lnTo>
                    <a:pt x="3316023" y="0"/>
                  </a:lnTo>
                  <a:lnTo>
                    <a:pt x="3315167" y="0"/>
                  </a:lnTo>
                  <a:lnTo>
                    <a:pt x="3314312" y="0"/>
                  </a:lnTo>
                  <a:lnTo>
                    <a:pt x="3313456" y="0"/>
                  </a:lnTo>
                  <a:lnTo>
                    <a:pt x="3312601" y="0"/>
                  </a:lnTo>
                  <a:lnTo>
                    <a:pt x="3311745" y="0"/>
                  </a:lnTo>
                  <a:lnTo>
                    <a:pt x="3310890" y="0"/>
                  </a:lnTo>
                  <a:lnTo>
                    <a:pt x="3310034" y="0"/>
                  </a:lnTo>
                  <a:lnTo>
                    <a:pt x="3309179" y="0"/>
                  </a:lnTo>
                  <a:lnTo>
                    <a:pt x="3308323" y="0"/>
                  </a:lnTo>
                  <a:lnTo>
                    <a:pt x="3307468" y="0"/>
                  </a:lnTo>
                  <a:lnTo>
                    <a:pt x="3306612" y="0"/>
                  </a:lnTo>
                  <a:lnTo>
                    <a:pt x="3305757" y="0"/>
                  </a:lnTo>
                  <a:lnTo>
                    <a:pt x="3304901" y="0"/>
                  </a:lnTo>
                  <a:lnTo>
                    <a:pt x="3304046" y="0"/>
                  </a:lnTo>
                  <a:lnTo>
                    <a:pt x="3303190" y="0"/>
                  </a:lnTo>
                  <a:lnTo>
                    <a:pt x="3302335" y="0"/>
                  </a:lnTo>
                  <a:lnTo>
                    <a:pt x="3301479" y="0"/>
                  </a:lnTo>
                  <a:lnTo>
                    <a:pt x="3300623" y="0"/>
                  </a:lnTo>
                  <a:lnTo>
                    <a:pt x="3299768" y="0"/>
                  </a:lnTo>
                  <a:lnTo>
                    <a:pt x="3298912" y="0"/>
                  </a:lnTo>
                  <a:lnTo>
                    <a:pt x="3298057" y="0"/>
                  </a:lnTo>
                  <a:lnTo>
                    <a:pt x="3297201" y="0"/>
                  </a:lnTo>
                  <a:lnTo>
                    <a:pt x="3296346" y="0"/>
                  </a:lnTo>
                  <a:lnTo>
                    <a:pt x="3295490" y="0"/>
                  </a:lnTo>
                  <a:lnTo>
                    <a:pt x="3294635" y="0"/>
                  </a:lnTo>
                  <a:lnTo>
                    <a:pt x="3293779" y="0"/>
                  </a:lnTo>
                  <a:lnTo>
                    <a:pt x="3292924" y="0"/>
                  </a:lnTo>
                  <a:lnTo>
                    <a:pt x="3292068" y="0"/>
                  </a:lnTo>
                  <a:lnTo>
                    <a:pt x="3291213" y="0"/>
                  </a:lnTo>
                  <a:lnTo>
                    <a:pt x="3290357" y="0"/>
                  </a:lnTo>
                  <a:lnTo>
                    <a:pt x="3289502" y="0"/>
                  </a:lnTo>
                  <a:lnTo>
                    <a:pt x="3288646" y="0"/>
                  </a:lnTo>
                  <a:lnTo>
                    <a:pt x="3287791" y="0"/>
                  </a:lnTo>
                  <a:lnTo>
                    <a:pt x="3286935" y="0"/>
                  </a:lnTo>
                  <a:lnTo>
                    <a:pt x="3286079" y="0"/>
                  </a:lnTo>
                  <a:lnTo>
                    <a:pt x="3285224" y="0"/>
                  </a:lnTo>
                  <a:lnTo>
                    <a:pt x="3284368" y="0"/>
                  </a:lnTo>
                  <a:lnTo>
                    <a:pt x="3283513" y="0"/>
                  </a:lnTo>
                  <a:lnTo>
                    <a:pt x="3282657" y="0"/>
                  </a:lnTo>
                  <a:lnTo>
                    <a:pt x="3281802" y="0"/>
                  </a:lnTo>
                  <a:lnTo>
                    <a:pt x="3280946" y="0"/>
                  </a:lnTo>
                  <a:lnTo>
                    <a:pt x="3280091" y="0"/>
                  </a:lnTo>
                  <a:lnTo>
                    <a:pt x="3279235" y="0"/>
                  </a:lnTo>
                  <a:lnTo>
                    <a:pt x="3278380" y="0"/>
                  </a:lnTo>
                  <a:lnTo>
                    <a:pt x="3277524" y="0"/>
                  </a:lnTo>
                  <a:lnTo>
                    <a:pt x="3276669" y="0"/>
                  </a:lnTo>
                  <a:lnTo>
                    <a:pt x="3275813" y="0"/>
                  </a:lnTo>
                  <a:lnTo>
                    <a:pt x="3274958" y="0"/>
                  </a:lnTo>
                  <a:lnTo>
                    <a:pt x="3274102" y="0"/>
                  </a:lnTo>
                  <a:lnTo>
                    <a:pt x="3273247" y="0"/>
                  </a:lnTo>
                  <a:lnTo>
                    <a:pt x="3272391" y="0"/>
                  </a:lnTo>
                  <a:lnTo>
                    <a:pt x="3271536" y="0"/>
                  </a:lnTo>
                  <a:lnTo>
                    <a:pt x="3270680" y="0"/>
                  </a:lnTo>
                  <a:lnTo>
                    <a:pt x="3269824" y="0"/>
                  </a:lnTo>
                  <a:lnTo>
                    <a:pt x="3268969" y="0"/>
                  </a:lnTo>
                  <a:lnTo>
                    <a:pt x="3268113" y="0"/>
                  </a:lnTo>
                  <a:lnTo>
                    <a:pt x="3267258" y="0"/>
                  </a:lnTo>
                  <a:lnTo>
                    <a:pt x="3266402" y="0"/>
                  </a:lnTo>
                  <a:lnTo>
                    <a:pt x="3265547" y="0"/>
                  </a:lnTo>
                  <a:lnTo>
                    <a:pt x="3264691" y="0"/>
                  </a:lnTo>
                  <a:lnTo>
                    <a:pt x="3263836" y="0"/>
                  </a:lnTo>
                  <a:lnTo>
                    <a:pt x="3262980" y="0"/>
                  </a:lnTo>
                  <a:lnTo>
                    <a:pt x="3262125" y="0"/>
                  </a:lnTo>
                  <a:lnTo>
                    <a:pt x="3261269" y="0"/>
                  </a:lnTo>
                  <a:lnTo>
                    <a:pt x="3260414" y="0"/>
                  </a:lnTo>
                  <a:lnTo>
                    <a:pt x="3259558" y="0"/>
                  </a:lnTo>
                  <a:lnTo>
                    <a:pt x="3258703" y="0"/>
                  </a:lnTo>
                  <a:lnTo>
                    <a:pt x="3257847" y="0"/>
                  </a:lnTo>
                  <a:lnTo>
                    <a:pt x="3256992" y="0"/>
                  </a:lnTo>
                  <a:lnTo>
                    <a:pt x="3256136" y="0"/>
                  </a:lnTo>
                  <a:lnTo>
                    <a:pt x="3255281" y="0"/>
                  </a:lnTo>
                  <a:lnTo>
                    <a:pt x="3254425" y="0"/>
                  </a:lnTo>
                  <a:lnTo>
                    <a:pt x="3253569" y="0"/>
                  </a:lnTo>
                  <a:lnTo>
                    <a:pt x="3252714" y="0"/>
                  </a:lnTo>
                  <a:lnTo>
                    <a:pt x="3251858" y="0"/>
                  </a:lnTo>
                  <a:lnTo>
                    <a:pt x="3251003" y="0"/>
                  </a:lnTo>
                  <a:lnTo>
                    <a:pt x="3250147" y="0"/>
                  </a:lnTo>
                  <a:lnTo>
                    <a:pt x="3249292" y="0"/>
                  </a:lnTo>
                  <a:lnTo>
                    <a:pt x="3248436" y="0"/>
                  </a:lnTo>
                  <a:lnTo>
                    <a:pt x="3247581" y="0"/>
                  </a:lnTo>
                  <a:lnTo>
                    <a:pt x="3246725" y="0"/>
                  </a:lnTo>
                  <a:lnTo>
                    <a:pt x="3245870" y="0"/>
                  </a:lnTo>
                  <a:lnTo>
                    <a:pt x="3245014" y="0"/>
                  </a:lnTo>
                  <a:lnTo>
                    <a:pt x="3244159" y="0"/>
                  </a:lnTo>
                  <a:lnTo>
                    <a:pt x="3243303" y="0"/>
                  </a:lnTo>
                  <a:lnTo>
                    <a:pt x="3242448" y="0"/>
                  </a:lnTo>
                  <a:lnTo>
                    <a:pt x="3241592" y="0"/>
                  </a:lnTo>
                  <a:lnTo>
                    <a:pt x="3240737" y="0"/>
                  </a:lnTo>
                  <a:lnTo>
                    <a:pt x="3239881" y="0"/>
                  </a:lnTo>
                  <a:lnTo>
                    <a:pt x="3239025" y="0"/>
                  </a:lnTo>
                  <a:lnTo>
                    <a:pt x="3238170" y="0"/>
                  </a:lnTo>
                  <a:lnTo>
                    <a:pt x="3237314" y="0"/>
                  </a:lnTo>
                  <a:lnTo>
                    <a:pt x="3236459" y="0"/>
                  </a:lnTo>
                  <a:lnTo>
                    <a:pt x="3235603" y="0"/>
                  </a:lnTo>
                  <a:lnTo>
                    <a:pt x="3234748" y="0"/>
                  </a:lnTo>
                  <a:lnTo>
                    <a:pt x="3233892" y="0"/>
                  </a:lnTo>
                  <a:lnTo>
                    <a:pt x="3233037" y="0"/>
                  </a:lnTo>
                  <a:lnTo>
                    <a:pt x="3232181" y="0"/>
                  </a:lnTo>
                  <a:lnTo>
                    <a:pt x="3231326" y="0"/>
                  </a:lnTo>
                  <a:lnTo>
                    <a:pt x="3230470" y="0"/>
                  </a:lnTo>
                  <a:lnTo>
                    <a:pt x="3229615" y="0"/>
                  </a:lnTo>
                  <a:lnTo>
                    <a:pt x="3228759" y="0"/>
                  </a:lnTo>
                  <a:lnTo>
                    <a:pt x="3227904" y="0"/>
                  </a:lnTo>
                  <a:lnTo>
                    <a:pt x="3227048" y="0"/>
                  </a:lnTo>
                  <a:lnTo>
                    <a:pt x="3226193" y="0"/>
                  </a:lnTo>
                  <a:lnTo>
                    <a:pt x="3225337" y="0"/>
                  </a:lnTo>
                  <a:lnTo>
                    <a:pt x="3224482" y="0"/>
                  </a:lnTo>
                  <a:lnTo>
                    <a:pt x="3223626" y="0"/>
                  </a:lnTo>
                  <a:lnTo>
                    <a:pt x="3222770" y="0"/>
                  </a:lnTo>
                  <a:lnTo>
                    <a:pt x="3221915" y="0"/>
                  </a:lnTo>
                  <a:lnTo>
                    <a:pt x="3221059" y="0"/>
                  </a:lnTo>
                  <a:lnTo>
                    <a:pt x="3220204" y="0"/>
                  </a:lnTo>
                  <a:lnTo>
                    <a:pt x="3219348" y="0"/>
                  </a:lnTo>
                  <a:lnTo>
                    <a:pt x="3218493" y="0"/>
                  </a:lnTo>
                  <a:lnTo>
                    <a:pt x="3217637" y="0"/>
                  </a:lnTo>
                  <a:lnTo>
                    <a:pt x="3216782" y="0"/>
                  </a:lnTo>
                  <a:lnTo>
                    <a:pt x="3215926" y="0"/>
                  </a:lnTo>
                  <a:lnTo>
                    <a:pt x="3215071" y="0"/>
                  </a:lnTo>
                  <a:lnTo>
                    <a:pt x="3214215" y="0"/>
                  </a:lnTo>
                  <a:lnTo>
                    <a:pt x="3213360" y="0"/>
                  </a:lnTo>
                  <a:lnTo>
                    <a:pt x="3212504" y="0"/>
                  </a:lnTo>
                  <a:lnTo>
                    <a:pt x="3211649" y="0"/>
                  </a:lnTo>
                  <a:lnTo>
                    <a:pt x="3210793" y="0"/>
                  </a:lnTo>
                  <a:lnTo>
                    <a:pt x="3209938" y="0"/>
                  </a:lnTo>
                  <a:lnTo>
                    <a:pt x="3209082" y="0"/>
                  </a:lnTo>
                  <a:lnTo>
                    <a:pt x="3208227" y="0"/>
                  </a:lnTo>
                  <a:lnTo>
                    <a:pt x="3207371" y="0"/>
                  </a:lnTo>
                  <a:lnTo>
                    <a:pt x="3206515" y="0"/>
                  </a:lnTo>
                  <a:lnTo>
                    <a:pt x="3205660" y="0"/>
                  </a:lnTo>
                  <a:lnTo>
                    <a:pt x="3204804" y="0"/>
                  </a:lnTo>
                  <a:lnTo>
                    <a:pt x="3203949" y="0"/>
                  </a:lnTo>
                  <a:lnTo>
                    <a:pt x="3203093" y="0"/>
                  </a:lnTo>
                  <a:lnTo>
                    <a:pt x="3202238" y="0"/>
                  </a:lnTo>
                  <a:lnTo>
                    <a:pt x="3201382" y="0"/>
                  </a:lnTo>
                  <a:lnTo>
                    <a:pt x="3200527" y="0"/>
                  </a:lnTo>
                  <a:lnTo>
                    <a:pt x="3199671" y="0"/>
                  </a:lnTo>
                  <a:lnTo>
                    <a:pt x="3198816" y="0"/>
                  </a:lnTo>
                  <a:lnTo>
                    <a:pt x="3197960" y="0"/>
                  </a:lnTo>
                  <a:lnTo>
                    <a:pt x="3197105" y="0"/>
                  </a:lnTo>
                  <a:lnTo>
                    <a:pt x="3196249" y="0"/>
                  </a:lnTo>
                  <a:lnTo>
                    <a:pt x="3195394" y="0"/>
                  </a:lnTo>
                  <a:lnTo>
                    <a:pt x="3194538" y="0"/>
                  </a:lnTo>
                  <a:lnTo>
                    <a:pt x="3193683" y="0"/>
                  </a:lnTo>
                  <a:lnTo>
                    <a:pt x="3192827" y="0"/>
                  </a:lnTo>
                  <a:lnTo>
                    <a:pt x="3191971" y="0"/>
                  </a:lnTo>
                  <a:lnTo>
                    <a:pt x="3191116" y="0"/>
                  </a:lnTo>
                  <a:lnTo>
                    <a:pt x="3190260" y="0"/>
                  </a:lnTo>
                  <a:lnTo>
                    <a:pt x="3189405" y="0"/>
                  </a:lnTo>
                  <a:lnTo>
                    <a:pt x="3188549" y="0"/>
                  </a:lnTo>
                  <a:lnTo>
                    <a:pt x="3187694" y="0"/>
                  </a:lnTo>
                  <a:lnTo>
                    <a:pt x="3186838" y="0"/>
                  </a:lnTo>
                  <a:lnTo>
                    <a:pt x="3185983" y="0"/>
                  </a:lnTo>
                  <a:lnTo>
                    <a:pt x="3185127" y="0"/>
                  </a:lnTo>
                  <a:lnTo>
                    <a:pt x="3184272" y="0"/>
                  </a:lnTo>
                  <a:lnTo>
                    <a:pt x="3183416" y="0"/>
                  </a:lnTo>
                  <a:lnTo>
                    <a:pt x="3182561" y="0"/>
                  </a:lnTo>
                  <a:lnTo>
                    <a:pt x="3181705" y="0"/>
                  </a:lnTo>
                  <a:lnTo>
                    <a:pt x="3180850" y="0"/>
                  </a:lnTo>
                  <a:lnTo>
                    <a:pt x="3179994" y="0"/>
                  </a:lnTo>
                  <a:lnTo>
                    <a:pt x="3179139" y="0"/>
                  </a:lnTo>
                  <a:lnTo>
                    <a:pt x="3178283" y="0"/>
                  </a:lnTo>
                  <a:lnTo>
                    <a:pt x="3177428" y="0"/>
                  </a:lnTo>
                  <a:lnTo>
                    <a:pt x="3176572" y="0"/>
                  </a:lnTo>
                  <a:lnTo>
                    <a:pt x="3175716" y="0"/>
                  </a:lnTo>
                  <a:lnTo>
                    <a:pt x="3174861" y="0"/>
                  </a:lnTo>
                  <a:lnTo>
                    <a:pt x="3174005" y="0"/>
                  </a:lnTo>
                  <a:lnTo>
                    <a:pt x="3173150" y="0"/>
                  </a:lnTo>
                  <a:lnTo>
                    <a:pt x="3172294" y="0"/>
                  </a:lnTo>
                  <a:lnTo>
                    <a:pt x="3171439" y="0"/>
                  </a:lnTo>
                  <a:lnTo>
                    <a:pt x="3170583" y="0"/>
                  </a:lnTo>
                  <a:lnTo>
                    <a:pt x="3169728" y="0"/>
                  </a:lnTo>
                  <a:lnTo>
                    <a:pt x="3168872" y="0"/>
                  </a:lnTo>
                  <a:lnTo>
                    <a:pt x="3168017" y="0"/>
                  </a:lnTo>
                  <a:lnTo>
                    <a:pt x="3167161" y="0"/>
                  </a:lnTo>
                  <a:lnTo>
                    <a:pt x="3166306" y="0"/>
                  </a:lnTo>
                  <a:lnTo>
                    <a:pt x="3165450" y="0"/>
                  </a:lnTo>
                  <a:lnTo>
                    <a:pt x="3164595" y="0"/>
                  </a:lnTo>
                  <a:lnTo>
                    <a:pt x="3163739" y="0"/>
                  </a:lnTo>
                  <a:lnTo>
                    <a:pt x="3162884" y="0"/>
                  </a:lnTo>
                  <a:lnTo>
                    <a:pt x="3162028" y="0"/>
                  </a:lnTo>
                  <a:lnTo>
                    <a:pt x="3161173" y="0"/>
                  </a:lnTo>
                  <a:lnTo>
                    <a:pt x="3160317" y="0"/>
                  </a:lnTo>
                  <a:lnTo>
                    <a:pt x="3159461" y="0"/>
                  </a:lnTo>
                  <a:lnTo>
                    <a:pt x="3158606" y="0"/>
                  </a:lnTo>
                  <a:lnTo>
                    <a:pt x="3157750" y="0"/>
                  </a:lnTo>
                  <a:lnTo>
                    <a:pt x="3156895" y="0"/>
                  </a:lnTo>
                  <a:lnTo>
                    <a:pt x="3156039" y="0"/>
                  </a:lnTo>
                  <a:lnTo>
                    <a:pt x="3155184" y="0"/>
                  </a:lnTo>
                  <a:lnTo>
                    <a:pt x="3154328" y="0"/>
                  </a:lnTo>
                  <a:lnTo>
                    <a:pt x="3153473" y="0"/>
                  </a:lnTo>
                  <a:lnTo>
                    <a:pt x="3152617" y="0"/>
                  </a:lnTo>
                  <a:lnTo>
                    <a:pt x="3151762" y="0"/>
                  </a:lnTo>
                  <a:lnTo>
                    <a:pt x="3150906" y="0"/>
                  </a:lnTo>
                  <a:lnTo>
                    <a:pt x="3150051" y="0"/>
                  </a:lnTo>
                  <a:lnTo>
                    <a:pt x="3149195" y="0"/>
                  </a:lnTo>
                  <a:lnTo>
                    <a:pt x="3148340" y="0"/>
                  </a:lnTo>
                  <a:lnTo>
                    <a:pt x="3147484" y="0"/>
                  </a:lnTo>
                  <a:lnTo>
                    <a:pt x="3146629" y="0"/>
                  </a:lnTo>
                  <a:lnTo>
                    <a:pt x="3145773" y="0"/>
                  </a:lnTo>
                  <a:lnTo>
                    <a:pt x="3144917" y="0"/>
                  </a:lnTo>
                  <a:lnTo>
                    <a:pt x="3144062" y="0"/>
                  </a:lnTo>
                  <a:lnTo>
                    <a:pt x="3143206" y="0"/>
                  </a:lnTo>
                  <a:lnTo>
                    <a:pt x="3142351" y="0"/>
                  </a:lnTo>
                  <a:lnTo>
                    <a:pt x="3141495" y="0"/>
                  </a:lnTo>
                  <a:lnTo>
                    <a:pt x="3140640" y="0"/>
                  </a:lnTo>
                  <a:lnTo>
                    <a:pt x="3139784" y="0"/>
                  </a:lnTo>
                  <a:lnTo>
                    <a:pt x="3138929" y="0"/>
                  </a:lnTo>
                  <a:lnTo>
                    <a:pt x="3138073" y="0"/>
                  </a:lnTo>
                  <a:lnTo>
                    <a:pt x="3137218" y="0"/>
                  </a:lnTo>
                  <a:lnTo>
                    <a:pt x="3136362" y="0"/>
                  </a:lnTo>
                  <a:lnTo>
                    <a:pt x="3135507" y="0"/>
                  </a:lnTo>
                  <a:lnTo>
                    <a:pt x="3134651" y="0"/>
                  </a:lnTo>
                  <a:lnTo>
                    <a:pt x="3133796" y="0"/>
                  </a:lnTo>
                  <a:lnTo>
                    <a:pt x="3132940" y="0"/>
                  </a:lnTo>
                  <a:lnTo>
                    <a:pt x="3132085" y="0"/>
                  </a:lnTo>
                  <a:lnTo>
                    <a:pt x="3131229" y="0"/>
                  </a:lnTo>
                  <a:lnTo>
                    <a:pt x="3130374" y="0"/>
                  </a:lnTo>
                  <a:lnTo>
                    <a:pt x="3129518" y="0"/>
                  </a:lnTo>
                  <a:lnTo>
                    <a:pt x="3128662" y="0"/>
                  </a:lnTo>
                  <a:lnTo>
                    <a:pt x="3127807" y="0"/>
                  </a:lnTo>
                  <a:lnTo>
                    <a:pt x="3126951" y="0"/>
                  </a:lnTo>
                  <a:lnTo>
                    <a:pt x="3126096" y="0"/>
                  </a:lnTo>
                  <a:lnTo>
                    <a:pt x="3125240" y="0"/>
                  </a:lnTo>
                  <a:lnTo>
                    <a:pt x="3124385" y="0"/>
                  </a:lnTo>
                  <a:lnTo>
                    <a:pt x="3123529" y="0"/>
                  </a:lnTo>
                  <a:lnTo>
                    <a:pt x="3122674" y="0"/>
                  </a:lnTo>
                  <a:lnTo>
                    <a:pt x="3121818" y="0"/>
                  </a:lnTo>
                  <a:lnTo>
                    <a:pt x="3120963" y="0"/>
                  </a:lnTo>
                  <a:lnTo>
                    <a:pt x="3120107" y="0"/>
                  </a:lnTo>
                  <a:lnTo>
                    <a:pt x="3119252" y="0"/>
                  </a:lnTo>
                  <a:lnTo>
                    <a:pt x="3118396" y="0"/>
                  </a:lnTo>
                  <a:lnTo>
                    <a:pt x="3117541" y="0"/>
                  </a:lnTo>
                  <a:lnTo>
                    <a:pt x="3116685" y="0"/>
                  </a:lnTo>
                  <a:lnTo>
                    <a:pt x="3115830" y="0"/>
                  </a:lnTo>
                  <a:lnTo>
                    <a:pt x="3114974" y="0"/>
                  </a:lnTo>
                  <a:lnTo>
                    <a:pt x="3114119" y="0"/>
                  </a:lnTo>
                  <a:lnTo>
                    <a:pt x="3113263" y="0"/>
                  </a:lnTo>
                  <a:lnTo>
                    <a:pt x="3112407" y="0"/>
                  </a:lnTo>
                  <a:lnTo>
                    <a:pt x="3111552" y="0"/>
                  </a:lnTo>
                  <a:lnTo>
                    <a:pt x="3110696" y="0"/>
                  </a:lnTo>
                  <a:lnTo>
                    <a:pt x="3109841" y="0"/>
                  </a:lnTo>
                  <a:lnTo>
                    <a:pt x="3108985" y="0"/>
                  </a:lnTo>
                  <a:lnTo>
                    <a:pt x="3108130" y="0"/>
                  </a:lnTo>
                  <a:lnTo>
                    <a:pt x="3107274" y="0"/>
                  </a:lnTo>
                  <a:lnTo>
                    <a:pt x="3106419" y="0"/>
                  </a:lnTo>
                  <a:lnTo>
                    <a:pt x="3105563" y="0"/>
                  </a:lnTo>
                  <a:lnTo>
                    <a:pt x="3104708" y="0"/>
                  </a:lnTo>
                  <a:lnTo>
                    <a:pt x="3103852" y="0"/>
                  </a:lnTo>
                  <a:lnTo>
                    <a:pt x="3102997" y="0"/>
                  </a:lnTo>
                  <a:lnTo>
                    <a:pt x="3102141" y="0"/>
                  </a:lnTo>
                  <a:lnTo>
                    <a:pt x="3101286" y="0"/>
                  </a:lnTo>
                  <a:lnTo>
                    <a:pt x="3100430" y="0"/>
                  </a:lnTo>
                  <a:lnTo>
                    <a:pt x="3099575" y="0"/>
                  </a:lnTo>
                  <a:lnTo>
                    <a:pt x="3098719" y="0"/>
                  </a:lnTo>
                  <a:lnTo>
                    <a:pt x="3097864" y="0"/>
                  </a:lnTo>
                  <a:lnTo>
                    <a:pt x="3097008" y="0"/>
                  </a:lnTo>
                  <a:lnTo>
                    <a:pt x="3096152" y="0"/>
                  </a:lnTo>
                  <a:lnTo>
                    <a:pt x="3095297" y="0"/>
                  </a:lnTo>
                  <a:lnTo>
                    <a:pt x="3094441" y="0"/>
                  </a:lnTo>
                  <a:lnTo>
                    <a:pt x="3093586" y="0"/>
                  </a:lnTo>
                  <a:lnTo>
                    <a:pt x="3092730" y="0"/>
                  </a:lnTo>
                  <a:lnTo>
                    <a:pt x="3091875" y="0"/>
                  </a:lnTo>
                  <a:lnTo>
                    <a:pt x="3091019" y="0"/>
                  </a:lnTo>
                  <a:lnTo>
                    <a:pt x="3090164" y="0"/>
                  </a:lnTo>
                  <a:lnTo>
                    <a:pt x="3089308" y="0"/>
                  </a:lnTo>
                  <a:lnTo>
                    <a:pt x="3088453" y="0"/>
                  </a:lnTo>
                  <a:lnTo>
                    <a:pt x="3087597" y="0"/>
                  </a:lnTo>
                  <a:lnTo>
                    <a:pt x="3086742" y="0"/>
                  </a:lnTo>
                  <a:lnTo>
                    <a:pt x="3085886" y="0"/>
                  </a:lnTo>
                  <a:lnTo>
                    <a:pt x="3085031" y="0"/>
                  </a:lnTo>
                  <a:lnTo>
                    <a:pt x="3084175" y="0"/>
                  </a:lnTo>
                  <a:lnTo>
                    <a:pt x="3083320" y="0"/>
                  </a:lnTo>
                  <a:lnTo>
                    <a:pt x="3082464" y="0"/>
                  </a:lnTo>
                  <a:lnTo>
                    <a:pt x="3081608" y="0"/>
                  </a:lnTo>
                  <a:lnTo>
                    <a:pt x="3080753" y="0"/>
                  </a:lnTo>
                  <a:lnTo>
                    <a:pt x="3079897" y="0"/>
                  </a:lnTo>
                  <a:lnTo>
                    <a:pt x="3079042" y="0"/>
                  </a:lnTo>
                  <a:lnTo>
                    <a:pt x="3078186" y="0"/>
                  </a:lnTo>
                  <a:lnTo>
                    <a:pt x="3077331" y="0"/>
                  </a:lnTo>
                  <a:lnTo>
                    <a:pt x="3076475" y="0"/>
                  </a:lnTo>
                  <a:lnTo>
                    <a:pt x="3075620" y="0"/>
                  </a:lnTo>
                  <a:lnTo>
                    <a:pt x="3074764" y="0"/>
                  </a:lnTo>
                  <a:lnTo>
                    <a:pt x="3073909" y="0"/>
                  </a:lnTo>
                  <a:lnTo>
                    <a:pt x="3073053" y="0"/>
                  </a:lnTo>
                  <a:lnTo>
                    <a:pt x="3072198" y="0"/>
                  </a:lnTo>
                  <a:lnTo>
                    <a:pt x="3071342" y="0"/>
                  </a:lnTo>
                  <a:lnTo>
                    <a:pt x="3070487" y="0"/>
                  </a:lnTo>
                  <a:lnTo>
                    <a:pt x="3069631" y="0"/>
                  </a:lnTo>
                  <a:lnTo>
                    <a:pt x="3068776" y="0"/>
                  </a:lnTo>
                  <a:lnTo>
                    <a:pt x="3067920" y="0"/>
                  </a:lnTo>
                  <a:lnTo>
                    <a:pt x="3067065" y="0"/>
                  </a:lnTo>
                  <a:lnTo>
                    <a:pt x="3066209" y="0"/>
                  </a:lnTo>
                  <a:lnTo>
                    <a:pt x="3065353" y="0"/>
                  </a:lnTo>
                  <a:lnTo>
                    <a:pt x="3064498" y="0"/>
                  </a:lnTo>
                  <a:lnTo>
                    <a:pt x="3063642" y="0"/>
                  </a:lnTo>
                  <a:lnTo>
                    <a:pt x="3062787" y="0"/>
                  </a:lnTo>
                  <a:lnTo>
                    <a:pt x="3061931" y="0"/>
                  </a:lnTo>
                  <a:lnTo>
                    <a:pt x="3061076" y="0"/>
                  </a:lnTo>
                  <a:lnTo>
                    <a:pt x="3060220" y="0"/>
                  </a:lnTo>
                  <a:lnTo>
                    <a:pt x="3059365" y="0"/>
                  </a:lnTo>
                  <a:lnTo>
                    <a:pt x="3058509" y="0"/>
                  </a:lnTo>
                  <a:lnTo>
                    <a:pt x="3057654" y="0"/>
                  </a:lnTo>
                  <a:lnTo>
                    <a:pt x="3056798" y="0"/>
                  </a:lnTo>
                  <a:lnTo>
                    <a:pt x="3055943" y="0"/>
                  </a:lnTo>
                  <a:lnTo>
                    <a:pt x="3055087" y="0"/>
                  </a:lnTo>
                  <a:lnTo>
                    <a:pt x="3054232" y="0"/>
                  </a:lnTo>
                  <a:lnTo>
                    <a:pt x="3053376" y="0"/>
                  </a:lnTo>
                  <a:lnTo>
                    <a:pt x="3052521" y="0"/>
                  </a:lnTo>
                  <a:lnTo>
                    <a:pt x="3051665" y="0"/>
                  </a:lnTo>
                  <a:lnTo>
                    <a:pt x="3050810" y="0"/>
                  </a:lnTo>
                  <a:lnTo>
                    <a:pt x="3049954" y="0"/>
                  </a:lnTo>
                  <a:lnTo>
                    <a:pt x="3049098" y="0"/>
                  </a:lnTo>
                  <a:lnTo>
                    <a:pt x="3048243" y="0"/>
                  </a:lnTo>
                  <a:lnTo>
                    <a:pt x="3047387" y="0"/>
                  </a:lnTo>
                  <a:lnTo>
                    <a:pt x="3046532" y="0"/>
                  </a:lnTo>
                  <a:lnTo>
                    <a:pt x="3045676" y="0"/>
                  </a:lnTo>
                  <a:lnTo>
                    <a:pt x="3044821" y="0"/>
                  </a:lnTo>
                  <a:lnTo>
                    <a:pt x="3043965" y="0"/>
                  </a:lnTo>
                  <a:lnTo>
                    <a:pt x="3043110" y="0"/>
                  </a:lnTo>
                  <a:lnTo>
                    <a:pt x="3042254" y="0"/>
                  </a:lnTo>
                  <a:lnTo>
                    <a:pt x="3041399" y="0"/>
                  </a:lnTo>
                  <a:lnTo>
                    <a:pt x="3040543" y="0"/>
                  </a:lnTo>
                  <a:lnTo>
                    <a:pt x="3039688" y="0"/>
                  </a:lnTo>
                  <a:lnTo>
                    <a:pt x="3038832" y="0"/>
                  </a:lnTo>
                  <a:lnTo>
                    <a:pt x="3037977" y="0"/>
                  </a:lnTo>
                  <a:lnTo>
                    <a:pt x="3037121" y="0"/>
                  </a:lnTo>
                  <a:lnTo>
                    <a:pt x="3036266" y="0"/>
                  </a:lnTo>
                  <a:lnTo>
                    <a:pt x="3035410" y="0"/>
                  </a:lnTo>
                  <a:lnTo>
                    <a:pt x="3034554" y="0"/>
                  </a:lnTo>
                  <a:lnTo>
                    <a:pt x="3033699" y="0"/>
                  </a:lnTo>
                  <a:lnTo>
                    <a:pt x="3032843" y="0"/>
                  </a:lnTo>
                  <a:lnTo>
                    <a:pt x="3031988" y="0"/>
                  </a:lnTo>
                  <a:lnTo>
                    <a:pt x="3031132" y="0"/>
                  </a:lnTo>
                  <a:lnTo>
                    <a:pt x="3030277" y="0"/>
                  </a:lnTo>
                  <a:lnTo>
                    <a:pt x="3029421" y="0"/>
                  </a:lnTo>
                  <a:lnTo>
                    <a:pt x="3028566" y="0"/>
                  </a:lnTo>
                  <a:lnTo>
                    <a:pt x="3027710" y="0"/>
                  </a:lnTo>
                  <a:lnTo>
                    <a:pt x="3026855" y="0"/>
                  </a:lnTo>
                  <a:lnTo>
                    <a:pt x="3025999" y="0"/>
                  </a:lnTo>
                  <a:lnTo>
                    <a:pt x="3025144" y="0"/>
                  </a:lnTo>
                  <a:lnTo>
                    <a:pt x="3024288" y="0"/>
                  </a:lnTo>
                  <a:lnTo>
                    <a:pt x="3023433" y="0"/>
                  </a:lnTo>
                  <a:lnTo>
                    <a:pt x="3022577" y="0"/>
                  </a:lnTo>
                  <a:lnTo>
                    <a:pt x="3021722" y="0"/>
                  </a:lnTo>
                  <a:lnTo>
                    <a:pt x="3020866" y="0"/>
                  </a:lnTo>
                  <a:lnTo>
                    <a:pt x="3020011" y="0"/>
                  </a:lnTo>
                  <a:lnTo>
                    <a:pt x="3019155" y="0"/>
                  </a:lnTo>
                  <a:lnTo>
                    <a:pt x="3018299" y="0"/>
                  </a:lnTo>
                  <a:lnTo>
                    <a:pt x="3017444" y="0"/>
                  </a:lnTo>
                  <a:lnTo>
                    <a:pt x="3016588" y="0"/>
                  </a:lnTo>
                  <a:lnTo>
                    <a:pt x="3015733" y="0"/>
                  </a:lnTo>
                  <a:lnTo>
                    <a:pt x="3014877" y="0"/>
                  </a:lnTo>
                  <a:lnTo>
                    <a:pt x="3014022" y="0"/>
                  </a:lnTo>
                  <a:lnTo>
                    <a:pt x="3013166" y="0"/>
                  </a:lnTo>
                  <a:lnTo>
                    <a:pt x="3012311" y="0"/>
                  </a:lnTo>
                  <a:lnTo>
                    <a:pt x="3011455" y="0"/>
                  </a:lnTo>
                  <a:lnTo>
                    <a:pt x="3010600" y="0"/>
                  </a:lnTo>
                  <a:lnTo>
                    <a:pt x="3009744" y="0"/>
                  </a:lnTo>
                  <a:lnTo>
                    <a:pt x="3008889" y="0"/>
                  </a:lnTo>
                  <a:lnTo>
                    <a:pt x="3008033" y="0"/>
                  </a:lnTo>
                  <a:lnTo>
                    <a:pt x="3007178" y="0"/>
                  </a:lnTo>
                  <a:lnTo>
                    <a:pt x="3006322" y="0"/>
                  </a:lnTo>
                  <a:lnTo>
                    <a:pt x="3005467" y="0"/>
                  </a:lnTo>
                  <a:lnTo>
                    <a:pt x="3004611" y="0"/>
                  </a:lnTo>
                  <a:lnTo>
                    <a:pt x="3003756" y="0"/>
                  </a:lnTo>
                  <a:lnTo>
                    <a:pt x="3002900" y="0"/>
                  </a:lnTo>
                  <a:lnTo>
                    <a:pt x="3002044" y="0"/>
                  </a:lnTo>
                  <a:lnTo>
                    <a:pt x="3001189" y="0"/>
                  </a:lnTo>
                  <a:lnTo>
                    <a:pt x="3000333" y="0"/>
                  </a:lnTo>
                  <a:lnTo>
                    <a:pt x="2999478" y="0"/>
                  </a:lnTo>
                  <a:lnTo>
                    <a:pt x="2998622" y="0"/>
                  </a:lnTo>
                  <a:lnTo>
                    <a:pt x="2997767" y="0"/>
                  </a:lnTo>
                  <a:lnTo>
                    <a:pt x="2996911" y="0"/>
                  </a:lnTo>
                  <a:lnTo>
                    <a:pt x="2996056" y="0"/>
                  </a:lnTo>
                  <a:lnTo>
                    <a:pt x="2995200" y="0"/>
                  </a:lnTo>
                  <a:lnTo>
                    <a:pt x="2994345" y="0"/>
                  </a:lnTo>
                  <a:lnTo>
                    <a:pt x="2993489" y="0"/>
                  </a:lnTo>
                  <a:lnTo>
                    <a:pt x="2992634" y="0"/>
                  </a:lnTo>
                  <a:lnTo>
                    <a:pt x="2991778" y="0"/>
                  </a:lnTo>
                  <a:lnTo>
                    <a:pt x="2990923" y="0"/>
                  </a:lnTo>
                  <a:lnTo>
                    <a:pt x="2990067" y="0"/>
                  </a:lnTo>
                  <a:lnTo>
                    <a:pt x="2989212" y="0"/>
                  </a:lnTo>
                  <a:lnTo>
                    <a:pt x="2988356" y="0"/>
                  </a:lnTo>
                  <a:lnTo>
                    <a:pt x="2987500" y="0"/>
                  </a:lnTo>
                  <a:lnTo>
                    <a:pt x="2986645" y="0"/>
                  </a:lnTo>
                  <a:lnTo>
                    <a:pt x="2985789" y="0"/>
                  </a:lnTo>
                  <a:lnTo>
                    <a:pt x="2984934" y="0"/>
                  </a:lnTo>
                  <a:lnTo>
                    <a:pt x="2984078" y="0"/>
                  </a:lnTo>
                  <a:lnTo>
                    <a:pt x="2983223" y="0"/>
                  </a:lnTo>
                  <a:lnTo>
                    <a:pt x="2982367" y="0"/>
                  </a:lnTo>
                  <a:lnTo>
                    <a:pt x="2981512" y="0"/>
                  </a:lnTo>
                  <a:lnTo>
                    <a:pt x="2980656" y="0"/>
                  </a:lnTo>
                  <a:lnTo>
                    <a:pt x="2979801" y="0"/>
                  </a:lnTo>
                  <a:lnTo>
                    <a:pt x="2978945" y="0"/>
                  </a:lnTo>
                  <a:lnTo>
                    <a:pt x="2978090" y="0"/>
                  </a:lnTo>
                  <a:lnTo>
                    <a:pt x="2977234" y="0"/>
                  </a:lnTo>
                  <a:lnTo>
                    <a:pt x="2976379" y="0"/>
                  </a:lnTo>
                  <a:lnTo>
                    <a:pt x="2975523" y="0"/>
                  </a:lnTo>
                  <a:lnTo>
                    <a:pt x="2974668" y="0"/>
                  </a:lnTo>
                  <a:lnTo>
                    <a:pt x="2973812" y="0"/>
                  </a:lnTo>
                  <a:lnTo>
                    <a:pt x="2972957" y="0"/>
                  </a:lnTo>
                  <a:lnTo>
                    <a:pt x="2972101" y="0"/>
                  </a:lnTo>
                  <a:lnTo>
                    <a:pt x="2971245" y="0"/>
                  </a:lnTo>
                  <a:lnTo>
                    <a:pt x="2970390" y="0"/>
                  </a:lnTo>
                  <a:lnTo>
                    <a:pt x="2969534" y="0"/>
                  </a:lnTo>
                  <a:lnTo>
                    <a:pt x="2968679" y="0"/>
                  </a:lnTo>
                  <a:lnTo>
                    <a:pt x="2967823" y="0"/>
                  </a:lnTo>
                  <a:lnTo>
                    <a:pt x="2966968" y="0"/>
                  </a:lnTo>
                  <a:lnTo>
                    <a:pt x="2966112" y="0"/>
                  </a:lnTo>
                  <a:lnTo>
                    <a:pt x="2965257" y="0"/>
                  </a:lnTo>
                  <a:lnTo>
                    <a:pt x="2964401" y="0"/>
                  </a:lnTo>
                  <a:lnTo>
                    <a:pt x="2963546" y="0"/>
                  </a:lnTo>
                  <a:lnTo>
                    <a:pt x="2962690" y="0"/>
                  </a:lnTo>
                  <a:lnTo>
                    <a:pt x="2961835" y="0"/>
                  </a:lnTo>
                  <a:lnTo>
                    <a:pt x="2960979" y="0"/>
                  </a:lnTo>
                  <a:lnTo>
                    <a:pt x="2960124" y="0"/>
                  </a:lnTo>
                  <a:lnTo>
                    <a:pt x="2959268" y="0"/>
                  </a:lnTo>
                  <a:lnTo>
                    <a:pt x="2958413" y="0"/>
                  </a:lnTo>
                  <a:lnTo>
                    <a:pt x="2957557" y="0"/>
                  </a:lnTo>
                  <a:lnTo>
                    <a:pt x="2956702" y="0"/>
                  </a:lnTo>
                  <a:lnTo>
                    <a:pt x="2955846" y="0"/>
                  </a:lnTo>
                  <a:lnTo>
                    <a:pt x="2954990" y="0"/>
                  </a:lnTo>
                  <a:lnTo>
                    <a:pt x="2954135" y="0"/>
                  </a:lnTo>
                  <a:lnTo>
                    <a:pt x="2953279" y="0"/>
                  </a:lnTo>
                  <a:lnTo>
                    <a:pt x="2952424" y="0"/>
                  </a:lnTo>
                  <a:lnTo>
                    <a:pt x="2951568" y="0"/>
                  </a:lnTo>
                  <a:lnTo>
                    <a:pt x="2950713" y="0"/>
                  </a:lnTo>
                  <a:lnTo>
                    <a:pt x="2949857" y="0"/>
                  </a:lnTo>
                  <a:lnTo>
                    <a:pt x="2949002" y="0"/>
                  </a:lnTo>
                  <a:lnTo>
                    <a:pt x="2948146" y="0"/>
                  </a:lnTo>
                  <a:lnTo>
                    <a:pt x="2947291" y="0"/>
                  </a:lnTo>
                  <a:lnTo>
                    <a:pt x="2946435" y="0"/>
                  </a:lnTo>
                  <a:lnTo>
                    <a:pt x="2945580" y="0"/>
                  </a:lnTo>
                  <a:lnTo>
                    <a:pt x="2944724" y="0"/>
                  </a:lnTo>
                  <a:lnTo>
                    <a:pt x="2943869" y="0"/>
                  </a:lnTo>
                  <a:lnTo>
                    <a:pt x="2943013" y="0"/>
                  </a:lnTo>
                  <a:lnTo>
                    <a:pt x="2942158" y="0"/>
                  </a:lnTo>
                  <a:lnTo>
                    <a:pt x="2941302" y="0"/>
                  </a:lnTo>
                  <a:lnTo>
                    <a:pt x="2940446" y="0"/>
                  </a:lnTo>
                  <a:lnTo>
                    <a:pt x="2939591" y="0"/>
                  </a:lnTo>
                  <a:lnTo>
                    <a:pt x="2938735" y="0"/>
                  </a:lnTo>
                  <a:lnTo>
                    <a:pt x="2937880" y="0"/>
                  </a:lnTo>
                  <a:lnTo>
                    <a:pt x="2937024" y="0"/>
                  </a:lnTo>
                  <a:lnTo>
                    <a:pt x="2936169" y="0"/>
                  </a:lnTo>
                  <a:lnTo>
                    <a:pt x="2935313" y="0"/>
                  </a:lnTo>
                  <a:lnTo>
                    <a:pt x="2934458" y="0"/>
                  </a:lnTo>
                  <a:lnTo>
                    <a:pt x="2933602" y="0"/>
                  </a:lnTo>
                  <a:lnTo>
                    <a:pt x="2932747" y="0"/>
                  </a:lnTo>
                  <a:lnTo>
                    <a:pt x="2931891" y="0"/>
                  </a:lnTo>
                  <a:lnTo>
                    <a:pt x="2931036" y="0"/>
                  </a:lnTo>
                  <a:lnTo>
                    <a:pt x="2930180" y="0"/>
                  </a:lnTo>
                  <a:lnTo>
                    <a:pt x="2929325" y="0"/>
                  </a:lnTo>
                  <a:lnTo>
                    <a:pt x="2928469" y="0"/>
                  </a:lnTo>
                  <a:lnTo>
                    <a:pt x="2927614" y="0"/>
                  </a:lnTo>
                  <a:lnTo>
                    <a:pt x="2926758" y="0"/>
                  </a:lnTo>
                  <a:lnTo>
                    <a:pt x="2925903" y="0"/>
                  </a:lnTo>
                  <a:lnTo>
                    <a:pt x="2925047" y="0"/>
                  </a:lnTo>
                  <a:lnTo>
                    <a:pt x="2924191" y="0"/>
                  </a:lnTo>
                  <a:lnTo>
                    <a:pt x="2923336" y="0"/>
                  </a:lnTo>
                  <a:lnTo>
                    <a:pt x="2922480" y="0"/>
                  </a:lnTo>
                  <a:lnTo>
                    <a:pt x="2921625" y="0"/>
                  </a:lnTo>
                  <a:lnTo>
                    <a:pt x="2920769" y="0"/>
                  </a:lnTo>
                  <a:lnTo>
                    <a:pt x="2919914" y="0"/>
                  </a:lnTo>
                  <a:lnTo>
                    <a:pt x="2919058" y="0"/>
                  </a:lnTo>
                  <a:lnTo>
                    <a:pt x="2918203" y="0"/>
                  </a:lnTo>
                  <a:lnTo>
                    <a:pt x="2917347" y="0"/>
                  </a:lnTo>
                  <a:lnTo>
                    <a:pt x="2916492" y="0"/>
                  </a:lnTo>
                  <a:lnTo>
                    <a:pt x="2915636" y="0"/>
                  </a:lnTo>
                  <a:lnTo>
                    <a:pt x="2914781" y="0"/>
                  </a:lnTo>
                  <a:lnTo>
                    <a:pt x="2913925" y="0"/>
                  </a:lnTo>
                  <a:lnTo>
                    <a:pt x="2913070" y="0"/>
                  </a:lnTo>
                  <a:lnTo>
                    <a:pt x="2912214" y="0"/>
                  </a:lnTo>
                  <a:lnTo>
                    <a:pt x="2911359" y="0"/>
                  </a:lnTo>
                  <a:lnTo>
                    <a:pt x="2910503" y="0"/>
                  </a:lnTo>
                  <a:lnTo>
                    <a:pt x="2909648" y="0"/>
                  </a:lnTo>
                  <a:lnTo>
                    <a:pt x="2908792" y="0"/>
                  </a:lnTo>
                  <a:lnTo>
                    <a:pt x="2907936" y="0"/>
                  </a:lnTo>
                  <a:lnTo>
                    <a:pt x="2907081" y="0"/>
                  </a:lnTo>
                  <a:lnTo>
                    <a:pt x="2906225" y="0"/>
                  </a:lnTo>
                  <a:lnTo>
                    <a:pt x="2905370" y="0"/>
                  </a:lnTo>
                  <a:lnTo>
                    <a:pt x="2904514" y="0"/>
                  </a:lnTo>
                  <a:lnTo>
                    <a:pt x="2903659" y="0"/>
                  </a:lnTo>
                  <a:lnTo>
                    <a:pt x="2902803" y="0"/>
                  </a:lnTo>
                  <a:lnTo>
                    <a:pt x="2901948" y="0"/>
                  </a:lnTo>
                  <a:lnTo>
                    <a:pt x="2901092" y="0"/>
                  </a:lnTo>
                  <a:lnTo>
                    <a:pt x="2900237" y="0"/>
                  </a:lnTo>
                  <a:lnTo>
                    <a:pt x="2899381" y="0"/>
                  </a:lnTo>
                  <a:lnTo>
                    <a:pt x="2898526" y="0"/>
                  </a:lnTo>
                  <a:lnTo>
                    <a:pt x="2897670" y="0"/>
                  </a:lnTo>
                  <a:lnTo>
                    <a:pt x="2896815" y="0"/>
                  </a:lnTo>
                  <a:lnTo>
                    <a:pt x="2895959" y="0"/>
                  </a:lnTo>
                  <a:lnTo>
                    <a:pt x="2895104" y="0"/>
                  </a:lnTo>
                  <a:lnTo>
                    <a:pt x="2894248" y="0"/>
                  </a:lnTo>
                  <a:lnTo>
                    <a:pt x="2893392" y="0"/>
                  </a:lnTo>
                  <a:lnTo>
                    <a:pt x="2892537" y="0"/>
                  </a:lnTo>
                  <a:lnTo>
                    <a:pt x="2891681" y="0"/>
                  </a:lnTo>
                  <a:lnTo>
                    <a:pt x="2890826" y="0"/>
                  </a:lnTo>
                  <a:lnTo>
                    <a:pt x="2889970" y="0"/>
                  </a:lnTo>
                  <a:lnTo>
                    <a:pt x="2889115" y="0"/>
                  </a:lnTo>
                  <a:lnTo>
                    <a:pt x="2888259" y="0"/>
                  </a:lnTo>
                  <a:lnTo>
                    <a:pt x="2887404" y="0"/>
                  </a:lnTo>
                  <a:lnTo>
                    <a:pt x="2886548" y="0"/>
                  </a:lnTo>
                  <a:lnTo>
                    <a:pt x="2885693" y="0"/>
                  </a:lnTo>
                  <a:lnTo>
                    <a:pt x="2884837" y="0"/>
                  </a:lnTo>
                  <a:lnTo>
                    <a:pt x="2883982" y="0"/>
                  </a:lnTo>
                  <a:lnTo>
                    <a:pt x="2883126" y="0"/>
                  </a:lnTo>
                  <a:lnTo>
                    <a:pt x="2882271" y="0"/>
                  </a:lnTo>
                  <a:lnTo>
                    <a:pt x="2881415" y="0"/>
                  </a:lnTo>
                  <a:lnTo>
                    <a:pt x="2880560" y="0"/>
                  </a:lnTo>
                  <a:lnTo>
                    <a:pt x="2879704" y="0"/>
                  </a:lnTo>
                  <a:lnTo>
                    <a:pt x="2878849" y="0"/>
                  </a:lnTo>
                  <a:lnTo>
                    <a:pt x="2877993" y="0"/>
                  </a:lnTo>
                  <a:lnTo>
                    <a:pt x="2877137" y="0"/>
                  </a:lnTo>
                  <a:lnTo>
                    <a:pt x="2876282" y="0"/>
                  </a:lnTo>
                  <a:lnTo>
                    <a:pt x="2875426" y="0"/>
                  </a:lnTo>
                  <a:lnTo>
                    <a:pt x="2874571" y="0"/>
                  </a:lnTo>
                  <a:lnTo>
                    <a:pt x="2873715" y="0"/>
                  </a:lnTo>
                  <a:lnTo>
                    <a:pt x="2872860" y="0"/>
                  </a:lnTo>
                  <a:lnTo>
                    <a:pt x="2872004" y="0"/>
                  </a:lnTo>
                  <a:lnTo>
                    <a:pt x="2871149" y="0"/>
                  </a:lnTo>
                  <a:lnTo>
                    <a:pt x="2870293" y="0"/>
                  </a:lnTo>
                  <a:lnTo>
                    <a:pt x="2869438" y="0"/>
                  </a:lnTo>
                  <a:lnTo>
                    <a:pt x="2868582" y="0"/>
                  </a:lnTo>
                  <a:lnTo>
                    <a:pt x="2867727" y="0"/>
                  </a:lnTo>
                  <a:lnTo>
                    <a:pt x="2866871" y="0"/>
                  </a:lnTo>
                  <a:lnTo>
                    <a:pt x="2866016" y="0"/>
                  </a:lnTo>
                  <a:lnTo>
                    <a:pt x="2865160" y="0"/>
                  </a:lnTo>
                  <a:lnTo>
                    <a:pt x="2864305" y="0"/>
                  </a:lnTo>
                  <a:lnTo>
                    <a:pt x="2863449" y="0"/>
                  </a:lnTo>
                  <a:lnTo>
                    <a:pt x="2862594" y="0"/>
                  </a:lnTo>
                  <a:lnTo>
                    <a:pt x="2861738" y="0"/>
                  </a:lnTo>
                  <a:lnTo>
                    <a:pt x="2860882" y="0"/>
                  </a:lnTo>
                  <a:lnTo>
                    <a:pt x="2860027" y="0"/>
                  </a:lnTo>
                  <a:lnTo>
                    <a:pt x="2859171" y="0"/>
                  </a:lnTo>
                  <a:lnTo>
                    <a:pt x="2858316" y="0"/>
                  </a:lnTo>
                  <a:lnTo>
                    <a:pt x="2857460" y="0"/>
                  </a:lnTo>
                  <a:lnTo>
                    <a:pt x="2856605" y="0"/>
                  </a:lnTo>
                  <a:lnTo>
                    <a:pt x="2855749" y="0"/>
                  </a:lnTo>
                  <a:lnTo>
                    <a:pt x="2854894" y="0"/>
                  </a:lnTo>
                  <a:lnTo>
                    <a:pt x="2854038" y="0"/>
                  </a:lnTo>
                  <a:lnTo>
                    <a:pt x="2853183" y="0"/>
                  </a:lnTo>
                  <a:lnTo>
                    <a:pt x="2852327" y="0"/>
                  </a:lnTo>
                  <a:lnTo>
                    <a:pt x="2851472" y="0"/>
                  </a:lnTo>
                  <a:lnTo>
                    <a:pt x="2850616" y="0"/>
                  </a:lnTo>
                  <a:lnTo>
                    <a:pt x="2849761" y="0"/>
                  </a:lnTo>
                  <a:lnTo>
                    <a:pt x="2848905" y="0"/>
                  </a:lnTo>
                  <a:lnTo>
                    <a:pt x="2848050" y="0"/>
                  </a:lnTo>
                  <a:lnTo>
                    <a:pt x="2847194" y="0"/>
                  </a:lnTo>
                  <a:lnTo>
                    <a:pt x="2846339" y="0"/>
                  </a:lnTo>
                  <a:lnTo>
                    <a:pt x="2845483" y="0"/>
                  </a:lnTo>
                  <a:lnTo>
                    <a:pt x="2844627" y="0"/>
                  </a:lnTo>
                  <a:lnTo>
                    <a:pt x="2843772" y="0"/>
                  </a:lnTo>
                  <a:lnTo>
                    <a:pt x="2842916" y="0"/>
                  </a:lnTo>
                  <a:lnTo>
                    <a:pt x="2842061" y="0"/>
                  </a:lnTo>
                  <a:lnTo>
                    <a:pt x="2841205" y="0"/>
                  </a:lnTo>
                  <a:lnTo>
                    <a:pt x="2840350" y="0"/>
                  </a:lnTo>
                  <a:lnTo>
                    <a:pt x="2839494" y="0"/>
                  </a:lnTo>
                  <a:lnTo>
                    <a:pt x="2838639" y="0"/>
                  </a:lnTo>
                  <a:lnTo>
                    <a:pt x="2837783" y="0"/>
                  </a:lnTo>
                  <a:lnTo>
                    <a:pt x="2836928" y="0"/>
                  </a:lnTo>
                  <a:lnTo>
                    <a:pt x="2836072" y="0"/>
                  </a:lnTo>
                  <a:lnTo>
                    <a:pt x="2835217" y="0"/>
                  </a:lnTo>
                  <a:lnTo>
                    <a:pt x="2834361" y="0"/>
                  </a:lnTo>
                  <a:lnTo>
                    <a:pt x="2833506" y="0"/>
                  </a:lnTo>
                  <a:lnTo>
                    <a:pt x="2832650" y="0"/>
                  </a:lnTo>
                  <a:lnTo>
                    <a:pt x="2831795" y="0"/>
                  </a:lnTo>
                  <a:lnTo>
                    <a:pt x="2830939" y="0"/>
                  </a:lnTo>
                  <a:lnTo>
                    <a:pt x="2830083" y="0"/>
                  </a:lnTo>
                  <a:lnTo>
                    <a:pt x="2829228" y="0"/>
                  </a:lnTo>
                  <a:lnTo>
                    <a:pt x="2828372" y="0"/>
                  </a:lnTo>
                  <a:lnTo>
                    <a:pt x="2827517" y="0"/>
                  </a:lnTo>
                  <a:lnTo>
                    <a:pt x="2826661" y="0"/>
                  </a:lnTo>
                  <a:lnTo>
                    <a:pt x="2825806" y="0"/>
                  </a:lnTo>
                  <a:lnTo>
                    <a:pt x="2824950" y="0"/>
                  </a:lnTo>
                  <a:lnTo>
                    <a:pt x="2824095" y="0"/>
                  </a:lnTo>
                  <a:lnTo>
                    <a:pt x="2823239" y="0"/>
                  </a:lnTo>
                  <a:lnTo>
                    <a:pt x="2822384" y="0"/>
                  </a:lnTo>
                  <a:lnTo>
                    <a:pt x="2821528" y="0"/>
                  </a:lnTo>
                  <a:lnTo>
                    <a:pt x="2820673" y="0"/>
                  </a:lnTo>
                  <a:lnTo>
                    <a:pt x="2819817" y="0"/>
                  </a:lnTo>
                  <a:lnTo>
                    <a:pt x="2818962" y="0"/>
                  </a:lnTo>
                  <a:lnTo>
                    <a:pt x="2818106" y="0"/>
                  </a:lnTo>
                  <a:lnTo>
                    <a:pt x="2817251" y="0"/>
                  </a:lnTo>
                  <a:lnTo>
                    <a:pt x="2816395" y="0"/>
                  </a:lnTo>
                  <a:lnTo>
                    <a:pt x="2815540" y="0"/>
                  </a:lnTo>
                  <a:lnTo>
                    <a:pt x="2814684" y="0"/>
                  </a:lnTo>
                  <a:lnTo>
                    <a:pt x="2813828" y="0"/>
                  </a:lnTo>
                  <a:lnTo>
                    <a:pt x="2812973" y="0"/>
                  </a:lnTo>
                  <a:lnTo>
                    <a:pt x="2812117" y="0"/>
                  </a:lnTo>
                  <a:lnTo>
                    <a:pt x="2811262" y="0"/>
                  </a:lnTo>
                  <a:lnTo>
                    <a:pt x="2810406" y="0"/>
                  </a:lnTo>
                  <a:lnTo>
                    <a:pt x="2809551" y="0"/>
                  </a:lnTo>
                  <a:lnTo>
                    <a:pt x="2808695" y="0"/>
                  </a:lnTo>
                  <a:lnTo>
                    <a:pt x="2807840" y="0"/>
                  </a:lnTo>
                  <a:lnTo>
                    <a:pt x="2806984" y="0"/>
                  </a:lnTo>
                  <a:lnTo>
                    <a:pt x="2806129" y="0"/>
                  </a:lnTo>
                  <a:lnTo>
                    <a:pt x="2805273" y="0"/>
                  </a:lnTo>
                  <a:lnTo>
                    <a:pt x="2804418" y="0"/>
                  </a:lnTo>
                  <a:lnTo>
                    <a:pt x="2803562" y="0"/>
                  </a:lnTo>
                  <a:lnTo>
                    <a:pt x="2802707" y="0"/>
                  </a:lnTo>
                  <a:lnTo>
                    <a:pt x="2801851" y="0"/>
                  </a:lnTo>
                  <a:lnTo>
                    <a:pt x="2800996" y="0"/>
                  </a:lnTo>
                  <a:lnTo>
                    <a:pt x="2800140" y="0"/>
                  </a:lnTo>
                  <a:lnTo>
                    <a:pt x="2799285" y="0"/>
                  </a:lnTo>
                  <a:lnTo>
                    <a:pt x="2798429" y="0"/>
                  </a:lnTo>
                  <a:lnTo>
                    <a:pt x="2797573" y="0"/>
                  </a:lnTo>
                  <a:lnTo>
                    <a:pt x="2796718" y="0"/>
                  </a:lnTo>
                  <a:lnTo>
                    <a:pt x="2795862" y="0"/>
                  </a:lnTo>
                  <a:lnTo>
                    <a:pt x="2795007" y="0"/>
                  </a:lnTo>
                  <a:lnTo>
                    <a:pt x="2794151" y="0"/>
                  </a:lnTo>
                  <a:lnTo>
                    <a:pt x="2793296" y="0"/>
                  </a:lnTo>
                  <a:lnTo>
                    <a:pt x="2792440" y="0"/>
                  </a:lnTo>
                  <a:lnTo>
                    <a:pt x="2791585" y="0"/>
                  </a:lnTo>
                  <a:lnTo>
                    <a:pt x="2790729" y="0"/>
                  </a:lnTo>
                  <a:lnTo>
                    <a:pt x="2789874" y="0"/>
                  </a:lnTo>
                  <a:lnTo>
                    <a:pt x="2789018" y="0"/>
                  </a:lnTo>
                  <a:lnTo>
                    <a:pt x="2788163" y="0"/>
                  </a:lnTo>
                  <a:lnTo>
                    <a:pt x="2787307" y="0"/>
                  </a:lnTo>
                  <a:lnTo>
                    <a:pt x="2786452" y="0"/>
                  </a:lnTo>
                  <a:lnTo>
                    <a:pt x="2785596" y="0"/>
                  </a:lnTo>
                  <a:lnTo>
                    <a:pt x="2784741" y="0"/>
                  </a:lnTo>
                  <a:lnTo>
                    <a:pt x="2783885" y="0"/>
                  </a:lnTo>
                  <a:lnTo>
                    <a:pt x="2783029" y="0"/>
                  </a:lnTo>
                  <a:lnTo>
                    <a:pt x="2782174" y="0"/>
                  </a:lnTo>
                  <a:lnTo>
                    <a:pt x="2781318" y="0"/>
                  </a:lnTo>
                  <a:lnTo>
                    <a:pt x="2780463" y="0"/>
                  </a:lnTo>
                  <a:lnTo>
                    <a:pt x="2779607" y="0"/>
                  </a:lnTo>
                  <a:lnTo>
                    <a:pt x="2778752" y="0"/>
                  </a:lnTo>
                  <a:lnTo>
                    <a:pt x="2777896" y="0"/>
                  </a:lnTo>
                  <a:lnTo>
                    <a:pt x="2777041" y="0"/>
                  </a:lnTo>
                  <a:lnTo>
                    <a:pt x="2776185" y="0"/>
                  </a:lnTo>
                  <a:lnTo>
                    <a:pt x="2775330" y="0"/>
                  </a:lnTo>
                  <a:lnTo>
                    <a:pt x="2774474" y="0"/>
                  </a:lnTo>
                  <a:lnTo>
                    <a:pt x="2773619" y="0"/>
                  </a:lnTo>
                  <a:lnTo>
                    <a:pt x="2772763" y="0"/>
                  </a:lnTo>
                  <a:lnTo>
                    <a:pt x="2771908" y="0"/>
                  </a:lnTo>
                  <a:lnTo>
                    <a:pt x="2771052" y="0"/>
                  </a:lnTo>
                  <a:lnTo>
                    <a:pt x="2770197" y="0"/>
                  </a:lnTo>
                  <a:lnTo>
                    <a:pt x="2769341" y="0"/>
                  </a:lnTo>
                  <a:lnTo>
                    <a:pt x="2768486" y="0"/>
                  </a:lnTo>
                  <a:lnTo>
                    <a:pt x="2767630" y="0"/>
                  </a:lnTo>
                  <a:lnTo>
                    <a:pt x="2766774" y="0"/>
                  </a:lnTo>
                  <a:lnTo>
                    <a:pt x="2765919" y="0"/>
                  </a:lnTo>
                  <a:lnTo>
                    <a:pt x="2765063" y="0"/>
                  </a:lnTo>
                  <a:lnTo>
                    <a:pt x="2764208" y="0"/>
                  </a:lnTo>
                  <a:lnTo>
                    <a:pt x="2763352" y="0"/>
                  </a:lnTo>
                  <a:lnTo>
                    <a:pt x="2762497" y="0"/>
                  </a:lnTo>
                  <a:lnTo>
                    <a:pt x="2761641" y="0"/>
                  </a:lnTo>
                  <a:lnTo>
                    <a:pt x="2760786" y="0"/>
                  </a:lnTo>
                  <a:lnTo>
                    <a:pt x="2759930" y="0"/>
                  </a:lnTo>
                  <a:lnTo>
                    <a:pt x="2759075" y="0"/>
                  </a:lnTo>
                  <a:lnTo>
                    <a:pt x="2758219" y="0"/>
                  </a:lnTo>
                  <a:lnTo>
                    <a:pt x="2757364" y="0"/>
                  </a:lnTo>
                  <a:lnTo>
                    <a:pt x="2756508" y="0"/>
                  </a:lnTo>
                  <a:lnTo>
                    <a:pt x="2755653" y="0"/>
                  </a:lnTo>
                  <a:lnTo>
                    <a:pt x="2754797" y="0"/>
                  </a:lnTo>
                  <a:lnTo>
                    <a:pt x="2753942" y="0"/>
                  </a:lnTo>
                  <a:lnTo>
                    <a:pt x="2753086" y="0"/>
                  </a:lnTo>
                  <a:lnTo>
                    <a:pt x="2752231" y="0"/>
                  </a:lnTo>
                  <a:lnTo>
                    <a:pt x="2751375" y="0"/>
                  </a:lnTo>
                  <a:lnTo>
                    <a:pt x="2750519" y="0"/>
                  </a:lnTo>
                  <a:lnTo>
                    <a:pt x="2749664" y="0"/>
                  </a:lnTo>
                  <a:lnTo>
                    <a:pt x="2748808" y="0"/>
                  </a:lnTo>
                  <a:lnTo>
                    <a:pt x="2747953" y="0"/>
                  </a:lnTo>
                  <a:lnTo>
                    <a:pt x="2747097" y="0"/>
                  </a:lnTo>
                  <a:lnTo>
                    <a:pt x="2746242" y="0"/>
                  </a:lnTo>
                  <a:lnTo>
                    <a:pt x="2745386" y="0"/>
                  </a:lnTo>
                  <a:lnTo>
                    <a:pt x="2744531" y="0"/>
                  </a:lnTo>
                  <a:lnTo>
                    <a:pt x="2743675" y="0"/>
                  </a:lnTo>
                  <a:lnTo>
                    <a:pt x="2742820" y="0"/>
                  </a:lnTo>
                  <a:lnTo>
                    <a:pt x="2741964" y="0"/>
                  </a:lnTo>
                  <a:lnTo>
                    <a:pt x="2741109" y="0"/>
                  </a:lnTo>
                  <a:lnTo>
                    <a:pt x="2740253" y="0"/>
                  </a:lnTo>
                  <a:lnTo>
                    <a:pt x="2739398" y="0"/>
                  </a:lnTo>
                  <a:lnTo>
                    <a:pt x="2738542" y="0"/>
                  </a:lnTo>
                  <a:lnTo>
                    <a:pt x="2737687" y="0"/>
                  </a:lnTo>
                  <a:lnTo>
                    <a:pt x="2736831" y="0"/>
                  </a:lnTo>
                  <a:lnTo>
                    <a:pt x="2735975" y="0"/>
                  </a:lnTo>
                  <a:lnTo>
                    <a:pt x="2735120" y="0"/>
                  </a:lnTo>
                  <a:lnTo>
                    <a:pt x="2734264" y="0"/>
                  </a:lnTo>
                  <a:lnTo>
                    <a:pt x="2733409" y="0"/>
                  </a:lnTo>
                  <a:lnTo>
                    <a:pt x="2732553" y="0"/>
                  </a:lnTo>
                  <a:lnTo>
                    <a:pt x="2731698" y="0"/>
                  </a:lnTo>
                  <a:lnTo>
                    <a:pt x="2730842" y="0"/>
                  </a:lnTo>
                  <a:lnTo>
                    <a:pt x="2729987" y="0"/>
                  </a:lnTo>
                  <a:lnTo>
                    <a:pt x="2729131" y="0"/>
                  </a:lnTo>
                  <a:lnTo>
                    <a:pt x="2728276" y="0"/>
                  </a:lnTo>
                  <a:lnTo>
                    <a:pt x="2727420" y="0"/>
                  </a:lnTo>
                  <a:lnTo>
                    <a:pt x="2726565" y="0"/>
                  </a:lnTo>
                  <a:lnTo>
                    <a:pt x="2725709" y="0"/>
                  </a:lnTo>
                  <a:lnTo>
                    <a:pt x="2724854" y="0"/>
                  </a:lnTo>
                  <a:lnTo>
                    <a:pt x="2723998" y="0"/>
                  </a:lnTo>
                  <a:lnTo>
                    <a:pt x="2723143" y="0"/>
                  </a:lnTo>
                  <a:lnTo>
                    <a:pt x="2722287" y="0"/>
                  </a:lnTo>
                  <a:lnTo>
                    <a:pt x="2721432" y="0"/>
                  </a:lnTo>
                  <a:lnTo>
                    <a:pt x="2720576" y="0"/>
                  </a:lnTo>
                  <a:lnTo>
                    <a:pt x="2719720" y="0"/>
                  </a:lnTo>
                  <a:lnTo>
                    <a:pt x="2718865" y="0"/>
                  </a:lnTo>
                  <a:lnTo>
                    <a:pt x="2718009" y="0"/>
                  </a:lnTo>
                  <a:lnTo>
                    <a:pt x="2717154" y="0"/>
                  </a:lnTo>
                  <a:lnTo>
                    <a:pt x="2716298" y="0"/>
                  </a:lnTo>
                  <a:lnTo>
                    <a:pt x="2715443" y="0"/>
                  </a:lnTo>
                  <a:lnTo>
                    <a:pt x="2714587" y="0"/>
                  </a:lnTo>
                  <a:lnTo>
                    <a:pt x="2713732" y="0"/>
                  </a:lnTo>
                  <a:lnTo>
                    <a:pt x="2712876" y="0"/>
                  </a:lnTo>
                  <a:lnTo>
                    <a:pt x="2712021" y="0"/>
                  </a:lnTo>
                  <a:lnTo>
                    <a:pt x="2711165" y="0"/>
                  </a:lnTo>
                  <a:lnTo>
                    <a:pt x="2710310" y="0"/>
                  </a:lnTo>
                  <a:lnTo>
                    <a:pt x="2709454" y="0"/>
                  </a:lnTo>
                  <a:lnTo>
                    <a:pt x="2708599" y="0"/>
                  </a:lnTo>
                  <a:lnTo>
                    <a:pt x="2707743" y="0"/>
                  </a:lnTo>
                  <a:lnTo>
                    <a:pt x="2706888" y="0"/>
                  </a:lnTo>
                  <a:lnTo>
                    <a:pt x="2706032" y="0"/>
                  </a:lnTo>
                  <a:lnTo>
                    <a:pt x="2705177" y="0"/>
                  </a:lnTo>
                  <a:lnTo>
                    <a:pt x="2704321" y="0"/>
                  </a:lnTo>
                  <a:lnTo>
                    <a:pt x="2703465" y="0"/>
                  </a:lnTo>
                  <a:lnTo>
                    <a:pt x="2702610" y="0"/>
                  </a:lnTo>
                  <a:lnTo>
                    <a:pt x="2701754" y="0"/>
                  </a:lnTo>
                  <a:lnTo>
                    <a:pt x="2700899" y="0"/>
                  </a:lnTo>
                  <a:lnTo>
                    <a:pt x="2700043" y="0"/>
                  </a:lnTo>
                  <a:lnTo>
                    <a:pt x="2699188" y="0"/>
                  </a:lnTo>
                  <a:lnTo>
                    <a:pt x="2698332" y="0"/>
                  </a:lnTo>
                  <a:lnTo>
                    <a:pt x="2697477" y="0"/>
                  </a:lnTo>
                  <a:lnTo>
                    <a:pt x="2696621" y="0"/>
                  </a:lnTo>
                  <a:lnTo>
                    <a:pt x="2695766" y="0"/>
                  </a:lnTo>
                  <a:lnTo>
                    <a:pt x="2694910" y="0"/>
                  </a:lnTo>
                  <a:lnTo>
                    <a:pt x="2694055" y="0"/>
                  </a:lnTo>
                  <a:lnTo>
                    <a:pt x="2693199" y="0"/>
                  </a:lnTo>
                  <a:lnTo>
                    <a:pt x="2692344" y="0"/>
                  </a:lnTo>
                  <a:lnTo>
                    <a:pt x="2691488" y="0"/>
                  </a:lnTo>
                  <a:lnTo>
                    <a:pt x="2690633" y="0"/>
                  </a:lnTo>
                  <a:lnTo>
                    <a:pt x="2689777" y="0"/>
                  </a:lnTo>
                  <a:lnTo>
                    <a:pt x="2688921" y="0"/>
                  </a:lnTo>
                  <a:lnTo>
                    <a:pt x="2688066" y="0"/>
                  </a:lnTo>
                  <a:lnTo>
                    <a:pt x="2687210" y="0"/>
                  </a:lnTo>
                  <a:lnTo>
                    <a:pt x="2686355" y="0"/>
                  </a:lnTo>
                  <a:lnTo>
                    <a:pt x="2685499" y="0"/>
                  </a:lnTo>
                  <a:lnTo>
                    <a:pt x="2684644" y="0"/>
                  </a:lnTo>
                  <a:lnTo>
                    <a:pt x="2683788" y="0"/>
                  </a:lnTo>
                  <a:lnTo>
                    <a:pt x="2682933" y="0"/>
                  </a:lnTo>
                  <a:lnTo>
                    <a:pt x="2682077" y="0"/>
                  </a:lnTo>
                  <a:lnTo>
                    <a:pt x="2681222" y="0"/>
                  </a:lnTo>
                  <a:lnTo>
                    <a:pt x="2680366" y="0"/>
                  </a:lnTo>
                  <a:lnTo>
                    <a:pt x="2679511" y="0"/>
                  </a:lnTo>
                  <a:lnTo>
                    <a:pt x="2678655" y="0"/>
                  </a:lnTo>
                  <a:lnTo>
                    <a:pt x="2677800" y="0"/>
                  </a:lnTo>
                  <a:lnTo>
                    <a:pt x="2676944" y="0"/>
                  </a:lnTo>
                  <a:lnTo>
                    <a:pt x="2676089" y="0"/>
                  </a:lnTo>
                  <a:lnTo>
                    <a:pt x="2675233" y="0"/>
                  </a:lnTo>
                  <a:lnTo>
                    <a:pt x="2674378" y="0"/>
                  </a:lnTo>
                  <a:lnTo>
                    <a:pt x="2673522" y="0"/>
                  </a:lnTo>
                  <a:lnTo>
                    <a:pt x="2672666" y="0"/>
                  </a:lnTo>
                  <a:lnTo>
                    <a:pt x="2671811" y="0"/>
                  </a:lnTo>
                  <a:lnTo>
                    <a:pt x="2670955" y="0"/>
                  </a:lnTo>
                  <a:lnTo>
                    <a:pt x="2670100" y="0"/>
                  </a:lnTo>
                  <a:lnTo>
                    <a:pt x="2669244" y="0"/>
                  </a:lnTo>
                  <a:lnTo>
                    <a:pt x="2668389" y="0"/>
                  </a:lnTo>
                  <a:lnTo>
                    <a:pt x="2667533" y="0"/>
                  </a:lnTo>
                  <a:lnTo>
                    <a:pt x="2666678" y="0"/>
                  </a:lnTo>
                  <a:lnTo>
                    <a:pt x="2665822" y="0"/>
                  </a:lnTo>
                  <a:lnTo>
                    <a:pt x="2664967" y="0"/>
                  </a:lnTo>
                  <a:lnTo>
                    <a:pt x="2664111" y="0"/>
                  </a:lnTo>
                  <a:lnTo>
                    <a:pt x="2663256" y="0"/>
                  </a:lnTo>
                  <a:lnTo>
                    <a:pt x="2662400" y="0"/>
                  </a:lnTo>
                  <a:lnTo>
                    <a:pt x="2661545" y="0"/>
                  </a:lnTo>
                  <a:lnTo>
                    <a:pt x="2660689" y="0"/>
                  </a:lnTo>
                  <a:lnTo>
                    <a:pt x="2659834" y="0"/>
                  </a:lnTo>
                  <a:lnTo>
                    <a:pt x="2658978" y="0"/>
                  </a:lnTo>
                  <a:lnTo>
                    <a:pt x="2658123" y="0"/>
                  </a:lnTo>
                  <a:lnTo>
                    <a:pt x="2657267" y="0"/>
                  </a:lnTo>
                  <a:lnTo>
                    <a:pt x="2656411" y="0"/>
                  </a:lnTo>
                  <a:lnTo>
                    <a:pt x="2655556" y="0"/>
                  </a:lnTo>
                  <a:lnTo>
                    <a:pt x="2654700" y="0"/>
                  </a:lnTo>
                  <a:lnTo>
                    <a:pt x="2653845" y="0"/>
                  </a:lnTo>
                  <a:lnTo>
                    <a:pt x="2652989" y="0"/>
                  </a:lnTo>
                  <a:lnTo>
                    <a:pt x="2652134" y="0"/>
                  </a:lnTo>
                  <a:lnTo>
                    <a:pt x="2651278" y="0"/>
                  </a:lnTo>
                  <a:lnTo>
                    <a:pt x="2650423" y="0"/>
                  </a:lnTo>
                  <a:lnTo>
                    <a:pt x="2649567" y="0"/>
                  </a:lnTo>
                  <a:lnTo>
                    <a:pt x="2648712" y="0"/>
                  </a:lnTo>
                  <a:lnTo>
                    <a:pt x="2647856" y="0"/>
                  </a:lnTo>
                  <a:lnTo>
                    <a:pt x="2647001" y="0"/>
                  </a:lnTo>
                  <a:lnTo>
                    <a:pt x="2646145" y="0"/>
                  </a:lnTo>
                  <a:lnTo>
                    <a:pt x="2645290" y="0"/>
                  </a:lnTo>
                  <a:lnTo>
                    <a:pt x="2644434" y="0"/>
                  </a:lnTo>
                  <a:lnTo>
                    <a:pt x="2643579" y="0"/>
                  </a:lnTo>
                  <a:lnTo>
                    <a:pt x="2642723" y="0"/>
                  </a:lnTo>
                  <a:lnTo>
                    <a:pt x="2641868" y="0"/>
                  </a:lnTo>
                  <a:lnTo>
                    <a:pt x="2641012" y="0"/>
                  </a:lnTo>
                  <a:lnTo>
                    <a:pt x="2640156" y="0"/>
                  </a:lnTo>
                  <a:lnTo>
                    <a:pt x="2639301" y="0"/>
                  </a:lnTo>
                  <a:lnTo>
                    <a:pt x="2638445" y="0"/>
                  </a:lnTo>
                  <a:lnTo>
                    <a:pt x="2637590" y="0"/>
                  </a:lnTo>
                  <a:lnTo>
                    <a:pt x="2636734" y="0"/>
                  </a:lnTo>
                  <a:lnTo>
                    <a:pt x="2635879" y="0"/>
                  </a:lnTo>
                  <a:lnTo>
                    <a:pt x="2635023" y="0"/>
                  </a:lnTo>
                  <a:lnTo>
                    <a:pt x="2634168" y="0"/>
                  </a:lnTo>
                  <a:lnTo>
                    <a:pt x="2633312" y="0"/>
                  </a:lnTo>
                  <a:lnTo>
                    <a:pt x="2632457" y="0"/>
                  </a:lnTo>
                  <a:lnTo>
                    <a:pt x="2631601" y="0"/>
                  </a:lnTo>
                  <a:lnTo>
                    <a:pt x="2630746" y="0"/>
                  </a:lnTo>
                  <a:lnTo>
                    <a:pt x="2629890" y="0"/>
                  </a:lnTo>
                  <a:lnTo>
                    <a:pt x="2629035" y="0"/>
                  </a:lnTo>
                  <a:lnTo>
                    <a:pt x="2628179" y="0"/>
                  </a:lnTo>
                  <a:lnTo>
                    <a:pt x="2627324" y="0"/>
                  </a:lnTo>
                  <a:lnTo>
                    <a:pt x="2626468" y="0"/>
                  </a:lnTo>
                  <a:lnTo>
                    <a:pt x="2625612" y="0"/>
                  </a:lnTo>
                  <a:lnTo>
                    <a:pt x="2624757" y="0"/>
                  </a:lnTo>
                  <a:lnTo>
                    <a:pt x="2623901" y="0"/>
                  </a:lnTo>
                  <a:lnTo>
                    <a:pt x="2623046" y="0"/>
                  </a:lnTo>
                  <a:lnTo>
                    <a:pt x="2622190" y="0"/>
                  </a:lnTo>
                  <a:lnTo>
                    <a:pt x="2621335" y="0"/>
                  </a:lnTo>
                  <a:lnTo>
                    <a:pt x="2620479" y="0"/>
                  </a:lnTo>
                  <a:lnTo>
                    <a:pt x="2619624" y="0"/>
                  </a:lnTo>
                  <a:lnTo>
                    <a:pt x="2618768" y="0"/>
                  </a:lnTo>
                  <a:lnTo>
                    <a:pt x="2617913" y="0"/>
                  </a:lnTo>
                  <a:lnTo>
                    <a:pt x="2617057" y="0"/>
                  </a:lnTo>
                  <a:lnTo>
                    <a:pt x="2616202" y="0"/>
                  </a:lnTo>
                  <a:lnTo>
                    <a:pt x="2615346" y="0"/>
                  </a:lnTo>
                  <a:lnTo>
                    <a:pt x="2614491" y="0"/>
                  </a:lnTo>
                  <a:lnTo>
                    <a:pt x="2613635" y="0"/>
                  </a:lnTo>
                  <a:lnTo>
                    <a:pt x="2612780" y="0"/>
                  </a:lnTo>
                  <a:lnTo>
                    <a:pt x="2611924" y="0"/>
                  </a:lnTo>
                  <a:lnTo>
                    <a:pt x="2611069" y="0"/>
                  </a:lnTo>
                  <a:lnTo>
                    <a:pt x="2610213" y="0"/>
                  </a:lnTo>
                  <a:lnTo>
                    <a:pt x="2609357" y="0"/>
                  </a:lnTo>
                  <a:lnTo>
                    <a:pt x="2608502" y="0"/>
                  </a:lnTo>
                  <a:lnTo>
                    <a:pt x="2607646" y="0"/>
                  </a:lnTo>
                  <a:lnTo>
                    <a:pt x="2606791" y="0"/>
                  </a:lnTo>
                  <a:lnTo>
                    <a:pt x="2605935" y="0"/>
                  </a:lnTo>
                  <a:lnTo>
                    <a:pt x="2605080" y="0"/>
                  </a:lnTo>
                  <a:lnTo>
                    <a:pt x="2604224" y="0"/>
                  </a:lnTo>
                  <a:lnTo>
                    <a:pt x="2603369" y="0"/>
                  </a:lnTo>
                  <a:lnTo>
                    <a:pt x="2602513" y="0"/>
                  </a:lnTo>
                  <a:lnTo>
                    <a:pt x="2601658" y="0"/>
                  </a:lnTo>
                  <a:lnTo>
                    <a:pt x="2600802" y="0"/>
                  </a:lnTo>
                  <a:lnTo>
                    <a:pt x="2599947" y="0"/>
                  </a:lnTo>
                  <a:lnTo>
                    <a:pt x="2599091" y="0"/>
                  </a:lnTo>
                  <a:lnTo>
                    <a:pt x="2598236" y="0"/>
                  </a:lnTo>
                  <a:lnTo>
                    <a:pt x="2597380" y="0"/>
                  </a:lnTo>
                  <a:lnTo>
                    <a:pt x="2596525" y="0"/>
                  </a:lnTo>
                  <a:lnTo>
                    <a:pt x="2595669" y="0"/>
                  </a:lnTo>
                  <a:lnTo>
                    <a:pt x="2594814" y="0"/>
                  </a:lnTo>
                  <a:lnTo>
                    <a:pt x="2593958" y="0"/>
                  </a:lnTo>
                  <a:lnTo>
                    <a:pt x="2593102" y="0"/>
                  </a:lnTo>
                  <a:lnTo>
                    <a:pt x="2592247" y="0"/>
                  </a:lnTo>
                  <a:lnTo>
                    <a:pt x="2591391" y="0"/>
                  </a:lnTo>
                  <a:lnTo>
                    <a:pt x="2590536" y="0"/>
                  </a:lnTo>
                  <a:lnTo>
                    <a:pt x="2589680" y="0"/>
                  </a:lnTo>
                  <a:lnTo>
                    <a:pt x="2588825" y="0"/>
                  </a:lnTo>
                  <a:lnTo>
                    <a:pt x="2587969" y="0"/>
                  </a:lnTo>
                  <a:lnTo>
                    <a:pt x="2587114" y="0"/>
                  </a:lnTo>
                  <a:lnTo>
                    <a:pt x="2586258" y="0"/>
                  </a:lnTo>
                  <a:lnTo>
                    <a:pt x="2585403" y="0"/>
                  </a:lnTo>
                  <a:lnTo>
                    <a:pt x="2584547" y="0"/>
                  </a:lnTo>
                  <a:lnTo>
                    <a:pt x="2583692" y="0"/>
                  </a:lnTo>
                  <a:lnTo>
                    <a:pt x="2582836" y="0"/>
                  </a:lnTo>
                  <a:lnTo>
                    <a:pt x="2581981" y="0"/>
                  </a:lnTo>
                  <a:lnTo>
                    <a:pt x="2581125" y="0"/>
                  </a:lnTo>
                  <a:lnTo>
                    <a:pt x="2580270" y="0"/>
                  </a:lnTo>
                  <a:lnTo>
                    <a:pt x="2579414" y="0"/>
                  </a:lnTo>
                  <a:lnTo>
                    <a:pt x="2578558" y="0"/>
                  </a:lnTo>
                  <a:lnTo>
                    <a:pt x="2577703" y="0"/>
                  </a:lnTo>
                  <a:lnTo>
                    <a:pt x="2576847" y="0"/>
                  </a:lnTo>
                  <a:lnTo>
                    <a:pt x="2575992" y="0"/>
                  </a:lnTo>
                  <a:lnTo>
                    <a:pt x="2575136" y="0"/>
                  </a:lnTo>
                  <a:lnTo>
                    <a:pt x="2574281" y="0"/>
                  </a:lnTo>
                  <a:lnTo>
                    <a:pt x="2573425" y="0"/>
                  </a:lnTo>
                  <a:lnTo>
                    <a:pt x="2572570" y="0"/>
                  </a:lnTo>
                  <a:lnTo>
                    <a:pt x="2571714" y="0"/>
                  </a:lnTo>
                  <a:lnTo>
                    <a:pt x="2570859" y="0"/>
                  </a:lnTo>
                  <a:lnTo>
                    <a:pt x="2570003" y="0"/>
                  </a:lnTo>
                  <a:lnTo>
                    <a:pt x="2569148" y="0"/>
                  </a:lnTo>
                  <a:lnTo>
                    <a:pt x="2568292" y="0"/>
                  </a:lnTo>
                  <a:lnTo>
                    <a:pt x="2567437" y="0"/>
                  </a:lnTo>
                  <a:lnTo>
                    <a:pt x="2566581" y="0"/>
                  </a:lnTo>
                  <a:lnTo>
                    <a:pt x="2565726" y="0"/>
                  </a:lnTo>
                  <a:lnTo>
                    <a:pt x="2564870" y="0"/>
                  </a:lnTo>
                  <a:lnTo>
                    <a:pt x="2564015" y="0"/>
                  </a:lnTo>
                  <a:lnTo>
                    <a:pt x="2563159" y="0"/>
                  </a:lnTo>
                  <a:lnTo>
                    <a:pt x="2562303" y="0"/>
                  </a:lnTo>
                  <a:lnTo>
                    <a:pt x="2561448" y="0"/>
                  </a:lnTo>
                  <a:lnTo>
                    <a:pt x="2560592" y="0"/>
                  </a:lnTo>
                  <a:lnTo>
                    <a:pt x="2559737" y="0"/>
                  </a:lnTo>
                  <a:lnTo>
                    <a:pt x="2558881" y="0"/>
                  </a:lnTo>
                  <a:lnTo>
                    <a:pt x="2558026" y="0"/>
                  </a:lnTo>
                  <a:lnTo>
                    <a:pt x="2557170" y="0"/>
                  </a:lnTo>
                  <a:lnTo>
                    <a:pt x="2556315" y="0"/>
                  </a:lnTo>
                  <a:lnTo>
                    <a:pt x="2555459" y="0"/>
                  </a:lnTo>
                  <a:lnTo>
                    <a:pt x="2554604" y="0"/>
                  </a:lnTo>
                  <a:lnTo>
                    <a:pt x="2553748" y="0"/>
                  </a:lnTo>
                  <a:lnTo>
                    <a:pt x="2552893" y="0"/>
                  </a:lnTo>
                  <a:lnTo>
                    <a:pt x="2552037" y="0"/>
                  </a:lnTo>
                  <a:lnTo>
                    <a:pt x="2551182" y="0"/>
                  </a:lnTo>
                  <a:lnTo>
                    <a:pt x="2550326" y="0"/>
                  </a:lnTo>
                  <a:lnTo>
                    <a:pt x="2549471" y="0"/>
                  </a:lnTo>
                  <a:lnTo>
                    <a:pt x="2548615" y="0"/>
                  </a:lnTo>
                  <a:lnTo>
                    <a:pt x="2547760" y="0"/>
                  </a:lnTo>
                  <a:lnTo>
                    <a:pt x="2546904" y="0"/>
                  </a:lnTo>
                  <a:lnTo>
                    <a:pt x="2546048" y="0"/>
                  </a:lnTo>
                  <a:lnTo>
                    <a:pt x="2545193" y="0"/>
                  </a:lnTo>
                  <a:lnTo>
                    <a:pt x="2544337" y="0"/>
                  </a:lnTo>
                  <a:lnTo>
                    <a:pt x="2543482" y="0"/>
                  </a:lnTo>
                  <a:lnTo>
                    <a:pt x="2542626" y="0"/>
                  </a:lnTo>
                  <a:lnTo>
                    <a:pt x="2541771" y="0"/>
                  </a:lnTo>
                  <a:lnTo>
                    <a:pt x="2540915" y="0"/>
                  </a:lnTo>
                  <a:lnTo>
                    <a:pt x="2540060" y="0"/>
                  </a:lnTo>
                  <a:lnTo>
                    <a:pt x="2539204" y="0"/>
                  </a:lnTo>
                  <a:lnTo>
                    <a:pt x="2538349" y="0"/>
                  </a:lnTo>
                  <a:lnTo>
                    <a:pt x="2537493" y="0"/>
                  </a:lnTo>
                  <a:lnTo>
                    <a:pt x="2536638" y="0"/>
                  </a:lnTo>
                  <a:lnTo>
                    <a:pt x="2535782" y="0"/>
                  </a:lnTo>
                  <a:lnTo>
                    <a:pt x="2534927" y="0"/>
                  </a:lnTo>
                  <a:lnTo>
                    <a:pt x="2534071" y="0"/>
                  </a:lnTo>
                  <a:lnTo>
                    <a:pt x="2533216" y="0"/>
                  </a:lnTo>
                  <a:lnTo>
                    <a:pt x="2532360" y="0"/>
                  </a:lnTo>
                  <a:lnTo>
                    <a:pt x="2531504" y="0"/>
                  </a:lnTo>
                  <a:lnTo>
                    <a:pt x="2530649" y="0"/>
                  </a:lnTo>
                  <a:lnTo>
                    <a:pt x="2529793" y="0"/>
                  </a:lnTo>
                  <a:lnTo>
                    <a:pt x="2528938" y="0"/>
                  </a:lnTo>
                  <a:lnTo>
                    <a:pt x="2528082" y="0"/>
                  </a:lnTo>
                  <a:lnTo>
                    <a:pt x="2527227" y="0"/>
                  </a:lnTo>
                  <a:lnTo>
                    <a:pt x="2526371" y="0"/>
                  </a:lnTo>
                  <a:lnTo>
                    <a:pt x="2525516" y="0"/>
                  </a:lnTo>
                  <a:lnTo>
                    <a:pt x="2524660" y="0"/>
                  </a:lnTo>
                  <a:lnTo>
                    <a:pt x="2523805" y="0"/>
                  </a:lnTo>
                  <a:lnTo>
                    <a:pt x="2522949" y="0"/>
                  </a:lnTo>
                  <a:lnTo>
                    <a:pt x="2522094" y="0"/>
                  </a:lnTo>
                  <a:lnTo>
                    <a:pt x="2521238" y="0"/>
                  </a:lnTo>
                  <a:lnTo>
                    <a:pt x="2520383" y="0"/>
                  </a:lnTo>
                  <a:lnTo>
                    <a:pt x="2519527" y="0"/>
                  </a:lnTo>
                  <a:lnTo>
                    <a:pt x="2518672" y="0"/>
                  </a:lnTo>
                  <a:lnTo>
                    <a:pt x="2517816" y="0"/>
                  </a:lnTo>
                  <a:lnTo>
                    <a:pt x="2516961" y="0"/>
                  </a:lnTo>
                  <a:lnTo>
                    <a:pt x="2516105" y="0"/>
                  </a:lnTo>
                  <a:lnTo>
                    <a:pt x="2515249" y="0"/>
                  </a:lnTo>
                  <a:lnTo>
                    <a:pt x="2514394" y="0"/>
                  </a:lnTo>
                  <a:lnTo>
                    <a:pt x="2513538" y="0"/>
                  </a:lnTo>
                  <a:lnTo>
                    <a:pt x="2512683" y="0"/>
                  </a:lnTo>
                  <a:lnTo>
                    <a:pt x="2511827" y="0"/>
                  </a:lnTo>
                  <a:lnTo>
                    <a:pt x="2510972" y="0"/>
                  </a:lnTo>
                  <a:lnTo>
                    <a:pt x="2510116" y="0"/>
                  </a:lnTo>
                  <a:lnTo>
                    <a:pt x="2509261" y="0"/>
                  </a:lnTo>
                  <a:lnTo>
                    <a:pt x="2508405" y="0"/>
                  </a:lnTo>
                  <a:lnTo>
                    <a:pt x="2507550" y="0"/>
                  </a:lnTo>
                  <a:lnTo>
                    <a:pt x="2506694" y="0"/>
                  </a:lnTo>
                  <a:lnTo>
                    <a:pt x="2505839" y="0"/>
                  </a:lnTo>
                  <a:lnTo>
                    <a:pt x="2504983" y="0"/>
                  </a:lnTo>
                  <a:lnTo>
                    <a:pt x="2504128" y="0"/>
                  </a:lnTo>
                  <a:lnTo>
                    <a:pt x="2503272" y="0"/>
                  </a:lnTo>
                  <a:lnTo>
                    <a:pt x="2502417" y="0"/>
                  </a:lnTo>
                  <a:lnTo>
                    <a:pt x="2501561" y="0"/>
                  </a:lnTo>
                  <a:lnTo>
                    <a:pt x="2500706" y="0"/>
                  </a:lnTo>
                  <a:lnTo>
                    <a:pt x="2499850" y="0"/>
                  </a:lnTo>
                  <a:lnTo>
                    <a:pt x="2498994" y="0"/>
                  </a:lnTo>
                  <a:lnTo>
                    <a:pt x="2498139" y="0"/>
                  </a:lnTo>
                  <a:lnTo>
                    <a:pt x="2497283" y="0"/>
                  </a:lnTo>
                  <a:lnTo>
                    <a:pt x="2496428" y="0"/>
                  </a:lnTo>
                  <a:lnTo>
                    <a:pt x="2495572" y="0"/>
                  </a:lnTo>
                  <a:lnTo>
                    <a:pt x="2494717" y="0"/>
                  </a:lnTo>
                  <a:lnTo>
                    <a:pt x="2493861" y="0"/>
                  </a:lnTo>
                  <a:lnTo>
                    <a:pt x="2493006" y="0"/>
                  </a:lnTo>
                  <a:lnTo>
                    <a:pt x="2492150" y="0"/>
                  </a:lnTo>
                  <a:lnTo>
                    <a:pt x="2491295" y="0"/>
                  </a:lnTo>
                  <a:lnTo>
                    <a:pt x="2490439" y="0"/>
                  </a:lnTo>
                  <a:lnTo>
                    <a:pt x="2489584" y="0"/>
                  </a:lnTo>
                  <a:lnTo>
                    <a:pt x="2488728" y="0"/>
                  </a:lnTo>
                  <a:lnTo>
                    <a:pt x="2487873" y="0"/>
                  </a:lnTo>
                  <a:lnTo>
                    <a:pt x="2487017" y="0"/>
                  </a:lnTo>
                  <a:lnTo>
                    <a:pt x="2486162" y="0"/>
                  </a:lnTo>
                  <a:lnTo>
                    <a:pt x="2485306" y="0"/>
                  </a:lnTo>
                  <a:lnTo>
                    <a:pt x="2484450" y="0"/>
                  </a:lnTo>
                  <a:lnTo>
                    <a:pt x="2483595" y="0"/>
                  </a:lnTo>
                  <a:lnTo>
                    <a:pt x="2482739" y="0"/>
                  </a:lnTo>
                  <a:lnTo>
                    <a:pt x="2481884" y="0"/>
                  </a:lnTo>
                  <a:lnTo>
                    <a:pt x="2481028" y="0"/>
                  </a:lnTo>
                  <a:lnTo>
                    <a:pt x="2480173" y="0"/>
                  </a:lnTo>
                  <a:lnTo>
                    <a:pt x="2479317" y="0"/>
                  </a:lnTo>
                  <a:lnTo>
                    <a:pt x="2478462" y="0"/>
                  </a:lnTo>
                  <a:lnTo>
                    <a:pt x="2477606" y="0"/>
                  </a:lnTo>
                  <a:lnTo>
                    <a:pt x="2476751" y="0"/>
                  </a:lnTo>
                  <a:lnTo>
                    <a:pt x="2475895" y="0"/>
                  </a:lnTo>
                  <a:lnTo>
                    <a:pt x="2475040" y="0"/>
                  </a:lnTo>
                  <a:lnTo>
                    <a:pt x="2474184" y="0"/>
                  </a:lnTo>
                  <a:lnTo>
                    <a:pt x="2473329" y="0"/>
                  </a:lnTo>
                  <a:lnTo>
                    <a:pt x="2472473" y="0"/>
                  </a:lnTo>
                  <a:lnTo>
                    <a:pt x="2471618" y="0"/>
                  </a:lnTo>
                  <a:lnTo>
                    <a:pt x="2470762" y="0"/>
                  </a:lnTo>
                  <a:lnTo>
                    <a:pt x="2469907" y="0"/>
                  </a:lnTo>
                  <a:lnTo>
                    <a:pt x="2469051" y="0"/>
                  </a:lnTo>
                  <a:lnTo>
                    <a:pt x="2468195" y="0"/>
                  </a:lnTo>
                  <a:lnTo>
                    <a:pt x="2467340" y="0"/>
                  </a:lnTo>
                  <a:lnTo>
                    <a:pt x="2466484" y="0"/>
                  </a:lnTo>
                  <a:lnTo>
                    <a:pt x="2465629" y="0"/>
                  </a:lnTo>
                  <a:lnTo>
                    <a:pt x="2464773" y="0"/>
                  </a:lnTo>
                  <a:lnTo>
                    <a:pt x="2463918" y="0"/>
                  </a:lnTo>
                  <a:lnTo>
                    <a:pt x="2463062" y="0"/>
                  </a:lnTo>
                  <a:lnTo>
                    <a:pt x="2462207" y="0"/>
                  </a:lnTo>
                  <a:lnTo>
                    <a:pt x="2461351" y="0"/>
                  </a:lnTo>
                  <a:lnTo>
                    <a:pt x="2460496" y="0"/>
                  </a:lnTo>
                  <a:lnTo>
                    <a:pt x="2459640" y="0"/>
                  </a:lnTo>
                  <a:lnTo>
                    <a:pt x="2458785" y="0"/>
                  </a:lnTo>
                  <a:lnTo>
                    <a:pt x="2457929" y="0"/>
                  </a:lnTo>
                  <a:lnTo>
                    <a:pt x="2457074" y="0"/>
                  </a:lnTo>
                  <a:lnTo>
                    <a:pt x="2456218" y="0"/>
                  </a:lnTo>
                  <a:lnTo>
                    <a:pt x="2455363" y="0"/>
                  </a:lnTo>
                  <a:lnTo>
                    <a:pt x="2454507" y="0"/>
                  </a:lnTo>
                  <a:lnTo>
                    <a:pt x="2453652" y="0"/>
                  </a:lnTo>
                  <a:lnTo>
                    <a:pt x="2452796" y="0"/>
                  </a:lnTo>
                  <a:lnTo>
                    <a:pt x="2451940" y="0"/>
                  </a:lnTo>
                  <a:lnTo>
                    <a:pt x="2451085" y="0"/>
                  </a:lnTo>
                  <a:lnTo>
                    <a:pt x="2450229" y="0"/>
                  </a:lnTo>
                  <a:lnTo>
                    <a:pt x="2449374" y="0"/>
                  </a:lnTo>
                  <a:lnTo>
                    <a:pt x="2448518" y="0"/>
                  </a:lnTo>
                  <a:lnTo>
                    <a:pt x="2447663" y="0"/>
                  </a:lnTo>
                  <a:lnTo>
                    <a:pt x="2446807" y="0"/>
                  </a:lnTo>
                  <a:lnTo>
                    <a:pt x="2445952" y="0"/>
                  </a:lnTo>
                  <a:lnTo>
                    <a:pt x="2445096" y="0"/>
                  </a:lnTo>
                  <a:lnTo>
                    <a:pt x="2444241" y="0"/>
                  </a:lnTo>
                  <a:lnTo>
                    <a:pt x="2443385" y="0"/>
                  </a:lnTo>
                  <a:lnTo>
                    <a:pt x="2442530" y="0"/>
                  </a:lnTo>
                  <a:lnTo>
                    <a:pt x="2441674" y="0"/>
                  </a:lnTo>
                  <a:lnTo>
                    <a:pt x="2440819" y="0"/>
                  </a:lnTo>
                  <a:lnTo>
                    <a:pt x="2439963" y="0"/>
                  </a:lnTo>
                  <a:lnTo>
                    <a:pt x="2439108" y="0"/>
                  </a:lnTo>
                  <a:lnTo>
                    <a:pt x="2438252" y="0"/>
                  </a:lnTo>
                  <a:lnTo>
                    <a:pt x="2437396" y="0"/>
                  </a:lnTo>
                  <a:lnTo>
                    <a:pt x="2436541" y="0"/>
                  </a:lnTo>
                  <a:lnTo>
                    <a:pt x="2435685" y="0"/>
                  </a:lnTo>
                  <a:lnTo>
                    <a:pt x="2434830" y="0"/>
                  </a:lnTo>
                  <a:lnTo>
                    <a:pt x="2433974" y="0"/>
                  </a:lnTo>
                  <a:lnTo>
                    <a:pt x="2433119" y="0"/>
                  </a:lnTo>
                  <a:lnTo>
                    <a:pt x="2432263" y="0"/>
                  </a:lnTo>
                  <a:lnTo>
                    <a:pt x="2431408" y="0"/>
                  </a:lnTo>
                  <a:lnTo>
                    <a:pt x="2430552" y="0"/>
                  </a:lnTo>
                  <a:lnTo>
                    <a:pt x="2429697" y="0"/>
                  </a:lnTo>
                  <a:lnTo>
                    <a:pt x="2428841" y="0"/>
                  </a:lnTo>
                  <a:lnTo>
                    <a:pt x="2427986" y="0"/>
                  </a:lnTo>
                  <a:lnTo>
                    <a:pt x="2427130" y="0"/>
                  </a:lnTo>
                  <a:lnTo>
                    <a:pt x="2426275" y="0"/>
                  </a:lnTo>
                  <a:lnTo>
                    <a:pt x="2425419" y="0"/>
                  </a:lnTo>
                  <a:lnTo>
                    <a:pt x="2424564" y="0"/>
                  </a:lnTo>
                  <a:lnTo>
                    <a:pt x="2423708" y="0"/>
                  </a:lnTo>
                  <a:lnTo>
                    <a:pt x="2422853" y="0"/>
                  </a:lnTo>
                  <a:lnTo>
                    <a:pt x="2421997" y="0"/>
                  </a:lnTo>
                  <a:lnTo>
                    <a:pt x="2421141" y="0"/>
                  </a:lnTo>
                  <a:lnTo>
                    <a:pt x="2420286" y="0"/>
                  </a:lnTo>
                  <a:lnTo>
                    <a:pt x="2419430" y="0"/>
                  </a:lnTo>
                  <a:lnTo>
                    <a:pt x="2418575" y="0"/>
                  </a:lnTo>
                  <a:lnTo>
                    <a:pt x="2417719" y="0"/>
                  </a:lnTo>
                  <a:lnTo>
                    <a:pt x="2416864" y="0"/>
                  </a:lnTo>
                  <a:lnTo>
                    <a:pt x="2416008" y="0"/>
                  </a:lnTo>
                  <a:lnTo>
                    <a:pt x="2415153" y="0"/>
                  </a:lnTo>
                  <a:lnTo>
                    <a:pt x="2414297" y="0"/>
                  </a:lnTo>
                  <a:lnTo>
                    <a:pt x="2413442" y="0"/>
                  </a:lnTo>
                  <a:lnTo>
                    <a:pt x="2412586" y="0"/>
                  </a:lnTo>
                  <a:lnTo>
                    <a:pt x="2411731" y="0"/>
                  </a:lnTo>
                  <a:lnTo>
                    <a:pt x="2410875" y="0"/>
                  </a:lnTo>
                  <a:lnTo>
                    <a:pt x="2410020" y="0"/>
                  </a:lnTo>
                  <a:lnTo>
                    <a:pt x="2409164" y="0"/>
                  </a:lnTo>
                  <a:lnTo>
                    <a:pt x="2408309" y="0"/>
                  </a:lnTo>
                  <a:lnTo>
                    <a:pt x="2407453" y="0"/>
                  </a:lnTo>
                  <a:lnTo>
                    <a:pt x="2406598" y="0"/>
                  </a:lnTo>
                  <a:lnTo>
                    <a:pt x="2405742" y="0"/>
                  </a:lnTo>
                  <a:lnTo>
                    <a:pt x="2404886" y="0"/>
                  </a:lnTo>
                  <a:lnTo>
                    <a:pt x="2404031" y="0"/>
                  </a:lnTo>
                  <a:lnTo>
                    <a:pt x="2403175" y="0"/>
                  </a:lnTo>
                  <a:lnTo>
                    <a:pt x="2402320" y="0"/>
                  </a:lnTo>
                  <a:lnTo>
                    <a:pt x="2401464" y="0"/>
                  </a:lnTo>
                  <a:lnTo>
                    <a:pt x="2400609" y="0"/>
                  </a:lnTo>
                  <a:lnTo>
                    <a:pt x="2399753" y="0"/>
                  </a:lnTo>
                  <a:lnTo>
                    <a:pt x="2398898" y="0"/>
                  </a:lnTo>
                  <a:lnTo>
                    <a:pt x="2398042" y="0"/>
                  </a:lnTo>
                  <a:lnTo>
                    <a:pt x="2397187" y="0"/>
                  </a:lnTo>
                  <a:lnTo>
                    <a:pt x="2396331" y="0"/>
                  </a:lnTo>
                  <a:lnTo>
                    <a:pt x="2395476" y="0"/>
                  </a:lnTo>
                  <a:lnTo>
                    <a:pt x="2394620" y="0"/>
                  </a:lnTo>
                  <a:lnTo>
                    <a:pt x="2393765" y="0"/>
                  </a:lnTo>
                  <a:lnTo>
                    <a:pt x="2392909" y="0"/>
                  </a:lnTo>
                  <a:lnTo>
                    <a:pt x="2392054" y="0"/>
                  </a:lnTo>
                  <a:lnTo>
                    <a:pt x="2391198" y="0"/>
                  </a:lnTo>
                  <a:lnTo>
                    <a:pt x="2390343" y="0"/>
                  </a:lnTo>
                  <a:lnTo>
                    <a:pt x="2389487" y="0"/>
                  </a:lnTo>
                  <a:lnTo>
                    <a:pt x="2388631" y="0"/>
                  </a:lnTo>
                  <a:lnTo>
                    <a:pt x="2387776" y="0"/>
                  </a:lnTo>
                  <a:lnTo>
                    <a:pt x="2386920" y="0"/>
                  </a:lnTo>
                  <a:lnTo>
                    <a:pt x="2386065" y="0"/>
                  </a:lnTo>
                  <a:lnTo>
                    <a:pt x="2385209" y="0"/>
                  </a:lnTo>
                  <a:lnTo>
                    <a:pt x="2384354" y="0"/>
                  </a:lnTo>
                  <a:lnTo>
                    <a:pt x="2383498" y="0"/>
                  </a:lnTo>
                  <a:lnTo>
                    <a:pt x="2382643" y="0"/>
                  </a:lnTo>
                  <a:lnTo>
                    <a:pt x="2381787" y="0"/>
                  </a:lnTo>
                  <a:lnTo>
                    <a:pt x="2380932" y="0"/>
                  </a:lnTo>
                  <a:lnTo>
                    <a:pt x="2380076" y="0"/>
                  </a:lnTo>
                  <a:lnTo>
                    <a:pt x="2379221" y="0"/>
                  </a:lnTo>
                  <a:lnTo>
                    <a:pt x="2378365" y="0"/>
                  </a:lnTo>
                  <a:lnTo>
                    <a:pt x="2377510" y="0"/>
                  </a:lnTo>
                  <a:lnTo>
                    <a:pt x="2376654" y="0"/>
                  </a:lnTo>
                  <a:lnTo>
                    <a:pt x="2375799" y="0"/>
                  </a:lnTo>
                  <a:lnTo>
                    <a:pt x="2374943" y="0"/>
                  </a:lnTo>
                  <a:lnTo>
                    <a:pt x="2374087" y="0"/>
                  </a:lnTo>
                  <a:lnTo>
                    <a:pt x="2373232" y="0"/>
                  </a:lnTo>
                  <a:lnTo>
                    <a:pt x="2372376" y="0"/>
                  </a:lnTo>
                  <a:lnTo>
                    <a:pt x="2371521" y="0"/>
                  </a:lnTo>
                  <a:lnTo>
                    <a:pt x="2370665" y="0"/>
                  </a:lnTo>
                  <a:lnTo>
                    <a:pt x="2369810" y="0"/>
                  </a:lnTo>
                  <a:lnTo>
                    <a:pt x="2368954" y="0"/>
                  </a:lnTo>
                  <a:lnTo>
                    <a:pt x="2368099" y="0"/>
                  </a:lnTo>
                  <a:lnTo>
                    <a:pt x="2367243" y="0"/>
                  </a:lnTo>
                  <a:lnTo>
                    <a:pt x="2366388" y="0"/>
                  </a:lnTo>
                  <a:lnTo>
                    <a:pt x="2365532" y="0"/>
                  </a:lnTo>
                  <a:lnTo>
                    <a:pt x="2364677" y="0"/>
                  </a:lnTo>
                  <a:lnTo>
                    <a:pt x="2363821" y="0"/>
                  </a:lnTo>
                  <a:lnTo>
                    <a:pt x="2362966" y="0"/>
                  </a:lnTo>
                  <a:lnTo>
                    <a:pt x="2362110" y="0"/>
                  </a:lnTo>
                  <a:lnTo>
                    <a:pt x="2361255" y="0"/>
                  </a:lnTo>
                  <a:lnTo>
                    <a:pt x="2360399" y="0"/>
                  </a:lnTo>
                  <a:lnTo>
                    <a:pt x="2359544" y="0"/>
                  </a:lnTo>
                  <a:lnTo>
                    <a:pt x="2358688" y="0"/>
                  </a:lnTo>
                  <a:lnTo>
                    <a:pt x="2357832" y="0"/>
                  </a:lnTo>
                  <a:lnTo>
                    <a:pt x="2356977" y="0"/>
                  </a:lnTo>
                  <a:lnTo>
                    <a:pt x="2356121" y="0"/>
                  </a:lnTo>
                  <a:lnTo>
                    <a:pt x="2355266" y="0"/>
                  </a:lnTo>
                  <a:lnTo>
                    <a:pt x="2354410" y="0"/>
                  </a:lnTo>
                  <a:lnTo>
                    <a:pt x="2353555" y="0"/>
                  </a:lnTo>
                  <a:lnTo>
                    <a:pt x="2352699" y="0"/>
                  </a:lnTo>
                  <a:lnTo>
                    <a:pt x="2351844" y="0"/>
                  </a:lnTo>
                  <a:lnTo>
                    <a:pt x="2350988" y="0"/>
                  </a:lnTo>
                  <a:lnTo>
                    <a:pt x="2350133" y="0"/>
                  </a:lnTo>
                  <a:lnTo>
                    <a:pt x="2349277" y="0"/>
                  </a:lnTo>
                  <a:lnTo>
                    <a:pt x="2348422" y="0"/>
                  </a:lnTo>
                  <a:lnTo>
                    <a:pt x="2347566" y="0"/>
                  </a:lnTo>
                  <a:lnTo>
                    <a:pt x="2346711" y="0"/>
                  </a:lnTo>
                  <a:lnTo>
                    <a:pt x="2345855" y="0"/>
                  </a:lnTo>
                  <a:lnTo>
                    <a:pt x="2345000" y="0"/>
                  </a:lnTo>
                  <a:lnTo>
                    <a:pt x="2344144" y="0"/>
                  </a:lnTo>
                  <a:lnTo>
                    <a:pt x="2343289" y="0"/>
                  </a:lnTo>
                  <a:lnTo>
                    <a:pt x="2342433" y="0"/>
                  </a:lnTo>
                  <a:lnTo>
                    <a:pt x="2341577" y="0"/>
                  </a:lnTo>
                  <a:lnTo>
                    <a:pt x="2340722" y="0"/>
                  </a:lnTo>
                  <a:lnTo>
                    <a:pt x="2339866" y="0"/>
                  </a:lnTo>
                  <a:lnTo>
                    <a:pt x="2339011" y="0"/>
                  </a:lnTo>
                  <a:lnTo>
                    <a:pt x="2338155" y="0"/>
                  </a:lnTo>
                  <a:lnTo>
                    <a:pt x="2337300" y="0"/>
                  </a:lnTo>
                  <a:lnTo>
                    <a:pt x="2336444" y="0"/>
                  </a:lnTo>
                  <a:lnTo>
                    <a:pt x="2335589" y="0"/>
                  </a:lnTo>
                  <a:lnTo>
                    <a:pt x="2334733" y="0"/>
                  </a:lnTo>
                  <a:lnTo>
                    <a:pt x="2333878" y="0"/>
                  </a:lnTo>
                  <a:lnTo>
                    <a:pt x="2333022" y="0"/>
                  </a:lnTo>
                  <a:lnTo>
                    <a:pt x="2332167" y="0"/>
                  </a:lnTo>
                  <a:lnTo>
                    <a:pt x="2331311" y="0"/>
                  </a:lnTo>
                  <a:lnTo>
                    <a:pt x="2330456" y="0"/>
                  </a:lnTo>
                  <a:lnTo>
                    <a:pt x="2329600" y="0"/>
                  </a:lnTo>
                  <a:lnTo>
                    <a:pt x="2328745" y="0"/>
                  </a:lnTo>
                  <a:lnTo>
                    <a:pt x="2327889" y="0"/>
                  </a:lnTo>
                  <a:lnTo>
                    <a:pt x="2327033" y="0"/>
                  </a:lnTo>
                  <a:lnTo>
                    <a:pt x="2326178" y="0"/>
                  </a:lnTo>
                  <a:lnTo>
                    <a:pt x="2325322" y="0"/>
                  </a:lnTo>
                  <a:lnTo>
                    <a:pt x="2324467" y="0"/>
                  </a:lnTo>
                  <a:lnTo>
                    <a:pt x="2323611" y="0"/>
                  </a:lnTo>
                  <a:lnTo>
                    <a:pt x="2322756" y="0"/>
                  </a:lnTo>
                  <a:lnTo>
                    <a:pt x="2321900" y="0"/>
                  </a:lnTo>
                  <a:lnTo>
                    <a:pt x="2321045" y="0"/>
                  </a:lnTo>
                  <a:lnTo>
                    <a:pt x="2320189" y="0"/>
                  </a:lnTo>
                  <a:lnTo>
                    <a:pt x="2319334" y="0"/>
                  </a:lnTo>
                  <a:lnTo>
                    <a:pt x="2318478" y="0"/>
                  </a:lnTo>
                  <a:lnTo>
                    <a:pt x="2317623" y="0"/>
                  </a:lnTo>
                  <a:lnTo>
                    <a:pt x="2316767" y="0"/>
                  </a:lnTo>
                  <a:lnTo>
                    <a:pt x="2315912" y="0"/>
                  </a:lnTo>
                  <a:lnTo>
                    <a:pt x="2315056" y="0"/>
                  </a:lnTo>
                  <a:lnTo>
                    <a:pt x="2314201" y="0"/>
                  </a:lnTo>
                  <a:lnTo>
                    <a:pt x="2313345" y="0"/>
                  </a:lnTo>
                  <a:lnTo>
                    <a:pt x="2312490" y="0"/>
                  </a:lnTo>
                  <a:lnTo>
                    <a:pt x="2311634" y="0"/>
                  </a:lnTo>
                  <a:lnTo>
                    <a:pt x="2310778" y="0"/>
                  </a:lnTo>
                  <a:lnTo>
                    <a:pt x="2309923" y="0"/>
                  </a:lnTo>
                  <a:lnTo>
                    <a:pt x="2309067" y="0"/>
                  </a:lnTo>
                  <a:lnTo>
                    <a:pt x="2308212" y="0"/>
                  </a:lnTo>
                  <a:lnTo>
                    <a:pt x="2307356" y="0"/>
                  </a:lnTo>
                  <a:lnTo>
                    <a:pt x="2306501" y="0"/>
                  </a:lnTo>
                  <a:lnTo>
                    <a:pt x="2305645" y="0"/>
                  </a:lnTo>
                  <a:lnTo>
                    <a:pt x="2304790" y="0"/>
                  </a:lnTo>
                  <a:lnTo>
                    <a:pt x="2303934" y="0"/>
                  </a:lnTo>
                  <a:lnTo>
                    <a:pt x="2303079" y="0"/>
                  </a:lnTo>
                  <a:lnTo>
                    <a:pt x="2302223" y="0"/>
                  </a:lnTo>
                  <a:lnTo>
                    <a:pt x="2301368" y="0"/>
                  </a:lnTo>
                  <a:lnTo>
                    <a:pt x="2300512" y="0"/>
                  </a:lnTo>
                  <a:lnTo>
                    <a:pt x="2299657" y="0"/>
                  </a:lnTo>
                  <a:lnTo>
                    <a:pt x="2298801" y="0"/>
                  </a:lnTo>
                  <a:lnTo>
                    <a:pt x="2297946" y="0"/>
                  </a:lnTo>
                  <a:lnTo>
                    <a:pt x="2297090" y="0"/>
                  </a:lnTo>
                  <a:lnTo>
                    <a:pt x="2296235" y="0"/>
                  </a:lnTo>
                  <a:lnTo>
                    <a:pt x="2295379" y="0"/>
                  </a:lnTo>
                  <a:lnTo>
                    <a:pt x="2294523" y="0"/>
                  </a:lnTo>
                  <a:lnTo>
                    <a:pt x="2293668" y="0"/>
                  </a:lnTo>
                  <a:lnTo>
                    <a:pt x="2292812" y="0"/>
                  </a:lnTo>
                  <a:lnTo>
                    <a:pt x="2291957" y="0"/>
                  </a:lnTo>
                  <a:lnTo>
                    <a:pt x="2291101" y="0"/>
                  </a:lnTo>
                  <a:lnTo>
                    <a:pt x="2290246" y="0"/>
                  </a:lnTo>
                  <a:lnTo>
                    <a:pt x="2289390" y="0"/>
                  </a:lnTo>
                  <a:lnTo>
                    <a:pt x="2288535" y="0"/>
                  </a:lnTo>
                  <a:lnTo>
                    <a:pt x="2287679" y="0"/>
                  </a:lnTo>
                  <a:lnTo>
                    <a:pt x="2286824" y="0"/>
                  </a:lnTo>
                  <a:lnTo>
                    <a:pt x="2285968" y="0"/>
                  </a:lnTo>
                  <a:lnTo>
                    <a:pt x="2285113" y="0"/>
                  </a:lnTo>
                  <a:lnTo>
                    <a:pt x="2284257" y="0"/>
                  </a:lnTo>
                  <a:lnTo>
                    <a:pt x="2283402" y="0"/>
                  </a:lnTo>
                  <a:lnTo>
                    <a:pt x="2282546" y="0"/>
                  </a:lnTo>
                  <a:lnTo>
                    <a:pt x="2281691" y="0"/>
                  </a:lnTo>
                  <a:lnTo>
                    <a:pt x="2280835" y="0"/>
                  </a:lnTo>
                  <a:lnTo>
                    <a:pt x="2279979" y="0"/>
                  </a:lnTo>
                  <a:lnTo>
                    <a:pt x="2279124" y="0"/>
                  </a:lnTo>
                  <a:lnTo>
                    <a:pt x="2278268" y="0"/>
                  </a:lnTo>
                  <a:lnTo>
                    <a:pt x="2277413" y="0"/>
                  </a:lnTo>
                  <a:lnTo>
                    <a:pt x="2276557" y="0"/>
                  </a:lnTo>
                  <a:lnTo>
                    <a:pt x="2275702" y="0"/>
                  </a:lnTo>
                  <a:lnTo>
                    <a:pt x="2274846" y="0"/>
                  </a:lnTo>
                  <a:lnTo>
                    <a:pt x="2273991" y="0"/>
                  </a:lnTo>
                  <a:lnTo>
                    <a:pt x="2273135" y="0"/>
                  </a:lnTo>
                  <a:lnTo>
                    <a:pt x="2272280" y="0"/>
                  </a:lnTo>
                  <a:lnTo>
                    <a:pt x="2271424" y="0"/>
                  </a:lnTo>
                  <a:lnTo>
                    <a:pt x="2270569" y="0"/>
                  </a:lnTo>
                  <a:lnTo>
                    <a:pt x="2269713" y="0"/>
                  </a:lnTo>
                  <a:lnTo>
                    <a:pt x="2268858" y="0"/>
                  </a:lnTo>
                  <a:lnTo>
                    <a:pt x="2268002" y="0"/>
                  </a:lnTo>
                  <a:lnTo>
                    <a:pt x="2267147" y="0"/>
                  </a:lnTo>
                  <a:lnTo>
                    <a:pt x="2266291" y="0"/>
                  </a:lnTo>
                  <a:lnTo>
                    <a:pt x="2265436" y="0"/>
                  </a:lnTo>
                  <a:lnTo>
                    <a:pt x="2264580" y="0"/>
                  </a:lnTo>
                  <a:lnTo>
                    <a:pt x="2263724" y="0"/>
                  </a:lnTo>
                  <a:lnTo>
                    <a:pt x="2262869" y="0"/>
                  </a:lnTo>
                  <a:lnTo>
                    <a:pt x="2262013" y="0"/>
                  </a:lnTo>
                  <a:lnTo>
                    <a:pt x="2261158" y="0"/>
                  </a:lnTo>
                  <a:lnTo>
                    <a:pt x="2260302" y="0"/>
                  </a:lnTo>
                  <a:lnTo>
                    <a:pt x="2259447" y="0"/>
                  </a:lnTo>
                  <a:lnTo>
                    <a:pt x="2258591" y="0"/>
                  </a:lnTo>
                  <a:lnTo>
                    <a:pt x="2257736" y="0"/>
                  </a:lnTo>
                  <a:lnTo>
                    <a:pt x="2256880" y="0"/>
                  </a:lnTo>
                  <a:lnTo>
                    <a:pt x="2256025" y="0"/>
                  </a:lnTo>
                  <a:lnTo>
                    <a:pt x="2255169" y="0"/>
                  </a:lnTo>
                  <a:lnTo>
                    <a:pt x="2254314" y="0"/>
                  </a:lnTo>
                  <a:lnTo>
                    <a:pt x="2253458" y="0"/>
                  </a:lnTo>
                  <a:lnTo>
                    <a:pt x="2252603" y="0"/>
                  </a:lnTo>
                  <a:lnTo>
                    <a:pt x="2251747" y="0"/>
                  </a:lnTo>
                  <a:lnTo>
                    <a:pt x="2250892" y="0"/>
                  </a:lnTo>
                  <a:lnTo>
                    <a:pt x="2250036" y="0"/>
                  </a:lnTo>
                  <a:lnTo>
                    <a:pt x="2249181" y="0"/>
                  </a:lnTo>
                  <a:lnTo>
                    <a:pt x="2248325" y="0"/>
                  </a:lnTo>
                  <a:lnTo>
                    <a:pt x="2247469" y="0"/>
                  </a:lnTo>
                  <a:lnTo>
                    <a:pt x="2246614" y="0"/>
                  </a:lnTo>
                  <a:lnTo>
                    <a:pt x="2245758" y="0"/>
                  </a:lnTo>
                  <a:lnTo>
                    <a:pt x="2244903" y="0"/>
                  </a:lnTo>
                  <a:lnTo>
                    <a:pt x="2244047" y="0"/>
                  </a:lnTo>
                  <a:lnTo>
                    <a:pt x="2243192" y="0"/>
                  </a:lnTo>
                  <a:lnTo>
                    <a:pt x="2242336" y="0"/>
                  </a:lnTo>
                  <a:lnTo>
                    <a:pt x="2241481" y="0"/>
                  </a:lnTo>
                  <a:lnTo>
                    <a:pt x="2240625" y="0"/>
                  </a:lnTo>
                  <a:lnTo>
                    <a:pt x="2239770" y="0"/>
                  </a:lnTo>
                  <a:lnTo>
                    <a:pt x="2238914" y="0"/>
                  </a:lnTo>
                  <a:lnTo>
                    <a:pt x="2238059" y="0"/>
                  </a:lnTo>
                  <a:lnTo>
                    <a:pt x="2237203" y="0"/>
                  </a:lnTo>
                  <a:lnTo>
                    <a:pt x="2236348" y="0"/>
                  </a:lnTo>
                  <a:lnTo>
                    <a:pt x="2235492" y="0"/>
                  </a:lnTo>
                  <a:lnTo>
                    <a:pt x="2234637" y="0"/>
                  </a:lnTo>
                  <a:lnTo>
                    <a:pt x="2233781" y="0"/>
                  </a:lnTo>
                  <a:lnTo>
                    <a:pt x="2232925" y="0"/>
                  </a:lnTo>
                  <a:lnTo>
                    <a:pt x="2232070" y="0"/>
                  </a:lnTo>
                  <a:lnTo>
                    <a:pt x="2231214" y="0"/>
                  </a:lnTo>
                  <a:lnTo>
                    <a:pt x="2230359" y="0"/>
                  </a:lnTo>
                  <a:lnTo>
                    <a:pt x="2229503" y="0"/>
                  </a:lnTo>
                  <a:lnTo>
                    <a:pt x="2228648" y="0"/>
                  </a:lnTo>
                  <a:lnTo>
                    <a:pt x="2227792" y="0"/>
                  </a:lnTo>
                  <a:lnTo>
                    <a:pt x="2226937" y="0"/>
                  </a:lnTo>
                  <a:lnTo>
                    <a:pt x="2226081" y="0"/>
                  </a:lnTo>
                  <a:lnTo>
                    <a:pt x="2225226" y="0"/>
                  </a:lnTo>
                  <a:lnTo>
                    <a:pt x="2224370" y="0"/>
                  </a:lnTo>
                  <a:lnTo>
                    <a:pt x="2223515" y="0"/>
                  </a:lnTo>
                  <a:lnTo>
                    <a:pt x="2222659" y="0"/>
                  </a:lnTo>
                  <a:lnTo>
                    <a:pt x="2221804" y="0"/>
                  </a:lnTo>
                  <a:lnTo>
                    <a:pt x="2220948" y="0"/>
                  </a:lnTo>
                  <a:lnTo>
                    <a:pt x="2220093" y="0"/>
                  </a:lnTo>
                  <a:lnTo>
                    <a:pt x="2219237" y="0"/>
                  </a:lnTo>
                  <a:lnTo>
                    <a:pt x="2218382" y="0"/>
                  </a:lnTo>
                  <a:lnTo>
                    <a:pt x="2217526" y="0"/>
                  </a:lnTo>
                  <a:lnTo>
                    <a:pt x="2216670" y="0"/>
                  </a:lnTo>
                  <a:lnTo>
                    <a:pt x="2215815" y="0"/>
                  </a:lnTo>
                  <a:lnTo>
                    <a:pt x="2214959" y="0"/>
                  </a:lnTo>
                  <a:lnTo>
                    <a:pt x="2214104" y="0"/>
                  </a:lnTo>
                  <a:lnTo>
                    <a:pt x="2213248" y="0"/>
                  </a:lnTo>
                  <a:lnTo>
                    <a:pt x="2212393" y="0"/>
                  </a:lnTo>
                  <a:lnTo>
                    <a:pt x="2211537" y="0"/>
                  </a:lnTo>
                  <a:lnTo>
                    <a:pt x="2210682" y="0"/>
                  </a:lnTo>
                  <a:lnTo>
                    <a:pt x="2209826" y="0"/>
                  </a:lnTo>
                  <a:lnTo>
                    <a:pt x="2208971" y="0"/>
                  </a:lnTo>
                  <a:lnTo>
                    <a:pt x="2208115" y="0"/>
                  </a:lnTo>
                  <a:lnTo>
                    <a:pt x="2207260" y="0"/>
                  </a:lnTo>
                  <a:lnTo>
                    <a:pt x="2206404" y="0"/>
                  </a:lnTo>
                  <a:lnTo>
                    <a:pt x="2205549" y="0"/>
                  </a:lnTo>
                  <a:lnTo>
                    <a:pt x="2204693" y="0"/>
                  </a:lnTo>
                  <a:lnTo>
                    <a:pt x="2203838" y="0"/>
                  </a:lnTo>
                  <a:lnTo>
                    <a:pt x="2202982" y="0"/>
                  </a:lnTo>
                  <a:lnTo>
                    <a:pt x="2202127" y="0"/>
                  </a:lnTo>
                  <a:lnTo>
                    <a:pt x="2201271" y="0"/>
                  </a:lnTo>
                  <a:lnTo>
                    <a:pt x="2200415" y="0"/>
                  </a:lnTo>
                  <a:lnTo>
                    <a:pt x="2199560" y="0"/>
                  </a:lnTo>
                  <a:lnTo>
                    <a:pt x="2198704" y="0"/>
                  </a:lnTo>
                  <a:lnTo>
                    <a:pt x="2197849" y="0"/>
                  </a:lnTo>
                  <a:lnTo>
                    <a:pt x="2196993" y="0"/>
                  </a:lnTo>
                  <a:lnTo>
                    <a:pt x="2196138" y="0"/>
                  </a:lnTo>
                  <a:lnTo>
                    <a:pt x="2195282" y="0"/>
                  </a:lnTo>
                  <a:lnTo>
                    <a:pt x="2194427" y="0"/>
                  </a:lnTo>
                  <a:lnTo>
                    <a:pt x="2193571" y="0"/>
                  </a:lnTo>
                  <a:lnTo>
                    <a:pt x="2192716" y="0"/>
                  </a:lnTo>
                  <a:lnTo>
                    <a:pt x="2191860" y="0"/>
                  </a:lnTo>
                  <a:lnTo>
                    <a:pt x="2191005" y="0"/>
                  </a:lnTo>
                  <a:lnTo>
                    <a:pt x="2190149" y="0"/>
                  </a:lnTo>
                  <a:lnTo>
                    <a:pt x="2189294" y="0"/>
                  </a:lnTo>
                  <a:lnTo>
                    <a:pt x="2188438" y="0"/>
                  </a:lnTo>
                  <a:lnTo>
                    <a:pt x="2187583" y="0"/>
                  </a:lnTo>
                  <a:lnTo>
                    <a:pt x="2186727" y="0"/>
                  </a:lnTo>
                  <a:lnTo>
                    <a:pt x="2185872" y="0"/>
                  </a:lnTo>
                  <a:lnTo>
                    <a:pt x="2185016" y="0"/>
                  </a:lnTo>
                  <a:lnTo>
                    <a:pt x="2184160" y="0"/>
                  </a:lnTo>
                  <a:lnTo>
                    <a:pt x="2183305" y="0"/>
                  </a:lnTo>
                  <a:lnTo>
                    <a:pt x="2182449" y="0"/>
                  </a:lnTo>
                  <a:lnTo>
                    <a:pt x="2181594" y="0"/>
                  </a:lnTo>
                  <a:lnTo>
                    <a:pt x="2180738" y="0"/>
                  </a:lnTo>
                  <a:lnTo>
                    <a:pt x="2179883" y="0"/>
                  </a:lnTo>
                  <a:lnTo>
                    <a:pt x="2179027" y="0"/>
                  </a:lnTo>
                  <a:lnTo>
                    <a:pt x="2178172" y="0"/>
                  </a:lnTo>
                  <a:lnTo>
                    <a:pt x="2177316" y="0"/>
                  </a:lnTo>
                  <a:lnTo>
                    <a:pt x="2176461" y="0"/>
                  </a:lnTo>
                  <a:lnTo>
                    <a:pt x="2175605" y="0"/>
                  </a:lnTo>
                  <a:lnTo>
                    <a:pt x="2174750" y="0"/>
                  </a:lnTo>
                  <a:lnTo>
                    <a:pt x="2173894" y="0"/>
                  </a:lnTo>
                  <a:lnTo>
                    <a:pt x="2173039" y="0"/>
                  </a:lnTo>
                  <a:lnTo>
                    <a:pt x="2172183" y="0"/>
                  </a:lnTo>
                  <a:lnTo>
                    <a:pt x="2171328" y="0"/>
                  </a:lnTo>
                  <a:lnTo>
                    <a:pt x="2170472" y="0"/>
                  </a:lnTo>
                  <a:lnTo>
                    <a:pt x="2169616" y="0"/>
                  </a:lnTo>
                  <a:lnTo>
                    <a:pt x="2168761" y="0"/>
                  </a:lnTo>
                  <a:lnTo>
                    <a:pt x="2167905" y="0"/>
                  </a:lnTo>
                  <a:lnTo>
                    <a:pt x="2167050" y="0"/>
                  </a:lnTo>
                  <a:lnTo>
                    <a:pt x="2166194" y="0"/>
                  </a:lnTo>
                  <a:lnTo>
                    <a:pt x="2165339" y="0"/>
                  </a:lnTo>
                  <a:lnTo>
                    <a:pt x="2164483" y="0"/>
                  </a:lnTo>
                  <a:lnTo>
                    <a:pt x="2163628" y="0"/>
                  </a:lnTo>
                  <a:lnTo>
                    <a:pt x="2162772" y="0"/>
                  </a:lnTo>
                  <a:lnTo>
                    <a:pt x="2161917" y="0"/>
                  </a:lnTo>
                  <a:lnTo>
                    <a:pt x="2161061" y="0"/>
                  </a:lnTo>
                  <a:lnTo>
                    <a:pt x="2160206" y="0"/>
                  </a:lnTo>
                  <a:lnTo>
                    <a:pt x="2159350" y="0"/>
                  </a:lnTo>
                  <a:lnTo>
                    <a:pt x="2158495" y="0"/>
                  </a:lnTo>
                  <a:lnTo>
                    <a:pt x="2157639" y="0"/>
                  </a:lnTo>
                  <a:lnTo>
                    <a:pt x="2156784" y="0"/>
                  </a:lnTo>
                  <a:lnTo>
                    <a:pt x="2155928" y="0"/>
                  </a:lnTo>
                  <a:lnTo>
                    <a:pt x="2155073" y="0"/>
                  </a:lnTo>
                  <a:lnTo>
                    <a:pt x="2154217" y="0"/>
                  </a:lnTo>
                  <a:lnTo>
                    <a:pt x="2153361" y="0"/>
                  </a:lnTo>
                  <a:lnTo>
                    <a:pt x="2152506" y="0"/>
                  </a:lnTo>
                  <a:lnTo>
                    <a:pt x="2151650" y="0"/>
                  </a:lnTo>
                  <a:lnTo>
                    <a:pt x="2150795" y="0"/>
                  </a:lnTo>
                  <a:lnTo>
                    <a:pt x="2149939" y="0"/>
                  </a:lnTo>
                  <a:lnTo>
                    <a:pt x="2149084" y="0"/>
                  </a:lnTo>
                  <a:lnTo>
                    <a:pt x="2148228" y="0"/>
                  </a:lnTo>
                  <a:lnTo>
                    <a:pt x="2147373" y="0"/>
                  </a:lnTo>
                  <a:lnTo>
                    <a:pt x="2146517" y="0"/>
                  </a:lnTo>
                  <a:lnTo>
                    <a:pt x="2145662" y="0"/>
                  </a:lnTo>
                  <a:lnTo>
                    <a:pt x="2144806" y="0"/>
                  </a:lnTo>
                  <a:lnTo>
                    <a:pt x="2143951" y="0"/>
                  </a:lnTo>
                  <a:lnTo>
                    <a:pt x="2143095" y="0"/>
                  </a:lnTo>
                  <a:lnTo>
                    <a:pt x="2142240" y="0"/>
                  </a:lnTo>
                  <a:lnTo>
                    <a:pt x="2141384" y="0"/>
                  </a:lnTo>
                  <a:lnTo>
                    <a:pt x="2140529" y="0"/>
                  </a:lnTo>
                  <a:lnTo>
                    <a:pt x="2139673" y="0"/>
                  </a:lnTo>
                  <a:lnTo>
                    <a:pt x="2138818" y="0"/>
                  </a:lnTo>
                  <a:lnTo>
                    <a:pt x="2137962" y="0"/>
                  </a:lnTo>
                  <a:lnTo>
                    <a:pt x="2137106" y="0"/>
                  </a:lnTo>
                  <a:lnTo>
                    <a:pt x="2136251" y="0"/>
                  </a:lnTo>
                  <a:lnTo>
                    <a:pt x="2135395" y="0"/>
                  </a:lnTo>
                  <a:lnTo>
                    <a:pt x="2134540" y="0"/>
                  </a:lnTo>
                  <a:lnTo>
                    <a:pt x="2133684" y="0"/>
                  </a:lnTo>
                  <a:lnTo>
                    <a:pt x="2132829" y="0"/>
                  </a:lnTo>
                  <a:lnTo>
                    <a:pt x="2131973" y="0"/>
                  </a:lnTo>
                  <a:lnTo>
                    <a:pt x="2131118" y="0"/>
                  </a:lnTo>
                  <a:lnTo>
                    <a:pt x="2130262" y="0"/>
                  </a:lnTo>
                  <a:lnTo>
                    <a:pt x="2129407" y="0"/>
                  </a:lnTo>
                  <a:lnTo>
                    <a:pt x="2128551" y="0"/>
                  </a:lnTo>
                  <a:lnTo>
                    <a:pt x="2127696" y="0"/>
                  </a:lnTo>
                  <a:lnTo>
                    <a:pt x="2126840" y="0"/>
                  </a:lnTo>
                  <a:lnTo>
                    <a:pt x="2125985" y="0"/>
                  </a:lnTo>
                  <a:lnTo>
                    <a:pt x="2125129" y="0"/>
                  </a:lnTo>
                  <a:lnTo>
                    <a:pt x="2124274" y="0"/>
                  </a:lnTo>
                  <a:lnTo>
                    <a:pt x="2123418" y="0"/>
                  </a:lnTo>
                  <a:lnTo>
                    <a:pt x="2122562" y="0"/>
                  </a:lnTo>
                  <a:lnTo>
                    <a:pt x="2121707" y="0"/>
                  </a:lnTo>
                  <a:lnTo>
                    <a:pt x="2120851" y="0"/>
                  </a:lnTo>
                  <a:lnTo>
                    <a:pt x="2119996" y="0"/>
                  </a:lnTo>
                  <a:lnTo>
                    <a:pt x="2119140" y="0"/>
                  </a:lnTo>
                  <a:lnTo>
                    <a:pt x="2118285" y="0"/>
                  </a:lnTo>
                  <a:lnTo>
                    <a:pt x="2117429" y="0"/>
                  </a:lnTo>
                  <a:lnTo>
                    <a:pt x="2116574" y="0"/>
                  </a:lnTo>
                  <a:lnTo>
                    <a:pt x="2115718" y="0"/>
                  </a:lnTo>
                  <a:lnTo>
                    <a:pt x="2114863" y="0"/>
                  </a:lnTo>
                  <a:lnTo>
                    <a:pt x="2114007" y="0"/>
                  </a:lnTo>
                  <a:lnTo>
                    <a:pt x="2113152" y="0"/>
                  </a:lnTo>
                  <a:lnTo>
                    <a:pt x="2112296" y="0"/>
                  </a:lnTo>
                  <a:lnTo>
                    <a:pt x="2111441" y="0"/>
                  </a:lnTo>
                  <a:lnTo>
                    <a:pt x="2110585" y="0"/>
                  </a:lnTo>
                  <a:lnTo>
                    <a:pt x="2109730" y="0"/>
                  </a:lnTo>
                  <a:lnTo>
                    <a:pt x="2108874" y="0"/>
                  </a:lnTo>
                  <a:lnTo>
                    <a:pt x="2108019" y="0"/>
                  </a:lnTo>
                  <a:lnTo>
                    <a:pt x="2107163" y="0"/>
                  </a:lnTo>
                  <a:lnTo>
                    <a:pt x="2106307" y="0"/>
                  </a:lnTo>
                  <a:lnTo>
                    <a:pt x="2105452" y="0"/>
                  </a:lnTo>
                  <a:lnTo>
                    <a:pt x="2104596" y="0"/>
                  </a:lnTo>
                  <a:lnTo>
                    <a:pt x="2103741" y="0"/>
                  </a:lnTo>
                  <a:lnTo>
                    <a:pt x="2102885" y="0"/>
                  </a:lnTo>
                  <a:lnTo>
                    <a:pt x="2102030" y="0"/>
                  </a:lnTo>
                  <a:lnTo>
                    <a:pt x="2101174" y="0"/>
                  </a:lnTo>
                  <a:lnTo>
                    <a:pt x="2100319" y="0"/>
                  </a:lnTo>
                  <a:lnTo>
                    <a:pt x="2099463" y="0"/>
                  </a:lnTo>
                  <a:lnTo>
                    <a:pt x="2098608" y="0"/>
                  </a:lnTo>
                  <a:lnTo>
                    <a:pt x="2097752" y="0"/>
                  </a:lnTo>
                  <a:lnTo>
                    <a:pt x="2096897" y="0"/>
                  </a:lnTo>
                  <a:lnTo>
                    <a:pt x="2096041" y="0"/>
                  </a:lnTo>
                  <a:lnTo>
                    <a:pt x="2095186" y="0"/>
                  </a:lnTo>
                  <a:lnTo>
                    <a:pt x="2094330" y="0"/>
                  </a:lnTo>
                  <a:lnTo>
                    <a:pt x="2093475" y="0"/>
                  </a:lnTo>
                  <a:lnTo>
                    <a:pt x="2092619" y="0"/>
                  </a:lnTo>
                  <a:lnTo>
                    <a:pt x="2091764" y="0"/>
                  </a:lnTo>
                  <a:lnTo>
                    <a:pt x="2090908" y="0"/>
                  </a:lnTo>
                  <a:lnTo>
                    <a:pt x="2090052" y="0"/>
                  </a:lnTo>
                  <a:lnTo>
                    <a:pt x="2089197" y="0"/>
                  </a:lnTo>
                  <a:lnTo>
                    <a:pt x="2088341" y="0"/>
                  </a:lnTo>
                  <a:lnTo>
                    <a:pt x="2087486" y="0"/>
                  </a:lnTo>
                  <a:lnTo>
                    <a:pt x="2086630" y="0"/>
                  </a:lnTo>
                  <a:lnTo>
                    <a:pt x="2085775" y="0"/>
                  </a:lnTo>
                  <a:lnTo>
                    <a:pt x="2084919" y="0"/>
                  </a:lnTo>
                  <a:lnTo>
                    <a:pt x="2084064" y="0"/>
                  </a:lnTo>
                  <a:lnTo>
                    <a:pt x="2083208" y="0"/>
                  </a:lnTo>
                  <a:lnTo>
                    <a:pt x="2082353" y="0"/>
                  </a:lnTo>
                  <a:lnTo>
                    <a:pt x="2081497" y="0"/>
                  </a:lnTo>
                  <a:lnTo>
                    <a:pt x="2080642" y="0"/>
                  </a:lnTo>
                  <a:lnTo>
                    <a:pt x="2079786" y="0"/>
                  </a:lnTo>
                  <a:lnTo>
                    <a:pt x="2078931" y="0"/>
                  </a:lnTo>
                  <a:lnTo>
                    <a:pt x="2078075" y="0"/>
                  </a:lnTo>
                  <a:lnTo>
                    <a:pt x="2077220" y="0"/>
                  </a:lnTo>
                  <a:lnTo>
                    <a:pt x="2076364" y="0"/>
                  </a:lnTo>
                  <a:lnTo>
                    <a:pt x="2075508" y="0"/>
                  </a:lnTo>
                  <a:lnTo>
                    <a:pt x="2074653" y="0"/>
                  </a:lnTo>
                  <a:lnTo>
                    <a:pt x="2073797" y="0"/>
                  </a:lnTo>
                  <a:lnTo>
                    <a:pt x="2072942" y="0"/>
                  </a:lnTo>
                  <a:lnTo>
                    <a:pt x="2072086" y="0"/>
                  </a:lnTo>
                  <a:lnTo>
                    <a:pt x="2071231" y="0"/>
                  </a:lnTo>
                  <a:lnTo>
                    <a:pt x="2070375" y="0"/>
                  </a:lnTo>
                  <a:lnTo>
                    <a:pt x="2069520" y="0"/>
                  </a:lnTo>
                  <a:lnTo>
                    <a:pt x="2068664" y="0"/>
                  </a:lnTo>
                  <a:lnTo>
                    <a:pt x="2067809" y="0"/>
                  </a:lnTo>
                  <a:lnTo>
                    <a:pt x="2066953" y="0"/>
                  </a:lnTo>
                  <a:lnTo>
                    <a:pt x="2066098" y="0"/>
                  </a:lnTo>
                  <a:lnTo>
                    <a:pt x="2065242" y="0"/>
                  </a:lnTo>
                  <a:lnTo>
                    <a:pt x="2064387" y="0"/>
                  </a:lnTo>
                  <a:lnTo>
                    <a:pt x="2063531" y="0"/>
                  </a:lnTo>
                  <a:lnTo>
                    <a:pt x="2062676" y="0"/>
                  </a:lnTo>
                  <a:lnTo>
                    <a:pt x="2061820" y="0"/>
                  </a:lnTo>
                  <a:lnTo>
                    <a:pt x="2060965" y="0"/>
                  </a:lnTo>
                  <a:lnTo>
                    <a:pt x="2060109" y="0"/>
                  </a:lnTo>
                  <a:lnTo>
                    <a:pt x="2059253" y="0"/>
                  </a:lnTo>
                  <a:lnTo>
                    <a:pt x="2058398" y="0"/>
                  </a:lnTo>
                  <a:lnTo>
                    <a:pt x="2057542" y="0"/>
                  </a:lnTo>
                  <a:lnTo>
                    <a:pt x="2056687" y="0"/>
                  </a:lnTo>
                  <a:lnTo>
                    <a:pt x="2055831" y="0"/>
                  </a:lnTo>
                  <a:lnTo>
                    <a:pt x="2054976" y="0"/>
                  </a:lnTo>
                  <a:lnTo>
                    <a:pt x="2054120" y="0"/>
                  </a:lnTo>
                  <a:lnTo>
                    <a:pt x="2053265" y="0"/>
                  </a:lnTo>
                  <a:lnTo>
                    <a:pt x="2052409" y="0"/>
                  </a:lnTo>
                  <a:lnTo>
                    <a:pt x="2051554" y="0"/>
                  </a:lnTo>
                  <a:lnTo>
                    <a:pt x="2050698" y="0"/>
                  </a:lnTo>
                  <a:lnTo>
                    <a:pt x="2049843" y="0"/>
                  </a:lnTo>
                  <a:lnTo>
                    <a:pt x="2048987" y="0"/>
                  </a:lnTo>
                  <a:lnTo>
                    <a:pt x="2048132" y="0"/>
                  </a:lnTo>
                  <a:lnTo>
                    <a:pt x="2047276" y="0"/>
                  </a:lnTo>
                  <a:lnTo>
                    <a:pt x="2046421" y="0"/>
                  </a:lnTo>
                  <a:lnTo>
                    <a:pt x="2045565" y="0"/>
                  </a:lnTo>
                  <a:lnTo>
                    <a:pt x="2044710" y="0"/>
                  </a:lnTo>
                  <a:lnTo>
                    <a:pt x="2043854" y="0"/>
                  </a:lnTo>
                  <a:lnTo>
                    <a:pt x="2042998" y="0"/>
                  </a:lnTo>
                  <a:lnTo>
                    <a:pt x="2042143" y="0"/>
                  </a:lnTo>
                  <a:lnTo>
                    <a:pt x="2041287" y="0"/>
                  </a:lnTo>
                  <a:lnTo>
                    <a:pt x="2040432" y="0"/>
                  </a:lnTo>
                  <a:lnTo>
                    <a:pt x="2039576" y="0"/>
                  </a:lnTo>
                  <a:lnTo>
                    <a:pt x="2038721" y="0"/>
                  </a:lnTo>
                  <a:lnTo>
                    <a:pt x="2037865" y="0"/>
                  </a:lnTo>
                  <a:lnTo>
                    <a:pt x="2037010" y="0"/>
                  </a:lnTo>
                  <a:lnTo>
                    <a:pt x="2036154" y="0"/>
                  </a:lnTo>
                  <a:lnTo>
                    <a:pt x="2035299" y="0"/>
                  </a:lnTo>
                  <a:lnTo>
                    <a:pt x="2034443" y="0"/>
                  </a:lnTo>
                  <a:lnTo>
                    <a:pt x="2033588" y="0"/>
                  </a:lnTo>
                  <a:lnTo>
                    <a:pt x="2032732" y="0"/>
                  </a:lnTo>
                  <a:lnTo>
                    <a:pt x="2031877" y="0"/>
                  </a:lnTo>
                  <a:lnTo>
                    <a:pt x="2031021" y="0"/>
                  </a:lnTo>
                  <a:lnTo>
                    <a:pt x="2030166" y="0"/>
                  </a:lnTo>
                  <a:lnTo>
                    <a:pt x="2029310" y="0"/>
                  </a:lnTo>
                  <a:lnTo>
                    <a:pt x="2028454" y="0"/>
                  </a:lnTo>
                  <a:lnTo>
                    <a:pt x="2027599" y="0"/>
                  </a:lnTo>
                  <a:lnTo>
                    <a:pt x="2026743" y="0"/>
                  </a:lnTo>
                  <a:lnTo>
                    <a:pt x="2025888" y="0"/>
                  </a:lnTo>
                  <a:lnTo>
                    <a:pt x="2025032" y="0"/>
                  </a:lnTo>
                  <a:lnTo>
                    <a:pt x="2024177" y="0"/>
                  </a:lnTo>
                  <a:lnTo>
                    <a:pt x="2023321" y="0"/>
                  </a:lnTo>
                  <a:lnTo>
                    <a:pt x="2022466" y="0"/>
                  </a:lnTo>
                  <a:lnTo>
                    <a:pt x="2021610" y="0"/>
                  </a:lnTo>
                  <a:lnTo>
                    <a:pt x="2020755" y="0"/>
                  </a:lnTo>
                  <a:lnTo>
                    <a:pt x="2019899" y="0"/>
                  </a:lnTo>
                  <a:lnTo>
                    <a:pt x="2019044" y="0"/>
                  </a:lnTo>
                  <a:lnTo>
                    <a:pt x="2018188" y="0"/>
                  </a:lnTo>
                  <a:lnTo>
                    <a:pt x="2017333" y="0"/>
                  </a:lnTo>
                  <a:lnTo>
                    <a:pt x="2016477" y="0"/>
                  </a:lnTo>
                  <a:lnTo>
                    <a:pt x="2015622" y="0"/>
                  </a:lnTo>
                  <a:lnTo>
                    <a:pt x="2014766" y="0"/>
                  </a:lnTo>
                  <a:lnTo>
                    <a:pt x="2013911" y="0"/>
                  </a:lnTo>
                  <a:lnTo>
                    <a:pt x="2013055" y="0"/>
                  </a:lnTo>
                  <a:lnTo>
                    <a:pt x="2012199" y="0"/>
                  </a:lnTo>
                  <a:lnTo>
                    <a:pt x="2011344" y="0"/>
                  </a:lnTo>
                  <a:lnTo>
                    <a:pt x="2010488" y="0"/>
                  </a:lnTo>
                  <a:lnTo>
                    <a:pt x="2009633" y="0"/>
                  </a:lnTo>
                  <a:lnTo>
                    <a:pt x="2008777" y="0"/>
                  </a:lnTo>
                  <a:lnTo>
                    <a:pt x="2007922" y="0"/>
                  </a:lnTo>
                  <a:lnTo>
                    <a:pt x="2007066" y="0"/>
                  </a:lnTo>
                  <a:lnTo>
                    <a:pt x="2006211" y="0"/>
                  </a:lnTo>
                  <a:lnTo>
                    <a:pt x="2005355" y="0"/>
                  </a:lnTo>
                  <a:lnTo>
                    <a:pt x="2004500" y="0"/>
                  </a:lnTo>
                  <a:lnTo>
                    <a:pt x="2003644" y="0"/>
                  </a:lnTo>
                  <a:lnTo>
                    <a:pt x="2002789" y="0"/>
                  </a:lnTo>
                  <a:lnTo>
                    <a:pt x="2001933" y="0"/>
                  </a:lnTo>
                  <a:lnTo>
                    <a:pt x="2001078" y="0"/>
                  </a:lnTo>
                  <a:lnTo>
                    <a:pt x="2000222" y="0"/>
                  </a:lnTo>
                  <a:lnTo>
                    <a:pt x="1999367" y="0"/>
                  </a:lnTo>
                  <a:lnTo>
                    <a:pt x="1998511" y="0"/>
                  </a:lnTo>
                  <a:lnTo>
                    <a:pt x="1997656" y="0"/>
                  </a:lnTo>
                  <a:lnTo>
                    <a:pt x="1996800" y="0"/>
                  </a:lnTo>
                  <a:lnTo>
                    <a:pt x="1995944" y="0"/>
                  </a:lnTo>
                  <a:lnTo>
                    <a:pt x="1995089" y="0"/>
                  </a:lnTo>
                  <a:lnTo>
                    <a:pt x="1994233" y="0"/>
                  </a:lnTo>
                  <a:lnTo>
                    <a:pt x="1993378" y="0"/>
                  </a:lnTo>
                  <a:lnTo>
                    <a:pt x="1992522" y="0"/>
                  </a:lnTo>
                  <a:lnTo>
                    <a:pt x="1991667" y="0"/>
                  </a:lnTo>
                  <a:lnTo>
                    <a:pt x="1990811" y="0"/>
                  </a:lnTo>
                  <a:lnTo>
                    <a:pt x="1989956" y="0"/>
                  </a:lnTo>
                  <a:lnTo>
                    <a:pt x="1989100" y="0"/>
                  </a:lnTo>
                  <a:lnTo>
                    <a:pt x="1988245" y="0"/>
                  </a:lnTo>
                  <a:lnTo>
                    <a:pt x="1987389" y="0"/>
                  </a:lnTo>
                  <a:lnTo>
                    <a:pt x="1986534" y="0"/>
                  </a:lnTo>
                  <a:lnTo>
                    <a:pt x="1985678" y="0"/>
                  </a:lnTo>
                  <a:lnTo>
                    <a:pt x="1984823" y="0"/>
                  </a:lnTo>
                  <a:lnTo>
                    <a:pt x="1983967" y="0"/>
                  </a:lnTo>
                  <a:lnTo>
                    <a:pt x="1983112" y="0"/>
                  </a:lnTo>
                  <a:lnTo>
                    <a:pt x="1982256" y="0"/>
                  </a:lnTo>
                  <a:lnTo>
                    <a:pt x="1981401" y="0"/>
                  </a:lnTo>
                  <a:lnTo>
                    <a:pt x="1980545" y="0"/>
                  </a:lnTo>
                  <a:lnTo>
                    <a:pt x="1979689" y="0"/>
                  </a:lnTo>
                  <a:lnTo>
                    <a:pt x="1978834" y="0"/>
                  </a:lnTo>
                  <a:lnTo>
                    <a:pt x="1977978" y="0"/>
                  </a:lnTo>
                  <a:lnTo>
                    <a:pt x="1977123" y="0"/>
                  </a:lnTo>
                  <a:lnTo>
                    <a:pt x="1976267" y="0"/>
                  </a:lnTo>
                  <a:lnTo>
                    <a:pt x="1975412" y="0"/>
                  </a:lnTo>
                  <a:lnTo>
                    <a:pt x="1974556" y="0"/>
                  </a:lnTo>
                  <a:lnTo>
                    <a:pt x="1973701" y="0"/>
                  </a:lnTo>
                  <a:lnTo>
                    <a:pt x="1972845" y="0"/>
                  </a:lnTo>
                  <a:lnTo>
                    <a:pt x="1971990" y="0"/>
                  </a:lnTo>
                  <a:lnTo>
                    <a:pt x="1971134" y="0"/>
                  </a:lnTo>
                  <a:lnTo>
                    <a:pt x="1970279" y="0"/>
                  </a:lnTo>
                  <a:lnTo>
                    <a:pt x="1969423" y="0"/>
                  </a:lnTo>
                  <a:lnTo>
                    <a:pt x="1968568" y="0"/>
                  </a:lnTo>
                  <a:lnTo>
                    <a:pt x="1967712" y="0"/>
                  </a:lnTo>
                  <a:lnTo>
                    <a:pt x="1966857" y="0"/>
                  </a:lnTo>
                  <a:lnTo>
                    <a:pt x="1966001" y="0"/>
                  </a:lnTo>
                  <a:lnTo>
                    <a:pt x="1965145" y="0"/>
                  </a:lnTo>
                  <a:lnTo>
                    <a:pt x="1964290" y="0"/>
                  </a:lnTo>
                  <a:lnTo>
                    <a:pt x="1963434" y="0"/>
                  </a:lnTo>
                  <a:lnTo>
                    <a:pt x="1962579" y="0"/>
                  </a:lnTo>
                  <a:lnTo>
                    <a:pt x="1961723" y="0"/>
                  </a:lnTo>
                  <a:lnTo>
                    <a:pt x="1960868" y="0"/>
                  </a:lnTo>
                  <a:lnTo>
                    <a:pt x="1960012" y="0"/>
                  </a:lnTo>
                  <a:lnTo>
                    <a:pt x="1959157" y="0"/>
                  </a:lnTo>
                  <a:lnTo>
                    <a:pt x="1958301" y="0"/>
                  </a:lnTo>
                  <a:lnTo>
                    <a:pt x="1957446" y="0"/>
                  </a:lnTo>
                  <a:lnTo>
                    <a:pt x="1956590" y="0"/>
                  </a:lnTo>
                  <a:lnTo>
                    <a:pt x="1955735" y="0"/>
                  </a:lnTo>
                  <a:lnTo>
                    <a:pt x="1954879" y="0"/>
                  </a:lnTo>
                  <a:lnTo>
                    <a:pt x="1954024" y="0"/>
                  </a:lnTo>
                  <a:lnTo>
                    <a:pt x="1953168" y="0"/>
                  </a:lnTo>
                  <a:lnTo>
                    <a:pt x="1952313" y="0"/>
                  </a:lnTo>
                  <a:lnTo>
                    <a:pt x="1951457" y="0"/>
                  </a:lnTo>
                  <a:lnTo>
                    <a:pt x="1950602" y="0"/>
                  </a:lnTo>
                  <a:lnTo>
                    <a:pt x="1949746" y="0"/>
                  </a:lnTo>
                  <a:lnTo>
                    <a:pt x="1948890" y="0"/>
                  </a:lnTo>
                  <a:lnTo>
                    <a:pt x="1948035" y="0"/>
                  </a:lnTo>
                  <a:lnTo>
                    <a:pt x="1947179" y="0"/>
                  </a:lnTo>
                  <a:lnTo>
                    <a:pt x="1946324" y="0"/>
                  </a:lnTo>
                  <a:lnTo>
                    <a:pt x="1945468" y="0"/>
                  </a:lnTo>
                  <a:lnTo>
                    <a:pt x="1944613" y="0"/>
                  </a:lnTo>
                  <a:lnTo>
                    <a:pt x="1943757" y="0"/>
                  </a:lnTo>
                  <a:lnTo>
                    <a:pt x="1942902" y="0"/>
                  </a:lnTo>
                  <a:lnTo>
                    <a:pt x="1942046" y="0"/>
                  </a:lnTo>
                  <a:lnTo>
                    <a:pt x="1941191" y="0"/>
                  </a:lnTo>
                  <a:lnTo>
                    <a:pt x="1940335" y="0"/>
                  </a:lnTo>
                  <a:lnTo>
                    <a:pt x="1939480" y="0"/>
                  </a:lnTo>
                  <a:lnTo>
                    <a:pt x="1938624" y="0"/>
                  </a:lnTo>
                  <a:lnTo>
                    <a:pt x="1937769" y="0"/>
                  </a:lnTo>
                  <a:lnTo>
                    <a:pt x="1936913" y="0"/>
                  </a:lnTo>
                  <a:lnTo>
                    <a:pt x="1936058" y="0"/>
                  </a:lnTo>
                  <a:lnTo>
                    <a:pt x="1935202" y="0"/>
                  </a:lnTo>
                  <a:lnTo>
                    <a:pt x="1934347" y="0"/>
                  </a:lnTo>
                  <a:lnTo>
                    <a:pt x="1933491" y="0"/>
                  </a:lnTo>
                  <a:lnTo>
                    <a:pt x="1932635" y="0"/>
                  </a:lnTo>
                  <a:lnTo>
                    <a:pt x="1931780" y="0"/>
                  </a:lnTo>
                  <a:lnTo>
                    <a:pt x="1930924" y="0"/>
                  </a:lnTo>
                  <a:lnTo>
                    <a:pt x="1930069" y="0"/>
                  </a:lnTo>
                  <a:lnTo>
                    <a:pt x="1929213" y="0"/>
                  </a:lnTo>
                  <a:lnTo>
                    <a:pt x="1928358" y="0"/>
                  </a:lnTo>
                  <a:lnTo>
                    <a:pt x="1927502" y="0"/>
                  </a:lnTo>
                  <a:lnTo>
                    <a:pt x="1926647" y="0"/>
                  </a:lnTo>
                  <a:lnTo>
                    <a:pt x="1925791" y="0"/>
                  </a:lnTo>
                  <a:lnTo>
                    <a:pt x="1924936" y="0"/>
                  </a:lnTo>
                  <a:lnTo>
                    <a:pt x="1924080" y="0"/>
                  </a:lnTo>
                  <a:lnTo>
                    <a:pt x="1923225" y="0"/>
                  </a:lnTo>
                  <a:lnTo>
                    <a:pt x="1922369" y="0"/>
                  </a:lnTo>
                  <a:lnTo>
                    <a:pt x="1921514" y="0"/>
                  </a:lnTo>
                  <a:lnTo>
                    <a:pt x="1920658" y="0"/>
                  </a:lnTo>
                  <a:lnTo>
                    <a:pt x="1919803" y="0"/>
                  </a:lnTo>
                  <a:lnTo>
                    <a:pt x="1918947" y="0"/>
                  </a:lnTo>
                  <a:lnTo>
                    <a:pt x="1918091" y="0"/>
                  </a:lnTo>
                  <a:lnTo>
                    <a:pt x="1917236" y="0"/>
                  </a:lnTo>
                  <a:lnTo>
                    <a:pt x="1916380" y="0"/>
                  </a:lnTo>
                  <a:lnTo>
                    <a:pt x="1915525" y="0"/>
                  </a:lnTo>
                  <a:lnTo>
                    <a:pt x="1914669" y="0"/>
                  </a:lnTo>
                  <a:lnTo>
                    <a:pt x="1913814" y="0"/>
                  </a:lnTo>
                  <a:lnTo>
                    <a:pt x="1912958" y="0"/>
                  </a:lnTo>
                  <a:lnTo>
                    <a:pt x="1912103" y="0"/>
                  </a:lnTo>
                  <a:lnTo>
                    <a:pt x="1911247" y="0"/>
                  </a:lnTo>
                  <a:lnTo>
                    <a:pt x="1910392" y="0"/>
                  </a:lnTo>
                  <a:lnTo>
                    <a:pt x="1909536" y="0"/>
                  </a:lnTo>
                  <a:lnTo>
                    <a:pt x="1908681" y="0"/>
                  </a:lnTo>
                  <a:lnTo>
                    <a:pt x="1907825" y="0"/>
                  </a:lnTo>
                  <a:lnTo>
                    <a:pt x="1906970" y="0"/>
                  </a:lnTo>
                  <a:lnTo>
                    <a:pt x="1906114" y="0"/>
                  </a:lnTo>
                  <a:lnTo>
                    <a:pt x="1905259" y="0"/>
                  </a:lnTo>
                  <a:lnTo>
                    <a:pt x="1904403" y="0"/>
                  </a:lnTo>
                  <a:lnTo>
                    <a:pt x="1903548" y="0"/>
                  </a:lnTo>
                  <a:lnTo>
                    <a:pt x="1902692" y="0"/>
                  </a:lnTo>
                  <a:lnTo>
                    <a:pt x="1901836" y="0"/>
                  </a:lnTo>
                  <a:lnTo>
                    <a:pt x="1900981" y="0"/>
                  </a:lnTo>
                  <a:lnTo>
                    <a:pt x="1900125" y="0"/>
                  </a:lnTo>
                  <a:lnTo>
                    <a:pt x="1899270" y="0"/>
                  </a:lnTo>
                  <a:lnTo>
                    <a:pt x="1898414" y="0"/>
                  </a:lnTo>
                  <a:lnTo>
                    <a:pt x="1897559" y="0"/>
                  </a:lnTo>
                  <a:lnTo>
                    <a:pt x="1896703" y="0"/>
                  </a:lnTo>
                  <a:lnTo>
                    <a:pt x="1895848" y="0"/>
                  </a:lnTo>
                  <a:lnTo>
                    <a:pt x="1894992" y="0"/>
                  </a:lnTo>
                  <a:lnTo>
                    <a:pt x="1894137" y="0"/>
                  </a:lnTo>
                  <a:lnTo>
                    <a:pt x="1893281" y="0"/>
                  </a:lnTo>
                  <a:lnTo>
                    <a:pt x="1892426" y="0"/>
                  </a:lnTo>
                  <a:lnTo>
                    <a:pt x="1891570" y="0"/>
                  </a:lnTo>
                  <a:lnTo>
                    <a:pt x="1890715" y="0"/>
                  </a:lnTo>
                  <a:lnTo>
                    <a:pt x="1889859" y="0"/>
                  </a:lnTo>
                  <a:lnTo>
                    <a:pt x="1889004" y="0"/>
                  </a:lnTo>
                  <a:lnTo>
                    <a:pt x="1888148" y="0"/>
                  </a:lnTo>
                  <a:lnTo>
                    <a:pt x="1887293" y="0"/>
                  </a:lnTo>
                  <a:lnTo>
                    <a:pt x="1886437" y="0"/>
                  </a:lnTo>
                  <a:lnTo>
                    <a:pt x="1885581" y="0"/>
                  </a:lnTo>
                  <a:lnTo>
                    <a:pt x="1884726" y="0"/>
                  </a:lnTo>
                  <a:lnTo>
                    <a:pt x="1883870" y="0"/>
                  </a:lnTo>
                  <a:lnTo>
                    <a:pt x="1883015" y="0"/>
                  </a:lnTo>
                  <a:lnTo>
                    <a:pt x="1882159" y="0"/>
                  </a:lnTo>
                  <a:lnTo>
                    <a:pt x="1881304" y="0"/>
                  </a:lnTo>
                  <a:lnTo>
                    <a:pt x="1880448" y="0"/>
                  </a:lnTo>
                  <a:lnTo>
                    <a:pt x="1879593" y="0"/>
                  </a:lnTo>
                  <a:lnTo>
                    <a:pt x="1878737" y="0"/>
                  </a:lnTo>
                  <a:lnTo>
                    <a:pt x="1877882" y="0"/>
                  </a:lnTo>
                  <a:lnTo>
                    <a:pt x="1877026" y="0"/>
                  </a:lnTo>
                  <a:lnTo>
                    <a:pt x="1876171" y="0"/>
                  </a:lnTo>
                  <a:lnTo>
                    <a:pt x="1875315" y="0"/>
                  </a:lnTo>
                  <a:lnTo>
                    <a:pt x="1874460" y="0"/>
                  </a:lnTo>
                  <a:lnTo>
                    <a:pt x="1873604" y="0"/>
                  </a:lnTo>
                  <a:lnTo>
                    <a:pt x="1872749" y="0"/>
                  </a:lnTo>
                  <a:lnTo>
                    <a:pt x="1871893" y="0"/>
                  </a:lnTo>
                  <a:lnTo>
                    <a:pt x="1871037" y="0"/>
                  </a:lnTo>
                  <a:lnTo>
                    <a:pt x="1870182" y="0"/>
                  </a:lnTo>
                  <a:lnTo>
                    <a:pt x="1869326" y="0"/>
                  </a:lnTo>
                  <a:lnTo>
                    <a:pt x="1868471" y="0"/>
                  </a:lnTo>
                  <a:lnTo>
                    <a:pt x="1867615" y="0"/>
                  </a:lnTo>
                  <a:lnTo>
                    <a:pt x="1866760" y="0"/>
                  </a:lnTo>
                  <a:lnTo>
                    <a:pt x="1865904" y="0"/>
                  </a:lnTo>
                  <a:lnTo>
                    <a:pt x="1865049" y="0"/>
                  </a:lnTo>
                  <a:lnTo>
                    <a:pt x="1864193" y="0"/>
                  </a:lnTo>
                  <a:lnTo>
                    <a:pt x="1863338" y="0"/>
                  </a:lnTo>
                  <a:lnTo>
                    <a:pt x="1862482" y="0"/>
                  </a:lnTo>
                  <a:lnTo>
                    <a:pt x="1861627" y="0"/>
                  </a:lnTo>
                  <a:lnTo>
                    <a:pt x="1860771" y="0"/>
                  </a:lnTo>
                  <a:lnTo>
                    <a:pt x="1859916" y="0"/>
                  </a:lnTo>
                  <a:lnTo>
                    <a:pt x="1859060" y="0"/>
                  </a:lnTo>
                  <a:lnTo>
                    <a:pt x="1858205" y="0"/>
                  </a:lnTo>
                  <a:lnTo>
                    <a:pt x="1857349" y="0"/>
                  </a:lnTo>
                  <a:lnTo>
                    <a:pt x="1856494" y="0"/>
                  </a:lnTo>
                  <a:lnTo>
                    <a:pt x="1855638" y="0"/>
                  </a:lnTo>
                  <a:lnTo>
                    <a:pt x="1854782" y="0"/>
                  </a:lnTo>
                  <a:lnTo>
                    <a:pt x="1853927" y="0"/>
                  </a:lnTo>
                  <a:lnTo>
                    <a:pt x="1853071" y="0"/>
                  </a:lnTo>
                  <a:lnTo>
                    <a:pt x="1852216" y="0"/>
                  </a:lnTo>
                  <a:lnTo>
                    <a:pt x="1851360" y="0"/>
                  </a:lnTo>
                  <a:lnTo>
                    <a:pt x="1850505" y="0"/>
                  </a:lnTo>
                  <a:lnTo>
                    <a:pt x="1849649" y="0"/>
                  </a:lnTo>
                  <a:lnTo>
                    <a:pt x="1848794" y="0"/>
                  </a:lnTo>
                  <a:lnTo>
                    <a:pt x="1847938" y="0"/>
                  </a:lnTo>
                  <a:lnTo>
                    <a:pt x="1847083" y="0"/>
                  </a:lnTo>
                  <a:lnTo>
                    <a:pt x="1846227" y="0"/>
                  </a:lnTo>
                  <a:lnTo>
                    <a:pt x="1845372" y="0"/>
                  </a:lnTo>
                  <a:lnTo>
                    <a:pt x="1844516" y="0"/>
                  </a:lnTo>
                  <a:lnTo>
                    <a:pt x="1843661" y="0"/>
                  </a:lnTo>
                  <a:lnTo>
                    <a:pt x="1842805" y="0"/>
                  </a:lnTo>
                  <a:lnTo>
                    <a:pt x="1841950" y="0"/>
                  </a:lnTo>
                  <a:lnTo>
                    <a:pt x="1841094" y="0"/>
                  </a:lnTo>
                  <a:lnTo>
                    <a:pt x="1840239" y="0"/>
                  </a:lnTo>
                  <a:lnTo>
                    <a:pt x="1839383" y="0"/>
                  </a:lnTo>
                  <a:lnTo>
                    <a:pt x="1838527" y="0"/>
                  </a:lnTo>
                  <a:lnTo>
                    <a:pt x="1837672" y="0"/>
                  </a:lnTo>
                  <a:lnTo>
                    <a:pt x="1836816" y="0"/>
                  </a:lnTo>
                  <a:lnTo>
                    <a:pt x="1835961" y="0"/>
                  </a:lnTo>
                  <a:lnTo>
                    <a:pt x="1835105" y="0"/>
                  </a:lnTo>
                  <a:lnTo>
                    <a:pt x="1834250" y="0"/>
                  </a:lnTo>
                  <a:lnTo>
                    <a:pt x="1833394" y="0"/>
                  </a:lnTo>
                  <a:lnTo>
                    <a:pt x="1832539" y="0"/>
                  </a:lnTo>
                  <a:lnTo>
                    <a:pt x="1831683" y="0"/>
                  </a:lnTo>
                  <a:lnTo>
                    <a:pt x="1830828" y="0"/>
                  </a:lnTo>
                  <a:lnTo>
                    <a:pt x="1829972" y="0"/>
                  </a:lnTo>
                  <a:lnTo>
                    <a:pt x="1829117" y="0"/>
                  </a:lnTo>
                  <a:lnTo>
                    <a:pt x="1828261" y="0"/>
                  </a:lnTo>
                  <a:lnTo>
                    <a:pt x="1827406" y="0"/>
                  </a:lnTo>
                  <a:lnTo>
                    <a:pt x="1826550" y="0"/>
                  </a:lnTo>
                  <a:lnTo>
                    <a:pt x="1825695" y="0"/>
                  </a:lnTo>
                  <a:lnTo>
                    <a:pt x="1824839" y="0"/>
                  </a:lnTo>
                  <a:lnTo>
                    <a:pt x="1823983" y="0"/>
                  </a:lnTo>
                  <a:lnTo>
                    <a:pt x="1823128" y="0"/>
                  </a:lnTo>
                  <a:lnTo>
                    <a:pt x="1822272" y="0"/>
                  </a:lnTo>
                  <a:lnTo>
                    <a:pt x="1821417" y="0"/>
                  </a:lnTo>
                  <a:lnTo>
                    <a:pt x="1820561" y="0"/>
                  </a:lnTo>
                  <a:lnTo>
                    <a:pt x="1819706" y="0"/>
                  </a:lnTo>
                  <a:lnTo>
                    <a:pt x="1818850" y="0"/>
                  </a:lnTo>
                  <a:lnTo>
                    <a:pt x="1817995" y="0"/>
                  </a:lnTo>
                  <a:lnTo>
                    <a:pt x="1817139" y="0"/>
                  </a:lnTo>
                  <a:lnTo>
                    <a:pt x="1816284" y="0"/>
                  </a:lnTo>
                  <a:lnTo>
                    <a:pt x="1815428" y="0"/>
                  </a:lnTo>
                  <a:lnTo>
                    <a:pt x="1814573" y="0"/>
                  </a:lnTo>
                  <a:lnTo>
                    <a:pt x="1813717" y="0"/>
                  </a:lnTo>
                  <a:lnTo>
                    <a:pt x="1812862" y="0"/>
                  </a:lnTo>
                  <a:lnTo>
                    <a:pt x="1812006" y="0"/>
                  </a:lnTo>
                  <a:lnTo>
                    <a:pt x="1811151" y="0"/>
                  </a:lnTo>
                  <a:lnTo>
                    <a:pt x="1810295" y="0"/>
                  </a:lnTo>
                  <a:lnTo>
                    <a:pt x="1809440" y="0"/>
                  </a:lnTo>
                  <a:lnTo>
                    <a:pt x="1808584" y="0"/>
                  </a:lnTo>
                  <a:lnTo>
                    <a:pt x="1807728" y="0"/>
                  </a:lnTo>
                  <a:lnTo>
                    <a:pt x="1806873" y="0"/>
                  </a:lnTo>
                  <a:lnTo>
                    <a:pt x="1806017" y="0"/>
                  </a:lnTo>
                  <a:lnTo>
                    <a:pt x="1805162" y="0"/>
                  </a:lnTo>
                  <a:lnTo>
                    <a:pt x="1804306" y="0"/>
                  </a:lnTo>
                  <a:lnTo>
                    <a:pt x="1803451" y="0"/>
                  </a:lnTo>
                  <a:lnTo>
                    <a:pt x="1802595" y="0"/>
                  </a:lnTo>
                  <a:lnTo>
                    <a:pt x="1801740" y="0"/>
                  </a:lnTo>
                  <a:lnTo>
                    <a:pt x="1800884" y="0"/>
                  </a:lnTo>
                  <a:lnTo>
                    <a:pt x="1800029" y="0"/>
                  </a:lnTo>
                  <a:lnTo>
                    <a:pt x="1799173" y="0"/>
                  </a:lnTo>
                  <a:lnTo>
                    <a:pt x="1798318" y="0"/>
                  </a:lnTo>
                  <a:lnTo>
                    <a:pt x="1797462" y="0"/>
                  </a:lnTo>
                  <a:lnTo>
                    <a:pt x="1796607" y="0"/>
                  </a:lnTo>
                  <a:lnTo>
                    <a:pt x="1795751" y="0"/>
                  </a:lnTo>
                  <a:lnTo>
                    <a:pt x="1794896" y="0"/>
                  </a:lnTo>
                  <a:lnTo>
                    <a:pt x="1794040" y="0"/>
                  </a:lnTo>
                  <a:lnTo>
                    <a:pt x="1793185" y="0"/>
                  </a:lnTo>
                  <a:lnTo>
                    <a:pt x="1792329" y="0"/>
                  </a:lnTo>
                  <a:lnTo>
                    <a:pt x="1791473" y="0"/>
                  </a:lnTo>
                  <a:lnTo>
                    <a:pt x="1790618" y="0"/>
                  </a:lnTo>
                  <a:lnTo>
                    <a:pt x="1789762" y="0"/>
                  </a:lnTo>
                  <a:lnTo>
                    <a:pt x="1788907" y="0"/>
                  </a:lnTo>
                  <a:lnTo>
                    <a:pt x="1788051" y="0"/>
                  </a:lnTo>
                  <a:lnTo>
                    <a:pt x="1787196" y="0"/>
                  </a:lnTo>
                  <a:lnTo>
                    <a:pt x="1786340" y="0"/>
                  </a:lnTo>
                  <a:lnTo>
                    <a:pt x="1785485" y="0"/>
                  </a:lnTo>
                  <a:lnTo>
                    <a:pt x="1784629" y="0"/>
                  </a:lnTo>
                  <a:lnTo>
                    <a:pt x="1783774" y="0"/>
                  </a:lnTo>
                  <a:lnTo>
                    <a:pt x="1782918" y="0"/>
                  </a:lnTo>
                  <a:lnTo>
                    <a:pt x="1782063" y="0"/>
                  </a:lnTo>
                  <a:lnTo>
                    <a:pt x="1781207" y="0"/>
                  </a:lnTo>
                  <a:lnTo>
                    <a:pt x="1780352" y="0"/>
                  </a:lnTo>
                  <a:lnTo>
                    <a:pt x="1779496" y="0"/>
                  </a:lnTo>
                  <a:lnTo>
                    <a:pt x="1778641" y="0"/>
                  </a:lnTo>
                  <a:lnTo>
                    <a:pt x="1777785" y="0"/>
                  </a:lnTo>
                  <a:lnTo>
                    <a:pt x="1776929" y="0"/>
                  </a:lnTo>
                  <a:lnTo>
                    <a:pt x="1776074" y="0"/>
                  </a:lnTo>
                  <a:lnTo>
                    <a:pt x="1775218" y="0"/>
                  </a:lnTo>
                  <a:lnTo>
                    <a:pt x="1774363" y="0"/>
                  </a:lnTo>
                  <a:lnTo>
                    <a:pt x="1773507" y="0"/>
                  </a:lnTo>
                  <a:lnTo>
                    <a:pt x="1772652" y="0"/>
                  </a:lnTo>
                  <a:lnTo>
                    <a:pt x="1771796" y="0"/>
                  </a:lnTo>
                  <a:lnTo>
                    <a:pt x="1770941" y="0"/>
                  </a:lnTo>
                  <a:lnTo>
                    <a:pt x="1770085" y="0"/>
                  </a:lnTo>
                  <a:lnTo>
                    <a:pt x="1769230" y="0"/>
                  </a:lnTo>
                  <a:lnTo>
                    <a:pt x="1768374" y="0"/>
                  </a:lnTo>
                  <a:lnTo>
                    <a:pt x="1767519" y="0"/>
                  </a:lnTo>
                  <a:lnTo>
                    <a:pt x="1766663" y="0"/>
                  </a:lnTo>
                  <a:lnTo>
                    <a:pt x="1765808" y="0"/>
                  </a:lnTo>
                  <a:lnTo>
                    <a:pt x="1764952" y="0"/>
                  </a:lnTo>
                  <a:lnTo>
                    <a:pt x="1764097" y="0"/>
                  </a:lnTo>
                  <a:lnTo>
                    <a:pt x="1763241" y="0"/>
                  </a:lnTo>
                  <a:lnTo>
                    <a:pt x="1762386" y="0"/>
                  </a:lnTo>
                  <a:lnTo>
                    <a:pt x="1761530" y="0"/>
                  </a:lnTo>
                  <a:lnTo>
                    <a:pt x="1760674" y="0"/>
                  </a:lnTo>
                  <a:lnTo>
                    <a:pt x="1759819" y="0"/>
                  </a:lnTo>
                  <a:lnTo>
                    <a:pt x="1758963" y="0"/>
                  </a:lnTo>
                  <a:lnTo>
                    <a:pt x="1758108" y="0"/>
                  </a:lnTo>
                  <a:lnTo>
                    <a:pt x="1757252" y="0"/>
                  </a:lnTo>
                  <a:lnTo>
                    <a:pt x="1756397" y="0"/>
                  </a:lnTo>
                  <a:lnTo>
                    <a:pt x="1755541" y="0"/>
                  </a:lnTo>
                  <a:lnTo>
                    <a:pt x="1754686" y="0"/>
                  </a:lnTo>
                  <a:lnTo>
                    <a:pt x="1753830" y="0"/>
                  </a:lnTo>
                  <a:lnTo>
                    <a:pt x="1752975" y="0"/>
                  </a:lnTo>
                  <a:lnTo>
                    <a:pt x="1752119" y="0"/>
                  </a:lnTo>
                  <a:lnTo>
                    <a:pt x="1751264" y="0"/>
                  </a:lnTo>
                  <a:lnTo>
                    <a:pt x="1750408" y="0"/>
                  </a:lnTo>
                  <a:lnTo>
                    <a:pt x="1749553" y="0"/>
                  </a:lnTo>
                  <a:lnTo>
                    <a:pt x="1748697" y="0"/>
                  </a:lnTo>
                  <a:lnTo>
                    <a:pt x="1747842" y="0"/>
                  </a:lnTo>
                  <a:lnTo>
                    <a:pt x="1746986" y="0"/>
                  </a:lnTo>
                  <a:lnTo>
                    <a:pt x="1746131" y="0"/>
                  </a:lnTo>
                  <a:lnTo>
                    <a:pt x="1745275" y="0"/>
                  </a:lnTo>
                  <a:lnTo>
                    <a:pt x="1744419" y="0"/>
                  </a:lnTo>
                  <a:lnTo>
                    <a:pt x="1743564" y="0"/>
                  </a:lnTo>
                  <a:lnTo>
                    <a:pt x="1742708" y="0"/>
                  </a:lnTo>
                  <a:lnTo>
                    <a:pt x="1741853" y="0"/>
                  </a:lnTo>
                  <a:lnTo>
                    <a:pt x="1740997" y="0"/>
                  </a:lnTo>
                  <a:lnTo>
                    <a:pt x="1740142" y="0"/>
                  </a:lnTo>
                  <a:lnTo>
                    <a:pt x="1739286" y="0"/>
                  </a:lnTo>
                  <a:lnTo>
                    <a:pt x="1738431" y="0"/>
                  </a:lnTo>
                  <a:lnTo>
                    <a:pt x="1737575" y="0"/>
                  </a:lnTo>
                  <a:lnTo>
                    <a:pt x="1736720" y="0"/>
                  </a:lnTo>
                  <a:lnTo>
                    <a:pt x="1735864" y="0"/>
                  </a:lnTo>
                  <a:lnTo>
                    <a:pt x="1735009" y="0"/>
                  </a:lnTo>
                  <a:lnTo>
                    <a:pt x="1734153" y="0"/>
                  </a:lnTo>
                  <a:lnTo>
                    <a:pt x="1733298" y="0"/>
                  </a:lnTo>
                  <a:lnTo>
                    <a:pt x="1732442" y="0"/>
                  </a:lnTo>
                  <a:lnTo>
                    <a:pt x="1731587" y="0"/>
                  </a:lnTo>
                  <a:lnTo>
                    <a:pt x="1730731" y="0"/>
                  </a:lnTo>
                  <a:lnTo>
                    <a:pt x="1729876" y="0"/>
                  </a:lnTo>
                  <a:lnTo>
                    <a:pt x="1729020" y="0"/>
                  </a:lnTo>
                  <a:lnTo>
                    <a:pt x="1728164" y="0"/>
                  </a:lnTo>
                  <a:lnTo>
                    <a:pt x="1727309" y="0"/>
                  </a:lnTo>
                  <a:lnTo>
                    <a:pt x="1726453" y="0"/>
                  </a:lnTo>
                  <a:lnTo>
                    <a:pt x="1725598" y="0"/>
                  </a:lnTo>
                  <a:lnTo>
                    <a:pt x="1724742" y="0"/>
                  </a:lnTo>
                  <a:lnTo>
                    <a:pt x="1723887" y="0"/>
                  </a:lnTo>
                  <a:lnTo>
                    <a:pt x="1723031" y="0"/>
                  </a:lnTo>
                  <a:lnTo>
                    <a:pt x="1722176" y="0"/>
                  </a:lnTo>
                  <a:lnTo>
                    <a:pt x="1721320" y="0"/>
                  </a:lnTo>
                  <a:lnTo>
                    <a:pt x="1720465" y="0"/>
                  </a:lnTo>
                  <a:lnTo>
                    <a:pt x="1719609" y="0"/>
                  </a:lnTo>
                  <a:lnTo>
                    <a:pt x="1718754" y="0"/>
                  </a:lnTo>
                  <a:lnTo>
                    <a:pt x="1717898" y="0"/>
                  </a:lnTo>
                  <a:lnTo>
                    <a:pt x="1717043" y="0"/>
                  </a:lnTo>
                  <a:lnTo>
                    <a:pt x="1716187" y="0"/>
                  </a:lnTo>
                  <a:lnTo>
                    <a:pt x="1715332" y="0"/>
                  </a:lnTo>
                  <a:lnTo>
                    <a:pt x="1714476" y="0"/>
                  </a:lnTo>
                  <a:lnTo>
                    <a:pt x="1713620" y="0"/>
                  </a:lnTo>
                  <a:lnTo>
                    <a:pt x="1712765" y="0"/>
                  </a:lnTo>
                  <a:lnTo>
                    <a:pt x="1711909" y="0"/>
                  </a:lnTo>
                  <a:lnTo>
                    <a:pt x="1711054" y="0"/>
                  </a:lnTo>
                  <a:lnTo>
                    <a:pt x="1710198" y="0"/>
                  </a:lnTo>
                  <a:lnTo>
                    <a:pt x="1709343" y="0"/>
                  </a:lnTo>
                  <a:lnTo>
                    <a:pt x="1708487" y="0"/>
                  </a:lnTo>
                  <a:lnTo>
                    <a:pt x="1707632" y="0"/>
                  </a:lnTo>
                  <a:lnTo>
                    <a:pt x="1706776" y="0"/>
                  </a:lnTo>
                  <a:lnTo>
                    <a:pt x="1705921" y="0"/>
                  </a:lnTo>
                  <a:lnTo>
                    <a:pt x="1705065" y="0"/>
                  </a:lnTo>
                  <a:lnTo>
                    <a:pt x="1704210" y="0"/>
                  </a:lnTo>
                  <a:lnTo>
                    <a:pt x="1703354" y="0"/>
                  </a:lnTo>
                  <a:lnTo>
                    <a:pt x="1702499" y="0"/>
                  </a:lnTo>
                  <a:lnTo>
                    <a:pt x="1701643" y="0"/>
                  </a:lnTo>
                  <a:lnTo>
                    <a:pt x="1700788" y="0"/>
                  </a:lnTo>
                  <a:lnTo>
                    <a:pt x="1699932" y="0"/>
                  </a:lnTo>
                  <a:lnTo>
                    <a:pt x="1699077" y="0"/>
                  </a:lnTo>
                  <a:lnTo>
                    <a:pt x="1698221" y="0"/>
                  </a:lnTo>
                  <a:lnTo>
                    <a:pt x="1697365" y="0"/>
                  </a:lnTo>
                  <a:lnTo>
                    <a:pt x="1696510" y="0"/>
                  </a:lnTo>
                  <a:lnTo>
                    <a:pt x="1695654" y="0"/>
                  </a:lnTo>
                  <a:lnTo>
                    <a:pt x="1694799" y="0"/>
                  </a:lnTo>
                  <a:lnTo>
                    <a:pt x="1693943" y="0"/>
                  </a:lnTo>
                  <a:lnTo>
                    <a:pt x="1693088" y="0"/>
                  </a:lnTo>
                  <a:lnTo>
                    <a:pt x="1692232" y="0"/>
                  </a:lnTo>
                  <a:lnTo>
                    <a:pt x="1691377" y="0"/>
                  </a:lnTo>
                  <a:lnTo>
                    <a:pt x="1690521" y="0"/>
                  </a:lnTo>
                  <a:lnTo>
                    <a:pt x="1689666" y="0"/>
                  </a:lnTo>
                  <a:lnTo>
                    <a:pt x="1688810" y="0"/>
                  </a:lnTo>
                  <a:lnTo>
                    <a:pt x="1687955" y="0"/>
                  </a:lnTo>
                  <a:lnTo>
                    <a:pt x="1687099" y="0"/>
                  </a:lnTo>
                  <a:lnTo>
                    <a:pt x="1686244" y="0"/>
                  </a:lnTo>
                  <a:lnTo>
                    <a:pt x="1685388" y="0"/>
                  </a:lnTo>
                  <a:lnTo>
                    <a:pt x="1684533" y="0"/>
                  </a:lnTo>
                  <a:lnTo>
                    <a:pt x="1683677" y="0"/>
                  </a:lnTo>
                  <a:lnTo>
                    <a:pt x="1682822" y="0"/>
                  </a:lnTo>
                  <a:lnTo>
                    <a:pt x="1681966" y="0"/>
                  </a:lnTo>
                  <a:lnTo>
                    <a:pt x="1681110" y="0"/>
                  </a:lnTo>
                  <a:lnTo>
                    <a:pt x="1680255" y="0"/>
                  </a:lnTo>
                  <a:lnTo>
                    <a:pt x="1679399" y="0"/>
                  </a:lnTo>
                  <a:lnTo>
                    <a:pt x="1678544" y="0"/>
                  </a:lnTo>
                  <a:lnTo>
                    <a:pt x="1677688" y="0"/>
                  </a:lnTo>
                  <a:lnTo>
                    <a:pt x="1676833" y="0"/>
                  </a:lnTo>
                  <a:lnTo>
                    <a:pt x="1675977" y="0"/>
                  </a:lnTo>
                  <a:lnTo>
                    <a:pt x="1675122" y="0"/>
                  </a:lnTo>
                  <a:lnTo>
                    <a:pt x="1674266" y="0"/>
                  </a:lnTo>
                  <a:lnTo>
                    <a:pt x="1673411" y="0"/>
                  </a:lnTo>
                  <a:lnTo>
                    <a:pt x="1672555" y="0"/>
                  </a:lnTo>
                  <a:lnTo>
                    <a:pt x="1671700" y="0"/>
                  </a:lnTo>
                  <a:lnTo>
                    <a:pt x="1670844" y="0"/>
                  </a:lnTo>
                  <a:lnTo>
                    <a:pt x="1669989" y="0"/>
                  </a:lnTo>
                  <a:lnTo>
                    <a:pt x="1669133" y="0"/>
                  </a:lnTo>
                  <a:lnTo>
                    <a:pt x="1668278" y="0"/>
                  </a:lnTo>
                  <a:lnTo>
                    <a:pt x="1667422" y="0"/>
                  </a:lnTo>
                  <a:lnTo>
                    <a:pt x="1666566" y="0"/>
                  </a:lnTo>
                  <a:lnTo>
                    <a:pt x="1665711" y="0"/>
                  </a:lnTo>
                  <a:lnTo>
                    <a:pt x="1664855" y="0"/>
                  </a:lnTo>
                  <a:lnTo>
                    <a:pt x="1664000" y="0"/>
                  </a:lnTo>
                  <a:lnTo>
                    <a:pt x="1663144" y="0"/>
                  </a:lnTo>
                  <a:lnTo>
                    <a:pt x="1662289" y="0"/>
                  </a:lnTo>
                  <a:lnTo>
                    <a:pt x="1661433" y="0"/>
                  </a:lnTo>
                  <a:lnTo>
                    <a:pt x="1660578" y="0"/>
                  </a:lnTo>
                  <a:lnTo>
                    <a:pt x="1659722" y="0"/>
                  </a:lnTo>
                  <a:lnTo>
                    <a:pt x="1658867" y="0"/>
                  </a:lnTo>
                  <a:lnTo>
                    <a:pt x="1658011" y="0"/>
                  </a:lnTo>
                  <a:lnTo>
                    <a:pt x="1657156" y="0"/>
                  </a:lnTo>
                  <a:lnTo>
                    <a:pt x="1656300" y="0"/>
                  </a:lnTo>
                  <a:lnTo>
                    <a:pt x="1655445" y="0"/>
                  </a:lnTo>
                  <a:lnTo>
                    <a:pt x="1654589" y="0"/>
                  </a:lnTo>
                  <a:lnTo>
                    <a:pt x="1653734" y="0"/>
                  </a:lnTo>
                  <a:lnTo>
                    <a:pt x="1652878" y="0"/>
                  </a:lnTo>
                  <a:lnTo>
                    <a:pt x="1652023" y="0"/>
                  </a:lnTo>
                  <a:lnTo>
                    <a:pt x="1651167" y="0"/>
                  </a:lnTo>
                  <a:lnTo>
                    <a:pt x="1650311" y="0"/>
                  </a:lnTo>
                  <a:lnTo>
                    <a:pt x="1649456" y="0"/>
                  </a:lnTo>
                  <a:lnTo>
                    <a:pt x="1648600" y="0"/>
                  </a:lnTo>
                  <a:lnTo>
                    <a:pt x="1647745" y="0"/>
                  </a:lnTo>
                  <a:lnTo>
                    <a:pt x="1646889" y="0"/>
                  </a:lnTo>
                  <a:lnTo>
                    <a:pt x="1646034" y="0"/>
                  </a:lnTo>
                  <a:lnTo>
                    <a:pt x="1645178" y="0"/>
                  </a:lnTo>
                  <a:lnTo>
                    <a:pt x="1644323" y="0"/>
                  </a:lnTo>
                  <a:lnTo>
                    <a:pt x="1643467" y="0"/>
                  </a:lnTo>
                  <a:lnTo>
                    <a:pt x="1642612" y="0"/>
                  </a:lnTo>
                  <a:lnTo>
                    <a:pt x="1641756" y="0"/>
                  </a:lnTo>
                  <a:lnTo>
                    <a:pt x="1640901" y="0"/>
                  </a:lnTo>
                  <a:lnTo>
                    <a:pt x="1640045" y="0"/>
                  </a:lnTo>
                  <a:lnTo>
                    <a:pt x="1639190" y="0"/>
                  </a:lnTo>
                  <a:lnTo>
                    <a:pt x="1638334" y="0"/>
                  </a:lnTo>
                  <a:lnTo>
                    <a:pt x="1637479" y="0"/>
                  </a:lnTo>
                  <a:lnTo>
                    <a:pt x="1636623" y="0"/>
                  </a:lnTo>
                  <a:lnTo>
                    <a:pt x="1635768" y="0"/>
                  </a:lnTo>
                  <a:lnTo>
                    <a:pt x="1634912" y="0"/>
                  </a:lnTo>
                  <a:lnTo>
                    <a:pt x="1634056" y="0"/>
                  </a:lnTo>
                  <a:lnTo>
                    <a:pt x="1633201" y="0"/>
                  </a:lnTo>
                  <a:lnTo>
                    <a:pt x="1632345" y="0"/>
                  </a:lnTo>
                  <a:lnTo>
                    <a:pt x="1631490" y="0"/>
                  </a:lnTo>
                  <a:lnTo>
                    <a:pt x="1630634" y="0"/>
                  </a:lnTo>
                  <a:lnTo>
                    <a:pt x="1629779" y="0"/>
                  </a:lnTo>
                  <a:lnTo>
                    <a:pt x="1628923" y="0"/>
                  </a:lnTo>
                  <a:lnTo>
                    <a:pt x="1628068" y="0"/>
                  </a:lnTo>
                  <a:lnTo>
                    <a:pt x="1627212" y="0"/>
                  </a:lnTo>
                  <a:lnTo>
                    <a:pt x="1626357" y="0"/>
                  </a:lnTo>
                  <a:lnTo>
                    <a:pt x="1625501" y="0"/>
                  </a:lnTo>
                  <a:lnTo>
                    <a:pt x="1624646" y="0"/>
                  </a:lnTo>
                  <a:lnTo>
                    <a:pt x="1623790" y="0"/>
                  </a:lnTo>
                  <a:lnTo>
                    <a:pt x="1622935" y="0"/>
                  </a:lnTo>
                  <a:lnTo>
                    <a:pt x="1622079" y="0"/>
                  </a:lnTo>
                  <a:lnTo>
                    <a:pt x="1621224" y="0"/>
                  </a:lnTo>
                  <a:lnTo>
                    <a:pt x="1620368" y="0"/>
                  </a:lnTo>
                  <a:lnTo>
                    <a:pt x="1619512" y="0"/>
                  </a:lnTo>
                  <a:lnTo>
                    <a:pt x="1618657" y="0"/>
                  </a:lnTo>
                  <a:lnTo>
                    <a:pt x="1617801" y="0"/>
                  </a:lnTo>
                  <a:lnTo>
                    <a:pt x="1616946" y="0"/>
                  </a:lnTo>
                  <a:lnTo>
                    <a:pt x="1616090" y="0"/>
                  </a:lnTo>
                  <a:lnTo>
                    <a:pt x="1615235" y="0"/>
                  </a:lnTo>
                  <a:lnTo>
                    <a:pt x="1614379" y="0"/>
                  </a:lnTo>
                  <a:lnTo>
                    <a:pt x="1613524" y="0"/>
                  </a:lnTo>
                  <a:lnTo>
                    <a:pt x="1612668" y="0"/>
                  </a:lnTo>
                  <a:lnTo>
                    <a:pt x="1611813" y="0"/>
                  </a:lnTo>
                  <a:lnTo>
                    <a:pt x="1610957" y="0"/>
                  </a:lnTo>
                  <a:lnTo>
                    <a:pt x="1610102" y="0"/>
                  </a:lnTo>
                  <a:lnTo>
                    <a:pt x="1609246" y="0"/>
                  </a:lnTo>
                  <a:lnTo>
                    <a:pt x="1608391" y="0"/>
                  </a:lnTo>
                  <a:lnTo>
                    <a:pt x="1607535" y="0"/>
                  </a:lnTo>
                  <a:lnTo>
                    <a:pt x="1606680" y="0"/>
                  </a:lnTo>
                  <a:lnTo>
                    <a:pt x="1605824" y="0"/>
                  </a:lnTo>
                  <a:lnTo>
                    <a:pt x="1604969" y="0"/>
                  </a:lnTo>
                  <a:lnTo>
                    <a:pt x="1604113" y="0"/>
                  </a:lnTo>
                  <a:lnTo>
                    <a:pt x="1603257" y="0"/>
                  </a:lnTo>
                  <a:lnTo>
                    <a:pt x="1602402" y="0"/>
                  </a:lnTo>
                  <a:lnTo>
                    <a:pt x="1601546" y="0"/>
                  </a:lnTo>
                  <a:lnTo>
                    <a:pt x="1600691" y="0"/>
                  </a:lnTo>
                  <a:lnTo>
                    <a:pt x="1599835" y="0"/>
                  </a:lnTo>
                  <a:lnTo>
                    <a:pt x="1598980" y="0"/>
                  </a:lnTo>
                  <a:lnTo>
                    <a:pt x="1598124" y="0"/>
                  </a:lnTo>
                  <a:lnTo>
                    <a:pt x="1597269" y="0"/>
                  </a:lnTo>
                  <a:lnTo>
                    <a:pt x="1596413" y="0"/>
                  </a:lnTo>
                  <a:lnTo>
                    <a:pt x="1595558" y="0"/>
                  </a:lnTo>
                  <a:lnTo>
                    <a:pt x="1594702" y="0"/>
                  </a:lnTo>
                  <a:lnTo>
                    <a:pt x="1593847" y="0"/>
                  </a:lnTo>
                  <a:lnTo>
                    <a:pt x="1592991" y="0"/>
                  </a:lnTo>
                  <a:lnTo>
                    <a:pt x="1592136" y="0"/>
                  </a:lnTo>
                  <a:lnTo>
                    <a:pt x="1591280" y="0"/>
                  </a:lnTo>
                  <a:lnTo>
                    <a:pt x="1590425" y="0"/>
                  </a:lnTo>
                  <a:lnTo>
                    <a:pt x="1589569" y="0"/>
                  </a:lnTo>
                  <a:lnTo>
                    <a:pt x="1588714" y="0"/>
                  </a:lnTo>
                  <a:lnTo>
                    <a:pt x="1587858" y="0"/>
                  </a:lnTo>
                  <a:lnTo>
                    <a:pt x="1587002" y="0"/>
                  </a:lnTo>
                  <a:lnTo>
                    <a:pt x="1586147" y="0"/>
                  </a:lnTo>
                  <a:lnTo>
                    <a:pt x="1585291" y="0"/>
                  </a:lnTo>
                  <a:lnTo>
                    <a:pt x="1584436" y="0"/>
                  </a:lnTo>
                  <a:lnTo>
                    <a:pt x="1583580" y="0"/>
                  </a:lnTo>
                  <a:lnTo>
                    <a:pt x="1582725" y="0"/>
                  </a:lnTo>
                  <a:lnTo>
                    <a:pt x="1581869" y="0"/>
                  </a:lnTo>
                  <a:lnTo>
                    <a:pt x="1581014" y="0"/>
                  </a:lnTo>
                  <a:lnTo>
                    <a:pt x="1580158" y="0"/>
                  </a:lnTo>
                  <a:lnTo>
                    <a:pt x="1579303" y="0"/>
                  </a:lnTo>
                  <a:lnTo>
                    <a:pt x="1578447" y="0"/>
                  </a:lnTo>
                  <a:lnTo>
                    <a:pt x="1577592" y="0"/>
                  </a:lnTo>
                  <a:lnTo>
                    <a:pt x="1576736" y="0"/>
                  </a:lnTo>
                  <a:lnTo>
                    <a:pt x="1575881" y="0"/>
                  </a:lnTo>
                  <a:lnTo>
                    <a:pt x="1575025" y="0"/>
                  </a:lnTo>
                  <a:lnTo>
                    <a:pt x="1574170" y="0"/>
                  </a:lnTo>
                  <a:lnTo>
                    <a:pt x="1573314" y="0"/>
                  </a:lnTo>
                  <a:lnTo>
                    <a:pt x="1572458" y="0"/>
                  </a:lnTo>
                  <a:lnTo>
                    <a:pt x="1571603" y="0"/>
                  </a:lnTo>
                  <a:lnTo>
                    <a:pt x="1570747" y="0"/>
                  </a:lnTo>
                  <a:lnTo>
                    <a:pt x="1569892" y="0"/>
                  </a:lnTo>
                  <a:lnTo>
                    <a:pt x="1569036" y="0"/>
                  </a:lnTo>
                  <a:lnTo>
                    <a:pt x="1568181" y="0"/>
                  </a:lnTo>
                  <a:lnTo>
                    <a:pt x="1567325" y="0"/>
                  </a:lnTo>
                  <a:lnTo>
                    <a:pt x="1566470" y="0"/>
                  </a:lnTo>
                  <a:lnTo>
                    <a:pt x="1565614" y="0"/>
                  </a:lnTo>
                  <a:lnTo>
                    <a:pt x="1564759" y="0"/>
                  </a:lnTo>
                  <a:lnTo>
                    <a:pt x="1563903" y="0"/>
                  </a:lnTo>
                  <a:lnTo>
                    <a:pt x="1563048" y="0"/>
                  </a:lnTo>
                  <a:lnTo>
                    <a:pt x="1562192" y="0"/>
                  </a:lnTo>
                  <a:lnTo>
                    <a:pt x="1561337" y="0"/>
                  </a:lnTo>
                  <a:lnTo>
                    <a:pt x="1560481" y="0"/>
                  </a:lnTo>
                  <a:lnTo>
                    <a:pt x="1559626" y="0"/>
                  </a:lnTo>
                  <a:lnTo>
                    <a:pt x="1558770" y="0"/>
                  </a:lnTo>
                  <a:lnTo>
                    <a:pt x="1557915" y="0"/>
                  </a:lnTo>
                  <a:lnTo>
                    <a:pt x="1557059" y="0"/>
                  </a:lnTo>
                  <a:lnTo>
                    <a:pt x="1556203" y="0"/>
                  </a:lnTo>
                  <a:lnTo>
                    <a:pt x="1555348" y="0"/>
                  </a:lnTo>
                  <a:lnTo>
                    <a:pt x="1554492" y="0"/>
                  </a:lnTo>
                  <a:lnTo>
                    <a:pt x="1553637" y="0"/>
                  </a:lnTo>
                  <a:lnTo>
                    <a:pt x="1552781" y="0"/>
                  </a:lnTo>
                  <a:lnTo>
                    <a:pt x="1551926" y="0"/>
                  </a:lnTo>
                  <a:lnTo>
                    <a:pt x="1551070" y="0"/>
                  </a:lnTo>
                  <a:lnTo>
                    <a:pt x="1550215" y="0"/>
                  </a:lnTo>
                  <a:lnTo>
                    <a:pt x="1549359" y="0"/>
                  </a:lnTo>
                  <a:lnTo>
                    <a:pt x="1548504" y="0"/>
                  </a:lnTo>
                  <a:lnTo>
                    <a:pt x="1547648" y="0"/>
                  </a:lnTo>
                  <a:lnTo>
                    <a:pt x="1546793" y="0"/>
                  </a:lnTo>
                  <a:lnTo>
                    <a:pt x="1545937" y="0"/>
                  </a:lnTo>
                  <a:lnTo>
                    <a:pt x="1545082" y="0"/>
                  </a:lnTo>
                  <a:lnTo>
                    <a:pt x="1544226" y="0"/>
                  </a:lnTo>
                  <a:lnTo>
                    <a:pt x="1543371" y="0"/>
                  </a:lnTo>
                  <a:lnTo>
                    <a:pt x="1542515" y="0"/>
                  </a:lnTo>
                  <a:lnTo>
                    <a:pt x="1541660" y="0"/>
                  </a:lnTo>
                  <a:lnTo>
                    <a:pt x="1540804" y="0"/>
                  </a:lnTo>
                  <a:lnTo>
                    <a:pt x="1539948" y="0"/>
                  </a:lnTo>
                  <a:lnTo>
                    <a:pt x="1539093" y="0"/>
                  </a:lnTo>
                  <a:lnTo>
                    <a:pt x="1538237" y="0"/>
                  </a:lnTo>
                  <a:lnTo>
                    <a:pt x="1537382" y="0"/>
                  </a:lnTo>
                  <a:lnTo>
                    <a:pt x="1536526" y="0"/>
                  </a:lnTo>
                  <a:lnTo>
                    <a:pt x="1535671" y="0"/>
                  </a:lnTo>
                  <a:lnTo>
                    <a:pt x="1534815" y="0"/>
                  </a:lnTo>
                  <a:lnTo>
                    <a:pt x="1533960" y="0"/>
                  </a:lnTo>
                  <a:lnTo>
                    <a:pt x="1533104" y="0"/>
                  </a:lnTo>
                  <a:lnTo>
                    <a:pt x="1532249" y="0"/>
                  </a:lnTo>
                  <a:lnTo>
                    <a:pt x="1531393" y="0"/>
                  </a:lnTo>
                  <a:lnTo>
                    <a:pt x="1530538" y="0"/>
                  </a:lnTo>
                  <a:lnTo>
                    <a:pt x="1529682" y="0"/>
                  </a:lnTo>
                  <a:lnTo>
                    <a:pt x="1528827" y="0"/>
                  </a:lnTo>
                  <a:lnTo>
                    <a:pt x="1527971" y="0"/>
                  </a:lnTo>
                  <a:lnTo>
                    <a:pt x="1527116" y="0"/>
                  </a:lnTo>
                  <a:lnTo>
                    <a:pt x="1526260" y="0"/>
                  </a:lnTo>
                  <a:lnTo>
                    <a:pt x="1525405" y="0"/>
                  </a:lnTo>
                  <a:lnTo>
                    <a:pt x="1524549" y="0"/>
                  </a:lnTo>
                  <a:lnTo>
                    <a:pt x="1523693" y="0"/>
                  </a:lnTo>
                  <a:lnTo>
                    <a:pt x="1522838" y="0"/>
                  </a:lnTo>
                  <a:lnTo>
                    <a:pt x="1521982" y="0"/>
                  </a:lnTo>
                  <a:lnTo>
                    <a:pt x="1521127" y="0"/>
                  </a:lnTo>
                  <a:lnTo>
                    <a:pt x="1520271" y="0"/>
                  </a:lnTo>
                  <a:lnTo>
                    <a:pt x="1519416" y="0"/>
                  </a:lnTo>
                  <a:lnTo>
                    <a:pt x="1518560" y="0"/>
                  </a:lnTo>
                  <a:lnTo>
                    <a:pt x="1517705" y="0"/>
                  </a:lnTo>
                  <a:lnTo>
                    <a:pt x="1516849" y="0"/>
                  </a:lnTo>
                  <a:lnTo>
                    <a:pt x="1515994" y="0"/>
                  </a:lnTo>
                  <a:lnTo>
                    <a:pt x="1515138" y="0"/>
                  </a:lnTo>
                  <a:lnTo>
                    <a:pt x="1514283" y="0"/>
                  </a:lnTo>
                  <a:lnTo>
                    <a:pt x="1513427" y="0"/>
                  </a:lnTo>
                  <a:lnTo>
                    <a:pt x="1512572" y="0"/>
                  </a:lnTo>
                  <a:lnTo>
                    <a:pt x="1511716" y="0"/>
                  </a:lnTo>
                  <a:lnTo>
                    <a:pt x="1510861" y="0"/>
                  </a:lnTo>
                  <a:lnTo>
                    <a:pt x="1510005" y="0"/>
                  </a:lnTo>
                  <a:lnTo>
                    <a:pt x="1509149" y="0"/>
                  </a:lnTo>
                  <a:lnTo>
                    <a:pt x="1508294" y="0"/>
                  </a:lnTo>
                  <a:lnTo>
                    <a:pt x="1507438" y="0"/>
                  </a:lnTo>
                  <a:lnTo>
                    <a:pt x="1506583" y="0"/>
                  </a:lnTo>
                  <a:lnTo>
                    <a:pt x="1505727" y="0"/>
                  </a:lnTo>
                  <a:lnTo>
                    <a:pt x="1504872" y="0"/>
                  </a:lnTo>
                  <a:lnTo>
                    <a:pt x="1504016" y="0"/>
                  </a:lnTo>
                  <a:lnTo>
                    <a:pt x="1503161" y="0"/>
                  </a:lnTo>
                  <a:lnTo>
                    <a:pt x="1502305" y="0"/>
                  </a:lnTo>
                  <a:lnTo>
                    <a:pt x="1501450" y="0"/>
                  </a:lnTo>
                  <a:lnTo>
                    <a:pt x="1500594" y="0"/>
                  </a:lnTo>
                  <a:lnTo>
                    <a:pt x="1499739" y="0"/>
                  </a:lnTo>
                  <a:lnTo>
                    <a:pt x="1498883" y="0"/>
                  </a:lnTo>
                  <a:lnTo>
                    <a:pt x="1498028" y="0"/>
                  </a:lnTo>
                  <a:lnTo>
                    <a:pt x="1497172" y="0"/>
                  </a:lnTo>
                  <a:lnTo>
                    <a:pt x="1496317" y="0"/>
                  </a:lnTo>
                  <a:lnTo>
                    <a:pt x="1495461" y="0"/>
                  </a:lnTo>
                  <a:lnTo>
                    <a:pt x="1494606" y="0"/>
                  </a:lnTo>
                  <a:lnTo>
                    <a:pt x="1493750" y="0"/>
                  </a:lnTo>
                  <a:lnTo>
                    <a:pt x="1492894" y="0"/>
                  </a:lnTo>
                  <a:lnTo>
                    <a:pt x="1492039" y="0"/>
                  </a:lnTo>
                  <a:lnTo>
                    <a:pt x="1491183" y="0"/>
                  </a:lnTo>
                  <a:lnTo>
                    <a:pt x="1490328" y="0"/>
                  </a:lnTo>
                  <a:lnTo>
                    <a:pt x="1489472" y="0"/>
                  </a:lnTo>
                  <a:lnTo>
                    <a:pt x="1488617" y="0"/>
                  </a:lnTo>
                  <a:lnTo>
                    <a:pt x="1487761" y="0"/>
                  </a:lnTo>
                  <a:lnTo>
                    <a:pt x="1486906" y="0"/>
                  </a:lnTo>
                  <a:lnTo>
                    <a:pt x="1486050" y="0"/>
                  </a:lnTo>
                  <a:lnTo>
                    <a:pt x="1485195" y="0"/>
                  </a:lnTo>
                  <a:lnTo>
                    <a:pt x="1484339" y="0"/>
                  </a:lnTo>
                  <a:lnTo>
                    <a:pt x="1483484" y="0"/>
                  </a:lnTo>
                  <a:lnTo>
                    <a:pt x="1482628" y="0"/>
                  </a:lnTo>
                  <a:lnTo>
                    <a:pt x="1481773" y="0"/>
                  </a:lnTo>
                  <a:lnTo>
                    <a:pt x="1480917" y="0"/>
                  </a:lnTo>
                  <a:lnTo>
                    <a:pt x="1480062" y="0"/>
                  </a:lnTo>
                  <a:lnTo>
                    <a:pt x="1479206" y="0"/>
                  </a:lnTo>
                  <a:lnTo>
                    <a:pt x="1478351" y="0"/>
                  </a:lnTo>
                  <a:lnTo>
                    <a:pt x="1477495" y="0"/>
                  </a:lnTo>
                  <a:lnTo>
                    <a:pt x="1476639" y="0"/>
                  </a:lnTo>
                  <a:lnTo>
                    <a:pt x="1475784" y="0"/>
                  </a:lnTo>
                  <a:lnTo>
                    <a:pt x="1474928" y="0"/>
                  </a:lnTo>
                  <a:lnTo>
                    <a:pt x="1474073" y="0"/>
                  </a:lnTo>
                  <a:lnTo>
                    <a:pt x="1473217" y="0"/>
                  </a:lnTo>
                  <a:lnTo>
                    <a:pt x="1472362" y="0"/>
                  </a:lnTo>
                  <a:lnTo>
                    <a:pt x="1471506" y="0"/>
                  </a:lnTo>
                  <a:lnTo>
                    <a:pt x="1470651" y="0"/>
                  </a:lnTo>
                  <a:lnTo>
                    <a:pt x="1469795" y="0"/>
                  </a:lnTo>
                  <a:lnTo>
                    <a:pt x="1468940" y="0"/>
                  </a:lnTo>
                  <a:lnTo>
                    <a:pt x="1468084" y="0"/>
                  </a:lnTo>
                  <a:lnTo>
                    <a:pt x="1467229" y="0"/>
                  </a:lnTo>
                  <a:lnTo>
                    <a:pt x="1466373" y="0"/>
                  </a:lnTo>
                  <a:lnTo>
                    <a:pt x="1465518" y="0"/>
                  </a:lnTo>
                  <a:lnTo>
                    <a:pt x="1464662" y="0"/>
                  </a:lnTo>
                  <a:lnTo>
                    <a:pt x="1463807" y="0"/>
                  </a:lnTo>
                  <a:lnTo>
                    <a:pt x="1462951" y="0"/>
                  </a:lnTo>
                  <a:lnTo>
                    <a:pt x="1462095" y="0"/>
                  </a:lnTo>
                  <a:lnTo>
                    <a:pt x="1461240" y="0"/>
                  </a:lnTo>
                  <a:lnTo>
                    <a:pt x="1460384" y="0"/>
                  </a:lnTo>
                  <a:lnTo>
                    <a:pt x="1459529" y="0"/>
                  </a:lnTo>
                  <a:lnTo>
                    <a:pt x="1458673" y="0"/>
                  </a:lnTo>
                  <a:lnTo>
                    <a:pt x="1457818" y="0"/>
                  </a:lnTo>
                  <a:lnTo>
                    <a:pt x="1456962" y="0"/>
                  </a:lnTo>
                  <a:lnTo>
                    <a:pt x="1456107" y="0"/>
                  </a:lnTo>
                  <a:lnTo>
                    <a:pt x="1455251" y="0"/>
                  </a:lnTo>
                  <a:lnTo>
                    <a:pt x="1454396" y="0"/>
                  </a:lnTo>
                  <a:lnTo>
                    <a:pt x="1453540" y="0"/>
                  </a:lnTo>
                  <a:lnTo>
                    <a:pt x="1452685" y="0"/>
                  </a:lnTo>
                  <a:lnTo>
                    <a:pt x="1451829" y="0"/>
                  </a:lnTo>
                  <a:lnTo>
                    <a:pt x="1450974" y="0"/>
                  </a:lnTo>
                  <a:lnTo>
                    <a:pt x="1450118" y="0"/>
                  </a:lnTo>
                  <a:lnTo>
                    <a:pt x="1449263" y="0"/>
                  </a:lnTo>
                  <a:lnTo>
                    <a:pt x="1448407" y="0"/>
                  </a:lnTo>
                  <a:lnTo>
                    <a:pt x="1447552" y="0"/>
                  </a:lnTo>
                  <a:lnTo>
                    <a:pt x="1446696" y="0"/>
                  </a:lnTo>
                  <a:lnTo>
                    <a:pt x="1445840" y="0"/>
                  </a:lnTo>
                  <a:lnTo>
                    <a:pt x="1444985" y="0"/>
                  </a:lnTo>
                  <a:lnTo>
                    <a:pt x="1444129" y="0"/>
                  </a:lnTo>
                  <a:lnTo>
                    <a:pt x="1443274" y="0"/>
                  </a:lnTo>
                  <a:lnTo>
                    <a:pt x="1442418" y="0"/>
                  </a:lnTo>
                  <a:lnTo>
                    <a:pt x="1441563" y="0"/>
                  </a:lnTo>
                  <a:lnTo>
                    <a:pt x="1440707" y="0"/>
                  </a:lnTo>
                  <a:lnTo>
                    <a:pt x="1439852" y="0"/>
                  </a:lnTo>
                  <a:lnTo>
                    <a:pt x="1438996" y="0"/>
                  </a:lnTo>
                  <a:lnTo>
                    <a:pt x="1438141" y="0"/>
                  </a:lnTo>
                  <a:lnTo>
                    <a:pt x="1437285" y="0"/>
                  </a:lnTo>
                  <a:lnTo>
                    <a:pt x="1436430" y="0"/>
                  </a:lnTo>
                  <a:lnTo>
                    <a:pt x="1435574" y="0"/>
                  </a:lnTo>
                  <a:lnTo>
                    <a:pt x="1434719" y="0"/>
                  </a:lnTo>
                  <a:lnTo>
                    <a:pt x="1433863" y="0"/>
                  </a:lnTo>
                  <a:lnTo>
                    <a:pt x="1433008" y="0"/>
                  </a:lnTo>
                  <a:lnTo>
                    <a:pt x="1432152" y="0"/>
                  </a:lnTo>
                  <a:lnTo>
                    <a:pt x="1431297" y="0"/>
                  </a:lnTo>
                  <a:lnTo>
                    <a:pt x="1430441" y="0"/>
                  </a:lnTo>
                  <a:lnTo>
                    <a:pt x="1429585" y="0"/>
                  </a:lnTo>
                  <a:lnTo>
                    <a:pt x="1428730" y="0"/>
                  </a:lnTo>
                  <a:lnTo>
                    <a:pt x="1427874" y="0"/>
                  </a:lnTo>
                  <a:lnTo>
                    <a:pt x="1427019" y="0"/>
                  </a:lnTo>
                  <a:lnTo>
                    <a:pt x="1426163" y="0"/>
                  </a:lnTo>
                  <a:lnTo>
                    <a:pt x="1425308" y="0"/>
                  </a:lnTo>
                  <a:lnTo>
                    <a:pt x="1424452" y="0"/>
                  </a:lnTo>
                  <a:lnTo>
                    <a:pt x="1423597" y="0"/>
                  </a:lnTo>
                  <a:lnTo>
                    <a:pt x="1422741" y="0"/>
                  </a:lnTo>
                  <a:lnTo>
                    <a:pt x="1421886" y="0"/>
                  </a:lnTo>
                  <a:lnTo>
                    <a:pt x="1421030" y="0"/>
                  </a:lnTo>
                  <a:lnTo>
                    <a:pt x="1420175" y="0"/>
                  </a:lnTo>
                  <a:lnTo>
                    <a:pt x="1419319" y="0"/>
                  </a:lnTo>
                  <a:lnTo>
                    <a:pt x="1418464" y="0"/>
                  </a:lnTo>
                  <a:lnTo>
                    <a:pt x="1417608" y="0"/>
                  </a:lnTo>
                  <a:lnTo>
                    <a:pt x="1416753" y="0"/>
                  </a:lnTo>
                  <a:lnTo>
                    <a:pt x="1415897" y="0"/>
                  </a:lnTo>
                  <a:lnTo>
                    <a:pt x="1415041" y="0"/>
                  </a:lnTo>
                  <a:lnTo>
                    <a:pt x="1414186" y="0"/>
                  </a:lnTo>
                  <a:lnTo>
                    <a:pt x="1413330" y="0"/>
                  </a:lnTo>
                  <a:lnTo>
                    <a:pt x="1412475" y="0"/>
                  </a:lnTo>
                  <a:lnTo>
                    <a:pt x="1411619" y="0"/>
                  </a:lnTo>
                  <a:lnTo>
                    <a:pt x="1410764" y="0"/>
                  </a:lnTo>
                  <a:lnTo>
                    <a:pt x="1409908" y="0"/>
                  </a:lnTo>
                  <a:lnTo>
                    <a:pt x="1409053" y="0"/>
                  </a:lnTo>
                  <a:lnTo>
                    <a:pt x="1408197" y="0"/>
                  </a:lnTo>
                  <a:lnTo>
                    <a:pt x="1407342" y="0"/>
                  </a:lnTo>
                  <a:lnTo>
                    <a:pt x="1406486" y="0"/>
                  </a:lnTo>
                  <a:lnTo>
                    <a:pt x="1405631" y="0"/>
                  </a:lnTo>
                  <a:lnTo>
                    <a:pt x="1404775" y="0"/>
                  </a:lnTo>
                  <a:lnTo>
                    <a:pt x="1403920" y="0"/>
                  </a:lnTo>
                  <a:lnTo>
                    <a:pt x="1403064" y="0"/>
                  </a:lnTo>
                  <a:lnTo>
                    <a:pt x="1402209" y="0"/>
                  </a:lnTo>
                  <a:lnTo>
                    <a:pt x="1401353" y="0"/>
                  </a:lnTo>
                  <a:lnTo>
                    <a:pt x="1400498" y="0"/>
                  </a:lnTo>
                  <a:lnTo>
                    <a:pt x="1399642" y="0"/>
                  </a:lnTo>
                  <a:lnTo>
                    <a:pt x="1398786" y="0"/>
                  </a:lnTo>
                  <a:lnTo>
                    <a:pt x="1397931" y="0"/>
                  </a:lnTo>
                  <a:lnTo>
                    <a:pt x="1397075" y="0"/>
                  </a:lnTo>
                  <a:lnTo>
                    <a:pt x="1396220" y="0"/>
                  </a:lnTo>
                  <a:lnTo>
                    <a:pt x="1395364" y="0"/>
                  </a:lnTo>
                  <a:lnTo>
                    <a:pt x="1394509" y="0"/>
                  </a:lnTo>
                  <a:lnTo>
                    <a:pt x="1393653" y="0"/>
                  </a:lnTo>
                  <a:lnTo>
                    <a:pt x="1392798" y="0"/>
                  </a:lnTo>
                  <a:lnTo>
                    <a:pt x="1391942" y="0"/>
                  </a:lnTo>
                  <a:lnTo>
                    <a:pt x="1391087" y="0"/>
                  </a:lnTo>
                  <a:lnTo>
                    <a:pt x="1390231" y="0"/>
                  </a:lnTo>
                  <a:lnTo>
                    <a:pt x="1389376" y="0"/>
                  </a:lnTo>
                  <a:lnTo>
                    <a:pt x="1388520" y="0"/>
                  </a:lnTo>
                  <a:lnTo>
                    <a:pt x="1387665" y="0"/>
                  </a:lnTo>
                  <a:lnTo>
                    <a:pt x="1386809" y="0"/>
                  </a:lnTo>
                  <a:lnTo>
                    <a:pt x="1385954" y="0"/>
                  </a:lnTo>
                  <a:lnTo>
                    <a:pt x="1385098" y="0"/>
                  </a:lnTo>
                  <a:lnTo>
                    <a:pt x="1384243" y="0"/>
                  </a:lnTo>
                  <a:lnTo>
                    <a:pt x="1383387" y="0"/>
                  </a:lnTo>
                  <a:lnTo>
                    <a:pt x="1382531" y="0"/>
                  </a:lnTo>
                  <a:lnTo>
                    <a:pt x="1381676" y="0"/>
                  </a:lnTo>
                  <a:lnTo>
                    <a:pt x="1380820" y="0"/>
                  </a:lnTo>
                  <a:lnTo>
                    <a:pt x="1379965" y="0"/>
                  </a:lnTo>
                  <a:lnTo>
                    <a:pt x="1379109" y="0"/>
                  </a:lnTo>
                  <a:lnTo>
                    <a:pt x="1378254" y="0"/>
                  </a:lnTo>
                  <a:lnTo>
                    <a:pt x="1377398" y="0"/>
                  </a:lnTo>
                  <a:lnTo>
                    <a:pt x="1376543" y="0"/>
                  </a:lnTo>
                  <a:lnTo>
                    <a:pt x="1375687" y="0"/>
                  </a:lnTo>
                  <a:lnTo>
                    <a:pt x="1374832" y="0"/>
                  </a:lnTo>
                  <a:lnTo>
                    <a:pt x="1373976" y="0"/>
                  </a:lnTo>
                  <a:lnTo>
                    <a:pt x="1373121" y="0"/>
                  </a:lnTo>
                  <a:lnTo>
                    <a:pt x="1372265" y="0"/>
                  </a:lnTo>
                  <a:lnTo>
                    <a:pt x="1371410" y="0"/>
                  </a:lnTo>
                  <a:lnTo>
                    <a:pt x="1370554" y="0"/>
                  </a:lnTo>
                  <a:lnTo>
                    <a:pt x="1369699" y="0"/>
                  </a:lnTo>
                  <a:lnTo>
                    <a:pt x="1368843" y="0"/>
                  </a:lnTo>
                  <a:lnTo>
                    <a:pt x="1367987" y="0"/>
                  </a:lnTo>
                  <a:lnTo>
                    <a:pt x="1367132" y="0"/>
                  </a:lnTo>
                  <a:lnTo>
                    <a:pt x="1366276" y="0"/>
                  </a:lnTo>
                  <a:lnTo>
                    <a:pt x="1365421" y="0"/>
                  </a:lnTo>
                  <a:lnTo>
                    <a:pt x="1364565" y="0"/>
                  </a:lnTo>
                  <a:lnTo>
                    <a:pt x="1363710" y="0"/>
                  </a:lnTo>
                  <a:lnTo>
                    <a:pt x="1362854" y="0"/>
                  </a:lnTo>
                  <a:lnTo>
                    <a:pt x="1361999" y="0"/>
                  </a:lnTo>
                  <a:lnTo>
                    <a:pt x="1361143" y="0"/>
                  </a:lnTo>
                  <a:lnTo>
                    <a:pt x="1360288" y="0"/>
                  </a:lnTo>
                  <a:lnTo>
                    <a:pt x="1359432" y="0"/>
                  </a:lnTo>
                  <a:lnTo>
                    <a:pt x="1358577" y="0"/>
                  </a:lnTo>
                  <a:lnTo>
                    <a:pt x="1357721" y="0"/>
                  </a:lnTo>
                  <a:lnTo>
                    <a:pt x="1356866" y="0"/>
                  </a:lnTo>
                  <a:lnTo>
                    <a:pt x="1356010" y="0"/>
                  </a:lnTo>
                  <a:lnTo>
                    <a:pt x="1355155" y="0"/>
                  </a:lnTo>
                  <a:lnTo>
                    <a:pt x="1354299" y="0"/>
                  </a:lnTo>
                  <a:lnTo>
                    <a:pt x="1353444" y="0"/>
                  </a:lnTo>
                  <a:lnTo>
                    <a:pt x="1352588" y="0"/>
                  </a:lnTo>
                  <a:lnTo>
                    <a:pt x="1351732" y="0"/>
                  </a:lnTo>
                  <a:lnTo>
                    <a:pt x="1350877" y="0"/>
                  </a:lnTo>
                  <a:lnTo>
                    <a:pt x="1350021" y="0"/>
                  </a:lnTo>
                  <a:lnTo>
                    <a:pt x="1349166" y="0"/>
                  </a:lnTo>
                  <a:lnTo>
                    <a:pt x="1348310" y="0"/>
                  </a:lnTo>
                  <a:lnTo>
                    <a:pt x="1347455" y="0"/>
                  </a:lnTo>
                  <a:lnTo>
                    <a:pt x="1346599" y="0"/>
                  </a:lnTo>
                  <a:lnTo>
                    <a:pt x="1345744" y="0"/>
                  </a:lnTo>
                  <a:lnTo>
                    <a:pt x="1344888" y="0"/>
                  </a:lnTo>
                  <a:lnTo>
                    <a:pt x="1344033" y="0"/>
                  </a:lnTo>
                  <a:lnTo>
                    <a:pt x="1343177" y="0"/>
                  </a:lnTo>
                  <a:lnTo>
                    <a:pt x="1342322" y="0"/>
                  </a:lnTo>
                  <a:lnTo>
                    <a:pt x="1341466" y="0"/>
                  </a:lnTo>
                  <a:lnTo>
                    <a:pt x="1340611" y="0"/>
                  </a:lnTo>
                  <a:lnTo>
                    <a:pt x="1339755" y="0"/>
                  </a:lnTo>
                  <a:lnTo>
                    <a:pt x="1338900" y="0"/>
                  </a:lnTo>
                  <a:lnTo>
                    <a:pt x="1338044" y="0"/>
                  </a:lnTo>
                  <a:lnTo>
                    <a:pt x="1337189" y="0"/>
                  </a:lnTo>
                  <a:lnTo>
                    <a:pt x="1336333" y="0"/>
                  </a:lnTo>
                  <a:lnTo>
                    <a:pt x="1335477" y="0"/>
                  </a:lnTo>
                  <a:lnTo>
                    <a:pt x="1334622" y="0"/>
                  </a:lnTo>
                  <a:lnTo>
                    <a:pt x="1333766" y="0"/>
                  </a:lnTo>
                  <a:lnTo>
                    <a:pt x="1332911" y="0"/>
                  </a:lnTo>
                  <a:lnTo>
                    <a:pt x="1332055" y="0"/>
                  </a:lnTo>
                  <a:lnTo>
                    <a:pt x="1331200" y="0"/>
                  </a:lnTo>
                  <a:lnTo>
                    <a:pt x="1330344" y="0"/>
                  </a:lnTo>
                  <a:lnTo>
                    <a:pt x="1329489" y="0"/>
                  </a:lnTo>
                  <a:lnTo>
                    <a:pt x="1328633" y="0"/>
                  </a:lnTo>
                  <a:lnTo>
                    <a:pt x="1327778" y="0"/>
                  </a:lnTo>
                  <a:lnTo>
                    <a:pt x="1326922" y="0"/>
                  </a:lnTo>
                  <a:lnTo>
                    <a:pt x="1326067" y="0"/>
                  </a:lnTo>
                  <a:lnTo>
                    <a:pt x="1325211" y="0"/>
                  </a:lnTo>
                  <a:lnTo>
                    <a:pt x="1324356" y="0"/>
                  </a:lnTo>
                  <a:lnTo>
                    <a:pt x="1323500" y="0"/>
                  </a:lnTo>
                  <a:lnTo>
                    <a:pt x="1322645" y="0"/>
                  </a:lnTo>
                  <a:lnTo>
                    <a:pt x="1321789" y="0"/>
                  </a:lnTo>
                  <a:lnTo>
                    <a:pt x="1320934" y="0"/>
                  </a:lnTo>
                  <a:lnTo>
                    <a:pt x="1320078" y="0"/>
                  </a:lnTo>
                  <a:lnTo>
                    <a:pt x="1319222" y="0"/>
                  </a:lnTo>
                  <a:lnTo>
                    <a:pt x="1318367" y="0"/>
                  </a:lnTo>
                  <a:lnTo>
                    <a:pt x="1317511" y="0"/>
                  </a:lnTo>
                  <a:lnTo>
                    <a:pt x="1316656" y="0"/>
                  </a:lnTo>
                  <a:lnTo>
                    <a:pt x="1315800" y="0"/>
                  </a:lnTo>
                  <a:lnTo>
                    <a:pt x="1314945" y="0"/>
                  </a:lnTo>
                  <a:lnTo>
                    <a:pt x="1314089" y="0"/>
                  </a:lnTo>
                  <a:lnTo>
                    <a:pt x="1313234" y="0"/>
                  </a:lnTo>
                  <a:lnTo>
                    <a:pt x="1312378" y="0"/>
                  </a:lnTo>
                  <a:lnTo>
                    <a:pt x="1311523" y="0"/>
                  </a:lnTo>
                  <a:lnTo>
                    <a:pt x="1310667" y="0"/>
                  </a:lnTo>
                  <a:lnTo>
                    <a:pt x="1309812" y="0"/>
                  </a:lnTo>
                  <a:lnTo>
                    <a:pt x="1308956" y="0"/>
                  </a:lnTo>
                  <a:lnTo>
                    <a:pt x="1308101" y="0"/>
                  </a:lnTo>
                  <a:lnTo>
                    <a:pt x="1307245" y="0"/>
                  </a:lnTo>
                  <a:lnTo>
                    <a:pt x="1306390" y="0"/>
                  </a:lnTo>
                  <a:lnTo>
                    <a:pt x="1305534" y="0"/>
                  </a:lnTo>
                  <a:lnTo>
                    <a:pt x="1304678" y="0"/>
                  </a:lnTo>
                  <a:lnTo>
                    <a:pt x="1303823" y="0"/>
                  </a:lnTo>
                  <a:lnTo>
                    <a:pt x="1302967" y="0"/>
                  </a:lnTo>
                  <a:lnTo>
                    <a:pt x="1302112" y="0"/>
                  </a:lnTo>
                  <a:lnTo>
                    <a:pt x="1301256" y="0"/>
                  </a:lnTo>
                  <a:lnTo>
                    <a:pt x="1300401" y="0"/>
                  </a:lnTo>
                  <a:lnTo>
                    <a:pt x="1299545" y="0"/>
                  </a:lnTo>
                  <a:lnTo>
                    <a:pt x="1298690" y="0"/>
                  </a:lnTo>
                  <a:lnTo>
                    <a:pt x="1297834" y="0"/>
                  </a:lnTo>
                  <a:lnTo>
                    <a:pt x="1296979" y="0"/>
                  </a:lnTo>
                  <a:lnTo>
                    <a:pt x="1296123" y="0"/>
                  </a:lnTo>
                  <a:lnTo>
                    <a:pt x="1295268" y="0"/>
                  </a:lnTo>
                  <a:lnTo>
                    <a:pt x="1294412" y="0"/>
                  </a:lnTo>
                  <a:lnTo>
                    <a:pt x="1293557" y="0"/>
                  </a:lnTo>
                  <a:lnTo>
                    <a:pt x="1292701" y="0"/>
                  </a:lnTo>
                  <a:lnTo>
                    <a:pt x="1291846" y="0"/>
                  </a:lnTo>
                  <a:lnTo>
                    <a:pt x="1290990" y="0"/>
                  </a:lnTo>
                  <a:lnTo>
                    <a:pt x="1290135" y="0"/>
                  </a:lnTo>
                  <a:lnTo>
                    <a:pt x="1289279" y="0"/>
                  </a:lnTo>
                  <a:lnTo>
                    <a:pt x="1288423" y="0"/>
                  </a:lnTo>
                  <a:lnTo>
                    <a:pt x="1287568" y="0"/>
                  </a:lnTo>
                  <a:lnTo>
                    <a:pt x="1286712" y="0"/>
                  </a:lnTo>
                  <a:lnTo>
                    <a:pt x="1285857" y="0"/>
                  </a:lnTo>
                  <a:lnTo>
                    <a:pt x="1285001" y="0"/>
                  </a:lnTo>
                  <a:lnTo>
                    <a:pt x="1284146" y="0"/>
                  </a:lnTo>
                  <a:lnTo>
                    <a:pt x="1283290" y="0"/>
                  </a:lnTo>
                  <a:lnTo>
                    <a:pt x="1282435" y="0"/>
                  </a:lnTo>
                  <a:lnTo>
                    <a:pt x="1281579" y="0"/>
                  </a:lnTo>
                  <a:lnTo>
                    <a:pt x="1280724" y="0"/>
                  </a:lnTo>
                  <a:lnTo>
                    <a:pt x="1279868" y="0"/>
                  </a:lnTo>
                  <a:lnTo>
                    <a:pt x="1279013" y="0"/>
                  </a:lnTo>
                  <a:lnTo>
                    <a:pt x="1278157" y="0"/>
                  </a:lnTo>
                  <a:lnTo>
                    <a:pt x="1277302" y="0"/>
                  </a:lnTo>
                  <a:lnTo>
                    <a:pt x="1276446" y="0"/>
                  </a:lnTo>
                  <a:lnTo>
                    <a:pt x="1275591" y="0"/>
                  </a:lnTo>
                  <a:lnTo>
                    <a:pt x="1274735" y="0"/>
                  </a:lnTo>
                  <a:lnTo>
                    <a:pt x="1273880" y="0"/>
                  </a:lnTo>
                  <a:lnTo>
                    <a:pt x="1273024" y="0"/>
                  </a:lnTo>
                  <a:lnTo>
                    <a:pt x="1272168" y="0"/>
                  </a:lnTo>
                  <a:lnTo>
                    <a:pt x="1271313" y="0"/>
                  </a:lnTo>
                  <a:lnTo>
                    <a:pt x="1270457" y="0"/>
                  </a:lnTo>
                  <a:lnTo>
                    <a:pt x="1269602" y="0"/>
                  </a:lnTo>
                  <a:lnTo>
                    <a:pt x="1268746" y="0"/>
                  </a:lnTo>
                  <a:lnTo>
                    <a:pt x="1267891" y="0"/>
                  </a:lnTo>
                  <a:lnTo>
                    <a:pt x="1267035" y="0"/>
                  </a:lnTo>
                  <a:lnTo>
                    <a:pt x="1266180" y="0"/>
                  </a:lnTo>
                  <a:lnTo>
                    <a:pt x="1265324" y="0"/>
                  </a:lnTo>
                  <a:lnTo>
                    <a:pt x="1264469" y="0"/>
                  </a:lnTo>
                  <a:lnTo>
                    <a:pt x="1263613" y="0"/>
                  </a:lnTo>
                  <a:lnTo>
                    <a:pt x="1262758" y="0"/>
                  </a:lnTo>
                  <a:lnTo>
                    <a:pt x="1261902" y="0"/>
                  </a:lnTo>
                  <a:lnTo>
                    <a:pt x="1261047" y="0"/>
                  </a:lnTo>
                  <a:lnTo>
                    <a:pt x="1260191" y="0"/>
                  </a:lnTo>
                  <a:lnTo>
                    <a:pt x="1259336" y="0"/>
                  </a:lnTo>
                  <a:lnTo>
                    <a:pt x="1258480" y="0"/>
                  </a:lnTo>
                  <a:lnTo>
                    <a:pt x="1257624" y="0"/>
                  </a:lnTo>
                  <a:lnTo>
                    <a:pt x="1256769" y="0"/>
                  </a:lnTo>
                  <a:lnTo>
                    <a:pt x="1255913" y="0"/>
                  </a:lnTo>
                  <a:lnTo>
                    <a:pt x="1255058" y="0"/>
                  </a:lnTo>
                  <a:lnTo>
                    <a:pt x="1254202" y="0"/>
                  </a:lnTo>
                  <a:lnTo>
                    <a:pt x="1253347" y="0"/>
                  </a:lnTo>
                  <a:lnTo>
                    <a:pt x="1252491" y="0"/>
                  </a:lnTo>
                  <a:lnTo>
                    <a:pt x="1251636" y="0"/>
                  </a:lnTo>
                  <a:lnTo>
                    <a:pt x="1250780" y="0"/>
                  </a:lnTo>
                  <a:lnTo>
                    <a:pt x="1249925" y="0"/>
                  </a:lnTo>
                  <a:lnTo>
                    <a:pt x="1249069" y="0"/>
                  </a:lnTo>
                  <a:lnTo>
                    <a:pt x="1248214" y="0"/>
                  </a:lnTo>
                  <a:lnTo>
                    <a:pt x="1247358" y="0"/>
                  </a:lnTo>
                  <a:lnTo>
                    <a:pt x="1246503" y="0"/>
                  </a:lnTo>
                  <a:lnTo>
                    <a:pt x="1245647" y="0"/>
                  </a:lnTo>
                  <a:lnTo>
                    <a:pt x="1244792" y="0"/>
                  </a:lnTo>
                  <a:lnTo>
                    <a:pt x="1243936" y="0"/>
                  </a:lnTo>
                  <a:lnTo>
                    <a:pt x="1243081" y="0"/>
                  </a:lnTo>
                  <a:lnTo>
                    <a:pt x="1242225" y="0"/>
                  </a:lnTo>
                  <a:lnTo>
                    <a:pt x="1241369" y="0"/>
                  </a:lnTo>
                  <a:lnTo>
                    <a:pt x="1240514" y="0"/>
                  </a:lnTo>
                  <a:lnTo>
                    <a:pt x="1239658" y="0"/>
                  </a:lnTo>
                  <a:lnTo>
                    <a:pt x="1238803" y="0"/>
                  </a:lnTo>
                  <a:lnTo>
                    <a:pt x="1237947" y="0"/>
                  </a:lnTo>
                  <a:lnTo>
                    <a:pt x="1237092" y="0"/>
                  </a:lnTo>
                  <a:lnTo>
                    <a:pt x="1236236" y="0"/>
                  </a:lnTo>
                  <a:lnTo>
                    <a:pt x="1235381" y="0"/>
                  </a:lnTo>
                  <a:lnTo>
                    <a:pt x="1234525" y="0"/>
                  </a:lnTo>
                  <a:lnTo>
                    <a:pt x="1233670" y="0"/>
                  </a:lnTo>
                  <a:lnTo>
                    <a:pt x="1232814" y="0"/>
                  </a:lnTo>
                  <a:lnTo>
                    <a:pt x="1231959" y="0"/>
                  </a:lnTo>
                  <a:lnTo>
                    <a:pt x="1231103" y="0"/>
                  </a:lnTo>
                  <a:lnTo>
                    <a:pt x="1230248" y="0"/>
                  </a:lnTo>
                  <a:lnTo>
                    <a:pt x="1229392" y="0"/>
                  </a:lnTo>
                  <a:lnTo>
                    <a:pt x="1228537" y="0"/>
                  </a:lnTo>
                  <a:lnTo>
                    <a:pt x="1227681" y="0"/>
                  </a:lnTo>
                  <a:lnTo>
                    <a:pt x="1226826" y="0"/>
                  </a:lnTo>
                  <a:lnTo>
                    <a:pt x="1225970" y="0"/>
                  </a:lnTo>
                  <a:lnTo>
                    <a:pt x="1225114" y="0"/>
                  </a:lnTo>
                  <a:lnTo>
                    <a:pt x="1224259" y="0"/>
                  </a:lnTo>
                  <a:lnTo>
                    <a:pt x="1223403" y="0"/>
                  </a:lnTo>
                  <a:lnTo>
                    <a:pt x="1222548" y="0"/>
                  </a:lnTo>
                  <a:lnTo>
                    <a:pt x="1221692" y="0"/>
                  </a:lnTo>
                  <a:lnTo>
                    <a:pt x="1220837" y="0"/>
                  </a:lnTo>
                  <a:lnTo>
                    <a:pt x="1219981" y="0"/>
                  </a:lnTo>
                  <a:lnTo>
                    <a:pt x="1219126" y="0"/>
                  </a:lnTo>
                  <a:lnTo>
                    <a:pt x="1218270" y="0"/>
                  </a:lnTo>
                  <a:lnTo>
                    <a:pt x="1217415" y="0"/>
                  </a:lnTo>
                  <a:lnTo>
                    <a:pt x="1216559" y="0"/>
                  </a:lnTo>
                  <a:lnTo>
                    <a:pt x="1215704" y="0"/>
                  </a:lnTo>
                  <a:lnTo>
                    <a:pt x="1214848" y="0"/>
                  </a:lnTo>
                  <a:lnTo>
                    <a:pt x="1213993" y="0"/>
                  </a:lnTo>
                  <a:lnTo>
                    <a:pt x="1213137" y="0"/>
                  </a:lnTo>
                  <a:lnTo>
                    <a:pt x="1212282" y="0"/>
                  </a:lnTo>
                  <a:lnTo>
                    <a:pt x="1211426" y="0"/>
                  </a:lnTo>
                  <a:lnTo>
                    <a:pt x="1210570" y="0"/>
                  </a:lnTo>
                  <a:lnTo>
                    <a:pt x="1209715" y="0"/>
                  </a:lnTo>
                  <a:lnTo>
                    <a:pt x="1208859" y="0"/>
                  </a:lnTo>
                  <a:lnTo>
                    <a:pt x="1208004" y="0"/>
                  </a:lnTo>
                  <a:lnTo>
                    <a:pt x="1207148" y="0"/>
                  </a:lnTo>
                  <a:lnTo>
                    <a:pt x="1206293" y="0"/>
                  </a:lnTo>
                  <a:lnTo>
                    <a:pt x="1205437" y="0"/>
                  </a:lnTo>
                  <a:lnTo>
                    <a:pt x="1204582" y="0"/>
                  </a:lnTo>
                  <a:lnTo>
                    <a:pt x="1203726" y="0"/>
                  </a:lnTo>
                  <a:lnTo>
                    <a:pt x="1202871" y="0"/>
                  </a:lnTo>
                  <a:lnTo>
                    <a:pt x="1202015" y="0"/>
                  </a:lnTo>
                  <a:lnTo>
                    <a:pt x="1201160" y="0"/>
                  </a:lnTo>
                  <a:lnTo>
                    <a:pt x="1200304" y="0"/>
                  </a:lnTo>
                  <a:lnTo>
                    <a:pt x="1199449" y="0"/>
                  </a:lnTo>
                  <a:lnTo>
                    <a:pt x="1198593" y="0"/>
                  </a:lnTo>
                  <a:lnTo>
                    <a:pt x="1197738" y="0"/>
                  </a:lnTo>
                  <a:lnTo>
                    <a:pt x="1196882" y="0"/>
                  </a:lnTo>
                  <a:lnTo>
                    <a:pt x="1196027" y="0"/>
                  </a:lnTo>
                  <a:lnTo>
                    <a:pt x="1195171" y="0"/>
                  </a:lnTo>
                  <a:lnTo>
                    <a:pt x="1194315" y="0"/>
                  </a:lnTo>
                  <a:lnTo>
                    <a:pt x="1193460" y="0"/>
                  </a:lnTo>
                  <a:lnTo>
                    <a:pt x="1192604" y="0"/>
                  </a:lnTo>
                  <a:lnTo>
                    <a:pt x="1191749" y="0"/>
                  </a:lnTo>
                  <a:lnTo>
                    <a:pt x="1190893" y="0"/>
                  </a:lnTo>
                  <a:lnTo>
                    <a:pt x="1190038" y="0"/>
                  </a:lnTo>
                  <a:lnTo>
                    <a:pt x="1189182" y="0"/>
                  </a:lnTo>
                  <a:lnTo>
                    <a:pt x="1188327" y="0"/>
                  </a:lnTo>
                  <a:lnTo>
                    <a:pt x="1187471" y="0"/>
                  </a:lnTo>
                  <a:lnTo>
                    <a:pt x="1186616" y="0"/>
                  </a:lnTo>
                  <a:lnTo>
                    <a:pt x="1185760" y="0"/>
                  </a:lnTo>
                  <a:lnTo>
                    <a:pt x="1184905" y="0"/>
                  </a:lnTo>
                  <a:lnTo>
                    <a:pt x="1184049" y="0"/>
                  </a:lnTo>
                  <a:lnTo>
                    <a:pt x="1183194" y="0"/>
                  </a:lnTo>
                  <a:lnTo>
                    <a:pt x="1182338" y="0"/>
                  </a:lnTo>
                  <a:lnTo>
                    <a:pt x="1181483" y="0"/>
                  </a:lnTo>
                  <a:lnTo>
                    <a:pt x="1180627" y="0"/>
                  </a:lnTo>
                  <a:lnTo>
                    <a:pt x="1179772" y="0"/>
                  </a:lnTo>
                  <a:lnTo>
                    <a:pt x="1178916" y="0"/>
                  </a:lnTo>
                  <a:lnTo>
                    <a:pt x="1178060" y="0"/>
                  </a:lnTo>
                  <a:lnTo>
                    <a:pt x="1177205" y="0"/>
                  </a:lnTo>
                  <a:lnTo>
                    <a:pt x="1176349" y="0"/>
                  </a:lnTo>
                  <a:lnTo>
                    <a:pt x="1175494" y="0"/>
                  </a:lnTo>
                  <a:lnTo>
                    <a:pt x="1174638" y="0"/>
                  </a:lnTo>
                  <a:lnTo>
                    <a:pt x="1173783" y="0"/>
                  </a:lnTo>
                  <a:lnTo>
                    <a:pt x="1172927" y="0"/>
                  </a:lnTo>
                  <a:lnTo>
                    <a:pt x="1172072" y="0"/>
                  </a:lnTo>
                  <a:lnTo>
                    <a:pt x="1171216" y="0"/>
                  </a:lnTo>
                  <a:lnTo>
                    <a:pt x="1170361" y="0"/>
                  </a:lnTo>
                  <a:lnTo>
                    <a:pt x="1169505" y="0"/>
                  </a:lnTo>
                  <a:lnTo>
                    <a:pt x="1168650" y="0"/>
                  </a:lnTo>
                  <a:lnTo>
                    <a:pt x="1167794" y="0"/>
                  </a:lnTo>
                  <a:lnTo>
                    <a:pt x="1166939" y="0"/>
                  </a:lnTo>
                  <a:lnTo>
                    <a:pt x="1166083" y="0"/>
                  </a:lnTo>
                  <a:lnTo>
                    <a:pt x="1165228" y="0"/>
                  </a:lnTo>
                  <a:lnTo>
                    <a:pt x="1164372" y="0"/>
                  </a:lnTo>
                  <a:lnTo>
                    <a:pt x="1163516" y="0"/>
                  </a:lnTo>
                  <a:lnTo>
                    <a:pt x="1162661" y="0"/>
                  </a:lnTo>
                  <a:lnTo>
                    <a:pt x="1161805" y="0"/>
                  </a:lnTo>
                  <a:lnTo>
                    <a:pt x="1160950" y="0"/>
                  </a:lnTo>
                  <a:lnTo>
                    <a:pt x="1160094" y="0"/>
                  </a:lnTo>
                  <a:lnTo>
                    <a:pt x="1159239" y="0"/>
                  </a:lnTo>
                  <a:lnTo>
                    <a:pt x="1158383" y="0"/>
                  </a:lnTo>
                  <a:lnTo>
                    <a:pt x="1157528" y="0"/>
                  </a:lnTo>
                  <a:lnTo>
                    <a:pt x="1156672" y="0"/>
                  </a:lnTo>
                  <a:lnTo>
                    <a:pt x="1155817" y="0"/>
                  </a:lnTo>
                  <a:lnTo>
                    <a:pt x="1154961" y="0"/>
                  </a:lnTo>
                  <a:lnTo>
                    <a:pt x="1154106" y="0"/>
                  </a:lnTo>
                  <a:lnTo>
                    <a:pt x="1153250" y="0"/>
                  </a:lnTo>
                  <a:lnTo>
                    <a:pt x="1152395" y="0"/>
                  </a:lnTo>
                  <a:lnTo>
                    <a:pt x="1151539" y="0"/>
                  </a:lnTo>
                  <a:lnTo>
                    <a:pt x="1150684" y="0"/>
                  </a:lnTo>
                  <a:lnTo>
                    <a:pt x="1149828" y="0"/>
                  </a:lnTo>
                  <a:lnTo>
                    <a:pt x="1148973" y="0"/>
                  </a:lnTo>
                  <a:lnTo>
                    <a:pt x="1148117" y="0"/>
                  </a:lnTo>
                  <a:lnTo>
                    <a:pt x="1147261" y="0"/>
                  </a:lnTo>
                  <a:lnTo>
                    <a:pt x="1146406" y="0"/>
                  </a:lnTo>
                  <a:lnTo>
                    <a:pt x="1145550" y="0"/>
                  </a:lnTo>
                  <a:lnTo>
                    <a:pt x="1144695" y="0"/>
                  </a:lnTo>
                  <a:lnTo>
                    <a:pt x="1143839" y="0"/>
                  </a:lnTo>
                  <a:lnTo>
                    <a:pt x="1142984" y="0"/>
                  </a:lnTo>
                  <a:lnTo>
                    <a:pt x="1142128" y="0"/>
                  </a:lnTo>
                  <a:lnTo>
                    <a:pt x="1141273" y="0"/>
                  </a:lnTo>
                  <a:lnTo>
                    <a:pt x="1140417" y="0"/>
                  </a:lnTo>
                  <a:lnTo>
                    <a:pt x="1139562" y="0"/>
                  </a:lnTo>
                  <a:lnTo>
                    <a:pt x="1138706" y="0"/>
                  </a:lnTo>
                  <a:lnTo>
                    <a:pt x="1137851" y="0"/>
                  </a:lnTo>
                  <a:lnTo>
                    <a:pt x="1136995" y="0"/>
                  </a:lnTo>
                  <a:lnTo>
                    <a:pt x="1136140" y="0"/>
                  </a:lnTo>
                  <a:lnTo>
                    <a:pt x="1135284" y="0"/>
                  </a:lnTo>
                  <a:lnTo>
                    <a:pt x="1134429" y="0"/>
                  </a:lnTo>
                  <a:lnTo>
                    <a:pt x="1133573" y="0"/>
                  </a:lnTo>
                  <a:lnTo>
                    <a:pt x="1132718" y="0"/>
                  </a:lnTo>
                  <a:lnTo>
                    <a:pt x="1131862" y="0"/>
                  </a:lnTo>
                  <a:lnTo>
                    <a:pt x="1131006" y="0"/>
                  </a:lnTo>
                  <a:lnTo>
                    <a:pt x="1130151" y="0"/>
                  </a:lnTo>
                  <a:lnTo>
                    <a:pt x="1129295" y="0"/>
                  </a:lnTo>
                  <a:lnTo>
                    <a:pt x="1128440" y="0"/>
                  </a:lnTo>
                  <a:lnTo>
                    <a:pt x="1127584" y="0"/>
                  </a:lnTo>
                  <a:lnTo>
                    <a:pt x="1126729" y="0"/>
                  </a:lnTo>
                  <a:lnTo>
                    <a:pt x="1125873" y="0"/>
                  </a:lnTo>
                  <a:lnTo>
                    <a:pt x="1125018" y="0"/>
                  </a:lnTo>
                  <a:lnTo>
                    <a:pt x="1124162" y="0"/>
                  </a:lnTo>
                  <a:lnTo>
                    <a:pt x="1123307" y="0"/>
                  </a:lnTo>
                  <a:lnTo>
                    <a:pt x="1122451" y="0"/>
                  </a:lnTo>
                  <a:lnTo>
                    <a:pt x="1121596" y="0"/>
                  </a:lnTo>
                  <a:lnTo>
                    <a:pt x="1120740" y="0"/>
                  </a:lnTo>
                  <a:lnTo>
                    <a:pt x="1119885" y="0"/>
                  </a:lnTo>
                  <a:lnTo>
                    <a:pt x="1119029" y="0"/>
                  </a:lnTo>
                  <a:lnTo>
                    <a:pt x="1118174" y="0"/>
                  </a:lnTo>
                  <a:lnTo>
                    <a:pt x="1117318" y="0"/>
                  </a:lnTo>
                  <a:lnTo>
                    <a:pt x="1116462" y="0"/>
                  </a:lnTo>
                  <a:lnTo>
                    <a:pt x="1115607" y="0"/>
                  </a:lnTo>
                  <a:lnTo>
                    <a:pt x="1114751" y="0"/>
                  </a:lnTo>
                  <a:lnTo>
                    <a:pt x="1113896" y="0"/>
                  </a:lnTo>
                  <a:lnTo>
                    <a:pt x="1113040" y="0"/>
                  </a:lnTo>
                  <a:lnTo>
                    <a:pt x="1112185" y="0"/>
                  </a:lnTo>
                  <a:lnTo>
                    <a:pt x="1111329" y="0"/>
                  </a:lnTo>
                  <a:lnTo>
                    <a:pt x="1110474" y="0"/>
                  </a:lnTo>
                  <a:lnTo>
                    <a:pt x="1109618" y="0"/>
                  </a:lnTo>
                  <a:lnTo>
                    <a:pt x="1108763" y="0"/>
                  </a:lnTo>
                  <a:lnTo>
                    <a:pt x="1107907" y="0"/>
                  </a:lnTo>
                  <a:lnTo>
                    <a:pt x="1107052" y="0"/>
                  </a:lnTo>
                  <a:lnTo>
                    <a:pt x="1106196" y="0"/>
                  </a:lnTo>
                  <a:lnTo>
                    <a:pt x="1105341" y="0"/>
                  </a:lnTo>
                  <a:lnTo>
                    <a:pt x="1104485" y="0"/>
                  </a:lnTo>
                  <a:lnTo>
                    <a:pt x="1103630" y="0"/>
                  </a:lnTo>
                  <a:lnTo>
                    <a:pt x="1102774" y="0"/>
                  </a:lnTo>
                  <a:lnTo>
                    <a:pt x="1101919" y="0"/>
                  </a:lnTo>
                  <a:lnTo>
                    <a:pt x="1101063" y="0"/>
                  </a:lnTo>
                  <a:lnTo>
                    <a:pt x="1100207" y="0"/>
                  </a:lnTo>
                  <a:lnTo>
                    <a:pt x="1099352" y="0"/>
                  </a:lnTo>
                  <a:lnTo>
                    <a:pt x="1098496" y="0"/>
                  </a:lnTo>
                  <a:lnTo>
                    <a:pt x="1097641" y="0"/>
                  </a:lnTo>
                  <a:lnTo>
                    <a:pt x="1096785" y="0"/>
                  </a:lnTo>
                  <a:lnTo>
                    <a:pt x="1095930" y="0"/>
                  </a:lnTo>
                  <a:lnTo>
                    <a:pt x="1095074" y="0"/>
                  </a:lnTo>
                  <a:lnTo>
                    <a:pt x="1094219" y="0"/>
                  </a:lnTo>
                  <a:lnTo>
                    <a:pt x="1093363" y="0"/>
                  </a:lnTo>
                  <a:lnTo>
                    <a:pt x="1092508" y="0"/>
                  </a:lnTo>
                  <a:lnTo>
                    <a:pt x="1091652" y="0"/>
                  </a:lnTo>
                  <a:lnTo>
                    <a:pt x="1090797" y="0"/>
                  </a:lnTo>
                  <a:lnTo>
                    <a:pt x="1089941" y="0"/>
                  </a:lnTo>
                  <a:lnTo>
                    <a:pt x="1089086" y="0"/>
                  </a:lnTo>
                  <a:lnTo>
                    <a:pt x="1088230" y="0"/>
                  </a:lnTo>
                  <a:lnTo>
                    <a:pt x="1087375" y="0"/>
                  </a:lnTo>
                  <a:lnTo>
                    <a:pt x="1086519" y="0"/>
                  </a:lnTo>
                  <a:lnTo>
                    <a:pt x="1085664" y="0"/>
                  </a:lnTo>
                  <a:lnTo>
                    <a:pt x="1084808" y="0"/>
                  </a:lnTo>
                  <a:lnTo>
                    <a:pt x="1083952" y="0"/>
                  </a:lnTo>
                  <a:lnTo>
                    <a:pt x="1083097" y="0"/>
                  </a:lnTo>
                  <a:lnTo>
                    <a:pt x="1082241" y="0"/>
                  </a:lnTo>
                  <a:lnTo>
                    <a:pt x="1081386" y="0"/>
                  </a:lnTo>
                  <a:lnTo>
                    <a:pt x="1080530" y="0"/>
                  </a:lnTo>
                  <a:lnTo>
                    <a:pt x="1079675" y="0"/>
                  </a:lnTo>
                  <a:lnTo>
                    <a:pt x="1078819" y="0"/>
                  </a:lnTo>
                  <a:lnTo>
                    <a:pt x="1077964" y="0"/>
                  </a:lnTo>
                  <a:lnTo>
                    <a:pt x="1077108" y="0"/>
                  </a:lnTo>
                  <a:lnTo>
                    <a:pt x="1076253" y="0"/>
                  </a:lnTo>
                  <a:lnTo>
                    <a:pt x="1075397" y="0"/>
                  </a:lnTo>
                  <a:lnTo>
                    <a:pt x="1074542" y="0"/>
                  </a:lnTo>
                  <a:lnTo>
                    <a:pt x="1073686" y="0"/>
                  </a:lnTo>
                  <a:lnTo>
                    <a:pt x="1072831" y="0"/>
                  </a:lnTo>
                  <a:lnTo>
                    <a:pt x="1071975" y="0"/>
                  </a:lnTo>
                  <a:lnTo>
                    <a:pt x="1071120" y="0"/>
                  </a:lnTo>
                  <a:lnTo>
                    <a:pt x="1070264" y="0"/>
                  </a:lnTo>
                  <a:lnTo>
                    <a:pt x="1069409" y="0"/>
                  </a:lnTo>
                  <a:lnTo>
                    <a:pt x="1068553" y="0"/>
                  </a:lnTo>
                  <a:lnTo>
                    <a:pt x="1067697" y="0"/>
                  </a:lnTo>
                  <a:lnTo>
                    <a:pt x="1066842" y="0"/>
                  </a:lnTo>
                  <a:lnTo>
                    <a:pt x="1065986" y="0"/>
                  </a:lnTo>
                  <a:lnTo>
                    <a:pt x="1065131" y="0"/>
                  </a:lnTo>
                  <a:lnTo>
                    <a:pt x="1064275" y="0"/>
                  </a:lnTo>
                  <a:lnTo>
                    <a:pt x="1063420" y="0"/>
                  </a:lnTo>
                  <a:lnTo>
                    <a:pt x="1062564" y="0"/>
                  </a:lnTo>
                  <a:lnTo>
                    <a:pt x="1061709" y="0"/>
                  </a:lnTo>
                  <a:lnTo>
                    <a:pt x="1060853" y="0"/>
                  </a:lnTo>
                  <a:lnTo>
                    <a:pt x="1059998" y="0"/>
                  </a:lnTo>
                  <a:lnTo>
                    <a:pt x="1059142" y="0"/>
                  </a:lnTo>
                  <a:lnTo>
                    <a:pt x="1058287" y="0"/>
                  </a:lnTo>
                  <a:lnTo>
                    <a:pt x="1057431" y="0"/>
                  </a:lnTo>
                  <a:lnTo>
                    <a:pt x="1056576" y="0"/>
                  </a:lnTo>
                  <a:lnTo>
                    <a:pt x="1055720" y="0"/>
                  </a:lnTo>
                  <a:lnTo>
                    <a:pt x="1054865" y="0"/>
                  </a:lnTo>
                  <a:lnTo>
                    <a:pt x="1054009" y="0"/>
                  </a:lnTo>
                  <a:lnTo>
                    <a:pt x="1053153" y="0"/>
                  </a:lnTo>
                  <a:lnTo>
                    <a:pt x="1052298" y="0"/>
                  </a:lnTo>
                  <a:lnTo>
                    <a:pt x="1051442" y="0"/>
                  </a:lnTo>
                  <a:lnTo>
                    <a:pt x="1050587" y="0"/>
                  </a:lnTo>
                  <a:lnTo>
                    <a:pt x="1049731" y="0"/>
                  </a:lnTo>
                  <a:lnTo>
                    <a:pt x="1048876" y="0"/>
                  </a:lnTo>
                  <a:lnTo>
                    <a:pt x="1048020" y="0"/>
                  </a:lnTo>
                  <a:lnTo>
                    <a:pt x="1047165" y="0"/>
                  </a:lnTo>
                  <a:lnTo>
                    <a:pt x="1046309" y="0"/>
                  </a:lnTo>
                  <a:lnTo>
                    <a:pt x="1045454" y="0"/>
                  </a:lnTo>
                  <a:lnTo>
                    <a:pt x="1044598" y="0"/>
                  </a:lnTo>
                  <a:lnTo>
                    <a:pt x="1043743" y="0"/>
                  </a:lnTo>
                  <a:lnTo>
                    <a:pt x="1042887" y="0"/>
                  </a:lnTo>
                  <a:lnTo>
                    <a:pt x="1042032" y="0"/>
                  </a:lnTo>
                  <a:lnTo>
                    <a:pt x="1041176" y="0"/>
                  </a:lnTo>
                  <a:lnTo>
                    <a:pt x="1040321" y="0"/>
                  </a:lnTo>
                  <a:lnTo>
                    <a:pt x="1039465" y="0"/>
                  </a:lnTo>
                  <a:lnTo>
                    <a:pt x="1038610" y="0"/>
                  </a:lnTo>
                  <a:lnTo>
                    <a:pt x="1037754" y="0"/>
                  </a:lnTo>
                  <a:lnTo>
                    <a:pt x="1036898" y="0"/>
                  </a:lnTo>
                  <a:lnTo>
                    <a:pt x="1036043" y="0"/>
                  </a:lnTo>
                  <a:lnTo>
                    <a:pt x="1035187" y="0"/>
                  </a:lnTo>
                  <a:lnTo>
                    <a:pt x="1034332" y="0"/>
                  </a:lnTo>
                  <a:lnTo>
                    <a:pt x="1033476" y="0"/>
                  </a:lnTo>
                  <a:lnTo>
                    <a:pt x="1032621" y="0"/>
                  </a:lnTo>
                  <a:lnTo>
                    <a:pt x="1031765" y="0"/>
                  </a:lnTo>
                  <a:lnTo>
                    <a:pt x="1030910" y="0"/>
                  </a:lnTo>
                  <a:lnTo>
                    <a:pt x="1030054" y="0"/>
                  </a:lnTo>
                  <a:lnTo>
                    <a:pt x="1029199" y="0"/>
                  </a:lnTo>
                  <a:lnTo>
                    <a:pt x="1028343" y="0"/>
                  </a:lnTo>
                  <a:lnTo>
                    <a:pt x="1027488" y="0"/>
                  </a:lnTo>
                  <a:lnTo>
                    <a:pt x="1026632" y="0"/>
                  </a:lnTo>
                  <a:lnTo>
                    <a:pt x="1025777" y="0"/>
                  </a:lnTo>
                  <a:lnTo>
                    <a:pt x="1024921" y="0"/>
                  </a:lnTo>
                  <a:lnTo>
                    <a:pt x="1024066" y="0"/>
                  </a:lnTo>
                  <a:lnTo>
                    <a:pt x="1023210" y="0"/>
                  </a:lnTo>
                  <a:lnTo>
                    <a:pt x="1022355" y="0"/>
                  </a:lnTo>
                  <a:lnTo>
                    <a:pt x="1021499" y="0"/>
                  </a:lnTo>
                  <a:lnTo>
                    <a:pt x="1020643" y="0"/>
                  </a:lnTo>
                  <a:lnTo>
                    <a:pt x="1019788" y="0"/>
                  </a:lnTo>
                  <a:lnTo>
                    <a:pt x="1018932" y="0"/>
                  </a:lnTo>
                  <a:lnTo>
                    <a:pt x="1018077" y="0"/>
                  </a:lnTo>
                  <a:lnTo>
                    <a:pt x="1017221" y="0"/>
                  </a:lnTo>
                  <a:lnTo>
                    <a:pt x="1016366" y="0"/>
                  </a:lnTo>
                  <a:lnTo>
                    <a:pt x="1015510" y="0"/>
                  </a:lnTo>
                  <a:lnTo>
                    <a:pt x="1014655" y="0"/>
                  </a:lnTo>
                  <a:lnTo>
                    <a:pt x="1013799" y="0"/>
                  </a:lnTo>
                  <a:lnTo>
                    <a:pt x="1012944" y="0"/>
                  </a:lnTo>
                  <a:lnTo>
                    <a:pt x="1012088" y="0"/>
                  </a:lnTo>
                  <a:lnTo>
                    <a:pt x="1011233" y="0"/>
                  </a:lnTo>
                  <a:lnTo>
                    <a:pt x="1010377" y="0"/>
                  </a:lnTo>
                  <a:lnTo>
                    <a:pt x="1009522" y="0"/>
                  </a:lnTo>
                  <a:lnTo>
                    <a:pt x="1008666" y="0"/>
                  </a:lnTo>
                  <a:lnTo>
                    <a:pt x="1007811" y="0"/>
                  </a:lnTo>
                  <a:lnTo>
                    <a:pt x="1006955" y="0"/>
                  </a:lnTo>
                  <a:lnTo>
                    <a:pt x="1006099" y="0"/>
                  </a:lnTo>
                  <a:lnTo>
                    <a:pt x="1005244" y="0"/>
                  </a:lnTo>
                  <a:lnTo>
                    <a:pt x="1004388" y="0"/>
                  </a:lnTo>
                  <a:lnTo>
                    <a:pt x="1003533" y="0"/>
                  </a:lnTo>
                  <a:lnTo>
                    <a:pt x="1002677" y="0"/>
                  </a:lnTo>
                  <a:lnTo>
                    <a:pt x="1001822" y="0"/>
                  </a:lnTo>
                  <a:lnTo>
                    <a:pt x="1000966" y="0"/>
                  </a:lnTo>
                  <a:lnTo>
                    <a:pt x="1000111" y="0"/>
                  </a:lnTo>
                  <a:lnTo>
                    <a:pt x="999255" y="0"/>
                  </a:lnTo>
                  <a:lnTo>
                    <a:pt x="998400" y="0"/>
                  </a:lnTo>
                  <a:lnTo>
                    <a:pt x="997544" y="0"/>
                  </a:lnTo>
                  <a:lnTo>
                    <a:pt x="996689" y="0"/>
                  </a:lnTo>
                  <a:lnTo>
                    <a:pt x="995833" y="0"/>
                  </a:lnTo>
                  <a:lnTo>
                    <a:pt x="994978" y="0"/>
                  </a:lnTo>
                  <a:lnTo>
                    <a:pt x="994122" y="0"/>
                  </a:lnTo>
                  <a:lnTo>
                    <a:pt x="993267" y="0"/>
                  </a:lnTo>
                  <a:lnTo>
                    <a:pt x="992411" y="0"/>
                  </a:lnTo>
                  <a:lnTo>
                    <a:pt x="991556" y="0"/>
                  </a:lnTo>
                  <a:lnTo>
                    <a:pt x="990700" y="0"/>
                  </a:lnTo>
                  <a:lnTo>
                    <a:pt x="989844" y="0"/>
                  </a:lnTo>
                  <a:lnTo>
                    <a:pt x="988989" y="0"/>
                  </a:lnTo>
                  <a:lnTo>
                    <a:pt x="988133" y="0"/>
                  </a:lnTo>
                  <a:lnTo>
                    <a:pt x="987278" y="0"/>
                  </a:lnTo>
                  <a:lnTo>
                    <a:pt x="986422" y="0"/>
                  </a:lnTo>
                  <a:lnTo>
                    <a:pt x="985567" y="0"/>
                  </a:lnTo>
                  <a:lnTo>
                    <a:pt x="984711" y="0"/>
                  </a:lnTo>
                  <a:lnTo>
                    <a:pt x="983856" y="0"/>
                  </a:lnTo>
                  <a:lnTo>
                    <a:pt x="983000" y="0"/>
                  </a:lnTo>
                  <a:lnTo>
                    <a:pt x="982145" y="0"/>
                  </a:lnTo>
                  <a:lnTo>
                    <a:pt x="981289" y="0"/>
                  </a:lnTo>
                  <a:lnTo>
                    <a:pt x="980434" y="0"/>
                  </a:lnTo>
                  <a:lnTo>
                    <a:pt x="979578" y="0"/>
                  </a:lnTo>
                  <a:lnTo>
                    <a:pt x="978723" y="0"/>
                  </a:lnTo>
                  <a:lnTo>
                    <a:pt x="977867" y="0"/>
                  </a:lnTo>
                  <a:lnTo>
                    <a:pt x="977012" y="0"/>
                  </a:lnTo>
                  <a:lnTo>
                    <a:pt x="976156" y="0"/>
                  </a:lnTo>
                  <a:lnTo>
                    <a:pt x="975301" y="0"/>
                  </a:lnTo>
                  <a:lnTo>
                    <a:pt x="974445" y="0"/>
                  </a:lnTo>
                  <a:lnTo>
                    <a:pt x="973589" y="0"/>
                  </a:lnTo>
                  <a:lnTo>
                    <a:pt x="972734" y="0"/>
                  </a:lnTo>
                  <a:lnTo>
                    <a:pt x="971878" y="0"/>
                  </a:lnTo>
                  <a:lnTo>
                    <a:pt x="971023" y="0"/>
                  </a:lnTo>
                  <a:lnTo>
                    <a:pt x="970167" y="0"/>
                  </a:lnTo>
                  <a:lnTo>
                    <a:pt x="969312" y="0"/>
                  </a:lnTo>
                  <a:lnTo>
                    <a:pt x="968456" y="0"/>
                  </a:lnTo>
                  <a:lnTo>
                    <a:pt x="967601" y="0"/>
                  </a:lnTo>
                  <a:lnTo>
                    <a:pt x="966745" y="0"/>
                  </a:lnTo>
                  <a:lnTo>
                    <a:pt x="965890" y="0"/>
                  </a:lnTo>
                  <a:lnTo>
                    <a:pt x="965034" y="0"/>
                  </a:lnTo>
                  <a:lnTo>
                    <a:pt x="964179" y="0"/>
                  </a:lnTo>
                  <a:lnTo>
                    <a:pt x="963323" y="0"/>
                  </a:lnTo>
                  <a:lnTo>
                    <a:pt x="962468" y="0"/>
                  </a:lnTo>
                  <a:lnTo>
                    <a:pt x="961612" y="0"/>
                  </a:lnTo>
                  <a:lnTo>
                    <a:pt x="960757" y="0"/>
                  </a:lnTo>
                  <a:lnTo>
                    <a:pt x="959901" y="0"/>
                  </a:lnTo>
                  <a:lnTo>
                    <a:pt x="959045" y="0"/>
                  </a:lnTo>
                  <a:lnTo>
                    <a:pt x="958190" y="0"/>
                  </a:lnTo>
                  <a:lnTo>
                    <a:pt x="957334" y="0"/>
                  </a:lnTo>
                  <a:lnTo>
                    <a:pt x="956479" y="0"/>
                  </a:lnTo>
                  <a:lnTo>
                    <a:pt x="955623" y="0"/>
                  </a:lnTo>
                  <a:lnTo>
                    <a:pt x="954768" y="0"/>
                  </a:lnTo>
                  <a:lnTo>
                    <a:pt x="953912" y="0"/>
                  </a:lnTo>
                  <a:lnTo>
                    <a:pt x="953057" y="0"/>
                  </a:lnTo>
                  <a:lnTo>
                    <a:pt x="952201" y="0"/>
                  </a:lnTo>
                  <a:lnTo>
                    <a:pt x="951346" y="0"/>
                  </a:lnTo>
                  <a:lnTo>
                    <a:pt x="950490" y="0"/>
                  </a:lnTo>
                  <a:lnTo>
                    <a:pt x="949635" y="0"/>
                  </a:lnTo>
                  <a:lnTo>
                    <a:pt x="948779" y="0"/>
                  </a:lnTo>
                  <a:lnTo>
                    <a:pt x="947924" y="0"/>
                  </a:lnTo>
                  <a:lnTo>
                    <a:pt x="947068" y="0"/>
                  </a:lnTo>
                  <a:lnTo>
                    <a:pt x="946213" y="0"/>
                  </a:lnTo>
                  <a:lnTo>
                    <a:pt x="945357" y="0"/>
                  </a:lnTo>
                  <a:lnTo>
                    <a:pt x="944502" y="0"/>
                  </a:lnTo>
                  <a:lnTo>
                    <a:pt x="943646" y="0"/>
                  </a:lnTo>
                  <a:lnTo>
                    <a:pt x="942790" y="0"/>
                  </a:lnTo>
                  <a:lnTo>
                    <a:pt x="941935" y="0"/>
                  </a:lnTo>
                  <a:lnTo>
                    <a:pt x="941079" y="0"/>
                  </a:lnTo>
                  <a:lnTo>
                    <a:pt x="940224" y="0"/>
                  </a:lnTo>
                  <a:lnTo>
                    <a:pt x="939368" y="0"/>
                  </a:lnTo>
                  <a:lnTo>
                    <a:pt x="938513" y="0"/>
                  </a:lnTo>
                  <a:lnTo>
                    <a:pt x="937657" y="0"/>
                  </a:lnTo>
                  <a:lnTo>
                    <a:pt x="936802" y="0"/>
                  </a:lnTo>
                  <a:lnTo>
                    <a:pt x="935946" y="0"/>
                  </a:lnTo>
                  <a:lnTo>
                    <a:pt x="935091" y="0"/>
                  </a:lnTo>
                  <a:lnTo>
                    <a:pt x="934235" y="0"/>
                  </a:lnTo>
                  <a:lnTo>
                    <a:pt x="933380" y="0"/>
                  </a:lnTo>
                  <a:lnTo>
                    <a:pt x="932524" y="0"/>
                  </a:lnTo>
                  <a:lnTo>
                    <a:pt x="931669" y="0"/>
                  </a:lnTo>
                  <a:lnTo>
                    <a:pt x="930813" y="0"/>
                  </a:lnTo>
                  <a:lnTo>
                    <a:pt x="929958" y="0"/>
                  </a:lnTo>
                  <a:lnTo>
                    <a:pt x="929102" y="0"/>
                  </a:lnTo>
                  <a:lnTo>
                    <a:pt x="928247" y="0"/>
                  </a:lnTo>
                  <a:lnTo>
                    <a:pt x="927391" y="0"/>
                  </a:lnTo>
                  <a:lnTo>
                    <a:pt x="926535" y="0"/>
                  </a:lnTo>
                  <a:lnTo>
                    <a:pt x="925680" y="0"/>
                  </a:lnTo>
                  <a:lnTo>
                    <a:pt x="924824" y="0"/>
                  </a:lnTo>
                  <a:lnTo>
                    <a:pt x="923969" y="0"/>
                  </a:lnTo>
                  <a:lnTo>
                    <a:pt x="923113" y="0"/>
                  </a:lnTo>
                  <a:lnTo>
                    <a:pt x="922258" y="0"/>
                  </a:lnTo>
                  <a:lnTo>
                    <a:pt x="921402" y="0"/>
                  </a:lnTo>
                  <a:lnTo>
                    <a:pt x="920547" y="0"/>
                  </a:lnTo>
                  <a:lnTo>
                    <a:pt x="919691" y="0"/>
                  </a:lnTo>
                  <a:lnTo>
                    <a:pt x="918836" y="0"/>
                  </a:lnTo>
                  <a:lnTo>
                    <a:pt x="917980" y="0"/>
                  </a:lnTo>
                  <a:lnTo>
                    <a:pt x="917125" y="0"/>
                  </a:lnTo>
                  <a:lnTo>
                    <a:pt x="916269" y="0"/>
                  </a:lnTo>
                  <a:lnTo>
                    <a:pt x="915414" y="0"/>
                  </a:lnTo>
                  <a:lnTo>
                    <a:pt x="914558" y="0"/>
                  </a:lnTo>
                  <a:lnTo>
                    <a:pt x="913703" y="0"/>
                  </a:lnTo>
                  <a:lnTo>
                    <a:pt x="912847" y="0"/>
                  </a:lnTo>
                  <a:lnTo>
                    <a:pt x="911991" y="0"/>
                  </a:lnTo>
                  <a:lnTo>
                    <a:pt x="911136" y="0"/>
                  </a:lnTo>
                  <a:lnTo>
                    <a:pt x="910280" y="0"/>
                  </a:lnTo>
                  <a:lnTo>
                    <a:pt x="909425" y="0"/>
                  </a:lnTo>
                  <a:lnTo>
                    <a:pt x="908569" y="0"/>
                  </a:lnTo>
                  <a:lnTo>
                    <a:pt x="907714" y="0"/>
                  </a:lnTo>
                  <a:lnTo>
                    <a:pt x="906858" y="0"/>
                  </a:lnTo>
                  <a:lnTo>
                    <a:pt x="906003" y="0"/>
                  </a:lnTo>
                  <a:lnTo>
                    <a:pt x="905147" y="0"/>
                  </a:lnTo>
                  <a:lnTo>
                    <a:pt x="904292" y="0"/>
                  </a:lnTo>
                  <a:lnTo>
                    <a:pt x="903436" y="0"/>
                  </a:lnTo>
                  <a:lnTo>
                    <a:pt x="902581" y="0"/>
                  </a:lnTo>
                  <a:lnTo>
                    <a:pt x="901725" y="0"/>
                  </a:lnTo>
                  <a:lnTo>
                    <a:pt x="900870" y="0"/>
                  </a:lnTo>
                  <a:lnTo>
                    <a:pt x="900014" y="0"/>
                  </a:lnTo>
                  <a:lnTo>
                    <a:pt x="899159" y="0"/>
                  </a:lnTo>
                  <a:lnTo>
                    <a:pt x="898303" y="0"/>
                  </a:lnTo>
                  <a:lnTo>
                    <a:pt x="897448" y="0"/>
                  </a:lnTo>
                  <a:lnTo>
                    <a:pt x="896592" y="0"/>
                  </a:lnTo>
                  <a:lnTo>
                    <a:pt x="895736" y="0"/>
                  </a:lnTo>
                  <a:lnTo>
                    <a:pt x="894881" y="0"/>
                  </a:lnTo>
                  <a:lnTo>
                    <a:pt x="894025" y="0"/>
                  </a:lnTo>
                  <a:lnTo>
                    <a:pt x="893170" y="0"/>
                  </a:lnTo>
                  <a:lnTo>
                    <a:pt x="892314" y="0"/>
                  </a:lnTo>
                  <a:lnTo>
                    <a:pt x="891459" y="0"/>
                  </a:lnTo>
                  <a:lnTo>
                    <a:pt x="890603" y="0"/>
                  </a:lnTo>
                  <a:lnTo>
                    <a:pt x="889748" y="0"/>
                  </a:lnTo>
                  <a:lnTo>
                    <a:pt x="888892" y="0"/>
                  </a:lnTo>
                  <a:lnTo>
                    <a:pt x="888037" y="0"/>
                  </a:lnTo>
                  <a:lnTo>
                    <a:pt x="887181" y="0"/>
                  </a:lnTo>
                  <a:lnTo>
                    <a:pt x="886326" y="0"/>
                  </a:lnTo>
                  <a:lnTo>
                    <a:pt x="885470" y="0"/>
                  </a:lnTo>
                  <a:lnTo>
                    <a:pt x="884615" y="0"/>
                  </a:lnTo>
                  <a:lnTo>
                    <a:pt x="883759" y="0"/>
                  </a:lnTo>
                  <a:lnTo>
                    <a:pt x="882904" y="0"/>
                  </a:lnTo>
                  <a:lnTo>
                    <a:pt x="882048" y="0"/>
                  </a:lnTo>
                  <a:lnTo>
                    <a:pt x="881193" y="0"/>
                  </a:lnTo>
                  <a:lnTo>
                    <a:pt x="880337" y="0"/>
                  </a:lnTo>
                  <a:lnTo>
                    <a:pt x="879481" y="0"/>
                  </a:lnTo>
                  <a:lnTo>
                    <a:pt x="878626" y="0"/>
                  </a:lnTo>
                  <a:lnTo>
                    <a:pt x="877770" y="0"/>
                  </a:lnTo>
                  <a:lnTo>
                    <a:pt x="876915" y="0"/>
                  </a:lnTo>
                  <a:lnTo>
                    <a:pt x="876059" y="0"/>
                  </a:lnTo>
                  <a:lnTo>
                    <a:pt x="875204" y="0"/>
                  </a:lnTo>
                  <a:lnTo>
                    <a:pt x="874348" y="0"/>
                  </a:lnTo>
                  <a:lnTo>
                    <a:pt x="873493" y="0"/>
                  </a:lnTo>
                  <a:lnTo>
                    <a:pt x="872637" y="0"/>
                  </a:lnTo>
                  <a:lnTo>
                    <a:pt x="871782" y="0"/>
                  </a:lnTo>
                  <a:lnTo>
                    <a:pt x="870926" y="0"/>
                  </a:lnTo>
                  <a:lnTo>
                    <a:pt x="870071" y="0"/>
                  </a:lnTo>
                  <a:lnTo>
                    <a:pt x="869215" y="0"/>
                  </a:lnTo>
                  <a:lnTo>
                    <a:pt x="868360" y="0"/>
                  </a:lnTo>
                  <a:lnTo>
                    <a:pt x="867504" y="0"/>
                  </a:lnTo>
                  <a:lnTo>
                    <a:pt x="866649" y="0"/>
                  </a:lnTo>
                  <a:lnTo>
                    <a:pt x="865793" y="0"/>
                  </a:lnTo>
                  <a:lnTo>
                    <a:pt x="864938" y="0"/>
                  </a:lnTo>
                  <a:lnTo>
                    <a:pt x="864082" y="0"/>
                  </a:lnTo>
                  <a:lnTo>
                    <a:pt x="863226" y="0"/>
                  </a:lnTo>
                  <a:lnTo>
                    <a:pt x="862371" y="0"/>
                  </a:lnTo>
                  <a:lnTo>
                    <a:pt x="861515" y="0"/>
                  </a:lnTo>
                  <a:lnTo>
                    <a:pt x="860660" y="0"/>
                  </a:lnTo>
                  <a:lnTo>
                    <a:pt x="859804" y="0"/>
                  </a:lnTo>
                  <a:lnTo>
                    <a:pt x="858949" y="0"/>
                  </a:lnTo>
                  <a:lnTo>
                    <a:pt x="858093" y="0"/>
                  </a:lnTo>
                  <a:lnTo>
                    <a:pt x="857238" y="0"/>
                  </a:lnTo>
                  <a:lnTo>
                    <a:pt x="856382" y="0"/>
                  </a:lnTo>
                  <a:lnTo>
                    <a:pt x="855527" y="0"/>
                  </a:lnTo>
                  <a:lnTo>
                    <a:pt x="854671" y="0"/>
                  </a:lnTo>
                  <a:lnTo>
                    <a:pt x="853816" y="0"/>
                  </a:lnTo>
                  <a:lnTo>
                    <a:pt x="852960" y="0"/>
                  </a:lnTo>
                  <a:lnTo>
                    <a:pt x="852105" y="0"/>
                  </a:lnTo>
                  <a:lnTo>
                    <a:pt x="851249" y="0"/>
                  </a:lnTo>
                  <a:lnTo>
                    <a:pt x="850394" y="0"/>
                  </a:lnTo>
                  <a:lnTo>
                    <a:pt x="849538" y="0"/>
                  </a:lnTo>
                  <a:lnTo>
                    <a:pt x="848682" y="0"/>
                  </a:lnTo>
                  <a:lnTo>
                    <a:pt x="847827" y="0"/>
                  </a:lnTo>
                  <a:lnTo>
                    <a:pt x="846971" y="0"/>
                  </a:lnTo>
                  <a:lnTo>
                    <a:pt x="846116" y="0"/>
                  </a:lnTo>
                  <a:lnTo>
                    <a:pt x="845260" y="0"/>
                  </a:lnTo>
                  <a:lnTo>
                    <a:pt x="844405" y="0"/>
                  </a:lnTo>
                  <a:lnTo>
                    <a:pt x="843549" y="0"/>
                  </a:lnTo>
                  <a:lnTo>
                    <a:pt x="842694" y="0"/>
                  </a:lnTo>
                  <a:lnTo>
                    <a:pt x="841838" y="0"/>
                  </a:lnTo>
                  <a:lnTo>
                    <a:pt x="840983" y="0"/>
                  </a:lnTo>
                  <a:lnTo>
                    <a:pt x="840127" y="0"/>
                  </a:lnTo>
                  <a:lnTo>
                    <a:pt x="839272" y="0"/>
                  </a:lnTo>
                  <a:lnTo>
                    <a:pt x="838416" y="0"/>
                  </a:lnTo>
                  <a:lnTo>
                    <a:pt x="837561" y="0"/>
                  </a:lnTo>
                  <a:lnTo>
                    <a:pt x="836705" y="0"/>
                  </a:lnTo>
                  <a:lnTo>
                    <a:pt x="835850" y="0"/>
                  </a:lnTo>
                  <a:lnTo>
                    <a:pt x="834994" y="0"/>
                  </a:lnTo>
                  <a:lnTo>
                    <a:pt x="834139" y="0"/>
                  </a:lnTo>
                  <a:lnTo>
                    <a:pt x="833283" y="0"/>
                  </a:lnTo>
                  <a:lnTo>
                    <a:pt x="832427" y="0"/>
                  </a:lnTo>
                  <a:lnTo>
                    <a:pt x="831572" y="0"/>
                  </a:lnTo>
                  <a:lnTo>
                    <a:pt x="830716" y="0"/>
                  </a:lnTo>
                  <a:lnTo>
                    <a:pt x="829861" y="0"/>
                  </a:lnTo>
                  <a:lnTo>
                    <a:pt x="829005" y="0"/>
                  </a:lnTo>
                  <a:lnTo>
                    <a:pt x="828150" y="0"/>
                  </a:lnTo>
                  <a:lnTo>
                    <a:pt x="827294" y="0"/>
                  </a:lnTo>
                  <a:lnTo>
                    <a:pt x="826439" y="0"/>
                  </a:lnTo>
                  <a:lnTo>
                    <a:pt x="825583" y="0"/>
                  </a:lnTo>
                  <a:lnTo>
                    <a:pt x="824728" y="0"/>
                  </a:lnTo>
                  <a:lnTo>
                    <a:pt x="823872" y="0"/>
                  </a:lnTo>
                  <a:lnTo>
                    <a:pt x="823017" y="0"/>
                  </a:lnTo>
                  <a:lnTo>
                    <a:pt x="822161" y="0"/>
                  </a:lnTo>
                  <a:lnTo>
                    <a:pt x="821306" y="0"/>
                  </a:lnTo>
                  <a:lnTo>
                    <a:pt x="820450" y="0"/>
                  </a:lnTo>
                  <a:lnTo>
                    <a:pt x="819595" y="0"/>
                  </a:lnTo>
                  <a:lnTo>
                    <a:pt x="818739" y="0"/>
                  </a:lnTo>
                  <a:lnTo>
                    <a:pt x="817884" y="0"/>
                  </a:lnTo>
                  <a:lnTo>
                    <a:pt x="817028" y="0"/>
                  </a:lnTo>
                  <a:lnTo>
                    <a:pt x="816172" y="0"/>
                  </a:lnTo>
                  <a:lnTo>
                    <a:pt x="815317" y="0"/>
                  </a:lnTo>
                  <a:lnTo>
                    <a:pt x="814461" y="0"/>
                  </a:lnTo>
                  <a:lnTo>
                    <a:pt x="813606" y="0"/>
                  </a:lnTo>
                  <a:lnTo>
                    <a:pt x="812750" y="0"/>
                  </a:lnTo>
                  <a:lnTo>
                    <a:pt x="811895" y="0"/>
                  </a:lnTo>
                  <a:lnTo>
                    <a:pt x="811039" y="0"/>
                  </a:lnTo>
                  <a:lnTo>
                    <a:pt x="810184" y="0"/>
                  </a:lnTo>
                  <a:lnTo>
                    <a:pt x="809328" y="0"/>
                  </a:lnTo>
                  <a:lnTo>
                    <a:pt x="808473" y="0"/>
                  </a:lnTo>
                  <a:lnTo>
                    <a:pt x="807617" y="0"/>
                  </a:lnTo>
                  <a:lnTo>
                    <a:pt x="806762" y="0"/>
                  </a:lnTo>
                  <a:lnTo>
                    <a:pt x="805906" y="0"/>
                  </a:lnTo>
                  <a:lnTo>
                    <a:pt x="805051" y="0"/>
                  </a:lnTo>
                  <a:lnTo>
                    <a:pt x="804195" y="0"/>
                  </a:lnTo>
                  <a:lnTo>
                    <a:pt x="803340" y="0"/>
                  </a:lnTo>
                  <a:lnTo>
                    <a:pt x="802484" y="0"/>
                  </a:lnTo>
                  <a:lnTo>
                    <a:pt x="801628" y="0"/>
                  </a:lnTo>
                  <a:lnTo>
                    <a:pt x="800773" y="0"/>
                  </a:lnTo>
                  <a:lnTo>
                    <a:pt x="799917" y="0"/>
                  </a:lnTo>
                  <a:lnTo>
                    <a:pt x="799062" y="0"/>
                  </a:lnTo>
                  <a:lnTo>
                    <a:pt x="798206" y="0"/>
                  </a:lnTo>
                  <a:lnTo>
                    <a:pt x="797351" y="0"/>
                  </a:lnTo>
                  <a:lnTo>
                    <a:pt x="796495" y="0"/>
                  </a:lnTo>
                  <a:lnTo>
                    <a:pt x="795640" y="0"/>
                  </a:lnTo>
                  <a:lnTo>
                    <a:pt x="794784" y="0"/>
                  </a:lnTo>
                  <a:lnTo>
                    <a:pt x="793929" y="0"/>
                  </a:lnTo>
                  <a:lnTo>
                    <a:pt x="793073" y="0"/>
                  </a:lnTo>
                  <a:lnTo>
                    <a:pt x="792218" y="0"/>
                  </a:lnTo>
                  <a:lnTo>
                    <a:pt x="791362" y="0"/>
                  </a:lnTo>
                  <a:lnTo>
                    <a:pt x="790507" y="0"/>
                  </a:lnTo>
                  <a:lnTo>
                    <a:pt x="789651" y="0"/>
                  </a:lnTo>
                  <a:lnTo>
                    <a:pt x="788796" y="0"/>
                  </a:lnTo>
                  <a:lnTo>
                    <a:pt x="787940" y="0"/>
                  </a:lnTo>
                  <a:lnTo>
                    <a:pt x="787085" y="0"/>
                  </a:lnTo>
                  <a:lnTo>
                    <a:pt x="786229" y="0"/>
                  </a:lnTo>
                  <a:lnTo>
                    <a:pt x="785373" y="0"/>
                  </a:lnTo>
                  <a:lnTo>
                    <a:pt x="784518" y="0"/>
                  </a:lnTo>
                  <a:lnTo>
                    <a:pt x="783662" y="0"/>
                  </a:lnTo>
                  <a:lnTo>
                    <a:pt x="782807" y="0"/>
                  </a:lnTo>
                  <a:lnTo>
                    <a:pt x="781951" y="0"/>
                  </a:lnTo>
                  <a:lnTo>
                    <a:pt x="781096" y="0"/>
                  </a:lnTo>
                  <a:lnTo>
                    <a:pt x="780240" y="0"/>
                  </a:lnTo>
                  <a:lnTo>
                    <a:pt x="779385" y="0"/>
                  </a:lnTo>
                  <a:lnTo>
                    <a:pt x="778529" y="0"/>
                  </a:lnTo>
                  <a:lnTo>
                    <a:pt x="777674" y="0"/>
                  </a:lnTo>
                  <a:lnTo>
                    <a:pt x="776818" y="0"/>
                  </a:lnTo>
                  <a:lnTo>
                    <a:pt x="775963" y="0"/>
                  </a:lnTo>
                  <a:lnTo>
                    <a:pt x="775107" y="0"/>
                  </a:lnTo>
                  <a:lnTo>
                    <a:pt x="774252" y="0"/>
                  </a:lnTo>
                  <a:lnTo>
                    <a:pt x="773396" y="0"/>
                  </a:lnTo>
                  <a:lnTo>
                    <a:pt x="772541" y="0"/>
                  </a:lnTo>
                  <a:lnTo>
                    <a:pt x="771685" y="0"/>
                  </a:lnTo>
                  <a:lnTo>
                    <a:pt x="770830" y="0"/>
                  </a:lnTo>
                  <a:lnTo>
                    <a:pt x="769974" y="0"/>
                  </a:lnTo>
                  <a:lnTo>
                    <a:pt x="769118" y="0"/>
                  </a:lnTo>
                  <a:lnTo>
                    <a:pt x="768263" y="0"/>
                  </a:lnTo>
                  <a:lnTo>
                    <a:pt x="767407" y="0"/>
                  </a:lnTo>
                  <a:lnTo>
                    <a:pt x="766552" y="0"/>
                  </a:lnTo>
                  <a:lnTo>
                    <a:pt x="765696" y="0"/>
                  </a:lnTo>
                  <a:lnTo>
                    <a:pt x="764841" y="0"/>
                  </a:lnTo>
                  <a:lnTo>
                    <a:pt x="763985" y="0"/>
                  </a:lnTo>
                  <a:lnTo>
                    <a:pt x="763130" y="0"/>
                  </a:lnTo>
                  <a:lnTo>
                    <a:pt x="762274" y="0"/>
                  </a:lnTo>
                  <a:lnTo>
                    <a:pt x="761419" y="0"/>
                  </a:lnTo>
                  <a:lnTo>
                    <a:pt x="760563" y="0"/>
                  </a:lnTo>
                  <a:lnTo>
                    <a:pt x="759708" y="0"/>
                  </a:lnTo>
                  <a:lnTo>
                    <a:pt x="758852" y="0"/>
                  </a:lnTo>
                  <a:lnTo>
                    <a:pt x="757997" y="0"/>
                  </a:lnTo>
                  <a:lnTo>
                    <a:pt x="757141" y="0"/>
                  </a:lnTo>
                  <a:lnTo>
                    <a:pt x="756286" y="0"/>
                  </a:lnTo>
                  <a:lnTo>
                    <a:pt x="755430" y="0"/>
                  </a:lnTo>
                  <a:lnTo>
                    <a:pt x="754574" y="0"/>
                  </a:lnTo>
                  <a:lnTo>
                    <a:pt x="753719" y="0"/>
                  </a:lnTo>
                  <a:lnTo>
                    <a:pt x="752863" y="0"/>
                  </a:lnTo>
                  <a:lnTo>
                    <a:pt x="752008" y="0"/>
                  </a:lnTo>
                  <a:lnTo>
                    <a:pt x="751152" y="0"/>
                  </a:lnTo>
                  <a:lnTo>
                    <a:pt x="750297" y="0"/>
                  </a:lnTo>
                  <a:lnTo>
                    <a:pt x="749441" y="0"/>
                  </a:lnTo>
                  <a:lnTo>
                    <a:pt x="748586" y="0"/>
                  </a:lnTo>
                  <a:lnTo>
                    <a:pt x="747730" y="0"/>
                  </a:lnTo>
                  <a:lnTo>
                    <a:pt x="746875" y="0"/>
                  </a:lnTo>
                  <a:lnTo>
                    <a:pt x="746019" y="0"/>
                  </a:lnTo>
                  <a:lnTo>
                    <a:pt x="745164" y="0"/>
                  </a:lnTo>
                  <a:lnTo>
                    <a:pt x="744308" y="0"/>
                  </a:lnTo>
                  <a:lnTo>
                    <a:pt x="743453" y="0"/>
                  </a:lnTo>
                  <a:lnTo>
                    <a:pt x="742597" y="0"/>
                  </a:lnTo>
                  <a:lnTo>
                    <a:pt x="741742" y="0"/>
                  </a:lnTo>
                  <a:lnTo>
                    <a:pt x="740886" y="0"/>
                  </a:lnTo>
                  <a:lnTo>
                    <a:pt x="740031" y="0"/>
                  </a:lnTo>
                  <a:lnTo>
                    <a:pt x="739175" y="0"/>
                  </a:lnTo>
                  <a:lnTo>
                    <a:pt x="738319" y="0"/>
                  </a:lnTo>
                  <a:lnTo>
                    <a:pt x="737464" y="0"/>
                  </a:lnTo>
                  <a:lnTo>
                    <a:pt x="736608" y="0"/>
                  </a:lnTo>
                  <a:lnTo>
                    <a:pt x="735753" y="0"/>
                  </a:lnTo>
                  <a:lnTo>
                    <a:pt x="734897" y="0"/>
                  </a:lnTo>
                  <a:lnTo>
                    <a:pt x="734042" y="0"/>
                  </a:lnTo>
                  <a:lnTo>
                    <a:pt x="733186" y="0"/>
                  </a:lnTo>
                  <a:lnTo>
                    <a:pt x="732331" y="0"/>
                  </a:lnTo>
                  <a:lnTo>
                    <a:pt x="731475" y="0"/>
                  </a:lnTo>
                  <a:lnTo>
                    <a:pt x="730620" y="0"/>
                  </a:lnTo>
                  <a:lnTo>
                    <a:pt x="729764" y="0"/>
                  </a:lnTo>
                  <a:lnTo>
                    <a:pt x="728909" y="0"/>
                  </a:lnTo>
                  <a:lnTo>
                    <a:pt x="728053" y="0"/>
                  </a:lnTo>
                  <a:lnTo>
                    <a:pt x="727198" y="0"/>
                  </a:lnTo>
                  <a:lnTo>
                    <a:pt x="726342" y="0"/>
                  </a:lnTo>
                  <a:lnTo>
                    <a:pt x="725487" y="0"/>
                  </a:lnTo>
                  <a:lnTo>
                    <a:pt x="724631" y="0"/>
                  </a:lnTo>
                  <a:lnTo>
                    <a:pt x="723776" y="0"/>
                  </a:lnTo>
                  <a:lnTo>
                    <a:pt x="722920" y="0"/>
                  </a:lnTo>
                  <a:lnTo>
                    <a:pt x="722064" y="0"/>
                  </a:lnTo>
                  <a:lnTo>
                    <a:pt x="721209" y="0"/>
                  </a:lnTo>
                  <a:lnTo>
                    <a:pt x="720353" y="0"/>
                  </a:lnTo>
                  <a:lnTo>
                    <a:pt x="719498" y="0"/>
                  </a:lnTo>
                  <a:lnTo>
                    <a:pt x="718642" y="0"/>
                  </a:lnTo>
                  <a:lnTo>
                    <a:pt x="717787" y="0"/>
                  </a:lnTo>
                  <a:lnTo>
                    <a:pt x="716931" y="0"/>
                  </a:lnTo>
                  <a:lnTo>
                    <a:pt x="716076" y="0"/>
                  </a:lnTo>
                  <a:lnTo>
                    <a:pt x="715220" y="0"/>
                  </a:lnTo>
                  <a:lnTo>
                    <a:pt x="714365" y="0"/>
                  </a:lnTo>
                  <a:lnTo>
                    <a:pt x="713509" y="0"/>
                  </a:lnTo>
                  <a:lnTo>
                    <a:pt x="712654" y="0"/>
                  </a:lnTo>
                  <a:lnTo>
                    <a:pt x="711798" y="0"/>
                  </a:lnTo>
                  <a:lnTo>
                    <a:pt x="710943" y="0"/>
                  </a:lnTo>
                  <a:lnTo>
                    <a:pt x="710087" y="0"/>
                  </a:lnTo>
                  <a:lnTo>
                    <a:pt x="709232" y="0"/>
                  </a:lnTo>
                  <a:lnTo>
                    <a:pt x="708376" y="0"/>
                  </a:lnTo>
                  <a:lnTo>
                    <a:pt x="707520" y="0"/>
                  </a:lnTo>
                  <a:lnTo>
                    <a:pt x="706665" y="0"/>
                  </a:lnTo>
                  <a:lnTo>
                    <a:pt x="705809" y="0"/>
                  </a:lnTo>
                  <a:lnTo>
                    <a:pt x="704954" y="0"/>
                  </a:lnTo>
                  <a:lnTo>
                    <a:pt x="704098" y="0"/>
                  </a:lnTo>
                  <a:lnTo>
                    <a:pt x="703243" y="0"/>
                  </a:lnTo>
                  <a:lnTo>
                    <a:pt x="702387" y="0"/>
                  </a:lnTo>
                  <a:lnTo>
                    <a:pt x="701532" y="0"/>
                  </a:lnTo>
                  <a:lnTo>
                    <a:pt x="700676" y="0"/>
                  </a:lnTo>
                  <a:lnTo>
                    <a:pt x="699821" y="0"/>
                  </a:lnTo>
                  <a:lnTo>
                    <a:pt x="698965" y="0"/>
                  </a:lnTo>
                  <a:lnTo>
                    <a:pt x="698110" y="0"/>
                  </a:lnTo>
                  <a:lnTo>
                    <a:pt x="697254" y="0"/>
                  </a:lnTo>
                  <a:lnTo>
                    <a:pt x="696399" y="0"/>
                  </a:lnTo>
                  <a:lnTo>
                    <a:pt x="695543" y="0"/>
                  </a:lnTo>
                  <a:lnTo>
                    <a:pt x="694688" y="0"/>
                  </a:lnTo>
                  <a:lnTo>
                    <a:pt x="693832" y="0"/>
                  </a:lnTo>
                  <a:lnTo>
                    <a:pt x="692977" y="0"/>
                  </a:lnTo>
                  <a:lnTo>
                    <a:pt x="692121" y="0"/>
                  </a:lnTo>
                  <a:lnTo>
                    <a:pt x="691265" y="0"/>
                  </a:lnTo>
                  <a:lnTo>
                    <a:pt x="690410" y="0"/>
                  </a:lnTo>
                  <a:lnTo>
                    <a:pt x="689554" y="0"/>
                  </a:lnTo>
                  <a:lnTo>
                    <a:pt x="688699" y="0"/>
                  </a:lnTo>
                  <a:lnTo>
                    <a:pt x="687843" y="0"/>
                  </a:lnTo>
                  <a:lnTo>
                    <a:pt x="686988" y="0"/>
                  </a:lnTo>
                  <a:lnTo>
                    <a:pt x="686132" y="0"/>
                  </a:lnTo>
                  <a:lnTo>
                    <a:pt x="685277" y="0"/>
                  </a:lnTo>
                  <a:lnTo>
                    <a:pt x="684421" y="0"/>
                  </a:lnTo>
                  <a:lnTo>
                    <a:pt x="683566" y="0"/>
                  </a:lnTo>
                  <a:lnTo>
                    <a:pt x="682710" y="0"/>
                  </a:lnTo>
                  <a:lnTo>
                    <a:pt x="681855" y="0"/>
                  </a:lnTo>
                  <a:lnTo>
                    <a:pt x="680999" y="0"/>
                  </a:lnTo>
                  <a:lnTo>
                    <a:pt x="680144" y="0"/>
                  </a:lnTo>
                  <a:lnTo>
                    <a:pt x="679288" y="0"/>
                  </a:lnTo>
                  <a:lnTo>
                    <a:pt x="678433" y="0"/>
                  </a:lnTo>
                  <a:lnTo>
                    <a:pt x="677577" y="0"/>
                  </a:lnTo>
                  <a:lnTo>
                    <a:pt x="676722" y="0"/>
                  </a:lnTo>
                  <a:lnTo>
                    <a:pt x="675866" y="0"/>
                  </a:lnTo>
                  <a:lnTo>
                    <a:pt x="675010" y="0"/>
                  </a:lnTo>
                  <a:lnTo>
                    <a:pt x="674155" y="0"/>
                  </a:lnTo>
                  <a:lnTo>
                    <a:pt x="673299" y="0"/>
                  </a:lnTo>
                  <a:lnTo>
                    <a:pt x="672444" y="0"/>
                  </a:lnTo>
                  <a:lnTo>
                    <a:pt x="671588" y="0"/>
                  </a:lnTo>
                  <a:lnTo>
                    <a:pt x="670733" y="0"/>
                  </a:lnTo>
                  <a:lnTo>
                    <a:pt x="669877" y="0"/>
                  </a:lnTo>
                  <a:lnTo>
                    <a:pt x="669022" y="0"/>
                  </a:lnTo>
                  <a:lnTo>
                    <a:pt x="668166" y="0"/>
                  </a:lnTo>
                  <a:lnTo>
                    <a:pt x="667311" y="0"/>
                  </a:lnTo>
                  <a:lnTo>
                    <a:pt x="666455" y="0"/>
                  </a:lnTo>
                  <a:lnTo>
                    <a:pt x="665600" y="0"/>
                  </a:lnTo>
                  <a:lnTo>
                    <a:pt x="664744" y="0"/>
                  </a:lnTo>
                  <a:lnTo>
                    <a:pt x="663889" y="0"/>
                  </a:lnTo>
                  <a:lnTo>
                    <a:pt x="663033" y="0"/>
                  </a:lnTo>
                  <a:lnTo>
                    <a:pt x="662178" y="0"/>
                  </a:lnTo>
                  <a:lnTo>
                    <a:pt x="661322" y="0"/>
                  </a:lnTo>
                  <a:lnTo>
                    <a:pt x="660467" y="0"/>
                  </a:lnTo>
                  <a:lnTo>
                    <a:pt x="659611" y="0"/>
                  </a:lnTo>
                  <a:lnTo>
                    <a:pt x="658755" y="0"/>
                  </a:lnTo>
                  <a:lnTo>
                    <a:pt x="657900" y="0"/>
                  </a:lnTo>
                  <a:lnTo>
                    <a:pt x="657044" y="0"/>
                  </a:lnTo>
                  <a:lnTo>
                    <a:pt x="656189" y="0"/>
                  </a:lnTo>
                  <a:lnTo>
                    <a:pt x="655333" y="0"/>
                  </a:lnTo>
                  <a:lnTo>
                    <a:pt x="654478" y="0"/>
                  </a:lnTo>
                  <a:lnTo>
                    <a:pt x="653622" y="0"/>
                  </a:lnTo>
                  <a:lnTo>
                    <a:pt x="652767" y="0"/>
                  </a:lnTo>
                  <a:lnTo>
                    <a:pt x="651911" y="0"/>
                  </a:lnTo>
                  <a:lnTo>
                    <a:pt x="651056" y="0"/>
                  </a:lnTo>
                  <a:lnTo>
                    <a:pt x="650200" y="0"/>
                  </a:lnTo>
                  <a:lnTo>
                    <a:pt x="649345" y="0"/>
                  </a:lnTo>
                  <a:lnTo>
                    <a:pt x="648489" y="0"/>
                  </a:lnTo>
                  <a:lnTo>
                    <a:pt x="647634" y="0"/>
                  </a:lnTo>
                  <a:lnTo>
                    <a:pt x="646778" y="0"/>
                  </a:lnTo>
                  <a:lnTo>
                    <a:pt x="645923" y="0"/>
                  </a:lnTo>
                  <a:lnTo>
                    <a:pt x="645067" y="0"/>
                  </a:lnTo>
                  <a:lnTo>
                    <a:pt x="644211" y="0"/>
                  </a:lnTo>
                  <a:lnTo>
                    <a:pt x="643356" y="0"/>
                  </a:lnTo>
                  <a:lnTo>
                    <a:pt x="642500" y="0"/>
                  </a:lnTo>
                  <a:lnTo>
                    <a:pt x="641645" y="0"/>
                  </a:lnTo>
                  <a:lnTo>
                    <a:pt x="640789" y="0"/>
                  </a:lnTo>
                  <a:lnTo>
                    <a:pt x="639934" y="0"/>
                  </a:lnTo>
                  <a:lnTo>
                    <a:pt x="639078" y="0"/>
                  </a:lnTo>
                  <a:lnTo>
                    <a:pt x="638223" y="0"/>
                  </a:lnTo>
                  <a:lnTo>
                    <a:pt x="637367" y="0"/>
                  </a:lnTo>
                  <a:lnTo>
                    <a:pt x="636512" y="0"/>
                  </a:lnTo>
                  <a:lnTo>
                    <a:pt x="635656" y="0"/>
                  </a:lnTo>
                  <a:lnTo>
                    <a:pt x="634801" y="0"/>
                  </a:lnTo>
                  <a:lnTo>
                    <a:pt x="633945" y="0"/>
                  </a:lnTo>
                  <a:lnTo>
                    <a:pt x="633090" y="0"/>
                  </a:lnTo>
                  <a:lnTo>
                    <a:pt x="632234" y="0"/>
                  </a:lnTo>
                  <a:lnTo>
                    <a:pt x="631379" y="0"/>
                  </a:lnTo>
                  <a:lnTo>
                    <a:pt x="630523" y="0"/>
                  </a:lnTo>
                  <a:lnTo>
                    <a:pt x="629668" y="0"/>
                  </a:lnTo>
                  <a:lnTo>
                    <a:pt x="628812" y="0"/>
                  </a:lnTo>
                  <a:lnTo>
                    <a:pt x="627956" y="0"/>
                  </a:lnTo>
                  <a:lnTo>
                    <a:pt x="627101" y="0"/>
                  </a:lnTo>
                  <a:lnTo>
                    <a:pt x="626245" y="0"/>
                  </a:lnTo>
                  <a:lnTo>
                    <a:pt x="625390" y="0"/>
                  </a:lnTo>
                  <a:lnTo>
                    <a:pt x="624534" y="0"/>
                  </a:lnTo>
                  <a:lnTo>
                    <a:pt x="623679" y="0"/>
                  </a:lnTo>
                  <a:lnTo>
                    <a:pt x="622823" y="0"/>
                  </a:lnTo>
                  <a:lnTo>
                    <a:pt x="621968" y="0"/>
                  </a:lnTo>
                  <a:lnTo>
                    <a:pt x="621112" y="0"/>
                  </a:lnTo>
                  <a:lnTo>
                    <a:pt x="620257" y="0"/>
                  </a:lnTo>
                  <a:lnTo>
                    <a:pt x="619401" y="0"/>
                  </a:lnTo>
                  <a:lnTo>
                    <a:pt x="618546" y="0"/>
                  </a:lnTo>
                  <a:lnTo>
                    <a:pt x="617690" y="0"/>
                  </a:lnTo>
                  <a:lnTo>
                    <a:pt x="616835" y="0"/>
                  </a:lnTo>
                  <a:lnTo>
                    <a:pt x="615979" y="0"/>
                  </a:lnTo>
                  <a:lnTo>
                    <a:pt x="615124" y="0"/>
                  </a:lnTo>
                  <a:lnTo>
                    <a:pt x="614268" y="0"/>
                  </a:lnTo>
                  <a:lnTo>
                    <a:pt x="613413" y="0"/>
                  </a:lnTo>
                  <a:lnTo>
                    <a:pt x="612557" y="0"/>
                  </a:lnTo>
                  <a:lnTo>
                    <a:pt x="611701" y="0"/>
                  </a:lnTo>
                  <a:lnTo>
                    <a:pt x="610846" y="0"/>
                  </a:lnTo>
                  <a:lnTo>
                    <a:pt x="609990" y="0"/>
                  </a:lnTo>
                  <a:lnTo>
                    <a:pt x="609135" y="0"/>
                  </a:lnTo>
                  <a:lnTo>
                    <a:pt x="608279" y="0"/>
                  </a:lnTo>
                  <a:lnTo>
                    <a:pt x="607424" y="0"/>
                  </a:lnTo>
                  <a:lnTo>
                    <a:pt x="606568" y="0"/>
                  </a:lnTo>
                  <a:lnTo>
                    <a:pt x="605713" y="0"/>
                  </a:lnTo>
                  <a:lnTo>
                    <a:pt x="604857" y="0"/>
                  </a:lnTo>
                  <a:lnTo>
                    <a:pt x="604002" y="0"/>
                  </a:lnTo>
                  <a:lnTo>
                    <a:pt x="603146" y="0"/>
                  </a:lnTo>
                  <a:lnTo>
                    <a:pt x="602291" y="0"/>
                  </a:lnTo>
                  <a:lnTo>
                    <a:pt x="601435" y="0"/>
                  </a:lnTo>
                  <a:lnTo>
                    <a:pt x="600580" y="0"/>
                  </a:lnTo>
                  <a:lnTo>
                    <a:pt x="599724" y="0"/>
                  </a:lnTo>
                  <a:lnTo>
                    <a:pt x="598869" y="0"/>
                  </a:lnTo>
                  <a:lnTo>
                    <a:pt x="598013" y="0"/>
                  </a:lnTo>
                  <a:lnTo>
                    <a:pt x="597157" y="0"/>
                  </a:lnTo>
                  <a:lnTo>
                    <a:pt x="596302" y="0"/>
                  </a:lnTo>
                  <a:lnTo>
                    <a:pt x="595446" y="0"/>
                  </a:lnTo>
                  <a:lnTo>
                    <a:pt x="594591" y="0"/>
                  </a:lnTo>
                  <a:lnTo>
                    <a:pt x="593735" y="0"/>
                  </a:lnTo>
                  <a:lnTo>
                    <a:pt x="592880" y="0"/>
                  </a:lnTo>
                  <a:lnTo>
                    <a:pt x="592024" y="0"/>
                  </a:lnTo>
                  <a:lnTo>
                    <a:pt x="591169" y="0"/>
                  </a:lnTo>
                  <a:lnTo>
                    <a:pt x="590313" y="0"/>
                  </a:lnTo>
                  <a:lnTo>
                    <a:pt x="589458" y="0"/>
                  </a:lnTo>
                  <a:lnTo>
                    <a:pt x="588602" y="0"/>
                  </a:lnTo>
                  <a:lnTo>
                    <a:pt x="587747" y="0"/>
                  </a:lnTo>
                  <a:lnTo>
                    <a:pt x="586891" y="0"/>
                  </a:lnTo>
                  <a:lnTo>
                    <a:pt x="586036" y="0"/>
                  </a:lnTo>
                  <a:lnTo>
                    <a:pt x="585180" y="0"/>
                  </a:lnTo>
                  <a:lnTo>
                    <a:pt x="584325" y="0"/>
                  </a:lnTo>
                  <a:lnTo>
                    <a:pt x="583469" y="0"/>
                  </a:lnTo>
                  <a:lnTo>
                    <a:pt x="582614" y="0"/>
                  </a:lnTo>
                  <a:lnTo>
                    <a:pt x="581758" y="0"/>
                  </a:lnTo>
                  <a:lnTo>
                    <a:pt x="580902" y="0"/>
                  </a:lnTo>
                  <a:lnTo>
                    <a:pt x="580047" y="0"/>
                  </a:lnTo>
                  <a:lnTo>
                    <a:pt x="579191" y="0"/>
                  </a:lnTo>
                  <a:lnTo>
                    <a:pt x="578336" y="0"/>
                  </a:lnTo>
                  <a:lnTo>
                    <a:pt x="577480" y="0"/>
                  </a:lnTo>
                  <a:lnTo>
                    <a:pt x="576625" y="0"/>
                  </a:lnTo>
                  <a:lnTo>
                    <a:pt x="575769" y="0"/>
                  </a:lnTo>
                  <a:lnTo>
                    <a:pt x="574914" y="0"/>
                  </a:lnTo>
                  <a:lnTo>
                    <a:pt x="574058" y="0"/>
                  </a:lnTo>
                  <a:lnTo>
                    <a:pt x="573203" y="0"/>
                  </a:lnTo>
                  <a:lnTo>
                    <a:pt x="572347" y="0"/>
                  </a:lnTo>
                  <a:lnTo>
                    <a:pt x="571492" y="0"/>
                  </a:lnTo>
                  <a:lnTo>
                    <a:pt x="570636" y="0"/>
                  </a:lnTo>
                  <a:lnTo>
                    <a:pt x="569781" y="0"/>
                  </a:lnTo>
                  <a:lnTo>
                    <a:pt x="568925" y="0"/>
                  </a:lnTo>
                  <a:lnTo>
                    <a:pt x="568070" y="0"/>
                  </a:lnTo>
                  <a:lnTo>
                    <a:pt x="567214" y="0"/>
                  </a:lnTo>
                  <a:lnTo>
                    <a:pt x="566359" y="0"/>
                  </a:lnTo>
                  <a:lnTo>
                    <a:pt x="565503" y="0"/>
                  </a:lnTo>
                  <a:lnTo>
                    <a:pt x="564647" y="0"/>
                  </a:lnTo>
                  <a:lnTo>
                    <a:pt x="563792" y="0"/>
                  </a:lnTo>
                  <a:lnTo>
                    <a:pt x="562936" y="0"/>
                  </a:lnTo>
                  <a:lnTo>
                    <a:pt x="562081" y="0"/>
                  </a:lnTo>
                  <a:lnTo>
                    <a:pt x="561225" y="0"/>
                  </a:lnTo>
                  <a:lnTo>
                    <a:pt x="560370" y="0"/>
                  </a:lnTo>
                  <a:lnTo>
                    <a:pt x="559514" y="0"/>
                  </a:lnTo>
                  <a:lnTo>
                    <a:pt x="558659" y="0"/>
                  </a:lnTo>
                  <a:lnTo>
                    <a:pt x="557803" y="0"/>
                  </a:lnTo>
                  <a:lnTo>
                    <a:pt x="556948" y="0"/>
                  </a:lnTo>
                  <a:lnTo>
                    <a:pt x="556092" y="0"/>
                  </a:lnTo>
                  <a:lnTo>
                    <a:pt x="555237" y="0"/>
                  </a:lnTo>
                  <a:lnTo>
                    <a:pt x="554381" y="0"/>
                  </a:lnTo>
                  <a:lnTo>
                    <a:pt x="553526" y="0"/>
                  </a:lnTo>
                  <a:lnTo>
                    <a:pt x="552670" y="0"/>
                  </a:lnTo>
                  <a:lnTo>
                    <a:pt x="551815" y="0"/>
                  </a:lnTo>
                  <a:lnTo>
                    <a:pt x="550959" y="0"/>
                  </a:lnTo>
                  <a:lnTo>
                    <a:pt x="550103" y="0"/>
                  </a:lnTo>
                  <a:lnTo>
                    <a:pt x="549248" y="0"/>
                  </a:lnTo>
                  <a:lnTo>
                    <a:pt x="548392" y="0"/>
                  </a:lnTo>
                  <a:lnTo>
                    <a:pt x="547537" y="0"/>
                  </a:lnTo>
                  <a:lnTo>
                    <a:pt x="546681" y="0"/>
                  </a:lnTo>
                  <a:lnTo>
                    <a:pt x="545826" y="0"/>
                  </a:lnTo>
                  <a:lnTo>
                    <a:pt x="544970" y="0"/>
                  </a:lnTo>
                  <a:lnTo>
                    <a:pt x="544115" y="0"/>
                  </a:lnTo>
                  <a:lnTo>
                    <a:pt x="543259" y="0"/>
                  </a:lnTo>
                  <a:lnTo>
                    <a:pt x="542404" y="0"/>
                  </a:lnTo>
                  <a:lnTo>
                    <a:pt x="541548" y="0"/>
                  </a:lnTo>
                  <a:lnTo>
                    <a:pt x="540693" y="0"/>
                  </a:lnTo>
                  <a:lnTo>
                    <a:pt x="539837" y="0"/>
                  </a:lnTo>
                  <a:lnTo>
                    <a:pt x="538982" y="0"/>
                  </a:lnTo>
                  <a:lnTo>
                    <a:pt x="538126" y="0"/>
                  </a:lnTo>
                  <a:lnTo>
                    <a:pt x="537271" y="0"/>
                  </a:lnTo>
                  <a:lnTo>
                    <a:pt x="536415" y="0"/>
                  </a:lnTo>
                  <a:lnTo>
                    <a:pt x="535560" y="0"/>
                  </a:lnTo>
                  <a:lnTo>
                    <a:pt x="534704" y="0"/>
                  </a:lnTo>
                  <a:lnTo>
                    <a:pt x="533848" y="0"/>
                  </a:lnTo>
                  <a:lnTo>
                    <a:pt x="532993" y="0"/>
                  </a:lnTo>
                  <a:lnTo>
                    <a:pt x="532137" y="0"/>
                  </a:lnTo>
                  <a:lnTo>
                    <a:pt x="531282" y="0"/>
                  </a:lnTo>
                  <a:lnTo>
                    <a:pt x="530426" y="0"/>
                  </a:lnTo>
                  <a:lnTo>
                    <a:pt x="529571" y="0"/>
                  </a:lnTo>
                  <a:lnTo>
                    <a:pt x="528715" y="0"/>
                  </a:lnTo>
                  <a:lnTo>
                    <a:pt x="527860" y="0"/>
                  </a:lnTo>
                  <a:lnTo>
                    <a:pt x="527004" y="0"/>
                  </a:lnTo>
                  <a:lnTo>
                    <a:pt x="526149" y="0"/>
                  </a:lnTo>
                  <a:lnTo>
                    <a:pt x="525293" y="0"/>
                  </a:lnTo>
                  <a:lnTo>
                    <a:pt x="524438" y="0"/>
                  </a:lnTo>
                  <a:lnTo>
                    <a:pt x="523582" y="0"/>
                  </a:lnTo>
                  <a:lnTo>
                    <a:pt x="522727" y="0"/>
                  </a:lnTo>
                  <a:lnTo>
                    <a:pt x="521871" y="0"/>
                  </a:lnTo>
                  <a:lnTo>
                    <a:pt x="521016" y="0"/>
                  </a:lnTo>
                  <a:lnTo>
                    <a:pt x="520160" y="0"/>
                  </a:lnTo>
                  <a:lnTo>
                    <a:pt x="519305" y="0"/>
                  </a:lnTo>
                  <a:lnTo>
                    <a:pt x="518449" y="0"/>
                  </a:lnTo>
                  <a:lnTo>
                    <a:pt x="517593" y="0"/>
                  </a:lnTo>
                  <a:lnTo>
                    <a:pt x="516738" y="0"/>
                  </a:lnTo>
                  <a:lnTo>
                    <a:pt x="515882" y="0"/>
                  </a:lnTo>
                  <a:lnTo>
                    <a:pt x="515027" y="0"/>
                  </a:lnTo>
                  <a:lnTo>
                    <a:pt x="514171" y="0"/>
                  </a:lnTo>
                  <a:lnTo>
                    <a:pt x="513316" y="0"/>
                  </a:lnTo>
                  <a:lnTo>
                    <a:pt x="512460" y="0"/>
                  </a:lnTo>
                  <a:lnTo>
                    <a:pt x="511605" y="0"/>
                  </a:lnTo>
                  <a:lnTo>
                    <a:pt x="510749" y="0"/>
                  </a:lnTo>
                  <a:lnTo>
                    <a:pt x="509894" y="0"/>
                  </a:lnTo>
                  <a:lnTo>
                    <a:pt x="509038" y="0"/>
                  </a:lnTo>
                  <a:lnTo>
                    <a:pt x="508183" y="0"/>
                  </a:lnTo>
                  <a:lnTo>
                    <a:pt x="507327" y="0"/>
                  </a:lnTo>
                  <a:lnTo>
                    <a:pt x="506472" y="0"/>
                  </a:lnTo>
                  <a:lnTo>
                    <a:pt x="505616" y="0"/>
                  </a:lnTo>
                  <a:lnTo>
                    <a:pt x="504761" y="0"/>
                  </a:lnTo>
                  <a:lnTo>
                    <a:pt x="503905" y="0"/>
                  </a:lnTo>
                  <a:lnTo>
                    <a:pt x="503049" y="0"/>
                  </a:lnTo>
                  <a:lnTo>
                    <a:pt x="502194" y="0"/>
                  </a:lnTo>
                  <a:lnTo>
                    <a:pt x="501338" y="0"/>
                  </a:lnTo>
                  <a:lnTo>
                    <a:pt x="500483" y="0"/>
                  </a:lnTo>
                  <a:lnTo>
                    <a:pt x="499627" y="0"/>
                  </a:lnTo>
                  <a:lnTo>
                    <a:pt x="498772" y="0"/>
                  </a:lnTo>
                  <a:lnTo>
                    <a:pt x="497916" y="0"/>
                  </a:lnTo>
                  <a:lnTo>
                    <a:pt x="497061" y="0"/>
                  </a:lnTo>
                  <a:lnTo>
                    <a:pt x="496205" y="0"/>
                  </a:lnTo>
                  <a:lnTo>
                    <a:pt x="495350" y="0"/>
                  </a:lnTo>
                  <a:lnTo>
                    <a:pt x="494494" y="0"/>
                  </a:lnTo>
                  <a:lnTo>
                    <a:pt x="493639" y="0"/>
                  </a:lnTo>
                  <a:lnTo>
                    <a:pt x="492783" y="0"/>
                  </a:lnTo>
                  <a:lnTo>
                    <a:pt x="491928" y="0"/>
                  </a:lnTo>
                  <a:lnTo>
                    <a:pt x="491072" y="0"/>
                  </a:lnTo>
                  <a:lnTo>
                    <a:pt x="490217" y="0"/>
                  </a:lnTo>
                  <a:lnTo>
                    <a:pt x="489361" y="0"/>
                  </a:lnTo>
                  <a:lnTo>
                    <a:pt x="488506" y="0"/>
                  </a:lnTo>
                  <a:lnTo>
                    <a:pt x="487650" y="0"/>
                  </a:lnTo>
                  <a:lnTo>
                    <a:pt x="486794" y="0"/>
                  </a:lnTo>
                  <a:lnTo>
                    <a:pt x="485939" y="0"/>
                  </a:lnTo>
                  <a:lnTo>
                    <a:pt x="485083" y="0"/>
                  </a:lnTo>
                  <a:lnTo>
                    <a:pt x="484228" y="0"/>
                  </a:lnTo>
                  <a:lnTo>
                    <a:pt x="483372" y="0"/>
                  </a:lnTo>
                  <a:lnTo>
                    <a:pt x="482517" y="0"/>
                  </a:lnTo>
                  <a:lnTo>
                    <a:pt x="481661" y="0"/>
                  </a:lnTo>
                  <a:lnTo>
                    <a:pt x="480806" y="0"/>
                  </a:lnTo>
                  <a:lnTo>
                    <a:pt x="479950" y="0"/>
                  </a:lnTo>
                  <a:lnTo>
                    <a:pt x="479095" y="0"/>
                  </a:lnTo>
                  <a:lnTo>
                    <a:pt x="478239" y="0"/>
                  </a:lnTo>
                  <a:lnTo>
                    <a:pt x="477384" y="0"/>
                  </a:lnTo>
                  <a:lnTo>
                    <a:pt x="476528" y="0"/>
                  </a:lnTo>
                  <a:lnTo>
                    <a:pt x="475673" y="0"/>
                  </a:lnTo>
                  <a:lnTo>
                    <a:pt x="474817" y="0"/>
                  </a:lnTo>
                  <a:lnTo>
                    <a:pt x="473962" y="0"/>
                  </a:lnTo>
                  <a:lnTo>
                    <a:pt x="473106" y="0"/>
                  </a:lnTo>
                  <a:lnTo>
                    <a:pt x="472251" y="0"/>
                  </a:lnTo>
                  <a:lnTo>
                    <a:pt x="471395" y="0"/>
                  </a:lnTo>
                  <a:lnTo>
                    <a:pt x="470539" y="0"/>
                  </a:lnTo>
                  <a:lnTo>
                    <a:pt x="469684" y="0"/>
                  </a:lnTo>
                  <a:lnTo>
                    <a:pt x="468828" y="0"/>
                  </a:lnTo>
                  <a:lnTo>
                    <a:pt x="467973" y="0"/>
                  </a:lnTo>
                  <a:lnTo>
                    <a:pt x="467117" y="0"/>
                  </a:lnTo>
                  <a:lnTo>
                    <a:pt x="466262" y="0"/>
                  </a:lnTo>
                  <a:lnTo>
                    <a:pt x="465406" y="0"/>
                  </a:lnTo>
                  <a:lnTo>
                    <a:pt x="464551" y="0"/>
                  </a:lnTo>
                  <a:lnTo>
                    <a:pt x="463695" y="0"/>
                  </a:lnTo>
                  <a:lnTo>
                    <a:pt x="462840" y="0"/>
                  </a:lnTo>
                  <a:lnTo>
                    <a:pt x="461984" y="0"/>
                  </a:lnTo>
                  <a:lnTo>
                    <a:pt x="461129" y="0"/>
                  </a:lnTo>
                  <a:lnTo>
                    <a:pt x="460273" y="0"/>
                  </a:lnTo>
                  <a:lnTo>
                    <a:pt x="459418" y="0"/>
                  </a:lnTo>
                  <a:lnTo>
                    <a:pt x="458562" y="0"/>
                  </a:lnTo>
                  <a:lnTo>
                    <a:pt x="457707" y="0"/>
                  </a:lnTo>
                  <a:lnTo>
                    <a:pt x="456851" y="0"/>
                  </a:lnTo>
                  <a:lnTo>
                    <a:pt x="455995" y="0"/>
                  </a:lnTo>
                  <a:lnTo>
                    <a:pt x="455140" y="0"/>
                  </a:lnTo>
                  <a:lnTo>
                    <a:pt x="454284" y="0"/>
                  </a:lnTo>
                  <a:lnTo>
                    <a:pt x="453429" y="0"/>
                  </a:lnTo>
                  <a:lnTo>
                    <a:pt x="452573" y="0"/>
                  </a:lnTo>
                  <a:lnTo>
                    <a:pt x="451718" y="0"/>
                  </a:lnTo>
                  <a:lnTo>
                    <a:pt x="450862" y="0"/>
                  </a:lnTo>
                  <a:lnTo>
                    <a:pt x="450007" y="0"/>
                  </a:lnTo>
                  <a:lnTo>
                    <a:pt x="449151" y="0"/>
                  </a:lnTo>
                  <a:lnTo>
                    <a:pt x="448296" y="0"/>
                  </a:lnTo>
                  <a:lnTo>
                    <a:pt x="447440" y="0"/>
                  </a:lnTo>
                  <a:lnTo>
                    <a:pt x="446585" y="0"/>
                  </a:lnTo>
                  <a:lnTo>
                    <a:pt x="445729" y="0"/>
                  </a:lnTo>
                  <a:lnTo>
                    <a:pt x="444874" y="0"/>
                  </a:lnTo>
                  <a:lnTo>
                    <a:pt x="444018" y="0"/>
                  </a:lnTo>
                  <a:lnTo>
                    <a:pt x="443163" y="0"/>
                  </a:lnTo>
                  <a:lnTo>
                    <a:pt x="442307" y="0"/>
                  </a:lnTo>
                  <a:lnTo>
                    <a:pt x="441452" y="0"/>
                  </a:lnTo>
                  <a:lnTo>
                    <a:pt x="440596" y="0"/>
                  </a:lnTo>
                  <a:lnTo>
                    <a:pt x="439740" y="0"/>
                  </a:lnTo>
                  <a:lnTo>
                    <a:pt x="438885" y="0"/>
                  </a:lnTo>
                  <a:lnTo>
                    <a:pt x="438029" y="0"/>
                  </a:lnTo>
                  <a:lnTo>
                    <a:pt x="437174" y="0"/>
                  </a:lnTo>
                  <a:lnTo>
                    <a:pt x="436318" y="0"/>
                  </a:lnTo>
                  <a:lnTo>
                    <a:pt x="435463" y="0"/>
                  </a:lnTo>
                  <a:lnTo>
                    <a:pt x="434607" y="0"/>
                  </a:lnTo>
                  <a:lnTo>
                    <a:pt x="433752" y="0"/>
                  </a:lnTo>
                  <a:lnTo>
                    <a:pt x="432896" y="0"/>
                  </a:lnTo>
                  <a:lnTo>
                    <a:pt x="432041" y="0"/>
                  </a:lnTo>
                  <a:lnTo>
                    <a:pt x="431185" y="0"/>
                  </a:lnTo>
                  <a:lnTo>
                    <a:pt x="430330" y="0"/>
                  </a:lnTo>
                  <a:lnTo>
                    <a:pt x="429474" y="0"/>
                  </a:lnTo>
                  <a:lnTo>
                    <a:pt x="428619" y="0"/>
                  </a:lnTo>
                  <a:lnTo>
                    <a:pt x="427763" y="0"/>
                  </a:lnTo>
                  <a:lnTo>
                    <a:pt x="426908" y="0"/>
                  </a:lnTo>
                  <a:lnTo>
                    <a:pt x="426052" y="0"/>
                  </a:lnTo>
                  <a:lnTo>
                    <a:pt x="425197" y="0"/>
                  </a:lnTo>
                  <a:lnTo>
                    <a:pt x="424341" y="0"/>
                  </a:lnTo>
                  <a:lnTo>
                    <a:pt x="423485" y="0"/>
                  </a:lnTo>
                  <a:lnTo>
                    <a:pt x="422630" y="0"/>
                  </a:lnTo>
                  <a:lnTo>
                    <a:pt x="421774" y="0"/>
                  </a:lnTo>
                  <a:lnTo>
                    <a:pt x="420919" y="0"/>
                  </a:lnTo>
                  <a:lnTo>
                    <a:pt x="420063" y="0"/>
                  </a:lnTo>
                  <a:lnTo>
                    <a:pt x="419208" y="0"/>
                  </a:lnTo>
                  <a:lnTo>
                    <a:pt x="418352" y="0"/>
                  </a:lnTo>
                  <a:lnTo>
                    <a:pt x="417497" y="0"/>
                  </a:lnTo>
                  <a:lnTo>
                    <a:pt x="416641" y="0"/>
                  </a:lnTo>
                  <a:lnTo>
                    <a:pt x="415786" y="0"/>
                  </a:lnTo>
                  <a:lnTo>
                    <a:pt x="414930" y="0"/>
                  </a:lnTo>
                  <a:lnTo>
                    <a:pt x="414075" y="0"/>
                  </a:lnTo>
                  <a:lnTo>
                    <a:pt x="413219" y="0"/>
                  </a:lnTo>
                  <a:lnTo>
                    <a:pt x="412364" y="0"/>
                  </a:lnTo>
                  <a:lnTo>
                    <a:pt x="411508" y="0"/>
                  </a:lnTo>
                  <a:lnTo>
                    <a:pt x="410653" y="0"/>
                  </a:lnTo>
                  <a:lnTo>
                    <a:pt x="409797" y="0"/>
                  </a:lnTo>
                  <a:lnTo>
                    <a:pt x="408942" y="0"/>
                  </a:lnTo>
                  <a:lnTo>
                    <a:pt x="408086" y="0"/>
                  </a:lnTo>
                  <a:lnTo>
                    <a:pt x="407230" y="0"/>
                  </a:lnTo>
                  <a:lnTo>
                    <a:pt x="406375" y="0"/>
                  </a:lnTo>
                  <a:lnTo>
                    <a:pt x="405519" y="0"/>
                  </a:lnTo>
                  <a:lnTo>
                    <a:pt x="404664" y="0"/>
                  </a:lnTo>
                  <a:lnTo>
                    <a:pt x="403808" y="0"/>
                  </a:lnTo>
                  <a:lnTo>
                    <a:pt x="402953" y="0"/>
                  </a:lnTo>
                  <a:lnTo>
                    <a:pt x="402097" y="0"/>
                  </a:lnTo>
                  <a:lnTo>
                    <a:pt x="401242" y="0"/>
                  </a:lnTo>
                  <a:lnTo>
                    <a:pt x="400386" y="0"/>
                  </a:lnTo>
                  <a:lnTo>
                    <a:pt x="399531" y="0"/>
                  </a:lnTo>
                  <a:lnTo>
                    <a:pt x="398675" y="0"/>
                  </a:lnTo>
                  <a:lnTo>
                    <a:pt x="397820" y="0"/>
                  </a:lnTo>
                  <a:lnTo>
                    <a:pt x="396964" y="0"/>
                  </a:lnTo>
                  <a:lnTo>
                    <a:pt x="396109" y="0"/>
                  </a:lnTo>
                  <a:lnTo>
                    <a:pt x="395253" y="0"/>
                  </a:lnTo>
                  <a:lnTo>
                    <a:pt x="394398" y="0"/>
                  </a:lnTo>
                  <a:lnTo>
                    <a:pt x="393542" y="0"/>
                  </a:lnTo>
                  <a:lnTo>
                    <a:pt x="392686" y="0"/>
                  </a:lnTo>
                  <a:lnTo>
                    <a:pt x="391831" y="0"/>
                  </a:lnTo>
                  <a:lnTo>
                    <a:pt x="390975" y="0"/>
                  </a:lnTo>
                  <a:lnTo>
                    <a:pt x="390120" y="0"/>
                  </a:lnTo>
                  <a:lnTo>
                    <a:pt x="389264" y="0"/>
                  </a:lnTo>
                  <a:lnTo>
                    <a:pt x="388409" y="0"/>
                  </a:lnTo>
                  <a:lnTo>
                    <a:pt x="387553" y="0"/>
                  </a:lnTo>
                  <a:lnTo>
                    <a:pt x="386698" y="0"/>
                  </a:lnTo>
                  <a:lnTo>
                    <a:pt x="385842" y="0"/>
                  </a:lnTo>
                  <a:lnTo>
                    <a:pt x="384987" y="0"/>
                  </a:lnTo>
                  <a:lnTo>
                    <a:pt x="384131" y="0"/>
                  </a:lnTo>
                  <a:lnTo>
                    <a:pt x="383276" y="0"/>
                  </a:lnTo>
                  <a:lnTo>
                    <a:pt x="382420" y="0"/>
                  </a:lnTo>
                  <a:lnTo>
                    <a:pt x="381565" y="0"/>
                  </a:lnTo>
                  <a:lnTo>
                    <a:pt x="380709" y="0"/>
                  </a:lnTo>
                  <a:lnTo>
                    <a:pt x="379854" y="0"/>
                  </a:lnTo>
                  <a:lnTo>
                    <a:pt x="378998" y="0"/>
                  </a:lnTo>
                  <a:lnTo>
                    <a:pt x="378143" y="0"/>
                  </a:lnTo>
                  <a:lnTo>
                    <a:pt x="377287" y="0"/>
                  </a:lnTo>
                  <a:lnTo>
                    <a:pt x="376431" y="0"/>
                  </a:lnTo>
                  <a:lnTo>
                    <a:pt x="375576" y="0"/>
                  </a:lnTo>
                  <a:lnTo>
                    <a:pt x="374720" y="0"/>
                  </a:lnTo>
                  <a:lnTo>
                    <a:pt x="373865" y="0"/>
                  </a:lnTo>
                  <a:lnTo>
                    <a:pt x="373009" y="0"/>
                  </a:lnTo>
                  <a:lnTo>
                    <a:pt x="372154" y="0"/>
                  </a:lnTo>
                  <a:lnTo>
                    <a:pt x="371298" y="0"/>
                  </a:lnTo>
                  <a:lnTo>
                    <a:pt x="370443" y="0"/>
                  </a:lnTo>
                  <a:lnTo>
                    <a:pt x="369587" y="0"/>
                  </a:lnTo>
                  <a:lnTo>
                    <a:pt x="368732" y="0"/>
                  </a:lnTo>
                  <a:lnTo>
                    <a:pt x="367876" y="0"/>
                  </a:lnTo>
                  <a:lnTo>
                    <a:pt x="367021" y="0"/>
                  </a:lnTo>
                  <a:lnTo>
                    <a:pt x="366165" y="0"/>
                  </a:lnTo>
                  <a:lnTo>
                    <a:pt x="365310" y="0"/>
                  </a:lnTo>
                  <a:lnTo>
                    <a:pt x="364454" y="0"/>
                  </a:lnTo>
                  <a:lnTo>
                    <a:pt x="363599" y="0"/>
                  </a:lnTo>
                  <a:lnTo>
                    <a:pt x="362743" y="0"/>
                  </a:lnTo>
                  <a:lnTo>
                    <a:pt x="361888" y="0"/>
                  </a:lnTo>
                  <a:lnTo>
                    <a:pt x="361032" y="0"/>
                  </a:lnTo>
                  <a:lnTo>
                    <a:pt x="360176" y="0"/>
                  </a:lnTo>
                  <a:lnTo>
                    <a:pt x="359321" y="0"/>
                  </a:lnTo>
                  <a:lnTo>
                    <a:pt x="358465" y="0"/>
                  </a:lnTo>
                  <a:lnTo>
                    <a:pt x="357610" y="0"/>
                  </a:lnTo>
                  <a:lnTo>
                    <a:pt x="356754" y="0"/>
                  </a:lnTo>
                  <a:lnTo>
                    <a:pt x="355899" y="0"/>
                  </a:lnTo>
                  <a:lnTo>
                    <a:pt x="355043" y="0"/>
                  </a:lnTo>
                  <a:lnTo>
                    <a:pt x="354188" y="0"/>
                  </a:lnTo>
                  <a:lnTo>
                    <a:pt x="353332" y="0"/>
                  </a:lnTo>
                  <a:lnTo>
                    <a:pt x="352477" y="0"/>
                  </a:lnTo>
                  <a:lnTo>
                    <a:pt x="351621" y="0"/>
                  </a:lnTo>
                  <a:lnTo>
                    <a:pt x="350766" y="0"/>
                  </a:lnTo>
                  <a:lnTo>
                    <a:pt x="349910" y="0"/>
                  </a:lnTo>
                  <a:lnTo>
                    <a:pt x="349055" y="0"/>
                  </a:lnTo>
                  <a:lnTo>
                    <a:pt x="348199" y="0"/>
                  </a:lnTo>
                  <a:lnTo>
                    <a:pt x="347344" y="0"/>
                  </a:lnTo>
                  <a:lnTo>
                    <a:pt x="346488" y="0"/>
                  </a:lnTo>
                  <a:lnTo>
                    <a:pt x="345632" y="0"/>
                  </a:lnTo>
                  <a:lnTo>
                    <a:pt x="344777" y="0"/>
                  </a:lnTo>
                  <a:lnTo>
                    <a:pt x="343921" y="0"/>
                  </a:lnTo>
                  <a:lnTo>
                    <a:pt x="343066" y="0"/>
                  </a:lnTo>
                  <a:lnTo>
                    <a:pt x="342210" y="0"/>
                  </a:lnTo>
                  <a:lnTo>
                    <a:pt x="341355" y="0"/>
                  </a:lnTo>
                  <a:lnTo>
                    <a:pt x="340499" y="0"/>
                  </a:lnTo>
                  <a:lnTo>
                    <a:pt x="339644" y="0"/>
                  </a:lnTo>
                  <a:lnTo>
                    <a:pt x="338788" y="0"/>
                  </a:lnTo>
                  <a:lnTo>
                    <a:pt x="337933" y="0"/>
                  </a:lnTo>
                  <a:lnTo>
                    <a:pt x="337077" y="0"/>
                  </a:lnTo>
                  <a:lnTo>
                    <a:pt x="336222" y="0"/>
                  </a:lnTo>
                  <a:lnTo>
                    <a:pt x="335366" y="0"/>
                  </a:lnTo>
                  <a:lnTo>
                    <a:pt x="334511" y="0"/>
                  </a:lnTo>
                  <a:lnTo>
                    <a:pt x="333655" y="0"/>
                  </a:lnTo>
                  <a:lnTo>
                    <a:pt x="332800" y="0"/>
                  </a:lnTo>
                  <a:lnTo>
                    <a:pt x="331944" y="0"/>
                  </a:lnTo>
                  <a:lnTo>
                    <a:pt x="331089" y="0"/>
                  </a:lnTo>
                  <a:lnTo>
                    <a:pt x="330233" y="0"/>
                  </a:lnTo>
                  <a:lnTo>
                    <a:pt x="329377" y="0"/>
                  </a:lnTo>
                  <a:lnTo>
                    <a:pt x="328522" y="0"/>
                  </a:lnTo>
                  <a:lnTo>
                    <a:pt x="327666" y="0"/>
                  </a:lnTo>
                  <a:lnTo>
                    <a:pt x="326811" y="0"/>
                  </a:lnTo>
                  <a:lnTo>
                    <a:pt x="325955" y="0"/>
                  </a:lnTo>
                  <a:lnTo>
                    <a:pt x="325100" y="0"/>
                  </a:lnTo>
                  <a:lnTo>
                    <a:pt x="324244" y="0"/>
                  </a:lnTo>
                  <a:lnTo>
                    <a:pt x="323389" y="0"/>
                  </a:lnTo>
                  <a:lnTo>
                    <a:pt x="322533" y="0"/>
                  </a:lnTo>
                  <a:lnTo>
                    <a:pt x="321678" y="0"/>
                  </a:lnTo>
                  <a:lnTo>
                    <a:pt x="320822" y="0"/>
                  </a:lnTo>
                  <a:lnTo>
                    <a:pt x="319967" y="0"/>
                  </a:lnTo>
                  <a:lnTo>
                    <a:pt x="319111" y="0"/>
                  </a:lnTo>
                  <a:lnTo>
                    <a:pt x="318256" y="0"/>
                  </a:lnTo>
                  <a:lnTo>
                    <a:pt x="317400" y="0"/>
                  </a:lnTo>
                  <a:lnTo>
                    <a:pt x="316545" y="0"/>
                  </a:lnTo>
                  <a:lnTo>
                    <a:pt x="315689" y="0"/>
                  </a:lnTo>
                  <a:lnTo>
                    <a:pt x="314834" y="0"/>
                  </a:lnTo>
                  <a:lnTo>
                    <a:pt x="313978" y="0"/>
                  </a:lnTo>
                  <a:lnTo>
                    <a:pt x="313122" y="0"/>
                  </a:lnTo>
                  <a:lnTo>
                    <a:pt x="312267" y="0"/>
                  </a:lnTo>
                  <a:lnTo>
                    <a:pt x="311411" y="0"/>
                  </a:lnTo>
                  <a:lnTo>
                    <a:pt x="310556" y="0"/>
                  </a:lnTo>
                  <a:lnTo>
                    <a:pt x="309700" y="0"/>
                  </a:lnTo>
                  <a:lnTo>
                    <a:pt x="308845" y="0"/>
                  </a:lnTo>
                  <a:lnTo>
                    <a:pt x="307989" y="0"/>
                  </a:lnTo>
                  <a:lnTo>
                    <a:pt x="307134" y="0"/>
                  </a:lnTo>
                  <a:lnTo>
                    <a:pt x="306278" y="0"/>
                  </a:lnTo>
                  <a:lnTo>
                    <a:pt x="305423" y="0"/>
                  </a:lnTo>
                  <a:lnTo>
                    <a:pt x="304567" y="0"/>
                  </a:lnTo>
                  <a:lnTo>
                    <a:pt x="303712" y="0"/>
                  </a:lnTo>
                  <a:lnTo>
                    <a:pt x="302856" y="0"/>
                  </a:lnTo>
                  <a:lnTo>
                    <a:pt x="302001" y="0"/>
                  </a:lnTo>
                  <a:lnTo>
                    <a:pt x="301145" y="0"/>
                  </a:lnTo>
                  <a:lnTo>
                    <a:pt x="300290" y="0"/>
                  </a:lnTo>
                  <a:lnTo>
                    <a:pt x="299434" y="0"/>
                  </a:lnTo>
                  <a:lnTo>
                    <a:pt x="298578" y="0"/>
                  </a:lnTo>
                  <a:lnTo>
                    <a:pt x="297723" y="0"/>
                  </a:lnTo>
                  <a:lnTo>
                    <a:pt x="296867" y="0"/>
                  </a:lnTo>
                  <a:lnTo>
                    <a:pt x="296012" y="0"/>
                  </a:lnTo>
                  <a:lnTo>
                    <a:pt x="295156" y="0"/>
                  </a:lnTo>
                  <a:lnTo>
                    <a:pt x="294301" y="0"/>
                  </a:lnTo>
                  <a:lnTo>
                    <a:pt x="293445" y="0"/>
                  </a:lnTo>
                  <a:lnTo>
                    <a:pt x="292590" y="0"/>
                  </a:lnTo>
                  <a:lnTo>
                    <a:pt x="291734" y="0"/>
                  </a:lnTo>
                  <a:lnTo>
                    <a:pt x="290879" y="0"/>
                  </a:lnTo>
                  <a:lnTo>
                    <a:pt x="290023" y="0"/>
                  </a:lnTo>
                  <a:lnTo>
                    <a:pt x="289168" y="0"/>
                  </a:lnTo>
                  <a:lnTo>
                    <a:pt x="288312" y="0"/>
                  </a:lnTo>
                  <a:lnTo>
                    <a:pt x="287457" y="0"/>
                  </a:lnTo>
                  <a:lnTo>
                    <a:pt x="286601" y="0"/>
                  </a:lnTo>
                  <a:lnTo>
                    <a:pt x="285746" y="0"/>
                  </a:lnTo>
                  <a:lnTo>
                    <a:pt x="284890" y="0"/>
                  </a:lnTo>
                  <a:lnTo>
                    <a:pt x="284035" y="0"/>
                  </a:lnTo>
                  <a:lnTo>
                    <a:pt x="283179" y="0"/>
                  </a:lnTo>
                  <a:lnTo>
                    <a:pt x="282323" y="0"/>
                  </a:lnTo>
                  <a:lnTo>
                    <a:pt x="281468" y="0"/>
                  </a:lnTo>
                  <a:lnTo>
                    <a:pt x="280612" y="0"/>
                  </a:lnTo>
                  <a:lnTo>
                    <a:pt x="279757" y="0"/>
                  </a:lnTo>
                  <a:lnTo>
                    <a:pt x="278901" y="0"/>
                  </a:lnTo>
                  <a:lnTo>
                    <a:pt x="278046" y="0"/>
                  </a:lnTo>
                  <a:lnTo>
                    <a:pt x="277190" y="0"/>
                  </a:lnTo>
                  <a:lnTo>
                    <a:pt x="276335" y="0"/>
                  </a:lnTo>
                  <a:lnTo>
                    <a:pt x="275479" y="0"/>
                  </a:lnTo>
                  <a:lnTo>
                    <a:pt x="274624" y="0"/>
                  </a:lnTo>
                  <a:lnTo>
                    <a:pt x="273768" y="0"/>
                  </a:lnTo>
                  <a:lnTo>
                    <a:pt x="272913" y="0"/>
                  </a:lnTo>
                  <a:lnTo>
                    <a:pt x="272057" y="0"/>
                  </a:lnTo>
                  <a:lnTo>
                    <a:pt x="271202" y="0"/>
                  </a:lnTo>
                  <a:lnTo>
                    <a:pt x="270346" y="0"/>
                  </a:lnTo>
                  <a:lnTo>
                    <a:pt x="269491" y="0"/>
                  </a:lnTo>
                  <a:lnTo>
                    <a:pt x="268635" y="0"/>
                  </a:lnTo>
                  <a:lnTo>
                    <a:pt x="267780" y="0"/>
                  </a:lnTo>
                  <a:lnTo>
                    <a:pt x="266924" y="0"/>
                  </a:lnTo>
                  <a:lnTo>
                    <a:pt x="266068" y="0"/>
                  </a:lnTo>
                  <a:lnTo>
                    <a:pt x="265213" y="0"/>
                  </a:lnTo>
                  <a:lnTo>
                    <a:pt x="264357" y="0"/>
                  </a:lnTo>
                  <a:lnTo>
                    <a:pt x="263502" y="0"/>
                  </a:lnTo>
                  <a:lnTo>
                    <a:pt x="262646" y="0"/>
                  </a:lnTo>
                  <a:lnTo>
                    <a:pt x="261791" y="0"/>
                  </a:lnTo>
                  <a:lnTo>
                    <a:pt x="260935" y="0"/>
                  </a:lnTo>
                  <a:lnTo>
                    <a:pt x="260080" y="0"/>
                  </a:lnTo>
                  <a:lnTo>
                    <a:pt x="259224" y="0"/>
                  </a:lnTo>
                  <a:lnTo>
                    <a:pt x="258369" y="0"/>
                  </a:lnTo>
                  <a:lnTo>
                    <a:pt x="257513" y="0"/>
                  </a:lnTo>
                  <a:lnTo>
                    <a:pt x="256658" y="0"/>
                  </a:lnTo>
                  <a:lnTo>
                    <a:pt x="255802" y="0"/>
                  </a:lnTo>
                  <a:lnTo>
                    <a:pt x="254947" y="0"/>
                  </a:lnTo>
                  <a:lnTo>
                    <a:pt x="254091" y="0"/>
                  </a:lnTo>
                  <a:lnTo>
                    <a:pt x="253236" y="0"/>
                  </a:lnTo>
                  <a:lnTo>
                    <a:pt x="252380" y="0"/>
                  </a:lnTo>
                  <a:lnTo>
                    <a:pt x="251524" y="0"/>
                  </a:lnTo>
                  <a:lnTo>
                    <a:pt x="250669" y="0"/>
                  </a:lnTo>
                  <a:lnTo>
                    <a:pt x="249813" y="0"/>
                  </a:lnTo>
                  <a:lnTo>
                    <a:pt x="248958" y="0"/>
                  </a:lnTo>
                  <a:lnTo>
                    <a:pt x="248102" y="0"/>
                  </a:lnTo>
                  <a:lnTo>
                    <a:pt x="247247" y="0"/>
                  </a:lnTo>
                  <a:lnTo>
                    <a:pt x="246391" y="0"/>
                  </a:lnTo>
                  <a:lnTo>
                    <a:pt x="245536" y="0"/>
                  </a:lnTo>
                  <a:lnTo>
                    <a:pt x="244680" y="0"/>
                  </a:lnTo>
                  <a:lnTo>
                    <a:pt x="243825" y="0"/>
                  </a:lnTo>
                  <a:lnTo>
                    <a:pt x="242969" y="0"/>
                  </a:lnTo>
                  <a:lnTo>
                    <a:pt x="242114" y="0"/>
                  </a:lnTo>
                  <a:lnTo>
                    <a:pt x="241258" y="0"/>
                  </a:lnTo>
                  <a:lnTo>
                    <a:pt x="240403" y="0"/>
                  </a:lnTo>
                  <a:lnTo>
                    <a:pt x="239547" y="0"/>
                  </a:lnTo>
                  <a:lnTo>
                    <a:pt x="238692" y="0"/>
                  </a:lnTo>
                  <a:lnTo>
                    <a:pt x="237836" y="0"/>
                  </a:lnTo>
                  <a:lnTo>
                    <a:pt x="236981" y="0"/>
                  </a:lnTo>
                  <a:lnTo>
                    <a:pt x="236125" y="0"/>
                  </a:lnTo>
                  <a:lnTo>
                    <a:pt x="235269" y="0"/>
                  </a:lnTo>
                  <a:lnTo>
                    <a:pt x="234414" y="0"/>
                  </a:lnTo>
                  <a:lnTo>
                    <a:pt x="233558" y="0"/>
                  </a:lnTo>
                  <a:lnTo>
                    <a:pt x="232703" y="0"/>
                  </a:lnTo>
                  <a:lnTo>
                    <a:pt x="231847" y="0"/>
                  </a:lnTo>
                  <a:lnTo>
                    <a:pt x="230992" y="0"/>
                  </a:lnTo>
                  <a:lnTo>
                    <a:pt x="230136" y="0"/>
                  </a:lnTo>
                  <a:lnTo>
                    <a:pt x="229281" y="0"/>
                  </a:lnTo>
                  <a:lnTo>
                    <a:pt x="228425" y="0"/>
                  </a:lnTo>
                  <a:lnTo>
                    <a:pt x="227570" y="0"/>
                  </a:lnTo>
                  <a:lnTo>
                    <a:pt x="226714" y="0"/>
                  </a:lnTo>
                  <a:lnTo>
                    <a:pt x="225859" y="0"/>
                  </a:lnTo>
                  <a:lnTo>
                    <a:pt x="225003" y="0"/>
                  </a:lnTo>
                  <a:lnTo>
                    <a:pt x="224148" y="0"/>
                  </a:lnTo>
                  <a:lnTo>
                    <a:pt x="223292" y="0"/>
                  </a:lnTo>
                  <a:lnTo>
                    <a:pt x="222437" y="0"/>
                  </a:lnTo>
                  <a:lnTo>
                    <a:pt x="221581" y="0"/>
                  </a:lnTo>
                  <a:lnTo>
                    <a:pt x="220726" y="0"/>
                  </a:lnTo>
                  <a:lnTo>
                    <a:pt x="219870" y="0"/>
                  </a:lnTo>
                  <a:lnTo>
                    <a:pt x="219014" y="0"/>
                  </a:lnTo>
                  <a:lnTo>
                    <a:pt x="218159" y="0"/>
                  </a:lnTo>
                  <a:lnTo>
                    <a:pt x="217303" y="0"/>
                  </a:lnTo>
                  <a:lnTo>
                    <a:pt x="216448" y="0"/>
                  </a:lnTo>
                  <a:lnTo>
                    <a:pt x="215592" y="0"/>
                  </a:lnTo>
                  <a:lnTo>
                    <a:pt x="214737" y="0"/>
                  </a:lnTo>
                  <a:lnTo>
                    <a:pt x="213881" y="0"/>
                  </a:lnTo>
                  <a:lnTo>
                    <a:pt x="213026" y="0"/>
                  </a:lnTo>
                  <a:lnTo>
                    <a:pt x="212170" y="0"/>
                  </a:lnTo>
                  <a:lnTo>
                    <a:pt x="211315" y="0"/>
                  </a:lnTo>
                  <a:lnTo>
                    <a:pt x="210459" y="0"/>
                  </a:lnTo>
                  <a:lnTo>
                    <a:pt x="209604" y="0"/>
                  </a:lnTo>
                  <a:lnTo>
                    <a:pt x="208748" y="0"/>
                  </a:lnTo>
                  <a:lnTo>
                    <a:pt x="207893" y="0"/>
                  </a:lnTo>
                  <a:lnTo>
                    <a:pt x="207037" y="0"/>
                  </a:lnTo>
                  <a:lnTo>
                    <a:pt x="206182" y="0"/>
                  </a:lnTo>
                  <a:lnTo>
                    <a:pt x="205326" y="0"/>
                  </a:lnTo>
                  <a:lnTo>
                    <a:pt x="204471" y="0"/>
                  </a:lnTo>
                  <a:lnTo>
                    <a:pt x="203615" y="0"/>
                  </a:lnTo>
                  <a:lnTo>
                    <a:pt x="202759" y="0"/>
                  </a:lnTo>
                  <a:lnTo>
                    <a:pt x="201904" y="0"/>
                  </a:lnTo>
                  <a:lnTo>
                    <a:pt x="201048" y="0"/>
                  </a:lnTo>
                  <a:lnTo>
                    <a:pt x="200193" y="0"/>
                  </a:lnTo>
                  <a:lnTo>
                    <a:pt x="199337" y="0"/>
                  </a:lnTo>
                  <a:lnTo>
                    <a:pt x="198482" y="0"/>
                  </a:lnTo>
                  <a:lnTo>
                    <a:pt x="197626" y="0"/>
                  </a:lnTo>
                  <a:lnTo>
                    <a:pt x="196771" y="0"/>
                  </a:lnTo>
                  <a:lnTo>
                    <a:pt x="195915" y="0"/>
                  </a:lnTo>
                  <a:lnTo>
                    <a:pt x="195060" y="0"/>
                  </a:lnTo>
                  <a:lnTo>
                    <a:pt x="194204" y="0"/>
                  </a:lnTo>
                  <a:lnTo>
                    <a:pt x="193349" y="0"/>
                  </a:lnTo>
                  <a:lnTo>
                    <a:pt x="192493" y="0"/>
                  </a:lnTo>
                  <a:lnTo>
                    <a:pt x="191638" y="0"/>
                  </a:lnTo>
                  <a:lnTo>
                    <a:pt x="190782" y="0"/>
                  </a:lnTo>
                  <a:lnTo>
                    <a:pt x="189927" y="0"/>
                  </a:lnTo>
                  <a:lnTo>
                    <a:pt x="189071" y="0"/>
                  </a:lnTo>
                  <a:lnTo>
                    <a:pt x="188215" y="0"/>
                  </a:lnTo>
                  <a:lnTo>
                    <a:pt x="187360" y="0"/>
                  </a:lnTo>
                  <a:lnTo>
                    <a:pt x="186504" y="0"/>
                  </a:lnTo>
                  <a:lnTo>
                    <a:pt x="185649" y="0"/>
                  </a:lnTo>
                  <a:lnTo>
                    <a:pt x="184793" y="0"/>
                  </a:lnTo>
                  <a:lnTo>
                    <a:pt x="183938" y="0"/>
                  </a:lnTo>
                  <a:lnTo>
                    <a:pt x="183082" y="0"/>
                  </a:lnTo>
                  <a:lnTo>
                    <a:pt x="182227" y="0"/>
                  </a:lnTo>
                  <a:lnTo>
                    <a:pt x="181371" y="0"/>
                  </a:lnTo>
                  <a:lnTo>
                    <a:pt x="180516" y="0"/>
                  </a:lnTo>
                  <a:lnTo>
                    <a:pt x="179660" y="0"/>
                  </a:lnTo>
                  <a:lnTo>
                    <a:pt x="178805" y="0"/>
                  </a:lnTo>
                  <a:lnTo>
                    <a:pt x="177949" y="0"/>
                  </a:lnTo>
                  <a:lnTo>
                    <a:pt x="177094" y="0"/>
                  </a:lnTo>
                  <a:lnTo>
                    <a:pt x="176238" y="0"/>
                  </a:lnTo>
                  <a:lnTo>
                    <a:pt x="175383" y="0"/>
                  </a:lnTo>
                  <a:lnTo>
                    <a:pt x="174527" y="0"/>
                  </a:lnTo>
                  <a:lnTo>
                    <a:pt x="173672" y="0"/>
                  </a:lnTo>
                  <a:lnTo>
                    <a:pt x="172816" y="0"/>
                  </a:lnTo>
                  <a:lnTo>
                    <a:pt x="171960" y="0"/>
                  </a:lnTo>
                  <a:lnTo>
                    <a:pt x="171105" y="0"/>
                  </a:lnTo>
                  <a:lnTo>
                    <a:pt x="170249" y="0"/>
                  </a:lnTo>
                  <a:lnTo>
                    <a:pt x="169394" y="0"/>
                  </a:lnTo>
                  <a:lnTo>
                    <a:pt x="168538" y="0"/>
                  </a:lnTo>
                  <a:lnTo>
                    <a:pt x="167683" y="0"/>
                  </a:lnTo>
                  <a:lnTo>
                    <a:pt x="166827" y="0"/>
                  </a:lnTo>
                  <a:lnTo>
                    <a:pt x="165972" y="0"/>
                  </a:lnTo>
                  <a:lnTo>
                    <a:pt x="165116" y="0"/>
                  </a:lnTo>
                  <a:lnTo>
                    <a:pt x="164261" y="0"/>
                  </a:lnTo>
                  <a:lnTo>
                    <a:pt x="163405" y="0"/>
                  </a:lnTo>
                  <a:lnTo>
                    <a:pt x="162550" y="0"/>
                  </a:lnTo>
                  <a:lnTo>
                    <a:pt x="161694" y="0"/>
                  </a:lnTo>
                  <a:lnTo>
                    <a:pt x="160839" y="0"/>
                  </a:lnTo>
                  <a:lnTo>
                    <a:pt x="159983" y="0"/>
                  </a:lnTo>
                  <a:lnTo>
                    <a:pt x="159128" y="0"/>
                  </a:lnTo>
                  <a:lnTo>
                    <a:pt x="158272" y="0"/>
                  </a:lnTo>
                  <a:lnTo>
                    <a:pt x="157417" y="0"/>
                  </a:lnTo>
                  <a:lnTo>
                    <a:pt x="156561" y="0"/>
                  </a:lnTo>
                  <a:lnTo>
                    <a:pt x="155705" y="0"/>
                  </a:lnTo>
                  <a:lnTo>
                    <a:pt x="154850" y="0"/>
                  </a:lnTo>
                  <a:lnTo>
                    <a:pt x="153994" y="0"/>
                  </a:lnTo>
                  <a:lnTo>
                    <a:pt x="153139" y="0"/>
                  </a:lnTo>
                  <a:lnTo>
                    <a:pt x="152283" y="0"/>
                  </a:lnTo>
                  <a:lnTo>
                    <a:pt x="151428" y="0"/>
                  </a:lnTo>
                  <a:lnTo>
                    <a:pt x="150572" y="0"/>
                  </a:lnTo>
                  <a:lnTo>
                    <a:pt x="149717" y="0"/>
                  </a:lnTo>
                  <a:lnTo>
                    <a:pt x="148861" y="0"/>
                  </a:lnTo>
                  <a:lnTo>
                    <a:pt x="148006" y="0"/>
                  </a:lnTo>
                  <a:lnTo>
                    <a:pt x="147150" y="0"/>
                  </a:lnTo>
                  <a:lnTo>
                    <a:pt x="146295" y="0"/>
                  </a:lnTo>
                  <a:lnTo>
                    <a:pt x="145439" y="0"/>
                  </a:lnTo>
                  <a:lnTo>
                    <a:pt x="144584" y="0"/>
                  </a:lnTo>
                  <a:lnTo>
                    <a:pt x="143728" y="0"/>
                  </a:lnTo>
                  <a:lnTo>
                    <a:pt x="142873" y="0"/>
                  </a:lnTo>
                  <a:lnTo>
                    <a:pt x="142017" y="0"/>
                  </a:lnTo>
                  <a:lnTo>
                    <a:pt x="141161" y="0"/>
                  </a:lnTo>
                  <a:lnTo>
                    <a:pt x="140306" y="0"/>
                  </a:lnTo>
                  <a:lnTo>
                    <a:pt x="139450" y="0"/>
                  </a:lnTo>
                  <a:lnTo>
                    <a:pt x="138595" y="0"/>
                  </a:lnTo>
                  <a:lnTo>
                    <a:pt x="137739" y="0"/>
                  </a:lnTo>
                  <a:lnTo>
                    <a:pt x="136884" y="0"/>
                  </a:lnTo>
                  <a:lnTo>
                    <a:pt x="136028" y="0"/>
                  </a:lnTo>
                  <a:lnTo>
                    <a:pt x="135173" y="0"/>
                  </a:lnTo>
                  <a:lnTo>
                    <a:pt x="134317" y="0"/>
                  </a:lnTo>
                  <a:lnTo>
                    <a:pt x="133462" y="0"/>
                  </a:lnTo>
                  <a:lnTo>
                    <a:pt x="132606" y="0"/>
                  </a:lnTo>
                  <a:lnTo>
                    <a:pt x="131751" y="0"/>
                  </a:lnTo>
                  <a:lnTo>
                    <a:pt x="130895" y="0"/>
                  </a:lnTo>
                  <a:lnTo>
                    <a:pt x="130040" y="0"/>
                  </a:lnTo>
                  <a:lnTo>
                    <a:pt x="129184" y="0"/>
                  </a:lnTo>
                  <a:lnTo>
                    <a:pt x="128329" y="0"/>
                  </a:lnTo>
                  <a:lnTo>
                    <a:pt x="127473" y="0"/>
                  </a:lnTo>
                  <a:lnTo>
                    <a:pt x="126618" y="0"/>
                  </a:lnTo>
                  <a:lnTo>
                    <a:pt x="125762" y="0"/>
                  </a:lnTo>
                  <a:lnTo>
                    <a:pt x="124906" y="0"/>
                  </a:lnTo>
                  <a:lnTo>
                    <a:pt x="124051" y="0"/>
                  </a:lnTo>
                  <a:lnTo>
                    <a:pt x="123195" y="0"/>
                  </a:lnTo>
                  <a:lnTo>
                    <a:pt x="122340" y="0"/>
                  </a:lnTo>
                  <a:lnTo>
                    <a:pt x="121484" y="0"/>
                  </a:lnTo>
                  <a:lnTo>
                    <a:pt x="120629" y="0"/>
                  </a:lnTo>
                  <a:lnTo>
                    <a:pt x="119773" y="0"/>
                  </a:lnTo>
                  <a:lnTo>
                    <a:pt x="118918" y="0"/>
                  </a:lnTo>
                  <a:lnTo>
                    <a:pt x="118062" y="0"/>
                  </a:lnTo>
                  <a:lnTo>
                    <a:pt x="117207" y="0"/>
                  </a:lnTo>
                  <a:lnTo>
                    <a:pt x="116351" y="0"/>
                  </a:lnTo>
                  <a:lnTo>
                    <a:pt x="115496" y="0"/>
                  </a:lnTo>
                  <a:lnTo>
                    <a:pt x="114640" y="0"/>
                  </a:lnTo>
                  <a:lnTo>
                    <a:pt x="113785" y="0"/>
                  </a:lnTo>
                  <a:lnTo>
                    <a:pt x="112929" y="0"/>
                  </a:lnTo>
                  <a:lnTo>
                    <a:pt x="112074" y="0"/>
                  </a:lnTo>
                  <a:lnTo>
                    <a:pt x="111218" y="0"/>
                  </a:lnTo>
                  <a:lnTo>
                    <a:pt x="110363" y="0"/>
                  </a:lnTo>
                  <a:lnTo>
                    <a:pt x="109507" y="0"/>
                  </a:lnTo>
                  <a:lnTo>
                    <a:pt x="108651" y="0"/>
                  </a:lnTo>
                  <a:lnTo>
                    <a:pt x="107796" y="0"/>
                  </a:lnTo>
                  <a:lnTo>
                    <a:pt x="106940" y="0"/>
                  </a:lnTo>
                  <a:lnTo>
                    <a:pt x="106085" y="0"/>
                  </a:lnTo>
                  <a:lnTo>
                    <a:pt x="105229" y="0"/>
                  </a:lnTo>
                  <a:lnTo>
                    <a:pt x="104374" y="0"/>
                  </a:lnTo>
                  <a:lnTo>
                    <a:pt x="103518" y="0"/>
                  </a:lnTo>
                  <a:lnTo>
                    <a:pt x="102663" y="0"/>
                  </a:lnTo>
                  <a:lnTo>
                    <a:pt x="101807" y="0"/>
                  </a:lnTo>
                  <a:lnTo>
                    <a:pt x="100952" y="0"/>
                  </a:lnTo>
                  <a:lnTo>
                    <a:pt x="100096" y="0"/>
                  </a:lnTo>
                  <a:lnTo>
                    <a:pt x="99241" y="0"/>
                  </a:lnTo>
                  <a:lnTo>
                    <a:pt x="98385" y="0"/>
                  </a:lnTo>
                  <a:lnTo>
                    <a:pt x="97530" y="0"/>
                  </a:lnTo>
                  <a:lnTo>
                    <a:pt x="96674" y="0"/>
                  </a:lnTo>
                  <a:lnTo>
                    <a:pt x="95819" y="0"/>
                  </a:lnTo>
                  <a:lnTo>
                    <a:pt x="94963" y="0"/>
                  </a:lnTo>
                  <a:lnTo>
                    <a:pt x="94107" y="0"/>
                  </a:lnTo>
                  <a:lnTo>
                    <a:pt x="93252" y="0"/>
                  </a:lnTo>
                  <a:lnTo>
                    <a:pt x="92396" y="0"/>
                  </a:lnTo>
                  <a:lnTo>
                    <a:pt x="91541" y="0"/>
                  </a:lnTo>
                  <a:lnTo>
                    <a:pt x="90685" y="0"/>
                  </a:lnTo>
                  <a:lnTo>
                    <a:pt x="89830" y="0"/>
                  </a:lnTo>
                  <a:lnTo>
                    <a:pt x="88974" y="0"/>
                  </a:lnTo>
                  <a:lnTo>
                    <a:pt x="88119" y="0"/>
                  </a:lnTo>
                  <a:lnTo>
                    <a:pt x="87263" y="0"/>
                  </a:lnTo>
                  <a:lnTo>
                    <a:pt x="86408" y="0"/>
                  </a:lnTo>
                  <a:lnTo>
                    <a:pt x="85552" y="0"/>
                  </a:lnTo>
                  <a:lnTo>
                    <a:pt x="84697" y="0"/>
                  </a:lnTo>
                  <a:lnTo>
                    <a:pt x="83841" y="0"/>
                  </a:lnTo>
                  <a:lnTo>
                    <a:pt x="82986" y="0"/>
                  </a:lnTo>
                  <a:lnTo>
                    <a:pt x="82130" y="0"/>
                  </a:lnTo>
                  <a:lnTo>
                    <a:pt x="81275" y="0"/>
                  </a:lnTo>
                  <a:lnTo>
                    <a:pt x="80419" y="0"/>
                  </a:lnTo>
                  <a:lnTo>
                    <a:pt x="79564" y="0"/>
                  </a:lnTo>
                  <a:lnTo>
                    <a:pt x="78708" y="0"/>
                  </a:lnTo>
                  <a:lnTo>
                    <a:pt x="77852" y="0"/>
                  </a:lnTo>
                  <a:lnTo>
                    <a:pt x="76997" y="0"/>
                  </a:lnTo>
                  <a:lnTo>
                    <a:pt x="76141" y="0"/>
                  </a:lnTo>
                  <a:lnTo>
                    <a:pt x="75286" y="0"/>
                  </a:lnTo>
                  <a:lnTo>
                    <a:pt x="74430" y="0"/>
                  </a:lnTo>
                  <a:lnTo>
                    <a:pt x="73575" y="0"/>
                  </a:lnTo>
                  <a:lnTo>
                    <a:pt x="72719" y="0"/>
                  </a:lnTo>
                  <a:lnTo>
                    <a:pt x="71864" y="0"/>
                  </a:lnTo>
                  <a:lnTo>
                    <a:pt x="71008" y="0"/>
                  </a:lnTo>
                  <a:lnTo>
                    <a:pt x="70153" y="0"/>
                  </a:lnTo>
                  <a:lnTo>
                    <a:pt x="69297" y="0"/>
                  </a:lnTo>
                  <a:lnTo>
                    <a:pt x="68442" y="0"/>
                  </a:lnTo>
                  <a:lnTo>
                    <a:pt x="67586" y="0"/>
                  </a:lnTo>
                  <a:lnTo>
                    <a:pt x="66731" y="0"/>
                  </a:lnTo>
                  <a:lnTo>
                    <a:pt x="65875" y="0"/>
                  </a:lnTo>
                  <a:lnTo>
                    <a:pt x="65020" y="0"/>
                  </a:lnTo>
                  <a:lnTo>
                    <a:pt x="64164" y="0"/>
                  </a:lnTo>
                  <a:lnTo>
                    <a:pt x="63309" y="0"/>
                  </a:lnTo>
                  <a:lnTo>
                    <a:pt x="62453" y="0"/>
                  </a:lnTo>
                  <a:lnTo>
                    <a:pt x="61597" y="0"/>
                  </a:lnTo>
                  <a:lnTo>
                    <a:pt x="60742" y="0"/>
                  </a:lnTo>
                  <a:lnTo>
                    <a:pt x="59886" y="0"/>
                  </a:lnTo>
                  <a:lnTo>
                    <a:pt x="59031" y="0"/>
                  </a:lnTo>
                  <a:lnTo>
                    <a:pt x="58175" y="0"/>
                  </a:lnTo>
                  <a:lnTo>
                    <a:pt x="57320" y="0"/>
                  </a:lnTo>
                  <a:lnTo>
                    <a:pt x="56464" y="0"/>
                  </a:lnTo>
                  <a:lnTo>
                    <a:pt x="55609" y="0"/>
                  </a:lnTo>
                  <a:lnTo>
                    <a:pt x="54753" y="0"/>
                  </a:lnTo>
                  <a:lnTo>
                    <a:pt x="53898" y="0"/>
                  </a:lnTo>
                  <a:lnTo>
                    <a:pt x="53042" y="0"/>
                  </a:lnTo>
                  <a:lnTo>
                    <a:pt x="52187" y="0"/>
                  </a:lnTo>
                  <a:lnTo>
                    <a:pt x="51331" y="0"/>
                  </a:lnTo>
                  <a:lnTo>
                    <a:pt x="50476" y="0"/>
                  </a:lnTo>
                  <a:lnTo>
                    <a:pt x="49620" y="0"/>
                  </a:lnTo>
                  <a:lnTo>
                    <a:pt x="48765" y="0"/>
                  </a:lnTo>
                  <a:lnTo>
                    <a:pt x="47909" y="0"/>
                  </a:lnTo>
                  <a:lnTo>
                    <a:pt x="47053" y="0"/>
                  </a:lnTo>
                  <a:lnTo>
                    <a:pt x="46198" y="0"/>
                  </a:lnTo>
                  <a:lnTo>
                    <a:pt x="45342" y="0"/>
                  </a:lnTo>
                  <a:lnTo>
                    <a:pt x="44487" y="0"/>
                  </a:lnTo>
                  <a:lnTo>
                    <a:pt x="43631" y="0"/>
                  </a:lnTo>
                  <a:lnTo>
                    <a:pt x="42776" y="0"/>
                  </a:lnTo>
                  <a:lnTo>
                    <a:pt x="41920" y="0"/>
                  </a:lnTo>
                  <a:lnTo>
                    <a:pt x="41065" y="0"/>
                  </a:lnTo>
                  <a:lnTo>
                    <a:pt x="40209" y="0"/>
                  </a:lnTo>
                  <a:lnTo>
                    <a:pt x="39354" y="0"/>
                  </a:lnTo>
                  <a:lnTo>
                    <a:pt x="38498" y="0"/>
                  </a:lnTo>
                  <a:lnTo>
                    <a:pt x="37643" y="0"/>
                  </a:lnTo>
                  <a:lnTo>
                    <a:pt x="36787" y="0"/>
                  </a:lnTo>
                  <a:lnTo>
                    <a:pt x="35932" y="0"/>
                  </a:lnTo>
                  <a:lnTo>
                    <a:pt x="35076" y="0"/>
                  </a:lnTo>
                  <a:lnTo>
                    <a:pt x="34221" y="0"/>
                  </a:lnTo>
                  <a:lnTo>
                    <a:pt x="33365" y="0"/>
                  </a:lnTo>
                  <a:lnTo>
                    <a:pt x="32510" y="0"/>
                  </a:lnTo>
                  <a:lnTo>
                    <a:pt x="31654" y="0"/>
                  </a:lnTo>
                  <a:lnTo>
                    <a:pt x="30798" y="0"/>
                  </a:lnTo>
                  <a:lnTo>
                    <a:pt x="29943" y="0"/>
                  </a:lnTo>
                  <a:lnTo>
                    <a:pt x="29087" y="0"/>
                  </a:lnTo>
                  <a:lnTo>
                    <a:pt x="28232" y="0"/>
                  </a:lnTo>
                  <a:lnTo>
                    <a:pt x="27376" y="0"/>
                  </a:lnTo>
                  <a:lnTo>
                    <a:pt x="26521" y="0"/>
                  </a:lnTo>
                  <a:lnTo>
                    <a:pt x="25665" y="0"/>
                  </a:lnTo>
                  <a:lnTo>
                    <a:pt x="24810" y="0"/>
                  </a:lnTo>
                  <a:lnTo>
                    <a:pt x="23954" y="0"/>
                  </a:lnTo>
                  <a:lnTo>
                    <a:pt x="23099" y="0"/>
                  </a:lnTo>
                  <a:lnTo>
                    <a:pt x="22243" y="0"/>
                  </a:lnTo>
                  <a:lnTo>
                    <a:pt x="21388" y="0"/>
                  </a:lnTo>
                  <a:lnTo>
                    <a:pt x="20532" y="0"/>
                  </a:lnTo>
                  <a:lnTo>
                    <a:pt x="19677" y="0"/>
                  </a:lnTo>
                  <a:lnTo>
                    <a:pt x="18821" y="0"/>
                  </a:lnTo>
                  <a:lnTo>
                    <a:pt x="17966" y="0"/>
                  </a:lnTo>
                  <a:lnTo>
                    <a:pt x="17110" y="0"/>
                  </a:lnTo>
                  <a:lnTo>
                    <a:pt x="16255" y="0"/>
                  </a:lnTo>
                  <a:lnTo>
                    <a:pt x="15399" y="0"/>
                  </a:lnTo>
                  <a:lnTo>
                    <a:pt x="14543" y="0"/>
                  </a:lnTo>
                  <a:lnTo>
                    <a:pt x="13688" y="0"/>
                  </a:lnTo>
                  <a:lnTo>
                    <a:pt x="12832" y="0"/>
                  </a:lnTo>
                  <a:lnTo>
                    <a:pt x="11977" y="0"/>
                  </a:lnTo>
                  <a:lnTo>
                    <a:pt x="11121" y="0"/>
                  </a:lnTo>
                  <a:lnTo>
                    <a:pt x="10266" y="0"/>
                  </a:lnTo>
                  <a:lnTo>
                    <a:pt x="9410" y="0"/>
                  </a:lnTo>
                  <a:lnTo>
                    <a:pt x="8555" y="0"/>
                  </a:lnTo>
                  <a:lnTo>
                    <a:pt x="7699" y="0"/>
                  </a:lnTo>
                  <a:lnTo>
                    <a:pt x="6844" y="0"/>
                  </a:lnTo>
                  <a:lnTo>
                    <a:pt x="5988" y="0"/>
                  </a:lnTo>
                  <a:lnTo>
                    <a:pt x="5133" y="0"/>
                  </a:lnTo>
                  <a:lnTo>
                    <a:pt x="4277" y="0"/>
                  </a:lnTo>
                  <a:lnTo>
                    <a:pt x="3422" y="0"/>
                  </a:lnTo>
                  <a:lnTo>
                    <a:pt x="2566" y="0"/>
                  </a:lnTo>
                  <a:lnTo>
                    <a:pt x="1711" y="0"/>
                  </a:lnTo>
                  <a:lnTo>
                    <a:pt x="855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444934" y="1839199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444934" y="145504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tx182"/>
            <p:cNvSpPr/>
            <p:nvPr/>
          </p:nvSpPr>
          <p:spPr>
            <a:xfrm>
              <a:off x="311199" y="3044777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311199" y="2368765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311199" y="1697281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311199" y="1019686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311199" y="345147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187" name="pl187"/>
            <p:cNvSpPr/>
            <p:nvPr/>
          </p:nvSpPr>
          <p:spPr>
            <a:xfrm>
              <a:off x="410140" y="308709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410140" y="24125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410140" y="17380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410140" y="10634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410140" y="38894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tx193"/>
            <p:cNvSpPr/>
            <p:nvPr/>
          </p:nvSpPr>
          <p:spPr>
            <a:xfrm rot="-5400000">
              <a:off x="69822" y="1649932"/>
              <a:ext cx="24693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obs</a:t>
              </a:r>
            </a:p>
          </p:txBody>
        </p:sp>
        <p:sp>
          <p:nvSpPr>
            <p:cNvPr id="194" name="rc194"/>
            <p:cNvSpPr/>
            <p:nvPr/>
          </p:nvSpPr>
          <p:spPr>
            <a:xfrm>
              <a:off x="444934" y="3262477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444934" y="4506590"/>
              <a:ext cx="2517178" cy="1872859"/>
            </a:xfrm>
            <a:custGeom>
              <a:avLst/>
              <a:pathLst>
                <a:path w="2517178" h="1872859">
                  <a:moveTo>
                    <a:pt x="0" y="1830305"/>
                  </a:moveTo>
                  <a:lnTo>
                    <a:pt x="855" y="1843533"/>
                  </a:lnTo>
                  <a:lnTo>
                    <a:pt x="1711" y="1821064"/>
                  </a:lnTo>
                  <a:lnTo>
                    <a:pt x="2566" y="1842162"/>
                  </a:lnTo>
                  <a:lnTo>
                    <a:pt x="3422" y="1841940"/>
                  </a:lnTo>
                  <a:lnTo>
                    <a:pt x="4277" y="1839960"/>
                  </a:lnTo>
                  <a:lnTo>
                    <a:pt x="5133" y="1836305"/>
                  </a:lnTo>
                  <a:lnTo>
                    <a:pt x="5988" y="1798204"/>
                  </a:lnTo>
                  <a:lnTo>
                    <a:pt x="6844" y="1750494"/>
                  </a:lnTo>
                  <a:lnTo>
                    <a:pt x="7699" y="1769861"/>
                  </a:lnTo>
                  <a:lnTo>
                    <a:pt x="8555" y="1783924"/>
                  </a:lnTo>
                  <a:lnTo>
                    <a:pt x="9410" y="1773419"/>
                  </a:lnTo>
                  <a:lnTo>
                    <a:pt x="10266" y="1738523"/>
                  </a:lnTo>
                  <a:lnTo>
                    <a:pt x="11121" y="1758836"/>
                  </a:lnTo>
                  <a:lnTo>
                    <a:pt x="11977" y="1750269"/>
                  </a:lnTo>
                  <a:lnTo>
                    <a:pt x="12832" y="1741329"/>
                  </a:lnTo>
                  <a:lnTo>
                    <a:pt x="13688" y="1713879"/>
                  </a:lnTo>
                  <a:lnTo>
                    <a:pt x="14543" y="1694550"/>
                  </a:lnTo>
                  <a:lnTo>
                    <a:pt x="15399" y="1706931"/>
                  </a:lnTo>
                  <a:lnTo>
                    <a:pt x="16255" y="1734017"/>
                  </a:lnTo>
                  <a:lnTo>
                    <a:pt x="17110" y="1720089"/>
                  </a:lnTo>
                  <a:lnTo>
                    <a:pt x="17966" y="1724514"/>
                  </a:lnTo>
                  <a:lnTo>
                    <a:pt x="18821" y="1696901"/>
                  </a:lnTo>
                  <a:lnTo>
                    <a:pt x="19677" y="1665093"/>
                  </a:lnTo>
                  <a:lnTo>
                    <a:pt x="20532" y="1666895"/>
                  </a:lnTo>
                  <a:lnTo>
                    <a:pt x="21388" y="1679940"/>
                  </a:lnTo>
                  <a:lnTo>
                    <a:pt x="22243" y="1710182"/>
                  </a:lnTo>
                  <a:lnTo>
                    <a:pt x="23099" y="1695294"/>
                  </a:lnTo>
                  <a:lnTo>
                    <a:pt x="23954" y="1680332"/>
                  </a:lnTo>
                  <a:lnTo>
                    <a:pt x="24810" y="1672057"/>
                  </a:lnTo>
                  <a:lnTo>
                    <a:pt x="25665" y="1658414"/>
                  </a:lnTo>
                  <a:lnTo>
                    <a:pt x="26521" y="1673464"/>
                  </a:lnTo>
                  <a:lnTo>
                    <a:pt x="27376" y="1593675"/>
                  </a:lnTo>
                  <a:lnTo>
                    <a:pt x="28232" y="1623081"/>
                  </a:lnTo>
                  <a:lnTo>
                    <a:pt x="29087" y="1634190"/>
                  </a:lnTo>
                  <a:lnTo>
                    <a:pt x="29943" y="1617367"/>
                  </a:lnTo>
                  <a:lnTo>
                    <a:pt x="30798" y="1640376"/>
                  </a:lnTo>
                  <a:lnTo>
                    <a:pt x="31654" y="1704094"/>
                  </a:lnTo>
                  <a:lnTo>
                    <a:pt x="32510" y="1715450"/>
                  </a:lnTo>
                  <a:lnTo>
                    <a:pt x="33365" y="1714515"/>
                  </a:lnTo>
                  <a:lnTo>
                    <a:pt x="34221" y="1723879"/>
                  </a:lnTo>
                  <a:lnTo>
                    <a:pt x="35076" y="1747829"/>
                  </a:lnTo>
                  <a:lnTo>
                    <a:pt x="35932" y="1753019"/>
                  </a:lnTo>
                  <a:lnTo>
                    <a:pt x="36787" y="1767633"/>
                  </a:lnTo>
                  <a:lnTo>
                    <a:pt x="37643" y="1791066"/>
                  </a:lnTo>
                  <a:lnTo>
                    <a:pt x="38498" y="1796026"/>
                  </a:lnTo>
                  <a:lnTo>
                    <a:pt x="39354" y="1808836"/>
                  </a:lnTo>
                  <a:lnTo>
                    <a:pt x="40209" y="1778377"/>
                  </a:lnTo>
                  <a:lnTo>
                    <a:pt x="41065" y="1775600"/>
                  </a:lnTo>
                  <a:lnTo>
                    <a:pt x="41920" y="1750736"/>
                  </a:lnTo>
                  <a:lnTo>
                    <a:pt x="42776" y="1743263"/>
                  </a:lnTo>
                  <a:lnTo>
                    <a:pt x="43631" y="1744470"/>
                  </a:lnTo>
                  <a:lnTo>
                    <a:pt x="44487" y="1685396"/>
                  </a:lnTo>
                  <a:lnTo>
                    <a:pt x="45342" y="1667336"/>
                  </a:lnTo>
                  <a:lnTo>
                    <a:pt x="46198" y="1654784"/>
                  </a:lnTo>
                  <a:lnTo>
                    <a:pt x="47053" y="1630142"/>
                  </a:lnTo>
                  <a:lnTo>
                    <a:pt x="47909" y="1604612"/>
                  </a:lnTo>
                  <a:lnTo>
                    <a:pt x="48765" y="1532568"/>
                  </a:lnTo>
                  <a:lnTo>
                    <a:pt x="49620" y="1547977"/>
                  </a:lnTo>
                  <a:lnTo>
                    <a:pt x="50476" y="1551009"/>
                  </a:lnTo>
                  <a:lnTo>
                    <a:pt x="51331" y="1540200"/>
                  </a:lnTo>
                  <a:lnTo>
                    <a:pt x="52187" y="1554941"/>
                  </a:lnTo>
                  <a:lnTo>
                    <a:pt x="53042" y="1560534"/>
                  </a:lnTo>
                  <a:lnTo>
                    <a:pt x="53898" y="1570876"/>
                  </a:lnTo>
                  <a:lnTo>
                    <a:pt x="54753" y="1637482"/>
                  </a:lnTo>
                  <a:lnTo>
                    <a:pt x="55609" y="1660395"/>
                  </a:lnTo>
                  <a:lnTo>
                    <a:pt x="56464" y="1621524"/>
                  </a:lnTo>
                  <a:lnTo>
                    <a:pt x="57320" y="1580219"/>
                  </a:lnTo>
                  <a:lnTo>
                    <a:pt x="58175" y="1579796"/>
                  </a:lnTo>
                  <a:lnTo>
                    <a:pt x="59031" y="1626881"/>
                  </a:lnTo>
                  <a:lnTo>
                    <a:pt x="59886" y="1662803"/>
                  </a:lnTo>
                  <a:lnTo>
                    <a:pt x="60742" y="1624469"/>
                  </a:lnTo>
                  <a:lnTo>
                    <a:pt x="61597" y="1637258"/>
                  </a:lnTo>
                  <a:lnTo>
                    <a:pt x="62453" y="1616164"/>
                  </a:lnTo>
                  <a:lnTo>
                    <a:pt x="63309" y="1648290"/>
                  </a:lnTo>
                  <a:lnTo>
                    <a:pt x="64164" y="1674704"/>
                  </a:lnTo>
                  <a:lnTo>
                    <a:pt x="65020" y="1649351"/>
                  </a:lnTo>
                  <a:lnTo>
                    <a:pt x="65875" y="1701429"/>
                  </a:lnTo>
                  <a:lnTo>
                    <a:pt x="66731" y="1663401"/>
                  </a:lnTo>
                  <a:lnTo>
                    <a:pt x="67586" y="1626348"/>
                  </a:lnTo>
                  <a:lnTo>
                    <a:pt x="68442" y="1655232"/>
                  </a:lnTo>
                  <a:lnTo>
                    <a:pt x="69297" y="1701024"/>
                  </a:lnTo>
                  <a:lnTo>
                    <a:pt x="70153" y="1737062"/>
                  </a:lnTo>
                  <a:lnTo>
                    <a:pt x="71008" y="1757616"/>
                  </a:lnTo>
                  <a:lnTo>
                    <a:pt x="71864" y="1754799"/>
                  </a:lnTo>
                  <a:lnTo>
                    <a:pt x="72719" y="1776467"/>
                  </a:lnTo>
                  <a:lnTo>
                    <a:pt x="73575" y="1747359"/>
                  </a:lnTo>
                  <a:lnTo>
                    <a:pt x="74430" y="1753948"/>
                  </a:lnTo>
                  <a:lnTo>
                    <a:pt x="75286" y="1741362"/>
                  </a:lnTo>
                  <a:lnTo>
                    <a:pt x="76141" y="1759053"/>
                  </a:lnTo>
                  <a:lnTo>
                    <a:pt x="76997" y="1747816"/>
                  </a:lnTo>
                  <a:lnTo>
                    <a:pt x="77852" y="1725357"/>
                  </a:lnTo>
                  <a:lnTo>
                    <a:pt x="78708" y="1709439"/>
                  </a:lnTo>
                  <a:lnTo>
                    <a:pt x="79564" y="1690597"/>
                  </a:lnTo>
                  <a:lnTo>
                    <a:pt x="80419" y="1725585"/>
                  </a:lnTo>
                  <a:lnTo>
                    <a:pt x="81275" y="1696162"/>
                  </a:lnTo>
                  <a:lnTo>
                    <a:pt x="82130" y="1619005"/>
                  </a:lnTo>
                  <a:lnTo>
                    <a:pt x="82986" y="1614135"/>
                  </a:lnTo>
                  <a:lnTo>
                    <a:pt x="83841" y="1639154"/>
                  </a:lnTo>
                  <a:lnTo>
                    <a:pt x="84697" y="1683758"/>
                  </a:lnTo>
                  <a:lnTo>
                    <a:pt x="85552" y="1650457"/>
                  </a:lnTo>
                  <a:lnTo>
                    <a:pt x="86408" y="1644966"/>
                  </a:lnTo>
                  <a:lnTo>
                    <a:pt x="87263" y="1707017"/>
                  </a:lnTo>
                  <a:lnTo>
                    <a:pt x="88119" y="1714853"/>
                  </a:lnTo>
                  <a:lnTo>
                    <a:pt x="88974" y="1739197"/>
                  </a:lnTo>
                  <a:lnTo>
                    <a:pt x="89830" y="1733370"/>
                  </a:lnTo>
                  <a:lnTo>
                    <a:pt x="90685" y="1763123"/>
                  </a:lnTo>
                  <a:lnTo>
                    <a:pt x="91541" y="1789350"/>
                  </a:lnTo>
                  <a:lnTo>
                    <a:pt x="92396" y="1789263"/>
                  </a:lnTo>
                  <a:lnTo>
                    <a:pt x="93252" y="1787699"/>
                  </a:lnTo>
                  <a:lnTo>
                    <a:pt x="94107" y="1761275"/>
                  </a:lnTo>
                  <a:lnTo>
                    <a:pt x="94963" y="1801305"/>
                  </a:lnTo>
                  <a:lnTo>
                    <a:pt x="95819" y="1761148"/>
                  </a:lnTo>
                  <a:lnTo>
                    <a:pt x="96674" y="1710329"/>
                  </a:lnTo>
                  <a:lnTo>
                    <a:pt x="97530" y="1631471"/>
                  </a:lnTo>
                  <a:lnTo>
                    <a:pt x="98385" y="1680993"/>
                  </a:lnTo>
                  <a:lnTo>
                    <a:pt x="99241" y="1724059"/>
                  </a:lnTo>
                  <a:lnTo>
                    <a:pt x="100096" y="1690867"/>
                  </a:lnTo>
                  <a:lnTo>
                    <a:pt x="100952" y="1615881"/>
                  </a:lnTo>
                  <a:lnTo>
                    <a:pt x="101807" y="1713498"/>
                  </a:lnTo>
                  <a:lnTo>
                    <a:pt x="102663" y="1729280"/>
                  </a:lnTo>
                  <a:lnTo>
                    <a:pt x="103518" y="1781519"/>
                  </a:lnTo>
                  <a:lnTo>
                    <a:pt x="104374" y="1778893"/>
                  </a:lnTo>
                  <a:lnTo>
                    <a:pt x="105229" y="1793159"/>
                  </a:lnTo>
                  <a:lnTo>
                    <a:pt x="106085" y="1800011"/>
                  </a:lnTo>
                  <a:lnTo>
                    <a:pt x="106940" y="1831131"/>
                  </a:lnTo>
                  <a:lnTo>
                    <a:pt x="107796" y="1828499"/>
                  </a:lnTo>
                  <a:lnTo>
                    <a:pt x="108651" y="1839286"/>
                  </a:lnTo>
                  <a:lnTo>
                    <a:pt x="109507" y="1852622"/>
                  </a:lnTo>
                  <a:lnTo>
                    <a:pt x="110363" y="1859496"/>
                  </a:lnTo>
                  <a:lnTo>
                    <a:pt x="111218" y="1859751"/>
                  </a:lnTo>
                  <a:lnTo>
                    <a:pt x="112074" y="1858359"/>
                  </a:lnTo>
                  <a:lnTo>
                    <a:pt x="112929" y="1856527"/>
                  </a:lnTo>
                  <a:lnTo>
                    <a:pt x="113785" y="1845385"/>
                  </a:lnTo>
                  <a:lnTo>
                    <a:pt x="114640" y="1843685"/>
                  </a:lnTo>
                  <a:lnTo>
                    <a:pt x="115496" y="1846547"/>
                  </a:lnTo>
                  <a:lnTo>
                    <a:pt x="116351" y="1823770"/>
                  </a:lnTo>
                  <a:lnTo>
                    <a:pt x="117207" y="1785155"/>
                  </a:lnTo>
                  <a:lnTo>
                    <a:pt x="118062" y="1785766"/>
                  </a:lnTo>
                  <a:lnTo>
                    <a:pt x="118918" y="1808394"/>
                  </a:lnTo>
                  <a:lnTo>
                    <a:pt x="119773" y="1794820"/>
                  </a:lnTo>
                  <a:lnTo>
                    <a:pt x="120629" y="1812185"/>
                  </a:lnTo>
                  <a:lnTo>
                    <a:pt x="121484" y="1774178"/>
                  </a:lnTo>
                  <a:lnTo>
                    <a:pt x="122340" y="1805593"/>
                  </a:lnTo>
                  <a:lnTo>
                    <a:pt x="123195" y="1784320"/>
                  </a:lnTo>
                  <a:lnTo>
                    <a:pt x="124051" y="1756273"/>
                  </a:lnTo>
                  <a:lnTo>
                    <a:pt x="124906" y="1698695"/>
                  </a:lnTo>
                  <a:lnTo>
                    <a:pt x="125762" y="1730101"/>
                  </a:lnTo>
                  <a:lnTo>
                    <a:pt x="126618" y="1788532"/>
                  </a:lnTo>
                  <a:lnTo>
                    <a:pt x="127473" y="1766138"/>
                  </a:lnTo>
                  <a:lnTo>
                    <a:pt x="128329" y="1730045"/>
                  </a:lnTo>
                  <a:lnTo>
                    <a:pt x="129184" y="1757872"/>
                  </a:lnTo>
                  <a:lnTo>
                    <a:pt x="130040" y="1756870"/>
                  </a:lnTo>
                  <a:lnTo>
                    <a:pt x="130895" y="1755213"/>
                  </a:lnTo>
                  <a:lnTo>
                    <a:pt x="131751" y="1705387"/>
                  </a:lnTo>
                  <a:lnTo>
                    <a:pt x="132606" y="1704301"/>
                  </a:lnTo>
                  <a:lnTo>
                    <a:pt x="133462" y="1748201"/>
                  </a:lnTo>
                  <a:lnTo>
                    <a:pt x="134317" y="1695022"/>
                  </a:lnTo>
                  <a:lnTo>
                    <a:pt x="135173" y="1704274"/>
                  </a:lnTo>
                  <a:lnTo>
                    <a:pt x="136028" y="1726877"/>
                  </a:lnTo>
                  <a:lnTo>
                    <a:pt x="136884" y="1758419"/>
                  </a:lnTo>
                  <a:lnTo>
                    <a:pt x="137739" y="1726594"/>
                  </a:lnTo>
                  <a:lnTo>
                    <a:pt x="138595" y="1715854"/>
                  </a:lnTo>
                  <a:lnTo>
                    <a:pt x="139450" y="1674136"/>
                  </a:lnTo>
                  <a:lnTo>
                    <a:pt x="140306" y="1686508"/>
                  </a:lnTo>
                  <a:lnTo>
                    <a:pt x="141161" y="1691249"/>
                  </a:lnTo>
                  <a:lnTo>
                    <a:pt x="142017" y="1681610"/>
                  </a:lnTo>
                  <a:lnTo>
                    <a:pt x="142873" y="1654991"/>
                  </a:lnTo>
                  <a:lnTo>
                    <a:pt x="143728" y="1652909"/>
                  </a:lnTo>
                  <a:lnTo>
                    <a:pt x="144584" y="1603146"/>
                  </a:lnTo>
                  <a:lnTo>
                    <a:pt x="145439" y="1586694"/>
                  </a:lnTo>
                  <a:lnTo>
                    <a:pt x="146295" y="1622796"/>
                  </a:lnTo>
                  <a:lnTo>
                    <a:pt x="147150" y="1648909"/>
                  </a:lnTo>
                  <a:lnTo>
                    <a:pt x="148006" y="1703456"/>
                  </a:lnTo>
                  <a:lnTo>
                    <a:pt x="148861" y="1718488"/>
                  </a:lnTo>
                  <a:lnTo>
                    <a:pt x="149717" y="1696688"/>
                  </a:lnTo>
                  <a:lnTo>
                    <a:pt x="150572" y="1675273"/>
                  </a:lnTo>
                  <a:lnTo>
                    <a:pt x="151428" y="1693719"/>
                  </a:lnTo>
                  <a:lnTo>
                    <a:pt x="152283" y="1743344"/>
                  </a:lnTo>
                  <a:lnTo>
                    <a:pt x="153139" y="1771597"/>
                  </a:lnTo>
                  <a:lnTo>
                    <a:pt x="153994" y="1778580"/>
                  </a:lnTo>
                  <a:lnTo>
                    <a:pt x="154850" y="1767505"/>
                  </a:lnTo>
                  <a:lnTo>
                    <a:pt x="155705" y="1739160"/>
                  </a:lnTo>
                  <a:lnTo>
                    <a:pt x="156561" y="1774727"/>
                  </a:lnTo>
                  <a:lnTo>
                    <a:pt x="157417" y="1783568"/>
                  </a:lnTo>
                  <a:lnTo>
                    <a:pt x="158272" y="1780900"/>
                  </a:lnTo>
                  <a:lnTo>
                    <a:pt x="159128" y="1808274"/>
                  </a:lnTo>
                  <a:lnTo>
                    <a:pt x="159983" y="1786127"/>
                  </a:lnTo>
                  <a:lnTo>
                    <a:pt x="160839" y="1830903"/>
                  </a:lnTo>
                  <a:lnTo>
                    <a:pt x="161694" y="1781613"/>
                  </a:lnTo>
                  <a:lnTo>
                    <a:pt x="162550" y="1750096"/>
                  </a:lnTo>
                  <a:lnTo>
                    <a:pt x="163405" y="1654634"/>
                  </a:lnTo>
                  <a:lnTo>
                    <a:pt x="164261" y="1634006"/>
                  </a:lnTo>
                  <a:lnTo>
                    <a:pt x="165116" y="1684902"/>
                  </a:lnTo>
                  <a:lnTo>
                    <a:pt x="165972" y="1720579"/>
                  </a:lnTo>
                  <a:lnTo>
                    <a:pt x="166827" y="1731478"/>
                  </a:lnTo>
                  <a:lnTo>
                    <a:pt x="167683" y="1788823"/>
                  </a:lnTo>
                  <a:lnTo>
                    <a:pt x="168538" y="1760915"/>
                  </a:lnTo>
                  <a:lnTo>
                    <a:pt x="169394" y="1795087"/>
                  </a:lnTo>
                  <a:lnTo>
                    <a:pt x="170249" y="1808594"/>
                  </a:lnTo>
                  <a:lnTo>
                    <a:pt x="171105" y="1790153"/>
                  </a:lnTo>
                  <a:lnTo>
                    <a:pt x="171960" y="1793060"/>
                  </a:lnTo>
                  <a:lnTo>
                    <a:pt x="172816" y="1770534"/>
                  </a:lnTo>
                  <a:lnTo>
                    <a:pt x="173672" y="1774552"/>
                  </a:lnTo>
                  <a:lnTo>
                    <a:pt x="174527" y="1763772"/>
                  </a:lnTo>
                  <a:lnTo>
                    <a:pt x="175383" y="1731642"/>
                  </a:lnTo>
                  <a:lnTo>
                    <a:pt x="176238" y="1663078"/>
                  </a:lnTo>
                  <a:lnTo>
                    <a:pt x="177094" y="1690731"/>
                  </a:lnTo>
                  <a:lnTo>
                    <a:pt x="177949" y="1751248"/>
                  </a:lnTo>
                  <a:lnTo>
                    <a:pt x="178805" y="1770868"/>
                  </a:lnTo>
                  <a:lnTo>
                    <a:pt x="179660" y="1780053"/>
                  </a:lnTo>
                  <a:lnTo>
                    <a:pt x="180516" y="1803449"/>
                  </a:lnTo>
                  <a:lnTo>
                    <a:pt x="181371" y="1801766"/>
                  </a:lnTo>
                  <a:lnTo>
                    <a:pt x="182227" y="1803796"/>
                  </a:lnTo>
                  <a:lnTo>
                    <a:pt x="183082" y="1794717"/>
                  </a:lnTo>
                  <a:lnTo>
                    <a:pt x="183938" y="1783745"/>
                  </a:lnTo>
                  <a:lnTo>
                    <a:pt x="184793" y="1773222"/>
                  </a:lnTo>
                  <a:lnTo>
                    <a:pt x="185649" y="1782575"/>
                  </a:lnTo>
                  <a:lnTo>
                    <a:pt x="186504" y="1806414"/>
                  </a:lnTo>
                  <a:lnTo>
                    <a:pt x="187360" y="1783107"/>
                  </a:lnTo>
                  <a:lnTo>
                    <a:pt x="188215" y="1798373"/>
                  </a:lnTo>
                  <a:lnTo>
                    <a:pt x="189071" y="1809503"/>
                  </a:lnTo>
                  <a:lnTo>
                    <a:pt x="189927" y="1803202"/>
                  </a:lnTo>
                  <a:lnTo>
                    <a:pt x="190782" y="1810949"/>
                  </a:lnTo>
                  <a:lnTo>
                    <a:pt x="191638" y="1793906"/>
                  </a:lnTo>
                  <a:lnTo>
                    <a:pt x="192493" y="1816396"/>
                  </a:lnTo>
                  <a:lnTo>
                    <a:pt x="193349" y="1809956"/>
                  </a:lnTo>
                  <a:lnTo>
                    <a:pt x="194204" y="1759571"/>
                  </a:lnTo>
                  <a:lnTo>
                    <a:pt x="195060" y="1736648"/>
                  </a:lnTo>
                  <a:lnTo>
                    <a:pt x="195915" y="1725527"/>
                  </a:lnTo>
                  <a:lnTo>
                    <a:pt x="196771" y="1753114"/>
                  </a:lnTo>
                  <a:lnTo>
                    <a:pt x="197626" y="1723093"/>
                  </a:lnTo>
                  <a:lnTo>
                    <a:pt x="198482" y="1700158"/>
                  </a:lnTo>
                  <a:lnTo>
                    <a:pt x="199337" y="1714342"/>
                  </a:lnTo>
                  <a:lnTo>
                    <a:pt x="200193" y="1713422"/>
                  </a:lnTo>
                  <a:lnTo>
                    <a:pt x="201048" y="1771174"/>
                  </a:lnTo>
                  <a:lnTo>
                    <a:pt x="201904" y="1730979"/>
                  </a:lnTo>
                  <a:lnTo>
                    <a:pt x="202759" y="1744628"/>
                  </a:lnTo>
                  <a:lnTo>
                    <a:pt x="203615" y="1727461"/>
                  </a:lnTo>
                  <a:lnTo>
                    <a:pt x="204471" y="1696691"/>
                  </a:lnTo>
                  <a:lnTo>
                    <a:pt x="205326" y="1657585"/>
                  </a:lnTo>
                  <a:lnTo>
                    <a:pt x="206182" y="1555015"/>
                  </a:lnTo>
                  <a:lnTo>
                    <a:pt x="207037" y="1549923"/>
                  </a:lnTo>
                  <a:lnTo>
                    <a:pt x="207893" y="1556486"/>
                  </a:lnTo>
                  <a:lnTo>
                    <a:pt x="208748" y="1437046"/>
                  </a:lnTo>
                  <a:lnTo>
                    <a:pt x="209604" y="1418937"/>
                  </a:lnTo>
                  <a:lnTo>
                    <a:pt x="210459" y="1362798"/>
                  </a:lnTo>
                  <a:lnTo>
                    <a:pt x="211315" y="1386371"/>
                  </a:lnTo>
                  <a:lnTo>
                    <a:pt x="212170" y="1378482"/>
                  </a:lnTo>
                  <a:lnTo>
                    <a:pt x="213026" y="1336004"/>
                  </a:lnTo>
                  <a:lnTo>
                    <a:pt x="213881" y="1301395"/>
                  </a:lnTo>
                  <a:lnTo>
                    <a:pt x="214737" y="1272944"/>
                  </a:lnTo>
                  <a:lnTo>
                    <a:pt x="215592" y="1243452"/>
                  </a:lnTo>
                  <a:lnTo>
                    <a:pt x="216448" y="1220324"/>
                  </a:lnTo>
                  <a:lnTo>
                    <a:pt x="217303" y="1213924"/>
                  </a:lnTo>
                  <a:lnTo>
                    <a:pt x="218159" y="1220678"/>
                  </a:lnTo>
                  <a:lnTo>
                    <a:pt x="219014" y="1231975"/>
                  </a:lnTo>
                  <a:lnTo>
                    <a:pt x="219870" y="1187384"/>
                  </a:lnTo>
                  <a:lnTo>
                    <a:pt x="220726" y="1230037"/>
                  </a:lnTo>
                  <a:lnTo>
                    <a:pt x="221581" y="1256951"/>
                  </a:lnTo>
                  <a:lnTo>
                    <a:pt x="222437" y="1267239"/>
                  </a:lnTo>
                  <a:lnTo>
                    <a:pt x="223292" y="1276225"/>
                  </a:lnTo>
                  <a:lnTo>
                    <a:pt x="224148" y="1274683"/>
                  </a:lnTo>
                  <a:lnTo>
                    <a:pt x="225003" y="1291059"/>
                  </a:lnTo>
                  <a:lnTo>
                    <a:pt x="225859" y="1263291"/>
                  </a:lnTo>
                  <a:lnTo>
                    <a:pt x="226714" y="1230515"/>
                  </a:lnTo>
                  <a:lnTo>
                    <a:pt x="227570" y="1244829"/>
                  </a:lnTo>
                  <a:lnTo>
                    <a:pt x="228425" y="1266320"/>
                  </a:lnTo>
                  <a:lnTo>
                    <a:pt x="229281" y="1250545"/>
                  </a:lnTo>
                  <a:lnTo>
                    <a:pt x="230136" y="1244217"/>
                  </a:lnTo>
                  <a:lnTo>
                    <a:pt x="230992" y="1255734"/>
                  </a:lnTo>
                  <a:lnTo>
                    <a:pt x="231847" y="1254202"/>
                  </a:lnTo>
                  <a:lnTo>
                    <a:pt x="232703" y="1298407"/>
                  </a:lnTo>
                  <a:lnTo>
                    <a:pt x="233558" y="1287319"/>
                  </a:lnTo>
                  <a:lnTo>
                    <a:pt x="234414" y="1293009"/>
                  </a:lnTo>
                  <a:lnTo>
                    <a:pt x="235269" y="1297875"/>
                  </a:lnTo>
                  <a:lnTo>
                    <a:pt x="236125" y="1300110"/>
                  </a:lnTo>
                  <a:lnTo>
                    <a:pt x="236981" y="1321510"/>
                  </a:lnTo>
                  <a:lnTo>
                    <a:pt x="237836" y="1279734"/>
                  </a:lnTo>
                  <a:lnTo>
                    <a:pt x="238692" y="1324554"/>
                  </a:lnTo>
                  <a:lnTo>
                    <a:pt x="239547" y="1324517"/>
                  </a:lnTo>
                  <a:lnTo>
                    <a:pt x="240403" y="1295523"/>
                  </a:lnTo>
                  <a:lnTo>
                    <a:pt x="241258" y="1340461"/>
                  </a:lnTo>
                  <a:lnTo>
                    <a:pt x="242114" y="1317159"/>
                  </a:lnTo>
                  <a:lnTo>
                    <a:pt x="242969" y="1363562"/>
                  </a:lnTo>
                  <a:lnTo>
                    <a:pt x="243825" y="1359632"/>
                  </a:lnTo>
                  <a:lnTo>
                    <a:pt x="244680" y="1337582"/>
                  </a:lnTo>
                  <a:lnTo>
                    <a:pt x="245536" y="1340364"/>
                  </a:lnTo>
                  <a:lnTo>
                    <a:pt x="246391" y="1338473"/>
                  </a:lnTo>
                  <a:lnTo>
                    <a:pt x="247247" y="1323818"/>
                  </a:lnTo>
                  <a:lnTo>
                    <a:pt x="248102" y="1277241"/>
                  </a:lnTo>
                  <a:lnTo>
                    <a:pt x="248958" y="1321508"/>
                  </a:lnTo>
                  <a:lnTo>
                    <a:pt x="249813" y="1347574"/>
                  </a:lnTo>
                  <a:lnTo>
                    <a:pt x="250669" y="1330462"/>
                  </a:lnTo>
                  <a:lnTo>
                    <a:pt x="251524" y="1369018"/>
                  </a:lnTo>
                  <a:lnTo>
                    <a:pt x="252380" y="1369409"/>
                  </a:lnTo>
                  <a:lnTo>
                    <a:pt x="253236" y="1389897"/>
                  </a:lnTo>
                  <a:lnTo>
                    <a:pt x="254091" y="1506336"/>
                  </a:lnTo>
                  <a:lnTo>
                    <a:pt x="254947" y="1598490"/>
                  </a:lnTo>
                  <a:lnTo>
                    <a:pt x="255802" y="1618133"/>
                  </a:lnTo>
                  <a:lnTo>
                    <a:pt x="256658" y="1604489"/>
                  </a:lnTo>
                  <a:lnTo>
                    <a:pt x="257513" y="1574997"/>
                  </a:lnTo>
                  <a:lnTo>
                    <a:pt x="258369" y="1561601"/>
                  </a:lnTo>
                  <a:lnTo>
                    <a:pt x="259224" y="1545169"/>
                  </a:lnTo>
                  <a:lnTo>
                    <a:pt x="260080" y="1478501"/>
                  </a:lnTo>
                  <a:lnTo>
                    <a:pt x="260935" y="1426662"/>
                  </a:lnTo>
                  <a:lnTo>
                    <a:pt x="261791" y="1427955"/>
                  </a:lnTo>
                  <a:lnTo>
                    <a:pt x="262646" y="1384115"/>
                  </a:lnTo>
                  <a:lnTo>
                    <a:pt x="263502" y="1365033"/>
                  </a:lnTo>
                  <a:lnTo>
                    <a:pt x="264357" y="1287813"/>
                  </a:lnTo>
                  <a:lnTo>
                    <a:pt x="265213" y="1281344"/>
                  </a:lnTo>
                  <a:lnTo>
                    <a:pt x="266068" y="1259014"/>
                  </a:lnTo>
                  <a:lnTo>
                    <a:pt x="266924" y="1258945"/>
                  </a:lnTo>
                  <a:lnTo>
                    <a:pt x="267780" y="1255027"/>
                  </a:lnTo>
                  <a:lnTo>
                    <a:pt x="268635" y="1230895"/>
                  </a:lnTo>
                  <a:lnTo>
                    <a:pt x="269491" y="1241914"/>
                  </a:lnTo>
                  <a:lnTo>
                    <a:pt x="270346" y="1265274"/>
                  </a:lnTo>
                  <a:lnTo>
                    <a:pt x="271202" y="1278153"/>
                  </a:lnTo>
                  <a:lnTo>
                    <a:pt x="272057" y="1280010"/>
                  </a:lnTo>
                  <a:lnTo>
                    <a:pt x="272913" y="1292140"/>
                  </a:lnTo>
                  <a:lnTo>
                    <a:pt x="273768" y="1359590"/>
                  </a:lnTo>
                  <a:lnTo>
                    <a:pt x="274624" y="1346729"/>
                  </a:lnTo>
                  <a:lnTo>
                    <a:pt x="275479" y="1357205"/>
                  </a:lnTo>
                  <a:lnTo>
                    <a:pt x="276335" y="1328193"/>
                  </a:lnTo>
                  <a:lnTo>
                    <a:pt x="277190" y="1329672"/>
                  </a:lnTo>
                  <a:lnTo>
                    <a:pt x="278046" y="1347886"/>
                  </a:lnTo>
                  <a:lnTo>
                    <a:pt x="278901" y="1337879"/>
                  </a:lnTo>
                  <a:lnTo>
                    <a:pt x="279757" y="1346412"/>
                  </a:lnTo>
                  <a:lnTo>
                    <a:pt x="280612" y="1376517"/>
                  </a:lnTo>
                  <a:lnTo>
                    <a:pt x="281468" y="1335616"/>
                  </a:lnTo>
                  <a:lnTo>
                    <a:pt x="282323" y="1361319"/>
                  </a:lnTo>
                  <a:lnTo>
                    <a:pt x="283179" y="1335174"/>
                  </a:lnTo>
                  <a:lnTo>
                    <a:pt x="284035" y="1301063"/>
                  </a:lnTo>
                  <a:lnTo>
                    <a:pt x="284890" y="1299220"/>
                  </a:lnTo>
                  <a:lnTo>
                    <a:pt x="285746" y="1273279"/>
                  </a:lnTo>
                  <a:lnTo>
                    <a:pt x="286601" y="1280736"/>
                  </a:lnTo>
                  <a:lnTo>
                    <a:pt x="287457" y="1283524"/>
                  </a:lnTo>
                  <a:lnTo>
                    <a:pt x="288312" y="1304082"/>
                  </a:lnTo>
                  <a:lnTo>
                    <a:pt x="289168" y="1297387"/>
                  </a:lnTo>
                  <a:lnTo>
                    <a:pt x="290023" y="1306558"/>
                  </a:lnTo>
                  <a:lnTo>
                    <a:pt x="290879" y="1302627"/>
                  </a:lnTo>
                  <a:lnTo>
                    <a:pt x="291734" y="1266752"/>
                  </a:lnTo>
                  <a:lnTo>
                    <a:pt x="292590" y="1273071"/>
                  </a:lnTo>
                  <a:lnTo>
                    <a:pt x="293445" y="1257440"/>
                  </a:lnTo>
                  <a:lnTo>
                    <a:pt x="294301" y="1169729"/>
                  </a:lnTo>
                  <a:lnTo>
                    <a:pt x="295156" y="1184338"/>
                  </a:lnTo>
                  <a:lnTo>
                    <a:pt x="296012" y="1192762"/>
                  </a:lnTo>
                  <a:lnTo>
                    <a:pt x="296867" y="1185410"/>
                  </a:lnTo>
                  <a:lnTo>
                    <a:pt x="297723" y="1212610"/>
                  </a:lnTo>
                  <a:lnTo>
                    <a:pt x="298578" y="1223827"/>
                  </a:lnTo>
                  <a:lnTo>
                    <a:pt x="299434" y="1208383"/>
                  </a:lnTo>
                  <a:lnTo>
                    <a:pt x="300290" y="1264912"/>
                  </a:lnTo>
                  <a:lnTo>
                    <a:pt x="301145" y="1258652"/>
                  </a:lnTo>
                  <a:lnTo>
                    <a:pt x="302001" y="1277934"/>
                  </a:lnTo>
                  <a:lnTo>
                    <a:pt x="302856" y="1265860"/>
                  </a:lnTo>
                  <a:lnTo>
                    <a:pt x="303712" y="1240163"/>
                  </a:lnTo>
                  <a:lnTo>
                    <a:pt x="304567" y="1233666"/>
                  </a:lnTo>
                  <a:lnTo>
                    <a:pt x="305423" y="1201094"/>
                  </a:lnTo>
                  <a:lnTo>
                    <a:pt x="306278" y="1207563"/>
                  </a:lnTo>
                  <a:lnTo>
                    <a:pt x="307134" y="1191910"/>
                  </a:lnTo>
                  <a:lnTo>
                    <a:pt x="307989" y="1214262"/>
                  </a:lnTo>
                  <a:lnTo>
                    <a:pt x="308845" y="1204923"/>
                  </a:lnTo>
                  <a:lnTo>
                    <a:pt x="309700" y="1182611"/>
                  </a:lnTo>
                  <a:lnTo>
                    <a:pt x="310556" y="1205302"/>
                  </a:lnTo>
                  <a:lnTo>
                    <a:pt x="311411" y="1195406"/>
                  </a:lnTo>
                  <a:lnTo>
                    <a:pt x="312267" y="1192137"/>
                  </a:lnTo>
                  <a:lnTo>
                    <a:pt x="313122" y="1202678"/>
                  </a:lnTo>
                  <a:lnTo>
                    <a:pt x="313978" y="1195702"/>
                  </a:lnTo>
                  <a:lnTo>
                    <a:pt x="314834" y="1234020"/>
                  </a:lnTo>
                  <a:lnTo>
                    <a:pt x="315689" y="1238786"/>
                  </a:lnTo>
                  <a:lnTo>
                    <a:pt x="316545" y="1208887"/>
                  </a:lnTo>
                  <a:lnTo>
                    <a:pt x="317400" y="1227517"/>
                  </a:lnTo>
                  <a:lnTo>
                    <a:pt x="318256" y="1230848"/>
                  </a:lnTo>
                  <a:lnTo>
                    <a:pt x="319111" y="1271638"/>
                  </a:lnTo>
                  <a:lnTo>
                    <a:pt x="319967" y="1224122"/>
                  </a:lnTo>
                  <a:lnTo>
                    <a:pt x="320822" y="1212841"/>
                  </a:lnTo>
                  <a:lnTo>
                    <a:pt x="321678" y="1222220"/>
                  </a:lnTo>
                  <a:lnTo>
                    <a:pt x="322533" y="1220956"/>
                  </a:lnTo>
                  <a:lnTo>
                    <a:pt x="323389" y="1209935"/>
                  </a:lnTo>
                  <a:lnTo>
                    <a:pt x="324244" y="1226867"/>
                  </a:lnTo>
                  <a:lnTo>
                    <a:pt x="325100" y="1218533"/>
                  </a:lnTo>
                  <a:lnTo>
                    <a:pt x="325955" y="1282412"/>
                  </a:lnTo>
                  <a:lnTo>
                    <a:pt x="326811" y="1324072"/>
                  </a:lnTo>
                  <a:lnTo>
                    <a:pt x="327666" y="1319221"/>
                  </a:lnTo>
                  <a:lnTo>
                    <a:pt x="328522" y="1364380"/>
                  </a:lnTo>
                  <a:lnTo>
                    <a:pt x="329377" y="1338663"/>
                  </a:lnTo>
                  <a:lnTo>
                    <a:pt x="330233" y="1388677"/>
                  </a:lnTo>
                  <a:lnTo>
                    <a:pt x="331089" y="1398599"/>
                  </a:lnTo>
                  <a:lnTo>
                    <a:pt x="331944" y="1332747"/>
                  </a:lnTo>
                  <a:lnTo>
                    <a:pt x="332800" y="1361855"/>
                  </a:lnTo>
                  <a:lnTo>
                    <a:pt x="333655" y="1379914"/>
                  </a:lnTo>
                  <a:lnTo>
                    <a:pt x="334511" y="1380839"/>
                  </a:lnTo>
                  <a:lnTo>
                    <a:pt x="335366" y="1380868"/>
                  </a:lnTo>
                  <a:lnTo>
                    <a:pt x="336222" y="1301915"/>
                  </a:lnTo>
                  <a:lnTo>
                    <a:pt x="337077" y="1322756"/>
                  </a:lnTo>
                  <a:lnTo>
                    <a:pt x="337933" y="1319372"/>
                  </a:lnTo>
                  <a:lnTo>
                    <a:pt x="338788" y="1234596"/>
                  </a:lnTo>
                  <a:lnTo>
                    <a:pt x="339644" y="1212838"/>
                  </a:lnTo>
                  <a:lnTo>
                    <a:pt x="340499" y="1184174"/>
                  </a:lnTo>
                  <a:lnTo>
                    <a:pt x="341355" y="1172165"/>
                  </a:lnTo>
                  <a:lnTo>
                    <a:pt x="342210" y="1190835"/>
                  </a:lnTo>
                  <a:lnTo>
                    <a:pt x="343066" y="1157056"/>
                  </a:lnTo>
                  <a:lnTo>
                    <a:pt x="343921" y="1169240"/>
                  </a:lnTo>
                  <a:lnTo>
                    <a:pt x="344777" y="1235201"/>
                  </a:lnTo>
                  <a:lnTo>
                    <a:pt x="345632" y="1260507"/>
                  </a:lnTo>
                  <a:lnTo>
                    <a:pt x="346488" y="1294910"/>
                  </a:lnTo>
                  <a:lnTo>
                    <a:pt x="347344" y="1357281"/>
                  </a:lnTo>
                  <a:lnTo>
                    <a:pt x="348199" y="1414107"/>
                  </a:lnTo>
                  <a:lnTo>
                    <a:pt x="349055" y="1470405"/>
                  </a:lnTo>
                  <a:lnTo>
                    <a:pt x="349910" y="1354781"/>
                  </a:lnTo>
                  <a:lnTo>
                    <a:pt x="350766" y="1336165"/>
                  </a:lnTo>
                  <a:lnTo>
                    <a:pt x="351621" y="1331675"/>
                  </a:lnTo>
                  <a:lnTo>
                    <a:pt x="352477" y="1326017"/>
                  </a:lnTo>
                  <a:lnTo>
                    <a:pt x="353332" y="1288200"/>
                  </a:lnTo>
                  <a:lnTo>
                    <a:pt x="354188" y="1322179"/>
                  </a:lnTo>
                  <a:lnTo>
                    <a:pt x="355043" y="1309949"/>
                  </a:lnTo>
                  <a:lnTo>
                    <a:pt x="355899" y="1319052"/>
                  </a:lnTo>
                  <a:lnTo>
                    <a:pt x="356754" y="1346934"/>
                  </a:lnTo>
                  <a:lnTo>
                    <a:pt x="357610" y="1311931"/>
                  </a:lnTo>
                  <a:lnTo>
                    <a:pt x="358465" y="1292432"/>
                  </a:lnTo>
                  <a:lnTo>
                    <a:pt x="359321" y="1269202"/>
                  </a:lnTo>
                  <a:lnTo>
                    <a:pt x="360176" y="1270107"/>
                  </a:lnTo>
                  <a:lnTo>
                    <a:pt x="361032" y="1272387"/>
                  </a:lnTo>
                  <a:lnTo>
                    <a:pt x="361888" y="1273424"/>
                  </a:lnTo>
                  <a:lnTo>
                    <a:pt x="362743" y="1270141"/>
                  </a:lnTo>
                  <a:lnTo>
                    <a:pt x="363599" y="1314545"/>
                  </a:lnTo>
                  <a:lnTo>
                    <a:pt x="364454" y="1316036"/>
                  </a:lnTo>
                  <a:lnTo>
                    <a:pt x="365310" y="1343661"/>
                  </a:lnTo>
                  <a:lnTo>
                    <a:pt x="366165" y="1360375"/>
                  </a:lnTo>
                  <a:lnTo>
                    <a:pt x="367021" y="1423166"/>
                  </a:lnTo>
                  <a:lnTo>
                    <a:pt x="367876" y="1491415"/>
                  </a:lnTo>
                  <a:lnTo>
                    <a:pt x="368732" y="1581233"/>
                  </a:lnTo>
                  <a:lnTo>
                    <a:pt x="369587" y="1567625"/>
                  </a:lnTo>
                  <a:lnTo>
                    <a:pt x="370443" y="1576866"/>
                  </a:lnTo>
                  <a:lnTo>
                    <a:pt x="371298" y="1545474"/>
                  </a:lnTo>
                  <a:lnTo>
                    <a:pt x="372154" y="1533251"/>
                  </a:lnTo>
                  <a:lnTo>
                    <a:pt x="373009" y="1452581"/>
                  </a:lnTo>
                  <a:lnTo>
                    <a:pt x="373865" y="1414035"/>
                  </a:lnTo>
                  <a:lnTo>
                    <a:pt x="374720" y="1358440"/>
                  </a:lnTo>
                  <a:lnTo>
                    <a:pt x="375576" y="1363802"/>
                  </a:lnTo>
                  <a:lnTo>
                    <a:pt x="376431" y="1404940"/>
                  </a:lnTo>
                  <a:lnTo>
                    <a:pt x="377287" y="1345702"/>
                  </a:lnTo>
                  <a:lnTo>
                    <a:pt x="378143" y="1330699"/>
                  </a:lnTo>
                  <a:lnTo>
                    <a:pt x="378998" y="1303753"/>
                  </a:lnTo>
                  <a:lnTo>
                    <a:pt x="379854" y="1322467"/>
                  </a:lnTo>
                  <a:lnTo>
                    <a:pt x="380709" y="1427629"/>
                  </a:lnTo>
                  <a:lnTo>
                    <a:pt x="381565" y="1386144"/>
                  </a:lnTo>
                  <a:lnTo>
                    <a:pt x="382420" y="1380634"/>
                  </a:lnTo>
                  <a:lnTo>
                    <a:pt x="383276" y="1423004"/>
                  </a:lnTo>
                  <a:lnTo>
                    <a:pt x="384131" y="1448307"/>
                  </a:lnTo>
                  <a:lnTo>
                    <a:pt x="384987" y="1500182"/>
                  </a:lnTo>
                  <a:lnTo>
                    <a:pt x="385842" y="1402433"/>
                  </a:lnTo>
                  <a:lnTo>
                    <a:pt x="386698" y="1354981"/>
                  </a:lnTo>
                  <a:lnTo>
                    <a:pt x="387553" y="1388145"/>
                  </a:lnTo>
                  <a:lnTo>
                    <a:pt x="388409" y="1376949"/>
                  </a:lnTo>
                  <a:lnTo>
                    <a:pt x="389264" y="1417334"/>
                  </a:lnTo>
                  <a:lnTo>
                    <a:pt x="390120" y="1468755"/>
                  </a:lnTo>
                  <a:lnTo>
                    <a:pt x="390975" y="1411643"/>
                  </a:lnTo>
                  <a:lnTo>
                    <a:pt x="391831" y="1403397"/>
                  </a:lnTo>
                  <a:lnTo>
                    <a:pt x="392686" y="1377126"/>
                  </a:lnTo>
                  <a:lnTo>
                    <a:pt x="393542" y="1429051"/>
                  </a:lnTo>
                  <a:lnTo>
                    <a:pt x="394398" y="1410668"/>
                  </a:lnTo>
                  <a:lnTo>
                    <a:pt x="395253" y="1400589"/>
                  </a:lnTo>
                  <a:lnTo>
                    <a:pt x="396109" y="1386641"/>
                  </a:lnTo>
                  <a:lnTo>
                    <a:pt x="396964" y="1343307"/>
                  </a:lnTo>
                  <a:lnTo>
                    <a:pt x="397820" y="1348989"/>
                  </a:lnTo>
                  <a:lnTo>
                    <a:pt x="398675" y="1335587"/>
                  </a:lnTo>
                  <a:lnTo>
                    <a:pt x="399531" y="1329351"/>
                  </a:lnTo>
                  <a:lnTo>
                    <a:pt x="400386" y="1306674"/>
                  </a:lnTo>
                  <a:lnTo>
                    <a:pt x="401242" y="1271254"/>
                  </a:lnTo>
                  <a:lnTo>
                    <a:pt x="402097" y="1311552"/>
                  </a:lnTo>
                  <a:lnTo>
                    <a:pt x="402953" y="1329180"/>
                  </a:lnTo>
                  <a:lnTo>
                    <a:pt x="403808" y="1294514"/>
                  </a:lnTo>
                  <a:lnTo>
                    <a:pt x="404664" y="1311261"/>
                  </a:lnTo>
                  <a:lnTo>
                    <a:pt x="405519" y="1305936"/>
                  </a:lnTo>
                  <a:lnTo>
                    <a:pt x="406375" y="1366027"/>
                  </a:lnTo>
                  <a:lnTo>
                    <a:pt x="407230" y="1408079"/>
                  </a:lnTo>
                  <a:lnTo>
                    <a:pt x="408086" y="1323712"/>
                  </a:lnTo>
                  <a:lnTo>
                    <a:pt x="408942" y="1380624"/>
                  </a:lnTo>
                  <a:lnTo>
                    <a:pt x="409797" y="1359445"/>
                  </a:lnTo>
                  <a:lnTo>
                    <a:pt x="410653" y="1404672"/>
                  </a:lnTo>
                  <a:lnTo>
                    <a:pt x="411508" y="1500094"/>
                  </a:lnTo>
                  <a:lnTo>
                    <a:pt x="412364" y="1383884"/>
                  </a:lnTo>
                  <a:lnTo>
                    <a:pt x="413219" y="1345213"/>
                  </a:lnTo>
                  <a:lnTo>
                    <a:pt x="414075" y="1349853"/>
                  </a:lnTo>
                  <a:lnTo>
                    <a:pt x="414930" y="1368919"/>
                  </a:lnTo>
                  <a:lnTo>
                    <a:pt x="415786" y="1378128"/>
                  </a:lnTo>
                  <a:lnTo>
                    <a:pt x="416641" y="1376880"/>
                  </a:lnTo>
                  <a:lnTo>
                    <a:pt x="417497" y="1372138"/>
                  </a:lnTo>
                  <a:lnTo>
                    <a:pt x="418352" y="1391471"/>
                  </a:lnTo>
                  <a:lnTo>
                    <a:pt x="419208" y="1377752"/>
                  </a:lnTo>
                  <a:lnTo>
                    <a:pt x="420063" y="1354529"/>
                  </a:lnTo>
                  <a:lnTo>
                    <a:pt x="420919" y="1342395"/>
                  </a:lnTo>
                  <a:lnTo>
                    <a:pt x="421774" y="1356979"/>
                  </a:lnTo>
                  <a:lnTo>
                    <a:pt x="422630" y="1352039"/>
                  </a:lnTo>
                  <a:lnTo>
                    <a:pt x="423485" y="1355192"/>
                  </a:lnTo>
                  <a:lnTo>
                    <a:pt x="424341" y="1344697"/>
                  </a:lnTo>
                  <a:lnTo>
                    <a:pt x="425197" y="1366293"/>
                  </a:lnTo>
                  <a:lnTo>
                    <a:pt x="426052" y="1322261"/>
                  </a:lnTo>
                  <a:lnTo>
                    <a:pt x="426908" y="1362275"/>
                  </a:lnTo>
                  <a:lnTo>
                    <a:pt x="427763" y="1406022"/>
                  </a:lnTo>
                  <a:lnTo>
                    <a:pt x="428619" y="1417473"/>
                  </a:lnTo>
                  <a:lnTo>
                    <a:pt x="429474" y="1495208"/>
                  </a:lnTo>
                  <a:lnTo>
                    <a:pt x="430330" y="1521398"/>
                  </a:lnTo>
                  <a:lnTo>
                    <a:pt x="431185" y="1579993"/>
                  </a:lnTo>
                  <a:lnTo>
                    <a:pt x="432041" y="1624246"/>
                  </a:lnTo>
                  <a:lnTo>
                    <a:pt x="432896" y="1605430"/>
                  </a:lnTo>
                  <a:lnTo>
                    <a:pt x="433752" y="1613031"/>
                  </a:lnTo>
                  <a:lnTo>
                    <a:pt x="434607" y="1641954"/>
                  </a:lnTo>
                  <a:lnTo>
                    <a:pt x="435463" y="1606392"/>
                  </a:lnTo>
                  <a:lnTo>
                    <a:pt x="436318" y="1530640"/>
                  </a:lnTo>
                  <a:lnTo>
                    <a:pt x="437174" y="1449937"/>
                  </a:lnTo>
                  <a:lnTo>
                    <a:pt x="438029" y="1446070"/>
                  </a:lnTo>
                  <a:lnTo>
                    <a:pt x="438885" y="1426012"/>
                  </a:lnTo>
                  <a:lnTo>
                    <a:pt x="439740" y="1384593"/>
                  </a:lnTo>
                  <a:lnTo>
                    <a:pt x="440596" y="1414130"/>
                  </a:lnTo>
                  <a:lnTo>
                    <a:pt x="441452" y="1356544"/>
                  </a:lnTo>
                  <a:lnTo>
                    <a:pt x="442307" y="1352668"/>
                  </a:lnTo>
                  <a:lnTo>
                    <a:pt x="443163" y="1343825"/>
                  </a:lnTo>
                  <a:lnTo>
                    <a:pt x="444018" y="1290998"/>
                  </a:lnTo>
                  <a:lnTo>
                    <a:pt x="444874" y="1280260"/>
                  </a:lnTo>
                  <a:lnTo>
                    <a:pt x="445729" y="1298293"/>
                  </a:lnTo>
                  <a:lnTo>
                    <a:pt x="446585" y="1299357"/>
                  </a:lnTo>
                  <a:lnTo>
                    <a:pt x="447440" y="1292957"/>
                  </a:lnTo>
                  <a:lnTo>
                    <a:pt x="448296" y="1286694"/>
                  </a:lnTo>
                  <a:lnTo>
                    <a:pt x="449151" y="1280742"/>
                  </a:lnTo>
                  <a:lnTo>
                    <a:pt x="450007" y="1280465"/>
                  </a:lnTo>
                  <a:lnTo>
                    <a:pt x="450862" y="1300546"/>
                  </a:lnTo>
                  <a:lnTo>
                    <a:pt x="451718" y="1287069"/>
                  </a:lnTo>
                  <a:lnTo>
                    <a:pt x="452573" y="1282665"/>
                  </a:lnTo>
                  <a:lnTo>
                    <a:pt x="453429" y="1307156"/>
                  </a:lnTo>
                  <a:lnTo>
                    <a:pt x="454284" y="1332833"/>
                  </a:lnTo>
                  <a:lnTo>
                    <a:pt x="455140" y="1375129"/>
                  </a:lnTo>
                  <a:lnTo>
                    <a:pt x="455995" y="1373239"/>
                  </a:lnTo>
                  <a:lnTo>
                    <a:pt x="456851" y="1356927"/>
                  </a:lnTo>
                  <a:lnTo>
                    <a:pt x="457707" y="1340669"/>
                  </a:lnTo>
                  <a:lnTo>
                    <a:pt x="458562" y="1306220"/>
                  </a:lnTo>
                  <a:lnTo>
                    <a:pt x="459418" y="1302669"/>
                  </a:lnTo>
                  <a:lnTo>
                    <a:pt x="460273" y="1261967"/>
                  </a:lnTo>
                  <a:lnTo>
                    <a:pt x="461129" y="1235335"/>
                  </a:lnTo>
                  <a:lnTo>
                    <a:pt x="461984" y="1183442"/>
                  </a:lnTo>
                  <a:lnTo>
                    <a:pt x="462840" y="1198165"/>
                  </a:lnTo>
                  <a:lnTo>
                    <a:pt x="463695" y="1227215"/>
                  </a:lnTo>
                  <a:lnTo>
                    <a:pt x="464551" y="1172024"/>
                  </a:lnTo>
                  <a:lnTo>
                    <a:pt x="465406" y="1171003"/>
                  </a:lnTo>
                  <a:lnTo>
                    <a:pt x="466262" y="1140282"/>
                  </a:lnTo>
                  <a:lnTo>
                    <a:pt x="467117" y="1100513"/>
                  </a:lnTo>
                  <a:lnTo>
                    <a:pt x="467973" y="1097053"/>
                  </a:lnTo>
                  <a:lnTo>
                    <a:pt x="468828" y="1108824"/>
                  </a:lnTo>
                  <a:lnTo>
                    <a:pt x="469684" y="1144265"/>
                  </a:lnTo>
                  <a:lnTo>
                    <a:pt x="470539" y="1128917"/>
                  </a:lnTo>
                  <a:lnTo>
                    <a:pt x="471395" y="1142670"/>
                  </a:lnTo>
                  <a:lnTo>
                    <a:pt x="472251" y="1123662"/>
                  </a:lnTo>
                  <a:lnTo>
                    <a:pt x="473106" y="1112355"/>
                  </a:lnTo>
                  <a:lnTo>
                    <a:pt x="473962" y="1182499"/>
                  </a:lnTo>
                  <a:lnTo>
                    <a:pt x="474817" y="1162982"/>
                  </a:lnTo>
                  <a:lnTo>
                    <a:pt x="475673" y="1159494"/>
                  </a:lnTo>
                  <a:lnTo>
                    <a:pt x="476528" y="1160443"/>
                  </a:lnTo>
                  <a:lnTo>
                    <a:pt x="477384" y="1172976"/>
                  </a:lnTo>
                  <a:lnTo>
                    <a:pt x="478239" y="1097560"/>
                  </a:lnTo>
                  <a:lnTo>
                    <a:pt x="479095" y="1074927"/>
                  </a:lnTo>
                  <a:lnTo>
                    <a:pt x="479950" y="1078578"/>
                  </a:lnTo>
                  <a:lnTo>
                    <a:pt x="480806" y="1123738"/>
                  </a:lnTo>
                  <a:lnTo>
                    <a:pt x="481661" y="1166453"/>
                  </a:lnTo>
                  <a:lnTo>
                    <a:pt x="482517" y="1243663"/>
                  </a:lnTo>
                  <a:lnTo>
                    <a:pt x="483372" y="1347950"/>
                  </a:lnTo>
                  <a:lnTo>
                    <a:pt x="484228" y="1461363"/>
                  </a:lnTo>
                  <a:lnTo>
                    <a:pt x="485083" y="1493739"/>
                  </a:lnTo>
                  <a:lnTo>
                    <a:pt x="485939" y="1452831"/>
                  </a:lnTo>
                  <a:lnTo>
                    <a:pt x="486794" y="1337693"/>
                  </a:lnTo>
                  <a:lnTo>
                    <a:pt x="487650" y="1307192"/>
                  </a:lnTo>
                  <a:lnTo>
                    <a:pt x="488506" y="1305775"/>
                  </a:lnTo>
                  <a:lnTo>
                    <a:pt x="489361" y="1350958"/>
                  </a:lnTo>
                  <a:lnTo>
                    <a:pt x="490217" y="1268550"/>
                  </a:lnTo>
                  <a:lnTo>
                    <a:pt x="491072" y="1297591"/>
                  </a:lnTo>
                  <a:lnTo>
                    <a:pt x="491928" y="1276033"/>
                  </a:lnTo>
                  <a:lnTo>
                    <a:pt x="492783" y="1238465"/>
                  </a:lnTo>
                  <a:lnTo>
                    <a:pt x="493639" y="1282339"/>
                  </a:lnTo>
                  <a:lnTo>
                    <a:pt x="494494" y="1229904"/>
                  </a:lnTo>
                  <a:lnTo>
                    <a:pt x="495350" y="1268104"/>
                  </a:lnTo>
                  <a:lnTo>
                    <a:pt x="496205" y="1271769"/>
                  </a:lnTo>
                  <a:lnTo>
                    <a:pt x="497061" y="1241178"/>
                  </a:lnTo>
                  <a:lnTo>
                    <a:pt x="497916" y="1250711"/>
                  </a:lnTo>
                  <a:lnTo>
                    <a:pt x="498772" y="1228696"/>
                  </a:lnTo>
                  <a:lnTo>
                    <a:pt x="499627" y="1193272"/>
                  </a:lnTo>
                  <a:lnTo>
                    <a:pt x="500483" y="1226526"/>
                  </a:lnTo>
                  <a:lnTo>
                    <a:pt x="501338" y="1246811"/>
                  </a:lnTo>
                  <a:lnTo>
                    <a:pt x="502194" y="1268727"/>
                  </a:lnTo>
                  <a:lnTo>
                    <a:pt x="503049" y="1251044"/>
                  </a:lnTo>
                  <a:lnTo>
                    <a:pt x="503905" y="1274120"/>
                  </a:lnTo>
                  <a:lnTo>
                    <a:pt x="504761" y="1200992"/>
                  </a:lnTo>
                  <a:lnTo>
                    <a:pt x="505616" y="1211638"/>
                  </a:lnTo>
                  <a:lnTo>
                    <a:pt x="506472" y="1224898"/>
                  </a:lnTo>
                  <a:lnTo>
                    <a:pt x="507327" y="1189636"/>
                  </a:lnTo>
                  <a:lnTo>
                    <a:pt x="508183" y="1244404"/>
                  </a:lnTo>
                  <a:lnTo>
                    <a:pt x="509038" y="1182605"/>
                  </a:lnTo>
                  <a:lnTo>
                    <a:pt x="509894" y="1181838"/>
                  </a:lnTo>
                  <a:lnTo>
                    <a:pt x="510749" y="1209328"/>
                  </a:lnTo>
                  <a:lnTo>
                    <a:pt x="511605" y="1191935"/>
                  </a:lnTo>
                  <a:lnTo>
                    <a:pt x="512460" y="1199145"/>
                  </a:lnTo>
                  <a:lnTo>
                    <a:pt x="513316" y="1224563"/>
                  </a:lnTo>
                  <a:lnTo>
                    <a:pt x="514171" y="1227215"/>
                  </a:lnTo>
                  <a:lnTo>
                    <a:pt x="515027" y="1225750"/>
                  </a:lnTo>
                  <a:lnTo>
                    <a:pt x="515882" y="1249773"/>
                  </a:lnTo>
                  <a:lnTo>
                    <a:pt x="516738" y="1241635"/>
                  </a:lnTo>
                  <a:lnTo>
                    <a:pt x="517593" y="1256358"/>
                  </a:lnTo>
                  <a:lnTo>
                    <a:pt x="518449" y="1259807"/>
                  </a:lnTo>
                  <a:lnTo>
                    <a:pt x="519305" y="1233142"/>
                  </a:lnTo>
                  <a:lnTo>
                    <a:pt x="520160" y="1292680"/>
                  </a:lnTo>
                  <a:lnTo>
                    <a:pt x="521016" y="1278067"/>
                  </a:lnTo>
                  <a:lnTo>
                    <a:pt x="521871" y="1261541"/>
                  </a:lnTo>
                  <a:lnTo>
                    <a:pt x="522727" y="1241469"/>
                  </a:lnTo>
                  <a:lnTo>
                    <a:pt x="523582" y="1225662"/>
                  </a:lnTo>
                  <a:lnTo>
                    <a:pt x="524438" y="1251451"/>
                  </a:lnTo>
                  <a:lnTo>
                    <a:pt x="525293" y="1248703"/>
                  </a:lnTo>
                  <a:lnTo>
                    <a:pt x="526149" y="1258613"/>
                  </a:lnTo>
                  <a:lnTo>
                    <a:pt x="527004" y="1218028"/>
                  </a:lnTo>
                  <a:lnTo>
                    <a:pt x="527860" y="1294601"/>
                  </a:lnTo>
                  <a:lnTo>
                    <a:pt x="528715" y="1234655"/>
                  </a:lnTo>
                  <a:lnTo>
                    <a:pt x="529571" y="1232508"/>
                  </a:lnTo>
                  <a:lnTo>
                    <a:pt x="530426" y="1249983"/>
                  </a:lnTo>
                  <a:lnTo>
                    <a:pt x="531282" y="1293963"/>
                  </a:lnTo>
                  <a:lnTo>
                    <a:pt x="532137" y="1312600"/>
                  </a:lnTo>
                  <a:lnTo>
                    <a:pt x="532993" y="1294459"/>
                  </a:lnTo>
                  <a:lnTo>
                    <a:pt x="533848" y="1272129"/>
                  </a:lnTo>
                  <a:lnTo>
                    <a:pt x="534704" y="1305250"/>
                  </a:lnTo>
                  <a:lnTo>
                    <a:pt x="535560" y="1292302"/>
                  </a:lnTo>
                  <a:lnTo>
                    <a:pt x="536415" y="1320976"/>
                  </a:lnTo>
                  <a:lnTo>
                    <a:pt x="537271" y="1369781"/>
                  </a:lnTo>
                  <a:lnTo>
                    <a:pt x="538126" y="1321420"/>
                  </a:lnTo>
                  <a:lnTo>
                    <a:pt x="538982" y="1433800"/>
                  </a:lnTo>
                  <a:lnTo>
                    <a:pt x="539837" y="1427173"/>
                  </a:lnTo>
                  <a:lnTo>
                    <a:pt x="540693" y="1487680"/>
                  </a:lnTo>
                  <a:lnTo>
                    <a:pt x="541548" y="1570293"/>
                  </a:lnTo>
                  <a:lnTo>
                    <a:pt x="542404" y="1552880"/>
                  </a:lnTo>
                  <a:lnTo>
                    <a:pt x="543259" y="1551081"/>
                  </a:lnTo>
                  <a:lnTo>
                    <a:pt x="544115" y="1525901"/>
                  </a:lnTo>
                  <a:lnTo>
                    <a:pt x="544970" y="1442968"/>
                  </a:lnTo>
                  <a:lnTo>
                    <a:pt x="545826" y="1434619"/>
                  </a:lnTo>
                  <a:lnTo>
                    <a:pt x="546681" y="1401474"/>
                  </a:lnTo>
                  <a:lnTo>
                    <a:pt x="547537" y="1359400"/>
                  </a:lnTo>
                  <a:lnTo>
                    <a:pt x="548392" y="1281146"/>
                  </a:lnTo>
                  <a:lnTo>
                    <a:pt x="549248" y="1233141"/>
                  </a:lnTo>
                  <a:lnTo>
                    <a:pt x="550103" y="1247773"/>
                  </a:lnTo>
                  <a:lnTo>
                    <a:pt x="550959" y="1230129"/>
                  </a:lnTo>
                  <a:lnTo>
                    <a:pt x="551815" y="1228195"/>
                  </a:lnTo>
                  <a:lnTo>
                    <a:pt x="552670" y="1236016"/>
                  </a:lnTo>
                  <a:lnTo>
                    <a:pt x="553526" y="1199055"/>
                  </a:lnTo>
                  <a:lnTo>
                    <a:pt x="554381" y="1210072"/>
                  </a:lnTo>
                  <a:lnTo>
                    <a:pt x="555237" y="1229958"/>
                  </a:lnTo>
                  <a:lnTo>
                    <a:pt x="556092" y="1251270"/>
                  </a:lnTo>
                  <a:lnTo>
                    <a:pt x="556948" y="1243106"/>
                  </a:lnTo>
                  <a:lnTo>
                    <a:pt x="557803" y="1200345"/>
                  </a:lnTo>
                  <a:lnTo>
                    <a:pt x="558659" y="1213671"/>
                  </a:lnTo>
                  <a:lnTo>
                    <a:pt x="559514" y="1219798"/>
                  </a:lnTo>
                  <a:lnTo>
                    <a:pt x="560370" y="1231292"/>
                  </a:lnTo>
                  <a:lnTo>
                    <a:pt x="561225" y="1229538"/>
                  </a:lnTo>
                  <a:lnTo>
                    <a:pt x="562081" y="1209690"/>
                  </a:lnTo>
                  <a:lnTo>
                    <a:pt x="562936" y="1265101"/>
                  </a:lnTo>
                  <a:lnTo>
                    <a:pt x="563792" y="1292669"/>
                  </a:lnTo>
                  <a:lnTo>
                    <a:pt x="564647" y="1263847"/>
                  </a:lnTo>
                  <a:lnTo>
                    <a:pt x="565503" y="1313954"/>
                  </a:lnTo>
                  <a:lnTo>
                    <a:pt x="566359" y="1340165"/>
                  </a:lnTo>
                  <a:lnTo>
                    <a:pt x="567214" y="1361530"/>
                  </a:lnTo>
                  <a:lnTo>
                    <a:pt x="568070" y="1492269"/>
                  </a:lnTo>
                  <a:lnTo>
                    <a:pt x="568925" y="1564183"/>
                  </a:lnTo>
                  <a:lnTo>
                    <a:pt x="569781" y="1650618"/>
                  </a:lnTo>
                  <a:lnTo>
                    <a:pt x="570636" y="1660223"/>
                  </a:lnTo>
                  <a:lnTo>
                    <a:pt x="571492" y="1654022"/>
                  </a:lnTo>
                  <a:lnTo>
                    <a:pt x="572347" y="1683544"/>
                  </a:lnTo>
                  <a:lnTo>
                    <a:pt x="573203" y="1628963"/>
                  </a:lnTo>
                  <a:lnTo>
                    <a:pt x="574058" y="1630511"/>
                  </a:lnTo>
                  <a:lnTo>
                    <a:pt x="574914" y="1589249"/>
                  </a:lnTo>
                  <a:lnTo>
                    <a:pt x="575769" y="1519126"/>
                  </a:lnTo>
                  <a:lnTo>
                    <a:pt x="576625" y="1375398"/>
                  </a:lnTo>
                  <a:lnTo>
                    <a:pt x="577480" y="1245784"/>
                  </a:lnTo>
                  <a:lnTo>
                    <a:pt x="578336" y="1228292"/>
                  </a:lnTo>
                  <a:lnTo>
                    <a:pt x="579191" y="1264046"/>
                  </a:lnTo>
                  <a:lnTo>
                    <a:pt x="580047" y="1179620"/>
                  </a:lnTo>
                  <a:lnTo>
                    <a:pt x="580902" y="1166889"/>
                  </a:lnTo>
                  <a:lnTo>
                    <a:pt x="581758" y="1078780"/>
                  </a:lnTo>
                  <a:lnTo>
                    <a:pt x="582614" y="1129476"/>
                  </a:lnTo>
                  <a:lnTo>
                    <a:pt x="583469" y="1133933"/>
                  </a:lnTo>
                  <a:lnTo>
                    <a:pt x="584325" y="1109974"/>
                  </a:lnTo>
                  <a:lnTo>
                    <a:pt x="585180" y="1133625"/>
                  </a:lnTo>
                  <a:lnTo>
                    <a:pt x="586036" y="1067874"/>
                  </a:lnTo>
                  <a:lnTo>
                    <a:pt x="586891" y="1062381"/>
                  </a:lnTo>
                  <a:lnTo>
                    <a:pt x="587747" y="1073980"/>
                  </a:lnTo>
                  <a:lnTo>
                    <a:pt x="588602" y="1103406"/>
                  </a:lnTo>
                  <a:lnTo>
                    <a:pt x="589458" y="1090209"/>
                  </a:lnTo>
                  <a:lnTo>
                    <a:pt x="590313" y="1213013"/>
                  </a:lnTo>
                  <a:lnTo>
                    <a:pt x="591169" y="1188168"/>
                  </a:lnTo>
                  <a:lnTo>
                    <a:pt x="592024" y="1316360"/>
                  </a:lnTo>
                  <a:lnTo>
                    <a:pt x="592880" y="1373553"/>
                  </a:lnTo>
                  <a:lnTo>
                    <a:pt x="593735" y="1322937"/>
                  </a:lnTo>
                  <a:lnTo>
                    <a:pt x="594591" y="1368337"/>
                  </a:lnTo>
                  <a:lnTo>
                    <a:pt x="595446" y="1360064"/>
                  </a:lnTo>
                  <a:lnTo>
                    <a:pt x="596302" y="1470792"/>
                  </a:lnTo>
                  <a:lnTo>
                    <a:pt x="597157" y="1427540"/>
                  </a:lnTo>
                  <a:lnTo>
                    <a:pt x="598013" y="1333107"/>
                  </a:lnTo>
                  <a:lnTo>
                    <a:pt x="598869" y="1247319"/>
                  </a:lnTo>
                  <a:lnTo>
                    <a:pt x="599724" y="1065954"/>
                  </a:lnTo>
                  <a:lnTo>
                    <a:pt x="600580" y="1078876"/>
                  </a:lnTo>
                  <a:lnTo>
                    <a:pt x="601435" y="1007976"/>
                  </a:lnTo>
                  <a:lnTo>
                    <a:pt x="602291" y="922926"/>
                  </a:lnTo>
                  <a:lnTo>
                    <a:pt x="603146" y="901360"/>
                  </a:lnTo>
                  <a:lnTo>
                    <a:pt x="604002" y="858107"/>
                  </a:lnTo>
                  <a:lnTo>
                    <a:pt x="604857" y="832351"/>
                  </a:lnTo>
                  <a:lnTo>
                    <a:pt x="605713" y="847254"/>
                  </a:lnTo>
                  <a:lnTo>
                    <a:pt x="606568" y="818176"/>
                  </a:lnTo>
                  <a:lnTo>
                    <a:pt x="607424" y="833722"/>
                  </a:lnTo>
                  <a:lnTo>
                    <a:pt x="608279" y="842514"/>
                  </a:lnTo>
                  <a:lnTo>
                    <a:pt x="609135" y="861599"/>
                  </a:lnTo>
                  <a:lnTo>
                    <a:pt x="609990" y="923240"/>
                  </a:lnTo>
                  <a:lnTo>
                    <a:pt x="610846" y="863227"/>
                  </a:lnTo>
                  <a:lnTo>
                    <a:pt x="611701" y="874343"/>
                  </a:lnTo>
                  <a:lnTo>
                    <a:pt x="612557" y="926416"/>
                  </a:lnTo>
                  <a:lnTo>
                    <a:pt x="613413" y="893767"/>
                  </a:lnTo>
                  <a:lnTo>
                    <a:pt x="614268" y="938910"/>
                  </a:lnTo>
                  <a:lnTo>
                    <a:pt x="615124" y="952716"/>
                  </a:lnTo>
                  <a:lnTo>
                    <a:pt x="615979" y="956628"/>
                  </a:lnTo>
                  <a:lnTo>
                    <a:pt x="616835" y="992802"/>
                  </a:lnTo>
                  <a:lnTo>
                    <a:pt x="617690" y="990972"/>
                  </a:lnTo>
                  <a:lnTo>
                    <a:pt x="618546" y="1002085"/>
                  </a:lnTo>
                  <a:lnTo>
                    <a:pt x="619401" y="1015641"/>
                  </a:lnTo>
                  <a:lnTo>
                    <a:pt x="620257" y="1018631"/>
                  </a:lnTo>
                  <a:lnTo>
                    <a:pt x="621112" y="1009496"/>
                  </a:lnTo>
                  <a:lnTo>
                    <a:pt x="621968" y="1001459"/>
                  </a:lnTo>
                  <a:lnTo>
                    <a:pt x="622823" y="983839"/>
                  </a:lnTo>
                  <a:lnTo>
                    <a:pt x="623679" y="1028312"/>
                  </a:lnTo>
                  <a:lnTo>
                    <a:pt x="624534" y="1041130"/>
                  </a:lnTo>
                  <a:lnTo>
                    <a:pt x="625390" y="1039990"/>
                  </a:lnTo>
                  <a:lnTo>
                    <a:pt x="626245" y="1049172"/>
                  </a:lnTo>
                  <a:lnTo>
                    <a:pt x="627101" y="1045401"/>
                  </a:lnTo>
                  <a:lnTo>
                    <a:pt x="627956" y="992724"/>
                  </a:lnTo>
                  <a:lnTo>
                    <a:pt x="628812" y="1012409"/>
                  </a:lnTo>
                  <a:lnTo>
                    <a:pt x="629668" y="1041429"/>
                  </a:lnTo>
                  <a:lnTo>
                    <a:pt x="630523" y="1083700"/>
                  </a:lnTo>
                  <a:lnTo>
                    <a:pt x="631379" y="1051400"/>
                  </a:lnTo>
                  <a:lnTo>
                    <a:pt x="632234" y="1036826"/>
                  </a:lnTo>
                  <a:lnTo>
                    <a:pt x="633090" y="1007020"/>
                  </a:lnTo>
                  <a:lnTo>
                    <a:pt x="633945" y="983365"/>
                  </a:lnTo>
                  <a:lnTo>
                    <a:pt x="634801" y="930922"/>
                  </a:lnTo>
                  <a:lnTo>
                    <a:pt x="635656" y="1012128"/>
                  </a:lnTo>
                  <a:lnTo>
                    <a:pt x="636512" y="960634"/>
                  </a:lnTo>
                  <a:lnTo>
                    <a:pt x="637367" y="935143"/>
                  </a:lnTo>
                  <a:lnTo>
                    <a:pt x="638223" y="956290"/>
                  </a:lnTo>
                  <a:lnTo>
                    <a:pt x="639078" y="931021"/>
                  </a:lnTo>
                  <a:lnTo>
                    <a:pt x="639934" y="962163"/>
                  </a:lnTo>
                  <a:lnTo>
                    <a:pt x="640789" y="1016291"/>
                  </a:lnTo>
                  <a:lnTo>
                    <a:pt x="641645" y="1071634"/>
                  </a:lnTo>
                  <a:lnTo>
                    <a:pt x="642500" y="1054415"/>
                  </a:lnTo>
                  <a:lnTo>
                    <a:pt x="643356" y="1116994"/>
                  </a:lnTo>
                  <a:lnTo>
                    <a:pt x="644211" y="1112341"/>
                  </a:lnTo>
                  <a:lnTo>
                    <a:pt x="645067" y="1179245"/>
                  </a:lnTo>
                  <a:lnTo>
                    <a:pt x="645923" y="1213934"/>
                  </a:lnTo>
                  <a:lnTo>
                    <a:pt x="646778" y="1088106"/>
                  </a:lnTo>
                  <a:lnTo>
                    <a:pt x="647634" y="1116458"/>
                  </a:lnTo>
                  <a:lnTo>
                    <a:pt x="648489" y="1095010"/>
                  </a:lnTo>
                  <a:lnTo>
                    <a:pt x="649345" y="1098183"/>
                  </a:lnTo>
                  <a:lnTo>
                    <a:pt x="650200" y="1173608"/>
                  </a:lnTo>
                  <a:lnTo>
                    <a:pt x="651056" y="1129033"/>
                  </a:lnTo>
                  <a:lnTo>
                    <a:pt x="651911" y="1169998"/>
                  </a:lnTo>
                  <a:lnTo>
                    <a:pt x="652767" y="1188813"/>
                  </a:lnTo>
                  <a:lnTo>
                    <a:pt x="653622" y="1159090"/>
                  </a:lnTo>
                  <a:lnTo>
                    <a:pt x="654478" y="1309631"/>
                  </a:lnTo>
                  <a:lnTo>
                    <a:pt x="655333" y="1354769"/>
                  </a:lnTo>
                  <a:lnTo>
                    <a:pt x="656189" y="1434263"/>
                  </a:lnTo>
                  <a:lnTo>
                    <a:pt x="657044" y="1516520"/>
                  </a:lnTo>
                  <a:lnTo>
                    <a:pt x="657900" y="1403454"/>
                  </a:lnTo>
                  <a:lnTo>
                    <a:pt x="658755" y="1395263"/>
                  </a:lnTo>
                  <a:lnTo>
                    <a:pt x="659611" y="1382546"/>
                  </a:lnTo>
                  <a:lnTo>
                    <a:pt x="660467" y="1475305"/>
                  </a:lnTo>
                  <a:lnTo>
                    <a:pt x="661322" y="1504941"/>
                  </a:lnTo>
                  <a:lnTo>
                    <a:pt x="662178" y="1431168"/>
                  </a:lnTo>
                  <a:lnTo>
                    <a:pt x="663033" y="1345981"/>
                  </a:lnTo>
                  <a:lnTo>
                    <a:pt x="663889" y="1288591"/>
                  </a:lnTo>
                  <a:lnTo>
                    <a:pt x="664744" y="1138272"/>
                  </a:lnTo>
                  <a:lnTo>
                    <a:pt x="665600" y="1116001"/>
                  </a:lnTo>
                  <a:lnTo>
                    <a:pt x="666455" y="1080720"/>
                  </a:lnTo>
                  <a:lnTo>
                    <a:pt x="667311" y="1014559"/>
                  </a:lnTo>
                  <a:lnTo>
                    <a:pt x="668166" y="1016198"/>
                  </a:lnTo>
                  <a:lnTo>
                    <a:pt x="669022" y="1049951"/>
                  </a:lnTo>
                  <a:lnTo>
                    <a:pt x="669877" y="1040403"/>
                  </a:lnTo>
                  <a:lnTo>
                    <a:pt x="670733" y="1127577"/>
                  </a:lnTo>
                  <a:lnTo>
                    <a:pt x="671588" y="1212124"/>
                  </a:lnTo>
                  <a:lnTo>
                    <a:pt x="672444" y="1338883"/>
                  </a:lnTo>
                  <a:lnTo>
                    <a:pt x="673299" y="1360734"/>
                  </a:lnTo>
                  <a:lnTo>
                    <a:pt x="674155" y="1283133"/>
                  </a:lnTo>
                  <a:lnTo>
                    <a:pt x="675010" y="1193156"/>
                  </a:lnTo>
                  <a:lnTo>
                    <a:pt x="675866" y="1103764"/>
                  </a:lnTo>
                  <a:lnTo>
                    <a:pt x="676722" y="1105331"/>
                  </a:lnTo>
                  <a:lnTo>
                    <a:pt x="677577" y="1109163"/>
                  </a:lnTo>
                  <a:lnTo>
                    <a:pt x="678433" y="1099517"/>
                  </a:lnTo>
                  <a:lnTo>
                    <a:pt x="679288" y="1065292"/>
                  </a:lnTo>
                  <a:lnTo>
                    <a:pt x="680144" y="1088160"/>
                  </a:lnTo>
                  <a:lnTo>
                    <a:pt x="680999" y="1107042"/>
                  </a:lnTo>
                  <a:lnTo>
                    <a:pt x="681855" y="1095765"/>
                  </a:lnTo>
                  <a:lnTo>
                    <a:pt x="682710" y="1112454"/>
                  </a:lnTo>
                  <a:lnTo>
                    <a:pt x="683566" y="1105719"/>
                  </a:lnTo>
                  <a:lnTo>
                    <a:pt x="684421" y="1089636"/>
                  </a:lnTo>
                  <a:lnTo>
                    <a:pt x="685277" y="1123304"/>
                  </a:lnTo>
                  <a:lnTo>
                    <a:pt x="686132" y="1134499"/>
                  </a:lnTo>
                  <a:lnTo>
                    <a:pt x="686988" y="1122972"/>
                  </a:lnTo>
                  <a:lnTo>
                    <a:pt x="687843" y="1120296"/>
                  </a:lnTo>
                  <a:lnTo>
                    <a:pt x="688699" y="1131599"/>
                  </a:lnTo>
                  <a:lnTo>
                    <a:pt x="689554" y="1123421"/>
                  </a:lnTo>
                  <a:lnTo>
                    <a:pt x="690410" y="1140982"/>
                  </a:lnTo>
                  <a:lnTo>
                    <a:pt x="691265" y="1123843"/>
                  </a:lnTo>
                  <a:lnTo>
                    <a:pt x="692121" y="1118850"/>
                  </a:lnTo>
                  <a:lnTo>
                    <a:pt x="692977" y="1132998"/>
                  </a:lnTo>
                  <a:lnTo>
                    <a:pt x="693832" y="1069472"/>
                  </a:lnTo>
                  <a:lnTo>
                    <a:pt x="694688" y="1080802"/>
                  </a:lnTo>
                  <a:lnTo>
                    <a:pt x="695543" y="1079116"/>
                  </a:lnTo>
                  <a:lnTo>
                    <a:pt x="696399" y="1076213"/>
                  </a:lnTo>
                  <a:lnTo>
                    <a:pt x="697254" y="1120780"/>
                  </a:lnTo>
                  <a:lnTo>
                    <a:pt x="698110" y="1043559"/>
                  </a:lnTo>
                  <a:lnTo>
                    <a:pt x="698965" y="1073544"/>
                  </a:lnTo>
                  <a:lnTo>
                    <a:pt x="699821" y="1054052"/>
                  </a:lnTo>
                  <a:lnTo>
                    <a:pt x="700676" y="1065790"/>
                  </a:lnTo>
                  <a:lnTo>
                    <a:pt x="701532" y="1057427"/>
                  </a:lnTo>
                  <a:lnTo>
                    <a:pt x="702387" y="1064266"/>
                  </a:lnTo>
                  <a:lnTo>
                    <a:pt x="703243" y="1093161"/>
                  </a:lnTo>
                  <a:lnTo>
                    <a:pt x="704098" y="1127374"/>
                  </a:lnTo>
                  <a:lnTo>
                    <a:pt x="704954" y="1199697"/>
                  </a:lnTo>
                  <a:lnTo>
                    <a:pt x="705809" y="1193168"/>
                  </a:lnTo>
                  <a:lnTo>
                    <a:pt x="706665" y="1230260"/>
                  </a:lnTo>
                  <a:lnTo>
                    <a:pt x="707520" y="1225580"/>
                  </a:lnTo>
                  <a:lnTo>
                    <a:pt x="708376" y="1336830"/>
                  </a:lnTo>
                  <a:lnTo>
                    <a:pt x="709232" y="1399436"/>
                  </a:lnTo>
                  <a:lnTo>
                    <a:pt x="710087" y="1461117"/>
                  </a:lnTo>
                  <a:lnTo>
                    <a:pt x="710943" y="1520797"/>
                  </a:lnTo>
                  <a:lnTo>
                    <a:pt x="711798" y="1508382"/>
                  </a:lnTo>
                  <a:lnTo>
                    <a:pt x="712654" y="1539446"/>
                  </a:lnTo>
                  <a:lnTo>
                    <a:pt x="713509" y="1582250"/>
                  </a:lnTo>
                  <a:lnTo>
                    <a:pt x="714365" y="1582362"/>
                  </a:lnTo>
                  <a:lnTo>
                    <a:pt x="715220" y="1612694"/>
                  </a:lnTo>
                  <a:lnTo>
                    <a:pt x="716076" y="1596708"/>
                  </a:lnTo>
                  <a:lnTo>
                    <a:pt x="716931" y="1569942"/>
                  </a:lnTo>
                  <a:lnTo>
                    <a:pt x="717787" y="1464415"/>
                  </a:lnTo>
                  <a:lnTo>
                    <a:pt x="718642" y="1405574"/>
                  </a:lnTo>
                  <a:lnTo>
                    <a:pt x="719498" y="1517959"/>
                  </a:lnTo>
                  <a:lnTo>
                    <a:pt x="720353" y="1534814"/>
                  </a:lnTo>
                  <a:lnTo>
                    <a:pt x="721209" y="1467723"/>
                  </a:lnTo>
                  <a:lnTo>
                    <a:pt x="722064" y="1465703"/>
                  </a:lnTo>
                  <a:lnTo>
                    <a:pt x="722920" y="1414853"/>
                  </a:lnTo>
                  <a:lnTo>
                    <a:pt x="723776" y="1434796"/>
                  </a:lnTo>
                  <a:lnTo>
                    <a:pt x="724631" y="1348336"/>
                  </a:lnTo>
                  <a:lnTo>
                    <a:pt x="725487" y="1192636"/>
                  </a:lnTo>
                  <a:lnTo>
                    <a:pt x="726342" y="1121023"/>
                  </a:lnTo>
                  <a:lnTo>
                    <a:pt x="727198" y="1112847"/>
                  </a:lnTo>
                  <a:lnTo>
                    <a:pt x="728053" y="1120668"/>
                  </a:lnTo>
                  <a:lnTo>
                    <a:pt x="728909" y="1042862"/>
                  </a:lnTo>
                  <a:lnTo>
                    <a:pt x="729764" y="978338"/>
                  </a:lnTo>
                  <a:lnTo>
                    <a:pt x="730620" y="977238"/>
                  </a:lnTo>
                  <a:lnTo>
                    <a:pt x="731475" y="919527"/>
                  </a:lnTo>
                  <a:lnTo>
                    <a:pt x="732331" y="828056"/>
                  </a:lnTo>
                  <a:lnTo>
                    <a:pt x="733186" y="762340"/>
                  </a:lnTo>
                  <a:lnTo>
                    <a:pt x="734042" y="663476"/>
                  </a:lnTo>
                  <a:lnTo>
                    <a:pt x="734897" y="702124"/>
                  </a:lnTo>
                  <a:lnTo>
                    <a:pt x="735753" y="669249"/>
                  </a:lnTo>
                  <a:lnTo>
                    <a:pt x="736608" y="722552"/>
                  </a:lnTo>
                  <a:lnTo>
                    <a:pt x="737464" y="717588"/>
                  </a:lnTo>
                  <a:lnTo>
                    <a:pt x="738319" y="762010"/>
                  </a:lnTo>
                  <a:lnTo>
                    <a:pt x="739175" y="773929"/>
                  </a:lnTo>
                  <a:lnTo>
                    <a:pt x="740031" y="735111"/>
                  </a:lnTo>
                  <a:lnTo>
                    <a:pt x="740886" y="751877"/>
                  </a:lnTo>
                  <a:lnTo>
                    <a:pt x="741742" y="727150"/>
                  </a:lnTo>
                  <a:lnTo>
                    <a:pt x="742597" y="759987"/>
                  </a:lnTo>
                  <a:lnTo>
                    <a:pt x="743453" y="825562"/>
                  </a:lnTo>
                  <a:lnTo>
                    <a:pt x="744308" y="739449"/>
                  </a:lnTo>
                  <a:lnTo>
                    <a:pt x="745164" y="697762"/>
                  </a:lnTo>
                  <a:lnTo>
                    <a:pt x="746019" y="630809"/>
                  </a:lnTo>
                  <a:lnTo>
                    <a:pt x="746875" y="524463"/>
                  </a:lnTo>
                  <a:lnTo>
                    <a:pt x="747730" y="531417"/>
                  </a:lnTo>
                  <a:lnTo>
                    <a:pt x="748586" y="461274"/>
                  </a:lnTo>
                  <a:lnTo>
                    <a:pt x="749441" y="465320"/>
                  </a:lnTo>
                  <a:lnTo>
                    <a:pt x="750297" y="541820"/>
                  </a:lnTo>
                  <a:lnTo>
                    <a:pt x="751152" y="510955"/>
                  </a:lnTo>
                  <a:lnTo>
                    <a:pt x="752008" y="536938"/>
                  </a:lnTo>
                  <a:lnTo>
                    <a:pt x="752863" y="232420"/>
                  </a:lnTo>
                  <a:lnTo>
                    <a:pt x="753719" y="118895"/>
                  </a:lnTo>
                  <a:lnTo>
                    <a:pt x="754574" y="46822"/>
                  </a:lnTo>
                  <a:lnTo>
                    <a:pt x="755430" y="13009"/>
                  </a:lnTo>
                  <a:lnTo>
                    <a:pt x="756286" y="0"/>
                  </a:lnTo>
                  <a:lnTo>
                    <a:pt x="757141" y="81624"/>
                  </a:lnTo>
                  <a:lnTo>
                    <a:pt x="757997" y="91780"/>
                  </a:lnTo>
                  <a:lnTo>
                    <a:pt x="758852" y="171355"/>
                  </a:lnTo>
                  <a:lnTo>
                    <a:pt x="759708" y="282501"/>
                  </a:lnTo>
                  <a:lnTo>
                    <a:pt x="760563" y="223636"/>
                  </a:lnTo>
                  <a:lnTo>
                    <a:pt x="761419" y="272600"/>
                  </a:lnTo>
                  <a:lnTo>
                    <a:pt x="762274" y="259980"/>
                  </a:lnTo>
                  <a:lnTo>
                    <a:pt x="763130" y="193292"/>
                  </a:lnTo>
                  <a:lnTo>
                    <a:pt x="763985" y="221477"/>
                  </a:lnTo>
                  <a:lnTo>
                    <a:pt x="764841" y="238123"/>
                  </a:lnTo>
                  <a:lnTo>
                    <a:pt x="765696" y="270899"/>
                  </a:lnTo>
                  <a:lnTo>
                    <a:pt x="766552" y="287805"/>
                  </a:lnTo>
                  <a:lnTo>
                    <a:pt x="767407" y="366135"/>
                  </a:lnTo>
                  <a:lnTo>
                    <a:pt x="768263" y="446204"/>
                  </a:lnTo>
                  <a:lnTo>
                    <a:pt x="769118" y="542039"/>
                  </a:lnTo>
                  <a:lnTo>
                    <a:pt x="769974" y="627564"/>
                  </a:lnTo>
                  <a:lnTo>
                    <a:pt x="770830" y="766959"/>
                  </a:lnTo>
                  <a:lnTo>
                    <a:pt x="771685" y="881627"/>
                  </a:lnTo>
                  <a:lnTo>
                    <a:pt x="772541" y="846783"/>
                  </a:lnTo>
                  <a:lnTo>
                    <a:pt x="773396" y="922716"/>
                  </a:lnTo>
                  <a:lnTo>
                    <a:pt x="774252" y="961532"/>
                  </a:lnTo>
                  <a:lnTo>
                    <a:pt x="775107" y="1076035"/>
                  </a:lnTo>
                  <a:lnTo>
                    <a:pt x="775963" y="1194977"/>
                  </a:lnTo>
                  <a:lnTo>
                    <a:pt x="776818" y="1167661"/>
                  </a:lnTo>
                  <a:lnTo>
                    <a:pt x="777674" y="1197793"/>
                  </a:lnTo>
                  <a:lnTo>
                    <a:pt x="778529" y="1159866"/>
                  </a:lnTo>
                  <a:lnTo>
                    <a:pt x="779385" y="1234525"/>
                  </a:lnTo>
                  <a:lnTo>
                    <a:pt x="780240" y="1237364"/>
                  </a:lnTo>
                  <a:lnTo>
                    <a:pt x="781096" y="1224464"/>
                  </a:lnTo>
                  <a:lnTo>
                    <a:pt x="781951" y="1198001"/>
                  </a:lnTo>
                  <a:lnTo>
                    <a:pt x="782807" y="1300749"/>
                  </a:lnTo>
                  <a:lnTo>
                    <a:pt x="783662" y="1244175"/>
                  </a:lnTo>
                  <a:lnTo>
                    <a:pt x="784518" y="1300227"/>
                  </a:lnTo>
                  <a:lnTo>
                    <a:pt x="785373" y="1227401"/>
                  </a:lnTo>
                  <a:lnTo>
                    <a:pt x="786229" y="1162913"/>
                  </a:lnTo>
                  <a:lnTo>
                    <a:pt x="787085" y="1154790"/>
                  </a:lnTo>
                  <a:lnTo>
                    <a:pt x="787940" y="1285424"/>
                  </a:lnTo>
                  <a:lnTo>
                    <a:pt x="788796" y="1348720"/>
                  </a:lnTo>
                  <a:lnTo>
                    <a:pt x="789651" y="1369789"/>
                  </a:lnTo>
                  <a:lnTo>
                    <a:pt x="790507" y="1283652"/>
                  </a:lnTo>
                  <a:lnTo>
                    <a:pt x="791362" y="1245416"/>
                  </a:lnTo>
                  <a:lnTo>
                    <a:pt x="792218" y="1233675"/>
                  </a:lnTo>
                  <a:lnTo>
                    <a:pt x="793073" y="1198362"/>
                  </a:lnTo>
                  <a:lnTo>
                    <a:pt x="793929" y="1219992"/>
                  </a:lnTo>
                  <a:lnTo>
                    <a:pt x="794784" y="1288843"/>
                  </a:lnTo>
                  <a:lnTo>
                    <a:pt x="795640" y="1361663"/>
                  </a:lnTo>
                  <a:lnTo>
                    <a:pt x="796495" y="1365682"/>
                  </a:lnTo>
                  <a:lnTo>
                    <a:pt x="797351" y="1390856"/>
                  </a:lnTo>
                  <a:lnTo>
                    <a:pt x="798206" y="1360458"/>
                  </a:lnTo>
                  <a:lnTo>
                    <a:pt x="799062" y="1257914"/>
                  </a:lnTo>
                  <a:lnTo>
                    <a:pt x="799917" y="1186559"/>
                  </a:lnTo>
                  <a:lnTo>
                    <a:pt x="800773" y="1127000"/>
                  </a:lnTo>
                  <a:lnTo>
                    <a:pt x="801628" y="1038194"/>
                  </a:lnTo>
                  <a:lnTo>
                    <a:pt x="802484" y="1118899"/>
                  </a:lnTo>
                  <a:lnTo>
                    <a:pt x="803340" y="1107435"/>
                  </a:lnTo>
                  <a:lnTo>
                    <a:pt x="804195" y="1169898"/>
                  </a:lnTo>
                  <a:lnTo>
                    <a:pt x="805051" y="1176486"/>
                  </a:lnTo>
                  <a:lnTo>
                    <a:pt x="805906" y="1123282"/>
                  </a:lnTo>
                  <a:lnTo>
                    <a:pt x="806762" y="1046318"/>
                  </a:lnTo>
                  <a:lnTo>
                    <a:pt x="807617" y="1044458"/>
                  </a:lnTo>
                  <a:lnTo>
                    <a:pt x="808473" y="991474"/>
                  </a:lnTo>
                  <a:lnTo>
                    <a:pt x="809328" y="993064"/>
                  </a:lnTo>
                  <a:lnTo>
                    <a:pt x="810184" y="999258"/>
                  </a:lnTo>
                  <a:lnTo>
                    <a:pt x="811039" y="994886"/>
                  </a:lnTo>
                  <a:lnTo>
                    <a:pt x="811895" y="1030392"/>
                  </a:lnTo>
                  <a:lnTo>
                    <a:pt x="812750" y="1055825"/>
                  </a:lnTo>
                  <a:lnTo>
                    <a:pt x="813606" y="1145957"/>
                  </a:lnTo>
                  <a:lnTo>
                    <a:pt x="814461" y="1119038"/>
                  </a:lnTo>
                  <a:lnTo>
                    <a:pt x="815317" y="1133027"/>
                  </a:lnTo>
                  <a:lnTo>
                    <a:pt x="816172" y="1104934"/>
                  </a:lnTo>
                  <a:lnTo>
                    <a:pt x="817028" y="1077432"/>
                  </a:lnTo>
                  <a:lnTo>
                    <a:pt x="817884" y="1050488"/>
                  </a:lnTo>
                  <a:lnTo>
                    <a:pt x="818739" y="945014"/>
                  </a:lnTo>
                  <a:lnTo>
                    <a:pt x="819595" y="946382"/>
                  </a:lnTo>
                  <a:lnTo>
                    <a:pt x="820450" y="794571"/>
                  </a:lnTo>
                  <a:lnTo>
                    <a:pt x="821306" y="769680"/>
                  </a:lnTo>
                  <a:lnTo>
                    <a:pt x="822161" y="804342"/>
                  </a:lnTo>
                  <a:lnTo>
                    <a:pt x="823017" y="780362"/>
                  </a:lnTo>
                  <a:lnTo>
                    <a:pt x="823872" y="780402"/>
                  </a:lnTo>
                  <a:lnTo>
                    <a:pt x="824728" y="721862"/>
                  </a:lnTo>
                  <a:lnTo>
                    <a:pt x="825583" y="774660"/>
                  </a:lnTo>
                  <a:lnTo>
                    <a:pt x="826439" y="845473"/>
                  </a:lnTo>
                  <a:lnTo>
                    <a:pt x="827294" y="885798"/>
                  </a:lnTo>
                  <a:lnTo>
                    <a:pt x="828150" y="891037"/>
                  </a:lnTo>
                  <a:lnTo>
                    <a:pt x="829005" y="818963"/>
                  </a:lnTo>
                  <a:lnTo>
                    <a:pt x="829861" y="797473"/>
                  </a:lnTo>
                  <a:lnTo>
                    <a:pt x="830716" y="777886"/>
                  </a:lnTo>
                  <a:lnTo>
                    <a:pt x="831572" y="811337"/>
                  </a:lnTo>
                  <a:lnTo>
                    <a:pt x="832427" y="866331"/>
                  </a:lnTo>
                  <a:lnTo>
                    <a:pt x="833283" y="782575"/>
                  </a:lnTo>
                  <a:lnTo>
                    <a:pt x="834139" y="677685"/>
                  </a:lnTo>
                  <a:lnTo>
                    <a:pt x="834994" y="659930"/>
                  </a:lnTo>
                  <a:lnTo>
                    <a:pt x="835850" y="610533"/>
                  </a:lnTo>
                  <a:lnTo>
                    <a:pt x="836705" y="741068"/>
                  </a:lnTo>
                  <a:lnTo>
                    <a:pt x="837561" y="859333"/>
                  </a:lnTo>
                  <a:lnTo>
                    <a:pt x="838416" y="986703"/>
                  </a:lnTo>
                  <a:lnTo>
                    <a:pt x="839272" y="972965"/>
                  </a:lnTo>
                  <a:lnTo>
                    <a:pt x="840127" y="966056"/>
                  </a:lnTo>
                  <a:lnTo>
                    <a:pt x="840983" y="989404"/>
                  </a:lnTo>
                  <a:lnTo>
                    <a:pt x="841838" y="1112380"/>
                  </a:lnTo>
                  <a:lnTo>
                    <a:pt x="842694" y="1133687"/>
                  </a:lnTo>
                  <a:lnTo>
                    <a:pt x="843549" y="1278280"/>
                  </a:lnTo>
                  <a:lnTo>
                    <a:pt x="844405" y="1258452"/>
                  </a:lnTo>
                  <a:lnTo>
                    <a:pt x="845260" y="1253487"/>
                  </a:lnTo>
                  <a:lnTo>
                    <a:pt x="846116" y="1228832"/>
                  </a:lnTo>
                  <a:lnTo>
                    <a:pt x="846971" y="1219430"/>
                  </a:lnTo>
                  <a:lnTo>
                    <a:pt x="847827" y="1202309"/>
                  </a:lnTo>
                  <a:lnTo>
                    <a:pt x="848682" y="1222135"/>
                  </a:lnTo>
                  <a:lnTo>
                    <a:pt x="849538" y="1181398"/>
                  </a:lnTo>
                  <a:lnTo>
                    <a:pt x="850394" y="1117393"/>
                  </a:lnTo>
                  <a:lnTo>
                    <a:pt x="851249" y="1105669"/>
                  </a:lnTo>
                  <a:lnTo>
                    <a:pt x="852105" y="1186927"/>
                  </a:lnTo>
                  <a:lnTo>
                    <a:pt x="852960" y="1256442"/>
                  </a:lnTo>
                  <a:lnTo>
                    <a:pt x="853816" y="1283094"/>
                  </a:lnTo>
                  <a:lnTo>
                    <a:pt x="854671" y="1285409"/>
                  </a:lnTo>
                  <a:lnTo>
                    <a:pt x="855527" y="1301391"/>
                  </a:lnTo>
                  <a:lnTo>
                    <a:pt x="856382" y="1336794"/>
                  </a:lnTo>
                  <a:lnTo>
                    <a:pt x="857238" y="1351645"/>
                  </a:lnTo>
                  <a:lnTo>
                    <a:pt x="858093" y="1284996"/>
                  </a:lnTo>
                  <a:lnTo>
                    <a:pt x="858949" y="1304416"/>
                  </a:lnTo>
                  <a:lnTo>
                    <a:pt x="859804" y="1287655"/>
                  </a:lnTo>
                  <a:lnTo>
                    <a:pt x="860660" y="1351906"/>
                  </a:lnTo>
                  <a:lnTo>
                    <a:pt x="861515" y="1428124"/>
                  </a:lnTo>
                  <a:lnTo>
                    <a:pt x="862371" y="1407471"/>
                  </a:lnTo>
                  <a:lnTo>
                    <a:pt x="863226" y="1376142"/>
                  </a:lnTo>
                  <a:lnTo>
                    <a:pt x="864082" y="1454531"/>
                  </a:lnTo>
                  <a:lnTo>
                    <a:pt x="864938" y="1491123"/>
                  </a:lnTo>
                  <a:lnTo>
                    <a:pt x="865793" y="1478414"/>
                  </a:lnTo>
                  <a:lnTo>
                    <a:pt x="866649" y="1473924"/>
                  </a:lnTo>
                  <a:lnTo>
                    <a:pt x="867504" y="1542280"/>
                  </a:lnTo>
                  <a:lnTo>
                    <a:pt x="868360" y="1600243"/>
                  </a:lnTo>
                  <a:lnTo>
                    <a:pt x="869215" y="1578873"/>
                  </a:lnTo>
                  <a:lnTo>
                    <a:pt x="870071" y="1655584"/>
                  </a:lnTo>
                  <a:lnTo>
                    <a:pt x="870926" y="1688936"/>
                  </a:lnTo>
                  <a:lnTo>
                    <a:pt x="871782" y="1691100"/>
                  </a:lnTo>
                  <a:lnTo>
                    <a:pt x="872637" y="1698478"/>
                  </a:lnTo>
                  <a:lnTo>
                    <a:pt x="873493" y="1671100"/>
                  </a:lnTo>
                  <a:lnTo>
                    <a:pt x="874348" y="1691716"/>
                  </a:lnTo>
                  <a:lnTo>
                    <a:pt x="875204" y="1702861"/>
                  </a:lnTo>
                  <a:lnTo>
                    <a:pt x="876059" y="1677330"/>
                  </a:lnTo>
                  <a:lnTo>
                    <a:pt x="876915" y="1688563"/>
                  </a:lnTo>
                  <a:lnTo>
                    <a:pt x="877770" y="1704573"/>
                  </a:lnTo>
                  <a:lnTo>
                    <a:pt x="878626" y="1698854"/>
                  </a:lnTo>
                  <a:lnTo>
                    <a:pt x="879481" y="1704803"/>
                  </a:lnTo>
                  <a:lnTo>
                    <a:pt x="880337" y="1698964"/>
                  </a:lnTo>
                  <a:lnTo>
                    <a:pt x="881193" y="1704778"/>
                  </a:lnTo>
                  <a:lnTo>
                    <a:pt x="882048" y="1692235"/>
                  </a:lnTo>
                  <a:lnTo>
                    <a:pt x="882904" y="1675740"/>
                  </a:lnTo>
                  <a:lnTo>
                    <a:pt x="883759" y="1675589"/>
                  </a:lnTo>
                  <a:lnTo>
                    <a:pt x="884615" y="1664735"/>
                  </a:lnTo>
                  <a:lnTo>
                    <a:pt x="885470" y="1650092"/>
                  </a:lnTo>
                  <a:lnTo>
                    <a:pt x="886326" y="1646049"/>
                  </a:lnTo>
                  <a:lnTo>
                    <a:pt x="887181" y="1626330"/>
                  </a:lnTo>
                  <a:lnTo>
                    <a:pt x="888037" y="1638274"/>
                  </a:lnTo>
                  <a:lnTo>
                    <a:pt x="888892" y="1556570"/>
                  </a:lnTo>
                  <a:lnTo>
                    <a:pt x="889748" y="1502502"/>
                  </a:lnTo>
                  <a:lnTo>
                    <a:pt x="890603" y="1478702"/>
                  </a:lnTo>
                  <a:lnTo>
                    <a:pt x="891459" y="1562924"/>
                  </a:lnTo>
                  <a:lnTo>
                    <a:pt x="892314" y="1671010"/>
                  </a:lnTo>
                  <a:lnTo>
                    <a:pt x="893170" y="1670571"/>
                  </a:lnTo>
                  <a:lnTo>
                    <a:pt x="894025" y="1668549"/>
                  </a:lnTo>
                  <a:lnTo>
                    <a:pt x="894881" y="1627586"/>
                  </a:lnTo>
                  <a:lnTo>
                    <a:pt x="895736" y="1634438"/>
                  </a:lnTo>
                  <a:lnTo>
                    <a:pt x="896592" y="1670457"/>
                  </a:lnTo>
                  <a:lnTo>
                    <a:pt x="897448" y="1617845"/>
                  </a:lnTo>
                  <a:lnTo>
                    <a:pt x="898303" y="1582747"/>
                  </a:lnTo>
                  <a:lnTo>
                    <a:pt x="899159" y="1591680"/>
                  </a:lnTo>
                  <a:lnTo>
                    <a:pt x="900014" y="1634849"/>
                  </a:lnTo>
                  <a:lnTo>
                    <a:pt x="900870" y="1691633"/>
                  </a:lnTo>
                  <a:lnTo>
                    <a:pt x="901725" y="1678992"/>
                  </a:lnTo>
                  <a:lnTo>
                    <a:pt x="902581" y="1690303"/>
                  </a:lnTo>
                  <a:lnTo>
                    <a:pt x="903436" y="1725340"/>
                  </a:lnTo>
                  <a:lnTo>
                    <a:pt x="904292" y="1755100"/>
                  </a:lnTo>
                  <a:lnTo>
                    <a:pt x="905147" y="1780706"/>
                  </a:lnTo>
                  <a:lnTo>
                    <a:pt x="906003" y="1771572"/>
                  </a:lnTo>
                  <a:lnTo>
                    <a:pt x="906858" y="1793322"/>
                  </a:lnTo>
                  <a:lnTo>
                    <a:pt x="907714" y="1788227"/>
                  </a:lnTo>
                  <a:lnTo>
                    <a:pt x="908569" y="1804073"/>
                  </a:lnTo>
                  <a:lnTo>
                    <a:pt x="909425" y="1799985"/>
                  </a:lnTo>
                  <a:lnTo>
                    <a:pt x="910280" y="1734601"/>
                  </a:lnTo>
                  <a:lnTo>
                    <a:pt x="911136" y="1755762"/>
                  </a:lnTo>
                  <a:lnTo>
                    <a:pt x="911991" y="1802292"/>
                  </a:lnTo>
                  <a:lnTo>
                    <a:pt x="912847" y="1824813"/>
                  </a:lnTo>
                  <a:lnTo>
                    <a:pt x="913703" y="1829122"/>
                  </a:lnTo>
                  <a:lnTo>
                    <a:pt x="914558" y="1771138"/>
                  </a:lnTo>
                  <a:lnTo>
                    <a:pt x="915414" y="1828652"/>
                  </a:lnTo>
                  <a:lnTo>
                    <a:pt x="916269" y="1822136"/>
                  </a:lnTo>
                  <a:lnTo>
                    <a:pt x="917125" y="1828125"/>
                  </a:lnTo>
                  <a:lnTo>
                    <a:pt x="917980" y="1826950"/>
                  </a:lnTo>
                  <a:lnTo>
                    <a:pt x="918836" y="1799097"/>
                  </a:lnTo>
                  <a:lnTo>
                    <a:pt x="919691" y="1814659"/>
                  </a:lnTo>
                  <a:lnTo>
                    <a:pt x="920547" y="1821568"/>
                  </a:lnTo>
                  <a:lnTo>
                    <a:pt x="921402" y="1810348"/>
                  </a:lnTo>
                  <a:lnTo>
                    <a:pt x="922258" y="1809658"/>
                  </a:lnTo>
                  <a:lnTo>
                    <a:pt x="923113" y="1817417"/>
                  </a:lnTo>
                  <a:lnTo>
                    <a:pt x="923969" y="1818002"/>
                  </a:lnTo>
                  <a:lnTo>
                    <a:pt x="924824" y="1803411"/>
                  </a:lnTo>
                  <a:lnTo>
                    <a:pt x="925680" y="1779148"/>
                  </a:lnTo>
                  <a:lnTo>
                    <a:pt x="926535" y="1784912"/>
                  </a:lnTo>
                  <a:lnTo>
                    <a:pt x="927391" y="1803410"/>
                  </a:lnTo>
                  <a:lnTo>
                    <a:pt x="928247" y="1765350"/>
                  </a:lnTo>
                  <a:lnTo>
                    <a:pt x="929102" y="1724881"/>
                  </a:lnTo>
                  <a:lnTo>
                    <a:pt x="929958" y="1726260"/>
                  </a:lnTo>
                  <a:lnTo>
                    <a:pt x="930813" y="1764731"/>
                  </a:lnTo>
                  <a:lnTo>
                    <a:pt x="931669" y="1786037"/>
                  </a:lnTo>
                  <a:lnTo>
                    <a:pt x="932524" y="1789618"/>
                  </a:lnTo>
                  <a:lnTo>
                    <a:pt x="933380" y="1785390"/>
                  </a:lnTo>
                  <a:lnTo>
                    <a:pt x="934235" y="1764452"/>
                  </a:lnTo>
                  <a:lnTo>
                    <a:pt x="935091" y="1786786"/>
                  </a:lnTo>
                  <a:lnTo>
                    <a:pt x="935946" y="1742201"/>
                  </a:lnTo>
                  <a:lnTo>
                    <a:pt x="936802" y="1722346"/>
                  </a:lnTo>
                  <a:lnTo>
                    <a:pt x="937657" y="1759221"/>
                  </a:lnTo>
                  <a:lnTo>
                    <a:pt x="938513" y="1757790"/>
                  </a:lnTo>
                  <a:lnTo>
                    <a:pt x="939368" y="1802249"/>
                  </a:lnTo>
                  <a:lnTo>
                    <a:pt x="940224" y="1794061"/>
                  </a:lnTo>
                  <a:lnTo>
                    <a:pt x="941079" y="1807401"/>
                  </a:lnTo>
                  <a:lnTo>
                    <a:pt x="941935" y="1818460"/>
                  </a:lnTo>
                  <a:lnTo>
                    <a:pt x="942790" y="1822425"/>
                  </a:lnTo>
                  <a:lnTo>
                    <a:pt x="943646" y="1813863"/>
                  </a:lnTo>
                  <a:lnTo>
                    <a:pt x="944502" y="1799687"/>
                  </a:lnTo>
                  <a:lnTo>
                    <a:pt x="945357" y="1808290"/>
                  </a:lnTo>
                  <a:lnTo>
                    <a:pt x="946213" y="1783985"/>
                  </a:lnTo>
                  <a:lnTo>
                    <a:pt x="947068" y="1765136"/>
                  </a:lnTo>
                  <a:lnTo>
                    <a:pt x="947924" y="1755432"/>
                  </a:lnTo>
                  <a:lnTo>
                    <a:pt x="948779" y="1778391"/>
                  </a:lnTo>
                  <a:lnTo>
                    <a:pt x="949635" y="1780957"/>
                  </a:lnTo>
                  <a:lnTo>
                    <a:pt x="950490" y="1782255"/>
                  </a:lnTo>
                  <a:lnTo>
                    <a:pt x="951346" y="1789383"/>
                  </a:lnTo>
                  <a:lnTo>
                    <a:pt x="952201" y="1791132"/>
                  </a:lnTo>
                  <a:lnTo>
                    <a:pt x="953057" y="1800628"/>
                  </a:lnTo>
                  <a:lnTo>
                    <a:pt x="953912" y="1798671"/>
                  </a:lnTo>
                  <a:lnTo>
                    <a:pt x="954768" y="1808786"/>
                  </a:lnTo>
                  <a:lnTo>
                    <a:pt x="955623" y="1822436"/>
                  </a:lnTo>
                  <a:lnTo>
                    <a:pt x="956479" y="1838734"/>
                  </a:lnTo>
                  <a:lnTo>
                    <a:pt x="957334" y="1832035"/>
                  </a:lnTo>
                  <a:lnTo>
                    <a:pt x="958190" y="1836407"/>
                  </a:lnTo>
                  <a:lnTo>
                    <a:pt x="959045" y="1834686"/>
                  </a:lnTo>
                  <a:lnTo>
                    <a:pt x="959901" y="1836275"/>
                  </a:lnTo>
                  <a:lnTo>
                    <a:pt x="960757" y="1835279"/>
                  </a:lnTo>
                  <a:lnTo>
                    <a:pt x="961612" y="1833158"/>
                  </a:lnTo>
                  <a:lnTo>
                    <a:pt x="962468" y="1838461"/>
                  </a:lnTo>
                  <a:lnTo>
                    <a:pt x="963323" y="1835980"/>
                  </a:lnTo>
                  <a:lnTo>
                    <a:pt x="964179" y="1833892"/>
                  </a:lnTo>
                  <a:lnTo>
                    <a:pt x="965034" y="1833519"/>
                  </a:lnTo>
                  <a:lnTo>
                    <a:pt x="965890" y="1823653"/>
                  </a:lnTo>
                  <a:lnTo>
                    <a:pt x="966745" y="1835553"/>
                  </a:lnTo>
                  <a:lnTo>
                    <a:pt x="967601" y="1826650"/>
                  </a:lnTo>
                  <a:lnTo>
                    <a:pt x="968456" y="1810673"/>
                  </a:lnTo>
                  <a:lnTo>
                    <a:pt x="969312" y="1803606"/>
                  </a:lnTo>
                  <a:lnTo>
                    <a:pt x="970167" y="1809451"/>
                  </a:lnTo>
                  <a:lnTo>
                    <a:pt x="971023" y="1816245"/>
                  </a:lnTo>
                  <a:lnTo>
                    <a:pt x="971878" y="1805202"/>
                  </a:lnTo>
                  <a:lnTo>
                    <a:pt x="972734" y="1818310"/>
                  </a:lnTo>
                  <a:lnTo>
                    <a:pt x="973589" y="1822582"/>
                  </a:lnTo>
                  <a:lnTo>
                    <a:pt x="974445" y="1834602"/>
                  </a:lnTo>
                  <a:lnTo>
                    <a:pt x="975301" y="1834067"/>
                  </a:lnTo>
                  <a:lnTo>
                    <a:pt x="976156" y="1828473"/>
                  </a:lnTo>
                  <a:lnTo>
                    <a:pt x="977012" y="1823768"/>
                  </a:lnTo>
                  <a:lnTo>
                    <a:pt x="977867" y="1822303"/>
                  </a:lnTo>
                  <a:lnTo>
                    <a:pt x="978723" y="1823203"/>
                  </a:lnTo>
                  <a:lnTo>
                    <a:pt x="979578" y="1817102"/>
                  </a:lnTo>
                  <a:lnTo>
                    <a:pt x="980434" y="1824357"/>
                  </a:lnTo>
                  <a:lnTo>
                    <a:pt x="981289" y="1830786"/>
                  </a:lnTo>
                  <a:lnTo>
                    <a:pt x="982145" y="1832428"/>
                  </a:lnTo>
                  <a:lnTo>
                    <a:pt x="983000" y="1835364"/>
                  </a:lnTo>
                  <a:lnTo>
                    <a:pt x="983856" y="1784750"/>
                  </a:lnTo>
                  <a:lnTo>
                    <a:pt x="984711" y="1826134"/>
                  </a:lnTo>
                  <a:lnTo>
                    <a:pt x="985567" y="1808263"/>
                  </a:lnTo>
                  <a:lnTo>
                    <a:pt x="986422" y="1818200"/>
                  </a:lnTo>
                  <a:lnTo>
                    <a:pt x="987278" y="1827421"/>
                  </a:lnTo>
                  <a:lnTo>
                    <a:pt x="988133" y="1788778"/>
                  </a:lnTo>
                  <a:lnTo>
                    <a:pt x="988989" y="1815024"/>
                  </a:lnTo>
                  <a:lnTo>
                    <a:pt x="989844" y="1786080"/>
                  </a:lnTo>
                  <a:lnTo>
                    <a:pt x="990700" y="1799568"/>
                  </a:lnTo>
                  <a:lnTo>
                    <a:pt x="991556" y="1790259"/>
                  </a:lnTo>
                  <a:lnTo>
                    <a:pt x="992411" y="1752914"/>
                  </a:lnTo>
                  <a:lnTo>
                    <a:pt x="993267" y="1762286"/>
                  </a:lnTo>
                  <a:lnTo>
                    <a:pt x="994122" y="1736060"/>
                  </a:lnTo>
                  <a:lnTo>
                    <a:pt x="994978" y="1798519"/>
                  </a:lnTo>
                  <a:lnTo>
                    <a:pt x="995833" y="1801805"/>
                  </a:lnTo>
                  <a:lnTo>
                    <a:pt x="996689" y="1811594"/>
                  </a:lnTo>
                  <a:lnTo>
                    <a:pt x="997544" y="1822167"/>
                  </a:lnTo>
                  <a:lnTo>
                    <a:pt x="998400" y="1803712"/>
                  </a:lnTo>
                  <a:lnTo>
                    <a:pt x="999255" y="1809068"/>
                  </a:lnTo>
                  <a:lnTo>
                    <a:pt x="1000111" y="1781364"/>
                  </a:lnTo>
                  <a:lnTo>
                    <a:pt x="1000966" y="1743564"/>
                  </a:lnTo>
                  <a:lnTo>
                    <a:pt x="1001822" y="1768045"/>
                  </a:lnTo>
                  <a:lnTo>
                    <a:pt x="1002677" y="1785217"/>
                  </a:lnTo>
                  <a:lnTo>
                    <a:pt x="1003533" y="1804583"/>
                  </a:lnTo>
                  <a:lnTo>
                    <a:pt x="1004388" y="1797231"/>
                  </a:lnTo>
                  <a:lnTo>
                    <a:pt x="1005244" y="1796480"/>
                  </a:lnTo>
                  <a:lnTo>
                    <a:pt x="1006099" y="1827266"/>
                  </a:lnTo>
                  <a:lnTo>
                    <a:pt x="1006955" y="1821569"/>
                  </a:lnTo>
                  <a:lnTo>
                    <a:pt x="1007811" y="1806433"/>
                  </a:lnTo>
                  <a:lnTo>
                    <a:pt x="1008666" y="1811415"/>
                  </a:lnTo>
                  <a:lnTo>
                    <a:pt x="1009522" y="1809167"/>
                  </a:lnTo>
                  <a:lnTo>
                    <a:pt x="1010377" y="1807536"/>
                  </a:lnTo>
                  <a:lnTo>
                    <a:pt x="1011233" y="1813837"/>
                  </a:lnTo>
                  <a:lnTo>
                    <a:pt x="1012088" y="1780159"/>
                  </a:lnTo>
                  <a:lnTo>
                    <a:pt x="1012944" y="1789086"/>
                  </a:lnTo>
                  <a:lnTo>
                    <a:pt x="1013799" y="1767878"/>
                  </a:lnTo>
                  <a:lnTo>
                    <a:pt x="1014655" y="1741919"/>
                  </a:lnTo>
                  <a:lnTo>
                    <a:pt x="1015510" y="1745486"/>
                  </a:lnTo>
                  <a:lnTo>
                    <a:pt x="1016366" y="1765848"/>
                  </a:lnTo>
                  <a:lnTo>
                    <a:pt x="1017221" y="1806529"/>
                  </a:lnTo>
                  <a:lnTo>
                    <a:pt x="1018077" y="1804270"/>
                  </a:lnTo>
                  <a:lnTo>
                    <a:pt x="1018932" y="1775341"/>
                  </a:lnTo>
                  <a:lnTo>
                    <a:pt x="1019788" y="1828009"/>
                  </a:lnTo>
                  <a:lnTo>
                    <a:pt x="1020643" y="1804875"/>
                  </a:lnTo>
                  <a:lnTo>
                    <a:pt x="1021499" y="1826760"/>
                  </a:lnTo>
                  <a:lnTo>
                    <a:pt x="1022355" y="1824376"/>
                  </a:lnTo>
                  <a:lnTo>
                    <a:pt x="1023210" y="1810752"/>
                  </a:lnTo>
                  <a:lnTo>
                    <a:pt x="1024066" y="1833325"/>
                  </a:lnTo>
                  <a:lnTo>
                    <a:pt x="1024921" y="1832900"/>
                  </a:lnTo>
                  <a:lnTo>
                    <a:pt x="1025777" y="1831348"/>
                  </a:lnTo>
                  <a:lnTo>
                    <a:pt x="1026632" y="1835614"/>
                  </a:lnTo>
                  <a:lnTo>
                    <a:pt x="1027488" y="1834759"/>
                  </a:lnTo>
                  <a:lnTo>
                    <a:pt x="1028343" y="1835623"/>
                  </a:lnTo>
                  <a:lnTo>
                    <a:pt x="1029199" y="1836113"/>
                  </a:lnTo>
                  <a:lnTo>
                    <a:pt x="1030054" y="1831028"/>
                  </a:lnTo>
                  <a:lnTo>
                    <a:pt x="1030910" y="1823651"/>
                  </a:lnTo>
                  <a:lnTo>
                    <a:pt x="1031765" y="1817230"/>
                  </a:lnTo>
                  <a:lnTo>
                    <a:pt x="1032621" y="1812500"/>
                  </a:lnTo>
                  <a:lnTo>
                    <a:pt x="1033476" y="1792537"/>
                  </a:lnTo>
                  <a:lnTo>
                    <a:pt x="1034332" y="1826082"/>
                  </a:lnTo>
                  <a:lnTo>
                    <a:pt x="1035187" y="1802947"/>
                  </a:lnTo>
                  <a:lnTo>
                    <a:pt x="1036043" y="1779539"/>
                  </a:lnTo>
                  <a:lnTo>
                    <a:pt x="1036898" y="1765713"/>
                  </a:lnTo>
                  <a:lnTo>
                    <a:pt x="1037754" y="1688944"/>
                  </a:lnTo>
                  <a:lnTo>
                    <a:pt x="1038610" y="1734324"/>
                  </a:lnTo>
                  <a:lnTo>
                    <a:pt x="1039465" y="1756617"/>
                  </a:lnTo>
                  <a:lnTo>
                    <a:pt x="1040321" y="1778398"/>
                  </a:lnTo>
                  <a:lnTo>
                    <a:pt x="1041176" y="1797472"/>
                  </a:lnTo>
                  <a:lnTo>
                    <a:pt x="1042032" y="1756807"/>
                  </a:lnTo>
                  <a:lnTo>
                    <a:pt x="1042887" y="1801508"/>
                  </a:lnTo>
                  <a:lnTo>
                    <a:pt x="1043743" y="1807260"/>
                  </a:lnTo>
                  <a:lnTo>
                    <a:pt x="1044598" y="1809040"/>
                  </a:lnTo>
                  <a:lnTo>
                    <a:pt x="1045454" y="1834554"/>
                  </a:lnTo>
                  <a:lnTo>
                    <a:pt x="1046309" y="1814052"/>
                  </a:lnTo>
                  <a:lnTo>
                    <a:pt x="1047165" y="1837732"/>
                  </a:lnTo>
                  <a:lnTo>
                    <a:pt x="1048020" y="1844966"/>
                  </a:lnTo>
                  <a:lnTo>
                    <a:pt x="1048876" y="1837769"/>
                  </a:lnTo>
                  <a:lnTo>
                    <a:pt x="1049731" y="1840309"/>
                  </a:lnTo>
                  <a:lnTo>
                    <a:pt x="1050587" y="1833102"/>
                  </a:lnTo>
                  <a:lnTo>
                    <a:pt x="1051442" y="1831837"/>
                  </a:lnTo>
                  <a:lnTo>
                    <a:pt x="1052298" y="1831760"/>
                  </a:lnTo>
                  <a:lnTo>
                    <a:pt x="1053153" y="1827718"/>
                  </a:lnTo>
                  <a:lnTo>
                    <a:pt x="1054009" y="1823958"/>
                  </a:lnTo>
                  <a:lnTo>
                    <a:pt x="1054865" y="1783050"/>
                  </a:lnTo>
                  <a:lnTo>
                    <a:pt x="1055720" y="1806708"/>
                  </a:lnTo>
                  <a:lnTo>
                    <a:pt x="1056576" y="1800095"/>
                  </a:lnTo>
                  <a:lnTo>
                    <a:pt x="1057431" y="1778509"/>
                  </a:lnTo>
                  <a:lnTo>
                    <a:pt x="1058287" y="1790411"/>
                  </a:lnTo>
                  <a:lnTo>
                    <a:pt x="1059142" y="1779508"/>
                  </a:lnTo>
                  <a:lnTo>
                    <a:pt x="1059998" y="1799360"/>
                  </a:lnTo>
                  <a:lnTo>
                    <a:pt x="1060853" y="1804064"/>
                  </a:lnTo>
                  <a:lnTo>
                    <a:pt x="1061709" y="1798803"/>
                  </a:lnTo>
                  <a:lnTo>
                    <a:pt x="1062564" y="1809338"/>
                  </a:lnTo>
                  <a:lnTo>
                    <a:pt x="1063420" y="1820133"/>
                  </a:lnTo>
                  <a:lnTo>
                    <a:pt x="1064275" y="1814868"/>
                  </a:lnTo>
                  <a:lnTo>
                    <a:pt x="1065131" y="1820410"/>
                  </a:lnTo>
                  <a:lnTo>
                    <a:pt x="1065986" y="1824057"/>
                  </a:lnTo>
                  <a:lnTo>
                    <a:pt x="1066842" y="1839012"/>
                  </a:lnTo>
                  <a:lnTo>
                    <a:pt x="1067697" y="1838516"/>
                  </a:lnTo>
                  <a:lnTo>
                    <a:pt x="1068553" y="1827628"/>
                  </a:lnTo>
                  <a:lnTo>
                    <a:pt x="1069409" y="1832565"/>
                  </a:lnTo>
                  <a:lnTo>
                    <a:pt x="1070264" y="1829425"/>
                  </a:lnTo>
                  <a:lnTo>
                    <a:pt x="1071120" y="1832884"/>
                  </a:lnTo>
                  <a:lnTo>
                    <a:pt x="1071975" y="1822281"/>
                  </a:lnTo>
                  <a:lnTo>
                    <a:pt x="1072831" y="1830952"/>
                  </a:lnTo>
                  <a:lnTo>
                    <a:pt x="1073686" y="1830691"/>
                  </a:lnTo>
                  <a:lnTo>
                    <a:pt x="1074542" y="1833266"/>
                  </a:lnTo>
                  <a:lnTo>
                    <a:pt x="1075397" y="1829391"/>
                  </a:lnTo>
                  <a:lnTo>
                    <a:pt x="1076253" y="1829701"/>
                  </a:lnTo>
                  <a:lnTo>
                    <a:pt x="1077108" y="1829730"/>
                  </a:lnTo>
                  <a:lnTo>
                    <a:pt x="1077964" y="1837432"/>
                  </a:lnTo>
                  <a:lnTo>
                    <a:pt x="1078819" y="1828245"/>
                  </a:lnTo>
                  <a:lnTo>
                    <a:pt x="1079675" y="1824837"/>
                  </a:lnTo>
                  <a:lnTo>
                    <a:pt x="1080530" y="1830506"/>
                  </a:lnTo>
                  <a:lnTo>
                    <a:pt x="1081386" y="1830791"/>
                  </a:lnTo>
                  <a:lnTo>
                    <a:pt x="1082241" y="1848910"/>
                  </a:lnTo>
                  <a:lnTo>
                    <a:pt x="1083097" y="1845443"/>
                  </a:lnTo>
                  <a:lnTo>
                    <a:pt x="1083952" y="1843946"/>
                  </a:lnTo>
                  <a:lnTo>
                    <a:pt x="1084808" y="1853894"/>
                  </a:lnTo>
                  <a:lnTo>
                    <a:pt x="1085664" y="1851007"/>
                  </a:lnTo>
                  <a:lnTo>
                    <a:pt x="1086519" y="1851013"/>
                  </a:lnTo>
                  <a:lnTo>
                    <a:pt x="1087375" y="1847261"/>
                  </a:lnTo>
                  <a:lnTo>
                    <a:pt x="1088230" y="1831462"/>
                  </a:lnTo>
                  <a:lnTo>
                    <a:pt x="1089086" y="1846544"/>
                  </a:lnTo>
                  <a:lnTo>
                    <a:pt x="1089941" y="1834768"/>
                  </a:lnTo>
                  <a:lnTo>
                    <a:pt x="1090797" y="1834779"/>
                  </a:lnTo>
                  <a:lnTo>
                    <a:pt x="1091652" y="1838323"/>
                  </a:lnTo>
                  <a:lnTo>
                    <a:pt x="1092508" y="1820559"/>
                  </a:lnTo>
                  <a:lnTo>
                    <a:pt x="1093363" y="1845775"/>
                  </a:lnTo>
                  <a:lnTo>
                    <a:pt x="1094219" y="1836856"/>
                  </a:lnTo>
                  <a:lnTo>
                    <a:pt x="1095074" y="1830781"/>
                  </a:lnTo>
                  <a:lnTo>
                    <a:pt x="1095930" y="1835374"/>
                  </a:lnTo>
                  <a:lnTo>
                    <a:pt x="1096785" y="1830352"/>
                  </a:lnTo>
                  <a:lnTo>
                    <a:pt x="1097641" y="1835015"/>
                  </a:lnTo>
                  <a:lnTo>
                    <a:pt x="1098496" y="1844333"/>
                  </a:lnTo>
                  <a:lnTo>
                    <a:pt x="1099352" y="1842415"/>
                  </a:lnTo>
                  <a:lnTo>
                    <a:pt x="1100207" y="1845379"/>
                  </a:lnTo>
                  <a:lnTo>
                    <a:pt x="1101063" y="1833308"/>
                  </a:lnTo>
                  <a:lnTo>
                    <a:pt x="1101919" y="1822080"/>
                  </a:lnTo>
                  <a:lnTo>
                    <a:pt x="1102774" y="1814580"/>
                  </a:lnTo>
                  <a:lnTo>
                    <a:pt x="1103630" y="1800086"/>
                  </a:lnTo>
                  <a:lnTo>
                    <a:pt x="1104485" y="1785775"/>
                  </a:lnTo>
                  <a:lnTo>
                    <a:pt x="1105341" y="1788113"/>
                  </a:lnTo>
                  <a:lnTo>
                    <a:pt x="1106196" y="1800925"/>
                  </a:lnTo>
                  <a:lnTo>
                    <a:pt x="1107052" y="1815846"/>
                  </a:lnTo>
                  <a:lnTo>
                    <a:pt x="1107907" y="1808046"/>
                  </a:lnTo>
                  <a:lnTo>
                    <a:pt x="1108763" y="1810592"/>
                  </a:lnTo>
                  <a:lnTo>
                    <a:pt x="1109618" y="1804362"/>
                  </a:lnTo>
                  <a:lnTo>
                    <a:pt x="1110474" y="1802814"/>
                  </a:lnTo>
                  <a:lnTo>
                    <a:pt x="1111329" y="1795612"/>
                  </a:lnTo>
                  <a:lnTo>
                    <a:pt x="1112185" y="1780234"/>
                  </a:lnTo>
                  <a:lnTo>
                    <a:pt x="1113040" y="1780697"/>
                  </a:lnTo>
                  <a:lnTo>
                    <a:pt x="1113896" y="1788822"/>
                  </a:lnTo>
                  <a:lnTo>
                    <a:pt x="1114751" y="1800858"/>
                  </a:lnTo>
                  <a:lnTo>
                    <a:pt x="1115607" y="1804706"/>
                  </a:lnTo>
                  <a:lnTo>
                    <a:pt x="1116462" y="1809281"/>
                  </a:lnTo>
                  <a:lnTo>
                    <a:pt x="1117318" y="1804489"/>
                  </a:lnTo>
                  <a:lnTo>
                    <a:pt x="1118174" y="1814389"/>
                  </a:lnTo>
                  <a:lnTo>
                    <a:pt x="1119029" y="1808537"/>
                  </a:lnTo>
                  <a:lnTo>
                    <a:pt x="1119885" y="1791103"/>
                  </a:lnTo>
                  <a:lnTo>
                    <a:pt x="1120740" y="1807479"/>
                  </a:lnTo>
                  <a:lnTo>
                    <a:pt x="1121596" y="1787651"/>
                  </a:lnTo>
                  <a:lnTo>
                    <a:pt x="1122451" y="1805940"/>
                  </a:lnTo>
                  <a:lnTo>
                    <a:pt x="1123307" y="1815793"/>
                  </a:lnTo>
                  <a:lnTo>
                    <a:pt x="1124162" y="1815066"/>
                  </a:lnTo>
                  <a:lnTo>
                    <a:pt x="1125018" y="1832787"/>
                  </a:lnTo>
                  <a:lnTo>
                    <a:pt x="1125873" y="1824110"/>
                  </a:lnTo>
                  <a:lnTo>
                    <a:pt x="1126729" y="1829099"/>
                  </a:lnTo>
                  <a:lnTo>
                    <a:pt x="1127584" y="1828380"/>
                  </a:lnTo>
                  <a:lnTo>
                    <a:pt x="1128440" y="1821847"/>
                  </a:lnTo>
                  <a:lnTo>
                    <a:pt x="1129295" y="1829321"/>
                  </a:lnTo>
                  <a:lnTo>
                    <a:pt x="1130151" y="1827851"/>
                  </a:lnTo>
                  <a:lnTo>
                    <a:pt x="1131006" y="1829186"/>
                  </a:lnTo>
                  <a:lnTo>
                    <a:pt x="1131862" y="1828312"/>
                  </a:lnTo>
                  <a:lnTo>
                    <a:pt x="1132718" y="1830523"/>
                  </a:lnTo>
                  <a:lnTo>
                    <a:pt x="1133573" y="1829829"/>
                  </a:lnTo>
                  <a:lnTo>
                    <a:pt x="1134429" y="1828730"/>
                  </a:lnTo>
                  <a:lnTo>
                    <a:pt x="1135284" y="1820507"/>
                  </a:lnTo>
                  <a:lnTo>
                    <a:pt x="1136140" y="1817467"/>
                  </a:lnTo>
                  <a:lnTo>
                    <a:pt x="1136995" y="1823714"/>
                  </a:lnTo>
                  <a:lnTo>
                    <a:pt x="1137851" y="1801912"/>
                  </a:lnTo>
                  <a:lnTo>
                    <a:pt x="1138706" y="1804893"/>
                  </a:lnTo>
                  <a:lnTo>
                    <a:pt x="1139562" y="1767534"/>
                  </a:lnTo>
                  <a:lnTo>
                    <a:pt x="1140417" y="1774887"/>
                  </a:lnTo>
                  <a:lnTo>
                    <a:pt x="1141273" y="1773238"/>
                  </a:lnTo>
                  <a:lnTo>
                    <a:pt x="1142128" y="1718228"/>
                  </a:lnTo>
                  <a:lnTo>
                    <a:pt x="1142984" y="1723545"/>
                  </a:lnTo>
                  <a:lnTo>
                    <a:pt x="1143839" y="1663190"/>
                  </a:lnTo>
                  <a:lnTo>
                    <a:pt x="1144695" y="1680267"/>
                  </a:lnTo>
                  <a:lnTo>
                    <a:pt x="1145550" y="1701059"/>
                  </a:lnTo>
                  <a:lnTo>
                    <a:pt x="1146406" y="1628248"/>
                  </a:lnTo>
                  <a:lnTo>
                    <a:pt x="1147261" y="1676396"/>
                  </a:lnTo>
                  <a:lnTo>
                    <a:pt x="1148117" y="1669664"/>
                  </a:lnTo>
                  <a:lnTo>
                    <a:pt x="1148973" y="1705881"/>
                  </a:lnTo>
                  <a:lnTo>
                    <a:pt x="1149828" y="1673515"/>
                  </a:lnTo>
                  <a:lnTo>
                    <a:pt x="1150684" y="1606488"/>
                  </a:lnTo>
                  <a:lnTo>
                    <a:pt x="1151539" y="1659643"/>
                  </a:lnTo>
                  <a:lnTo>
                    <a:pt x="1152395" y="1684265"/>
                  </a:lnTo>
                  <a:lnTo>
                    <a:pt x="1153250" y="1729993"/>
                  </a:lnTo>
                  <a:lnTo>
                    <a:pt x="1154106" y="1746121"/>
                  </a:lnTo>
                  <a:lnTo>
                    <a:pt x="1154961" y="1747524"/>
                  </a:lnTo>
                  <a:lnTo>
                    <a:pt x="1155817" y="1790350"/>
                  </a:lnTo>
                  <a:lnTo>
                    <a:pt x="1156672" y="1811331"/>
                  </a:lnTo>
                  <a:lnTo>
                    <a:pt x="1157528" y="1817143"/>
                  </a:lnTo>
                  <a:lnTo>
                    <a:pt x="1158383" y="1811031"/>
                  </a:lnTo>
                  <a:lnTo>
                    <a:pt x="1159239" y="1817537"/>
                  </a:lnTo>
                  <a:lnTo>
                    <a:pt x="1160094" y="1825828"/>
                  </a:lnTo>
                  <a:lnTo>
                    <a:pt x="1160950" y="1829792"/>
                  </a:lnTo>
                  <a:lnTo>
                    <a:pt x="1161805" y="1833224"/>
                  </a:lnTo>
                  <a:lnTo>
                    <a:pt x="1162661" y="1831600"/>
                  </a:lnTo>
                  <a:lnTo>
                    <a:pt x="1163516" y="1833816"/>
                  </a:lnTo>
                  <a:lnTo>
                    <a:pt x="1164372" y="1835205"/>
                  </a:lnTo>
                  <a:lnTo>
                    <a:pt x="1165228" y="1819925"/>
                  </a:lnTo>
                  <a:lnTo>
                    <a:pt x="1166083" y="1825366"/>
                  </a:lnTo>
                  <a:lnTo>
                    <a:pt x="1166939" y="1818274"/>
                  </a:lnTo>
                  <a:lnTo>
                    <a:pt x="1167794" y="1816483"/>
                  </a:lnTo>
                  <a:lnTo>
                    <a:pt x="1168650" y="1817416"/>
                  </a:lnTo>
                  <a:lnTo>
                    <a:pt x="1169505" y="1777603"/>
                  </a:lnTo>
                  <a:lnTo>
                    <a:pt x="1170361" y="1785384"/>
                  </a:lnTo>
                  <a:lnTo>
                    <a:pt x="1171216" y="1737183"/>
                  </a:lnTo>
                  <a:lnTo>
                    <a:pt x="1172072" y="1739571"/>
                  </a:lnTo>
                  <a:lnTo>
                    <a:pt x="1172927" y="1717158"/>
                  </a:lnTo>
                  <a:lnTo>
                    <a:pt x="1173783" y="1718047"/>
                  </a:lnTo>
                  <a:lnTo>
                    <a:pt x="1174638" y="1778117"/>
                  </a:lnTo>
                  <a:lnTo>
                    <a:pt x="1175494" y="1753807"/>
                  </a:lnTo>
                  <a:lnTo>
                    <a:pt x="1176349" y="1781893"/>
                  </a:lnTo>
                  <a:lnTo>
                    <a:pt x="1177205" y="1792761"/>
                  </a:lnTo>
                  <a:lnTo>
                    <a:pt x="1178060" y="1805208"/>
                  </a:lnTo>
                  <a:lnTo>
                    <a:pt x="1178916" y="1808108"/>
                  </a:lnTo>
                  <a:lnTo>
                    <a:pt x="1179772" y="1787252"/>
                  </a:lnTo>
                  <a:lnTo>
                    <a:pt x="1180627" y="1796428"/>
                  </a:lnTo>
                  <a:lnTo>
                    <a:pt x="1181483" y="1806560"/>
                  </a:lnTo>
                  <a:lnTo>
                    <a:pt x="1182338" y="1820849"/>
                  </a:lnTo>
                  <a:lnTo>
                    <a:pt x="1183194" y="1826014"/>
                  </a:lnTo>
                  <a:lnTo>
                    <a:pt x="1184049" y="1823343"/>
                  </a:lnTo>
                  <a:lnTo>
                    <a:pt x="1184905" y="1824522"/>
                  </a:lnTo>
                  <a:lnTo>
                    <a:pt x="1185760" y="1820956"/>
                  </a:lnTo>
                  <a:lnTo>
                    <a:pt x="1186616" y="1819479"/>
                  </a:lnTo>
                  <a:lnTo>
                    <a:pt x="1187471" y="1814683"/>
                  </a:lnTo>
                  <a:lnTo>
                    <a:pt x="1188327" y="1819571"/>
                  </a:lnTo>
                  <a:lnTo>
                    <a:pt x="1189182" y="1826009"/>
                  </a:lnTo>
                  <a:lnTo>
                    <a:pt x="1190038" y="1843451"/>
                  </a:lnTo>
                  <a:lnTo>
                    <a:pt x="1190893" y="1857110"/>
                  </a:lnTo>
                  <a:lnTo>
                    <a:pt x="1191749" y="1856518"/>
                  </a:lnTo>
                  <a:lnTo>
                    <a:pt x="1192604" y="1828186"/>
                  </a:lnTo>
                  <a:lnTo>
                    <a:pt x="1193460" y="1846771"/>
                  </a:lnTo>
                  <a:lnTo>
                    <a:pt x="1194315" y="1850117"/>
                  </a:lnTo>
                  <a:lnTo>
                    <a:pt x="1195171" y="1848671"/>
                  </a:lnTo>
                  <a:lnTo>
                    <a:pt x="1196027" y="1849320"/>
                  </a:lnTo>
                  <a:lnTo>
                    <a:pt x="1196882" y="1827611"/>
                  </a:lnTo>
                  <a:lnTo>
                    <a:pt x="1197738" y="1831897"/>
                  </a:lnTo>
                  <a:lnTo>
                    <a:pt x="1198593" y="1837871"/>
                  </a:lnTo>
                  <a:lnTo>
                    <a:pt x="1199449" y="1813212"/>
                  </a:lnTo>
                  <a:lnTo>
                    <a:pt x="1200304" y="1819435"/>
                  </a:lnTo>
                  <a:lnTo>
                    <a:pt x="1201160" y="1832972"/>
                  </a:lnTo>
                  <a:lnTo>
                    <a:pt x="1202015" y="1836752"/>
                  </a:lnTo>
                  <a:lnTo>
                    <a:pt x="1202871" y="1835653"/>
                  </a:lnTo>
                  <a:lnTo>
                    <a:pt x="1203726" y="1828360"/>
                  </a:lnTo>
                  <a:lnTo>
                    <a:pt x="1204582" y="1843710"/>
                  </a:lnTo>
                  <a:lnTo>
                    <a:pt x="1205437" y="1848449"/>
                  </a:lnTo>
                  <a:lnTo>
                    <a:pt x="1206293" y="1850115"/>
                  </a:lnTo>
                  <a:lnTo>
                    <a:pt x="1207148" y="1848990"/>
                  </a:lnTo>
                  <a:lnTo>
                    <a:pt x="1208004" y="1854726"/>
                  </a:lnTo>
                  <a:lnTo>
                    <a:pt x="1208859" y="1847502"/>
                  </a:lnTo>
                  <a:lnTo>
                    <a:pt x="1209715" y="1845791"/>
                  </a:lnTo>
                  <a:lnTo>
                    <a:pt x="1210570" y="1847813"/>
                  </a:lnTo>
                  <a:lnTo>
                    <a:pt x="1211426" y="1844844"/>
                  </a:lnTo>
                  <a:lnTo>
                    <a:pt x="1212282" y="1853226"/>
                  </a:lnTo>
                  <a:lnTo>
                    <a:pt x="1213137" y="1852596"/>
                  </a:lnTo>
                  <a:lnTo>
                    <a:pt x="1213993" y="1852711"/>
                  </a:lnTo>
                  <a:lnTo>
                    <a:pt x="1214848" y="1853231"/>
                  </a:lnTo>
                  <a:lnTo>
                    <a:pt x="1215704" y="1850551"/>
                  </a:lnTo>
                  <a:lnTo>
                    <a:pt x="1216559" y="1842482"/>
                  </a:lnTo>
                  <a:lnTo>
                    <a:pt x="1217415" y="1839647"/>
                  </a:lnTo>
                  <a:lnTo>
                    <a:pt x="1218270" y="1847517"/>
                  </a:lnTo>
                  <a:lnTo>
                    <a:pt x="1219126" y="1845495"/>
                  </a:lnTo>
                  <a:lnTo>
                    <a:pt x="1219981" y="1846756"/>
                  </a:lnTo>
                  <a:lnTo>
                    <a:pt x="1220837" y="1854551"/>
                  </a:lnTo>
                  <a:lnTo>
                    <a:pt x="1221692" y="1852410"/>
                  </a:lnTo>
                  <a:lnTo>
                    <a:pt x="1222548" y="1850281"/>
                  </a:lnTo>
                  <a:lnTo>
                    <a:pt x="1223403" y="1845747"/>
                  </a:lnTo>
                  <a:lnTo>
                    <a:pt x="1224259" y="1849947"/>
                  </a:lnTo>
                  <a:lnTo>
                    <a:pt x="1225114" y="1855975"/>
                  </a:lnTo>
                  <a:lnTo>
                    <a:pt x="1225970" y="1836302"/>
                  </a:lnTo>
                  <a:lnTo>
                    <a:pt x="1226826" y="1837948"/>
                  </a:lnTo>
                  <a:lnTo>
                    <a:pt x="1227681" y="1840857"/>
                  </a:lnTo>
                  <a:lnTo>
                    <a:pt x="1228537" y="1854467"/>
                  </a:lnTo>
                  <a:lnTo>
                    <a:pt x="1229392" y="1852708"/>
                  </a:lnTo>
                  <a:lnTo>
                    <a:pt x="1230248" y="1846619"/>
                  </a:lnTo>
                  <a:lnTo>
                    <a:pt x="1231103" y="1850957"/>
                  </a:lnTo>
                  <a:lnTo>
                    <a:pt x="1231959" y="1847384"/>
                  </a:lnTo>
                  <a:lnTo>
                    <a:pt x="1232814" y="1852017"/>
                  </a:lnTo>
                  <a:lnTo>
                    <a:pt x="1233670" y="1848080"/>
                  </a:lnTo>
                  <a:lnTo>
                    <a:pt x="1234525" y="1823916"/>
                  </a:lnTo>
                  <a:lnTo>
                    <a:pt x="1235381" y="1862487"/>
                  </a:lnTo>
                  <a:lnTo>
                    <a:pt x="1236236" y="1859504"/>
                  </a:lnTo>
                  <a:lnTo>
                    <a:pt x="1237092" y="1858164"/>
                  </a:lnTo>
                  <a:lnTo>
                    <a:pt x="1237947" y="1855044"/>
                  </a:lnTo>
                  <a:lnTo>
                    <a:pt x="1238803" y="1822282"/>
                  </a:lnTo>
                  <a:lnTo>
                    <a:pt x="1239658" y="1812682"/>
                  </a:lnTo>
                  <a:lnTo>
                    <a:pt x="1240514" y="1783654"/>
                  </a:lnTo>
                  <a:lnTo>
                    <a:pt x="1241369" y="1787043"/>
                  </a:lnTo>
                  <a:lnTo>
                    <a:pt x="1242225" y="1796916"/>
                  </a:lnTo>
                  <a:lnTo>
                    <a:pt x="1243081" y="1788824"/>
                  </a:lnTo>
                  <a:lnTo>
                    <a:pt x="1243936" y="1816726"/>
                  </a:lnTo>
                  <a:lnTo>
                    <a:pt x="1244792" y="1802776"/>
                  </a:lnTo>
                  <a:lnTo>
                    <a:pt x="1245647" y="1822281"/>
                  </a:lnTo>
                  <a:lnTo>
                    <a:pt x="1246503" y="1794612"/>
                  </a:lnTo>
                  <a:lnTo>
                    <a:pt x="1247358" y="1775344"/>
                  </a:lnTo>
                  <a:lnTo>
                    <a:pt x="1248214" y="1794166"/>
                  </a:lnTo>
                  <a:lnTo>
                    <a:pt x="1249069" y="1791527"/>
                  </a:lnTo>
                  <a:lnTo>
                    <a:pt x="1249925" y="1828359"/>
                  </a:lnTo>
                  <a:lnTo>
                    <a:pt x="1250780" y="1828395"/>
                  </a:lnTo>
                  <a:lnTo>
                    <a:pt x="1251636" y="1842775"/>
                  </a:lnTo>
                  <a:lnTo>
                    <a:pt x="1252491" y="1847213"/>
                  </a:lnTo>
                  <a:lnTo>
                    <a:pt x="1253347" y="1837218"/>
                  </a:lnTo>
                  <a:lnTo>
                    <a:pt x="1254202" y="1849624"/>
                  </a:lnTo>
                  <a:lnTo>
                    <a:pt x="1255058" y="1839123"/>
                  </a:lnTo>
                  <a:lnTo>
                    <a:pt x="1255913" y="1840717"/>
                  </a:lnTo>
                  <a:lnTo>
                    <a:pt x="1256769" y="1842324"/>
                  </a:lnTo>
                  <a:lnTo>
                    <a:pt x="1257624" y="1811929"/>
                  </a:lnTo>
                  <a:lnTo>
                    <a:pt x="1258480" y="1842384"/>
                  </a:lnTo>
                  <a:lnTo>
                    <a:pt x="1259336" y="1865946"/>
                  </a:lnTo>
                  <a:lnTo>
                    <a:pt x="1260191" y="1870745"/>
                  </a:lnTo>
                  <a:lnTo>
                    <a:pt x="1261047" y="1843594"/>
                  </a:lnTo>
                  <a:lnTo>
                    <a:pt x="1261902" y="1833560"/>
                  </a:lnTo>
                  <a:lnTo>
                    <a:pt x="1262758" y="1834879"/>
                  </a:lnTo>
                  <a:lnTo>
                    <a:pt x="1263613" y="1843686"/>
                  </a:lnTo>
                  <a:lnTo>
                    <a:pt x="1264469" y="1838560"/>
                  </a:lnTo>
                  <a:lnTo>
                    <a:pt x="1265324" y="1830169"/>
                  </a:lnTo>
                  <a:lnTo>
                    <a:pt x="1266180" y="1827716"/>
                  </a:lnTo>
                  <a:lnTo>
                    <a:pt x="1267035" y="1808349"/>
                  </a:lnTo>
                  <a:lnTo>
                    <a:pt x="1267891" y="1809812"/>
                  </a:lnTo>
                  <a:lnTo>
                    <a:pt x="1268746" y="1795398"/>
                  </a:lnTo>
                  <a:lnTo>
                    <a:pt x="1269602" y="1798515"/>
                  </a:lnTo>
                  <a:lnTo>
                    <a:pt x="1270457" y="1795135"/>
                  </a:lnTo>
                  <a:lnTo>
                    <a:pt x="1271313" y="1792926"/>
                  </a:lnTo>
                  <a:lnTo>
                    <a:pt x="1272168" y="1782990"/>
                  </a:lnTo>
                  <a:lnTo>
                    <a:pt x="1273024" y="1780229"/>
                  </a:lnTo>
                  <a:lnTo>
                    <a:pt x="1273880" y="1756670"/>
                  </a:lnTo>
                  <a:lnTo>
                    <a:pt x="1274735" y="1742790"/>
                  </a:lnTo>
                  <a:lnTo>
                    <a:pt x="1275591" y="1724367"/>
                  </a:lnTo>
                  <a:lnTo>
                    <a:pt x="1276446" y="1687790"/>
                  </a:lnTo>
                  <a:lnTo>
                    <a:pt x="1277302" y="1709454"/>
                  </a:lnTo>
                  <a:lnTo>
                    <a:pt x="1278157" y="1695891"/>
                  </a:lnTo>
                  <a:lnTo>
                    <a:pt x="1279013" y="1666460"/>
                  </a:lnTo>
                  <a:lnTo>
                    <a:pt x="1279868" y="1617478"/>
                  </a:lnTo>
                  <a:lnTo>
                    <a:pt x="1280724" y="1572006"/>
                  </a:lnTo>
                  <a:lnTo>
                    <a:pt x="1281579" y="1515050"/>
                  </a:lnTo>
                  <a:lnTo>
                    <a:pt x="1282435" y="1544605"/>
                  </a:lnTo>
                  <a:lnTo>
                    <a:pt x="1283290" y="1566301"/>
                  </a:lnTo>
                  <a:lnTo>
                    <a:pt x="1284146" y="1552569"/>
                  </a:lnTo>
                  <a:lnTo>
                    <a:pt x="1285001" y="1578595"/>
                  </a:lnTo>
                  <a:lnTo>
                    <a:pt x="1285857" y="1578617"/>
                  </a:lnTo>
                  <a:lnTo>
                    <a:pt x="1286712" y="1601154"/>
                  </a:lnTo>
                  <a:lnTo>
                    <a:pt x="1287568" y="1591627"/>
                  </a:lnTo>
                  <a:lnTo>
                    <a:pt x="1288423" y="1636742"/>
                  </a:lnTo>
                  <a:lnTo>
                    <a:pt x="1289279" y="1703439"/>
                  </a:lnTo>
                  <a:lnTo>
                    <a:pt x="1290135" y="1720234"/>
                  </a:lnTo>
                  <a:lnTo>
                    <a:pt x="1290990" y="1721859"/>
                  </a:lnTo>
                  <a:lnTo>
                    <a:pt x="1291846" y="1711451"/>
                  </a:lnTo>
                  <a:lnTo>
                    <a:pt x="1292701" y="1740056"/>
                  </a:lnTo>
                  <a:lnTo>
                    <a:pt x="1293557" y="1773321"/>
                  </a:lnTo>
                  <a:lnTo>
                    <a:pt x="1294412" y="1762364"/>
                  </a:lnTo>
                  <a:lnTo>
                    <a:pt x="1295268" y="1767019"/>
                  </a:lnTo>
                  <a:lnTo>
                    <a:pt x="1296123" y="1758991"/>
                  </a:lnTo>
                  <a:lnTo>
                    <a:pt x="1296979" y="1748878"/>
                  </a:lnTo>
                  <a:lnTo>
                    <a:pt x="1297834" y="1740275"/>
                  </a:lnTo>
                  <a:lnTo>
                    <a:pt x="1298690" y="1736852"/>
                  </a:lnTo>
                  <a:lnTo>
                    <a:pt x="1299545" y="1728244"/>
                  </a:lnTo>
                  <a:lnTo>
                    <a:pt x="1300401" y="1734965"/>
                  </a:lnTo>
                  <a:lnTo>
                    <a:pt x="1301256" y="1725515"/>
                  </a:lnTo>
                  <a:lnTo>
                    <a:pt x="1302112" y="1652685"/>
                  </a:lnTo>
                  <a:lnTo>
                    <a:pt x="1302967" y="1670493"/>
                  </a:lnTo>
                  <a:lnTo>
                    <a:pt x="1303823" y="1603853"/>
                  </a:lnTo>
                  <a:lnTo>
                    <a:pt x="1304678" y="1605743"/>
                  </a:lnTo>
                  <a:lnTo>
                    <a:pt x="1305534" y="1615442"/>
                  </a:lnTo>
                  <a:lnTo>
                    <a:pt x="1306390" y="1597166"/>
                  </a:lnTo>
                  <a:lnTo>
                    <a:pt x="1307245" y="1644636"/>
                  </a:lnTo>
                  <a:lnTo>
                    <a:pt x="1308101" y="1575512"/>
                  </a:lnTo>
                  <a:lnTo>
                    <a:pt x="1308956" y="1585338"/>
                  </a:lnTo>
                  <a:lnTo>
                    <a:pt x="1309812" y="1586878"/>
                  </a:lnTo>
                  <a:lnTo>
                    <a:pt x="1310667" y="1538184"/>
                  </a:lnTo>
                  <a:lnTo>
                    <a:pt x="1311523" y="1574872"/>
                  </a:lnTo>
                  <a:lnTo>
                    <a:pt x="1312378" y="1533518"/>
                  </a:lnTo>
                  <a:lnTo>
                    <a:pt x="1313234" y="1507406"/>
                  </a:lnTo>
                  <a:lnTo>
                    <a:pt x="1314089" y="1479024"/>
                  </a:lnTo>
                  <a:lnTo>
                    <a:pt x="1314945" y="1465748"/>
                  </a:lnTo>
                  <a:lnTo>
                    <a:pt x="1315800" y="1406812"/>
                  </a:lnTo>
                  <a:lnTo>
                    <a:pt x="1316656" y="1370504"/>
                  </a:lnTo>
                  <a:lnTo>
                    <a:pt x="1317511" y="1363102"/>
                  </a:lnTo>
                  <a:lnTo>
                    <a:pt x="1318367" y="1302370"/>
                  </a:lnTo>
                  <a:lnTo>
                    <a:pt x="1319222" y="1284096"/>
                  </a:lnTo>
                  <a:lnTo>
                    <a:pt x="1320078" y="1281610"/>
                  </a:lnTo>
                  <a:lnTo>
                    <a:pt x="1320934" y="1323766"/>
                  </a:lnTo>
                  <a:lnTo>
                    <a:pt x="1321789" y="1375067"/>
                  </a:lnTo>
                  <a:lnTo>
                    <a:pt x="1322645" y="1343311"/>
                  </a:lnTo>
                  <a:lnTo>
                    <a:pt x="1323500" y="1358778"/>
                  </a:lnTo>
                  <a:lnTo>
                    <a:pt x="1324356" y="1396374"/>
                  </a:lnTo>
                  <a:lnTo>
                    <a:pt x="1325211" y="1333405"/>
                  </a:lnTo>
                  <a:lnTo>
                    <a:pt x="1326067" y="1351179"/>
                  </a:lnTo>
                  <a:lnTo>
                    <a:pt x="1326922" y="1328892"/>
                  </a:lnTo>
                  <a:lnTo>
                    <a:pt x="1327778" y="1335462"/>
                  </a:lnTo>
                  <a:lnTo>
                    <a:pt x="1328633" y="1406288"/>
                  </a:lnTo>
                  <a:lnTo>
                    <a:pt x="1329489" y="1410256"/>
                  </a:lnTo>
                  <a:lnTo>
                    <a:pt x="1330344" y="1424970"/>
                  </a:lnTo>
                  <a:lnTo>
                    <a:pt x="1331200" y="1432093"/>
                  </a:lnTo>
                  <a:lnTo>
                    <a:pt x="1332055" y="1434165"/>
                  </a:lnTo>
                  <a:lnTo>
                    <a:pt x="1332911" y="1440236"/>
                  </a:lnTo>
                  <a:lnTo>
                    <a:pt x="1333766" y="1397719"/>
                  </a:lnTo>
                  <a:lnTo>
                    <a:pt x="1334622" y="1428730"/>
                  </a:lnTo>
                  <a:lnTo>
                    <a:pt x="1335477" y="1422397"/>
                  </a:lnTo>
                  <a:lnTo>
                    <a:pt x="1336333" y="1452510"/>
                  </a:lnTo>
                  <a:lnTo>
                    <a:pt x="1337189" y="1464543"/>
                  </a:lnTo>
                  <a:lnTo>
                    <a:pt x="1338044" y="1525118"/>
                  </a:lnTo>
                  <a:lnTo>
                    <a:pt x="1338900" y="1560961"/>
                  </a:lnTo>
                  <a:lnTo>
                    <a:pt x="1339755" y="1556411"/>
                  </a:lnTo>
                  <a:lnTo>
                    <a:pt x="1340611" y="1566843"/>
                  </a:lnTo>
                  <a:lnTo>
                    <a:pt x="1341466" y="1588434"/>
                  </a:lnTo>
                  <a:lnTo>
                    <a:pt x="1342322" y="1561493"/>
                  </a:lnTo>
                  <a:lnTo>
                    <a:pt x="1343177" y="1591968"/>
                  </a:lnTo>
                  <a:lnTo>
                    <a:pt x="1344033" y="1604563"/>
                  </a:lnTo>
                  <a:lnTo>
                    <a:pt x="1344888" y="1597674"/>
                  </a:lnTo>
                  <a:lnTo>
                    <a:pt x="1345744" y="1622263"/>
                  </a:lnTo>
                  <a:lnTo>
                    <a:pt x="1346599" y="1649595"/>
                  </a:lnTo>
                  <a:lnTo>
                    <a:pt x="1347455" y="1640064"/>
                  </a:lnTo>
                  <a:lnTo>
                    <a:pt x="1348310" y="1624718"/>
                  </a:lnTo>
                  <a:lnTo>
                    <a:pt x="1349166" y="1605629"/>
                  </a:lnTo>
                  <a:lnTo>
                    <a:pt x="1350021" y="1633457"/>
                  </a:lnTo>
                  <a:lnTo>
                    <a:pt x="1350877" y="1673635"/>
                  </a:lnTo>
                  <a:lnTo>
                    <a:pt x="1351732" y="1635802"/>
                  </a:lnTo>
                  <a:lnTo>
                    <a:pt x="1352588" y="1575012"/>
                  </a:lnTo>
                  <a:lnTo>
                    <a:pt x="1353444" y="1600375"/>
                  </a:lnTo>
                  <a:lnTo>
                    <a:pt x="1354299" y="1666555"/>
                  </a:lnTo>
                  <a:lnTo>
                    <a:pt x="1355155" y="1725962"/>
                  </a:lnTo>
                  <a:lnTo>
                    <a:pt x="1356010" y="1707120"/>
                  </a:lnTo>
                  <a:lnTo>
                    <a:pt x="1356866" y="1676843"/>
                  </a:lnTo>
                  <a:lnTo>
                    <a:pt x="1357721" y="1709882"/>
                  </a:lnTo>
                  <a:lnTo>
                    <a:pt x="1358577" y="1705548"/>
                  </a:lnTo>
                  <a:lnTo>
                    <a:pt x="1359432" y="1708614"/>
                  </a:lnTo>
                  <a:lnTo>
                    <a:pt x="1360288" y="1682109"/>
                  </a:lnTo>
                  <a:lnTo>
                    <a:pt x="1361143" y="1706792"/>
                  </a:lnTo>
                  <a:lnTo>
                    <a:pt x="1361999" y="1742299"/>
                  </a:lnTo>
                  <a:lnTo>
                    <a:pt x="1362854" y="1743704"/>
                  </a:lnTo>
                  <a:lnTo>
                    <a:pt x="1363710" y="1679950"/>
                  </a:lnTo>
                  <a:lnTo>
                    <a:pt x="1364565" y="1685876"/>
                  </a:lnTo>
                  <a:lnTo>
                    <a:pt x="1365421" y="1677260"/>
                  </a:lnTo>
                  <a:lnTo>
                    <a:pt x="1366276" y="1683094"/>
                  </a:lnTo>
                  <a:lnTo>
                    <a:pt x="1367132" y="1655385"/>
                  </a:lnTo>
                  <a:lnTo>
                    <a:pt x="1367987" y="1612476"/>
                  </a:lnTo>
                  <a:lnTo>
                    <a:pt x="1368843" y="1646378"/>
                  </a:lnTo>
                  <a:lnTo>
                    <a:pt x="1369699" y="1692389"/>
                  </a:lnTo>
                  <a:lnTo>
                    <a:pt x="1370554" y="1688382"/>
                  </a:lnTo>
                  <a:lnTo>
                    <a:pt x="1371410" y="1711266"/>
                  </a:lnTo>
                  <a:lnTo>
                    <a:pt x="1372265" y="1697398"/>
                  </a:lnTo>
                  <a:lnTo>
                    <a:pt x="1373121" y="1694314"/>
                  </a:lnTo>
                  <a:lnTo>
                    <a:pt x="1373976" y="1654551"/>
                  </a:lnTo>
                  <a:lnTo>
                    <a:pt x="1374832" y="1658369"/>
                  </a:lnTo>
                  <a:lnTo>
                    <a:pt x="1375687" y="1648272"/>
                  </a:lnTo>
                  <a:lnTo>
                    <a:pt x="1376543" y="1676440"/>
                  </a:lnTo>
                  <a:lnTo>
                    <a:pt x="1377398" y="1673981"/>
                  </a:lnTo>
                  <a:lnTo>
                    <a:pt x="1378254" y="1642416"/>
                  </a:lnTo>
                  <a:lnTo>
                    <a:pt x="1379109" y="1618686"/>
                  </a:lnTo>
                  <a:lnTo>
                    <a:pt x="1379965" y="1630051"/>
                  </a:lnTo>
                  <a:lnTo>
                    <a:pt x="1380820" y="1681529"/>
                  </a:lnTo>
                  <a:lnTo>
                    <a:pt x="1381676" y="1607388"/>
                  </a:lnTo>
                  <a:lnTo>
                    <a:pt x="1382531" y="1623700"/>
                  </a:lnTo>
                  <a:lnTo>
                    <a:pt x="1383387" y="1653360"/>
                  </a:lnTo>
                  <a:lnTo>
                    <a:pt x="1384243" y="1689113"/>
                  </a:lnTo>
                  <a:lnTo>
                    <a:pt x="1385098" y="1702850"/>
                  </a:lnTo>
                  <a:lnTo>
                    <a:pt x="1385954" y="1654522"/>
                  </a:lnTo>
                  <a:lnTo>
                    <a:pt x="1386809" y="1674666"/>
                  </a:lnTo>
                  <a:lnTo>
                    <a:pt x="1387665" y="1646866"/>
                  </a:lnTo>
                  <a:lnTo>
                    <a:pt x="1388520" y="1631554"/>
                  </a:lnTo>
                  <a:lnTo>
                    <a:pt x="1389376" y="1648946"/>
                  </a:lnTo>
                  <a:lnTo>
                    <a:pt x="1390231" y="1630771"/>
                  </a:lnTo>
                  <a:lnTo>
                    <a:pt x="1391087" y="1707569"/>
                  </a:lnTo>
                  <a:lnTo>
                    <a:pt x="1391942" y="1716787"/>
                  </a:lnTo>
                  <a:lnTo>
                    <a:pt x="1392798" y="1697159"/>
                  </a:lnTo>
                  <a:lnTo>
                    <a:pt x="1393653" y="1686948"/>
                  </a:lnTo>
                  <a:lnTo>
                    <a:pt x="1394509" y="1634803"/>
                  </a:lnTo>
                  <a:lnTo>
                    <a:pt x="1395364" y="1635491"/>
                  </a:lnTo>
                  <a:lnTo>
                    <a:pt x="1396220" y="1660976"/>
                  </a:lnTo>
                  <a:lnTo>
                    <a:pt x="1397075" y="1684152"/>
                  </a:lnTo>
                  <a:lnTo>
                    <a:pt x="1397931" y="1702170"/>
                  </a:lnTo>
                  <a:lnTo>
                    <a:pt x="1398786" y="1682845"/>
                  </a:lnTo>
                  <a:lnTo>
                    <a:pt x="1399642" y="1717602"/>
                  </a:lnTo>
                  <a:lnTo>
                    <a:pt x="1400498" y="1753983"/>
                  </a:lnTo>
                  <a:lnTo>
                    <a:pt x="1401353" y="1747159"/>
                  </a:lnTo>
                  <a:lnTo>
                    <a:pt x="1402209" y="1734590"/>
                  </a:lnTo>
                  <a:lnTo>
                    <a:pt x="1403064" y="1678117"/>
                  </a:lnTo>
                  <a:lnTo>
                    <a:pt x="1403920" y="1679223"/>
                  </a:lnTo>
                  <a:lnTo>
                    <a:pt x="1404775" y="1673342"/>
                  </a:lnTo>
                  <a:lnTo>
                    <a:pt x="1405631" y="1712131"/>
                  </a:lnTo>
                  <a:lnTo>
                    <a:pt x="1406486" y="1632569"/>
                  </a:lnTo>
                  <a:lnTo>
                    <a:pt x="1407342" y="1623467"/>
                  </a:lnTo>
                  <a:lnTo>
                    <a:pt x="1408197" y="1663037"/>
                  </a:lnTo>
                  <a:lnTo>
                    <a:pt x="1409053" y="1638739"/>
                  </a:lnTo>
                  <a:lnTo>
                    <a:pt x="1409908" y="1652845"/>
                  </a:lnTo>
                  <a:lnTo>
                    <a:pt x="1410764" y="1611804"/>
                  </a:lnTo>
                  <a:lnTo>
                    <a:pt x="1411619" y="1584299"/>
                  </a:lnTo>
                  <a:lnTo>
                    <a:pt x="1412475" y="1620658"/>
                  </a:lnTo>
                  <a:lnTo>
                    <a:pt x="1413330" y="1573002"/>
                  </a:lnTo>
                  <a:lnTo>
                    <a:pt x="1414186" y="1557253"/>
                  </a:lnTo>
                  <a:lnTo>
                    <a:pt x="1415041" y="1573633"/>
                  </a:lnTo>
                  <a:lnTo>
                    <a:pt x="1415897" y="1636643"/>
                  </a:lnTo>
                  <a:lnTo>
                    <a:pt x="1416753" y="1627760"/>
                  </a:lnTo>
                  <a:lnTo>
                    <a:pt x="1417608" y="1618191"/>
                  </a:lnTo>
                  <a:lnTo>
                    <a:pt x="1418464" y="1556393"/>
                  </a:lnTo>
                  <a:lnTo>
                    <a:pt x="1419319" y="1523342"/>
                  </a:lnTo>
                  <a:lnTo>
                    <a:pt x="1420175" y="1498515"/>
                  </a:lnTo>
                  <a:lnTo>
                    <a:pt x="1421030" y="1510042"/>
                  </a:lnTo>
                  <a:lnTo>
                    <a:pt x="1421886" y="1479701"/>
                  </a:lnTo>
                  <a:lnTo>
                    <a:pt x="1422741" y="1483941"/>
                  </a:lnTo>
                  <a:lnTo>
                    <a:pt x="1423597" y="1498662"/>
                  </a:lnTo>
                  <a:lnTo>
                    <a:pt x="1424452" y="1514105"/>
                  </a:lnTo>
                  <a:lnTo>
                    <a:pt x="1425308" y="1557082"/>
                  </a:lnTo>
                  <a:lnTo>
                    <a:pt x="1426163" y="1495809"/>
                  </a:lnTo>
                  <a:lnTo>
                    <a:pt x="1427019" y="1451969"/>
                  </a:lnTo>
                  <a:lnTo>
                    <a:pt x="1427874" y="1455217"/>
                  </a:lnTo>
                  <a:lnTo>
                    <a:pt x="1428730" y="1444502"/>
                  </a:lnTo>
                  <a:lnTo>
                    <a:pt x="1429585" y="1452989"/>
                  </a:lnTo>
                  <a:lnTo>
                    <a:pt x="1430441" y="1471055"/>
                  </a:lnTo>
                  <a:lnTo>
                    <a:pt x="1431297" y="1519342"/>
                  </a:lnTo>
                  <a:lnTo>
                    <a:pt x="1432152" y="1417472"/>
                  </a:lnTo>
                  <a:lnTo>
                    <a:pt x="1433008" y="1523603"/>
                  </a:lnTo>
                  <a:lnTo>
                    <a:pt x="1433863" y="1570654"/>
                  </a:lnTo>
                  <a:lnTo>
                    <a:pt x="1434719" y="1592220"/>
                  </a:lnTo>
                  <a:lnTo>
                    <a:pt x="1435574" y="1599463"/>
                  </a:lnTo>
                  <a:lnTo>
                    <a:pt x="1436430" y="1621202"/>
                  </a:lnTo>
                  <a:lnTo>
                    <a:pt x="1437285" y="1637174"/>
                  </a:lnTo>
                  <a:lnTo>
                    <a:pt x="1438141" y="1637794"/>
                  </a:lnTo>
                  <a:lnTo>
                    <a:pt x="1438996" y="1635968"/>
                  </a:lnTo>
                  <a:lnTo>
                    <a:pt x="1439852" y="1653890"/>
                  </a:lnTo>
                  <a:lnTo>
                    <a:pt x="1440707" y="1691745"/>
                  </a:lnTo>
                  <a:lnTo>
                    <a:pt x="1441563" y="1673217"/>
                  </a:lnTo>
                  <a:lnTo>
                    <a:pt x="1442418" y="1704273"/>
                  </a:lnTo>
                  <a:lnTo>
                    <a:pt x="1443274" y="1698189"/>
                  </a:lnTo>
                  <a:lnTo>
                    <a:pt x="1444129" y="1730153"/>
                  </a:lnTo>
                  <a:lnTo>
                    <a:pt x="1444985" y="1683729"/>
                  </a:lnTo>
                  <a:lnTo>
                    <a:pt x="1445840" y="1619892"/>
                  </a:lnTo>
                  <a:lnTo>
                    <a:pt x="1446696" y="1525634"/>
                  </a:lnTo>
                  <a:lnTo>
                    <a:pt x="1447552" y="1563072"/>
                  </a:lnTo>
                  <a:lnTo>
                    <a:pt x="1448407" y="1598250"/>
                  </a:lnTo>
                  <a:lnTo>
                    <a:pt x="1449263" y="1576740"/>
                  </a:lnTo>
                  <a:lnTo>
                    <a:pt x="1450118" y="1545633"/>
                  </a:lnTo>
                  <a:lnTo>
                    <a:pt x="1450974" y="1536223"/>
                  </a:lnTo>
                  <a:lnTo>
                    <a:pt x="1451829" y="1560834"/>
                  </a:lnTo>
                  <a:lnTo>
                    <a:pt x="1452685" y="1481307"/>
                  </a:lnTo>
                  <a:lnTo>
                    <a:pt x="1453540" y="1443879"/>
                  </a:lnTo>
                  <a:lnTo>
                    <a:pt x="1454396" y="1450218"/>
                  </a:lnTo>
                  <a:lnTo>
                    <a:pt x="1455251" y="1540342"/>
                  </a:lnTo>
                  <a:lnTo>
                    <a:pt x="1456107" y="1522213"/>
                  </a:lnTo>
                  <a:lnTo>
                    <a:pt x="1456962" y="1452429"/>
                  </a:lnTo>
                  <a:lnTo>
                    <a:pt x="1457818" y="1470630"/>
                  </a:lnTo>
                  <a:lnTo>
                    <a:pt x="1458673" y="1506286"/>
                  </a:lnTo>
                  <a:lnTo>
                    <a:pt x="1459529" y="1522902"/>
                  </a:lnTo>
                  <a:lnTo>
                    <a:pt x="1460384" y="1456993"/>
                  </a:lnTo>
                  <a:lnTo>
                    <a:pt x="1461240" y="1420777"/>
                  </a:lnTo>
                  <a:lnTo>
                    <a:pt x="1462095" y="1532629"/>
                  </a:lnTo>
                  <a:lnTo>
                    <a:pt x="1462951" y="1539177"/>
                  </a:lnTo>
                  <a:lnTo>
                    <a:pt x="1463807" y="1472297"/>
                  </a:lnTo>
                  <a:lnTo>
                    <a:pt x="1464662" y="1399301"/>
                  </a:lnTo>
                  <a:lnTo>
                    <a:pt x="1465518" y="1388049"/>
                  </a:lnTo>
                  <a:lnTo>
                    <a:pt x="1466373" y="1451763"/>
                  </a:lnTo>
                  <a:lnTo>
                    <a:pt x="1467229" y="1495943"/>
                  </a:lnTo>
                  <a:lnTo>
                    <a:pt x="1468084" y="1379259"/>
                  </a:lnTo>
                  <a:lnTo>
                    <a:pt x="1468940" y="1379745"/>
                  </a:lnTo>
                  <a:lnTo>
                    <a:pt x="1469795" y="1428660"/>
                  </a:lnTo>
                  <a:lnTo>
                    <a:pt x="1470651" y="1478976"/>
                  </a:lnTo>
                  <a:lnTo>
                    <a:pt x="1471506" y="1430445"/>
                  </a:lnTo>
                  <a:lnTo>
                    <a:pt x="1472362" y="1348055"/>
                  </a:lnTo>
                  <a:lnTo>
                    <a:pt x="1473217" y="1301105"/>
                  </a:lnTo>
                  <a:lnTo>
                    <a:pt x="1474073" y="1321804"/>
                  </a:lnTo>
                  <a:lnTo>
                    <a:pt x="1474928" y="1408502"/>
                  </a:lnTo>
                  <a:lnTo>
                    <a:pt x="1475784" y="1392675"/>
                  </a:lnTo>
                  <a:lnTo>
                    <a:pt x="1476639" y="1531723"/>
                  </a:lnTo>
                  <a:lnTo>
                    <a:pt x="1477495" y="1554971"/>
                  </a:lnTo>
                  <a:lnTo>
                    <a:pt x="1478351" y="1521535"/>
                  </a:lnTo>
                  <a:lnTo>
                    <a:pt x="1479206" y="1446881"/>
                  </a:lnTo>
                  <a:lnTo>
                    <a:pt x="1480062" y="1370398"/>
                  </a:lnTo>
                  <a:lnTo>
                    <a:pt x="1480917" y="1431384"/>
                  </a:lnTo>
                  <a:lnTo>
                    <a:pt x="1481773" y="1503118"/>
                  </a:lnTo>
                  <a:lnTo>
                    <a:pt x="1482628" y="1628855"/>
                  </a:lnTo>
                  <a:lnTo>
                    <a:pt x="1483484" y="1685879"/>
                  </a:lnTo>
                  <a:lnTo>
                    <a:pt x="1484339" y="1670875"/>
                  </a:lnTo>
                  <a:lnTo>
                    <a:pt x="1485195" y="1650252"/>
                  </a:lnTo>
                  <a:lnTo>
                    <a:pt x="1486050" y="1526684"/>
                  </a:lnTo>
                  <a:lnTo>
                    <a:pt x="1486906" y="1483808"/>
                  </a:lnTo>
                  <a:lnTo>
                    <a:pt x="1487761" y="1530614"/>
                  </a:lnTo>
                  <a:lnTo>
                    <a:pt x="1488617" y="1586377"/>
                  </a:lnTo>
                  <a:lnTo>
                    <a:pt x="1489472" y="1504412"/>
                  </a:lnTo>
                  <a:lnTo>
                    <a:pt x="1490328" y="1479749"/>
                  </a:lnTo>
                  <a:lnTo>
                    <a:pt x="1491183" y="1477011"/>
                  </a:lnTo>
                  <a:lnTo>
                    <a:pt x="1492039" y="1404255"/>
                  </a:lnTo>
                  <a:lnTo>
                    <a:pt x="1492894" y="1423642"/>
                  </a:lnTo>
                  <a:lnTo>
                    <a:pt x="1493750" y="1357276"/>
                  </a:lnTo>
                  <a:lnTo>
                    <a:pt x="1494606" y="1297902"/>
                  </a:lnTo>
                  <a:lnTo>
                    <a:pt x="1495461" y="1255670"/>
                  </a:lnTo>
                  <a:lnTo>
                    <a:pt x="1496317" y="1238835"/>
                  </a:lnTo>
                  <a:lnTo>
                    <a:pt x="1497172" y="1194718"/>
                  </a:lnTo>
                  <a:lnTo>
                    <a:pt x="1498028" y="1268466"/>
                  </a:lnTo>
                  <a:lnTo>
                    <a:pt x="1498883" y="1209536"/>
                  </a:lnTo>
                  <a:lnTo>
                    <a:pt x="1499739" y="1185109"/>
                  </a:lnTo>
                  <a:lnTo>
                    <a:pt x="1500594" y="1245069"/>
                  </a:lnTo>
                  <a:lnTo>
                    <a:pt x="1501450" y="1211204"/>
                  </a:lnTo>
                  <a:lnTo>
                    <a:pt x="1502305" y="1287079"/>
                  </a:lnTo>
                  <a:lnTo>
                    <a:pt x="1503161" y="1206976"/>
                  </a:lnTo>
                  <a:lnTo>
                    <a:pt x="1504016" y="1253296"/>
                  </a:lnTo>
                  <a:lnTo>
                    <a:pt x="1504872" y="1279578"/>
                  </a:lnTo>
                  <a:lnTo>
                    <a:pt x="1505727" y="1287267"/>
                  </a:lnTo>
                  <a:lnTo>
                    <a:pt x="1506583" y="1321688"/>
                  </a:lnTo>
                  <a:lnTo>
                    <a:pt x="1507438" y="1334419"/>
                  </a:lnTo>
                  <a:lnTo>
                    <a:pt x="1508294" y="1321183"/>
                  </a:lnTo>
                  <a:lnTo>
                    <a:pt x="1509149" y="1340547"/>
                  </a:lnTo>
                  <a:lnTo>
                    <a:pt x="1510005" y="1275602"/>
                  </a:lnTo>
                  <a:lnTo>
                    <a:pt x="1510861" y="1264802"/>
                  </a:lnTo>
                  <a:lnTo>
                    <a:pt x="1511716" y="1254202"/>
                  </a:lnTo>
                  <a:lnTo>
                    <a:pt x="1512572" y="1244796"/>
                  </a:lnTo>
                  <a:lnTo>
                    <a:pt x="1513427" y="1162009"/>
                  </a:lnTo>
                  <a:lnTo>
                    <a:pt x="1514283" y="1092795"/>
                  </a:lnTo>
                  <a:lnTo>
                    <a:pt x="1515138" y="1050567"/>
                  </a:lnTo>
                  <a:lnTo>
                    <a:pt x="1515994" y="1013593"/>
                  </a:lnTo>
                  <a:lnTo>
                    <a:pt x="1516849" y="974725"/>
                  </a:lnTo>
                  <a:lnTo>
                    <a:pt x="1517705" y="912256"/>
                  </a:lnTo>
                  <a:lnTo>
                    <a:pt x="1518560" y="918267"/>
                  </a:lnTo>
                  <a:lnTo>
                    <a:pt x="1519416" y="833943"/>
                  </a:lnTo>
                  <a:lnTo>
                    <a:pt x="1520271" y="871533"/>
                  </a:lnTo>
                  <a:lnTo>
                    <a:pt x="1521127" y="901245"/>
                  </a:lnTo>
                  <a:lnTo>
                    <a:pt x="1521982" y="844507"/>
                  </a:lnTo>
                  <a:lnTo>
                    <a:pt x="1522838" y="852165"/>
                  </a:lnTo>
                  <a:lnTo>
                    <a:pt x="1523693" y="847523"/>
                  </a:lnTo>
                  <a:lnTo>
                    <a:pt x="1524549" y="799006"/>
                  </a:lnTo>
                  <a:lnTo>
                    <a:pt x="1525405" y="808084"/>
                  </a:lnTo>
                  <a:lnTo>
                    <a:pt x="1526260" y="861320"/>
                  </a:lnTo>
                  <a:lnTo>
                    <a:pt x="1527116" y="642614"/>
                  </a:lnTo>
                  <a:lnTo>
                    <a:pt x="1527971" y="580916"/>
                  </a:lnTo>
                  <a:lnTo>
                    <a:pt x="1528827" y="544539"/>
                  </a:lnTo>
                  <a:lnTo>
                    <a:pt x="1529682" y="551611"/>
                  </a:lnTo>
                  <a:lnTo>
                    <a:pt x="1530538" y="525531"/>
                  </a:lnTo>
                  <a:lnTo>
                    <a:pt x="1531393" y="438827"/>
                  </a:lnTo>
                  <a:lnTo>
                    <a:pt x="1532249" y="493543"/>
                  </a:lnTo>
                  <a:lnTo>
                    <a:pt x="1533104" y="494952"/>
                  </a:lnTo>
                  <a:lnTo>
                    <a:pt x="1533960" y="472505"/>
                  </a:lnTo>
                  <a:lnTo>
                    <a:pt x="1534815" y="392972"/>
                  </a:lnTo>
                  <a:lnTo>
                    <a:pt x="1535671" y="367931"/>
                  </a:lnTo>
                  <a:lnTo>
                    <a:pt x="1536526" y="433472"/>
                  </a:lnTo>
                  <a:lnTo>
                    <a:pt x="1537382" y="471138"/>
                  </a:lnTo>
                  <a:lnTo>
                    <a:pt x="1538237" y="446071"/>
                  </a:lnTo>
                  <a:lnTo>
                    <a:pt x="1539093" y="576729"/>
                  </a:lnTo>
                  <a:lnTo>
                    <a:pt x="1539948" y="586072"/>
                  </a:lnTo>
                  <a:lnTo>
                    <a:pt x="1540804" y="694910"/>
                  </a:lnTo>
                  <a:lnTo>
                    <a:pt x="1541660" y="656988"/>
                  </a:lnTo>
                  <a:lnTo>
                    <a:pt x="1542515" y="680061"/>
                  </a:lnTo>
                  <a:lnTo>
                    <a:pt x="1543371" y="644403"/>
                  </a:lnTo>
                  <a:lnTo>
                    <a:pt x="1544226" y="654444"/>
                  </a:lnTo>
                  <a:lnTo>
                    <a:pt x="1545082" y="672577"/>
                  </a:lnTo>
                  <a:lnTo>
                    <a:pt x="1545937" y="629526"/>
                  </a:lnTo>
                  <a:lnTo>
                    <a:pt x="1546793" y="673291"/>
                  </a:lnTo>
                  <a:lnTo>
                    <a:pt x="1547648" y="728900"/>
                  </a:lnTo>
                  <a:lnTo>
                    <a:pt x="1548504" y="645479"/>
                  </a:lnTo>
                  <a:lnTo>
                    <a:pt x="1549359" y="694322"/>
                  </a:lnTo>
                  <a:lnTo>
                    <a:pt x="1550215" y="771613"/>
                  </a:lnTo>
                  <a:lnTo>
                    <a:pt x="1551070" y="844311"/>
                  </a:lnTo>
                  <a:lnTo>
                    <a:pt x="1551926" y="894216"/>
                  </a:lnTo>
                  <a:lnTo>
                    <a:pt x="1552781" y="931498"/>
                  </a:lnTo>
                  <a:lnTo>
                    <a:pt x="1553637" y="850369"/>
                  </a:lnTo>
                  <a:lnTo>
                    <a:pt x="1554492" y="973802"/>
                  </a:lnTo>
                  <a:lnTo>
                    <a:pt x="1555348" y="1025923"/>
                  </a:lnTo>
                  <a:lnTo>
                    <a:pt x="1556203" y="979860"/>
                  </a:lnTo>
                  <a:lnTo>
                    <a:pt x="1557059" y="1115608"/>
                  </a:lnTo>
                  <a:lnTo>
                    <a:pt x="1557915" y="1164919"/>
                  </a:lnTo>
                  <a:lnTo>
                    <a:pt x="1558770" y="1210267"/>
                  </a:lnTo>
                  <a:lnTo>
                    <a:pt x="1559626" y="1161590"/>
                  </a:lnTo>
                  <a:lnTo>
                    <a:pt x="1560481" y="1249340"/>
                  </a:lnTo>
                  <a:lnTo>
                    <a:pt x="1561337" y="1271223"/>
                  </a:lnTo>
                  <a:lnTo>
                    <a:pt x="1562192" y="1195667"/>
                  </a:lnTo>
                  <a:lnTo>
                    <a:pt x="1563048" y="1185161"/>
                  </a:lnTo>
                  <a:lnTo>
                    <a:pt x="1563903" y="1238284"/>
                  </a:lnTo>
                  <a:lnTo>
                    <a:pt x="1564759" y="1156728"/>
                  </a:lnTo>
                  <a:lnTo>
                    <a:pt x="1565614" y="1185599"/>
                  </a:lnTo>
                  <a:lnTo>
                    <a:pt x="1566470" y="1221354"/>
                  </a:lnTo>
                  <a:lnTo>
                    <a:pt x="1567325" y="1288825"/>
                  </a:lnTo>
                  <a:lnTo>
                    <a:pt x="1568181" y="1286599"/>
                  </a:lnTo>
                  <a:lnTo>
                    <a:pt x="1569036" y="1253650"/>
                  </a:lnTo>
                  <a:lnTo>
                    <a:pt x="1569892" y="1228310"/>
                  </a:lnTo>
                  <a:lnTo>
                    <a:pt x="1570747" y="1168765"/>
                  </a:lnTo>
                  <a:lnTo>
                    <a:pt x="1571603" y="1208522"/>
                  </a:lnTo>
                  <a:lnTo>
                    <a:pt x="1572458" y="1203205"/>
                  </a:lnTo>
                  <a:lnTo>
                    <a:pt x="1573314" y="1251734"/>
                  </a:lnTo>
                  <a:lnTo>
                    <a:pt x="1574170" y="1286259"/>
                  </a:lnTo>
                  <a:lnTo>
                    <a:pt x="1575025" y="1268467"/>
                  </a:lnTo>
                  <a:lnTo>
                    <a:pt x="1575881" y="1337035"/>
                  </a:lnTo>
                  <a:lnTo>
                    <a:pt x="1576736" y="1346525"/>
                  </a:lnTo>
                  <a:lnTo>
                    <a:pt x="1577592" y="1442295"/>
                  </a:lnTo>
                  <a:lnTo>
                    <a:pt x="1578447" y="1450481"/>
                  </a:lnTo>
                  <a:lnTo>
                    <a:pt x="1579303" y="1469435"/>
                  </a:lnTo>
                  <a:lnTo>
                    <a:pt x="1580158" y="1517023"/>
                  </a:lnTo>
                  <a:lnTo>
                    <a:pt x="1581014" y="1494956"/>
                  </a:lnTo>
                  <a:lnTo>
                    <a:pt x="1581869" y="1456319"/>
                  </a:lnTo>
                  <a:lnTo>
                    <a:pt x="1582725" y="1362488"/>
                  </a:lnTo>
                  <a:lnTo>
                    <a:pt x="1583580" y="1313585"/>
                  </a:lnTo>
                  <a:lnTo>
                    <a:pt x="1584436" y="1294011"/>
                  </a:lnTo>
                  <a:lnTo>
                    <a:pt x="1585291" y="1342626"/>
                  </a:lnTo>
                  <a:lnTo>
                    <a:pt x="1586147" y="1304296"/>
                  </a:lnTo>
                  <a:lnTo>
                    <a:pt x="1587002" y="1257532"/>
                  </a:lnTo>
                  <a:lnTo>
                    <a:pt x="1587858" y="1298365"/>
                  </a:lnTo>
                  <a:lnTo>
                    <a:pt x="1588714" y="1287873"/>
                  </a:lnTo>
                  <a:lnTo>
                    <a:pt x="1589569" y="1333097"/>
                  </a:lnTo>
                  <a:lnTo>
                    <a:pt x="1590425" y="1343136"/>
                  </a:lnTo>
                  <a:lnTo>
                    <a:pt x="1591280" y="1444904"/>
                  </a:lnTo>
                  <a:lnTo>
                    <a:pt x="1592136" y="1476205"/>
                  </a:lnTo>
                  <a:lnTo>
                    <a:pt x="1592991" y="1467091"/>
                  </a:lnTo>
                  <a:lnTo>
                    <a:pt x="1593847" y="1515162"/>
                  </a:lnTo>
                  <a:lnTo>
                    <a:pt x="1594702" y="1584378"/>
                  </a:lnTo>
                  <a:lnTo>
                    <a:pt x="1595558" y="1617020"/>
                  </a:lnTo>
                  <a:lnTo>
                    <a:pt x="1596413" y="1600047"/>
                  </a:lnTo>
                  <a:lnTo>
                    <a:pt x="1597269" y="1656104"/>
                  </a:lnTo>
                  <a:lnTo>
                    <a:pt x="1598124" y="1708728"/>
                  </a:lnTo>
                  <a:lnTo>
                    <a:pt x="1598980" y="1731083"/>
                  </a:lnTo>
                  <a:lnTo>
                    <a:pt x="1599835" y="1734934"/>
                  </a:lnTo>
                  <a:lnTo>
                    <a:pt x="1600691" y="1709808"/>
                  </a:lnTo>
                  <a:lnTo>
                    <a:pt x="1601546" y="1749939"/>
                  </a:lnTo>
                  <a:lnTo>
                    <a:pt x="1602402" y="1770057"/>
                  </a:lnTo>
                  <a:lnTo>
                    <a:pt x="1603257" y="1779621"/>
                  </a:lnTo>
                  <a:lnTo>
                    <a:pt x="1604113" y="1781396"/>
                  </a:lnTo>
                  <a:lnTo>
                    <a:pt x="1604969" y="1777084"/>
                  </a:lnTo>
                  <a:lnTo>
                    <a:pt x="1605824" y="1770674"/>
                  </a:lnTo>
                  <a:lnTo>
                    <a:pt x="1606680" y="1762240"/>
                  </a:lnTo>
                  <a:lnTo>
                    <a:pt x="1607535" y="1761520"/>
                  </a:lnTo>
                  <a:lnTo>
                    <a:pt x="1608391" y="1767223"/>
                  </a:lnTo>
                  <a:lnTo>
                    <a:pt x="1609246" y="1717825"/>
                  </a:lnTo>
                  <a:lnTo>
                    <a:pt x="1610102" y="1717257"/>
                  </a:lnTo>
                  <a:lnTo>
                    <a:pt x="1610957" y="1699119"/>
                  </a:lnTo>
                  <a:lnTo>
                    <a:pt x="1611813" y="1685788"/>
                  </a:lnTo>
                  <a:lnTo>
                    <a:pt x="1612668" y="1646620"/>
                  </a:lnTo>
                  <a:lnTo>
                    <a:pt x="1613524" y="1619328"/>
                  </a:lnTo>
                  <a:lnTo>
                    <a:pt x="1614379" y="1535529"/>
                  </a:lnTo>
                  <a:lnTo>
                    <a:pt x="1615235" y="1499332"/>
                  </a:lnTo>
                  <a:lnTo>
                    <a:pt x="1616090" y="1433675"/>
                  </a:lnTo>
                  <a:lnTo>
                    <a:pt x="1616946" y="1428598"/>
                  </a:lnTo>
                  <a:lnTo>
                    <a:pt x="1617801" y="1355664"/>
                  </a:lnTo>
                  <a:lnTo>
                    <a:pt x="1618657" y="1375536"/>
                  </a:lnTo>
                  <a:lnTo>
                    <a:pt x="1619512" y="1361715"/>
                  </a:lnTo>
                  <a:lnTo>
                    <a:pt x="1620368" y="1439130"/>
                  </a:lnTo>
                  <a:lnTo>
                    <a:pt x="1621224" y="1474961"/>
                  </a:lnTo>
                  <a:lnTo>
                    <a:pt x="1622079" y="1566955"/>
                  </a:lnTo>
                  <a:lnTo>
                    <a:pt x="1622935" y="1578304"/>
                  </a:lnTo>
                  <a:lnTo>
                    <a:pt x="1623790" y="1572751"/>
                  </a:lnTo>
                  <a:lnTo>
                    <a:pt x="1624646" y="1600615"/>
                  </a:lnTo>
                  <a:lnTo>
                    <a:pt x="1625501" y="1554634"/>
                  </a:lnTo>
                  <a:lnTo>
                    <a:pt x="1626357" y="1505580"/>
                  </a:lnTo>
                  <a:lnTo>
                    <a:pt x="1627212" y="1505144"/>
                  </a:lnTo>
                  <a:lnTo>
                    <a:pt x="1628068" y="1546105"/>
                  </a:lnTo>
                  <a:lnTo>
                    <a:pt x="1628923" y="1466609"/>
                  </a:lnTo>
                  <a:lnTo>
                    <a:pt x="1629779" y="1380352"/>
                  </a:lnTo>
                  <a:lnTo>
                    <a:pt x="1630634" y="1368560"/>
                  </a:lnTo>
                  <a:lnTo>
                    <a:pt x="1631490" y="1339656"/>
                  </a:lnTo>
                  <a:lnTo>
                    <a:pt x="1632345" y="1291077"/>
                  </a:lnTo>
                  <a:lnTo>
                    <a:pt x="1633201" y="1264276"/>
                  </a:lnTo>
                  <a:lnTo>
                    <a:pt x="1634056" y="1242181"/>
                  </a:lnTo>
                  <a:lnTo>
                    <a:pt x="1634912" y="1242936"/>
                  </a:lnTo>
                  <a:lnTo>
                    <a:pt x="1635768" y="1270964"/>
                  </a:lnTo>
                  <a:lnTo>
                    <a:pt x="1636623" y="1274714"/>
                  </a:lnTo>
                  <a:lnTo>
                    <a:pt x="1637479" y="1293972"/>
                  </a:lnTo>
                  <a:lnTo>
                    <a:pt x="1638334" y="1328994"/>
                  </a:lnTo>
                  <a:lnTo>
                    <a:pt x="1639190" y="1333273"/>
                  </a:lnTo>
                  <a:lnTo>
                    <a:pt x="1640045" y="1370267"/>
                  </a:lnTo>
                  <a:lnTo>
                    <a:pt x="1640901" y="1427907"/>
                  </a:lnTo>
                  <a:lnTo>
                    <a:pt x="1641756" y="1435206"/>
                  </a:lnTo>
                  <a:lnTo>
                    <a:pt x="1642612" y="1516361"/>
                  </a:lnTo>
                  <a:lnTo>
                    <a:pt x="1643467" y="1532400"/>
                  </a:lnTo>
                  <a:lnTo>
                    <a:pt x="1644323" y="1528245"/>
                  </a:lnTo>
                  <a:lnTo>
                    <a:pt x="1645178" y="1556986"/>
                  </a:lnTo>
                  <a:lnTo>
                    <a:pt x="1646034" y="1513243"/>
                  </a:lnTo>
                  <a:lnTo>
                    <a:pt x="1646889" y="1424141"/>
                  </a:lnTo>
                  <a:lnTo>
                    <a:pt x="1647745" y="1403304"/>
                  </a:lnTo>
                  <a:lnTo>
                    <a:pt x="1648600" y="1392630"/>
                  </a:lnTo>
                  <a:lnTo>
                    <a:pt x="1649456" y="1381208"/>
                  </a:lnTo>
                  <a:lnTo>
                    <a:pt x="1650311" y="1449248"/>
                  </a:lnTo>
                  <a:lnTo>
                    <a:pt x="1651167" y="1456366"/>
                  </a:lnTo>
                  <a:lnTo>
                    <a:pt x="1652023" y="1530958"/>
                  </a:lnTo>
                  <a:lnTo>
                    <a:pt x="1652878" y="1529943"/>
                  </a:lnTo>
                  <a:lnTo>
                    <a:pt x="1653734" y="1497024"/>
                  </a:lnTo>
                  <a:lnTo>
                    <a:pt x="1654589" y="1482947"/>
                  </a:lnTo>
                  <a:lnTo>
                    <a:pt x="1655445" y="1456270"/>
                  </a:lnTo>
                  <a:lnTo>
                    <a:pt x="1656300" y="1437099"/>
                  </a:lnTo>
                  <a:lnTo>
                    <a:pt x="1657156" y="1487110"/>
                  </a:lnTo>
                  <a:lnTo>
                    <a:pt x="1658011" y="1455124"/>
                  </a:lnTo>
                  <a:lnTo>
                    <a:pt x="1658867" y="1507401"/>
                  </a:lnTo>
                  <a:lnTo>
                    <a:pt x="1659722" y="1497883"/>
                  </a:lnTo>
                  <a:lnTo>
                    <a:pt x="1660578" y="1496745"/>
                  </a:lnTo>
                  <a:lnTo>
                    <a:pt x="1661433" y="1473591"/>
                  </a:lnTo>
                  <a:lnTo>
                    <a:pt x="1662289" y="1416952"/>
                  </a:lnTo>
                  <a:lnTo>
                    <a:pt x="1663144" y="1401738"/>
                  </a:lnTo>
                  <a:lnTo>
                    <a:pt x="1664000" y="1418259"/>
                  </a:lnTo>
                  <a:lnTo>
                    <a:pt x="1664855" y="1421226"/>
                  </a:lnTo>
                  <a:lnTo>
                    <a:pt x="1665711" y="1409440"/>
                  </a:lnTo>
                  <a:lnTo>
                    <a:pt x="1666566" y="1384169"/>
                  </a:lnTo>
                  <a:lnTo>
                    <a:pt x="1667422" y="1386706"/>
                  </a:lnTo>
                  <a:lnTo>
                    <a:pt x="1668278" y="1452602"/>
                  </a:lnTo>
                  <a:lnTo>
                    <a:pt x="1669133" y="1468971"/>
                  </a:lnTo>
                  <a:lnTo>
                    <a:pt x="1669989" y="1443063"/>
                  </a:lnTo>
                  <a:lnTo>
                    <a:pt x="1670844" y="1400292"/>
                  </a:lnTo>
                  <a:lnTo>
                    <a:pt x="1671700" y="1408133"/>
                  </a:lnTo>
                  <a:lnTo>
                    <a:pt x="1672555" y="1464485"/>
                  </a:lnTo>
                  <a:lnTo>
                    <a:pt x="1673411" y="1425308"/>
                  </a:lnTo>
                  <a:lnTo>
                    <a:pt x="1674266" y="1378851"/>
                  </a:lnTo>
                  <a:lnTo>
                    <a:pt x="1675122" y="1480316"/>
                  </a:lnTo>
                  <a:lnTo>
                    <a:pt x="1675977" y="1519702"/>
                  </a:lnTo>
                  <a:lnTo>
                    <a:pt x="1676833" y="1490755"/>
                  </a:lnTo>
                  <a:lnTo>
                    <a:pt x="1677688" y="1491468"/>
                  </a:lnTo>
                  <a:lnTo>
                    <a:pt x="1678544" y="1508892"/>
                  </a:lnTo>
                  <a:lnTo>
                    <a:pt x="1679399" y="1596777"/>
                  </a:lnTo>
                  <a:lnTo>
                    <a:pt x="1680255" y="1608348"/>
                  </a:lnTo>
                  <a:lnTo>
                    <a:pt x="1681110" y="1574780"/>
                  </a:lnTo>
                  <a:lnTo>
                    <a:pt x="1681966" y="1555344"/>
                  </a:lnTo>
                  <a:lnTo>
                    <a:pt x="1682822" y="1591882"/>
                  </a:lnTo>
                  <a:lnTo>
                    <a:pt x="1683677" y="1520502"/>
                  </a:lnTo>
                  <a:lnTo>
                    <a:pt x="1684533" y="1495818"/>
                  </a:lnTo>
                  <a:lnTo>
                    <a:pt x="1685388" y="1472419"/>
                  </a:lnTo>
                  <a:lnTo>
                    <a:pt x="1686244" y="1466996"/>
                  </a:lnTo>
                  <a:lnTo>
                    <a:pt x="1687099" y="1438594"/>
                  </a:lnTo>
                  <a:lnTo>
                    <a:pt x="1687955" y="1381943"/>
                  </a:lnTo>
                  <a:lnTo>
                    <a:pt x="1688810" y="1448256"/>
                  </a:lnTo>
                  <a:lnTo>
                    <a:pt x="1689666" y="1512022"/>
                  </a:lnTo>
                  <a:lnTo>
                    <a:pt x="1690521" y="1509490"/>
                  </a:lnTo>
                  <a:lnTo>
                    <a:pt x="1691377" y="1599157"/>
                  </a:lnTo>
                  <a:lnTo>
                    <a:pt x="1692232" y="1639776"/>
                  </a:lnTo>
                  <a:lnTo>
                    <a:pt x="1693088" y="1672301"/>
                  </a:lnTo>
                  <a:lnTo>
                    <a:pt x="1693943" y="1741889"/>
                  </a:lnTo>
                  <a:lnTo>
                    <a:pt x="1694799" y="1747281"/>
                  </a:lnTo>
                  <a:lnTo>
                    <a:pt x="1695654" y="1750019"/>
                  </a:lnTo>
                  <a:lnTo>
                    <a:pt x="1696510" y="1753124"/>
                  </a:lnTo>
                  <a:lnTo>
                    <a:pt x="1697365" y="1761458"/>
                  </a:lnTo>
                  <a:lnTo>
                    <a:pt x="1698221" y="1817900"/>
                  </a:lnTo>
                  <a:lnTo>
                    <a:pt x="1699077" y="1823362"/>
                  </a:lnTo>
                  <a:lnTo>
                    <a:pt x="1699932" y="1815535"/>
                  </a:lnTo>
                  <a:lnTo>
                    <a:pt x="1700788" y="1816385"/>
                  </a:lnTo>
                  <a:lnTo>
                    <a:pt x="1701643" y="1775345"/>
                  </a:lnTo>
                  <a:lnTo>
                    <a:pt x="1702499" y="1771285"/>
                  </a:lnTo>
                  <a:lnTo>
                    <a:pt x="1703354" y="1788709"/>
                  </a:lnTo>
                  <a:lnTo>
                    <a:pt x="1704210" y="1745960"/>
                  </a:lnTo>
                  <a:lnTo>
                    <a:pt x="1705065" y="1762369"/>
                  </a:lnTo>
                  <a:lnTo>
                    <a:pt x="1705921" y="1712503"/>
                  </a:lnTo>
                  <a:lnTo>
                    <a:pt x="1706776" y="1689307"/>
                  </a:lnTo>
                  <a:lnTo>
                    <a:pt x="1707632" y="1687064"/>
                  </a:lnTo>
                  <a:lnTo>
                    <a:pt x="1708487" y="1646851"/>
                  </a:lnTo>
                  <a:lnTo>
                    <a:pt x="1709343" y="1668451"/>
                  </a:lnTo>
                  <a:lnTo>
                    <a:pt x="1710198" y="1648131"/>
                  </a:lnTo>
                  <a:lnTo>
                    <a:pt x="1711054" y="1723342"/>
                  </a:lnTo>
                  <a:lnTo>
                    <a:pt x="1711909" y="1721861"/>
                  </a:lnTo>
                  <a:lnTo>
                    <a:pt x="1712765" y="1697910"/>
                  </a:lnTo>
                  <a:lnTo>
                    <a:pt x="1713620" y="1726558"/>
                  </a:lnTo>
                  <a:lnTo>
                    <a:pt x="1714476" y="1688786"/>
                  </a:lnTo>
                  <a:lnTo>
                    <a:pt x="1715332" y="1677818"/>
                  </a:lnTo>
                  <a:lnTo>
                    <a:pt x="1716187" y="1673858"/>
                  </a:lnTo>
                  <a:lnTo>
                    <a:pt x="1717043" y="1659938"/>
                  </a:lnTo>
                  <a:lnTo>
                    <a:pt x="1717898" y="1699780"/>
                  </a:lnTo>
                  <a:lnTo>
                    <a:pt x="1718754" y="1604709"/>
                  </a:lnTo>
                  <a:lnTo>
                    <a:pt x="1719609" y="1541893"/>
                  </a:lnTo>
                  <a:lnTo>
                    <a:pt x="1720465" y="1497985"/>
                  </a:lnTo>
                  <a:lnTo>
                    <a:pt x="1721320" y="1479306"/>
                  </a:lnTo>
                  <a:lnTo>
                    <a:pt x="1722176" y="1456521"/>
                  </a:lnTo>
                  <a:lnTo>
                    <a:pt x="1723031" y="1382478"/>
                  </a:lnTo>
                  <a:lnTo>
                    <a:pt x="1723887" y="1455957"/>
                  </a:lnTo>
                  <a:lnTo>
                    <a:pt x="1724742" y="1499440"/>
                  </a:lnTo>
                  <a:lnTo>
                    <a:pt x="1725598" y="1520989"/>
                  </a:lnTo>
                  <a:lnTo>
                    <a:pt x="1726453" y="1513233"/>
                  </a:lnTo>
                  <a:lnTo>
                    <a:pt x="1727309" y="1398888"/>
                  </a:lnTo>
                  <a:lnTo>
                    <a:pt x="1728164" y="1411985"/>
                  </a:lnTo>
                  <a:lnTo>
                    <a:pt x="1729020" y="1372808"/>
                  </a:lnTo>
                  <a:lnTo>
                    <a:pt x="1729876" y="1328103"/>
                  </a:lnTo>
                  <a:lnTo>
                    <a:pt x="1730731" y="1349008"/>
                  </a:lnTo>
                  <a:lnTo>
                    <a:pt x="1731587" y="1423989"/>
                  </a:lnTo>
                  <a:lnTo>
                    <a:pt x="1732442" y="1397954"/>
                  </a:lnTo>
                  <a:lnTo>
                    <a:pt x="1733298" y="1335011"/>
                  </a:lnTo>
                  <a:lnTo>
                    <a:pt x="1734153" y="1270120"/>
                  </a:lnTo>
                  <a:lnTo>
                    <a:pt x="1735009" y="1255607"/>
                  </a:lnTo>
                  <a:lnTo>
                    <a:pt x="1735864" y="1339098"/>
                  </a:lnTo>
                  <a:lnTo>
                    <a:pt x="1736720" y="1301295"/>
                  </a:lnTo>
                  <a:lnTo>
                    <a:pt x="1737575" y="1390719"/>
                  </a:lnTo>
                  <a:lnTo>
                    <a:pt x="1738431" y="1455496"/>
                  </a:lnTo>
                  <a:lnTo>
                    <a:pt x="1739286" y="1563204"/>
                  </a:lnTo>
                  <a:lnTo>
                    <a:pt x="1740142" y="1615393"/>
                  </a:lnTo>
                  <a:lnTo>
                    <a:pt x="1740997" y="1584080"/>
                  </a:lnTo>
                  <a:lnTo>
                    <a:pt x="1741853" y="1659387"/>
                  </a:lnTo>
                  <a:lnTo>
                    <a:pt x="1742708" y="1701400"/>
                  </a:lnTo>
                  <a:lnTo>
                    <a:pt x="1743564" y="1744799"/>
                  </a:lnTo>
                  <a:lnTo>
                    <a:pt x="1744419" y="1749030"/>
                  </a:lnTo>
                  <a:lnTo>
                    <a:pt x="1745275" y="1752479"/>
                  </a:lnTo>
                  <a:lnTo>
                    <a:pt x="1746131" y="1711311"/>
                  </a:lnTo>
                  <a:lnTo>
                    <a:pt x="1746986" y="1726203"/>
                  </a:lnTo>
                  <a:lnTo>
                    <a:pt x="1747842" y="1785479"/>
                  </a:lnTo>
                  <a:lnTo>
                    <a:pt x="1748697" y="1772101"/>
                  </a:lnTo>
                  <a:lnTo>
                    <a:pt x="1749553" y="1767397"/>
                  </a:lnTo>
                  <a:lnTo>
                    <a:pt x="1750408" y="1747989"/>
                  </a:lnTo>
                  <a:lnTo>
                    <a:pt x="1751264" y="1727103"/>
                  </a:lnTo>
                  <a:lnTo>
                    <a:pt x="1752119" y="1700204"/>
                  </a:lnTo>
                  <a:lnTo>
                    <a:pt x="1752975" y="1688127"/>
                  </a:lnTo>
                  <a:lnTo>
                    <a:pt x="1753830" y="1631190"/>
                  </a:lnTo>
                  <a:lnTo>
                    <a:pt x="1754686" y="1647257"/>
                  </a:lnTo>
                  <a:lnTo>
                    <a:pt x="1755541" y="1608992"/>
                  </a:lnTo>
                  <a:lnTo>
                    <a:pt x="1756397" y="1557102"/>
                  </a:lnTo>
                  <a:lnTo>
                    <a:pt x="1757252" y="1542849"/>
                  </a:lnTo>
                  <a:lnTo>
                    <a:pt x="1758108" y="1501796"/>
                  </a:lnTo>
                  <a:lnTo>
                    <a:pt x="1758963" y="1514938"/>
                  </a:lnTo>
                  <a:lnTo>
                    <a:pt x="1759819" y="1553845"/>
                  </a:lnTo>
                  <a:lnTo>
                    <a:pt x="1760674" y="1604098"/>
                  </a:lnTo>
                  <a:lnTo>
                    <a:pt x="1761530" y="1632956"/>
                  </a:lnTo>
                  <a:lnTo>
                    <a:pt x="1762386" y="1614954"/>
                  </a:lnTo>
                  <a:lnTo>
                    <a:pt x="1763241" y="1600268"/>
                  </a:lnTo>
                  <a:lnTo>
                    <a:pt x="1764097" y="1579863"/>
                  </a:lnTo>
                  <a:lnTo>
                    <a:pt x="1764952" y="1583229"/>
                  </a:lnTo>
                  <a:lnTo>
                    <a:pt x="1765808" y="1530118"/>
                  </a:lnTo>
                  <a:lnTo>
                    <a:pt x="1766663" y="1428612"/>
                  </a:lnTo>
                  <a:lnTo>
                    <a:pt x="1767519" y="1411900"/>
                  </a:lnTo>
                  <a:lnTo>
                    <a:pt x="1768374" y="1443206"/>
                  </a:lnTo>
                  <a:lnTo>
                    <a:pt x="1769230" y="1371012"/>
                  </a:lnTo>
                  <a:lnTo>
                    <a:pt x="1770085" y="1374434"/>
                  </a:lnTo>
                  <a:lnTo>
                    <a:pt x="1770941" y="1267034"/>
                  </a:lnTo>
                  <a:lnTo>
                    <a:pt x="1771796" y="1266910"/>
                  </a:lnTo>
                  <a:lnTo>
                    <a:pt x="1772652" y="1305904"/>
                  </a:lnTo>
                  <a:lnTo>
                    <a:pt x="1773507" y="1248647"/>
                  </a:lnTo>
                  <a:lnTo>
                    <a:pt x="1774363" y="1346466"/>
                  </a:lnTo>
                  <a:lnTo>
                    <a:pt x="1775218" y="1300483"/>
                  </a:lnTo>
                  <a:lnTo>
                    <a:pt x="1776074" y="1275215"/>
                  </a:lnTo>
                  <a:lnTo>
                    <a:pt x="1776929" y="1405428"/>
                  </a:lnTo>
                  <a:lnTo>
                    <a:pt x="1777785" y="1466813"/>
                  </a:lnTo>
                  <a:lnTo>
                    <a:pt x="1778641" y="1531181"/>
                  </a:lnTo>
                  <a:lnTo>
                    <a:pt x="1779496" y="1576323"/>
                  </a:lnTo>
                  <a:lnTo>
                    <a:pt x="1780352" y="1573998"/>
                  </a:lnTo>
                  <a:lnTo>
                    <a:pt x="1781207" y="1665071"/>
                  </a:lnTo>
                  <a:lnTo>
                    <a:pt x="1782063" y="1668846"/>
                  </a:lnTo>
                  <a:lnTo>
                    <a:pt x="1782918" y="1619273"/>
                  </a:lnTo>
                  <a:lnTo>
                    <a:pt x="1783774" y="1522990"/>
                  </a:lnTo>
                  <a:lnTo>
                    <a:pt x="1784629" y="1555955"/>
                  </a:lnTo>
                  <a:lnTo>
                    <a:pt x="1785485" y="1595328"/>
                  </a:lnTo>
                  <a:lnTo>
                    <a:pt x="1786340" y="1599974"/>
                  </a:lnTo>
                  <a:lnTo>
                    <a:pt x="1787196" y="1494904"/>
                  </a:lnTo>
                  <a:lnTo>
                    <a:pt x="1788051" y="1504367"/>
                  </a:lnTo>
                  <a:lnTo>
                    <a:pt x="1788907" y="1483730"/>
                  </a:lnTo>
                  <a:lnTo>
                    <a:pt x="1789762" y="1553667"/>
                  </a:lnTo>
                  <a:lnTo>
                    <a:pt x="1790618" y="1553629"/>
                  </a:lnTo>
                  <a:lnTo>
                    <a:pt x="1791473" y="1472572"/>
                  </a:lnTo>
                  <a:lnTo>
                    <a:pt x="1792329" y="1402400"/>
                  </a:lnTo>
                  <a:lnTo>
                    <a:pt x="1793185" y="1395921"/>
                  </a:lnTo>
                  <a:lnTo>
                    <a:pt x="1794040" y="1470792"/>
                  </a:lnTo>
                  <a:lnTo>
                    <a:pt x="1794896" y="1470954"/>
                  </a:lnTo>
                  <a:lnTo>
                    <a:pt x="1795751" y="1591468"/>
                  </a:lnTo>
                  <a:lnTo>
                    <a:pt x="1796607" y="1606198"/>
                  </a:lnTo>
                  <a:lnTo>
                    <a:pt x="1797462" y="1651601"/>
                  </a:lnTo>
                  <a:lnTo>
                    <a:pt x="1798318" y="1670445"/>
                  </a:lnTo>
                  <a:lnTo>
                    <a:pt x="1799173" y="1621771"/>
                  </a:lnTo>
                  <a:lnTo>
                    <a:pt x="1800029" y="1544675"/>
                  </a:lnTo>
                  <a:lnTo>
                    <a:pt x="1800884" y="1522937"/>
                  </a:lnTo>
                  <a:lnTo>
                    <a:pt x="1801740" y="1567274"/>
                  </a:lnTo>
                  <a:lnTo>
                    <a:pt x="1802595" y="1605823"/>
                  </a:lnTo>
                  <a:lnTo>
                    <a:pt x="1803451" y="1531579"/>
                  </a:lnTo>
                  <a:lnTo>
                    <a:pt x="1804306" y="1532719"/>
                  </a:lnTo>
                  <a:lnTo>
                    <a:pt x="1805162" y="1544040"/>
                  </a:lnTo>
                  <a:lnTo>
                    <a:pt x="1806017" y="1634753"/>
                  </a:lnTo>
                  <a:lnTo>
                    <a:pt x="1806873" y="1608013"/>
                  </a:lnTo>
                  <a:lnTo>
                    <a:pt x="1807728" y="1631110"/>
                  </a:lnTo>
                  <a:lnTo>
                    <a:pt x="1808584" y="1610253"/>
                  </a:lnTo>
                  <a:lnTo>
                    <a:pt x="1809440" y="1557657"/>
                  </a:lnTo>
                  <a:lnTo>
                    <a:pt x="1810295" y="1600731"/>
                  </a:lnTo>
                  <a:lnTo>
                    <a:pt x="1811151" y="1571339"/>
                  </a:lnTo>
                  <a:lnTo>
                    <a:pt x="1812006" y="1584253"/>
                  </a:lnTo>
                  <a:lnTo>
                    <a:pt x="1812862" y="1564964"/>
                  </a:lnTo>
                  <a:lnTo>
                    <a:pt x="1813717" y="1682115"/>
                  </a:lnTo>
                  <a:lnTo>
                    <a:pt x="1814573" y="1691720"/>
                  </a:lnTo>
                  <a:lnTo>
                    <a:pt x="1815428" y="1631995"/>
                  </a:lnTo>
                  <a:lnTo>
                    <a:pt x="1816284" y="1678139"/>
                  </a:lnTo>
                  <a:lnTo>
                    <a:pt x="1817139" y="1698087"/>
                  </a:lnTo>
                  <a:lnTo>
                    <a:pt x="1817995" y="1700934"/>
                  </a:lnTo>
                  <a:lnTo>
                    <a:pt x="1818850" y="1657212"/>
                  </a:lnTo>
                  <a:lnTo>
                    <a:pt x="1819706" y="1665074"/>
                  </a:lnTo>
                  <a:lnTo>
                    <a:pt x="1820561" y="1644592"/>
                  </a:lnTo>
                  <a:lnTo>
                    <a:pt x="1821417" y="1649606"/>
                  </a:lnTo>
                  <a:lnTo>
                    <a:pt x="1822272" y="1563667"/>
                  </a:lnTo>
                  <a:lnTo>
                    <a:pt x="1823128" y="1461884"/>
                  </a:lnTo>
                  <a:lnTo>
                    <a:pt x="1823983" y="1408070"/>
                  </a:lnTo>
                  <a:lnTo>
                    <a:pt x="1824839" y="1394193"/>
                  </a:lnTo>
                  <a:lnTo>
                    <a:pt x="1825695" y="1397457"/>
                  </a:lnTo>
                  <a:lnTo>
                    <a:pt x="1826550" y="1363970"/>
                  </a:lnTo>
                  <a:lnTo>
                    <a:pt x="1827406" y="1349441"/>
                  </a:lnTo>
                  <a:lnTo>
                    <a:pt x="1828261" y="1397721"/>
                  </a:lnTo>
                  <a:lnTo>
                    <a:pt x="1829117" y="1470430"/>
                  </a:lnTo>
                  <a:lnTo>
                    <a:pt x="1829972" y="1463578"/>
                  </a:lnTo>
                  <a:lnTo>
                    <a:pt x="1830828" y="1372682"/>
                  </a:lnTo>
                  <a:lnTo>
                    <a:pt x="1831683" y="1276865"/>
                  </a:lnTo>
                  <a:lnTo>
                    <a:pt x="1832539" y="1269420"/>
                  </a:lnTo>
                  <a:lnTo>
                    <a:pt x="1833394" y="1254644"/>
                  </a:lnTo>
                  <a:lnTo>
                    <a:pt x="1834250" y="1199356"/>
                  </a:lnTo>
                  <a:lnTo>
                    <a:pt x="1835105" y="1169892"/>
                  </a:lnTo>
                  <a:lnTo>
                    <a:pt x="1835961" y="1181450"/>
                  </a:lnTo>
                  <a:lnTo>
                    <a:pt x="1836816" y="1162423"/>
                  </a:lnTo>
                  <a:lnTo>
                    <a:pt x="1837672" y="1189021"/>
                  </a:lnTo>
                  <a:lnTo>
                    <a:pt x="1838527" y="1213660"/>
                  </a:lnTo>
                  <a:lnTo>
                    <a:pt x="1839383" y="1249192"/>
                  </a:lnTo>
                  <a:lnTo>
                    <a:pt x="1840239" y="1228944"/>
                  </a:lnTo>
                  <a:lnTo>
                    <a:pt x="1841094" y="1331217"/>
                  </a:lnTo>
                  <a:lnTo>
                    <a:pt x="1841950" y="1410577"/>
                  </a:lnTo>
                  <a:lnTo>
                    <a:pt x="1842805" y="1496266"/>
                  </a:lnTo>
                  <a:lnTo>
                    <a:pt x="1843661" y="1519992"/>
                  </a:lnTo>
                  <a:lnTo>
                    <a:pt x="1844516" y="1521302"/>
                  </a:lnTo>
                  <a:lnTo>
                    <a:pt x="1845372" y="1521870"/>
                  </a:lnTo>
                  <a:lnTo>
                    <a:pt x="1846227" y="1517544"/>
                  </a:lnTo>
                  <a:lnTo>
                    <a:pt x="1847083" y="1564465"/>
                  </a:lnTo>
                  <a:lnTo>
                    <a:pt x="1847938" y="1557199"/>
                  </a:lnTo>
                  <a:lnTo>
                    <a:pt x="1848794" y="1577192"/>
                  </a:lnTo>
                  <a:lnTo>
                    <a:pt x="1849649" y="1591374"/>
                  </a:lnTo>
                  <a:lnTo>
                    <a:pt x="1850505" y="1567335"/>
                  </a:lnTo>
                  <a:lnTo>
                    <a:pt x="1851360" y="1562706"/>
                  </a:lnTo>
                  <a:lnTo>
                    <a:pt x="1852216" y="1501451"/>
                  </a:lnTo>
                  <a:lnTo>
                    <a:pt x="1853071" y="1459293"/>
                  </a:lnTo>
                  <a:lnTo>
                    <a:pt x="1853927" y="1477121"/>
                  </a:lnTo>
                  <a:lnTo>
                    <a:pt x="1854782" y="1506324"/>
                  </a:lnTo>
                  <a:lnTo>
                    <a:pt x="1855638" y="1494020"/>
                  </a:lnTo>
                  <a:lnTo>
                    <a:pt x="1856494" y="1502097"/>
                  </a:lnTo>
                  <a:lnTo>
                    <a:pt x="1857349" y="1586965"/>
                  </a:lnTo>
                  <a:lnTo>
                    <a:pt x="1858205" y="1556502"/>
                  </a:lnTo>
                  <a:lnTo>
                    <a:pt x="1859060" y="1510820"/>
                  </a:lnTo>
                  <a:lnTo>
                    <a:pt x="1859916" y="1471506"/>
                  </a:lnTo>
                  <a:lnTo>
                    <a:pt x="1860771" y="1439424"/>
                  </a:lnTo>
                  <a:lnTo>
                    <a:pt x="1861627" y="1451023"/>
                  </a:lnTo>
                  <a:lnTo>
                    <a:pt x="1862482" y="1411583"/>
                  </a:lnTo>
                  <a:lnTo>
                    <a:pt x="1863338" y="1411350"/>
                  </a:lnTo>
                  <a:lnTo>
                    <a:pt x="1864193" y="1450993"/>
                  </a:lnTo>
                  <a:lnTo>
                    <a:pt x="1865049" y="1466367"/>
                  </a:lnTo>
                  <a:lnTo>
                    <a:pt x="1865904" y="1472836"/>
                  </a:lnTo>
                  <a:lnTo>
                    <a:pt x="1866760" y="1504720"/>
                  </a:lnTo>
                  <a:lnTo>
                    <a:pt x="1867615" y="1605338"/>
                  </a:lnTo>
                  <a:lnTo>
                    <a:pt x="1868471" y="1674030"/>
                  </a:lnTo>
                  <a:lnTo>
                    <a:pt x="1869326" y="1667734"/>
                  </a:lnTo>
                  <a:lnTo>
                    <a:pt x="1870182" y="1710667"/>
                  </a:lnTo>
                  <a:lnTo>
                    <a:pt x="1871037" y="1661132"/>
                  </a:lnTo>
                  <a:lnTo>
                    <a:pt x="1871893" y="1603333"/>
                  </a:lnTo>
                  <a:lnTo>
                    <a:pt x="1872749" y="1582229"/>
                  </a:lnTo>
                  <a:lnTo>
                    <a:pt x="1873604" y="1691503"/>
                  </a:lnTo>
                  <a:lnTo>
                    <a:pt x="1874460" y="1679863"/>
                  </a:lnTo>
                  <a:lnTo>
                    <a:pt x="1875315" y="1630677"/>
                  </a:lnTo>
                  <a:lnTo>
                    <a:pt x="1876171" y="1565263"/>
                  </a:lnTo>
                  <a:lnTo>
                    <a:pt x="1877026" y="1619149"/>
                  </a:lnTo>
                  <a:lnTo>
                    <a:pt x="1877882" y="1657249"/>
                  </a:lnTo>
                  <a:lnTo>
                    <a:pt x="1878737" y="1646365"/>
                  </a:lnTo>
                  <a:lnTo>
                    <a:pt x="1879593" y="1608524"/>
                  </a:lnTo>
                  <a:lnTo>
                    <a:pt x="1880448" y="1500425"/>
                  </a:lnTo>
                  <a:lnTo>
                    <a:pt x="1881304" y="1486220"/>
                  </a:lnTo>
                  <a:lnTo>
                    <a:pt x="1882159" y="1455945"/>
                  </a:lnTo>
                  <a:lnTo>
                    <a:pt x="1883015" y="1430836"/>
                  </a:lnTo>
                  <a:lnTo>
                    <a:pt x="1883870" y="1400818"/>
                  </a:lnTo>
                  <a:lnTo>
                    <a:pt x="1884726" y="1409815"/>
                  </a:lnTo>
                  <a:lnTo>
                    <a:pt x="1885581" y="1508553"/>
                  </a:lnTo>
                  <a:lnTo>
                    <a:pt x="1886437" y="1560229"/>
                  </a:lnTo>
                  <a:lnTo>
                    <a:pt x="1887293" y="1576940"/>
                  </a:lnTo>
                  <a:lnTo>
                    <a:pt x="1888148" y="1450648"/>
                  </a:lnTo>
                  <a:lnTo>
                    <a:pt x="1889004" y="1407809"/>
                  </a:lnTo>
                  <a:lnTo>
                    <a:pt x="1889859" y="1385538"/>
                  </a:lnTo>
                  <a:lnTo>
                    <a:pt x="1890715" y="1414064"/>
                  </a:lnTo>
                  <a:lnTo>
                    <a:pt x="1891570" y="1309173"/>
                  </a:lnTo>
                  <a:lnTo>
                    <a:pt x="1892426" y="1206775"/>
                  </a:lnTo>
                  <a:lnTo>
                    <a:pt x="1893281" y="1223577"/>
                  </a:lnTo>
                  <a:lnTo>
                    <a:pt x="1894137" y="1186897"/>
                  </a:lnTo>
                  <a:lnTo>
                    <a:pt x="1894992" y="1191783"/>
                  </a:lnTo>
                  <a:lnTo>
                    <a:pt x="1895848" y="1167412"/>
                  </a:lnTo>
                  <a:lnTo>
                    <a:pt x="1896703" y="1250168"/>
                  </a:lnTo>
                  <a:lnTo>
                    <a:pt x="1897559" y="1263007"/>
                  </a:lnTo>
                  <a:lnTo>
                    <a:pt x="1898414" y="1358292"/>
                  </a:lnTo>
                  <a:lnTo>
                    <a:pt x="1899270" y="1477497"/>
                  </a:lnTo>
                  <a:lnTo>
                    <a:pt x="1900125" y="1591297"/>
                  </a:lnTo>
                  <a:lnTo>
                    <a:pt x="1900981" y="1670641"/>
                  </a:lnTo>
                  <a:lnTo>
                    <a:pt x="1901836" y="1696180"/>
                  </a:lnTo>
                  <a:lnTo>
                    <a:pt x="1902692" y="1739570"/>
                  </a:lnTo>
                  <a:lnTo>
                    <a:pt x="1903548" y="1769754"/>
                  </a:lnTo>
                  <a:lnTo>
                    <a:pt x="1904403" y="1759303"/>
                  </a:lnTo>
                  <a:lnTo>
                    <a:pt x="1905259" y="1776045"/>
                  </a:lnTo>
                  <a:lnTo>
                    <a:pt x="1906114" y="1749186"/>
                  </a:lnTo>
                  <a:lnTo>
                    <a:pt x="1906970" y="1745043"/>
                  </a:lnTo>
                  <a:lnTo>
                    <a:pt x="1907825" y="1726438"/>
                  </a:lnTo>
                  <a:lnTo>
                    <a:pt x="1908681" y="1690240"/>
                  </a:lnTo>
                  <a:lnTo>
                    <a:pt x="1909536" y="1673500"/>
                  </a:lnTo>
                  <a:lnTo>
                    <a:pt x="1910392" y="1623988"/>
                  </a:lnTo>
                  <a:lnTo>
                    <a:pt x="1911247" y="1578387"/>
                  </a:lnTo>
                  <a:lnTo>
                    <a:pt x="1912103" y="1471963"/>
                  </a:lnTo>
                  <a:lnTo>
                    <a:pt x="1912958" y="1468591"/>
                  </a:lnTo>
                  <a:lnTo>
                    <a:pt x="1913814" y="1436310"/>
                  </a:lnTo>
                  <a:lnTo>
                    <a:pt x="1914669" y="1441911"/>
                  </a:lnTo>
                  <a:lnTo>
                    <a:pt x="1915525" y="1445345"/>
                  </a:lnTo>
                  <a:lnTo>
                    <a:pt x="1916380" y="1460113"/>
                  </a:lnTo>
                  <a:lnTo>
                    <a:pt x="1917236" y="1509973"/>
                  </a:lnTo>
                  <a:lnTo>
                    <a:pt x="1918091" y="1593618"/>
                  </a:lnTo>
                  <a:lnTo>
                    <a:pt x="1918947" y="1575428"/>
                  </a:lnTo>
                  <a:lnTo>
                    <a:pt x="1919803" y="1598044"/>
                  </a:lnTo>
                  <a:lnTo>
                    <a:pt x="1920658" y="1599951"/>
                  </a:lnTo>
                  <a:lnTo>
                    <a:pt x="1921514" y="1541686"/>
                  </a:lnTo>
                  <a:lnTo>
                    <a:pt x="1922369" y="1548190"/>
                  </a:lnTo>
                  <a:lnTo>
                    <a:pt x="1923225" y="1467086"/>
                  </a:lnTo>
                  <a:lnTo>
                    <a:pt x="1924080" y="1412770"/>
                  </a:lnTo>
                  <a:lnTo>
                    <a:pt x="1924936" y="1491457"/>
                  </a:lnTo>
                  <a:lnTo>
                    <a:pt x="1925791" y="1466872"/>
                  </a:lnTo>
                  <a:lnTo>
                    <a:pt x="1926647" y="1497251"/>
                  </a:lnTo>
                  <a:lnTo>
                    <a:pt x="1927502" y="1476529"/>
                  </a:lnTo>
                  <a:lnTo>
                    <a:pt x="1928358" y="1379826"/>
                  </a:lnTo>
                  <a:lnTo>
                    <a:pt x="1929213" y="1420649"/>
                  </a:lnTo>
                  <a:lnTo>
                    <a:pt x="1930069" y="1313584"/>
                  </a:lnTo>
                  <a:lnTo>
                    <a:pt x="1930924" y="1268345"/>
                  </a:lnTo>
                  <a:lnTo>
                    <a:pt x="1931780" y="1333771"/>
                  </a:lnTo>
                  <a:lnTo>
                    <a:pt x="1932635" y="1229974"/>
                  </a:lnTo>
                  <a:lnTo>
                    <a:pt x="1933491" y="1277056"/>
                  </a:lnTo>
                  <a:lnTo>
                    <a:pt x="1934347" y="1278760"/>
                  </a:lnTo>
                  <a:lnTo>
                    <a:pt x="1935202" y="1236655"/>
                  </a:lnTo>
                  <a:lnTo>
                    <a:pt x="1936058" y="1230635"/>
                  </a:lnTo>
                  <a:lnTo>
                    <a:pt x="1936913" y="1242440"/>
                  </a:lnTo>
                  <a:lnTo>
                    <a:pt x="1937769" y="1196272"/>
                  </a:lnTo>
                  <a:lnTo>
                    <a:pt x="1938624" y="1198354"/>
                  </a:lnTo>
                  <a:lnTo>
                    <a:pt x="1939480" y="1224924"/>
                  </a:lnTo>
                  <a:lnTo>
                    <a:pt x="1940335" y="1202281"/>
                  </a:lnTo>
                  <a:lnTo>
                    <a:pt x="1941191" y="1259380"/>
                  </a:lnTo>
                  <a:lnTo>
                    <a:pt x="1942046" y="1264746"/>
                  </a:lnTo>
                  <a:lnTo>
                    <a:pt x="1942902" y="1261030"/>
                  </a:lnTo>
                  <a:lnTo>
                    <a:pt x="1943757" y="1340848"/>
                  </a:lnTo>
                  <a:lnTo>
                    <a:pt x="1944613" y="1330505"/>
                  </a:lnTo>
                  <a:lnTo>
                    <a:pt x="1945468" y="1373942"/>
                  </a:lnTo>
                  <a:lnTo>
                    <a:pt x="1946324" y="1383882"/>
                  </a:lnTo>
                  <a:lnTo>
                    <a:pt x="1947179" y="1456962"/>
                  </a:lnTo>
                  <a:lnTo>
                    <a:pt x="1948035" y="1423409"/>
                  </a:lnTo>
                  <a:lnTo>
                    <a:pt x="1948890" y="1369126"/>
                  </a:lnTo>
                  <a:lnTo>
                    <a:pt x="1949746" y="1375687"/>
                  </a:lnTo>
                  <a:lnTo>
                    <a:pt x="1950602" y="1372104"/>
                  </a:lnTo>
                  <a:lnTo>
                    <a:pt x="1951457" y="1380809"/>
                  </a:lnTo>
                  <a:lnTo>
                    <a:pt x="1952313" y="1432198"/>
                  </a:lnTo>
                  <a:lnTo>
                    <a:pt x="1953168" y="1471184"/>
                  </a:lnTo>
                  <a:lnTo>
                    <a:pt x="1954024" y="1503737"/>
                  </a:lnTo>
                  <a:lnTo>
                    <a:pt x="1954879" y="1362644"/>
                  </a:lnTo>
                  <a:lnTo>
                    <a:pt x="1955735" y="1351308"/>
                  </a:lnTo>
                  <a:lnTo>
                    <a:pt x="1956590" y="1396710"/>
                  </a:lnTo>
                  <a:lnTo>
                    <a:pt x="1957446" y="1414547"/>
                  </a:lnTo>
                  <a:lnTo>
                    <a:pt x="1958301" y="1442573"/>
                  </a:lnTo>
                  <a:lnTo>
                    <a:pt x="1959157" y="1355577"/>
                  </a:lnTo>
                  <a:lnTo>
                    <a:pt x="1960012" y="1338646"/>
                  </a:lnTo>
                  <a:lnTo>
                    <a:pt x="1960868" y="1422900"/>
                  </a:lnTo>
                  <a:lnTo>
                    <a:pt x="1961723" y="1353163"/>
                  </a:lnTo>
                  <a:lnTo>
                    <a:pt x="1962579" y="1361127"/>
                  </a:lnTo>
                  <a:lnTo>
                    <a:pt x="1963434" y="1363197"/>
                  </a:lnTo>
                  <a:lnTo>
                    <a:pt x="1964290" y="1365410"/>
                  </a:lnTo>
                  <a:lnTo>
                    <a:pt x="1965145" y="1393687"/>
                  </a:lnTo>
                  <a:lnTo>
                    <a:pt x="1966001" y="1388779"/>
                  </a:lnTo>
                  <a:lnTo>
                    <a:pt x="1966857" y="1417725"/>
                  </a:lnTo>
                  <a:lnTo>
                    <a:pt x="1967712" y="1481741"/>
                  </a:lnTo>
                  <a:lnTo>
                    <a:pt x="1968568" y="1473620"/>
                  </a:lnTo>
                  <a:lnTo>
                    <a:pt x="1969423" y="1520442"/>
                  </a:lnTo>
                  <a:lnTo>
                    <a:pt x="1970279" y="1554428"/>
                  </a:lnTo>
                  <a:lnTo>
                    <a:pt x="1971134" y="1496048"/>
                  </a:lnTo>
                  <a:lnTo>
                    <a:pt x="1971990" y="1425891"/>
                  </a:lnTo>
                  <a:lnTo>
                    <a:pt x="1972845" y="1358228"/>
                  </a:lnTo>
                  <a:lnTo>
                    <a:pt x="1973701" y="1373934"/>
                  </a:lnTo>
                  <a:lnTo>
                    <a:pt x="1974556" y="1377428"/>
                  </a:lnTo>
                  <a:lnTo>
                    <a:pt x="1975412" y="1290619"/>
                  </a:lnTo>
                  <a:lnTo>
                    <a:pt x="1976267" y="1280339"/>
                  </a:lnTo>
                  <a:lnTo>
                    <a:pt x="1977123" y="1330577"/>
                  </a:lnTo>
                  <a:lnTo>
                    <a:pt x="1977978" y="1354632"/>
                  </a:lnTo>
                  <a:lnTo>
                    <a:pt x="1978834" y="1417005"/>
                  </a:lnTo>
                  <a:lnTo>
                    <a:pt x="1979689" y="1415314"/>
                  </a:lnTo>
                  <a:lnTo>
                    <a:pt x="1980545" y="1511557"/>
                  </a:lnTo>
                  <a:lnTo>
                    <a:pt x="1981401" y="1617753"/>
                  </a:lnTo>
                  <a:lnTo>
                    <a:pt x="1982256" y="1607592"/>
                  </a:lnTo>
                  <a:lnTo>
                    <a:pt x="1983112" y="1531326"/>
                  </a:lnTo>
                  <a:lnTo>
                    <a:pt x="1983967" y="1562692"/>
                  </a:lnTo>
                  <a:lnTo>
                    <a:pt x="1984823" y="1554685"/>
                  </a:lnTo>
                  <a:lnTo>
                    <a:pt x="1985678" y="1570319"/>
                  </a:lnTo>
                  <a:lnTo>
                    <a:pt x="1986534" y="1625898"/>
                  </a:lnTo>
                  <a:lnTo>
                    <a:pt x="1987389" y="1654246"/>
                  </a:lnTo>
                  <a:lnTo>
                    <a:pt x="1988245" y="1661440"/>
                  </a:lnTo>
                  <a:lnTo>
                    <a:pt x="1989100" y="1647033"/>
                  </a:lnTo>
                  <a:lnTo>
                    <a:pt x="1989956" y="1647805"/>
                  </a:lnTo>
                  <a:lnTo>
                    <a:pt x="1990811" y="1596895"/>
                  </a:lnTo>
                  <a:lnTo>
                    <a:pt x="1991667" y="1615083"/>
                  </a:lnTo>
                  <a:lnTo>
                    <a:pt x="1992522" y="1634179"/>
                  </a:lnTo>
                  <a:lnTo>
                    <a:pt x="1993378" y="1569829"/>
                  </a:lnTo>
                  <a:lnTo>
                    <a:pt x="1994233" y="1586434"/>
                  </a:lnTo>
                  <a:lnTo>
                    <a:pt x="1995089" y="1552637"/>
                  </a:lnTo>
                  <a:lnTo>
                    <a:pt x="1995944" y="1602962"/>
                  </a:lnTo>
                  <a:lnTo>
                    <a:pt x="1996800" y="1474442"/>
                  </a:lnTo>
                  <a:lnTo>
                    <a:pt x="1997656" y="1412583"/>
                  </a:lnTo>
                  <a:lnTo>
                    <a:pt x="1998511" y="1414880"/>
                  </a:lnTo>
                  <a:lnTo>
                    <a:pt x="1999367" y="1393786"/>
                  </a:lnTo>
                  <a:lnTo>
                    <a:pt x="2000222" y="1316490"/>
                  </a:lnTo>
                  <a:lnTo>
                    <a:pt x="2001078" y="1287437"/>
                  </a:lnTo>
                  <a:lnTo>
                    <a:pt x="2001933" y="1281648"/>
                  </a:lnTo>
                  <a:lnTo>
                    <a:pt x="2002789" y="1180698"/>
                  </a:lnTo>
                  <a:lnTo>
                    <a:pt x="2003644" y="1201441"/>
                  </a:lnTo>
                  <a:lnTo>
                    <a:pt x="2004500" y="1146369"/>
                  </a:lnTo>
                  <a:lnTo>
                    <a:pt x="2005355" y="1141132"/>
                  </a:lnTo>
                  <a:lnTo>
                    <a:pt x="2006211" y="1147404"/>
                  </a:lnTo>
                  <a:lnTo>
                    <a:pt x="2007066" y="1133971"/>
                  </a:lnTo>
                  <a:lnTo>
                    <a:pt x="2007922" y="1145392"/>
                  </a:lnTo>
                  <a:lnTo>
                    <a:pt x="2008777" y="1170547"/>
                  </a:lnTo>
                  <a:lnTo>
                    <a:pt x="2009633" y="1152704"/>
                  </a:lnTo>
                  <a:lnTo>
                    <a:pt x="2010488" y="1232505"/>
                  </a:lnTo>
                  <a:lnTo>
                    <a:pt x="2011344" y="1151842"/>
                  </a:lnTo>
                  <a:lnTo>
                    <a:pt x="2012199" y="1191542"/>
                  </a:lnTo>
                  <a:lnTo>
                    <a:pt x="2013055" y="1256969"/>
                  </a:lnTo>
                  <a:lnTo>
                    <a:pt x="2013911" y="1207308"/>
                  </a:lnTo>
                  <a:lnTo>
                    <a:pt x="2014766" y="1239855"/>
                  </a:lnTo>
                  <a:lnTo>
                    <a:pt x="2015622" y="1162829"/>
                  </a:lnTo>
                  <a:lnTo>
                    <a:pt x="2016477" y="1203662"/>
                  </a:lnTo>
                  <a:lnTo>
                    <a:pt x="2017333" y="1201862"/>
                  </a:lnTo>
                  <a:lnTo>
                    <a:pt x="2018188" y="1191554"/>
                  </a:lnTo>
                  <a:lnTo>
                    <a:pt x="2019044" y="1168778"/>
                  </a:lnTo>
                  <a:lnTo>
                    <a:pt x="2019899" y="1155795"/>
                  </a:lnTo>
                  <a:lnTo>
                    <a:pt x="2020755" y="1245302"/>
                  </a:lnTo>
                  <a:lnTo>
                    <a:pt x="2021610" y="1283333"/>
                  </a:lnTo>
                  <a:lnTo>
                    <a:pt x="2022466" y="1266370"/>
                  </a:lnTo>
                  <a:lnTo>
                    <a:pt x="2023321" y="1262988"/>
                  </a:lnTo>
                  <a:lnTo>
                    <a:pt x="2024177" y="1235415"/>
                  </a:lnTo>
                  <a:lnTo>
                    <a:pt x="2025032" y="1269674"/>
                  </a:lnTo>
                  <a:lnTo>
                    <a:pt x="2025888" y="1254348"/>
                  </a:lnTo>
                  <a:lnTo>
                    <a:pt x="2026743" y="1173166"/>
                  </a:lnTo>
                  <a:lnTo>
                    <a:pt x="2027599" y="1175341"/>
                  </a:lnTo>
                  <a:lnTo>
                    <a:pt x="2028454" y="1154922"/>
                  </a:lnTo>
                  <a:lnTo>
                    <a:pt x="2029310" y="1166931"/>
                  </a:lnTo>
                  <a:lnTo>
                    <a:pt x="2030166" y="1250977"/>
                  </a:lnTo>
                  <a:lnTo>
                    <a:pt x="2031021" y="1199259"/>
                  </a:lnTo>
                  <a:lnTo>
                    <a:pt x="2031877" y="1215816"/>
                  </a:lnTo>
                  <a:lnTo>
                    <a:pt x="2032732" y="1263924"/>
                  </a:lnTo>
                  <a:lnTo>
                    <a:pt x="2033588" y="1277654"/>
                  </a:lnTo>
                  <a:lnTo>
                    <a:pt x="2034443" y="1296717"/>
                  </a:lnTo>
                  <a:lnTo>
                    <a:pt x="2035299" y="1168819"/>
                  </a:lnTo>
                  <a:lnTo>
                    <a:pt x="2036154" y="1161346"/>
                  </a:lnTo>
                  <a:lnTo>
                    <a:pt x="2037010" y="1142646"/>
                  </a:lnTo>
                  <a:lnTo>
                    <a:pt x="2037865" y="1100126"/>
                  </a:lnTo>
                  <a:lnTo>
                    <a:pt x="2038721" y="1103968"/>
                  </a:lnTo>
                  <a:lnTo>
                    <a:pt x="2039576" y="1078820"/>
                  </a:lnTo>
                  <a:lnTo>
                    <a:pt x="2040432" y="1088584"/>
                  </a:lnTo>
                  <a:lnTo>
                    <a:pt x="2041287" y="1084354"/>
                  </a:lnTo>
                  <a:lnTo>
                    <a:pt x="2042143" y="1074764"/>
                  </a:lnTo>
                  <a:lnTo>
                    <a:pt x="2042998" y="1079304"/>
                  </a:lnTo>
                  <a:lnTo>
                    <a:pt x="2043854" y="1089035"/>
                  </a:lnTo>
                  <a:lnTo>
                    <a:pt x="2044710" y="1105185"/>
                  </a:lnTo>
                  <a:lnTo>
                    <a:pt x="2045565" y="1112309"/>
                  </a:lnTo>
                  <a:lnTo>
                    <a:pt x="2046421" y="1130059"/>
                  </a:lnTo>
                  <a:lnTo>
                    <a:pt x="2047276" y="1121356"/>
                  </a:lnTo>
                  <a:lnTo>
                    <a:pt x="2048132" y="1100629"/>
                  </a:lnTo>
                  <a:lnTo>
                    <a:pt x="2048987" y="1081752"/>
                  </a:lnTo>
                  <a:lnTo>
                    <a:pt x="2049843" y="1056096"/>
                  </a:lnTo>
                  <a:lnTo>
                    <a:pt x="2050698" y="991924"/>
                  </a:lnTo>
                  <a:lnTo>
                    <a:pt x="2051554" y="999904"/>
                  </a:lnTo>
                  <a:lnTo>
                    <a:pt x="2052409" y="974892"/>
                  </a:lnTo>
                  <a:lnTo>
                    <a:pt x="2053265" y="989476"/>
                  </a:lnTo>
                  <a:lnTo>
                    <a:pt x="2054120" y="1026288"/>
                  </a:lnTo>
                  <a:lnTo>
                    <a:pt x="2054976" y="1013011"/>
                  </a:lnTo>
                  <a:lnTo>
                    <a:pt x="2055831" y="1101021"/>
                  </a:lnTo>
                  <a:lnTo>
                    <a:pt x="2056687" y="1132679"/>
                  </a:lnTo>
                  <a:lnTo>
                    <a:pt x="2057542" y="1185135"/>
                  </a:lnTo>
                  <a:lnTo>
                    <a:pt x="2058398" y="1186859"/>
                  </a:lnTo>
                  <a:lnTo>
                    <a:pt x="2059253" y="1214469"/>
                  </a:lnTo>
                  <a:lnTo>
                    <a:pt x="2060109" y="1303426"/>
                  </a:lnTo>
                  <a:lnTo>
                    <a:pt x="2060965" y="1276622"/>
                  </a:lnTo>
                  <a:lnTo>
                    <a:pt x="2061820" y="1215165"/>
                  </a:lnTo>
                  <a:lnTo>
                    <a:pt x="2062676" y="1251307"/>
                  </a:lnTo>
                  <a:lnTo>
                    <a:pt x="2063531" y="1259190"/>
                  </a:lnTo>
                  <a:lnTo>
                    <a:pt x="2064387" y="1238756"/>
                  </a:lnTo>
                  <a:lnTo>
                    <a:pt x="2065242" y="1278337"/>
                  </a:lnTo>
                  <a:lnTo>
                    <a:pt x="2066098" y="1258818"/>
                  </a:lnTo>
                  <a:lnTo>
                    <a:pt x="2066953" y="1241727"/>
                  </a:lnTo>
                  <a:lnTo>
                    <a:pt x="2067809" y="1212166"/>
                  </a:lnTo>
                  <a:lnTo>
                    <a:pt x="2068664" y="1270081"/>
                  </a:lnTo>
                  <a:lnTo>
                    <a:pt x="2069520" y="1285302"/>
                  </a:lnTo>
                  <a:lnTo>
                    <a:pt x="2070375" y="1296676"/>
                  </a:lnTo>
                  <a:lnTo>
                    <a:pt x="2071231" y="1279214"/>
                  </a:lnTo>
                  <a:lnTo>
                    <a:pt x="2072086" y="1253384"/>
                  </a:lnTo>
                  <a:lnTo>
                    <a:pt x="2072942" y="1211808"/>
                  </a:lnTo>
                  <a:lnTo>
                    <a:pt x="2073797" y="1128926"/>
                  </a:lnTo>
                  <a:lnTo>
                    <a:pt x="2074653" y="1103999"/>
                  </a:lnTo>
                  <a:lnTo>
                    <a:pt x="2075508" y="1040084"/>
                  </a:lnTo>
                  <a:lnTo>
                    <a:pt x="2076364" y="943671"/>
                  </a:lnTo>
                  <a:lnTo>
                    <a:pt x="2077220" y="872280"/>
                  </a:lnTo>
                  <a:lnTo>
                    <a:pt x="2078075" y="865512"/>
                  </a:lnTo>
                  <a:lnTo>
                    <a:pt x="2078931" y="836945"/>
                  </a:lnTo>
                  <a:lnTo>
                    <a:pt x="2079786" y="835767"/>
                  </a:lnTo>
                  <a:lnTo>
                    <a:pt x="2080642" y="849848"/>
                  </a:lnTo>
                  <a:lnTo>
                    <a:pt x="2081497" y="677711"/>
                  </a:lnTo>
                  <a:lnTo>
                    <a:pt x="2082353" y="722956"/>
                  </a:lnTo>
                  <a:lnTo>
                    <a:pt x="2083208" y="738873"/>
                  </a:lnTo>
                  <a:lnTo>
                    <a:pt x="2084064" y="729052"/>
                  </a:lnTo>
                  <a:lnTo>
                    <a:pt x="2084919" y="662489"/>
                  </a:lnTo>
                  <a:lnTo>
                    <a:pt x="2085775" y="649464"/>
                  </a:lnTo>
                  <a:lnTo>
                    <a:pt x="2086630" y="558131"/>
                  </a:lnTo>
                  <a:lnTo>
                    <a:pt x="2087486" y="539697"/>
                  </a:lnTo>
                  <a:lnTo>
                    <a:pt x="2088341" y="479575"/>
                  </a:lnTo>
                  <a:lnTo>
                    <a:pt x="2089197" y="517895"/>
                  </a:lnTo>
                  <a:lnTo>
                    <a:pt x="2090052" y="549326"/>
                  </a:lnTo>
                  <a:lnTo>
                    <a:pt x="2090908" y="633513"/>
                  </a:lnTo>
                  <a:lnTo>
                    <a:pt x="2091764" y="640509"/>
                  </a:lnTo>
                  <a:lnTo>
                    <a:pt x="2092619" y="686206"/>
                  </a:lnTo>
                  <a:lnTo>
                    <a:pt x="2093475" y="690452"/>
                  </a:lnTo>
                  <a:lnTo>
                    <a:pt x="2094330" y="662129"/>
                  </a:lnTo>
                  <a:lnTo>
                    <a:pt x="2095186" y="704843"/>
                  </a:lnTo>
                  <a:lnTo>
                    <a:pt x="2096041" y="679286"/>
                  </a:lnTo>
                  <a:lnTo>
                    <a:pt x="2096897" y="655075"/>
                  </a:lnTo>
                  <a:lnTo>
                    <a:pt x="2097752" y="611619"/>
                  </a:lnTo>
                  <a:lnTo>
                    <a:pt x="2098608" y="607793"/>
                  </a:lnTo>
                  <a:lnTo>
                    <a:pt x="2099463" y="503235"/>
                  </a:lnTo>
                  <a:lnTo>
                    <a:pt x="2100319" y="475424"/>
                  </a:lnTo>
                  <a:lnTo>
                    <a:pt x="2101174" y="488176"/>
                  </a:lnTo>
                  <a:lnTo>
                    <a:pt x="2102030" y="570590"/>
                  </a:lnTo>
                  <a:lnTo>
                    <a:pt x="2102885" y="620060"/>
                  </a:lnTo>
                  <a:lnTo>
                    <a:pt x="2103741" y="680463"/>
                  </a:lnTo>
                  <a:lnTo>
                    <a:pt x="2104596" y="734244"/>
                  </a:lnTo>
                  <a:lnTo>
                    <a:pt x="2105452" y="720175"/>
                  </a:lnTo>
                  <a:lnTo>
                    <a:pt x="2106307" y="762067"/>
                  </a:lnTo>
                  <a:lnTo>
                    <a:pt x="2107163" y="772986"/>
                  </a:lnTo>
                  <a:lnTo>
                    <a:pt x="2108019" y="992493"/>
                  </a:lnTo>
                  <a:lnTo>
                    <a:pt x="2108874" y="992223"/>
                  </a:lnTo>
                  <a:lnTo>
                    <a:pt x="2109730" y="940405"/>
                  </a:lnTo>
                  <a:lnTo>
                    <a:pt x="2110585" y="947364"/>
                  </a:lnTo>
                  <a:lnTo>
                    <a:pt x="2111441" y="1002252"/>
                  </a:lnTo>
                  <a:lnTo>
                    <a:pt x="2112296" y="972870"/>
                  </a:lnTo>
                  <a:lnTo>
                    <a:pt x="2113152" y="1020513"/>
                  </a:lnTo>
                  <a:lnTo>
                    <a:pt x="2114007" y="1004954"/>
                  </a:lnTo>
                  <a:lnTo>
                    <a:pt x="2114863" y="995085"/>
                  </a:lnTo>
                  <a:lnTo>
                    <a:pt x="2115718" y="1074344"/>
                  </a:lnTo>
                  <a:lnTo>
                    <a:pt x="2116574" y="972292"/>
                  </a:lnTo>
                  <a:lnTo>
                    <a:pt x="2117429" y="1033110"/>
                  </a:lnTo>
                  <a:lnTo>
                    <a:pt x="2118285" y="1023809"/>
                  </a:lnTo>
                  <a:lnTo>
                    <a:pt x="2119140" y="958376"/>
                  </a:lnTo>
                  <a:lnTo>
                    <a:pt x="2119996" y="983079"/>
                  </a:lnTo>
                  <a:lnTo>
                    <a:pt x="2120851" y="916074"/>
                  </a:lnTo>
                  <a:lnTo>
                    <a:pt x="2121707" y="1049820"/>
                  </a:lnTo>
                  <a:lnTo>
                    <a:pt x="2122562" y="1131044"/>
                  </a:lnTo>
                  <a:lnTo>
                    <a:pt x="2123418" y="1105143"/>
                  </a:lnTo>
                  <a:lnTo>
                    <a:pt x="2124274" y="1194324"/>
                  </a:lnTo>
                  <a:lnTo>
                    <a:pt x="2125129" y="1212032"/>
                  </a:lnTo>
                  <a:lnTo>
                    <a:pt x="2125985" y="1339253"/>
                  </a:lnTo>
                  <a:lnTo>
                    <a:pt x="2126840" y="1357233"/>
                  </a:lnTo>
                  <a:lnTo>
                    <a:pt x="2127696" y="1272885"/>
                  </a:lnTo>
                  <a:lnTo>
                    <a:pt x="2128551" y="1269170"/>
                  </a:lnTo>
                  <a:lnTo>
                    <a:pt x="2129407" y="1255930"/>
                  </a:lnTo>
                  <a:lnTo>
                    <a:pt x="2130262" y="1268455"/>
                  </a:lnTo>
                  <a:lnTo>
                    <a:pt x="2131118" y="1278212"/>
                  </a:lnTo>
                  <a:lnTo>
                    <a:pt x="2131973" y="1366848"/>
                  </a:lnTo>
                  <a:lnTo>
                    <a:pt x="2132829" y="1368100"/>
                  </a:lnTo>
                  <a:lnTo>
                    <a:pt x="2133684" y="1345512"/>
                  </a:lnTo>
                  <a:lnTo>
                    <a:pt x="2134540" y="1296645"/>
                  </a:lnTo>
                  <a:lnTo>
                    <a:pt x="2135395" y="1247591"/>
                  </a:lnTo>
                  <a:lnTo>
                    <a:pt x="2136251" y="1288737"/>
                  </a:lnTo>
                  <a:lnTo>
                    <a:pt x="2137106" y="1274014"/>
                  </a:lnTo>
                  <a:lnTo>
                    <a:pt x="2137962" y="1262082"/>
                  </a:lnTo>
                  <a:lnTo>
                    <a:pt x="2138818" y="1276900"/>
                  </a:lnTo>
                  <a:lnTo>
                    <a:pt x="2139673" y="1225878"/>
                  </a:lnTo>
                  <a:lnTo>
                    <a:pt x="2140529" y="1265534"/>
                  </a:lnTo>
                  <a:lnTo>
                    <a:pt x="2141384" y="1204970"/>
                  </a:lnTo>
                  <a:lnTo>
                    <a:pt x="2142240" y="1205585"/>
                  </a:lnTo>
                  <a:lnTo>
                    <a:pt x="2143095" y="1229160"/>
                  </a:lnTo>
                  <a:lnTo>
                    <a:pt x="2143951" y="1211612"/>
                  </a:lnTo>
                  <a:lnTo>
                    <a:pt x="2144806" y="1233722"/>
                  </a:lnTo>
                  <a:lnTo>
                    <a:pt x="2145662" y="1234622"/>
                  </a:lnTo>
                  <a:lnTo>
                    <a:pt x="2146517" y="1203328"/>
                  </a:lnTo>
                  <a:lnTo>
                    <a:pt x="2147373" y="1185310"/>
                  </a:lnTo>
                  <a:lnTo>
                    <a:pt x="2148228" y="1138168"/>
                  </a:lnTo>
                  <a:lnTo>
                    <a:pt x="2149084" y="1158158"/>
                  </a:lnTo>
                  <a:lnTo>
                    <a:pt x="2149939" y="1227661"/>
                  </a:lnTo>
                  <a:lnTo>
                    <a:pt x="2150795" y="1132312"/>
                  </a:lnTo>
                  <a:lnTo>
                    <a:pt x="2151650" y="1216143"/>
                  </a:lnTo>
                  <a:lnTo>
                    <a:pt x="2152506" y="1250978"/>
                  </a:lnTo>
                  <a:lnTo>
                    <a:pt x="2153361" y="1230640"/>
                  </a:lnTo>
                  <a:lnTo>
                    <a:pt x="2154217" y="1248325"/>
                  </a:lnTo>
                  <a:lnTo>
                    <a:pt x="2155073" y="1126681"/>
                  </a:lnTo>
                  <a:lnTo>
                    <a:pt x="2155928" y="1106999"/>
                  </a:lnTo>
                  <a:lnTo>
                    <a:pt x="2156784" y="1140283"/>
                  </a:lnTo>
                  <a:lnTo>
                    <a:pt x="2157639" y="1074426"/>
                  </a:lnTo>
                  <a:lnTo>
                    <a:pt x="2158495" y="1087127"/>
                  </a:lnTo>
                  <a:lnTo>
                    <a:pt x="2159350" y="1088534"/>
                  </a:lnTo>
                  <a:lnTo>
                    <a:pt x="2160206" y="1099320"/>
                  </a:lnTo>
                  <a:lnTo>
                    <a:pt x="2161061" y="1149082"/>
                  </a:lnTo>
                  <a:lnTo>
                    <a:pt x="2161917" y="1188425"/>
                  </a:lnTo>
                  <a:lnTo>
                    <a:pt x="2162772" y="1201451"/>
                  </a:lnTo>
                  <a:lnTo>
                    <a:pt x="2163628" y="1334738"/>
                  </a:lnTo>
                  <a:lnTo>
                    <a:pt x="2164483" y="1437366"/>
                  </a:lnTo>
                  <a:lnTo>
                    <a:pt x="2165339" y="1519489"/>
                  </a:lnTo>
                  <a:lnTo>
                    <a:pt x="2166194" y="1553012"/>
                  </a:lnTo>
                  <a:lnTo>
                    <a:pt x="2167050" y="1552541"/>
                  </a:lnTo>
                  <a:lnTo>
                    <a:pt x="2167905" y="1588438"/>
                  </a:lnTo>
                  <a:lnTo>
                    <a:pt x="2168761" y="1562843"/>
                  </a:lnTo>
                  <a:lnTo>
                    <a:pt x="2169616" y="1577795"/>
                  </a:lnTo>
                  <a:lnTo>
                    <a:pt x="2170472" y="1510137"/>
                  </a:lnTo>
                  <a:lnTo>
                    <a:pt x="2171328" y="1484015"/>
                  </a:lnTo>
                  <a:lnTo>
                    <a:pt x="2172183" y="1563295"/>
                  </a:lnTo>
                  <a:lnTo>
                    <a:pt x="2173039" y="1646214"/>
                  </a:lnTo>
                  <a:lnTo>
                    <a:pt x="2173894" y="1616594"/>
                  </a:lnTo>
                  <a:lnTo>
                    <a:pt x="2174750" y="1680940"/>
                  </a:lnTo>
                  <a:lnTo>
                    <a:pt x="2175605" y="1695375"/>
                  </a:lnTo>
                  <a:lnTo>
                    <a:pt x="2176461" y="1684809"/>
                  </a:lnTo>
                  <a:lnTo>
                    <a:pt x="2177316" y="1671445"/>
                  </a:lnTo>
                  <a:lnTo>
                    <a:pt x="2178172" y="1660847"/>
                  </a:lnTo>
                  <a:lnTo>
                    <a:pt x="2179027" y="1649752"/>
                  </a:lnTo>
                  <a:lnTo>
                    <a:pt x="2179883" y="1648388"/>
                  </a:lnTo>
                  <a:lnTo>
                    <a:pt x="2180738" y="1621914"/>
                  </a:lnTo>
                  <a:lnTo>
                    <a:pt x="2181594" y="1633096"/>
                  </a:lnTo>
                  <a:lnTo>
                    <a:pt x="2182449" y="1617306"/>
                  </a:lnTo>
                  <a:lnTo>
                    <a:pt x="2183305" y="1588492"/>
                  </a:lnTo>
                  <a:lnTo>
                    <a:pt x="2184160" y="1501675"/>
                  </a:lnTo>
                  <a:lnTo>
                    <a:pt x="2185016" y="1539439"/>
                  </a:lnTo>
                  <a:lnTo>
                    <a:pt x="2185872" y="1496702"/>
                  </a:lnTo>
                  <a:lnTo>
                    <a:pt x="2186727" y="1494785"/>
                  </a:lnTo>
                  <a:lnTo>
                    <a:pt x="2187583" y="1492580"/>
                  </a:lnTo>
                  <a:lnTo>
                    <a:pt x="2188438" y="1589560"/>
                  </a:lnTo>
                  <a:lnTo>
                    <a:pt x="2189294" y="1584267"/>
                  </a:lnTo>
                  <a:lnTo>
                    <a:pt x="2190149" y="1535995"/>
                  </a:lnTo>
                  <a:lnTo>
                    <a:pt x="2191005" y="1546490"/>
                  </a:lnTo>
                  <a:lnTo>
                    <a:pt x="2191860" y="1515318"/>
                  </a:lnTo>
                  <a:lnTo>
                    <a:pt x="2192716" y="1496533"/>
                  </a:lnTo>
                  <a:lnTo>
                    <a:pt x="2193571" y="1400151"/>
                  </a:lnTo>
                  <a:lnTo>
                    <a:pt x="2194427" y="1333973"/>
                  </a:lnTo>
                  <a:lnTo>
                    <a:pt x="2195282" y="1395542"/>
                  </a:lnTo>
                  <a:lnTo>
                    <a:pt x="2196138" y="1447898"/>
                  </a:lnTo>
                  <a:lnTo>
                    <a:pt x="2196993" y="1517152"/>
                  </a:lnTo>
                  <a:lnTo>
                    <a:pt x="2197849" y="1575877"/>
                  </a:lnTo>
                  <a:lnTo>
                    <a:pt x="2198704" y="1623814"/>
                  </a:lnTo>
                  <a:lnTo>
                    <a:pt x="2199560" y="1670696"/>
                  </a:lnTo>
                  <a:lnTo>
                    <a:pt x="2200415" y="1690548"/>
                  </a:lnTo>
                  <a:lnTo>
                    <a:pt x="2201271" y="1653550"/>
                  </a:lnTo>
                  <a:lnTo>
                    <a:pt x="2202127" y="1664966"/>
                  </a:lnTo>
                  <a:lnTo>
                    <a:pt x="2202982" y="1644778"/>
                  </a:lnTo>
                  <a:lnTo>
                    <a:pt x="2203838" y="1673747"/>
                  </a:lnTo>
                  <a:lnTo>
                    <a:pt x="2204693" y="1636803"/>
                  </a:lnTo>
                  <a:lnTo>
                    <a:pt x="2205549" y="1650054"/>
                  </a:lnTo>
                  <a:lnTo>
                    <a:pt x="2206404" y="1664792"/>
                  </a:lnTo>
                  <a:lnTo>
                    <a:pt x="2207260" y="1658192"/>
                  </a:lnTo>
                  <a:lnTo>
                    <a:pt x="2208115" y="1633108"/>
                  </a:lnTo>
                  <a:lnTo>
                    <a:pt x="2208971" y="1677270"/>
                  </a:lnTo>
                  <a:lnTo>
                    <a:pt x="2209826" y="1669172"/>
                  </a:lnTo>
                  <a:lnTo>
                    <a:pt x="2210682" y="1655195"/>
                  </a:lnTo>
                  <a:lnTo>
                    <a:pt x="2211537" y="1682479"/>
                  </a:lnTo>
                  <a:lnTo>
                    <a:pt x="2212393" y="1677154"/>
                  </a:lnTo>
                  <a:lnTo>
                    <a:pt x="2213248" y="1675189"/>
                  </a:lnTo>
                  <a:lnTo>
                    <a:pt x="2214104" y="1666649"/>
                  </a:lnTo>
                  <a:lnTo>
                    <a:pt x="2214959" y="1616914"/>
                  </a:lnTo>
                  <a:lnTo>
                    <a:pt x="2215815" y="1622519"/>
                  </a:lnTo>
                  <a:lnTo>
                    <a:pt x="2216670" y="1639341"/>
                  </a:lnTo>
                  <a:lnTo>
                    <a:pt x="2217526" y="1545014"/>
                  </a:lnTo>
                  <a:lnTo>
                    <a:pt x="2218382" y="1476386"/>
                  </a:lnTo>
                  <a:lnTo>
                    <a:pt x="2219237" y="1488746"/>
                  </a:lnTo>
                  <a:lnTo>
                    <a:pt x="2220093" y="1512902"/>
                  </a:lnTo>
                  <a:lnTo>
                    <a:pt x="2220948" y="1443541"/>
                  </a:lnTo>
                  <a:lnTo>
                    <a:pt x="2221804" y="1394855"/>
                  </a:lnTo>
                  <a:lnTo>
                    <a:pt x="2222659" y="1410205"/>
                  </a:lnTo>
                  <a:lnTo>
                    <a:pt x="2223515" y="1427412"/>
                  </a:lnTo>
                  <a:lnTo>
                    <a:pt x="2224370" y="1439431"/>
                  </a:lnTo>
                  <a:lnTo>
                    <a:pt x="2225226" y="1373957"/>
                  </a:lnTo>
                  <a:lnTo>
                    <a:pt x="2226081" y="1362643"/>
                  </a:lnTo>
                  <a:lnTo>
                    <a:pt x="2226937" y="1318747"/>
                  </a:lnTo>
                  <a:lnTo>
                    <a:pt x="2227792" y="1285315"/>
                  </a:lnTo>
                  <a:lnTo>
                    <a:pt x="2228648" y="1345735"/>
                  </a:lnTo>
                  <a:lnTo>
                    <a:pt x="2229503" y="1258672"/>
                  </a:lnTo>
                  <a:lnTo>
                    <a:pt x="2230359" y="1192871"/>
                  </a:lnTo>
                  <a:lnTo>
                    <a:pt x="2231214" y="1199750"/>
                  </a:lnTo>
                  <a:lnTo>
                    <a:pt x="2232070" y="1228120"/>
                  </a:lnTo>
                  <a:lnTo>
                    <a:pt x="2232925" y="1272254"/>
                  </a:lnTo>
                  <a:lnTo>
                    <a:pt x="2233781" y="1179073"/>
                  </a:lnTo>
                  <a:lnTo>
                    <a:pt x="2234637" y="1142434"/>
                  </a:lnTo>
                  <a:lnTo>
                    <a:pt x="2235492" y="1133868"/>
                  </a:lnTo>
                  <a:lnTo>
                    <a:pt x="2236348" y="1145802"/>
                  </a:lnTo>
                  <a:lnTo>
                    <a:pt x="2237203" y="1121761"/>
                  </a:lnTo>
                  <a:lnTo>
                    <a:pt x="2238059" y="1136030"/>
                  </a:lnTo>
                  <a:lnTo>
                    <a:pt x="2238914" y="1142945"/>
                  </a:lnTo>
                  <a:lnTo>
                    <a:pt x="2239770" y="1148799"/>
                  </a:lnTo>
                  <a:lnTo>
                    <a:pt x="2240625" y="1220353"/>
                  </a:lnTo>
                  <a:lnTo>
                    <a:pt x="2241481" y="1201736"/>
                  </a:lnTo>
                  <a:lnTo>
                    <a:pt x="2242336" y="1257078"/>
                  </a:lnTo>
                  <a:lnTo>
                    <a:pt x="2243192" y="1340193"/>
                  </a:lnTo>
                  <a:lnTo>
                    <a:pt x="2244047" y="1302616"/>
                  </a:lnTo>
                  <a:lnTo>
                    <a:pt x="2244903" y="1364497"/>
                  </a:lnTo>
                  <a:lnTo>
                    <a:pt x="2245758" y="1408517"/>
                  </a:lnTo>
                  <a:lnTo>
                    <a:pt x="2246614" y="1482263"/>
                  </a:lnTo>
                  <a:lnTo>
                    <a:pt x="2247469" y="1578280"/>
                  </a:lnTo>
                  <a:lnTo>
                    <a:pt x="2248325" y="1564997"/>
                  </a:lnTo>
                  <a:lnTo>
                    <a:pt x="2249181" y="1548108"/>
                  </a:lnTo>
                  <a:lnTo>
                    <a:pt x="2250036" y="1548317"/>
                  </a:lnTo>
                  <a:lnTo>
                    <a:pt x="2250892" y="1550496"/>
                  </a:lnTo>
                  <a:lnTo>
                    <a:pt x="2251747" y="1590993"/>
                  </a:lnTo>
                  <a:lnTo>
                    <a:pt x="2252603" y="1603763"/>
                  </a:lnTo>
                  <a:lnTo>
                    <a:pt x="2253458" y="1656024"/>
                  </a:lnTo>
                  <a:lnTo>
                    <a:pt x="2254314" y="1689234"/>
                  </a:lnTo>
                  <a:lnTo>
                    <a:pt x="2255169" y="1678058"/>
                  </a:lnTo>
                  <a:lnTo>
                    <a:pt x="2256025" y="1651078"/>
                  </a:lnTo>
                  <a:lnTo>
                    <a:pt x="2256880" y="1615090"/>
                  </a:lnTo>
                  <a:lnTo>
                    <a:pt x="2257736" y="1534663"/>
                  </a:lnTo>
                  <a:lnTo>
                    <a:pt x="2258591" y="1536229"/>
                  </a:lnTo>
                  <a:lnTo>
                    <a:pt x="2259447" y="1572942"/>
                  </a:lnTo>
                  <a:lnTo>
                    <a:pt x="2260302" y="1628800"/>
                  </a:lnTo>
                  <a:lnTo>
                    <a:pt x="2261158" y="1669131"/>
                  </a:lnTo>
                  <a:lnTo>
                    <a:pt x="2262013" y="1682362"/>
                  </a:lnTo>
                  <a:lnTo>
                    <a:pt x="2262869" y="1686555"/>
                  </a:lnTo>
                  <a:lnTo>
                    <a:pt x="2263724" y="1569272"/>
                  </a:lnTo>
                  <a:lnTo>
                    <a:pt x="2264580" y="1480517"/>
                  </a:lnTo>
                  <a:lnTo>
                    <a:pt x="2265436" y="1444800"/>
                  </a:lnTo>
                  <a:lnTo>
                    <a:pt x="2266291" y="1453834"/>
                  </a:lnTo>
                  <a:lnTo>
                    <a:pt x="2267147" y="1393137"/>
                  </a:lnTo>
                  <a:lnTo>
                    <a:pt x="2268002" y="1306249"/>
                  </a:lnTo>
                  <a:lnTo>
                    <a:pt x="2268858" y="1281647"/>
                  </a:lnTo>
                  <a:lnTo>
                    <a:pt x="2269713" y="1318928"/>
                  </a:lnTo>
                  <a:lnTo>
                    <a:pt x="2270569" y="1283610"/>
                  </a:lnTo>
                  <a:lnTo>
                    <a:pt x="2271424" y="1246362"/>
                  </a:lnTo>
                  <a:lnTo>
                    <a:pt x="2272280" y="1340998"/>
                  </a:lnTo>
                  <a:lnTo>
                    <a:pt x="2273135" y="1384914"/>
                  </a:lnTo>
                  <a:lnTo>
                    <a:pt x="2273991" y="1425386"/>
                  </a:lnTo>
                  <a:lnTo>
                    <a:pt x="2274846" y="1490359"/>
                  </a:lnTo>
                  <a:lnTo>
                    <a:pt x="2275702" y="1520738"/>
                  </a:lnTo>
                  <a:lnTo>
                    <a:pt x="2276557" y="1639464"/>
                  </a:lnTo>
                  <a:lnTo>
                    <a:pt x="2277413" y="1617193"/>
                  </a:lnTo>
                  <a:lnTo>
                    <a:pt x="2278268" y="1542703"/>
                  </a:lnTo>
                  <a:lnTo>
                    <a:pt x="2279124" y="1505382"/>
                  </a:lnTo>
                  <a:lnTo>
                    <a:pt x="2279979" y="1519273"/>
                  </a:lnTo>
                  <a:lnTo>
                    <a:pt x="2280835" y="1570187"/>
                  </a:lnTo>
                  <a:lnTo>
                    <a:pt x="2281691" y="1556003"/>
                  </a:lnTo>
                  <a:lnTo>
                    <a:pt x="2282546" y="1441109"/>
                  </a:lnTo>
                  <a:lnTo>
                    <a:pt x="2283402" y="1355731"/>
                  </a:lnTo>
                  <a:lnTo>
                    <a:pt x="2284257" y="1336755"/>
                  </a:lnTo>
                  <a:lnTo>
                    <a:pt x="2285113" y="1331736"/>
                  </a:lnTo>
                  <a:lnTo>
                    <a:pt x="2285968" y="1272587"/>
                  </a:lnTo>
                  <a:lnTo>
                    <a:pt x="2286824" y="1222497"/>
                  </a:lnTo>
                  <a:lnTo>
                    <a:pt x="2287679" y="1229432"/>
                  </a:lnTo>
                  <a:lnTo>
                    <a:pt x="2288535" y="1180947"/>
                  </a:lnTo>
                  <a:lnTo>
                    <a:pt x="2289390" y="1127821"/>
                  </a:lnTo>
                  <a:lnTo>
                    <a:pt x="2290246" y="1113991"/>
                  </a:lnTo>
                  <a:lnTo>
                    <a:pt x="2291101" y="1088058"/>
                  </a:lnTo>
                  <a:lnTo>
                    <a:pt x="2291957" y="1102211"/>
                  </a:lnTo>
                  <a:lnTo>
                    <a:pt x="2292812" y="1103044"/>
                  </a:lnTo>
                  <a:lnTo>
                    <a:pt x="2293668" y="1075359"/>
                  </a:lnTo>
                  <a:lnTo>
                    <a:pt x="2294523" y="1099130"/>
                  </a:lnTo>
                  <a:lnTo>
                    <a:pt x="2295379" y="1126394"/>
                  </a:lnTo>
                  <a:lnTo>
                    <a:pt x="2296235" y="1135106"/>
                  </a:lnTo>
                  <a:lnTo>
                    <a:pt x="2297090" y="1168596"/>
                  </a:lnTo>
                  <a:lnTo>
                    <a:pt x="2297946" y="1198951"/>
                  </a:lnTo>
                  <a:lnTo>
                    <a:pt x="2298801" y="1237399"/>
                  </a:lnTo>
                  <a:lnTo>
                    <a:pt x="2299657" y="1331802"/>
                  </a:lnTo>
                  <a:lnTo>
                    <a:pt x="2300512" y="1352482"/>
                  </a:lnTo>
                  <a:lnTo>
                    <a:pt x="2301368" y="1452904"/>
                  </a:lnTo>
                  <a:lnTo>
                    <a:pt x="2302223" y="1546569"/>
                  </a:lnTo>
                  <a:lnTo>
                    <a:pt x="2303079" y="1615720"/>
                  </a:lnTo>
                  <a:lnTo>
                    <a:pt x="2303934" y="1670376"/>
                  </a:lnTo>
                  <a:lnTo>
                    <a:pt x="2304790" y="1690282"/>
                  </a:lnTo>
                  <a:lnTo>
                    <a:pt x="2305645" y="1707431"/>
                  </a:lnTo>
                  <a:lnTo>
                    <a:pt x="2306501" y="1692911"/>
                  </a:lnTo>
                  <a:lnTo>
                    <a:pt x="2307356" y="1673150"/>
                  </a:lnTo>
                  <a:lnTo>
                    <a:pt x="2308212" y="1679873"/>
                  </a:lnTo>
                  <a:lnTo>
                    <a:pt x="2309067" y="1687057"/>
                  </a:lnTo>
                  <a:lnTo>
                    <a:pt x="2309923" y="1661347"/>
                  </a:lnTo>
                  <a:lnTo>
                    <a:pt x="2310778" y="1649812"/>
                  </a:lnTo>
                  <a:lnTo>
                    <a:pt x="2311634" y="1568182"/>
                  </a:lnTo>
                  <a:lnTo>
                    <a:pt x="2312490" y="1502829"/>
                  </a:lnTo>
                  <a:lnTo>
                    <a:pt x="2313345" y="1387466"/>
                  </a:lnTo>
                  <a:lnTo>
                    <a:pt x="2314201" y="1289808"/>
                  </a:lnTo>
                  <a:lnTo>
                    <a:pt x="2315056" y="1283764"/>
                  </a:lnTo>
                  <a:lnTo>
                    <a:pt x="2315912" y="1297830"/>
                  </a:lnTo>
                  <a:lnTo>
                    <a:pt x="2316767" y="1335353"/>
                  </a:lnTo>
                  <a:lnTo>
                    <a:pt x="2317623" y="1311686"/>
                  </a:lnTo>
                  <a:lnTo>
                    <a:pt x="2318478" y="1261893"/>
                  </a:lnTo>
                  <a:lnTo>
                    <a:pt x="2319334" y="1293286"/>
                  </a:lnTo>
                  <a:lnTo>
                    <a:pt x="2320189" y="1283826"/>
                  </a:lnTo>
                  <a:lnTo>
                    <a:pt x="2321045" y="1293759"/>
                  </a:lnTo>
                  <a:lnTo>
                    <a:pt x="2321900" y="1292981"/>
                  </a:lnTo>
                  <a:lnTo>
                    <a:pt x="2322756" y="1228365"/>
                  </a:lnTo>
                  <a:lnTo>
                    <a:pt x="2323611" y="1230618"/>
                  </a:lnTo>
                  <a:lnTo>
                    <a:pt x="2324467" y="1247029"/>
                  </a:lnTo>
                  <a:lnTo>
                    <a:pt x="2325322" y="1254955"/>
                  </a:lnTo>
                  <a:lnTo>
                    <a:pt x="2326178" y="1222226"/>
                  </a:lnTo>
                  <a:lnTo>
                    <a:pt x="2327033" y="1159534"/>
                  </a:lnTo>
                  <a:lnTo>
                    <a:pt x="2327889" y="1155805"/>
                  </a:lnTo>
                  <a:lnTo>
                    <a:pt x="2328745" y="1188092"/>
                  </a:lnTo>
                  <a:lnTo>
                    <a:pt x="2329600" y="1263999"/>
                  </a:lnTo>
                  <a:lnTo>
                    <a:pt x="2330456" y="1198573"/>
                  </a:lnTo>
                  <a:lnTo>
                    <a:pt x="2331311" y="1303302"/>
                  </a:lnTo>
                  <a:lnTo>
                    <a:pt x="2332167" y="1357106"/>
                  </a:lnTo>
                  <a:lnTo>
                    <a:pt x="2333022" y="1522690"/>
                  </a:lnTo>
                  <a:lnTo>
                    <a:pt x="2333878" y="1556000"/>
                  </a:lnTo>
                  <a:lnTo>
                    <a:pt x="2334733" y="1568300"/>
                  </a:lnTo>
                  <a:lnTo>
                    <a:pt x="2335589" y="1638754"/>
                  </a:lnTo>
                  <a:lnTo>
                    <a:pt x="2336444" y="1607464"/>
                  </a:lnTo>
                  <a:lnTo>
                    <a:pt x="2337300" y="1646440"/>
                  </a:lnTo>
                  <a:lnTo>
                    <a:pt x="2338155" y="1617233"/>
                  </a:lnTo>
                  <a:lnTo>
                    <a:pt x="2339011" y="1642260"/>
                  </a:lnTo>
                  <a:lnTo>
                    <a:pt x="2339866" y="1568007"/>
                  </a:lnTo>
                  <a:lnTo>
                    <a:pt x="2340722" y="1571115"/>
                  </a:lnTo>
                  <a:lnTo>
                    <a:pt x="2341577" y="1588411"/>
                  </a:lnTo>
                  <a:lnTo>
                    <a:pt x="2342433" y="1606257"/>
                  </a:lnTo>
                  <a:lnTo>
                    <a:pt x="2343289" y="1613203"/>
                  </a:lnTo>
                  <a:lnTo>
                    <a:pt x="2344144" y="1559216"/>
                  </a:lnTo>
                  <a:lnTo>
                    <a:pt x="2345000" y="1461356"/>
                  </a:lnTo>
                  <a:lnTo>
                    <a:pt x="2345855" y="1397245"/>
                  </a:lnTo>
                  <a:lnTo>
                    <a:pt x="2346711" y="1393793"/>
                  </a:lnTo>
                  <a:lnTo>
                    <a:pt x="2347566" y="1476824"/>
                  </a:lnTo>
                  <a:lnTo>
                    <a:pt x="2348422" y="1470665"/>
                  </a:lnTo>
                  <a:lnTo>
                    <a:pt x="2349277" y="1528961"/>
                  </a:lnTo>
                  <a:lnTo>
                    <a:pt x="2350133" y="1533817"/>
                  </a:lnTo>
                  <a:lnTo>
                    <a:pt x="2350988" y="1468477"/>
                  </a:lnTo>
                  <a:lnTo>
                    <a:pt x="2351844" y="1427178"/>
                  </a:lnTo>
                  <a:lnTo>
                    <a:pt x="2352699" y="1327678"/>
                  </a:lnTo>
                  <a:lnTo>
                    <a:pt x="2353555" y="1359361"/>
                  </a:lnTo>
                  <a:lnTo>
                    <a:pt x="2354410" y="1420310"/>
                  </a:lnTo>
                  <a:lnTo>
                    <a:pt x="2355266" y="1402944"/>
                  </a:lnTo>
                  <a:lnTo>
                    <a:pt x="2356121" y="1469817"/>
                  </a:lnTo>
                  <a:lnTo>
                    <a:pt x="2356977" y="1572520"/>
                  </a:lnTo>
                  <a:lnTo>
                    <a:pt x="2357832" y="1611562"/>
                  </a:lnTo>
                  <a:lnTo>
                    <a:pt x="2358688" y="1650195"/>
                  </a:lnTo>
                  <a:lnTo>
                    <a:pt x="2359544" y="1612749"/>
                  </a:lnTo>
                  <a:lnTo>
                    <a:pt x="2360399" y="1583507"/>
                  </a:lnTo>
                  <a:lnTo>
                    <a:pt x="2361255" y="1591968"/>
                  </a:lnTo>
                  <a:lnTo>
                    <a:pt x="2362110" y="1558112"/>
                  </a:lnTo>
                  <a:lnTo>
                    <a:pt x="2362966" y="1494683"/>
                  </a:lnTo>
                  <a:lnTo>
                    <a:pt x="2363821" y="1434210"/>
                  </a:lnTo>
                  <a:lnTo>
                    <a:pt x="2364677" y="1386224"/>
                  </a:lnTo>
                  <a:lnTo>
                    <a:pt x="2365532" y="1410189"/>
                  </a:lnTo>
                  <a:lnTo>
                    <a:pt x="2366388" y="1409994"/>
                  </a:lnTo>
                  <a:lnTo>
                    <a:pt x="2367243" y="1406670"/>
                  </a:lnTo>
                  <a:lnTo>
                    <a:pt x="2368099" y="1302339"/>
                  </a:lnTo>
                  <a:lnTo>
                    <a:pt x="2368954" y="1251790"/>
                  </a:lnTo>
                  <a:lnTo>
                    <a:pt x="2369810" y="1321464"/>
                  </a:lnTo>
                  <a:lnTo>
                    <a:pt x="2370665" y="1316166"/>
                  </a:lnTo>
                  <a:lnTo>
                    <a:pt x="2371521" y="1401110"/>
                  </a:lnTo>
                  <a:lnTo>
                    <a:pt x="2372376" y="1302247"/>
                  </a:lnTo>
                  <a:lnTo>
                    <a:pt x="2373232" y="1330659"/>
                  </a:lnTo>
                  <a:lnTo>
                    <a:pt x="2374087" y="1411048"/>
                  </a:lnTo>
                  <a:lnTo>
                    <a:pt x="2374943" y="1419988"/>
                  </a:lnTo>
                  <a:lnTo>
                    <a:pt x="2375799" y="1403846"/>
                  </a:lnTo>
                  <a:lnTo>
                    <a:pt x="2376654" y="1342987"/>
                  </a:lnTo>
                  <a:lnTo>
                    <a:pt x="2377510" y="1324664"/>
                  </a:lnTo>
                  <a:lnTo>
                    <a:pt x="2378365" y="1384478"/>
                  </a:lnTo>
                  <a:lnTo>
                    <a:pt x="2379221" y="1304028"/>
                  </a:lnTo>
                  <a:lnTo>
                    <a:pt x="2380076" y="1396404"/>
                  </a:lnTo>
                  <a:lnTo>
                    <a:pt x="2380932" y="1395869"/>
                  </a:lnTo>
                  <a:lnTo>
                    <a:pt x="2381787" y="1405031"/>
                  </a:lnTo>
                  <a:lnTo>
                    <a:pt x="2382643" y="1405097"/>
                  </a:lnTo>
                  <a:lnTo>
                    <a:pt x="2383498" y="1350312"/>
                  </a:lnTo>
                  <a:lnTo>
                    <a:pt x="2384354" y="1407748"/>
                  </a:lnTo>
                  <a:lnTo>
                    <a:pt x="2385209" y="1371940"/>
                  </a:lnTo>
                  <a:lnTo>
                    <a:pt x="2386065" y="1309984"/>
                  </a:lnTo>
                  <a:lnTo>
                    <a:pt x="2386920" y="1357857"/>
                  </a:lnTo>
                  <a:lnTo>
                    <a:pt x="2387776" y="1377946"/>
                  </a:lnTo>
                  <a:lnTo>
                    <a:pt x="2388631" y="1403248"/>
                  </a:lnTo>
                  <a:lnTo>
                    <a:pt x="2389487" y="1444539"/>
                  </a:lnTo>
                  <a:lnTo>
                    <a:pt x="2390343" y="1310823"/>
                  </a:lnTo>
                  <a:lnTo>
                    <a:pt x="2391198" y="1389940"/>
                  </a:lnTo>
                  <a:lnTo>
                    <a:pt x="2392054" y="1387686"/>
                  </a:lnTo>
                  <a:lnTo>
                    <a:pt x="2392909" y="1337813"/>
                  </a:lnTo>
                  <a:lnTo>
                    <a:pt x="2393765" y="1339176"/>
                  </a:lnTo>
                  <a:lnTo>
                    <a:pt x="2394620" y="1253673"/>
                  </a:lnTo>
                  <a:lnTo>
                    <a:pt x="2395476" y="1301424"/>
                  </a:lnTo>
                  <a:lnTo>
                    <a:pt x="2396331" y="1283066"/>
                  </a:lnTo>
                  <a:lnTo>
                    <a:pt x="2397187" y="1275465"/>
                  </a:lnTo>
                  <a:lnTo>
                    <a:pt x="2398042" y="1283798"/>
                  </a:lnTo>
                  <a:lnTo>
                    <a:pt x="2398898" y="1343058"/>
                  </a:lnTo>
                  <a:lnTo>
                    <a:pt x="2399753" y="1390879"/>
                  </a:lnTo>
                  <a:lnTo>
                    <a:pt x="2400609" y="1442495"/>
                  </a:lnTo>
                  <a:lnTo>
                    <a:pt x="2401464" y="1437516"/>
                  </a:lnTo>
                  <a:lnTo>
                    <a:pt x="2402320" y="1457996"/>
                  </a:lnTo>
                  <a:lnTo>
                    <a:pt x="2403175" y="1478614"/>
                  </a:lnTo>
                  <a:lnTo>
                    <a:pt x="2404031" y="1514645"/>
                  </a:lnTo>
                  <a:lnTo>
                    <a:pt x="2404886" y="1604823"/>
                  </a:lnTo>
                  <a:lnTo>
                    <a:pt x="2405742" y="1479816"/>
                  </a:lnTo>
                  <a:lnTo>
                    <a:pt x="2406598" y="1438669"/>
                  </a:lnTo>
                  <a:lnTo>
                    <a:pt x="2407453" y="1432707"/>
                  </a:lnTo>
                  <a:lnTo>
                    <a:pt x="2408309" y="1372519"/>
                  </a:lnTo>
                  <a:lnTo>
                    <a:pt x="2409164" y="1421269"/>
                  </a:lnTo>
                  <a:lnTo>
                    <a:pt x="2410020" y="1484384"/>
                  </a:lnTo>
                  <a:lnTo>
                    <a:pt x="2410875" y="1482890"/>
                  </a:lnTo>
                  <a:lnTo>
                    <a:pt x="2411731" y="1404136"/>
                  </a:lnTo>
                  <a:lnTo>
                    <a:pt x="2412586" y="1386659"/>
                  </a:lnTo>
                  <a:lnTo>
                    <a:pt x="2413442" y="1383595"/>
                  </a:lnTo>
                  <a:lnTo>
                    <a:pt x="2414297" y="1388689"/>
                  </a:lnTo>
                  <a:lnTo>
                    <a:pt x="2415153" y="1449849"/>
                  </a:lnTo>
                  <a:lnTo>
                    <a:pt x="2416008" y="1579194"/>
                  </a:lnTo>
                  <a:lnTo>
                    <a:pt x="2416864" y="1660159"/>
                  </a:lnTo>
                  <a:lnTo>
                    <a:pt x="2417719" y="1683928"/>
                  </a:lnTo>
                  <a:lnTo>
                    <a:pt x="2418575" y="1715698"/>
                  </a:lnTo>
                  <a:lnTo>
                    <a:pt x="2419430" y="1753867"/>
                  </a:lnTo>
                  <a:lnTo>
                    <a:pt x="2420286" y="1771168"/>
                  </a:lnTo>
                  <a:lnTo>
                    <a:pt x="2421141" y="1754381"/>
                  </a:lnTo>
                  <a:lnTo>
                    <a:pt x="2421997" y="1776113"/>
                  </a:lnTo>
                  <a:lnTo>
                    <a:pt x="2422853" y="1757428"/>
                  </a:lnTo>
                  <a:lnTo>
                    <a:pt x="2423708" y="1739966"/>
                  </a:lnTo>
                  <a:lnTo>
                    <a:pt x="2424564" y="1741707"/>
                  </a:lnTo>
                  <a:lnTo>
                    <a:pt x="2425419" y="1741029"/>
                  </a:lnTo>
                  <a:lnTo>
                    <a:pt x="2426275" y="1756989"/>
                  </a:lnTo>
                  <a:lnTo>
                    <a:pt x="2427130" y="1725801"/>
                  </a:lnTo>
                  <a:lnTo>
                    <a:pt x="2427986" y="1717434"/>
                  </a:lnTo>
                  <a:lnTo>
                    <a:pt x="2428841" y="1656905"/>
                  </a:lnTo>
                  <a:lnTo>
                    <a:pt x="2429697" y="1667683"/>
                  </a:lnTo>
                  <a:lnTo>
                    <a:pt x="2430552" y="1665255"/>
                  </a:lnTo>
                  <a:lnTo>
                    <a:pt x="2431408" y="1701583"/>
                  </a:lnTo>
                  <a:lnTo>
                    <a:pt x="2432263" y="1755971"/>
                  </a:lnTo>
                  <a:lnTo>
                    <a:pt x="2433119" y="1760278"/>
                  </a:lnTo>
                  <a:lnTo>
                    <a:pt x="2433974" y="1759506"/>
                  </a:lnTo>
                  <a:lnTo>
                    <a:pt x="2434830" y="1774012"/>
                  </a:lnTo>
                  <a:lnTo>
                    <a:pt x="2435685" y="1798857"/>
                  </a:lnTo>
                  <a:lnTo>
                    <a:pt x="2436541" y="1807580"/>
                  </a:lnTo>
                  <a:lnTo>
                    <a:pt x="2437396" y="1744630"/>
                  </a:lnTo>
                  <a:lnTo>
                    <a:pt x="2438252" y="1721226"/>
                  </a:lnTo>
                  <a:lnTo>
                    <a:pt x="2439108" y="1690523"/>
                  </a:lnTo>
                  <a:lnTo>
                    <a:pt x="2439963" y="1659565"/>
                  </a:lnTo>
                  <a:lnTo>
                    <a:pt x="2440819" y="1545541"/>
                  </a:lnTo>
                  <a:lnTo>
                    <a:pt x="2441674" y="1424338"/>
                  </a:lnTo>
                  <a:lnTo>
                    <a:pt x="2442530" y="1354097"/>
                  </a:lnTo>
                  <a:lnTo>
                    <a:pt x="2443385" y="1344297"/>
                  </a:lnTo>
                  <a:lnTo>
                    <a:pt x="2444241" y="1350745"/>
                  </a:lnTo>
                  <a:lnTo>
                    <a:pt x="2445096" y="1389989"/>
                  </a:lnTo>
                  <a:lnTo>
                    <a:pt x="2445952" y="1335583"/>
                  </a:lnTo>
                  <a:lnTo>
                    <a:pt x="2446807" y="1252189"/>
                  </a:lnTo>
                  <a:lnTo>
                    <a:pt x="2447663" y="1279092"/>
                  </a:lnTo>
                  <a:lnTo>
                    <a:pt x="2448518" y="1294547"/>
                  </a:lnTo>
                  <a:lnTo>
                    <a:pt x="2449374" y="1267326"/>
                  </a:lnTo>
                  <a:lnTo>
                    <a:pt x="2450229" y="1505955"/>
                  </a:lnTo>
                  <a:lnTo>
                    <a:pt x="2451085" y="1536215"/>
                  </a:lnTo>
                  <a:lnTo>
                    <a:pt x="2451940" y="1507355"/>
                  </a:lnTo>
                  <a:lnTo>
                    <a:pt x="2452796" y="1500565"/>
                  </a:lnTo>
                  <a:lnTo>
                    <a:pt x="2453652" y="1492668"/>
                  </a:lnTo>
                  <a:lnTo>
                    <a:pt x="2454507" y="1457074"/>
                  </a:lnTo>
                  <a:lnTo>
                    <a:pt x="2455363" y="1480130"/>
                  </a:lnTo>
                  <a:lnTo>
                    <a:pt x="2456218" y="1414958"/>
                  </a:lnTo>
                  <a:lnTo>
                    <a:pt x="2457074" y="1435145"/>
                  </a:lnTo>
                  <a:lnTo>
                    <a:pt x="2457929" y="1432211"/>
                  </a:lnTo>
                  <a:lnTo>
                    <a:pt x="2458785" y="1456483"/>
                  </a:lnTo>
                  <a:lnTo>
                    <a:pt x="2459640" y="1459417"/>
                  </a:lnTo>
                  <a:lnTo>
                    <a:pt x="2460496" y="1480038"/>
                  </a:lnTo>
                  <a:lnTo>
                    <a:pt x="2461351" y="1493982"/>
                  </a:lnTo>
                  <a:lnTo>
                    <a:pt x="2462207" y="1491587"/>
                  </a:lnTo>
                  <a:lnTo>
                    <a:pt x="2463062" y="1538069"/>
                  </a:lnTo>
                  <a:lnTo>
                    <a:pt x="2463918" y="1538200"/>
                  </a:lnTo>
                  <a:lnTo>
                    <a:pt x="2464773" y="1618768"/>
                  </a:lnTo>
                  <a:lnTo>
                    <a:pt x="2465629" y="1651222"/>
                  </a:lnTo>
                  <a:lnTo>
                    <a:pt x="2466484" y="1689340"/>
                  </a:lnTo>
                  <a:lnTo>
                    <a:pt x="2467340" y="1738751"/>
                  </a:lnTo>
                  <a:lnTo>
                    <a:pt x="2468195" y="1741727"/>
                  </a:lnTo>
                  <a:lnTo>
                    <a:pt x="2469051" y="1772599"/>
                  </a:lnTo>
                  <a:lnTo>
                    <a:pt x="2469907" y="1760463"/>
                  </a:lnTo>
                  <a:lnTo>
                    <a:pt x="2470762" y="1706467"/>
                  </a:lnTo>
                  <a:lnTo>
                    <a:pt x="2471618" y="1702474"/>
                  </a:lnTo>
                  <a:lnTo>
                    <a:pt x="2472473" y="1693492"/>
                  </a:lnTo>
                  <a:lnTo>
                    <a:pt x="2473329" y="1668915"/>
                  </a:lnTo>
                  <a:lnTo>
                    <a:pt x="2474184" y="1684920"/>
                  </a:lnTo>
                  <a:lnTo>
                    <a:pt x="2475040" y="1684888"/>
                  </a:lnTo>
                  <a:lnTo>
                    <a:pt x="2475895" y="1697632"/>
                  </a:lnTo>
                  <a:lnTo>
                    <a:pt x="2476751" y="1661681"/>
                  </a:lnTo>
                  <a:lnTo>
                    <a:pt x="2477606" y="1623234"/>
                  </a:lnTo>
                  <a:lnTo>
                    <a:pt x="2478462" y="1631014"/>
                  </a:lnTo>
                  <a:lnTo>
                    <a:pt x="2479317" y="1623354"/>
                  </a:lnTo>
                  <a:lnTo>
                    <a:pt x="2480173" y="1612802"/>
                  </a:lnTo>
                  <a:lnTo>
                    <a:pt x="2481028" y="1658768"/>
                  </a:lnTo>
                  <a:lnTo>
                    <a:pt x="2481884" y="1644958"/>
                  </a:lnTo>
                  <a:lnTo>
                    <a:pt x="2482739" y="1685668"/>
                  </a:lnTo>
                  <a:lnTo>
                    <a:pt x="2483595" y="1688695"/>
                  </a:lnTo>
                  <a:lnTo>
                    <a:pt x="2484450" y="1665856"/>
                  </a:lnTo>
                  <a:lnTo>
                    <a:pt x="2485306" y="1647609"/>
                  </a:lnTo>
                  <a:lnTo>
                    <a:pt x="2486162" y="1651561"/>
                  </a:lnTo>
                  <a:lnTo>
                    <a:pt x="2487017" y="1689753"/>
                  </a:lnTo>
                  <a:lnTo>
                    <a:pt x="2487873" y="1692785"/>
                  </a:lnTo>
                  <a:lnTo>
                    <a:pt x="2488728" y="1698701"/>
                  </a:lnTo>
                  <a:lnTo>
                    <a:pt x="2489584" y="1722983"/>
                  </a:lnTo>
                  <a:lnTo>
                    <a:pt x="2490439" y="1691626"/>
                  </a:lnTo>
                  <a:lnTo>
                    <a:pt x="2491295" y="1697832"/>
                  </a:lnTo>
                  <a:lnTo>
                    <a:pt x="2492150" y="1713086"/>
                  </a:lnTo>
                  <a:lnTo>
                    <a:pt x="2493006" y="1741627"/>
                  </a:lnTo>
                  <a:lnTo>
                    <a:pt x="2493861" y="1749959"/>
                  </a:lnTo>
                  <a:lnTo>
                    <a:pt x="2494717" y="1808462"/>
                  </a:lnTo>
                  <a:lnTo>
                    <a:pt x="2495572" y="1829696"/>
                  </a:lnTo>
                  <a:lnTo>
                    <a:pt x="2496428" y="1827270"/>
                  </a:lnTo>
                  <a:lnTo>
                    <a:pt x="2497283" y="1840924"/>
                  </a:lnTo>
                  <a:lnTo>
                    <a:pt x="2498139" y="1827155"/>
                  </a:lnTo>
                  <a:lnTo>
                    <a:pt x="2498994" y="1821000"/>
                  </a:lnTo>
                  <a:lnTo>
                    <a:pt x="2499850" y="1822370"/>
                  </a:lnTo>
                  <a:lnTo>
                    <a:pt x="2500706" y="1784332"/>
                  </a:lnTo>
                  <a:lnTo>
                    <a:pt x="2501561" y="1790812"/>
                  </a:lnTo>
                  <a:lnTo>
                    <a:pt x="2502417" y="1816796"/>
                  </a:lnTo>
                  <a:lnTo>
                    <a:pt x="2503272" y="1828070"/>
                  </a:lnTo>
                  <a:lnTo>
                    <a:pt x="2504128" y="1836622"/>
                  </a:lnTo>
                  <a:lnTo>
                    <a:pt x="2504983" y="1831620"/>
                  </a:lnTo>
                  <a:lnTo>
                    <a:pt x="2505839" y="1800931"/>
                  </a:lnTo>
                  <a:lnTo>
                    <a:pt x="2506694" y="1777379"/>
                  </a:lnTo>
                  <a:lnTo>
                    <a:pt x="2507550" y="1792452"/>
                  </a:lnTo>
                  <a:lnTo>
                    <a:pt x="2508405" y="1805929"/>
                  </a:lnTo>
                  <a:lnTo>
                    <a:pt x="2509261" y="1807969"/>
                  </a:lnTo>
                  <a:lnTo>
                    <a:pt x="2510116" y="1848142"/>
                  </a:lnTo>
                  <a:lnTo>
                    <a:pt x="2510972" y="1832868"/>
                  </a:lnTo>
                  <a:lnTo>
                    <a:pt x="2511827" y="1830245"/>
                  </a:lnTo>
                  <a:lnTo>
                    <a:pt x="2512683" y="1822064"/>
                  </a:lnTo>
                  <a:lnTo>
                    <a:pt x="2513538" y="1825200"/>
                  </a:lnTo>
                  <a:lnTo>
                    <a:pt x="2514394" y="1845860"/>
                  </a:lnTo>
                  <a:lnTo>
                    <a:pt x="2515249" y="1845143"/>
                  </a:lnTo>
                  <a:lnTo>
                    <a:pt x="2516105" y="1855128"/>
                  </a:lnTo>
                  <a:lnTo>
                    <a:pt x="2516961" y="1869138"/>
                  </a:lnTo>
                  <a:lnTo>
                    <a:pt x="2517178" y="187285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2966966" y="6378182"/>
              <a:ext cx="285" cy="1267"/>
            </a:xfrm>
            <a:custGeom>
              <a:avLst/>
              <a:pathLst>
                <a:path w="285" h="1267">
                  <a:moveTo>
                    <a:pt x="0" y="1267"/>
                  </a:moveTo>
                  <a:lnTo>
                    <a:pt x="62" y="0"/>
                  </a:lnTo>
                  <a:lnTo>
                    <a:pt x="285" y="126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2970826" y="6357951"/>
              <a:ext cx="3000" cy="21498"/>
            </a:xfrm>
            <a:custGeom>
              <a:avLst/>
              <a:pathLst>
                <a:path w="3000" h="21498">
                  <a:moveTo>
                    <a:pt x="0" y="21498"/>
                  </a:moveTo>
                  <a:lnTo>
                    <a:pt x="480" y="0"/>
                  </a:lnTo>
                  <a:lnTo>
                    <a:pt x="1335" y="3960"/>
                  </a:lnTo>
                  <a:lnTo>
                    <a:pt x="2191" y="5046"/>
                  </a:lnTo>
                  <a:lnTo>
                    <a:pt x="3000" y="2149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2973952" y="6370211"/>
              <a:ext cx="1113" cy="9238"/>
            </a:xfrm>
            <a:custGeom>
              <a:avLst/>
              <a:pathLst>
                <a:path w="1113" h="9238">
                  <a:moveTo>
                    <a:pt x="0" y="9238"/>
                  </a:moveTo>
                  <a:lnTo>
                    <a:pt x="776" y="0"/>
                  </a:lnTo>
                  <a:lnTo>
                    <a:pt x="1113" y="923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2979072" y="6226709"/>
              <a:ext cx="20972" cy="152740"/>
            </a:xfrm>
            <a:custGeom>
              <a:avLst/>
              <a:pathLst>
                <a:path w="20972" h="152740">
                  <a:moveTo>
                    <a:pt x="0" y="152740"/>
                  </a:moveTo>
                  <a:lnTo>
                    <a:pt x="788" y="145782"/>
                  </a:lnTo>
                  <a:lnTo>
                    <a:pt x="1644" y="146527"/>
                  </a:lnTo>
                  <a:lnTo>
                    <a:pt x="2499" y="121602"/>
                  </a:lnTo>
                  <a:lnTo>
                    <a:pt x="3355" y="122776"/>
                  </a:lnTo>
                  <a:lnTo>
                    <a:pt x="4211" y="121147"/>
                  </a:lnTo>
                  <a:lnTo>
                    <a:pt x="5066" y="110967"/>
                  </a:lnTo>
                  <a:lnTo>
                    <a:pt x="5922" y="119813"/>
                  </a:lnTo>
                  <a:lnTo>
                    <a:pt x="6777" y="88252"/>
                  </a:lnTo>
                  <a:lnTo>
                    <a:pt x="7633" y="94317"/>
                  </a:lnTo>
                  <a:lnTo>
                    <a:pt x="8488" y="67368"/>
                  </a:lnTo>
                  <a:lnTo>
                    <a:pt x="9344" y="29080"/>
                  </a:lnTo>
                  <a:lnTo>
                    <a:pt x="10199" y="33120"/>
                  </a:lnTo>
                  <a:lnTo>
                    <a:pt x="11055" y="51676"/>
                  </a:lnTo>
                  <a:lnTo>
                    <a:pt x="11910" y="62788"/>
                  </a:lnTo>
                  <a:lnTo>
                    <a:pt x="12766" y="37885"/>
                  </a:lnTo>
                  <a:lnTo>
                    <a:pt x="13621" y="0"/>
                  </a:lnTo>
                  <a:lnTo>
                    <a:pt x="14477" y="79427"/>
                  </a:lnTo>
                  <a:lnTo>
                    <a:pt x="15332" y="110782"/>
                  </a:lnTo>
                  <a:lnTo>
                    <a:pt x="16188" y="90268"/>
                  </a:lnTo>
                  <a:lnTo>
                    <a:pt x="17043" y="132283"/>
                  </a:lnTo>
                  <a:lnTo>
                    <a:pt x="17899" y="149035"/>
                  </a:lnTo>
                  <a:lnTo>
                    <a:pt x="18754" y="144593"/>
                  </a:lnTo>
                  <a:lnTo>
                    <a:pt x="19610" y="144601"/>
                  </a:lnTo>
                  <a:lnTo>
                    <a:pt x="20466" y="126258"/>
                  </a:lnTo>
                  <a:lnTo>
                    <a:pt x="20972" y="15274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3001774" y="6373905"/>
              <a:ext cx="491" cy="5544"/>
            </a:xfrm>
            <a:custGeom>
              <a:avLst/>
              <a:pathLst>
                <a:path w="491" h="5544">
                  <a:moveTo>
                    <a:pt x="0" y="5544"/>
                  </a:moveTo>
                  <a:lnTo>
                    <a:pt x="331" y="0"/>
                  </a:lnTo>
                  <a:lnTo>
                    <a:pt x="491" y="554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3308462" y="6371927"/>
              <a:ext cx="990" cy="7522"/>
            </a:xfrm>
            <a:custGeom>
              <a:avLst/>
              <a:pathLst>
                <a:path w="990" h="7522">
                  <a:moveTo>
                    <a:pt x="0" y="7522"/>
                  </a:moveTo>
                  <a:lnTo>
                    <a:pt x="777" y="0"/>
                  </a:lnTo>
                  <a:lnTo>
                    <a:pt x="990" y="752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3311640" y="6371385"/>
              <a:ext cx="466" cy="8065"/>
            </a:xfrm>
            <a:custGeom>
              <a:avLst/>
              <a:pathLst>
                <a:path w="466" h="8065">
                  <a:moveTo>
                    <a:pt x="0" y="8065"/>
                  </a:moveTo>
                  <a:lnTo>
                    <a:pt x="166" y="0"/>
                  </a:lnTo>
                  <a:lnTo>
                    <a:pt x="466" y="806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3317351" y="6362134"/>
              <a:ext cx="1846" cy="17315"/>
            </a:xfrm>
            <a:custGeom>
              <a:avLst/>
              <a:pathLst>
                <a:path w="1846" h="17315">
                  <a:moveTo>
                    <a:pt x="0" y="17315"/>
                  </a:moveTo>
                  <a:lnTo>
                    <a:pt x="443" y="0"/>
                  </a:lnTo>
                  <a:lnTo>
                    <a:pt x="1299" y="6572"/>
                  </a:lnTo>
                  <a:lnTo>
                    <a:pt x="1846" y="1731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3321432" y="6328894"/>
              <a:ext cx="5279" cy="50555"/>
            </a:xfrm>
            <a:custGeom>
              <a:avLst/>
              <a:pathLst>
                <a:path w="5279" h="50555">
                  <a:moveTo>
                    <a:pt x="0" y="50555"/>
                  </a:moveTo>
                  <a:lnTo>
                    <a:pt x="640" y="6893"/>
                  </a:lnTo>
                  <a:lnTo>
                    <a:pt x="1495" y="6418"/>
                  </a:lnTo>
                  <a:lnTo>
                    <a:pt x="2351" y="1184"/>
                  </a:lnTo>
                  <a:lnTo>
                    <a:pt x="3206" y="0"/>
                  </a:lnTo>
                  <a:lnTo>
                    <a:pt x="4062" y="27475"/>
                  </a:lnTo>
                  <a:lnTo>
                    <a:pt x="4917" y="29346"/>
                  </a:lnTo>
                  <a:lnTo>
                    <a:pt x="5279" y="5055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3328452" y="6299551"/>
              <a:ext cx="16666" cy="79898"/>
            </a:xfrm>
            <a:custGeom>
              <a:avLst/>
              <a:pathLst>
                <a:path w="16666" h="79898">
                  <a:moveTo>
                    <a:pt x="0" y="79898"/>
                  </a:moveTo>
                  <a:lnTo>
                    <a:pt x="463" y="62434"/>
                  </a:lnTo>
                  <a:lnTo>
                    <a:pt x="1319" y="36198"/>
                  </a:lnTo>
                  <a:lnTo>
                    <a:pt x="2174" y="72287"/>
                  </a:lnTo>
                  <a:lnTo>
                    <a:pt x="3030" y="60819"/>
                  </a:lnTo>
                  <a:lnTo>
                    <a:pt x="3886" y="70369"/>
                  </a:lnTo>
                  <a:lnTo>
                    <a:pt x="4741" y="63869"/>
                  </a:lnTo>
                  <a:lnTo>
                    <a:pt x="5597" y="40224"/>
                  </a:lnTo>
                  <a:lnTo>
                    <a:pt x="6452" y="60830"/>
                  </a:lnTo>
                  <a:lnTo>
                    <a:pt x="7308" y="24000"/>
                  </a:lnTo>
                  <a:lnTo>
                    <a:pt x="8163" y="0"/>
                  </a:lnTo>
                  <a:lnTo>
                    <a:pt x="9019" y="16677"/>
                  </a:lnTo>
                  <a:lnTo>
                    <a:pt x="9874" y="32476"/>
                  </a:lnTo>
                  <a:lnTo>
                    <a:pt x="10730" y="28762"/>
                  </a:lnTo>
                  <a:lnTo>
                    <a:pt x="11585" y="23347"/>
                  </a:lnTo>
                  <a:lnTo>
                    <a:pt x="12441" y="51721"/>
                  </a:lnTo>
                  <a:lnTo>
                    <a:pt x="13296" y="49664"/>
                  </a:lnTo>
                  <a:lnTo>
                    <a:pt x="14152" y="29970"/>
                  </a:lnTo>
                  <a:lnTo>
                    <a:pt x="15007" y="34734"/>
                  </a:lnTo>
                  <a:lnTo>
                    <a:pt x="15863" y="52691"/>
                  </a:lnTo>
                  <a:lnTo>
                    <a:pt x="16666" y="7989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3347262" y="6344638"/>
              <a:ext cx="3681" cy="34811"/>
            </a:xfrm>
            <a:custGeom>
              <a:avLst/>
              <a:pathLst>
                <a:path w="3681" h="34811">
                  <a:moveTo>
                    <a:pt x="0" y="34811"/>
                  </a:moveTo>
                  <a:lnTo>
                    <a:pt x="476" y="21035"/>
                  </a:lnTo>
                  <a:lnTo>
                    <a:pt x="1331" y="15061"/>
                  </a:lnTo>
                  <a:lnTo>
                    <a:pt x="2187" y="0"/>
                  </a:lnTo>
                  <a:lnTo>
                    <a:pt x="3042" y="15748"/>
                  </a:lnTo>
                  <a:lnTo>
                    <a:pt x="3681" y="3481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3351661" y="6322143"/>
              <a:ext cx="11677" cy="57306"/>
            </a:xfrm>
            <a:custGeom>
              <a:avLst/>
              <a:pathLst>
                <a:path w="11677" h="57306">
                  <a:moveTo>
                    <a:pt x="0" y="57306"/>
                  </a:moveTo>
                  <a:lnTo>
                    <a:pt x="354" y="52718"/>
                  </a:lnTo>
                  <a:lnTo>
                    <a:pt x="1210" y="38224"/>
                  </a:lnTo>
                  <a:lnTo>
                    <a:pt x="2066" y="20771"/>
                  </a:lnTo>
                  <a:lnTo>
                    <a:pt x="2921" y="10657"/>
                  </a:lnTo>
                  <a:lnTo>
                    <a:pt x="3777" y="40523"/>
                  </a:lnTo>
                  <a:lnTo>
                    <a:pt x="4632" y="20637"/>
                  </a:lnTo>
                  <a:lnTo>
                    <a:pt x="5488" y="22182"/>
                  </a:lnTo>
                  <a:lnTo>
                    <a:pt x="6343" y="40615"/>
                  </a:lnTo>
                  <a:lnTo>
                    <a:pt x="7199" y="38780"/>
                  </a:lnTo>
                  <a:lnTo>
                    <a:pt x="8054" y="31427"/>
                  </a:lnTo>
                  <a:lnTo>
                    <a:pt x="8910" y="0"/>
                  </a:lnTo>
                  <a:lnTo>
                    <a:pt x="9765" y="18019"/>
                  </a:lnTo>
                  <a:lnTo>
                    <a:pt x="10621" y="33120"/>
                  </a:lnTo>
                  <a:lnTo>
                    <a:pt x="11476" y="48529"/>
                  </a:lnTo>
                  <a:lnTo>
                    <a:pt x="11677" y="5730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3366623" y="6286929"/>
              <a:ext cx="9927" cy="92520"/>
            </a:xfrm>
            <a:custGeom>
              <a:avLst/>
              <a:pathLst>
                <a:path w="9927" h="92520">
                  <a:moveTo>
                    <a:pt x="0" y="92520"/>
                  </a:moveTo>
                  <a:lnTo>
                    <a:pt x="792" y="30307"/>
                  </a:lnTo>
                  <a:lnTo>
                    <a:pt x="1647" y="48572"/>
                  </a:lnTo>
                  <a:lnTo>
                    <a:pt x="2503" y="55358"/>
                  </a:lnTo>
                  <a:lnTo>
                    <a:pt x="3358" y="40526"/>
                  </a:lnTo>
                  <a:lnTo>
                    <a:pt x="4214" y="41026"/>
                  </a:lnTo>
                  <a:lnTo>
                    <a:pt x="5069" y="8576"/>
                  </a:lnTo>
                  <a:lnTo>
                    <a:pt x="5925" y="3958"/>
                  </a:lnTo>
                  <a:lnTo>
                    <a:pt x="6781" y="0"/>
                  </a:lnTo>
                  <a:lnTo>
                    <a:pt x="7636" y="4703"/>
                  </a:lnTo>
                  <a:lnTo>
                    <a:pt x="8492" y="28214"/>
                  </a:lnTo>
                  <a:lnTo>
                    <a:pt x="9347" y="73610"/>
                  </a:lnTo>
                  <a:lnTo>
                    <a:pt x="9927" y="9252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3381921" y="6377375"/>
              <a:ext cx="161" cy="2074"/>
            </a:xfrm>
            <a:custGeom>
              <a:avLst/>
              <a:pathLst>
                <a:path w="161" h="2074">
                  <a:moveTo>
                    <a:pt x="0" y="2074"/>
                  </a:moveTo>
                  <a:lnTo>
                    <a:pt x="38" y="0"/>
                  </a:lnTo>
                  <a:lnTo>
                    <a:pt x="161" y="207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3384016" y="6365516"/>
              <a:ext cx="1166" cy="13933"/>
            </a:xfrm>
            <a:custGeom>
              <a:avLst/>
              <a:pathLst>
                <a:path w="1166" h="13933">
                  <a:moveTo>
                    <a:pt x="0" y="13933"/>
                  </a:moveTo>
                  <a:lnTo>
                    <a:pt x="510" y="0"/>
                  </a:lnTo>
                  <a:lnTo>
                    <a:pt x="1166" y="1393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3388170" y="6357217"/>
              <a:ext cx="4129" cy="22232"/>
            </a:xfrm>
            <a:custGeom>
              <a:avLst/>
              <a:pathLst>
                <a:path w="4129" h="22232">
                  <a:moveTo>
                    <a:pt x="0" y="22232"/>
                  </a:moveTo>
                  <a:lnTo>
                    <a:pt x="633" y="0"/>
                  </a:lnTo>
                  <a:lnTo>
                    <a:pt x="1488" y="8705"/>
                  </a:lnTo>
                  <a:lnTo>
                    <a:pt x="2344" y="18277"/>
                  </a:lnTo>
                  <a:lnTo>
                    <a:pt x="3199" y="6017"/>
                  </a:lnTo>
                  <a:lnTo>
                    <a:pt x="4055" y="21792"/>
                  </a:lnTo>
                  <a:lnTo>
                    <a:pt x="4129" y="2223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3393292" y="6308311"/>
              <a:ext cx="13004" cy="71138"/>
            </a:xfrm>
            <a:custGeom>
              <a:avLst/>
              <a:pathLst>
                <a:path w="13004" h="71138">
                  <a:moveTo>
                    <a:pt x="0" y="71138"/>
                  </a:moveTo>
                  <a:lnTo>
                    <a:pt x="644" y="56978"/>
                  </a:lnTo>
                  <a:lnTo>
                    <a:pt x="1499" y="48355"/>
                  </a:lnTo>
                  <a:lnTo>
                    <a:pt x="2355" y="50957"/>
                  </a:lnTo>
                  <a:lnTo>
                    <a:pt x="3210" y="36575"/>
                  </a:lnTo>
                  <a:lnTo>
                    <a:pt x="4066" y="1686"/>
                  </a:lnTo>
                  <a:lnTo>
                    <a:pt x="4921" y="25243"/>
                  </a:lnTo>
                  <a:lnTo>
                    <a:pt x="5777" y="11447"/>
                  </a:lnTo>
                  <a:lnTo>
                    <a:pt x="6632" y="64053"/>
                  </a:lnTo>
                  <a:lnTo>
                    <a:pt x="7488" y="52156"/>
                  </a:lnTo>
                  <a:lnTo>
                    <a:pt x="8343" y="0"/>
                  </a:lnTo>
                  <a:lnTo>
                    <a:pt x="9199" y="62158"/>
                  </a:lnTo>
                  <a:lnTo>
                    <a:pt x="10055" y="22609"/>
                  </a:lnTo>
                  <a:lnTo>
                    <a:pt x="10910" y="28892"/>
                  </a:lnTo>
                  <a:lnTo>
                    <a:pt x="11766" y="39639"/>
                  </a:lnTo>
                  <a:lnTo>
                    <a:pt x="12621" y="48358"/>
                  </a:lnTo>
                  <a:lnTo>
                    <a:pt x="13004" y="7113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3411015" y="6359315"/>
              <a:ext cx="1232" cy="20134"/>
            </a:xfrm>
            <a:custGeom>
              <a:avLst/>
              <a:pathLst>
                <a:path w="1232" h="20134">
                  <a:moveTo>
                    <a:pt x="0" y="20134"/>
                  </a:moveTo>
                  <a:lnTo>
                    <a:pt x="32" y="18484"/>
                  </a:lnTo>
                  <a:lnTo>
                    <a:pt x="887" y="0"/>
                  </a:lnTo>
                  <a:lnTo>
                    <a:pt x="1232" y="2013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3415971" y="6375449"/>
              <a:ext cx="505" cy="4000"/>
            </a:xfrm>
            <a:custGeom>
              <a:avLst/>
              <a:pathLst>
                <a:path w="505" h="4000">
                  <a:moveTo>
                    <a:pt x="0" y="4000"/>
                  </a:moveTo>
                  <a:lnTo>
                    <a:pt x="208" y="0"/>
                  </a:lnTo>
                  <a:lnTo>
                    <a:pt x="505" y="400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3430719" y="6376756"/>
              <a:ext cx="1010" cy="2693"/>
            </a:xfrm>
            <a:custGeom>
              <a:avLst/>
              <a:pathLst>
                <a:path w="1010" h="2693">
                  <a:moveTo>
                    <a:pt x="0" y="2693"/>
                  </a:moveTo>
                  <a:lnTo>
                    <a:pt x="5" y="2526"/>
                  </a:lnTo>
                  <a:lnTo>
                    <a:pt x="860" y="0"/>
                  </a:lnTo>
                  <a:lnTo>
                    <a:pt x="1010" y="269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3432798" y="6260274"/>
              <a:ext cx="15442" cy="119175"/>
            </a:xfrm>
            <a:custGeom>
              <a:avLst/>
              <a:pathLst>
                <a:path w="15442" h="119175">
                  <a:moveTo>
                    <a:pt x="0" y="119175"/>
                  </a:moveTo>
                  <a:lnTo>
                    <a:pt x="492" y="102024"/>
                  </a:lnTo>
                  <a:lnTo>
                    <a:pt x="1348" y="103431"/>
                  </a:lnTo>
                  <a:lnTo>
                    <a:pt x="2203" y="89788"/>
                  </a:lnTo>
                  <a:lnTo>
                    <a:pt x="3059" y="52925"/>
                  </a:lnTo>
                  <a:lnTo>
                    <a:pt x="3914" y="70685"/>
                  </a:lnTo>
                  <a:lnTo>
                    <a:pt x="4770" y="25020"/>
                  </a:lnTo>
                  <a:lnTo>
                    <a:pt x="5625" y="28002"/>
                  </a:lnTo>
                  <a:lnTo>
                    <a:pt x="6481" y="60457"/>
                  </a:lnTo>
                  <a:lnTo>
                    <a:pt x="7336" y="45221"/>
                  </a:lnTo>
                  <a:lnTo>
                    <a:pt x="8192" y="52353"/>
                  </a:lnTo>
                  <a:lnTo>
                    <a:pt x="9047" y="38984"/>
                  </a:lnTo>
                  <a:lnTo>
                    <a:pt x="9903" y="52278"/>
                  </a:lnTo>
                  <a:lnTo>
                    <a:pt x="10758" y="32241"/>
                  </a:lnTo>
                  <a:lnTo>
                    <a:pt x="11614" y="0"/>
                  </a:lnTo>
                  <a:lnTo>
                    <a:pt x="12469" y="22084"/>
                  </a:lnTo>
                  <a:lnTo>
                    <a:pt x="13325" y="55301"/>
                  </a:lnTo>
                  <a:lnTo>
                    <a:pt x="14180" y="36100"/>
                  </a:lnTo>
                  <a:lnTo>
                    <a:pt x="15036" y="74687"/>
                  </a:lnTo>
                  <a:lnTo>
                    <a:pt x="15442" y="11917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3456266" y="6369662"/>
              <a:ext cx="1405" cy="9787"/>
            </a:xfrm>
            <a:custGeom>
              <a:avLst/>
              <a:pathLst>
                <a:path w="1405" h="9787">
                  <a:moveTo>
                    <a:pt x="0" y="9787"/>
                  </a:moveTo>
                  <a:lnTo>
                    <a:pt x="124" y="0"/>
                  </a:lnTo>
                  <a:lnTo>
                    <a:pt x="979" y="2172"/>
                  </a:lnTo>
                  <a:lnTo>
                    <a:pt x="1405" y="978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3494022" y="6379185"/>
              <a:ext cx="35" cy="264"/>
            </a:xfrm>
            <a:custGeom>
              <a:avLst/>
              <a:pathLst>
                <a:path w="35" h="264">
                  <a:moveTo>
                    <a:pt x="0" y="264"/>
                  </a:moveTo>
                  <a:lnTo>
                    <a:pt x="11" y="0"/>
                  </a:lnTo>
                  <a:lnTo>
                    <a:pt x="35" y="26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3516845" y="6342705"/>
              <a:ext cx="5025" cy="36744"/>
            </a:xfrm>
            <a:custGeom>
              <a:avLst/>
              <a:pathLst>
                <a:path w="5025" h="36744">
                  <a:moveTo>
                    <a:pt x="0" y="36744"/>
                  </a:moveTo>
                  <a:lnTo>
                    <a:pt x="287" y="17971"/>
                  </a:lnTo>
                  <a:lnTo>
                    <a:pt x="1142" y="30187"/>
                  </a:lnTo>
                  <a:lnTo>
                    <a:pt x="1998" y="5322"/>
                  </a:lnTo>
                  <a:lnTo>
                    <a:pt x="2853" y="0"/>
                  </a:lnTo>
                  <a:lnTo>
                    <a:pt x="3709" y="22069"/>
                  </a:lnTo>
                  <a:lnTo>
                    <a:pt x="4564" y="17511"/>
                  </a:lnTo>
                  <a:lnTo>
                    <a:pt x="5025" y="3674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3531331" y="4186775"/>
              <a:ext cx="1198874" cy="2192674"/>
            </a:xfrm>
            <a:custGeom>
              <a:avLst/>
              <a:pathLst>
                <a:path w="1198874" h="2192674">
                  <a:moveTo>
                    <a:pt x="0" y="2192674"/>
                  </a:moveTo>
                  <a:lnTo>
                    <a:pt x="345" y="2182586"/>
                  </a:lnTo>
                  <a:lnTo>
                    <a:pt x="1200" y="2148227"/>
                  </a:lnTo>
                  <a:lnTo>
                    <a:pt x="2056" y="2141705"/>
                  </a:lnTo>
                  <a:lnTo>
                    <a:pt x="2911" y="2145707"/>
                  </a:lnTo>
                  <a:lnTo>
                    <a:pt x="3767" y="2147105"/>
                  </a:lnTo>
                  <a:lnTo>
                    <a:pt x="4622" y="2123651"/>
                  </a:lnTo>
                  <a:lnTo>
                    <a:pt x="5478" y="2120854"/>
                  </a:lnTo>
                  <a:lnTo>
                    <a:pt x="6333" y="2149338"/>
                  </a:lnTo>
                  <a:lnTo>
                    <a:pt x="7189" y="2168466"/>
                  </a:lnTo>
                  <a:lnTo>
                    <a:pt x="8044" y="2180428"/>
                  </a:lnTo>
                  <a:lnTo>
                    <a:pt x="8900" y="2122074"/>
                  </a:lnTo>
                  <a:lnTo>
                    <a:pt x="9755" y="2143021"/>
                  </a:lnTo>
                  <a:lnTo>
                    <a:pt x="10611" y="2125602"/>
                  </a:lnTo>
                  <a:lnTo>
                    <a:pt x="11466" y="2123583"/>
                  </a:lnTo>
                  <a:lnTo>
                    <a:pt x="12322" y="2131951"/>
                  </a:lnTo>
                  <a:lnTo>
                    <a:pt x="13178" y="2099216"/>
                  </a:lnTo>
                  <a:lnTo>
                    <a:pt x="14033" y="2066387"/>
                  </a:lnTo>
                  <a:lnTo>
                    <a:pt x="14889" y="2065101"/>
                  </a:lnTo>
                  <a:lnTo>
                    <a:pt x="15744" y="2057868"/>
                  </a:lnTo>
                  <a:lnTo>
                    <a:pt x="16600" y="2093667"/>
                  </a:lnTo>
                  <a:lnTo>
                    <a:pt x="17455" y="2066423"/>
                  </a:lnTo>
                  <a:lnTo>
                    <a:pt x="18311" y="2087896"/>
                  </a:lnTo>
                  <a:lnTo>
                    <a:pt x="19166" y="2078943"/>
                  </a:lnTo>
                  <a:lnTo>
                    <a:pt x="20022" y="2104955"/>
                  </a:lnTo>
                  <a:lnTo>
                    <a:pt x="20877" y="2104074"/>
                  </a:lnTo>
                  <a:lnTo>
                    <a:pt x="21733" y="2130794"/>
                  </a:lnTo>
                  <a:lnTo>
                    <a:pt x="22588" y="2124495"/>
                  </a:lnTo>
                  <a:lnTo>
                    <a:pt x="23444" y="2120156"/>
                  </a:lnTo>
                  <a:lnTo>
                    <a:pt x="24299" y="2131080"/>
                  </a:lnTo>
                  <a:lnTo>
                    <a:pt x="25155" y="2126078"/>
                  </a:lnTo>
                  <a:lnTo>
                    <a:pt x="26010" y="2099228"/>
                  </a:lnTo>
                  <a:lnTo>
                    <a:pt x="26866" y="2088505"/>
                  </a:lnTo>
                  <a:lnTo>
                    <a:pt x="27721" y="2108490"/>
                  </a:lnTo>
                  <a:lnTo>
                    <a:pt x="28577" y="2077818"/>
                  </a:lnTo>
                  <a:lnTo>
                    <a:pt x="29433" y="2073760"/>
                  </a:lnTo>
                  <a:lnTo>
                    <a:pt x="30288" y="2013388"/>
                  </a:lnTo>
                  <a:lnTo>
                    <a:pt x="31144" y="1995660"/>
                  </a:lnTo>
                  <a:lnTo>
                    <a:pt x="31999" y="2020653"/>
                  </a:lnTo>
                  <a:lnTo>
                    <a:pt x="32855" y="2034244"/>
                  </a:lnTo>
                  <a:lnTo>
                    <a:pt x="33710" y="2062735"/>
                  </a:lnTo>
                  <a:lnTo>
                    <a:pt x="34566" y="2074728"/>
                  </a:lnTo>
                  <a:lnTo>
                    <a:pt x="35421" y="2110994"/>
                  </a:lnTo>
                  <a:lnTo>
                    <a:pt x="36277" y="2109737"/>
                  </a:lnTo>
                  <a:lnTo>
                    <a:pt x="37132" y="2145062"/>
                  </a:lnTo>
                  <a:lnTo>
                    <a:pt x="37988" y="2152123"/>
                  </a:lnTo>
                  <a:lnTo>
                    <a:pt x="38843" y="2134450"/>
                  </a:lnTo>
                  <a:lnTo>
                    <a:pt x="39699" y="2094567"/>
                  </a:lnTo>
                  <a:lnTo>
                    <a:pt x="40554" y="2095301"/>
                  </a:lnTo>
                  <a:lnTo>
                    <a:pt x="41410" y="2146480"/>
                  </a:lnTo>
                  <a:lnTo>
                    <a:pt x="42265" y="2136548"/>
                  </a:lnTo>
                  <a:lnTo>
                    <a:pt x="43121" y="2117953"/>
                  </a:lnTo>
                  <a:lnTo>
                    <a:pt x="43976" y="2093168"/>
                  </a:lnTo>
                  <a:lnTo>
                    <a:pt x="44832" y="2129035"/>
                  </a:lnTo>
                  <a:lnTo>
                    <a:pt x="45688" y="2125420"/>
                  </a:lnTo>
                  <a:lnTo>
                    <a:pt x="46543" y="2118903"/>
                  </a:lnTo>
                  <a:lnTo>
                    <a:pt x="47399" y="2080812"/>
                  </a:lnTo>
                  <a:lnTo>
                    <a:pt x="48254" y="2080844"/>
                  </a:lnTo>
                  <a:lnTo>
                    <a:pt x="49110" y="2069422"/>
                  </a:lnTo>
                  <a:lnTo>
                    <a:pt x="49965" y="2099550"/>
                  </a:lnTo>
                  <a:lnTo>
                    <a:pt x="50821" y="2078271"/>
                  </a:lnTo>
                  <a:lnTo>
                    <a:pt x="51676" y="2082492"/>
                  </a:lnTo>
                  <a:lnTo>
                    <a:pt x="52532" y="2061703"/>
                  </a:lnTo>
                  <a:lnTo>
                    <a:pt x="53387" y="2086967"/>
                  </a:lnTo>
                  <a:lnTo>
                    <a:pt x="54243" y="2057163"/>
                  </a:lnTo>
                  <a:lnTo>
                    <a:pt x="55098" y="2023464"/>
                  </a:lnTo>
                  <a:lnTo>
                    <a:pt x="55954" y="2037529"/>
                  </a:lnTo>
                  <a:lnTo>
                    <a:pt x="56809" y="2005945"/>
                  </a:lnTo>
                  <a:lnTo>
                    <a:pt x="57665" y="2022461"/>
                  </a:lnTo>
                  <a:lnTo>
                    <a:pt x="58520" y="2020814"/>
                  </a:lnTo>
                  <a:lnTo>
                    <a:pt x="59376" y="1990006"/>
                  </a:lnTo>
                  <a:lnTo>
                    <a:pt x="60231" y="2001848"/>
                  </a:lnTo>
                  <a:lnTo>
                    <a:pt x="61087" y="1971480"/>
                  </a:lnTo>
                  <a:lnTo>
                    <a:pt x="61943" y="1941220"/>
                  </a:lnTo>
                  <a:lnTo>
                    <a:pt x="62798" y="1987766"/>
                  </a:lnTo>
                  <a:lnTo>
                    <a:pt x="63654" y="1976512"/>
                  </a:lnTo>
                  <a:lnTo>
                    <a:pt x="64509" y="1939673"/>
                  </a:lnTo>
                  <a:lnTo>
                    <a:pt x="65365" y="1938567"/>
                  </a:lnTo>
                  <a:lnTo>
                    <a:pt x="66220" y="1939186"/>
                  </a:lnTo>
                  <a:lnTo>
                    <a:pt x="67076" y="1963871"/>
                  </a:lnTo>
                  <a:lnTo>
                    <a:pt x="67931" y="1964957"/>
                  </a:lnTo>
                  <a:lnTo>
                    <a:pt x="68787" y="1958751"/>
                  </a:lnTo>
                  <a:lnTo>
                    <a:pt x="69642" y="1981769"/>
                  </a:lnTo>
                  <a:lnTo>
                    <a:pt x="70498" y="1961661"/>
                  </a:lnTo>
                  <a:lnTo>
                    <a:pt x="71353" y="1986791"/>
                  </a:lnTo>
                  <a:lnTo>
                    <a:pt x="72209" y="2009289"/>
                  </a:lnTo>
                  <a:lnTo>
                    <a:pt x="73064" y="2028511"/>
                  </a:lnTo>
                  <a:lnTo>
                    <a:pt x="73920" y="2024841"/>
                  </a:lnTo>
                  <a:lnTo>
                    <a:pt x="74775" y="2066474"/>
                  </a:lnTo>
                  <a:lnTo>
                    <a:pt x="75631" y="2066524"/>
                  </a:lnTo>
                  <a:lnTo>
                    <a:pt x="76487" y="2061826"/>
                  </a:lnTo>
                  <a:lnTo>
                    <a:pt x="77342" y="1999208"/>
                  </a:lnTo>
                  <a:lnTo>
                    <a:pt x="78198" y="2010876"/>
                  </a:lnTo>
                  <a:lnTo>
                    <a:pt x="79053" y="1956699"/>
                  </a:lnTo>
                  <a:lnTo>
                    <a:pt x="79909" y="1979401"/>
                  </a:lnTo>
                  <a:lnTo>
                    <a:pt x="80764" y="1942957"/>
                  </a:lnTo>
                  <a:lnTo>
                    <a:pt x="81620" y="1954228"/>
                  </a:lnTo>
                  <a:lnTo>
                    <a:pt x="82475" y="1921918"/>
                  </a:lnTo>
                  <a:lnTo>
                    <a:pt x="83331" y="1944485"/>
                  </a:lnTo>
                  <a:lnTo>
                    <a:pt x="84186" y="1966344"/>
                  </a:lnTo>
                  <a:lnTo>
                    <a:pt x="85042" y="1978354"/>
                  </a:lnTo>
                  <a:lnTo>
                    <a:pt x="85897" y="2022933"/>
                  </a:lnTo>
                  <a:lnTo>
                    <a:pt x="86753" y="1999425"/>
                  </a:lnTo>
                  <a:lnTo>
                    <a:pt x="87608" y="1944338"/>
                  </a:lnTo>
                  <a:lnTo>
                    <a:pt x="88464" y="1909580"/>
                  </a:lnTo>
                  <a:lnTo>
                    <a:pt x="89319" y="1871883"/>
                  </a:lnTo>
                  <a:lnTo>
                    <a:pt x="90175" y="1815999"/>
                  </a:lnTo>
                  <a:lnTo>
                    <a:pt x="91030" y="1800571"/>
                  </a:lnTo>
                  <a:lnTo>
                    <a:pt x="91886" y="1765252"/>
                  </a:lnTo>
                  <a:lnTo>
                    <a:pt x="92742" y="1762494"/>
                  </a:lnTo>
                  <a:lnTo>
                    <a:pt x="93597" y="1765648"/>
                  </a:lnTo>
                  <a:lnTo>
                    <a:pt x="94453" y="1754825"/>
                  </a:lnTo>
                  <a:lnTo>
                    <a:pt x="95308" y="1720649"/>
                  </a:lnTo>
                  <a:lnTo>
                    <a:pt x="96164" y="1741519"/>
                  </a:lnTo>
                  <a:lnTo>
                    <a:pt x="97019" y="1794554"/>
                  </a:lnTo>
                  <a:lnTo>
                    <a:pt x="97875" y="1761834"/>
                  </a:lnTo>
                  <a:lnTo>
                    <a:pt x="98730" y="1752318"/>
                  </a:lnTo>
                  <a:lnTo>
                    <a:pt x="99586" y="1782637"/>
                  </a:lnTo>
                  <a:lnTo>
                    <a:pt x="100441" y="1786143"/>
                  </a:lnTo>
                  <a:lnTo>
                    <a:pt x="101297" y="1817320"/>
                  </a:lnTo>
                  <a:lnTo>
                    <a:pt x="102152" y="1846228"/>
                  </a:lnTo>
                  <a:lnTo>
                    <a:pt x="103008" y="1820172"/>
                  </a:lnTo>
                  <a:lnTo>
                    <a:pt x="103863" y="1838142"/>
                  </a:lnTo>
                  <a:lnTo>
                    <a:pt x="104719" y="1819389"/>
                  </a:lnTo>
                  <a:lnTo>
                    <a:pt x="105574" y="1795134"/>
                  </a:lnTo>
                  <a:lnTo>
                    <a:pt x="106430" y="1790250"/>
                  </a:lnTo>
                  <a:lnTo>
                    <a:pt x="107285" y="1785828"/>
                  </a:lnTo>
                  <a:lnTo>
                    <a:pt x="108141" y="1754183"/>
                  </a:lnTo>
                  <a:lnTo>
                    <a:pt x="108997" y="1768649"/>
                  </a:lnTo>
                  <a:lnTo>
                    <a:pt x="109852" y="1759294"/>
                  </a:lnTo>
                  <a:lnTo>
                    <a:pt x="110708" y="1776701"/>
                  </a:lnTo>
                  <a:lnTo>
                    <a:pt x="111563" y="1824737"/>
                  </a:lnTo>
                  <a:lnTo>
                    <a:pt x="112419" y="1819639"/>
                  </a:lnTo>
                  <a:lnTo>
                    <a:pt x="113274" y="1856575"/>
                  </a:lnTo>
                  <a:lnTo>
                    <a:pt x="114130" y="1928166"/>
                  </a:lnTo>
                  <a:lnTo>
                    <a:pt x="114985" y="1917897"/>
                  </a:lnTo>
                  <a:lnTo>
                    <a:pt x="115841" y="1933310"/>
                  </a:lnTo>
                  <a:lnTo>
                    <a:pt x="116696" y="1937121"/>
                  </a:lnTo>
                  <a:lnTo>
                    <a:pt x="117552" y="1956056"/>
                  </a:lnTo>
                  <a:lnTo>
                    <a:pt x="118407" y="1937074"/>
                  </a:lnTo>
                  <a:lnTo>
                    <a:pt x="119263" y="1883971"/>
                  </a:lnTo>
                  <a:lnTo>
                    <a:pt x="120118" y="1870803"/>
                  </a:lnTo>
                  <a:lnTo>
                    <a:pt x="120974" y="1891809"/>
                  </a:lnTo>
                  <a:lnTo>
                    <a:pt x="121829" y="1894915"/>
                  </a:lnTo>
                  <a:lnTo>
                    <a:pt x="122685" y="1928240"/>
                  </a:lnTo>
                  <a:lnTo>
                    <a:pt x="123541" y="1880885"/>
                  </a:lnTo>
                  <a:lnTo>
                    <a:pt x="124396" y="1877461"/>
                  </a:lnTo>
                  <a:lnTo>
                    <a:pt x="125252" y="1859009"/>
                  </a:lnTo>
                  <a:lnTo>
                    <a:pt x="126107" y="1850556"/>
                  </a:lnTo>
                  <a:lnTo>
                    <a:pt x="126963" y="1884752"/>
                  </a:lnTo>
                  <a:lnTo>
                    <a:pt x="127818" y="1841678"/>
                  </a:lnTo>
                  <a:lnTo>
                    <a:pt x="128674" y="1759773"/>
                  </a:lnTo>
                  <a:lnTo>
                    <a:pt x="129529" y="1895421"/>
                  </a:lnTo>
                  <a:lnTo>
                    <a:pt x="130385" y="1871933"/>
                  </a:lnTo>
                  <a:lnTo>
                    <a:pt x="131240" y="1869070"/>
                  </a:lnTo>
                  <a:lnTo>
                    <a:pt x="132096" y="1871168"/>
                  </a:lnTo>
                  <a:lnTo>
                    <a:pt x="132951" y="1829404"/>
                  </a:lnTo>
                  <a:lnTo>
                    <a:pt x="133807" y="1880422"/>
                  </a:lnTo>
                  <a:lnTo>
                    <a:pt x="134662" y="1883328"/>
                  </a:lnTo>
                  <a:lnTo>
                    <a:pt x="135518" y="1853794"/>
                  </a:lnTo>
                  <a:lnTo>
                    <a:pt x="136373" y="1827653"/>
                  </a:lnTo>
                  <a:lnTo>
                    <a:pt x="137229" y="1876996"/>
                  </a:lnTo>
                  <a:lnTo>
                    <a:pt x="138084" y="1889752"/>
                  </a:lnTo>
                  <a:lnTo>
                    <a:pt x="138940" y="1861937"/>
                  </a:lnTo>
                  <a:lnTo>
                    <a:pt x="139796" y="1784072"/>
                  </a:lnTo>
                  <a:lnTo>
                    <a:pt x="140651" y="1780167"/>
                  </a:lnTo>
                  <a:lnTo>
                    <a:pt x="141507" y="1765412"/>
                  </a:lnTo>
                  <a:lnTo>
                    <a:pt x="142362" y="1783787"/>
                  </a:lnTo>
                  <a:lnTo>
                    <a:pt x="143218" y="1746408"/>
                  </a:lnTo>
                  <a:lnTo>
                    <a:pt x="144073" y="1779562"/>
                  </a:lnTo>
                  <a:lnTo>
                    <a:pt x="144929" y="1814628"/>
                  </a:lnTo>
                  <a:lnTo>
                    <a:pt x="145784" y="1837058"/>
                  </a:lnTo>
                  <a:lnTo>
                    <a:pt x="146640" y="1898775"/>
                  </a:lnTo>
                  <a:lnTo>
                    <a:pt x="147495" y="1868976"/>
                  </a:lnTo>
                  <a:lnTo>
                    <a:pt x="148351" y="1882262"/>
                  </a:lnTo>
                  <a:lnTo>
                    <a:pt x="149206" y="1907001"/>
                  </a:lnTo>
                  <a:lnTo>
                    <a:pt x="150062" y="1891441"/>
                  </a:lnTo>
                  <a:lnTo>
                    <a:pt x="150917" y="1936936"/>
                  </a:lnTo>
                  <a:lnTo>
                    <a:pt x="151773" y="1918224"/>
                  </a:lnTo>
                  <a:lnTo>
                    <a:pt x="152628" y="1906839"/>
                  </a:lnTo>
                  <a:lnTo>
                    <a:pt x="153484" y="1864157"/>
                  </a:lnTo>
                  <a:lnTo>
                    <a:pt x="154339" y="1874730"/>
                  </a:lnTo>
                  <a:lnTo>
                    <a:pt x="155195" y="1843446"/>
                  </a:lnTo>
                  <a:lnTo>
                    <a:pt x="156051" y="1838518"/>
                  </a:lnTo>
                  <a:lnTo>
                    <a:pt x="156906" y="1791363"/>
                  </a:lnTo>
                  <a:lnTo>
                    <a:pt x="157762" y="1758779"/>
                  </a:lnTo>
                  <a:lnTo>
                    <a:pt x="158617" y="1771808"/>
                  </a:lnTo>
                  <a:lnTo>
                    <a:pt x="159473" y="1765928"/>
                  </a:lnTo>
                  <a:lnTo>
                    <a:pt x="160328" y="1791698"/>
                  </a:lnTo>
                  <a:lnTo>
                    <a:pt x="161184" y="1574691"/>
                  </a:lnTo>
                  <a:lnTo>
                    <a:pt x="162039" y="1591458"/>
                  </a:lnTo>
                  <a:lnTo>
                    <a:pt x="162895" y="1637311"/>
                  </a:lnTo>
                  <a:lnTo>
                    <a:pt x="163750" y="1657749"/>
                  </a:lnTo>
                  <a:lnTo>
                    <a:pt x="164606" y="1759846"/>
                  </a:lnTo>
                  <a:lnTo>
                    <a:pt x="165461" y="1722763"/>
                  </a:lnTo>
                  <a:lnTo>
                    <a:pt x="166317" y="1749235"/>
                  </a:lnTo>
                  <a:lnTo>
                    <a:pt x="167172" y="1727111"/>
                  </a:lnTo>
                  <a:lnTo>
                    <a:pt x="168028" y="1790057"/>
                  </a:lnTo>
                  <a:lnTo>
                    <a:pt x="168883" y="1832375"/>
                  </a:lnTo>
                  <a:lnTo>
                    <a:pt x="169739" y="1798012"/>
                  </a:lnTo>
                  <a:lnTo>
                    <a:pt x="170595" y="1802425"/>
                  </a:lnTo>
                  <a:lnTo>
                    <a:pt x="171450" y="1777268"/>
                  </a:lnTo>
                  <a:lnTo>
                    <a:pt x="172306" y="1860174"/>
                  </a:lnTo>
                  <a:lnTo>
                    <a:pt x="173161" y="1796831"/>
                  </a:lnTo>
                  <a:lnTo>
                    <a:pt x="174017" y="1737380"/>
                  </a:lnTo>
                  <a:lnTo>
                    <a:pt x="174872" y="1816048"/>
                  </a:lnTo>
                  <a:lnTo>
                    <a:pt x="175728" y="1797129"/>
                  </a:lnTo>
                  <a:lnTo>
                    <a:pt x="176583" y="1758916"/>
                  </a:lnTo>
                  <a:lnTo>
                    <a:pt x="177439" y="1712044"/>
                  </a:lnTo>
                  <a:lnTo>
                    <a:pt x="178294" y="1730474"/>
                  </a:lnTo>
                  <a:lnTo>
                    <a:pt x="179150" y="1675554"/>
                  </a:lnTo>
                  <a:lnTo>
                    <a:pt x="180005" y="1646017"/>
                  </a:lnTo>
                  <a:lnTo>
                    <a:pt x="180861" y="1618858"/>
                  </a:lnTo>
                  <a:lnTo>
                    <a:pt x="181716" y="1597217"/>
                  </a:lnTo>
                  <a:lnTo>
                    <a:pt x="182572" y="1575313"/>
                  </a:lnTo>
                  <a:lnTo>
                    <a:pt x="183427" y="1645913"/>
                  </a:lnTo>
                  <a:lnTo>
                    <a:pt x="184283" y="1653764"/>
                  </a:lnTo>
                  <a:lnTo>
                    <a:pt x="185138" y="1676991"/>
                  </a:lnTo>
                  <a:lnTo>
                    <a:pt x="185994" y="1693180"/>
                  </a:lnTo>
                  <a:lnTo>
                    <a:pt x="186850" y="1710524"/>
                  </a:lnTo>
                  <a:lnTo>
                    <a:pt x="187705" y="1662854"/>
                  </a:lnTo>
                  <a:lnTo>
                    <a:pt x="188561" y="1544204"/>
                  </a:lnTo>
                  <a:lnTo>
                    <a:pt x="189416" y="1574997"/>
                  </a:lnTo>
                  <a:lnTo>
                    <a:pt x="190272" y="1622619"/>
                  </a:lnTo>
                  <a:lnTo>
                    <a:pt x="191127" y="1510798"/>
                  </a:lnTo>
                  <a:lnTo>
                    <a:pt x="191983" y="1503261"/>
                  </a:lnTo>
                  <a:lnTo>
                    <a:pt x="192838" y="1509193"/>
                  </a:lnTo>
                  <a:lnTo>
                    <a:pt x="193694" y="1455414"/>
                  </a:lnTo>
                  <a:lnTo>
                    <a:pt x="194549" y="1514576"/>
                  </a:lnTo>
                  <a:lnTo>
                    <a:pt x="195405" y="1491686"/>
                  </a:lnTo>
                  <a:lnTo>
                    <a:pt x="196260" y="1493796"/>
                  </a:lnTo>
                  <a:lnTo>
                    <a:pt x="197116" y="1463155"/>
                  </a:lnTo>
                  <a:lnTo>
                    <a:pt x="197971" y="1520490"/>
                  </a:lnTo>
                  <a:lnTo>
                    <a:pt x="198827" y="1560961"/>
                  </a:lnTo>
                  <a:lnTo>
                    <a:pt x="199682" y="1618381"/>
                  </a:lnTo>
                  <a:lnTo>
                    <a:pt x="200538" y="1544193"/>
                  </a:lnTo>
                  <a:lnTo>
                    <a:pt x="201393" y="1460293"/>
                  </a:lnTo>
                  <a:lnTo>
                    <a:pt x="202249" y="1525786"/>
                  </a:lnTo>
                  <a:lnTo>
                    <a:pt x="203105" y="1538709"/>
                  </a:lnTo>
                  <a:lnTo>
                    <a:pt x="203960" y="1436240"/>
                  </a:lnTo>
                  <a:lnTo>
                    <a:pt x="204816" y="1499695"/>
                  </a:lnTo>
                  <a:lnTo>
                    <a:pt x="205671" y="1578651"/>
                  </a:lnTo>
                  <a:lnTo>
                    <a:pt x="206527" y="1708923"/>
                  </a:lnTo>
                  <a:lnTo>
                    <a:pt x="207382" y="1643023"/>
                  </a:lnTo>
                  <a:lnTo>
                    <a:pt x="208238" y="1555993"/>
                  </a:lnTo>
                  <a:lnTo>
                    <a:pt x="209093" y="1617785"/>
                  </a:lnTo>
                  <a:lnTo>
                    <a:pt x="209949" y="1623288"/>
                  </a:lnTo>
                  <a:lnTo>
                    <a:pt x="210804" y="1661147"/>
                  </a:lnTo>
                  <a:lnTo>
                    <a:pt x="211660" y="1673235"/>
                  </a:lnTo>
                  <a:lnTo>
                    <a:pt x="212515" y="1613928"/>
                  </a:lnTo>
                  <a:lnTo>
                    <a:pt x="213371" y="1597380"/>
                  </a:lnTo>
                  <a:lnTo>
                    <a:pt x="214226" y="1627501"/>
                  </a:lnTo>
                  <a:lnTo>
                    <a:pt x="215082" y="1651378"/>
                  </a:lnTo>
                  <a:lnTo>
                    <a:pt x="215937" y="1735954"/>
                  </a:lnTo>
                  <a:lnTo>
                    <a:pt x="216793" y="1679082"/>
                  </a:lnTo>
                  <a:lnTo>
                    <a:pt x="217649" y="1593110"/>
                  </a:lnTo>
                  <a:lnTo>
                    <a:pt x="218504" y="1555122"/>
                  </a:lnTo>
                  <a:lnTo>
                    <a:pt x="219360" y="1442916"/>
                  </a:lnTo>
                  <a:lnTo>
                    <a:pt x="220215" y="1422730"/>
                  </a:lnTo>
                  <a:lnTo>
                    <a:pt x="221071" y="1365724"/>
                  </a:lnTo>
                  <a:lnTo>
                    <a:pt x="221926" y="1388242"/>
                  </a:lnTo>
                  <a:lnTo>
                    <a:pt x="222782" y="1400675"/>
                  </a:lnTo>
                  <a:lnTo>
                    <a:pt x="223637" y="1383283"/>
                  </a:lnTo>
                  <a:lnTo>
                    <a:pt x="224493" y="1430515"/>
                  </a:lnTo>
                  <a:lnTo>
                    <a:pt x="225348" y="1415488"/>
                  </a:lnTo>
                  <a:lnTo>
                    <a:pt x="226204" y="1515955"/>
                  </a:lnTo>
                  <a:lnTo>
                    <a:pt x="227059" y="1490786"/>
                  </a:lnTo>
                  <a:lnTo>
                    <a:pt x="227915" y="1493274"/>
                  </a:lnTo>
                  <a:lnTo>
                    <a:pt x="228770" y="1528053"/>
                  </a:lnTo>
                  <a:lnTo>
                    <a:pt x="229626" y="1531547"/>
                  </a:lnTo>
                  <a:lnTo>
                    <a:pt x="230481" y="1553653"/>
                  </a:lnTo>
                  <a:lnTo>
                    <a:pt x="231337" y="1511099"/>
                  </a:lnTo>
                  <a:lnTo>
                    <a:pt x="232192" y="1480210"/>
                  </a:lnTo>
                  <a:lnTo>
                    <a:pt x="233048" y="1476847"/>
                  </a:lnTo>
                  <a:lnTo>
                    <a:pt x="233904" y="1496855"/>
                  </a:lnTo>
                  <a:lnTo>
                    <a:pt x="234759" y="1424758"/>
                  </a:lnTo>
                  <a:lnTo>
                    <a:pt x="235615" y="1418800"/>
                  </a:lnTo>
                  <a:lnTo>
                    <a:pt x="236470" y="1429462"/>
                  </a:lnTo>
                  <a:lnTo>
                    <a:pt x="237326" y="1411241"/>
                  </a:lnTo>
                  <a:lnTo>
                    <a:pt x="238181" y="1414335"/>
                  </a:lnTo>
                  <a:lnTo>
                    <a:pt x="239037" y="1391173"/>
                  </a:lnTo>
                  <a:lnTo>
                    <a:pt x="239892" y="1398248"/>
                  </a:lnTo>
                  <a:lnTo>
                    <a:pt x="240748" y="1494072"/>
                  </a:lnTo>
                  <a:lnTo>
                    <a:pt x="241603" y="1459439"/>
                  </a:lnTo>
                  <a:lnTo>
                    <a:pt x="242459" y="1487297"/>
                  </a:lnTo>
                  <a:lnTo>
                    <a:pt x="243314" y="1512081"/>
                  </a:lnTo>
                  <a:lnTo>
                    <a:pt x="244170" y="1506890"/>
                  </a:lnTo>
                  <a:lnTo>
                    <a:pt x="245025" y="1631973"/>
                  </a:lnTo>
                  <a:lnTo>
                    <a:pt x="245881" y="1629627"/>
                  </a:lnTo>
                  <a:lnTo>
                    <a:pt x="246736" y="1813821"/>
                  </a:lnTo>
                  <a:lnTo>
                    <a:pt x="247592" y="1843534"/>
                  </a:lnTo>
                  <a:lnTo>
                    <a:pt x="248447" y="1808347"/>
                  </a:lnTo>
                  <a:lnTo>
                    <a:pt x="249303" y="1807859"/>
                  </a:lnTo>
                  <a:lnTo>
                    <a:pt x="250159" y="1858375"/>
                  </a:lnTo>
                  <a:lnTo>
                    <a:pt x="251014" y="1813975"/>
                  </a:lnTo>
                  <a:lnTo>
                    <a:pt x="251870" y="1779145"/>
                  </a:lnTo>
                  <a:lnTo>
                    <a:pt x="252725" y="1733516"/>
                  </a:lnTo>
                  <a:lnTo>
                    <a:pt x="253581" y="1817388"/>
                  </a:lnTo>
                  <a:lnTo>
                    <a:pt x="254436" y="1921340"/>
                  </a:lnTo>
                  <a:lnTo>
                    <a:pt x="255292" y="1917878"/>
                  </a:lnTo>
                  <a:lnTo>
                    <a:pt x="256147" y="1970902"/>
                  </a:lnTo>
                  <a:lnTo>
                    <a:pt x="257003" y="1942235"/>
                  </a:lnTo>
                  <a:lnTo>
                    <a:pt x="257858" y="1962601"/>
                  </a:lnTo>
                  <a:lnTo>
                    <a:pt x="258714" y="1938878"/>
                  </a:lnTo>
                  <a:lnTo>
                    <a:pt x="259569" y="1884026"/>
                  </a:lnTo>
                  <a:lnTo>
                    <a:pt x="260425" y="1901676"/>
                  </a:lnTo>
                  <a:lnTo>
                    <a:pt x="261280" y="1827586"/>
                  </a:lnTo>
                  <a:lnTo>
                    <a:pt x="262136" y="1747802"/>
                  </a:lnTo>
                  <a:lnTo>
                    <a:pt x="262991" y="1674069"/>
                  </a:lnTo>
                  <a:lnTo>
                    <a:pt x="263847" y="1592434"/>
                  </a:lnTo>
                  <a:lnTo>
                    <a:pt x="264703" y="1643885"/>
                  </a:lnTo>
                  <a:lnTo>
                    <a:pt x="265558" y="1530868"/>
                  </a:lnTo>
                  <a:lnTo>
                    <a:pt x="266414" y="1557712"/>
                  </a:lnTo>
                  <a:lnTo>
                    <a:pt x="267269" y="1545516"/>
                  </a:lnTo>
                  <a:lnTo>
                    <a:pt x="268125" y="1545698"/>
                  </a:lnTo>
                  <a:lnTo>
                    <a:pt x="268980" y="1615355"/>
                  </a:lnTo>
                  <a:lnTo>
                    <a:pt x="269836" y="1606178"/>
                  </a:lnTo>
                  <a:lnTo>
                    <a:pt x="270691" y="1638986"/>
                  </a:lnTo>
                  <a:lnTo>
                    <a:pt x="271547" y="1588590"/>
                  </a:lnTo>
                  <a:lnTo>
                    <a:pt x="272402" y="1719900"/>
                  </a:lnTo>
                  <a:lnTo>
                    <a:pt x="273258" y="1834751"/>
                  </a:lnTo>
                  <a:lnTo>
                    <a:pt x="274113" y="1865549"/>
                  </a:lnTo>
                  <a:lnTo>
                    <a:pt x="274969" y="1903951"/>
                  </a:lnTo>
                  <a:lnTo>
                    <a:pt x="275824" y="1895640"/>
                  </a:lnTo>
                  <a:lnTo>
                    <a:pt x="276680" y="1943485"/>
                  </a:lnTo>
                  <a:lnTo>
                    <a:pt x="277535" y="1920811"/>
                  </a:lnTo>
                  <a:lnTo>
                    <a:pt x="278391" y="1836678"/>
                  </a:lnTo>
                  <a:lnTo>
                    <a:pt x="279246" y="1736313"/>
                  </a:lnTo>
                  <a:lnTo>
                    <a:pt x="280102" y="1729546"/>
                  </a:lnTo>
                  <a:lnTo>
                    <a:pt x="280958" y="1729053"/>
                  </a:lnTo>
                  <a:lnTo>
                    <a:pt x="281813" y="1630141"/>
                  </a:lnTo>
                  <a:lnTo>
                    <a:pt x="282669" y="1619233"/>
                  </a:lnTo>
                  <a:lnTo>
                    <a:pt x="283524" y="1580739"/>
                  </a:lnTo>
                  <a:lnTo>
                    <a:pt x="284380" y="1596171"/>
                  </a:lnTo>
                  <a:lnTo>
                    <a:pt x="285235" y="1644995"/>
                  </a:lnTo>
                  <a:lnTo>
                    <a:pt x="286091" y="1648937"/>
                  </a:lnTo>
                  <a:lnTo>
                    <a:pt x="286946" y="1679701"/>
                  </a:lnTo>
                  <a:lnTo>
                    <a:pt x="287802" y="1640454"/>
                  </a:lnTo>
                  <a:lnTo>
                    <a:pt x="288657" y="1730226"/>
                  </a:lnTo>
                  <a:lnTo>
                    <a:pt x="289513" y="1799248"/>
                  </a:lnTo>
                  <a:lnTo>
                    <a:pt x="290368" y="1889621"/>
                  </a:lnTo>
                  <a:lnTo>
                    <a:pt x="291224" y="1923044"/>
                  </a:lnTo>
                  <a:lnTo>
                    <a:pt x="292079" y="1940854"/>
                  </a:lnTo>
                  <a:lnTo>
                    <a:pt x="292935" y="1955704"/>
                  </a:lnTo>
                  <a:lnTo>
                    <a:pt x="293790" y="1859044"/>
                  </a:lnTo>
                  <a:lnTo>
                    <a:pt x="294646" y="1768913"/>
                  </a:lnTo>
                  <a:lnTo>
                    <a:pt x="295501" y="1723955"/>
                  </a:lnTo>
                  <a:lnTo>
                    <a:pt x="296357" y="1706248"/>
                  </a:lnTo>
                  <a:lnTo>
                    <a:pt x="297213" y="1699502"/>
                  </a:lnTo>
                  <a:lnTo>
                    <a:pt x="298068" y="1709209"/>
                  </a:lnTo>
                  <a:lnTo>
                    <a:pt x="298924" y="1740071"/>
                  </a:lnTo>
                  <a:lnTo>
                    <a:pt x="299779" y="1789125"/>
                  </a:lnTo>
                  <a:lnTo>
                    <a:pt x="300635" y="1904997"/>
                  </a:lnTo>
                  <a:lnTo>
                    <a:pt x="301490" y="1877681"/>
                  </a:lnTo>
                  <a:lnTo>
                    <a:pt x="302346" y="1880972"/>
                  </a:lnTo>
                  <a:lnTo>
                    <a:pt x="303201" y="1851847"/>
                  </a:lnTo>
                  <a:lnTo>
                    <a:pt x="304057" y="1851539"/>
                  </a:lnTo>
                  <a:lnTo>
                    <a:pt x="304912" y="1861136"/>
                  </a:lnTo>
                  <a:lnTo>
                    <a:pt x="305768" y="1893223"/>
                  </a:lnTo>
                  <a:lnTo>
                    <a:pt x="306623" y="1923842"/>
                  </a:lnTo>
                  <a:lnTo>
                    <a:pt x="307479" y="1920975"/>
                  </a:lnTo>
                  <a:lnTo>
                    <a:pt x="308334" y="1812051"/>
                  </a:lnTo>
                  <a:lnTo>
                    <a:pt x="309190" y="1851288"/>
                  </a:lnTo>
                  <a:lnTo>
                    <a:pt x="310045" y="1750459"/>
                  </a:lnTo>
                  <a:lnTo>
                    <a:pt x="310901" y="1784121"/>
                  </a:lnTo>
                  <a:lnTo>
                    <a:pt x="311756" y="1796088"/>
                  </a:lnTo>
                  <a:lnTo>
                    <a:pt x="312612" y="1837054"/>
                  </a:lnTo>
                  <a:lnTo>
                    <a:pt x="313468" y="1867551"/>
                  </a:lnTo>
                  <a:lnTo>
                    <a:pt x="314323" y="1839428"/>
                  </a:lnTo>
                  <a:lnTo>
                    <a:pt x="315179" y="1827360"/>
                  </a:lnTo>
                  <a:lnTo>
                    <a:pt x="316034" y="1825230"/>
                  </a:lnTo>
                  <a:lnTo>
                    <a:pt x="316890" y="1795852"/>
                  </a:lnTo>
                  <a:lnTo>
                    <a:pt x="317745" y="1680958"/>
                  </a:lnTo>
                  <a:lnTo>
                    <a:pt x="318601" y="1673980"/>
                  </a:lnTo>
                  <a:lnTo>
                    <a:pt x="319456" y="1731304"/>
                  </a:lnTo>
                  <a:lnTo>
                    <a:pt x="320312" y="1709520"/>
                  </a:lnTo>
                  <a:lnTo>
                    <a:pt x="321167" y="1620607"/>
                  </a:lnTo>
                  <a:lnTo>
                    <a:pt x="322023" y="1552274"/>
                  </a:lnTo>
                  <a:lnTo>
                    <a:pt x="322878" y="1589114"/>
                  </a:lnTo>
                  <a:lnTo>
                    <a:pt x="323734" y="1516332"/>
                  </a:lnTo>
                  <a:lnTo>
                    <a:pt x="324589" y="1455479"/>
                  </a:lnTo>
                  <a:lnTo>
                    <a:pt x="325445" y="1390034"/>
                  </a:lnTo>
                  <a:lnTo>
                    <a:pt x="326300" y="1411913"/>
                  </a:lnTo>
                  <a:lnTo>
                    <a:pt x="327156" y="1487664"/>
                  </a:lnTo>
                  <a:lnTo>
                    <a:pt x="328012" y="1424767"/>
                  </a:lnTo>
                  <a:lnTo>
                    <a:pt x="328867" y="1452353"/>
                  </a:lnTo>
                  <a:lnTo>
                    <a:pt x="329723" y="1458718"/>
                  </a:lnTo>
                  <a:lnTo>
                    <a:pt x="330578" y="1482155"/>
                  </a:lnTo>
                  <a:lnTo>
                    <a:pt x="331434" y="1555275"/>
                  </a:lnTo>
                  <a:lnTo>
                    <a:pt x="332289" y="1524667"/>
                  </a:lnTo>
                  <a:lnTo>
                    <a:pt x="333145" y="1546251"/>
                  </a:lnTo>
                  <a:lnTo>
                    <a:pt x="334000" y="1597996"/>
                  </a:lnTo>
                  <a:lnTo>
                    <a:pt x="334856" y="1687850"/>
                  </a:lnTo>
                  <a:lnTo>
                    <a:pt x="335711" y="1705993"/>
                  </a:lnTo>
                  <a:lnTo>
                    <a:pt x="336567" y="1662389"/>
                  </a:lnTo>
                  <a:lnTo>
                    <a:pt x="337422" y="1620966"/>
                  </a:lnTo>
                  <a:lnTo>
                    <a:pt x="338278" y="1624767"/>
                  </a:lnTo>
                  <a:lnTo>
                    <a:pt x="339133" y="1584101"/>
                  </a:lnTo>
                  <a:lnTo>
                    <a:pt x="339989" y="1609293"/>
                  </a:lnTo>
                  <a:lnTo>
                    <a:pt x="340844" y="1620564"/>
                  </a:lnTo>
                  <a:lnTo>
                    <a:pt x="341700" y="1578956"/>
                  </a:lnTo>
                  <a:lnTo>
                    <a:pt x="342555" y="1617960"/>
                  </a:lnTo>
                  <a:lnTo>
                    <a:pt x="343411" y="1663360"/>
                  </a:lnTo>
                  <a:lnTo>
                    <a:pt x="344267" y="1635070"/>
                  </a:lnTo>
                  <a:lnTo>
                    <a:pt x="345122" y="1652482"/>
                  </a:lnTo>
                  <a:lnTo>
                    <a:pt x="345978" y="1674658"/>
                  </a:lnTo>
                  <a:lnTo>
                    <a:pt x="346833" y="1675247"/>
                  </a:lnTo>
                  <a:lnTo>
                    <a:pt x="347689" y="1724212"/>
                  </a:lnTo>
                  <a:lnTo>
                    <a:pt x="348544" y="1716849"/>
                  </a:lnTo>
                  <a:lnTo>
                    <a:pt x="349400" y="1710194"/>
                  </a:lnTo>
                  <a:lnTo>
                    <a:pt x="350255" y="1748768"/>
                  </a:lnTo>
                  <a:lnTo>
                    <a:pt x="351111" y="1755687"/>
                  </a:lnTo>
                  <a:lnTo>
                    <a:pt x="351966" y="1667450"/>
                  </a:lnTo>
                  <a:lnTo>
                    <a:pt x="352822" y="1640739"/>
                  </a:lnTo>
                  <a:lnTo>
                    <a:pt x="353677" y="1598385"/>
                  </a:lnTo>
                  <a:lnTo>
                    <a:pt x="354533" y="1624791"/>
                  </a:lnTo>
                  <a:lnTo>
                    <a:pt x="355388" y="1580155"/>
                  </a:lnTo>
                  <a:lnTo>
                    <a:pt x="356244" y="1587669"/>
                  </a:lnTo>
                  <a:lnTo>
                    <a:pt x="357099" y="1643921"/>
                  </a:lnTo>
                  <a:lnTo>
                    <a:pt x="357955" y="1644349"/>
                  </a:lnTo>
                  <a:lnTo>
                    <a:pt x="358810" y="1726898"/>
                  </a:lnTo>
                  <a:lnTo>
                    <a:pt x="359666" y="1724861"/>
                  </a:lnTo>
                  <a:lnTo>
                    <a:pt x="360522" y="1631257"/>
                  </a:lnTo>
                  <a:lnTo>
                    <a:pt x="361377" y="1586081"/>
                  </a:lnTo>
                  <a:lnTo>
                    <a:pt x="362233" y="1525885"/>
                  </a:lnTo>
                  <a:lnTo>
                    <a:pt x="363088" y="1504360"/>
                  </a:lnTo>
                  <a:lnTo>
                    <a:pt x="363944" y="1488044"/>
                  </a:lnTo>
                  <a:lnTo>
                    <a:pt x="364799" y="1525744"/>
                  </a:lnTo>
                  <a:lnTo>
                    <a:pt x="365655" y="1576637"/>
                  </a:lnTo>
                  <a:lnTo>
                    <a:pt x="366510" y="1672103"/>
                  </a:lnTo>
                  <a:lnTo>
                    <a:pt x="367366" y="1701720"/>
                  </a:lnTo>
                  <a:lnTo>
                    <a:pt x="368221" y="1637464"/>
                  </a:lnTo>
                  <a:lnTo>
                    <a:pt x="369077" y="1543113"/>
                  </a:lnTo>
                  <a:lnTo>
                    <a:pt x="369932" y="1497682"/>
                  </a:lnTo>
                  <a:lnTo>
                    <a:pt x="370788" y="1503656"/>
                  </a:lnTo>
                  <a:lnTo>
                    <a:pt x="371643" y="1450359"/>
                  </a:lnTo>
                  <a:lnTo>
                    <a:pt x="372499" y="1443042"/>
                  </a:lnTo>
                  <a:lnTo>
                    <a:pt x="373354" y="1413596"/>
                  </a:lnTo>
                  <a:lnTo>
                    <a:pt x="374210" y="1324876"/>
                  </a:lnTo>
                  <a:lnTo>
                    <a:pt x="375066" y="1300396"/>
                  </a:lnTo>
                  <a:lnTo>
                    <a:pt x="375921" y="1256170"/>
                  </a:lnTo>
                  <a:lnTo>
                    <a:pt x="376777" y="1128733"/>
                  </a:lnTo>
                  <a:lnTo>
                    <a:pt x="377632" y="1204369"/>
                  </a:lnTo>
                  <a:lnTo>
                    <a:pt x="378488" y="1114911"/>
                  </a:lnTo>
                  <a:lnTo>
                    <a:pt x="379343" y="1002709"/>
                  </a:lnTo>
                  <a:lnTo>
                    <a:pt x="380199" y="1014890"/>
                  </a:lnTo>
                  <a:lnTo>
                    <a:pt x="381054" y="902183"/>
                  </a:lnTo>
                  <a:lnTo>
                    <a:pt x="381910" y="932903"/>
                  </a:lnTo>
                  <a:lnTo>
                    <a:pt x="382765" y="854299"/>
                  </a:lnTo>
                  <a:lnTo>
                    <a:pt x="383621" y="812055"/>
                  </a:lnTo>
                  <a:lnTo>
                    <a:pt x="384476" y="826362"/>
                  </a:lnTo>
                  <a:lnTo>
                    <a:pt x="385332" y="798274"/>
                  </a:lnTo>
                  <a:lnTo>
                    <a:pt x="386187" y="821013"/>
                  </a:lnTo>
                  <a:lnTo>
                    <a:pt x="387043" y="751330"/>
                  </a:lnTo>
                  <a:lnTo>
                    <a:pt x="387898" y="638337"/>
                  </a:lnTo>
                  <a:lnTo>
                    <a:pt x="388754" y="634937"/>
                  </a:lnTo>
                  <a:lnTo>
                    <a:pt x="389609" y="659514"/>
                  </a:lnTo>
                  <a:lnTo>
                    <a:pt x="390465" y="532210"/>
                  </a:lnTo>
                  <a:lnTo>
                    <a:pt x="391321" y="614188"/>
                  </a:lnTo>
                  <a:lnTo>
                    <a:pt x="392176" y="544063"/>
                  </a:lnTo>
                  <a:lnTo>
                    <a:pt x="393032" y="564166"/>
                  </a:lnTo>
                  <a:lnTo>
                    <a:pt x="393887" y="623771"/>
                  </a:lnTo>
                  <a:lnTo>
                    <a:pt x="394743" y="633541"/>
                  </a:lnTo>
                  <a:lnTo>
                    <a:pt x="395598" y="764484"/>
                  </a:lnTo>
                  <a:lnTo>
                    <a:pt x="396454" y="714271"/>
                  </a:lnTo>
                  <a:lnTo>
                    <a:pt x="397309" y="691375"/>
                  </a:lnTo>
                  <a:lnTo>
                    <a:pt x="398165" y="700545"/>
                  </a:lnTo>
                  <a:lnTo>
                    <a:pt x="399020" y="790077"/>
                  </a:lnTo>
                  <a:lnTo>
                    <a:pt x="399876" y="825340"/>
                  </a:lnTo>
                  <a:lnTo>
                    <a:pt x="400731" y="867862"/>
                  </a:lnTo>
                  <a:lnTo>
                    <a:pt x="401587" y="815016"/>
                  </a:lnTo>
                  <a:lnTo>
                    <a:pt x="402442" y="859628"/>
                  </a:lnTo>
                  <a:lnTo>
                    <a:pt x="403298" y="837513"/>
                  </a:lnTo>
                  <a:lnTo>
                    <a:pt x="404153" y="811960"/>
                  </a:lnTo>
                  <a:lnTo>
                    <a:pt x="405009" y="776642"/>
                  </a:lnTo>
                  <a:lnTo>
                    <a:pt x="405864" y="693657"/>
                  </a:lnTo>
                  <a:lnTo>
                    <a:pt x="406720" y="682068"/>
                  </a:lnTo>
                  <a:lnTo>
                    <a:pt x="407576" y="632222"/>
                  </a:lnTo>
                  <a:lnTo>
                    <a:pt x="408431" y="573052"/>
                  </a:lnTo>
                  <a:lnTo>
                    <a:pt x="409287" y="496210"/>
                  </a:lnTo>
                  <a:lnTo>
                    <a:pt x="410142" y="447664"/>
                  </a:lnTo>
                  <a:lnTo>
                    <a:pt x="410998" y="495401"/>
                  </a:lnTo>
                  <a:lnTo>
                    <a:pt x="411853" y="553541"/>
                  </a:lnTo>
                  <a:lnTo>
                    <a:pt x="412709" y="567998"/>
                  </a:lnTo>
                  <a:lnTo>
                    <a:pt x="413564" y="601174"/>
                  </a:lnTo>
                  <a:lnTo>
                    <a:pt x="414420" y="613063"/>
                  </a:lnTo>
                  <a:lnTo>
                    <a:pt x="415275" y="631096"/>
                  </a:lnTo>
                  <a:lnTo>
                    <a:pt x="416131" y="712042"/>
                  </a:lnTo>
                  <a:lnTo>
                    <a:pt x="416986" y="765232"/>
                  </a:lnTo>
                  <a:lnTo>
                    <a:pt x="417842" y="831502"/>
                  </a:lnTo>
                  <a:lnTo>
                    <a:pt x="418697" y="900786"/>
                  </a:lnTo>
                  <a:lnTo>
                    <a:pt x="419553" y="820181"/>
                  </a:lnTo>
                  <a:lnTo>
                    <a:pt x="420408" y="925047"/>
                  </a:lnTo>
                  <a:lnTo>
                    <a:pt x="421264" y="909671"/>
                  </a:lnTo>
                  <a:lnTo>
                    <a:pt x="422120" y="864055"/>
                  </a:lnTo>
                  <a:lnTo>
                    <a:pt x="422975" y="870605"/>
                  </a:lnTo>
                  <a:lnTo>
                    <a:pt x="423831" y="928016"/>
                  </a:lnTo>
                  <a:lnTo>
                    <a:pt x="424686" y="936551"/>
                  </a:lnTo>
                  <a:lnTo>
                    <a:pt x="425542" y="983024"/>
                  </a:lnTo>
                  <a:lnTo>
                    <a:pt x="426397" y="992003"/>
                  </a:lnTo>
                  <a:lnTo>
                    <a:pt x="427253" y="1044538"/>
                  </a:lnTo>
                  <a:lnTo>
                    <a:pt x="428108" y="1045800"/>
                  </a:lnTo>
                  <a:lnTo>
                    <a:pt x="428964" y="1111917"/>
                  </a:lnTo>
                  <a:lnTo>
                    <a:pt x="429819" y="1093285"/>
                  </a:lnTo>
                  <a:lnTo>
                    <a:pt x="430675" y="1202045"/>
                  </a:lnTo>
                  <a:lnTo>
                    <a:pt x="431530" y="1391604"/>
                  </a:lnTo>
                  <a:lnTo>
                    <a:pt x="432386" y="1414619"/>
                  </a:lnTo>
                  <a:lnTo>
                    <a:pt x="433241" y="1359242"/>
                  </a:lnTo>
                  <a:lnTo>
                    <a:pt x="434097" y="1396341"/>
                  </a:lnTo>
                  <a:lnTo>
                    <a:pt x="434952" y="1349578"/>
                  </a:lnTo>
                  <a:lnTo>
                    <a:pt x="435808" y="1315080"/>
                  </a:lnTo>
                  <a:lnTo>
                    <a:pt x="436663" y="1265503"/>
                  </a:lnTo>
                  <a:lnTo>
                    <a:pt x="437519" y="1179260"/>
                  </a:lnTo>
                  <a:lnTo>
                    <a:pt x="438375" y="1293014"/>
                  </a:lnTo>
                  <a:lnTo>
                    <a:pt x="439230" y="1234919"/>
                  </a:lnTo>
                  <a:lnTo>
                    <a:pt x="440086" y="1279614"/>
                  </a:lnTo>
                  <a:lnTo>
                    <a:pt x="440941" y="1287562"/>
                  </a:lnTo>
                  <a:lnTo>
                    <a:pt x="441797" y="1306374"/>
                  </a:lnTo>
                  <a:lnTo>
                    <a:pt x="442652" y="1369639"/>
                  </a:lnTo>
                  <a:lnTo>
                    <a:pt x="443508" y="1342133"/>
                  </a:lnTo>
                  <a:lnTo>
                    <a:pt x="444363" y="1500718"/>
                  </a:lnTo>
                  <a:lnTo>
                    <a:pt x="445219" y="1455891"/>
                  </a:lnTo>
                  <a:lnTo>
                    <a:pt x="446074" y="1414303"/>
                  </a:lnTo>
                  <a:lnTo>
                    <a:pt x="446930" y="1334407"/>
                  </a:lnTo>
                  <a:lnTo>
                    <a:pt x="447785" y="1280566"/>
                  </a:lnTo>
                  <a:lnTo>
                    <a:pt x="448641" y="1190207"/>
                  </a:lnTo>
                  <a:lnTo>
                    <a:pt x="449496" y="1123693"/>
                  </a:lnTo>
                  <a:lnTo>
                    <a:pt x="450352" y="1005131"/>
                  </a:lnTo>
                  <a:lnTo>
                    <a:pt x="451207" y="953246"/>
                  </a:lnTo>
                  <a:lnTo>
                    <a:pt x="452063" y="972580"/>
                  </a:lnTo>
                  <a:lnTo>
                    <a:pt x="452918" y="923672"/>
                  </a:lnTo>
                  <a:lnTo>
                    <a:pt x="453774" y="926199"/>
                  </a:lnTo>
                  <a:lnTo>
                    <a:pt x="454630" y="954041"/>
                  </a:lnTo>
                  <a:lnTo>
                    <a:pt x="455485" y="964585"/>
                  </a:lnTo>
                  <a:lnTo>
                    <a:pt x="456341" y="936598"/>
                  </a:lnTo>
                  <a:lnTo>
                    <a:pt x="457196" y="944524"/>
                  </a:lnTo>
                  <a:lnTo>
                    <a:pt x="458052" y="956532"/>
                  </a:lnTo>
                  <a:lnTo>
                    <a:pt x="458907" y="871297"/>
                  </a:lnTo>
                  <a:lnTo>
                    <a:pt x="459763" y="970131"/>
                  </a:lnTo>
                  <a:lnTo>
                    <a:pt x="460618" y="913842"/>
                  </a:lnTo>
                  <a:lnTo>
                    <a:pt x="461474" y="924341"/>
                  </a:lnTo>
                  <a:lnTo>
                    <a:pt x="462329" y="968703"/>
                  </a:lnTo>
                  <a:lnTo>
                    <a:pt x="463185" y="953818"/>
                  </a:lnTo>
                  <a:lnTo>
                    <a:pt x="464040" y="912427"/>
                  </a:lnTo>
                  <a:lnTo>
                    <a:pt x="464896" y="739513"/>
                  </a:lnTo>
                  <a:lnTo>
                    <a:pt x="465751" y="709938"/>
                  </a:lnTo>
                  <a:lnTo>
                    <a:pt x="466607" y="659960"/>
                  </a:lnTo>
                  <a:lnTo>
                    <a:pt x="467462" y="605298"/>
                  </a:lnTo>
                  <a:lnTo>
                    <a:pt x="468318" y="563342"/>
                  </a:lnTo>
                  <a:lnTo>
                    <a:pt x="469174" y="539956"/>
                  </a:lnTo>
                  <a:lnTo>
                    <a:pt x="470029" y="547886"/>
                  </a:lnTo>
                  <a:lnTo>
                    <a:pt x="470885" y="451064"/>
                  </a:lnTo>
                  <a:lnTo>
                    <a:pt x="471740" y="495858"/>
                  </a:lnTo>
                  <a:lnTo>
                    <a:pt x="472596" y="337765"/>
                  </a:lnTo>
                  <a:lnTo>
                    <a:pt x="473451" y="373276"/>
                  </a:lnTo>
                  <a:lnTo>
                    <a:pt x="474307" y="262665"/>
                  </a:lnTo>
                  <a:lnTo>
                    <a:pt x="475162" y="244680"/>
                  </a:lnTo>
                  <a:lnTo>
                    <a:pt x="476018" y="212799"/>
                  </a:lnTo>
                  <a:lnTo>
                    <a:pt x="476873" y="81992"/>
                  </a:lnTo>
                  <a:lnTo>
                    <a:pt x="477729" y="184150"/>
                  </a:lnTo>
                  <a:lnTo>
                    <a:pt x="478584" y="162763"/>
                  </a:lnTo>
                  <a:lnTo>
                    <a:pt x="479440" y="174829"/>
                  </a:lnTo>
                  <a:lnTo>
                    <a:pt x="480295" y="199609"/>
                  </a:lnTo>
                  <a:lnTo>
                    <a:pt x="481151" y="168437"/>
                  </a:lnTo>
                  <a:lnTo>
                    <a:pt x="482006" y="264775"/>
                  </a:lnTo>
                  <a:lnTo>
                    <a:pt x="482862" y="276038"/>
                  </a:lnTo>
                  <a:lnTo>
                    <a:pt x="483717" y="299233"/>
                  </a:lnTo>
                  <a:lnTo>
                    <a:pt x="484573" y="383526"/>
                  </a:lnTo>
                  <a:lnTo>
                    <a:pt x="485429" y="467988"/>
                  </a:lnTo>
                  <a:lnTo>
                    <a:pt x="486284" y="478967"/>
                  </a:lnTo>
                  <a:lnTo>
                    <a:pt x="487140" y="494872"/>
                  </a:lnTo>
                  <a:lnTo>
                    <a:pt x="487995" y="125330"/>
                  </a:lnTo>
                  <a:lnTo>
                    <a:pt x="488851" y="144672"/>
                  </a:lnTo>
                  <a:lnTo>
                    <a:pt x="489706" y="184129"/>
                  </a:lnTo>
                  <a:lnTo>
                    <a:pt x="490562" y="122465"/>
                  </a:lnTo>
                  <a:lnTo>
                    <a:pt x="491417" y="380801"/>
                  </a:lnTo>
                  <a:lnTo>
                    <a:pt x="492273" y="356858"/>
                  </a:lnTo>
                  <a:lnTo>
                    <a:pt x="493128" y="349056"/>
                  </a:lnTo>
                  <a:lnTo>
                    <a:pt x="493984" y="418106"/>
                  </a:lnTo>
                  <a:lnTo>
                    <a:pt x="494839" y="356740"/>
                  </a:lnTo>
                  <a:lnTo>
                    <a:pt x="495695" y="281765"/>
                  </a:lnTo>
                  <a:lnTo>
                    <a:pt x="496550" y="297950"/>
                  </a:lnTo>
                  <a:lnTo>
                    <a:pt x="497406" y="439872"/>
                  </a:lnTo>
                  <a:lnTo>
                    <a:pt x="498261" y="508225"/>
                  </a:lnTo>
                  <a:lnTo>
                    <a:pt x="499117" y="510557"/>
                  </a:lnTo>
                  <a:lnTo>
                    <a:pt x="499972" y="548883"/>
                  </a:lnTo>
                  <a:lnTo>
                    <a:pt x="500828" y="528953"/>
                  </a:lnTo>
                  <a:lnTo>
                    <a:pt x="501684" y="504868"/>
                  </a:lnTo>
                  <a:lnTo>
                    <a:pt x="502539" y="484103"/>
                  </a:lnTo>
                  <a:lnTo>
                    <a:pt x="503395" y="437874"/>
                  </a:lnTo>
                  <a:lnTo>
                    <a:pt x="504250" y="291499"/>
                  </a:lnTo>
                  <a:lnTo>
                    <a:pt x="505106" y="256550"/>
                  </a:lnTo>
                  <a:lnTo>
                    <a:pt x="505961" y="32688"/>
                  </a:lnTo>
                  <a:lnTo>
                    <a:pt x="506817" y="41861"/>
                  </a:lnTo>
                  <a:lnTo>
                    <a:pt x="507672" y="0"/>
                  </a:lnTo>
                  <a:lnTo>
                    <a:pt x="508528" y="70346"/>
                  </a:lnTo>
                  <a:lnTo>
                    <a:pt x="509383" y="95181"/>
                  </a:lnTo>
                  <a:lnTo>
                    <a:pt x="510239" y="173124"/>
                  </a:lnTo>
                  <a:lnTo>
                    <a:pt x="511094" y="213230"/>
                  </a:lnTo>
                  <a:lnTo>
                    <a:pt x="511950" y="160799"/>
                  </a:lnTo>
                  <a:lnTo>
                    <a:pt x="512805" y="224989"/>
                  </a:lnTo>
                  <a:lnTo>
                    <a:pt x="513661" y="190299"/>
                  </a:lnTo>
                  <a:lnTo>
                    <a:pt x="514516" y="330891"/>
                  </a:lnTo>
                  <a:lnTo>
                    <a:pt x="515372" y="332983"/>
                  </a:lnTo>
                  <a:lnTo>
                    <a:pt x="516227" y="343748"/>
                  </a:lnTo>
                  <a:lnTo>
                    <a:pt x="517083" y="526320"/>
                  </a:lnTo>
                  <a:lnTo>
                    <a:pt x="517939" y="451284"/>
                  </a:lnTo>
                  <a:lnTo>
                    <a:pt x="518794" y="590406"/>
                  </a:lnTo>
                  <a:lnTo>
                    <a:pt x="519650" y="609126"/>
                  </a:lnTo>
                  <a:lnTo>
                    <a:pt x="520505" y="510064"/>
                  </a:lnTo>
                  <a:lnTo>
                    <a:pt x="521361" y="591237"/>
                  </a:lnTo>
                  <a:lnTo>
                    <a:pt x="522216" y="549664"/>
                  </a:lnTo>
                  <a:lnTo>
                    <a:pt x="523072" y="544727"/>
                  </a:lnTo>
                  <a:lnTo>
                    <a:pt x="523927" y="536950"/>
                  </a:lnTo>
                  <a:lnTo>
                    <a:pt x="524783" y="543364"/>
                  </a:lnTo>
                  <a:lnTo>
                    <a:pt x="525638" y="499933"/>
                  </a:lnTo>
                  <a:lnTo>
                    <a:pt x="526494" y="463960"/>
                  </a:lnTo>
                  <a:lnTo>
                    <a:pt x="527349" y="508244"/>
                  </a:lnTo>
                  <a:lnTo>
                    <a:pt x="528205" y="524795"/>
                  </a:lnTo>
                  <a:lnTo>
                    <a:pt x="529060" y="584801"/>
                  </a:lnTo>
                  <a:lnTo>
                    <a:pt x="529916" y="581055"/>
                  </a:lnTo>
                  <a:lnTo>
                    <a:pt x="530771" y="629267"/>
                  </a:lnTo>
                  <a:lnTo>
                    <a:pt x="531627" y="645642"/>
                  </a:lnTo>
                  <a:lnTo>
                    <a:pt x="532483" y="654029"/>
                  </a:lnTo>
                  <a:lnTo>
                    <a:pt x="533338" y="613109"/>
                  </a:lnTo>
                  <a:lnTo>
                    <a:pt x="534194" y="568033"/>
                  </a:lnTo>
                  <a:lnTo>
                    <a:pt x="535049" y="588612"/>
                  </a:lnTo>
                  <a:lnTo>
                    <a:pt x="535905" y="567957"/>
                  </a:lnTo>
                  <a:lnTo>
                    <a:pt x="536760" y="575846"/>
                  </a:lnTo>
                  <a:lnTo>
                    <a:pt x="537616" y="523194"/>
                  </a:lnTo>
                  <a:lnTo>
                    <a:pt x="538471" y="481531"/>
                  </a:lnTo>
                  <a:lnTo>
                    <a:pt x="539327" y="495656"/>
                  </a:lnTo>
                  <a:lnTo>
                    <a:pt x="540182" y="540287"/>
                  </a:lnTo>
                  <a:lnTo>
                    <a:pt x="541038" y="618647"/>
                  </a:lnTo>
                  <a:lnTo>
                    <a:pt x="541893" y="665221"/>
                  </a:lnTo>
                  <a:lnTo>
                    <a:pt x="542749" y="653490"/>
                  </a:lnTo>
                  <a:lnTo>
                    <a:pt x="543604" y="682412"/>
                  </a:lnTo>
                  <a:lnTo>
                    <a:pt x="544460" y="674981"/>
                  </a:lnTo>
                  <a:lnTo>
                    <a:pt x="545315" y="742787"/>
                  </a:lnTo>
                  <a:lnTo>
                    <a:pt x="546171" y="707463"/>
                  </a:lnTo>
                  <a:lnTo>
                    <a:pt x="547026" y="749510"/>
                  </a:lnTo>
                  <a:lnTo>
                    <a:pt x="547882" y="851115"/>
                  </a:lnTo>
                  <a:lnTo>
                    <a:pt x="548738" y="882804"/>
                  </a:lnTo>
                  <a:lnTo>
                    <a:pt x="549593" y="1019029"/>
                  </a:lnTo>
                  <a:lnTo>
                    <a:pt x="550449" y="973657"/>
                  </a:lnTo>
                  <a:lnTo>
                    <a:pt x="551304" y="1011952"/>
                  </a:lnTo>
                  <a:lnTo>
                    <a:pt x="552160" y="1027613"/>
                  </a:lnTo>
                  <a:lnTo>
                    <a:pt x="553015" y="1067260"/>
                  </a:lnTo>
                  <a:lnTo>
                    <a:pt x="553871" y="1117777"/>
                  </a:lnTo>
                  <a:lnTo>
                    <a:pt x="554726" y="1142615"/>
                  </a:lnTo>
                  <a:lnTo>
                    <a:pt x="555582" y="1199727"/>
                  </a:lnTo>
                  <a:lnTo>
                    <a:pt x="556437" y="1249446"/>
                  </a:lnTo>
                  <a:lnTo>
                    <a:pt x="557293" y="1352378"/>
                  </a:lnTo>
                  <a:lnTo>
                    <a:pt x="558148" y="1497836"/>
                  </a:lnTo>
                  <a:lnTo>
                    <a:pt x="559004" y="1501185"/>
                  </a:lnTo>
                  <a:lnTo>
                    <a:pt x="559859" y="1482864"/>
                  </a:lnTo>
                  <a:lnTo>
                    <a:pt x="560715" y="1490745"/>
                  </a:lnTo>
                  <a:lnTo>
                    <a:pt x="561570" y="1517117"/>
                  </a:lnTo>
                  <a:lnTo>
                    <a:pt x="562426" y="1414253"/>
                  </a:lnTo>
                  <a:lnTo>
                    <a:pt x="563281" y="1421337"/>
                  </a:lnTo>
                  <a:lnTo>
                    <a:pt x="564137" y="1458839"/>
                  </a:lnTo>
                  <a:lnTo>
                    <a:pt x="564993" y="1488116"/>
                  </a:lnTo>
                  <a:lnTo>
                    <a:pt x="565848" y="1424706"/>
                  </a:lnTo>
                  <a:lnTo>
                    <a:pt x="566704" y="1288232"/>
                  </a:lnTo>
                  <a:lnTo>
                    <a:pt x="567559" y="1345217"/>
                  </a:lnTo>
                  <a:lnTo>
                    <a:pt x="568415" y="1370830"/>
                  </a:lnTo>
                  <a:lnTo>
                    <a:pt x="569270" y="1454231"/>
                  </a:lnTo>
                  <a:lnTo>
                    <a:pt x="570126" y="1475191"/>
                  </a:lnTo>
                  <a:lnTo>
                    <a:pt x="570981" y="1259116"/>
                  </a:lnTo>
                  <a:lnTo>
                    <a:pt x="571837" y="1194600"/>
                  </a:lnTo>
                  <a:lnTo>
                    <a:pt x="572692" y="1139835"/>
                  </a:lnTo>
                  <a:lnTo>
                    <a:pt x="573548" y="1140387"/>
                  </a:lnTo>
                  <a:lnTo>
                    <a:pt x="574403" y="1189876"/>
                  </a:lnTo>
                  <a:lnTo>
                    <a:pt x="575259" y="1134560"/>
                  </a:lnTo>
                  <a:lnTo>
                    <a:pt x="576114" y="1125640"/>
                  </a:lnTo>
                  <a:lnTo>
                    <a:pt x="576970" y="1099016"/>
                  </a:lnTo>
                  <a:lnTo>
                    <a:pt x="577825" y="1189697"/>
                  </a:lnTo>
                  <a:lnTo>
                    <a:pt x="578681" y="1156920"/>
                  </a:lnTo>
                  <a:lnTo>
                    <a:pt x="579537" y="1180654"/>
                  </a:lnTo>
                  <a:lnTo>
                    <a:pt x="580392" y="1239752"/>
                  </a:lnTo>
                  <a:lnTo>
                    <a:pt x="581248" y="1245832"/>
                  </a:lnTo>
                  <a:lnTo>
                    <a:pt x="582103" y="1238715"/>
                  </a:lnTo>
                  <a:lnTo>
                    <a:pt x="582959" y="1214498"/>
                  </a:lnTo>
                  <a:lnTo>
                    <a:pt x="583814" y="1230000"/>
                  </a:lnTo>
                  <a:lnTo>
                    <a:pt x="584670" y="1284027"/>
                  </a:lnTo>
                  <a:lnTo>
                    <a:pt x="585525" y="1224327"/>
                  </a:lnTo>
                  <a:lnTo>
                    <a:pt x="586381" y="1225981"/>
                  </a:lnTo>
                  <a:lnTo>
                    <a:pt x="587236" y="1235631"/>
                  </a:lnTo>
                  <a:lnTo>
                    <a:pt x="588092" y="1244224"/>
                  </a:lnTo>
                  <a:lnTo>
                    <a:pt x="588947" y="1194552"/>
                  </a:lnTo>
                  <a:lnTo>
                    <a:pt x="589803" y="1202061"/>
                  </a:lnTo>
                  <a:lnTo>
                    <a:pt x="590658" y="1329151"/>
                  </a:lnTo>
                  <a:lnTo>
                    <a:pt x="591514" y="1282995"/>
                  </a:lnTo>
                  <a:lnTo>
                    <a:pt x="592369" y="1234053"/>
                  </a:lnTo>
                  <a:lnTo>
                    <a:pt x="593225" y="1138857"/>
                  </a:lnTo>
                  <a:lnTo>
                    <a:pt x="594080" y="1104120"/>
                  </a:lnTo>
                  <a:lnTo>
                    <a:pt x="594936" y="1134047"/>
                  </a:lnTo>
                  <a:lnTo>
                    <a:pt x="595792" y="1065322"/>
                  </a:lnTo>
                  <a:lnTo>
                    <a:pt x="596647" y="1081358"/>
                  </a:lnTo>
                  <a:lnTo>
                    <a:pt x="597503" y="1057678"/>
                  </a:lnTo>
                  <a:lnTo>
                    <a:pt x="598358" y="1053865"/>
                  </a:lnTo>
                  <a:lnTo>
                    <a:pt x="599214" y="1049001"/>
                  </a:lnTo>
                  <a:lnTo>
                    <a:pt x="600069" y="1067279"/>
                  </a:lnTo>
                  <a:lnTo>
                    <a:pt x="600925" y="1118839"/>
                  </a:lnTo>
                  <a:lnTo>
                    <a:pt x="601780" y="1129188"/>
                  </a:lnTo>
                  <a:lnTo>
                    <a:pt x="602636" y="1128527"/>
                  </a:lnTo>
                  <a:lnTo>
                    <a:pt x="603491" y="1144910"/>
                  </a:lnTo>
                  <a:lnTo>
                    <a:pt x="604347" y="1181922"/>
                  </a:lnTo>
                  <a:lnTo>
                    <a:pt x="605202" y="1165431"/>
                  </a:lnTo>
                  <a:lnTo>
                    <a:pt x="606058" y="1192432"/>
                  </a:lnTo>
                  <a:lnTo>
                    <a:pt x="606913" y="1205152"/>
                  </a:lnTo>
                  <a:lnTo>
                    <a:pt x="607769" y="1221693"/>
                  </a:lnTo>
                  <a:lnTo>
                    <a:pt x="608624" y="1222872"/>
                  </a:lnTo>
                  <a:lnTo>
                    <a:pt x="609480" y="1225425"/>
                  </a:lnTo>
                  <a:lnTo>
                    <a:pt x="610335" y="1285449"/>
                  </a:lnTo>
                  <a:lnTo>
                    <a:pt x="611191" y="1302794"/>
                  </a:lnTo>
                  <a:lnTo>
                    <a:pt x="612047" y="1308319"/>
                  </a:lnTo>
                  <a:lnTo>
                    <a:pt x="612902" y="1400691"/>
                  </a:lnTo>
                  <a:lnTo>
                    <a:pt x="613758" y="1454809"/>
                  </a:lnTo>
                  <a:lnTo>
                    <a:pt x="614613" y="1458703"/>
                  </a:lnTo>
                  <a:lnTo>
                    <a:pt x="615469" y="1455002"/>
                  </a:lnTo>
                  <a:lnTo>
                    <a:pt x="616324" y="1400027"/>
                  </a:lnTo>
                  <a:lnTo>
                    <a:pt x="617180" y="1304201"/>
                  </a:lnTo>
                  <a:lnTo>
                    <a:pt x="618035" y="1305556"/>
                  </a:lnTo>
                  <a:lnTo>
                    <a:pt x="618891" y="1324056"/>
                  </a:lnTo>
                  <a:lnTo>
                    <a:pt x="619746" y="1301138"/>
                  </a:lnTo>
                  <a:lnTo>
                    <a:pt x="620602" y="1291256"/>
                  </a:lnTo>
                  <a:lnTo>
                    <a:pt x="621457" y="1276572"/>
                  </a:lnTo>
                  <a:lnTo>
                    <a:pt x="622313" y="1296120"/>
                  </a:lnTo>
                  <a:lnTo>
                    <a:pt x="623168" y="1287653"/>
                  </a:lnTo>
                  <a:lnTo>
                    <a:pt x="624024" y="1263944"/>
                  </a:lnTo>
                  <a:lnTo>
                    <a:pt x="624879" y="1243282"/>
                  </a:lnTo>
                  <a:lnTo>
                    <a:pt x="625735" y="1242835"/>
                  </a:lnTo>
                  <a:lnTo>
                    <a:pt x="626591" y="1250494"/>
                  </a:lnTo>
                  <a:lnTo>
                    <a:pt x="627446" y="1256031"/>
                  </a:lnTo>
                  <a:lnTo>
                    <a:pt x="628302" y="1229947"/>
                  </a:lnTo>
                  <a:lnTo>
                    <a:pt x="629157" y="1244832"/>
                  </a:lnTo>
                  <a:lnTo>
                    <a:pt x="630013" y="1231735"/>
                  </a:lnTo>
                  <a:lnTo>
                    <a:pt x="630868" y="1259337"/>
                  </a:lnTo>
                  <a:lnTo>
                    <a:pt x="631724" y="1277777"/>
                  </a:lnTo>
                  <a:lnTo>
                    <a:pt x="632579" y="1243174"/>
                  </a:lnTo>
                  <a:lnTo>
                    <a:pt x="633435" y="1275054"/>
                  </a:lnTo>
                  <a:lnTo>
                    <a:pt x="634290" y="1325551"/>
                  </a:lnTo>
                  <a:lnTo>
                    <a:pt x="635146" y="1402571"/>
                  </a:lnTo>
                  <a:lnTo>
                    <a:pt x="636001" y="1402391"/>
                  </a:lnTo>
                  <a:lnTo>
                    <a:pt x="636857" y="1398618"/>
                  </a:lnTo>
                  <a:lnTo>
                    <a:pt x="637712" y="1417744"/>
                  </a:lnTo>
                  <a:lnTo>
                    <a:pt x="638568" y="1466538"/>
                  </a:lnTo>
                  <a:lnTo>
                    <a:pt x="639423" y="1460056"/>
                  </a:lnTo>
                  <a:lnTo>
                    <a:pt x="640279" y="1567859"/>
                  </a:lnTo>
                  <a:lnTo>
                    <a:pt x="641134" y="1588974"/>
                  </a:lnTo>
                  <a:lnTo>
                    <a:pt x="641990" y="1589540"/>
                  </a:lnTo>
                  <a:lnTo>
                    <a:pt x="642846" y="1666957"/>
                  </a:lnTo>
                  <a:lnTo>
                    <a:pt x="643701" y="1607207"/>
                  </a:lnTo>
                  <a:lnTo>
                    <a:pt x="644557" y="1621944"/>
                  </a:lnTo>
                  <a:lnTo>
                    <a:pt x="645412" y="1613620"/>
                  </a:lnTo>
                  <a:lnTo>
                    <a:pt x="646268" y="1676183"/>
                  </a:lnTo>
                  <a:lnTo>
                    <a:pt x="647123" y="1769378"/>
                  </a:lnTo>
                  <a:lnTo>
                    <a:pt x="647979" y="1717224"/>
                  </a:lnTo>
                  <a:lnTo>
                    <a:pt x="648834" y="1740895"/>
                  </a:lnTo>
                  <a:lnTo>
                    <a:pt x="649690" y="1801893"/>
                  </a:lnTo>
                  <a:lnTo>
                    <a:pt x="650545" y="1923678"/>
                  </a:lnTo>
                  <a:lnTo>
                    <a:pt x="651401" y="1928785"/>
                  </a:lnTo>
                  <a:lnTo>
                    <a:pt x="652256" y="1858271"/>
                  </a:lnTo>
                  <a:lnTo>
                    <a:pt x="653112" y="1809430"/>
                  </a:lnTo>
                  <a:lnTo>
                    <a:pt x="653967" y="1710724"/>
                  </a:lnTo>
                  <a:lnTo>
                    <a:pt x="654823" y="1636329"/>
                  </a:lnTo>
                  <a:lnTo>
                    <a:pt x="655678" y="1706702"/>
                  </a:lnTo>
                  <a:lnTo>
                    <a:pt x="656534" y="1709319"/>
                  </a:lnTo>
                  <a:lnTo>
                    <a:pt x="657389" y="1628446"/>
                  </a:lnTo>
                  <a:lnTo>
                    <a:pt x="658245" y="1570144"/>
                  </a:lnTo>
                  <a:lnTo>
                    <a:pt x="659101" y="1545537"/>
                  </a:lnTo>
                  <a:lnTo>
                    <a:pt x="659956" y="1453601"/>
                  </a:lnTo>
                  <a:lnTo>
                    <a:pt x="660812" y="1416535"/>
                  </a:lnTo>
                  <a:lnTo>
                    <a:pt x="661667" y="1438736"/>
                  </a:lnTo>
                  <a:lnTo>
                    <a:pt x="662523" y="1368529"/>
                  </a:lnTo>
                  <a:lnTo>
                    <a:pt x="663378" y="1326624"/>
                  </a:lnTo>
                  <a:lnTo>
                    <a:pt x="664234" y="1342547"/>
                  </a:lnTo>
                  <a:lnTo>
                    <a:pt x="665089" y="1306393"/>
                  </a:lnTo>
                  <a:lnTo>
                    <a:pt x="665945" y="1365659"/>
                  </a:lnTo>
                  <a:lnTo>
                    <a:pt x="666800" y="1368869"/>
                  </a:lnTo>
                  <a:lnTo>
                    <a:pt x="667656" y="1411704"/>
                  </a:lnTo>
                  <a:lnTo>
                    <a:pt x="668511" y="1466576"/>
                  </a:lnTo>
                  <a:lnTo>
                    <a:pt x="669367" y="1470161"/>
                  </a:lnTo>
                  <a:lnTo>
                    <a:pt x="670222" y="1567939"/>
                  </a:lnTo>
                  <a:lnTo>
                    <a:pt x="671078" y="1711111"/>
                  </a:lnTo>
                  <a:lnTo>
                    <a:pt x="671933" y="1723177"/>
                  </a:lnTo>
                  <a:lnTo>
                    <a:pt x="672789" y="1649839"/>
                  </a:lnTo>
                  <a:lnTo>
                    <a:pt x="673645" y="1607029"/>
                  </a:lnTo>
                  <a:lnTo>
                    <a:pt x="674500" y="1479586"/>
                  </a:lnTo>
                  <a:lnTo>
                    <a:pt x="675356" y="1511752"/>
                  </a:lnTo>
                  <a:lnTo>
                    <a:pt x="676211" y="1523878"/>
                  </a:lnTo>
                  <a:lnTo>
                    <a:pt x="677067" y="1374985"/>
                  </a:lnTo>
                  <a:lnTo>
                    <a:pt x="677922" y="1375826"/>
                  </a:lnTo>
                  <a:lnTo>
                    <a:pt x="678778" y="1316642"/>
                  </a:lnTo>
                  <a:lnTo>
                    <a:pt x="679633" y="1354531"/>
                  </a:lnTo>
                  <a:lnTo>
                    <a:pt x="680489" y="1377325"/>
                  </a:lnTo>
                  <a:lnTo>
                    <a:pt x="681344" y="1317198"/>
                  </a:lnTo>
                  <a:lnTo>
                    <a:pt x="682200" y="1395483"/>
                  </a:lnTo>
                  <a:lnTo>
                    <a:pt x="683055" y="1452069"/>
                  </a:lnTo>
                  <a:lnTo>
                    <a:pt x="683911" y="1495684"/>
                  </a:lnTo>
                  <a:lnTo>
                    <a:pt x="684766" y="1501734"/>
                  </a:lnTo>
                  <a:lnTo>
                    <a:pt x="685622" y="1480467"/>
                  </a:lnTo>
                  <a:lnTo>
                    <a:pt x="686477" y="1596816"/>
                  </a:lnTo>
                  <a:lnTo>
                    <a:pt x="687333" y="1618954"/>
                  </a:lnTo>
                  <a:lnTo>
                    <a:pt x="688188" y="1663241"/>
                  </a:lnTo>
                  <a:lnTo>
                    <a:pt x="689044" y="1677695"/>
                  </a:lnTo>
                  <a:lnTo>
                    <a:pt x="689900" y="1635377"/>
                  </a:lnTo>
                  <a:lnTo>
                    <a:pt x="690755" y="1615206"/>
                  </a:lnTo>
                  <a:lnTo>
                    <a:pt x="691611" y="1604002"/>
                  </a:lnTo>
                  <a:lnTo>
                    <a:pt x="692466" y="1651689"/>
                  </a:lnTo>
                  <a:lnTo>
                    <a:pt x="693322" y="1668706"/>
                  </a:lnTo>
                  <a:lnTo>
                    <a:pt x="694177" y="1693952"/>
                  </a:lnTo>
                  <a:lnTo>
                    <a:pt x="695033" y="1685266"/>
                  </a:lnTo>
                  <a:lnTo>
                    <a:pt x="695888" y="1696976"/>
                  </a:lnTo>
                  <a:lnTo>
                    <a:pt x="696744" y="1724820"/>
                  </a:lnTo>
                  <a:lnTo>
                    <a:pt x="697599" y="1808554"/>
                  </a:lnTo>
                  <a:lnTo>
                    <a:pt x="698455" y="1879948"/>
                  </a:lnTo>
                  <a:lnTo>
                    <a:pt x="699310" y="1815140"/>
                  </a:lnTo>
                  <a:lnTo>
                    <a:pt x="700166" y="1807494"/>
                  </a:lnTo>
                  <a:lnTo>
                    <a:pt x="701021" y="1679027"/>
                  </a:lnTo>
                  <a:lnTo>
                    <a:pt x="701877" y="1676928"/>
                  </a:lnTo>
                  <a:lnTo>
                    <a:pt x="702732" y="1685609"/>
                  </a:lnTo>
                  <a:lnTo>
                    <a:pt x="703588" y="1710883"/>
                  </a:lnTo>
                  <a:lnTo>
                    <a:pt x="704443" y="1765861"/>
                  </a:lnTo>
                  <a:lnTo>
                    <a:pt x="705299" y="1762540"/>
                  </a:lnTo>
                  <a:lnTo>
                    <a:pt x="706155" y="1789899"/>
                  </a:lnTo>
                  <a:lnTo>
                    <a:pt x="707010" y="1767775"/>
                  </a:lnTo>
                  <a:lnTo>
                    <a:pt x="707866" y="1744644"/>
                  </a:lnTo>
                  <a:lnTo>
                    <a:pt x="708721" y="1722831"/>
                  </a:lnTo>
                  <a:lnTo>
                    <a:pt x="709577" y="1628203"/>
                  </a:lnTo>
                  <a:lnTo>
                    <a:pt x="710432" y="1644148"/>
                  </a:lnTo>
                  <a:lnTo>
                    <a:pt x="711288" y="1666401"/>
                  </a:lnTo>
                  <a:lnTo>
                    <a:pt x="712143" y="1669570"/>
                  </a:lnTo>
                  <a:lnTo>
                    <a:pt x="712999" y="1741870"/>
                  </a:lnTo>
                  <a:lnTo>
                    <a:pt x="713854" y="1787265"/>
                  </a:lnTo>
                  <a:lnTo>
                    <a:pt x="714710" y="1875134"/>
                  </a:lnTo>
                  <a:lnTo>
                    <a:pt x="715565" y="1838594"/>
                  </a:lnTo>
                  <a:lnTo>
                    <a:pt x="716421" y="1773264"/>
                  </a:lnTo>
                  <a:lnTo>
                    <a:pt x="717276" y="1797860"/>
                  </a:lnTo>
                  <a:lnTo>
                    <a:pt x="718132" y="1713648"/>
                  </a:lnTo>
                  <a:lnTo>
                    <a:pt x="718987" y="1705190"/>
                  </a:lnTo>
                  <a:lnTo>
                    <a:pt x="719843" y="1679124"/>
                  </a:lnTo>
                  <a:lnTo>
                    <a:pt x="720698" y="1602602"/>
                  </a:lnTo>
                  <a:lnTo>
                    <a:pt x="721554" y="1643183"/>
                  </a:lnTo>
                  <a:lnTo>
                    <a:pt x="722410" y="1735029"/>
                  </a:lnTo>
                  <a:lnTo>
                    <a:pt x="723265" y="1746965"/>
                  </a:lnTo>
                  <a:lnTo>
                    <a:pt x="724121" y="1834279"/>
                  </a:lnTo>
                  <a:lnTo>
                    <a:pt x="724976" y="1923939"/>
                  </a:lnTo>
                  <a:lnTo>
                    <a:pt x="725832" y="1956734"/>
                  </a:lnTo>
                  <a:lnTo>
                    <a:pt x="726687" y="1968025"/>
                  </a:lnTo>
                  <a:lnTo>
                    <a:pt x="727543" y="1983706"/>
                  </a:lnTo>
                  <a:lnTo>
                    <a:pt x="728398" y="1977676"/>
                  </a:lnTo>
                  <a:lnTo>
                    <a:pt x="729254" y="1962186"/>
                  </a:lnTo>
                  <a:lnTo>
                    <a:pt x="730109" y="1890121"/>
                  </a:lnTo>
                  <a:lnTo>
                    <a:pt x="730965" y="1884187"/>
                  </a:lnTo>
                  <a:lnTo>
                    <a:pt x="731820" y="1887917"/>
                  </a:lnTo>
                  <a:lnTo>
                    <a:pt x="732676" y="1871748"/>
                  </a:lnTo>
                  <a:lnTo>
                    <a:pt x="733531" y="1853256"/>
                  </a:lnTo>
                  <a:lnTo>
                    <a:pt x="734387" y="1910171"/>
                  </a:lnTo>
                  <a:lnTo>
                    <a:pt x="735242" y="1836613"/>
                  </a:lnTo>
                  <a:lnTo>
                    <a:pt x="736098" y="1812383"/>
                  </a:lnTo>
                  <a:lnTo>
                    <a:pt x="736954" y="1813734"/>
                  </a:lnTo>
                  <a:lnTo>
                    <a:pt x="737809" y="1797653"/>
                  </a:lnTo>
                  <a:lnTo>
                    <a:pt x="738665" y="1836114"/>
                  </a:lnTo>
                  <a:lnTo>
                    <a:pt x="739520" y="1837592"/>
                  </a:lnTo>
                  <a:lnTo>
                    <a:pt x="740376" y="1782962"/>
                  </a:lnTo>
                  <a:lnTo>
                    <a:pt x="741231" y="1771545"/>
                  </a:lnTo>
                  <a:lnTo>
                    <a:pt x="742087" y="1790810"/>
                  </a:lnTo>
                  <a:lnTo>
                    <a:pt x="742942" y="1801664"/>
                  </a:lnTo>
                  <a:lnTo>
                    <a:pt x="743798" y="1820941"/>
                  </a:lnTo>
                  <a:lnTo>
                    <a:pt x="744653" y="1709568"/>
                  </a:lnTo>
                  <a:lnTo>
                    <a:pt x="745509" y="1657309"/>
                  </a:lnTo>
                  <a:lnTo>
                    <a:pt x="746364" y="1731514"/>
                  </a:lnTo>
                  <a:lnTo>
                    <a:pt x="747220" y="1744220"/>
                  </a:lnTo>
                  <a:lnTo>
                    <a:pt x="748075" y="1694346"/>
                  </a:lnTo>
                  <a:lnTo>
                    <a:pt x="748931" y="1692189"/>
                  </a:lnTo>
                  <a:lnTo>
                    <a:pt x="749786" y="1702599"/>
                  </a:lnTo>
                  <a:lnTo>
                    <a:pt x="750642" y="1713358"/>
                  </a:lnTo>
                  <a:lnTo>
                    <a:pt x="751497" y="1682271"/>
                  </a:lnTo>
                  <a:lnTo>
                    <a:pt x="752353" y="1640380"/>
                  </a:lnTo>
                  <a:lnTo>
                    <a:pt x="753209" y="1675894"/>
                  </a:lnTo>
                  <a:lnTo>
                    <a:pt x="754064" y="1654335"/>
                  </a:lnTo>
                  <a:lnTo>
                    <a:pt x="754920" y="1744712"/>
                  </a:lnTo>
                  <a:lnTo>
                    <a:pt x="755775" y="1755867"/>
                  </a:lnTo>
                  <a:lnTo>
                    <a:pt x="756631" y="1790156"/>
                  </a:lnTo>
                  <a:lnTo>
                    <a:pt x="757486" y="1799952"/>
                  </a:lnTo>
                  <a:lnTo>
                    <a:pt x="758342" y="1863006"/>
                  </a:lnTo>
                  <a:lnTo>
                    <a:pt x="759197" y="1948988"/>
                  </a:lnTo>
                  <a:lnTo>
                    <a:pt x="760053" y="1922488"/>
                  </a:lnTo>
                  <a:lnTo>
                    <a:pt x="760908" y="1877093"/>
                  </a:lnTo>
                  <a:lnTo>
                    <a:pt x="761764" y="1868481"/>
                  </a:lnTo>
                  <a:lnTo>
                    <a:pt x="762619" y="1818801"/>
                  </a:lnTo>
                  <a:lnTo>
                    <a:pt x="763475" y="1838114"/>
                  </a:lnTo>
                  <a:lnTo>
                    <a:pt x="764330" y="1852009"/>
                  </a:lnTo>
                  <a:lnTo>
                    <a:pt x="765186" y="1793468"/>
                  </a:lnTo>
                  <a:lnTo>
                    <a:pt x="766041" y="1844692"/>
                  </a:lnTo>
                  <a:lnTo>
                    <a:pt x="766897" y="1951475"/>
                  </a:lnTo>
                  <a:lnTo>
                    <a:pt x="767752" y="2027706"/>
                  </a:lnTo>
                  <a:lnTo>
                    <a:pt x="768608" y="1994444"/>
                  </a:lnTo>
                  <a:lnTo>
                    <a:pt x="769464" y="1958076"/>
                  </a:lnTo>
                  <a:lnTo>
                    <a:pt x="770319" y="1970078"/>
                  </a:lnTo>
                  <a:lnTo>
                    <a:pt x="771175" y="1952397"/>
                  </a:lnTo>
                  <a:lnTo>
                    <a:pt x="772030" y="1967500"/>
                  </a:lnTo>
                  <a:lnTo>
                    <a:pt x="772886" y="1929402"/>
                  </a:lnTo>
                  <a:lnTo>
                    <a:pt x="773741" y="1942405"/>
                  </a:lnTo>
                  <a:lnTo>
                    <a:pt x="774597" y="1852533"/>
                  </a:lnTo>
                  <a:lnTo>
                    <a:pt x="775452" y="1868775"/>
                  </a:lnTo>
                  <a:lnTo>
                    <a:pt x="776308" y="1816402"/>
                  </a:lnTo>
                  <a:lnTo>
                    <a:pt x="777163" y="1747329"/>
                  </a:lnTo>
                  <a:lnTo>
                    <a:pt x="778019" y="1760731"/>
                  </a:lnTo>
                  <a:lnTo>
                    <a:pt x="778874" y="1766931"/>
                  </a:lnTo>
                  <a:lnTo>
                    <a:pt x="779730" y="1793651"/>
                  </a:lnTo>
                  <a:lnTo>
                    <a:pt x="780585" y="1826981"/>
                  </a:lnTo>
                  <a:lnTo>
                    <a:pt x="781441" y="1789421"/>
                  </a:lnTo>
                  <a:lnTo>
                    <a:pt x="782296" y="1779404"/>
                  </a:lnTo>
                  <a:lnTo>
                    <a:pt x="783152" y="1855601"/>
                  </a:lnTo>
                  <a:lnTo>
                    <a:pt x="784008" y="1839968"/>
                  </a:lnTo>
                  <a:lnTo>
                    <a:pt x="784863" y="1792414"/>
                  </a:lnTo>
                  <a:lnTo>
                    <a:pt x="785719" y="1811328"/>
                  </a:lnTo>
                  <a:lnTo>
                    <a:pt x="786574" y="1814777"/>
                  </a:lnTo>
                  <a:lnTo>
                    <a:pt x="787430" y="1834277"/>
                  </a:lnTo>
                  <a:lnTo>
                    <a:pt x="788285" y="1805809"/>
                  </a:lnTo>
                  <a:lnTo>
                    <a:pt x="789141" y="1808637"/>
                  </a:lnTo>
                  <a:lnTo>
                    <a:pt x="789996" y="1902927"/>
                  </a:lnTo>
                  <a:lnTo>
                    <a:pt x="790852" y="1923401"/>
                  </a:lnTo>
                  <a:lnTo>
                    <a:pt x="791707" y="1886045"/>
                  </a:lnTo>
                  <a:lnTo>
                    <a:pt x="792563" y="1964913"/>
                  </a:lnTo>
                  <a:lnTo>
                    <a:pt x="793418" y="1967489"/>
                  </a:lnTo>
                  <a:lnTo>
                    <a:pt x="794274" y="2037937"/>
                  </a:lnTo>
                  <a:lnTo>
                    <a:pt x="795129" y="2013842"/>
                  </a:lnTo>
                  <a:lnTo>
                    <a:pt x="795985" y="1983740"/>
                  </a:lnTo>
                  <a:lnTo>
                    <a:pt x="796840" y="1986974"/>
                  </a:lnTo>
                  <a:lnTo>
                    <a:pt x="797696" y="1888620"/>
                  </a:lnTo>
                  <a:lnTo>
                    <a:pt x="798551" y="1895388"/>
                  </a:lnTo>
                  <a:lnTo>
                    <a:pt x="799407" y="1898958"/>
                  </a:lnTo>
                  <a:lnTo>
                    <a:pt x="800263" y="1938671"/>
                  </a:lnTo>
                  <a:lnTo>
                    <a:pt x="801118" y="1913595"/>
                  </a:lnTo>
                  <a:lnTo>
                    <a:pt x="801974" y="1947813"/>
                  </a:lnTo>
                  <a:lnTo>
                    <a:pt x="802829" y="1937007"/>
                  </a:lnTo>
                  <a:lnTo>
                    <a:pt x="803685" y="1895656"/>
                  </a:lnTo>
                  <a:lnTo>
                    <a:pt x="804540" y="1903276"/>
                  </a:lnTo>
                  <a:lnTo>
                    <a:pt x="805396" y="1889212"/>
                  </a:lnTo>
                  <a:lnTo>
                    <a:pt x="806251" y="1892298"/>
                  </a:lnTo>
                  <a:lnTo>
                    <a:pt x="807107" y="1938163"/>
                  </a:lnTo>
                  <a:lnTo>
                    <a:pt x="807962" y="1924296"/>
                  </a:lnTo>
                  <a:lnTo>
                    <a:pt x="808818" y="2035413"/>
                  </a:lnTo>
                  <a:lnTo>
                    <a:pt x="809673" y="2008378"/>
                  </a:lnTo>
                  <a:lnTo>
                    <a:pt x="810529" y="2008813"/>
                  </a:lnTo>
                  <a:lnTo>
                    <a:pt x="811384" y="1973468"/>
                  </a:lnTo>
                  <a:lnTo>
                    <a:pt x="812240" y="1919938"/>
                  </a:lnTo>
                  <a:lnTo>
                    <a:pt x="813095" y="2066740"/>
                  </a:lnTo>
                  <a:lnTo>
                    <a:pt x="813951" y="2009141"/>
                  </a:lnTo>
                  <a:lnTo>
                    <a:pt x="814806" y="2002152"/>
                  </a:lnTo>
                  <a:lnTo>
                    <a:pt x="815662" y="1992515"/>
                  </a:lnTo>
                  <a:lnTo>
                    <a:pt x="816518" y="1940665"/>
                  </a:lnTo>
                  <a:lnTo>
                    <a:pt x="817373" y="2027148"/>
                  </a:lnTo>
                  <a:lnTo>
                    <a:pt x="818229" y="1900924"/>
                  </a:lnTo>
                  <a:lnTo>
                    <a:pt x="819084" y="1892289"/>
                  </a:lnTo>
                  <a:lnTo>
                    <a:pt x="819940" y="1835553"/>
                  </a:lnTo>
                  <a:lnTo>
                    <a:pt x="820795" y="1778849"/>
                  </a:lnTo>
                  <a:lnTo>
                    <a:pt x="821651" y="1866008"/>
                  </a:lnTo>
                  <a:lnTo>
                    <a:pt x="822506" y="1789660"/>
                  </a:lnTo>
                  <a:lnTo>
                    <a:pt x="823362" y="1844994"/>
                  </a:lnTo>
                  <a:lnTo>
                    <a:pt x="824217" y="1875858"/>
                  </a:lnTo>
                  <a:lnTo>
                    <a:pt x="825073" y="1920545"/>
                  </a:lnTo>
                  <a:lnTo>
                    <a:pt x="825928" y="1958047"/>
                  </a:lnTo>
                  <a:lnTo>
                    <a:pt x="826784" y="1988158"/>
                  </a:lnTo>
                  <a:lnTo>
                    <a:pt x="827639" y="2005348"/>
                  </a:lnTo>
                  <a:lnTo>
                    <a:pt x="828495" y="1988555"/>
                  </a:lnTo>
                  <a:lnTo>
                    <a:pt x="829350" y="1964420"/>
                  </a:lnTo>
                  <a:lnTo>
                    <a:pt x="830206" y="2022922"/>
                  </a:lnTo>
                  <a:lnTo>
                    <a:pt x="831062" y="2060877"/>
                  </a:lnTo>
                  <a:lnTo>
                    <a:pt x="831917" y="2037279"/>
                  </a:lnTo>
                  <a:lnTo>
                    <a:pt x="832773" y="1962581"/>
                  </a:lnTo>
                  <a:lnTo>
                    <a:pt x="833628" y="2015867"/>
                  </a:lnTo>
                  <a:lnTo>
                    <a:pt x="834484" y="1979352"/>
                  </a:lnTo>
                  <a:lnTo>
                    <a:pt x="835339" y="1965414"/>
                  </a:lnTo>
                  <a:lnTo>
                    <a:pt x="836195" y="1940393"/>
                  </a:lnTo>
                  <a:lnTo>
                    <a:pt x="837050" y="1926773"/>
                  </a:lnTo>
                  <a:lnTo>
                    <a:pt x="837906" y="1835971"/>
                  </a:lnTo>
                  <a:lnTo>
                    <a:pt x="838761" y="1802207"/>
                  </a:lnTo>
                  <a:lnTo>
                    <a:pt x="839617" y="1812966"/>
                  </a:lnTo>
                  <a:lnTo>
                    <a:pt x="840472" y="1885537"/>
                  </a:lnTo>
                  <a:lnTo>
                    <a:pt x="841328" y="1946098"/>
                  </a:lnTo>
                  <a:lnTo>
                    <a:pt x="842183" y="1887176"/>
                  </a:lnTo>
                  <a:lnTo>
                    <a:pt x="843039" y="1830252"/>
                  </a:lnTo>
                  <a:lnTo>
                    <a:pt x="843894" y="1895827"/>
                  </a:lnTo>
                  <a:lnTo>
                    <a:pt x="844750" y="1992944"/>
                  </a:lnTo>
                  <a:lnTo>
                    <a:pt x="845605" y="1988994"/>
                  </a:lnTo>
                  <a:lnTo>
                    <a:pt x="846461" y="1962936"/>
                  </a:lnTo>
                  <a:lnTo>
                    <a:pt x="847317" y="2031871"/>
                  </a:lnTo>
                  <a:lnTo>
                    <a:pt x="848172" y="1995972"/>
                  </a:lnTo>
                  <a:lnTo>
                    <a:pt x="849028" y="2019022"/>
                  </a:lnTo>
                  <a:lnTo>
                    <a:pt x="849883" y="2005873"/>
                  </a:lnTo>
                  <a:lnTo>
                    <a:pt x="850739" y="1990232"/>
                  </a:lnTo>
                  <a:lnTo>
                    <a:pt x="851594" y="1977380"/>
                  </a:lnTo>
                  <a:lnTo>
                    <a:pt x="852450" y="1926131"/>
                  </a:lnTo>
                  <a:lnTo>
                    <a:pt x="853305" y="2001316"/>
                  </a:lnTo>
                  <a:lnTo>
                    <a:pt x="854161" y="2004771"/>
                  </a:lnTo>
                  <a:lnTo>
                    <a:pt x="855016" y="1972959"/>
                  </a:lnTo>
                  <a:lnTo>
                    <a:pt x="855872" y="1965789"/>
                  </a:lnTo>
                  <a:lnTo>
                    <a:pt x="856727" y="1958443"/>
                  </a:lnTo>
                  <a:lnTo>
                    <a:pt x="857583" y="1962456"/>
                  </a:lnTo>
                  <a:lnTo>
                    <a:pt x="858438" y="1953297"/>
                  </a:lnTo>
                  <a:lnTo>
                    <a:pt x="859294" y="1865440"/>
                  </a:lnTo>
                  <a:lnTo>
                    <a:pt x="860149" y="1859714"/>
                  </a:lnTo>
                  <a:lnTo>
                    <a:pt x="861005" y="1938391"/>
                  </a:lnTo>
                  <a:lnTo>
                    <a:pt x="861860" y="1941277"/>
                  </a:lnTo>
                  <a:lnTo>
                    <a:pt x="862716" y="1893589"/>
                  </a:lnTo>
                  <a:lnTo>
                    <a:pt x="863572" y="1922588"/>
                  </a:lnTo>
                  <a:lnTo>
                    <a:pt x="864427" y="1907910"/>
                  </a:lnTo>
                  <a:lnTo>
                    <a:pt x="865283" y="1938227"/>
                  </a:lnTo>
                  <a:lnTo>
                    <a:pt x="866138" y="1884909"/>
                  </a:lnTo>
                  <a:lnTo>
                    <a:pt x="866994" y="1841788"/>
                  </a:lnTo>
                  <a:lnTo>
                    <a:pt x="867849" y="1928103"/>
                  </a:lnTo>
                  <a:lnTo>
                    <a:pt x="868705" y="1964119"/>
                  </a:lnTo>
                  <a:lnTo>
                    <a:pt x="869560" y="1966882"/>
                  </a:lnTo>
                  <a:lnTo>
                    <a:pt x="870416" y="1949649"/>
                  </a:lnTo>
                  <a:lnTo>
                    <a:pt x="871271" y="1888276"/>
                  </a:lnTo>
                  <a:lnTo>
                    <a:pt x="872127" y="1900035"/>
                  </a:lnTo>
                  <a:lnTo>
                    <a:pt x="872982" y="1921303"/>
                  </a:lnTo>
                  <a:lnTo>
                    <a:pt x="873838" y="1878498"/>
                  </a:lnTo>
                  <a:lnTo>
                    <a:pt x="874693" y="1960475"/>
                  </a:lnTo>
                  <a:lnTo>
                    <a:pt x="875549" y="1910036"/>
                  </a:lnTo>
                  <a:lnTo>
                    <a:pt x="876404" y="1952486"/>
                  </a:lnTo>
                  <a:lnTo>
                    <a:pt x="877260" y="1879124"/>
                  </a:lnTo>
                  <a:lnTo>
                    <a:pt x="878116" y="1839329"/>
                  </a:lnTo>
                  <a:lnTo>
                    <a:pt x="878971" y="1932076"/>
                  </a:lnTo>
                  <a:lnTo>
                    <a:pt x="879827" y="1969419"/>
                  </a:lnTo>
                  <a:lnTo>
                    <a:pt x="880682" y="2032569"/>
                  </a:lnTo>
                  <a:lnTo>
                    <a:pt x="881538" y="2089543"/>
                  </a:lnTo>
                  <a:lnTo>
                    <a:pt x="882393" y="2029807"/>
                  </a:lnTo>
                  <a:lnTo>
                    <a:pt x="883249" y="2060261"/>
                  </a:lnTo>
                  <a:lnTo>
                    <a:pt x="884104" y="2045564"/>
                  </a:lnTo>
                  <a:lnTo>
                    <a:pt x="884960" y="2082095"/>
                  </a:lnTo>
                  <a:lnTo>
                    <a:pt x="885815" y="2075195"/>
                  </a:lnTo>
                  <a:lnTo>
                    <a:pt x="886671" y="2072912"/>
                  </a:lnTo>
                  <a:lnTo>
                    <a:pt x="887526" y="2078820"/>
                  </a:lnTo>
                  <a:lnTo>
                    <a:pt x="888382" y="2073661"/>
                  </a:lnTo>
                  <a:lnTo>
                    <a:pt x="889237" y="2094097"/>
                  </a:lnTo>
                  <a:lnTo>
                    <a:pt x="890093" y="2055484"/>
                  </a:lnTo>
                  <a:lnTo>
                    <a:pt x="890948" y="2050943"/>
                  </a:lnTo>
                  <a:lnTo>
                    <a:pt x="891804" y="2073455"/>
                  </a:lnTo>
                  <a:lnTo>
                    <a:pt x="892659" y="2002122"/>
                  </a:lnTo>
                  <a:lnTo>
                    <a:pt x="893515" y="1967063"/>
                  </a:lnTo>
                  <a:lnTo>
                    <a:pt x="894371" y="2002240"/>
                  </a:lnTo>
                  <a:lnTo>
                    <a:pt x="895226" y="2044071"/>
                  </a:lnTo>
                  <a:lnTo>
                    <a:pt x="896082" y="2078980"/>
                  </a:lnTo>
                  <a:lnTo>
                    <a:pt x="896937" y="2046391"/>
                  </a:lnTo>
                  <a:lnTo>
                    <a:pt x="897793" y="2106647"/>
                  </a:lnTo>
                  <a:lnTo>
                    <a:pt x="898648" y="2109792"/>
                  </a:lnTo>
                  <a:lnTo>
                    <a:pt x="899504" y="2091304"/>
                  </a:lnTo>
                  <a:lnTo>
                    <a:pt x="900359" y="2072967"/>
                  </a:lnTo>
                  <a:lnTo>
                    <a:pt x="901215" y="2039133"/>
                  </a:lnTo>
                  <a:lnTo>
                    <a:pt x="902070" y="2081497"/>
                  </a:lnTo>
                  <a:lnTo>
                    <a:pt x="902926" y="2041915"/>
                  </a:lnTo>
                  <a:lnTo>
                    <a:pt x="903781" y="2100307"/>
                  </a:lnTo>
                  <a:lnTo>
                    <a:pt x="904637" y="2047882"/>
                  </a:lnTo>
                  <a:lnTo>
                    <a:pt x="905492" y="2033590"/>
                  </a:lnTo>
                  <a:lnTo>
                    <a:pt x="906348" y="2096888"/>
                  </a:lnTo>
                  <a:lnTo>
                    <a:pt x="907203" y="2057271"/>
                  </a:lnTo>
                  <a:lnTo>
                    <a:pt x="908059" y="2132419"/>
                  </a:lnTo>
                  <a:lnTo>
                    <a:pt x="908914" y="2088526"/>
                  </a:lnTo>
                  <a:lnTo>
                    <a:pt x="909770" y="2005239"/>
                  </a:lnTo>
                  <a:lnTo>
                    <a:pt x="910626" y="2047574"/>
                  </a:lnTo>
                  <a:lnTo>
                    <a:pt x="911481" y="2052228"/>
                  </a:lnTo>
                  <a:lnTo>
                    <a:pt x="912337" y="2044150"/>
                  </a:lnTo>
                  <a:lnTo>
                    <a:pt x="913192" y="2048677"/>
                  </a:lnTo>
                  <a:lnTo>
                    <a:pt x="914048" y="2003911"/>
                  </a:lnTo>
                  <a:lnTo>
                    <a:pt x="914903" y="2007533"/>
                  </a:lnTo>
                  <a:lnTo>
                    <a:pt x="915759" y="2017898"/>
                  </a:lnTo>
                  <a:lnTo>
                    <a:pt x="916614" y="1980981"/>
                  </a:lnTo>
                  <a:lnTo>
                    <a:pt x="917470" y="1923058"/>
                  </a:lnTo>
                  <a:lnTo>
                    <a:pt x="918325" y="1925502"/>
                  </a:lnTo>
                  <a:lnTo>
                    <a:pt x="919181" y="1984475"/>
                  </a:lnTo>
                  <a:lnTo>
                    <a:pt x="920036" y="1992005"/>
                  </a:lnTo>
                  <a:lnTo>
                    <a:pt x="920892" y="1946151"/>
                  </a:lnTo>
                  <a:lnTo>
                    <a:pt x="921747" y="1930141"/>
                  </a:lnTo>
                  <a:lnTo>
                    <a:pt x="922603" y="1915819"/>
                  </a:lnTo>
                  <a:lnTo>
                    <a:pt x="923458" y="1980765"/>
                  </a:lnTo>
                  <a:lnTo>
                    <a:pt x="924314" y="1966072"/>
                  </a:lnTo>
                  <a:lnTo>
                    <a:pt x="925170" y="1931391"/>
                  </a:lnTo>
                  <a:lnTo>
                    <a:pt x="926025" y="1942620"/>
                  </a:lnTo>
                  <a:lnTo>
                    <a:pt x="926881" y="1969648"/>
                  </a:lnTo>
                  <a:lnTo>
                    <a:pt x="927736" y="1997631"/>
                  </a:lnTo>
                  <a:lnTo>
                    <a:pt x="928592" y="2014754"/>
                  </a:lnTo>
                  <a:lnTo>
                    <a:pt x="929447" y="1982359"/>
                  </a:lnTo>
                  <a:lnTo>
                    <a:pt x="930303" y="2018974"/>
                  </a:lnTo>
                  <a:lnTo>
                    <a:pt x="931158" y="2010370"/>
                  </a:lnTo>
                  <a:lnTo>
                    <a:pt x="932014" y="2000037"/>
                  </a:lnTo>
                  <a:lnTo>
                    <a:pt x="932869" y="2035096"/>
                  </a:lnTo>
                  <a:lnTo>
                    <a:pt x="933725" y="2015866"/>
                  </a:lnTo>
                  <a:lnTo>
                    <a:pt x="934580" y="2063803"/>
                  </a:lnTo>
                  <a:lnTo>
                    <a:pt x="935436" y="2048737"/>
                  </a:lnTo>
                  <a:lnTo>
                    <a:pt x="936291" y="2015771"/>
                  </a:lnTo>
                  <a:lnTo>
                    <a:pt x="937147" y="2026073"/>
                  </a:lnTo>
                  <a:lnTo>
                    <a:pt x="938002" y="1981456"/>
                  </a:lnTo>
                  <a:lnTo>
                    <a:pt x="938858" y="1944670"/>
                  </a:lnTo>
                  <a:lnTo>
                    <a:pt x="939713" y="1851130"/>
                  </a:lnTo>
                  <a:lnTo>
                    <a:pt x="940569" y="1882068"/>
                  </a:lnTo>
                  <a:lnTo>
                    <a:pt x="941425" y="1986453"/>
                  </a:lnTo>
                  <a:lnTo>
                    <a:pt x="942280" y="2030099"/>
                  </a:lnTo>
                  <a:lnTo>
                    <a:pt x="943136" y="2046317"/>
                  </a:lnTo>
                  <a:lnTo>
                    <a:pt x="943991" y="2026901"/>
                  </a:lnTo>
                  <a:lnTo>
                    <a:pt x="944847" y="2067278"/>
                  </a:lnTo>
                  <a:lnTo>
                    <a:pt x="945702" y="2050104"/>
                  </a:lnTo>
                  <a:lnTo>
                    <a:pt x="946558" y="2041272"/>
                  </a:lnTo>
                  <a:lnTo>
                    <a:pt x="947413" y="2046295"/>
                  </a:lnTo>
                  <a:lnTo>
                    <a:pt x="948269" y="2042606"/>
                  </a:lnTo>
                  <a:lnTo>
                    <a:pt x="949124" y="2082158"/>
                  </a:lnTo>
                  <a:lnTo>
                    <a:pt x="949980" y="2040526"/>
                  </a:lnTo>
                  <a:lnTo>
                    <a:pt x="950835" y="2049025"/>
                  </a:lnTo>
                  <a:lnTo>
                    <a:pt x="951691" y="2010980"/>
                  </a:lnTo>
                  <a:lnTo>
                    <a:pt x="952546" y="1964878"/>
                  </a:lnTo>
                  <a:lnTo>
                    <a:pt x="953402" y="1928958"/>
                  </a:lnTo>
                  <a:lnTo>
                    <a:pt x="954257" y="1965149"/>
                  </a:lnTo>
                  <a:lnTo>
                    <a:pt x="955113" y="1974104"/>
                  </a:lnTo>
                  <a:lnTo>
                    <a:pt x="955968" y="1989329"/>
                  </a:lnTo>
                  <a:lnTo>
                    <a:pt x="956824" y="2003875"/>
                  </a:lnTo>
                  <a:lnTo>
                    <a:pt x="957680" y="2042526"/>
                  </a:lnTo>
                  <a:lnTo>
                    <a:pt x="958535" y="2059000"/>
                  </a:lnTo>
                  <a:lnTo>
                    <a:pt x="959391" y="2050824"/>
                  </a:lnTo>
                  <a:lnTo>
                    <a:pt x="960246" y="2054091"/>
                  </a:lnTo>
                  <a:lnTo>
                    <a:pt x="961102" y="2039368"/>
                  </a:lnTo>
                  <a:lnTo>
                    <a:pt x="961957" y="2061345"/>
                  </a:lnTo>
                  <a:lnTo>
                    <a:pt x="962813" y="2077490"/>
                  </a:lnTo>
                  <a:lnTo>
                    <a:pt x="963668" y="2029143"/>
                  </a:lnTo>
                  <a:lnTo>
                    <a:pt x="964524" y="2012985"/>
                  </a:lnTo>
                  <a:lnTo>
                    <a:pt x="965379" y="2056573"/>
                  </a:lnTo>
                  <a:lnTo>
                    <a:pt x="966235" y="2030202"/>
                  </a:lnTo>
                  <a:lnTo>
                    <a:pt x="967090" y="2001677"/>
                  </a:lnTo>
                  <a:lnTo>
                    <a:pt x="967946" y="2007418"/>
                  </a:lnTo>
                  <a:lnTo>
                    <a:pt x="968801" y="2040301"/>
                  </a:lnTo>
                  <a:lnTo>
                    <a:pt x="969657" y="2057999"/>
                  </a:lnTo>
                  <a:lnTo>
                    <a:pt x="970512" y="2063599"/>
                  </a:lnTo>
                  <a:lnTo>
                    <a:pt x="971368" y="2018815"/>
                  </a:lnTo>
                  <a:lnTo>
                    <a:pt x="972223" y="2000147"/>
                  </a:lnTo>
                  <a:lnTo>
                    <a:pt x="973079" y="2034947"/>
                  </a:lnTo>
                  <a:lnTo>
                    <a:pt x="973935" y="2068290"/>
                  </a:lnTo>
                  <a:lnTo>
                    <a:pt x="974790" y="2062928"/>
                  </a:lnTo>
                  <a:lnTo>
                    <a:pt x="975646" y="2062922"/>
                  </a:lnTo>
                  <a:lnTo>
                    <a:pt x="976501" y="2099141"/>
                  </a:lnTo>
                  <a:lnTo>
                    <a:pt x="977357" y="2114210"/>
                  </a:lnTo>
                  <a:lnTo>
                    <a:pt x="978212" y="2107195"/>
                  </a:lnTo>
                  <a:lnTo>
                    <a:pt x="979068" y="2113532"/>
                  </a:lnTo>
                  <a:lnTo>
                    <a:pt x="979923" y="2117823"/>
                  </a:lnTo>
                  <a:lnTo>
                    <a:pt x="980779" y="2138702"/>
                  </a:lnTo>
                  <a:lnTo>
                    <a:pt x="981634" y="2139056"/>
                  </a:lnTo>
                  <a:lnTo>
                    <a:pt x="982490" y="2125445"/>
                  </a:lnTo>
                  <a:lnTo>
                    <a:pt x="983345" y="2136209"/>
                  </a:lnTo>
                  <a:lnTo>
                    <a:pt x="984201" y="2101259"/>
                  </a:lnTo>
                  <a:lnTo>
                    <a:pt x="985056" y="2063045"/>
                  </a:lnTo>
                  <a:lnTo>
                    <a:pt x="985912" y="2059692"/>
                  </a:lnTo>
                  <a:lnTo>
                    <a:pt x="986767" y="2035958"/>
                  </a:lnTo>
                  <a:lnTo>
                    <a:pt x="987623" y="2066153"/>
                  </a:lnTo>
                  <a:lnTo>
                    <a:pt x="988479" y="2027132"/>
                  </a:lnTo>
                  <a:lnTo>
                    <a:pt x="989334" y="2025273"/>
                  </a:lnTo>
                  <a:lnTo>
                    <a:pt x="990190" y="2022497"/>
                  </a:lnTo>
                  <a:lnTo>
                    <a:pt x="991045" y="2000814"/>
                  </a:lnTo>
                  <a:lnTo>
                    <a:pt x="991901" y="1903699"/>
                  </a:lnTo>
                  <a:lnTo>
                    <a:pt x="992756" y="1838086"/>
                  </a:lnTo>
                  <a:lnTo>
                    <a:pt x="993612" y="1807459"/>
                  </a:lnTo>
                  <a:lnTo>
                    <a:pt x="994467" y="1802739"/>
                  </a:lnTo>
                  <a:lnTo>
                    <a:pt x="995323" y="1821732"/>
                  </a:lnTo>
                  <a:lnTo>
                    <a:pt x="996178" y="1827322"/>
                  </a:lnTo>
                  <a:lnTo>
                    <a:pt x="997034" y="1991503"/>
                  </a:lnTo>
                  <a:lnTo>
                    <a:pt x="997889" y="1969613"/>
                  </a:lnTo>
                  <a:lnTo>
                    <a:pt x="998745" y="1931339"/>
                  </a:lnTo>
                  <a:lnTo>
                    <a:pt x="999600" y="1858226"/>
                  </a:lnTo>
                  <a:lnTo>
                    <a:pt x="1000456" y="1936883"/>
                  </a:lnTo>
                  <a:lnTo>
                    <a:pt x="1001311" y="1989392"/>
                  </a:lnTo>
                  <a:lnTo>
                    <a:pt x="1002167" y="1973619"/>
                  </a:lnTo>
                  <a:lnTo>
                    <a:pt x="1003022" y="1921454"/>
                  </a:lnTo>
                  <a:lnTo>
                    <a:pt x="1003878" y="1980355"/>
                  </a:lnTo>
                  <a:lnTo>
                    <a:pt x="1004734" y="2047016"/>
                  </a:lnTo>
                  <a:lnTo>
                    <a:pt x="1005589" y="2073037"/>
                  </a:lnTo>
                  <a:lnTo>
                    <a:pt x="1006445" y="2012002"/>
                  </a:lnTo>
                  <a:lnTo>
                    <a:pt x="1007300" y="2032935"/>
                  </a:lnTo>
                  <a:lnTo>
                    <a:pt x="1008156" y="2028109"/>
                  </a:lnTo>
                  <a:lnTo>
                    <a:pt x="1009011" y="2021574"/>
                  </a:lnTo>
                  <a:lnTo>
                    <a:pt x="1009867" y="2049414"/>
                  </a:lnTo>
                  <a:lnTo>
                    <a:pt x="1010722" y="2007432"/>
                  </a:lnTo>
                  <a:lnTo>
                    <a:pt x="1011578" y="1940978"/>
                  </a:lnTo>
                  <a:lnTo>
                    <a:pt x="1012433" y="1942219"/>
                  </a:lnTo>
                  <a:lnTo>
                    <a:pt x="1013289" y="1971913"/>
                  </a:lnTo>
                  <a:lnTo>
                    <a:pt x="1014144" y="2038116"/>
                  </a:lnTo>
                  <a:lnTo>
                    <a:pt x="1015000" y="1932163"/>
                  </a:lnTo>
                  <a:lnTo>
                    <a:pt x="1015855" y="1901769"/>
                  </a:lnTo>
                  <a:lnTo>
                    <a:pt x="1016711" y="1865914"/>
                  </a:lnTo>
                  <a:lnTo>
                    <a:pt x="1017566" y="1914641"/>
                  </a:lnTo>
                  <a:lnTo>
                    <a:pt x="1018422" y="1944114"/>
                  </a:lnTo>
                  <a:lnTo>
                    <a:pt x="1019277" y="1900328"/>
                  </a:lnTo>
                  <a:lnTo>
                    <a:pt x="1020133" y="1834530"/>
                  </a:lnTo>
                  <a:lnTo>
                    <a:pt x="1020989" y="1961482"/>
                  </a:lnTo>
                  <a:lnTo>
                    <a:pt x="1021844" y="1960358"/>
                  </a:lnTo>
                  <a:lnTo>
                    <a:pt x="1022700" y="1925183"/>
                  </a:lnTo>
                  <a:lnTo>
                    <a:pt x="1023555" y="1850196"/>
                  </a:lnTo>
                  <a:lnTo>
                    <a:pt x="1024411" y="1845800"/>
                  </a:lnTo>
                  <a:lnTo>
                    <a:pt x="1025266" y="1911399"/>
                  </a:lnTo>
                  <a:lnTo>
                    <a:pt x="1026122" y="1849218"/>
                  </a:lnTo>
                  <a:lnTo>
                    <a:pt x="1026977" y="1795325"/>
                  </a:lnTo>
                  <a:lnTo>
                    <a:pt x="1027833" y="1780341"/>
                  </a:lnTo>
                  <a:lnTo>
                    <a:pt x="1028688" y="1796600"/>
                  </a:lnTo>
                  <a:lnTo>
                    <a:pt x="1029544" y="1760216"/>
                  </a:lnTo>
                  <a:lnTo>
                    <a:pt x="1030399" y="1742541"/>
                  </a:lnTo>
                  <a:lnTo>
                    <a:pt x="1031255" y="1708582"/>
                  </a:lnTo>
                  <a:lnTo>
                    <a:pt x="1032110" y="1716380"/>
                  </a:lnTo>
                  <a:lnTo>
                    <a:pt x="1032966" y="1760715"/>
                  </a:lnTo>
                  <a:lnTo>
                    <a:pt x="1033821" y="1760348"/>
                  </a:lnTo>
                  <a:lnTo>
                    <a:pt x="1034677" y="1815614"/>
                  </a:lnTo>
                  <a:lnTo>
                    <a:pt x="1035533" y="1866162"/>
                  </a:lnTo>
                  <a:lnTo>
                    <a:pt x="1036388" y="1960722"/>
                  </a:lnTo>
                  <a:lnTo>
                    <a:pt x="1037244" y="1987366"/>
                  </a:lnTo>
                  <a:lnTo>
                    <a:pt x="1038099" y="1997665"/>
                  </a:lnTo>
                  <a:lnTo>
                    <a:pt x="1038955" y="2008870"/>
                  </a:lnTo>
                  <a:lnTo>
                    <a:pt x="1039810" y="2008170"/>
                  </a:lnTo>
                  <a:lnTo>
                    <a:pt x="1040666" y="1965451"/>
                  </a:lnTo>
                  <a:lnTo>
                    <a:pt x="1041521" y="1963590"/>
                  </a:lnTo>
                  <a:lnTo>
                    <a:pt x="1042377" y="1970699"/>
                  </a:lnTo>
                  <a:lnTo>
                    <a:pt x="1043232" y="1941393"/>
                  </a:lnTo>
                  <a:lnTo>
                    <a:pt x="1044088" y="1877416"/>
                  </a:lnTo>
                  <a:lnTo>
                    <a:pt x="1044943" y="1870870"/>
                  </a:lnTo>
                  <a:lnTo>
                    <a:pt x="1045799" y="1911317"/>
                  </a:lnTo>
                  <a:lnTo>
                    <a:pt x="1046654" y="1957033"/>
                  </a:lnTo>
                  <a:lnTo>
                    <a:pt x="1047510" y="1965044"/>
                  </a:lnTo>
                  <a:lnTo>
                    <a:pt x="1048365" y="1973290"/>
                  </a:lnTo>
                  <a:lnTo>
                    <a:pt x="1049221" y="1964062"/>
                  </a:lnTo>
                  <a:lnTo>
                    <a:pt x="1050076" y="1881052"/>
                  </a:lnTo>
                  <a:lnTo>
                    <a:pt x="1050932" y="1841427"/>
                  </a:lnTo>
                  <a:lnTo>
                    <a:pt x="1051788" y="1906883"/>
                  </a:lnTo>
                  <a:lnTo>
                    <a:pt x="1052643" y="1946318"/>
                  </a:lnTo>
                  <a:lnTo>
                    <a:pt x="1053499" y="1914956"/>
                  </a:lnTo>
                  <a:lnTo>
                    <a:pt x="1054354" y="1918051"/>
                  </a:lnTo>
                  <a:lnTo>
                    <a:pt x="1055210" y="1928907"/>
                  </a:lnTo>
                  <a:lnTo>
                    <a:pt x="1056065" y="1947588"/>
                  </a:lnTo>
                  <a:lnTo>
                    <a:pt x="1056921" y="1934983"/>
                  </a:lnTo>
                  <a:lnTo>
                    <a:pt x="1057776" y="1807986"/>
                  </a:lnTo>
                  <a:lnTo>
                    <a:pt x="1058632" y="1818423"/>
                  </a:lnTo>
                  <a:lnTo>
                    <a:pt x="1059487" y="1850900"/>
                  </a:lnTo>
                  <a:lnTo>
                    <a:pt x="1060343" y="1938640"/>
                  </a:lnTo>
                  <a:lnTo>
                    <a:pt x="1061198" y="1932248"/>
                  </a:lnTo>
                  <a:lnTo>
                    <a:pt x="1062054" y="1943715"/>
                  </a:lnTo>
                  <a:lnTo>
                    <a:pt x="1062909" y="1969587"/>
                  </a:lnTo>
                  <a:lnTo>
                    <a:pt x="1063765" y="1914028"/>
                  </a:lnTo>
                  <a:lnTo>
                    <a:pt x="1064620" y="1820705"/>
                  </a:lnTo>
                  <a:lnTo>
                    <a:pt x="1065476" y="1842573"/>
                  </a:lnTo>
                  <a:lnTo>
                    <a:pt x="1066331" y="1912367"/>
                  </a:lnTo>
                  <a:lnTo>
                    <a:pt x="1067187" y="1990156"/>
                  </a:lnTo>
                  <a:lnTo>
                    <a:pt x="1068043" y="1948011"/>
                  </a:lnTo>
                  <a:lnTo>
                    <a:pt x="1068898" y="1862170"/>
                  </a:lnTo>
                  <a:lnTo>
                    <a:pt x="1069754" y="1902082"/>
                  </a:lnTo>
                  <a:lnTo>
                    <a:pt x="1070609" y="1922999"/>
                  </a:lnTo>
                  <a:lnTo>
                    <a:pt x="1071465" y="1945514"/>
                  </a:lnTo>
                  <a:lnTo>
                    <a:pt x="1072320" y="1890399"/>
                  </a:lnTo>
                  <a:lnTo>
                    <a:pt x="1073176" y="1868146"/>
                  </a:lnTo>
                  <a:lnTo>
                    <a:pt x="1074031" y="1981983"/>
                  </a:lnTo>
                  <a:lnTo>
                    <a:pt x="1074887" y="2042869"/>
                  </a:lnTo>
                  <a:lnTo>
                    <a:pt x="1075742" y="2059968"/>
                  </a:lnTo>
                  <a:lnTo>
                    <a:pt x="1076598" y="2063108"/>
                  </a:lnTo>
                  <a:lnTo>
                    <a:pt x="1077453" y="2071576"/>
                  </a:lnTo>
                  <a:lnTo>
                    <a:pt x="1078309" y="2097671"/>
                  </a:lnTo>
                  <a:lnTo>
                    <a:pt x="1079164" y="2097500"/>
                  </a:lnTo>
                  <a:lnTo>
                    <a:pt x="1080020" y="2095409"/>
                  </a:lnTo>
                  <a:lnTo>
                    <a:pt x="1080875" y="2055176"/>
                  </a:lnTo>
                  <a:lnTo>
                    <a:pt x="1081731" y="2031009"/>
                  </a:lnTo>
                  <a:lnTo>
                    <a:pt x="1082587" y="2087332"/>
                  </a:lnTo>
                  <a:lnTo>
                    <a:pt x="1083442" y="2101572"/>
                  </a:lnTo>
                  <a:lnTo>
                    <a:pt x="1084298" y="2128151"/>
                  </a:lnTo>
                  <a:lnTo>
                    <a:pt x="1085153" y="2094774"/>
                  </a:lnTo>
                  <a:lnTo>
                    <a:pt x="1086009" y="2090293"/>
                  </a:lnTo>
                  <a:lnTo>
                    <a:pt x="1086864" y="2092579"/>
                  </a:lnTo>
                  <a:lnTo>
                    <a:pt x="1087720" y="2016895"/>
                  </a:lnTo>
                  <a:lnTo>
                    <a:pt x="1088575" y="2031104"/>
                  </a:lnTo>
                  <a:lnTo>
                    <a:pt x="1089431" y="2038147"/>
                  </a:lnTo>
                  <a:lnTo>
                    <a:pt x="1090286" y="2068697"/>
                  </a:lnTo>
                  <a:lnTo>
                    <a:pt x="1091142" y="2088177"/>
                  </a:lnTo>
                  <a:lnTo>
                    <a:pt x="1091997" y="2080194"/>
                  </a:lnTo>
                  <a:lnTo>
                    <a:pt x="1092853" y="2086414"/>
                  </a:lnTo>
                  <a:lnTo>
                    <a:pt x="1093708" y="2082554"/>
                  </a:lnTo>
                  <a:lnTo>
                    <a:pt x="1094564" y="2083880"/>
                  </a:lnTo>
                  <a:lnTo>
                    <a:pt x="1095419" y="2071256"/>
                  </a:lnTo>
                  <a:lnTo>
                    <a:pt x="1096275" y="2076093"/>
                  </a:lnTo>
                  <a:lnTo>
                    <a:pt x="1097130" y="2090706"/>
                  </a:lnTo>
                  <a:lnTo>
                    <a:pt x="1097986" y="2026182"/>
                  </a:lnTo>
                  <a:lnTo>
                    <a:pt x="1098842" y="2053196"/>
                  </a:lnTo>
                  <a:lnTo>
                    <a:pt x="1099697" y="2077225"/>
                  </a:lnTo>
                  <a:lnTo>
                    <a:pt x="1100553" y="2095794"/>
                  </a:lnTo>
                  <a:lnTo>
                    <a:pt x="1101408" y="2098496"/>
                  </a:lnTo>
                  <a:lnTo>
                    <a:pt x="1102264" y="2101160"/>
                  </a:lnTo>
                  <a:lnTo>
                    <a:pt x="1103119" y="2083169"/>
                  </a:lnTo>
                  <a:lnTo>
                    <a:pt x="1103975" y="2116466"/>
                  </a:lnTo>
                  <a:lnTo>
                    <a:pt x="1104830" y="2070364"/>
                  </a:lnTo>
                  <a:lnTo>
                    <a:pt x="1105686" y="2014481"/>
                  </a:lnTo>
                  <a:lnTo>
                    <a:pt x="1106541" y="2067043"/>
                  </a:lnTo>
                  <a:lnTo>
                    <a:pt x="1107397" y="2079193"/>
                  </a:lnTo>
                  <a:lnTo>
                    <a:pt x="1108252" y="2115217"/>
                  </a:lnTo>
                  <a:lnTo>
                    <a:pt x="1109108" y="2111361"/>
                  </a:lnTo>
                  <a:lnTo>
                    <a:pt x="1109963" y="2107848"/>
                  </a:lnTo>
                  <a:lnTo>
                    <a:pt x="1110819" y="2069222"/>
                  </a:lnTo>
                  <a:lnTo>
                    <a:pt x="1111674" y="2075552"/>
                  </a:lnTo>
                  <a:lnTo>
                    <a:pt x="1112530" y="2057755"/>
                  </a:lnTo>
                  <a:lnTo>
                    <a:pt x="1113385" y="2030178"/>
                  </a:lnTo>
                  <a:lnTo>
                    <a:pt x="1114241" y="2012829"/>
                  </a:lnTo>
                  <a:lnTo>
                    <a:pt x="1115097" y="1996462"/>
                  </a:lnTo>
                  <a:lnTo>
                    <a:pt x="1115952" y="2077288"/>
                  </a:lnTo>
                  <a:lnTo>
                    <a:pt x="1116808" y="2059849"/>
                  </a:lnTo>
                  <a:lnTo>
                    <a:pt x="1117663" y="2076074"/>
                  </a:lnTo>
                  <a:lnTo>
                    <a:pt x="1118519" y="2049612"/>
                  </a:lnTo>
                  <a:lnTo>
                    <a:pt x="1119374" y="2001593"/>
                  </a:lnTo>
                  <a:lnTo>
                    <a:pt x="1120230" y="2049166"/>
                  </a:lnTo>
                  <a:lnTo>
                    <a:pt x="1121085" y="2043587"/>
                  </a:lnTo>
                  <a:lnTo>
                    <a:pt x="1121941" y="2038241"/>
                  </a:lnTo>
                  <a:lnTo>
                    <a:pt x="1122796" y="2030828"/>
                  </a:lnTo>
                  <a:lnTo>
                    <a:pt x="1123652" y="2068255"/>
                  </a:lnTo>
                  <a:lnTo>
                    <a:pt x="1124507" y="2068485"/>
                  </a:lnTo>
                  <a:lnTo>
                    <a:pt x="1125363" y="2040942"/>
                  </a:lnTo>
                  <a:lnTo>
                    <a:pt x="1126218" y="2022432"/>
                  </a:lnTo>
                  <a:lnTo>
                    <a:pt x="1127074" y="1998411"/>
                  </a:lnTo>
                  <a:lnTo>
                    <a:pt x="1127929" y="1996921"/>
                  </a:lnTo>
                  <a:lnTo>
                    <a:pt x="1128785" y="1964715"/>
                  </a:lnTo>
                  <a:lnTo>
                    <a:pt x="1129641" y="1800866"/>
                  </a:lnTo>
                  <a:lnTo>
                    <a:pt x="1130496" y="1742823"/>
                  </a:lnTo>
                  <a:lnTo>
                    <a:pt x="1131352" y="1743143"/>
                  </a:lnTo>
                  <a:lnTo>
                    <a:pt x="1132207" y="1758182"/>
                  </a:lnTo>
                  <a:lnTo>
                    <a:pt x="1133063" y="1831417"/>
                  </a:lnTo>
                  <a:lnTo>
                    <a:pt x="1133918" y="1792214"/>
                  </a:lnTo>
                  <a:lnTo>
                    <a:pt x="1134774" y="1872352"/>
                  </a:lnTo>
                  <a:lnTo>
                    <a:pt x="1135629" y="1906031"/>
                  </a:lnTo>
                  <a:lnTo>
                    <a:pt x="1136485" y="1985625"/>
                  </a:lnTo>
                  <a:lnTo>
                    <a:pt x="1137340" y="2048473"/>
                  </a:lnTo>
                  <a:lnTo>
                    <a:pt x="1138196" y="2045445"/>
                  </a:lnTo>
                  <a:lnTo>
                    <a:pt x="1139051" y="2072220"/>
                  </a:lnTo>
                  <a:lnTo>
                    <a:pt x="1139907" y="2104010"/>
                  </a:lnTo>
                  <a:lnTo>
                    <a:pt x="1140762" y="2083710"/>
                  </a:lnTo>
                  <a:lnTo>
                    <a:pt x="1141618" y="2106316"/>
                  </a:lnTo>
                  <a:lnTo>
                    <a:pt x="1142473" y="2079344"/>
                  </a:lnTo>
                  <a:lnTo>
                    <a:pt x="1143329" y="2046682"/>
                  </a:lnTo>
                  <a:lnTo>
                    <a:pt x="1144184" y="1992507"/>
                  </a:lnTo>
                  <a:lnTo>
                    <a:pt x="1145040" y="2015116"/>
                  </a:lnTo>
                  <a:lnTo>
                    <a:pt x="1145896" y="2035802"/>
                  </a:lnTo>
                  <a:lnTo>
                    <a:pt x="1146751" y="2060420"/>
                  </a:lnTo>
                  <a:lnTo>
                    <a:pt x="1147607" y="2045683"/>
                  </a:lnTo>
                  <a:lnTo>
                    <a:pt x="1148462" y="2049029"/>
                  </a:lnTo>
                  <a:lnTo>
                    <a:pt x="1149318" y="2014367"/>
                  </a:lnTo>
                  <a:lnTo>
                    <a:pt x="1150173" y="1978529"/>
                  </a:lnTo>
                  <a:lnTo>
                    <a:pt x="1151029" y="1971899"/>
                  </a:lnTo>
                  <a:lnTo>
                    <a:pt x="1151884" y="1968020"/>
                  </a:lnTo>
                  <a:lnTo>
                    <a:pt x="1152740" y="2003021"/>
                  </a:lnTo>
                  <a:lnTo>
                    <a:pt x="1153595" y="2035038"/>
                  </a:lnTo>
                  <a:lnTo>
                    <a:pt x="1154451" y="2009887"/>
                  </a:lnTo>
                  <a:lnTo>
                    <a:pt x="1155306" y="1978057"/>
                  </a:lnTo>
                  <a:lnTo>
                    <a:pt x="1156162" y="2000107"/>
                  </a:lnTo>
                  <a:lnTo>
                    <a:pt x="1157017" y="2047521"/>
                  </a:lnTo>
                  <a:lnTo>
                    <a:pt x="1157873" y="2085425"/>
                  </a:lnTo>
                  <a:lnTo>
                    <a:pt x="1158728" y="2061542"/>
                  </a:lnTo>
                  <a:lnTo>
                    <a:pt x="1159584" y="2088335"/>
                  </a:lnTo>
                  <a:lnTo>
                    <a:pt x="1160439" y="2074482"/>
                  </a:lnTo>
                  <a:lnTo>
                    <a:pt x="1161295" y="2081533"/>
                  </a:lnTo>
                  <a:lnTo>
                    <a:pt x="1162151" y="2094161"/>
                  </a:lnTo>
                  <a:lnTo>
                    <a:pt x="1163006" y="2123978"/>
                  </a:lnTo>
                  <a:lnTo>
                    <a:pt x="1163862" y="2096285"/>
                  </a:lnTo>
                  <a:lnTo>
                    <a:pt x="1164717" y="2098885"/>
                  </a:lnTo>
                  <a:lnTo>
                    <a:pt x="1165573" y="2087191"/>
                  </a:lnTo>
                  <a:lnTo>
                    <a:pt x="1166428" y="2067466"/>
                  </a:lnTo>
                  <a:lnTo>
                    <a:pt x="1167284" y="2087774"/>
                  </a:lnTo>
                  <a:lnTo>
                    <a:pt x="1168139" y="2093903"/>
                  </a:lnTo>
                  <a:lnTo>
                    <a:pt x="1168995" y="2050970"/>
                  </a:lnTo>
                  <a:lnTo>
                    <a:pt x="1169850" y="2063395"/>
                  </a:lnTo>
                  <a:lnTo>
                    <a:pt x="1170706" y="2071980"/>
                  </a:lnTo>
                  <a:lnTo>
                    <a:pt x="1171561" y="2029664"/>
                  </a:lnTo>
                  <a:lnTo>
                    <a:pt x="1172417" y="2049915"/>
                  </a:lnTo>
                  <a:lnTo>
                    <a:pt x="1173272" y="2011856"/>
                  </a:lnTo>
                  <a:lnTo>
                    <a:pt x="1174128" y="2059905"/>
                  </a:lnTo>
                  <a:lnTo>
                    <a:pt x="1174983" y="2089206"/>
                  </a:lnTo>
                  <a:lnTo>
                    <a:pt x="1175839" y="2078591"/>
                  </a:lnTo>
                  <a:lnTo>
                    <a:pt x="1176694" y="2099117"/>
                  </a:lnTo>
                  <a:lnTo>
                    <a:pt x="1177550" y="2086356"/>
                  </a:lnTo>
                  <a:lnTo>
                    <a:pt x="1178406" y="2069350"/>
                  </a:lnTo>
                  <a:lnTo>
                    <a:pt x="1179261" y="2091338"/>
                  </a:lnTo>
                  <a:lnTo>
                    <a:pt x="1180117" y="2128707"/>
                  </a:lnTo>
                  <a:lnTo>
                    <a:pt x="1180972" y="2156349"/>
                  </a:lnTo>
                  <a:lnTo>
                    <a:pt x="1181828" y="2152932"/>
                  </a:lnTo>
                  <a:lnTo>
                    <a:pt x="1182683" y="2168418"/>
                  </a:lnTo>
                  <a:lnTo>
                    <a:pt x="1183539" y="2169216"/>
                  </a:lnTo>
                  <a:lnTo>
                    <a:pt x="1184394" y="2175547"/>
                  </a:lnTo>
                  <a:lnTo>
                    <a:pt x="1185250" y="2173506"/>
                  </a:lnTo>
                  <a:lnTo>
                    <a:pt x="1186105" y="2145388"/>
                  </a:lnTo>
                  <a:lnTo>
                    <a:pt x="1186961" y="2145832"/>
                  </a:lnTo>
                  <a:lnTo>
                    <a:pt x="1187816" y="2147384"/>
                  </a:lnTo>
                  <a:lnTo>
                    <a:pt x="1188672" y="2149591"/>
                  </a:lnTo>
                  <a:lnTo>
                    <a:pt x="1189527" y="2137575"/>
                  </a:lnTo>
                  <a:lnTo>
                    <a:pt x="1190383" y="2121175"/>
                  </a:lnTo>
                  <a:lnTo>
                    <a:pt x="1191238" y="2123803"/>
                  </a:lnTo>
                  <a:lnTo>
                    <a:pt x="1192094" y="2154147"/>
                  </a:lnTo>
                  <a:lnTo>
                    <a:pt x="1192950" y="2145676"/>
                  </a:lnTo>
                  <a:lnTo>
                    <a:pt x="1193805" y="2139990"/>
                  </a:lnTo>
                  <a:lnTo>
                    <a:pt x="1194661" y="2146096"/>
                  </a:lnTo>
                  <a:lnTo>
                    <a:pt x="1195516" y="2145420"/>
                  </a:lnTo>
                  <a:lnTo>
                    <a:pt x="1196372" y="2175723"/>
                  </a:lnTo>
                  <a:lnTo>
                    <a:pt x="1197227" y="2162571"/>
                  </a:lnTo>
                  <a:lnTo>
                    <a:pt x="1198083" y="2151382"/>
                  </a:lnTo>
                  <a:lnTo>
                    <a:pt x="1198874" y="219267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4730497" y="6370113"/>
              <a:ext cx="1064" cy="9336"/>
            </a:xfrm>
            <a:custGeom>
              <a:avLst/>
              <a:pathLst>
                <a:path w="1064" h="9336">
                  <a:moveTo>
                    <a:pt x="0" y="9336"/>
                  </a:moveTo>
                  <a:lnTo>
                    <a:pt x="628" y="0"/>
                  </a:lnTo>
                  <a:lnTo>
                    <a:pt x="1064" y="933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4732191" y="6351845"/>
              <a:ext cx="4823" cy="27604"/>
            </a:xfrm>
            <a:custGeom>
              <a:avLst/>
              <a:pathLst>
                <a:path w="4823" h="27604">
                  <a:moveTo>
                    <a:pt x="0" y="27604"/>
                  </a:moveTo>
                  <a:lnTo>
                    <a:pt x="645" y="0"/>
                  </a:lnTo>
                  <a:lnTo>
                    <a:pt x="1501" y="17332"/>
                  </a:lnTo>
                  <a:lnTo>
                    <a:pt x="2356" y="17266"/>
                  </a:lnTo>
                  <a:lnTo>
                    <a:pt x="3212" y="6383"/>
                  </a:lnTo>
                  <a:lnTo>
                    <a:pt x="4067" y="8046"/>
                  </a:lnTo>
                  <a:lnTo>
                    <a:pt x="4823" y="2760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4738466" y="6219519"/>
              <a:ext cx="25999" cy="159930"/>
            </a:xfrm>
            <a:custGeom>
              <a:avLst/>
              <a:pathLst>
                <a:path w="25999" h="159930">
                  <a:moveTo>
                    <a:pt x="0" y="159930"/>
                  </a:moveTo>
                  <a:lnTo>
                    <a:pt x="358" y="148342"/>
                  </a:lnTo>
                  <a:lnTo>
                    <a:pt x="1214" y="132940"/>
                  </a:lnTo>
                  <a:lnTo>
                    <a:pt x="2069" y="142727"/>
                  </a:lnTo>
                  <a:lnTo>
                    <a:pt x="2925" y="151391"/>
                  </a:lnTo>
                  <a:lnTo>
                    <a:pt x="3780" y="125528"/>
                  </a:lnTo>
                  <a:lnTo>
                    <a:pt x="4636" y="98378"/>
                  </a:lnTo>
                  <a:lnTo>
                    <a:pt x="5491" y="86334"/>
                  </a:lnTo>
                  <a:lnTo>
                    <a:pt x="6347" y="113352"/>
                  </a:lnTo>
                  <a:lnTo>
                    <a:pt x="7202" y="129488"/>
                  </a:lnTo>
                  <a:lnTo>
                    <a:pt x="8058" y="106558"/>
                  </a:lnTo>
                  <a:lnTo>
                    <a:pt x="8914" y="92016"/>
                  </a:lnTo>
                  <a:lnTo>
                    <a:pt x="9769" y="55800"/>
                  </a:lnTo>
                  <a:lnTo>
                    <a:pt x="10625" y="64281"/>
                  </a:lnTo>
                  <a:lnTo>
                    <a:pt x="11480" y="16720"/>
                  </a:lnTo>
                  <a:lnTo>
                    <a:pt x="12336" y="0"/>
                  </a:lnTo>
                  <a:lnTo>
                    <a:pt x="13191" y="11355"/>
                  </a:lnTo>
                  <a:lnTo>
                    <a:pt x="14047" y="26732"/>
                  </a:lnTo>
                  <a:lnTo>
                    <a:pt x="14902" y="63901"/>
                  </a:lnTo>
                  <a:lnTo>
                    <a:pt x="15758" y="82393"/>
                  </a:lnTo>
                  <a:lnTo>
                    <a:pt x="16613" y="97538"/>
                  </a:lnTo>
                  <a:lnTo>
                    <a:pt x="17469" y="113561"/>
                  </a:lnTo>
                  <a:lnTo>
                    <a:pt x="18324" y="91515"/>
                  </a:lnTo>
                  <a:lnTo>
                    <a:pt x="19180" y="115242"/>
                  </a:lnTo>
                  <a:lnTo>
                    <a:pt x="20035" y="126154"/>
                  </a:lnTo>
                  <a:lnTo>
                    <a:pt x="20891" y="116365"/>
                  </a:lnTo>
                  <a:lnTo>
                    <a:pt x="21746" y="144985"/>
                  </a:lnTo>
                  <a:lnTo>
                    <a:pt x="22602" y="130019"/>
                  </a:lnTo>
                  <a:lnTo>
                    <a:pt x="23457" y="146858"/>
                  </a:lnTo>
                  <a:lnTo>
                    <a:pt x="24313" y="141016"/>
                  </a:lnTo>
                  <a:lnTo>
                    <a:pt x="25169" y="133645"/>
                  </a:lnTo>
                  <a:lnTo>
                    <a:pt x="25999" y="15993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4764611" y="6148469"/>
              <a:ext cx="119514" cy="230980"/>
            </a:xfrm>
            <a:custGeom>
              <a:avLst/>
              <a:pathLst>
                <a:path w="119514" h="230980">
                  <a:moveTo>
                    <a:pt x="0" y="230980"/>
                  </a:moveTo>
                  <a:lnTo>
                    <a:pt x="735" y="226086"/>
                  </a:lnTo>
                  <a:lnTo>
                    <a:pt x="1591" y="200537"/>
                  </a:lnTo>
                  <a:lnTo>
                    <a:pt x="2446" y="209181"/>
                  </a:lnTo>
                  <a:lnTo>
                    <a:pt x="3302" y="193996"/>
                  </a:lnTo>
                  <a:lnTo>
                    <a:pt x="4157" y="218025"/>
                  </a:lnTo>
                  <a:lnTo>
                    <a:pt x="5013" y="205771"/>
                  </a:lnTo>
                  <a:lnTo>
                    <a:pt x="5868" y="171782"/>
                  </a:lnTo>
                  <a:lnTo>
                    <a:pt x="6724" y="193457"/>
                  </a:lnTo>
                  <a:lnTo>
                    <a:pt x="7579" y="186308"/>
                  </a:lnTo>
                  <a:lnTo>
                    <a:pt x="8435" y="200579"/>
                  </a:lnTo>
                  <a:lnTo>
                    <a:pt x="9290" y="201378"/>
                  </a:lnTo>
                  <a:lnTo>
                    <a:pt x="10146" y="171625"/>
                  </a:lnTo>
                  <a:lnTo>
                    <a:pt x="11002" y="191906"/>
                  </a:lnTo>
                  <a:lnTo>
                    <a:pt x="11857" y="204566"/>
                  </a:lnTo>
                  <a:lnTo>
                    <a:pt x="12713" y="206993"/>
                  </a:lnTo>
                  <a:lnTo>
                    <a:pt x="13568" y="217804"/>
                  </a:lnTo>
                  <a:lnTo>
                    <a:pt x="14424" y="189859"/>
                  </a:lnTo>
                  <a:lnTo>
                    <a:pt x="15279" y="153516"/>
                  </a:lnTo>
                  <a:lnTo>
                    <a:pt x="16135" y="150734"/>
                  </a:lnTo>
                  <a:lnTo>
                    <a:pt x="16990" y="139652"/>
                  </a:lnTo>
                  <a:lnTo>
                    <a:pt x="17846" y="137020"/>
                  </a:lnTo>
                  <a:lnTo>
                    <a:pt x="18701" y="131172"/>
                  </a:lnTo>
                  <a:lnTo>
                    <a:pt x="19557" y="94289"/>
                  </a:lnTo>
                  <a:lnTo>
                    <a:pt x="20412" y="127555"/>
                  </a:lnTo>
                  <a:lnTo>
                    <a:pt x="21268" y="161268"/>
                  </a:lnTo>
                  <a:lnTo>
                    <a:pt x="22123" y="123084"/>
                  </a:lnTo>
                  <a:lnTo>
                    <a:pt x="22979" y="118826"/>
                  </a:lnTo>
                  <a:lnTo>
                    <a:pt x="23834" y="104078"/>
                  </a:lnTo>
                  <a:lnTo>
                    <a:pt x="24690" y="156402"/>
                  </a:lnTo>
                  <a:lnTo>
                    <a:pt x="25546" y="157188"/>
                  </a:lnTo>
                  <a:lnTo>
                    <a:pt x="26401" y="148993"/>
                  </a:lnTo>
                  <a:lnTo>
                    <a:pt x="27257" y="183767"/>
                  </a:lnTo>
                  <a:lnTo>
                    <a:pt x="28112" y="165180"/>
                  </a:lnTo>
                  <a:lnTo>
                    <a:pt x="28968" y="160852"/>
                  </a:lnTo>
                  <a:lnTo>
                    <a:pt x="29823" y="130505"/>
                  </a:lnTo>
                  <a:lnTo>
                    <a:pt x="30679" y="112081"/>
                  </a:lnTo>
                  <a:lnTo>
                    <a:pt x="31534" y="119274"/>
                  </a:lnTo>
                  <a:lnTo>
                    <a:pt x="32390" y="116170"/>
                  </a:lnTo>
                  <a:lnTo>
                    <a:pt x="33245" y="111133"/>
                  </a:lnTo>
                  <a:lnTo>
                    <a:pt x="34101" y="139101"/>
                  </a:lnTo>
                  <a:lnTo>
                    <a:pt x="34956" y="150457"/>
                  </a:lnTo>
                  <a:lnTo>
                    <a:pt x="35812" y="167134"/>
                  </a:lnTo>
                  <a:lnTo>
                    <a:pt x="36667" y="126280"/>
                  </a:lnTo>
                  <a:lnTo>
                    <a:pt x="37523" y="120594"/>
                  </a:lnTo>
                  <a:lnTo>
                    <a:pt x="38378" y="120300"/>
                  </a:lnTo>
                  <a:lnTo>
                    <a:pt x="39234" y="96351"/>
                  </a:lnTo>
                  <a:lnTo>
                    <a:pt x="40089" y="88296"/>
                  </a:lnTo>
                  <a:lnTo>
                    <a:pt x="40945" y="75244"/>
                  </a:lnTo>
                  <a:lnTo>
                    <a:pt x="41801" y="119935"/>
                  </a:lnTo>
                  <a:lnTo>
                    <a:pt x="42656" y="126339"/>
                  </a:lnTo>
                  <a:lnTo>
                    <a:pt x="43512" y="66095"/>
                  </a:lnTo>
                  <a:lnTo>
                    <a:pt x="44367" y="71034"/>
                  </a:lnTo>
                  <a:lnTo>
                    <a:pt x="45223" y="38674"/>
                  </a:lnTo>
                  <a:lnTo>
                    <a:pt x="46078" y="43773"/>
                  </a:lnTo>
                  <a:lnTo>
                    <a:pt x="46934" y="62325"/>
                  </a:lnTo>
                  <a:lnTo>
                    <a:pt x="47789" y="0"/>
                  </a:lnTo>
                  <a:lnTo>
                    <a:pt x="48645" y="19123"/>
                  </a:lnTo>
                  <a:lnTo>
                    <a:pt x="49500" y="53051"/>
                  </a:lnTo>
                  <a:lnTo>
                    <a:pt x="50356" y="86050"/>
                  </a:lnTo>
                  <a:lnTo>
                    <a:pt x="51211" y="133864"/>
                  </a:lnTo>
                  <a:lnTo>
                    <a:pt x="52067" y="137663"/>
                  </a:lnTo>
                  <a:lnTo>
                    <a:pt x="52922" y="149314"/>
                  </a:lnTo>
                  <a:lnTo>
                    <a:pt x="53778" y="176176"/>
                  </a:lnTo>
                  <a:lnTo>
                    <a:pt x="54633" y="161656"/>
                  </a:lnTo>
                  <a:lnTo>
                    <a:pt x="55489" y="176127"/>
                  </a:lnTo>
                  <a:lnTo>
                    <a:pt x="56344" y="167161"/>
                  </a:lnTo>
                  <a:lnTo>
                    <a:pt x="57200" y="134544"/>
                  </a:lnTo>
                  <a:lnTo>
                    <a:pt x="58056" y="153321"/>
                  </a:lnTo>
                  <a:lnTo>
                    <a:pt x="58911" y="162928"/>
                  </a:lnTo>
                  <a:lnTo>
                    <a:pt x="59767" y="165095"/>
                  </a:lnTo>
                  <a:lnTo>
                    <a:pt x="60622" y="137504"/>
                  </a:lnTo>
                  <a:lnTo>
                    <a:pt x="61478" y="120724"/>
                  </a:lnTo>
                  <a:lnTo>
                    <a:pt x="62333" y="142931"/>
                  </a:lnTo>
                  <a:lnTo>
                    <a:pt x="63189" y="152063"/>
                  </a:lnTo>
                  <a:lnTo>
                    <a:pt x="64044" y="151317"/>
                  </a:lnTo>
                  <a:lnTo>
                    <a:pt x="64900" y="112468"/>
                  </a:lnTo>
                  <a:lnTo>
                    <a:pt x="65755" y="75776"/>
                  </a:lnTo>
                  <a:lnTo>
                    <a:pt x="66611" y="121342"/>
                  </a:lnTo>
                  <a:lnTo>
                    <a:pt x="67466" y="94055"/>
                  </a:lnTo>
                  <a:lnTo>
                    <a:pt x="68322" y="139767"/>
                  </a:lnTo>
                  <a:lnTo>
                    <a:pt x="69177" y="135545"/>
                  </a:lnTo>
                  <a:lnTo>
                    <a:pt x="70033" y="112823"/>
                  </a:lnTo>
                  <a:lnTo>
                    <a:pt x="70888" y="135032"/>
                  </a:lnTo>
                  <a:lnTo>
                    <a:pt x="71744" y="117335"/>
                  </a:lnTo>
                  <a:lnTo>
                    <a:pt x="72600" y="114553"/>
                  </a:lnTo>
                  <a:lnTo>
                    <a:pt x="73455" y="66861"/>
                  </a:lnTo>
                  <a:lnTo>
                    <a:pt x="74311" y="74845"/>
                  </a:lnTo>
                  <a:lnTo>
                    <a:pt x="75166" y="79650"/>
                  </a:lnTo>
                  <a:lnTo>
                    <a:pt x="76022" y="89881"/>
                  </a:lnTo>
                  <a:lnTo>
                    <a:pt x="76877" y="131604"/>
                  </a:lnTo>
                  <a:lnTo>
                    <a:pt x="77733" y="131313"/>
                  </a:lnTo>
                  <a:lnTo>
                    <a:pt x="78588" y="89428"/>
                  </a:lnTo>
                  <a:lnTo>
                    <a:pt x="79444" y="99819"/>
                  </a:lnTo>
                  <a:lnTo>
                    <a:pt x="80299" y="117627"/>
                  </a:lnTo>
                  <a:lnTo>
                    <a:pt x="81155" y="116356"/>
                  </a:lnTo>
                  <a:lnTo>
                    <a:pt x="82010" y="154736"/>
                  </a:lnTo>
                  <a:lnTo>
                    <a:pt x="82866" y="151792"/>
                  </a:lnTo>
                  <a:lnTo>
                    <a:pt x="83721" y="170644"/>
                  </a:lnTo>
                  <a:lnTo>
                    <a:pt x="84577" y="176414"/>
                  </a:lnTo>
                  <a:lnTo>
                    <a:pt x="85432" y="129079"/>
                  </a:lnTo>
                  <a:lnTo>
                    <a:pt x="86288" y="124840"/>
                  </a:lnTo>
                  <a:lnTo>
                    <a:pt x="87143" y="89448"/>
                  </a:lnTo>
                  <a:lnTo>
                    <a:pt x="87999" y="92818"/>
                  </a:lnTo>
                  <a:lnTo>
                    <a:pt x="88855" y="57553"/>
                  </a:lnTo>
                  <a:lnTo>
                    <a:pt x="89710" y="56164"/>
                  </a:lnTo>
                  <a:lnTo>
                    <a:pt x="90566" y="88136"/>
                  </a:lnTo>
                  <a:lnTo>
                    <a:pt x="91421" y="88446"/>
                  </a:lnTo>
                  <a:lnTo>
                    <a:pt x="92277" y="47896"/>
                  </a:lnTo>
                  <a:lnTo>
                    <a:pt x="93132" y="96120"/>
                  </a:lnTo>
                  <a:lnTo>
                    <a:pt x="93988" y="55927"/>
                  </a:lnTo>
                  <a:lnTo>
                    <a:pt x="94843" y="92196"/>
                  </a:lnTo>
                  <a:lnTo>
                    <a:pt x="95699" y="85549"/>
                  </a:lnTo>
                  <a:lnTo>
                    <a:pt x="96554" y="53930"/>
                  </a:lnTo>
                  <a:lnTo>
                    <a:pt x="97410" y="74211"/>
                  </a:lnTo>
                  <a:lnTo>
                    <a:pt x="98265" y="119318"/>
                  </a:lnTo>
                  <a:lnTo>
                    <a:pt x="99121" y="100095"/>
                  </a:lnTo>
                  <a:lnTo>
                    <a:pt x="99976" y="118046"/>
                  </a:lnTo>
                  <a:lnTo>
                    <a:pt x="100832" y="66882"/>
                  </a:lnTo>
                  <a:lnTo>
                    <a:pt x="101687" y="82937"/>
                  </a:lnTo>
                  <a:lnTo>
                    <a:pt x="102543" y="110423"/>
                  </a:lnTo>
                  <a:lnTo>
                    <a:pt x="103398" y="99112"/>
                  </a:lnTo>
                  <a:lnTo>
                    <a:pt x="104254" y="92618"/>
                  </a:lnTo>
                  <a:lnTo>
                    <a:pt x="105110" y="112405"/>
                  </a:lnTo>
                  <a:lnTo>
                    <a:pt x="105965" y="124013"/>
                  </a:lnTo>
                  <a:lnTo>
                    <a:pt x="106821" y="129380"/>
                  </a:lnTo>
                  <a:lnTo>
                    <a:pt x="107676" y="134307"/>
                  </a:lnTo>
                  <a:lnTo>
                    <a:pt x="108532" y="182522"/>
                  </a:lnTo>
                  <a:lnTo>
                    <a:pt x="109387" y="179594"/>
                  </a:lnTo>
                  <a:lnTo>
                    <a:pt x="110243" y="178180"/>
                  </a:lnTo>
                  <a:lnTo>
                    <a:pt x="111098" y="191679"/>
                  </a:lnTo>
                  <a:lnTo>
                    <a:pt x="111954" y="181612"/>
                  </a:lnTo>
                  <a:lnTo>
                    <a:pt x="112809" y="210234"/>
                  </a:lnTo>
                  <a:lnTo>
                    <a:pt x="113665" y="204438"/>
                  </a:lnTo>
                  <a:lnTo>
                    <a:pt x="114520" y="172579"/>
                  </a:lnTo>
                  <a:lnTo>
                    <a:pt x="115376" y="174429"/>
                  </a:lnTo>
                  <a:lnTo>
                    <a:pt x="116231" y="154454"/>
                  </a:lnTo>
                  <a:lnTo>
                    <a:pt x="117087" y="193011"/>
                  </a:lnTo>
                  <a:lnTo>
                    <a:pt x="117942" y="198020"/>
                  </a:lnTo>
                  <a:lnTo>
                    <a:pt x="118798" y="205558"/>
                  </a:lnTo>
                  <a:lnTo>
                    <a:pt x="119514" y="23098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4884444" y="6360774"/>
              <a:ext cx="1301" cy="18675"/>
            </a:xfrm>
            <a:custGeom>
              <a:avLst/>
              <a:pathLst>
                <a:path w="1301" h="18675">
                  <a:moveTo>
                    <a:pt x="0" y="18675"/>
                  </a:moveTo>
                  <a:lnTo>
                    <a:pt x="676" y="0"/>
                  </a:lnTo>
                  <a:lnTo>
                    <a:pt x="1301" y="1867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4887843" y="4559942"/>
              <a:ext cx="1835605" cy="1819507"/>
            </a:xfrm>
            <a:custGeom>
              <a:avLst/>
              <a:pathLst>
                <a:path w="1835605" h="1819507">
                  <a:moveTo>
                    <a:pt x="0" y="1819507"/>
                  </a:moveTo>
                  <a:lnTo>
                    <a:pt x="699" y="1781503"/>
                  </a:lnTo>
                  <a:lnTo>
                    <a:pt x="1554" y="1779573"/>
                  </a:lnTo>
                  <a:lnTo>
                    <a:pt x="2410" y="1809791"/>
                  </a:lnTo>
                  <a:lnTo>
                    <a:pt x="3266" y="1776566"/>
                  </a:lnTo>
                  <a:lnTo>
                    <a:pt x="4121" y="1772620"/>
                  </a:lnTo>
                  <a:lnTo>
                    <a:pt x="4977" y="1785180"/>
                  </a:lnTo>
                  <a:lnTo>
                    <a:pt x="5832" y="1766129"/>
                  </a:lnTo>
                  <a:lnTo>
                    <a:pt x="6688" y="1765551"/>
                  </a:lnTo>
                  <a:lnTo>
                    <a:pt x="7543" y="1730697"/>
                  </a:lnTo>
                  <a:lnTo>
                    <a:pt x="8399" y="1737390"/>
                  </a:lnTo>
                  <a:lnTo>
                    <a:pt x="9254" y="1755976"/>
                  </a:lnTo>
                  <a:lnTo>
                    <a:pt x="10110" y="1778590"/>
                  </a:lnTo>
                  <a:lnTo>
                    <a:pt x="10965" y="1777414"/>
                  </a:lnTo>
                  <a:lnTo>
                    <a:pt x="11821" y="1777881"/>
                  </a:lnTo>
                  <a:lnTo>
                    <a:pt x="12676" y="1795811"/>
                  </a:lnTo>
                  <a:lnTo>
                    <a:pt x="13532" y="1774800"/>
                  </a:lnTo>
                  <a:lnTo>
                    <a:pt x="14387" y="1781470"/>
                  </a:lnTo>
                  <a:lnTo>
                    <a:pt x="15243" y="1749958"/>
                  </a:lnTo>
                  <a:lnTo>
                    <a:pt x="16098" y="1748448"/>
                  </a:lnTo>
                  <a:lnTo>
                    <a:pt x="16954" y="1726347"/>
                  </a:lnTo>
                  <a:lnTo>
                    <a:pt x="17810" y="1705663"/>
                  </a:lnTo>
                  <a:lnTo>
                    <a:pt x="18665" y="1683827"/>
                  </a:lnTo>
                  <a:lnTo>
                    <a:pt x="19521" y="1690573"/>
                  </a:lnTo>
                  <a:lnTo>
                    <a:pt x="20376" y="1713812"/>
                  </a:lnTo>
                  <a:lnTo>
                    <a:pt x="21232" y="1730396"/>
                  </a:lnTo>
                  <a:lnTo>
                    <a:pt x="22087" y="1732521"/>
                  </a:lnTo>
                  <a:lnTo>
                    <a:pt x="22943" y="1732938"/>
                  </a:lnTo>
                  <a:lnTo>
                    <a:pt x="23798" y="1717600"/>
                  </a:lnTo>
                  <a:lnTo>
                    <a:pt x="24654" y="1707017"/>
                  </a:lnTo>
                  <a:lnTo>
                    <a:pt x="25509" y="1740982"/>
                  </a:lnTo>
                  <a:lnTo>
                    <a:pt x="26365" y="1760344"/>
                  </a:lnTo>
                  <a:lnTo>
                    <a:pt x="27220" y="1786042"/>
                  </a:lnTo>
                  <a:lnTo>
                    <a:pt x="28076" y="1757736"/>
                  </a:lnTo>
                  <a:lnTo>
                    <a:pt x="28931" y="1770626"/>
                  </a:lnTo>
                  <a:lnTo>
                    <a:pt x="29787" y="1773342"/>
                  </a:lnTo>
                  <a:lnTo>
                    <a:pt x="30642" y="1767040"/>
                  </a:lnTo>
                  <a:lnTo>
                    <a:pt x="31498" y="1767045"/>
                  </a:lnTo>
                  <a:lnTo>
                    <a:pt x="32353" y="1751364"/>
                  </a:lnTo>
                  <a:lnTo>
                    <a:pt x="33209" y="1755380"/>
                  </a:lnTo>
                  <a:lnTo>
                    <a:pt x="34065" y="1764869"/>
                  </a:lnTo>
                  <a:lnTo>
                    <a:pt x="34920" y="1736576"/>
                  </a:lnTo>
                  <a:lnTo>
                    <a:pt x="35776" y="1714397"/>
                  </a:lnTo>
                  <a:lnTo>
                    <a:pt x="36631" y="1726466"/>
                  </a:lnTo>
                  <a:lnTo>
                    <a:pt x="37487" y="1735814"/>
                  </a:lnTo>
                  <a:lnTo>
                    <a:pt x="38342" y="1716216"/>
                  </a:lnTo>
                  <a:lnTo>
                    <a:pt x="39198" y="1720637"/>
                  </a:lnTo>
                  <a:lnTo>
                    <a:pt x="40053" y="1715186"/>
                  </a:lnTo>
                  <a:lnTo>
                    <a:pt x="40909" y="1744226"/>
                  </a:lnTo>
                  <a:lnTo>
                    <a:pt x="41764" y="1750439"/>
                  </a:lnTo>
                  <a:lnTo>
                    <a:pt x="42620" y="1716048"/>
                  </a:lnTo>
                  <a:lnTo>
                    <a:pt x="43475" y="1682299"/>
                  </a:lnTo>
                  <a:lnTo>
                    <a:pt x="44331" y="1650722"/>
                  </a:lnTo>
                  <a:lnTo>
                    <a:pt x="45186" y="1673249"/>
                  </a:lnTo>
                  <a:lnTo>
                    <a:pt x="46042" y="1703477"/>
                  </a:lnTo>
                  <a:lnTo>
                    <a:pt x="46897" y="1680809"/>
                  </a:lnTo>
                  <a:lnTo>
                    <a:pt x="47753" y="1735187"/>
                  </a:lnTo>
                  <a:lnTo>
                    <a:pt x="48608" y="1734784"/>
                  </a:lnTo>
                  <a:lnTo>
                    <a:pt x="49464" y="1722781"/>
                  </a:lnTo>
                  <a:lnTo>
                    <a:pt x="50320" y="1740007"/>
                  </a:lnTo>
                  <a:lnTo>
                    <a:pt x="51175" y="1722837"/>
                  </a:lnTo>
                  <a:lnTo>
                    <a:pt x="52031" y="1720801"/>
                  </a:lnTo>
                  <a:lnTo>
                    <a:pt x="52886" y="1686216"/>
                  </a:lnTo>
                  <a:lnTo>
                    <a:pt x="53742" y="1662044"/>
                  </a:lnTo>
                  <a:lnTo>
                    <a:pt x="54597" y="1680850"/>
                  </a:lnTo>
                  <a:lnTo>
                    <a:pt x="55453" y="1670530"/>
                  </a:lnTo>
                  <a:lnTo>
                    <a:pt x="56308" y="1648355"/>
                  </a:lnTo>
                  <a:lnTo>
                    <a:pt x="57164" y="1660719"/>
                  </a:lnTo>
                  <a:lnTo>
                    <a:pt x="58019" y="1662533"/>
                  </a:lnTo>
                  <a:lnTo>
                    <a:pt x="58875" y="1656934"/>
                  </a:lnTo>
                  <a:lnTo>
                    <a:pt x="59730" y="1653934"/>
                  </a:lnTo>
                  <a:lnTo>
                    <a:pt x="60586" y="1655364"/>
                  </a:lnTo>
                  <a:lnTo>
                    <a:pt x="61441" y="1666187"/>
                  </a:lnTo>
                  <a:lnTo>
                    <a:pt x="62297" y="1705539"/>
                  </a:lnTo>
                  <a:lnTo>
                    <a:pt x="63152" y="1717568"/>
                  </a:lnTo>
                  <a:lnTo>
                    <a:pt x="64008" y="1696691"/>
                  </a:lnTo>
                  <a:lnTo>
                    <a:pt x="64864" y="1654825"/>
                  </a:lnTo>
                  <a:lnTo>
                    <a:pt x="65719" y="1691678"/>
                  </a:lnTo>
                  <a:lnTo>
                    <a:pt x="66575" y="1696756"/>
                  </a:lnTo>
                  <a:lnTo>
                    <a:pt x="67430" y="1693768"/>
                  </a:lnTo>
                  <a:lnTo>
                    <a:pt x="68286" y="1718039"/>
                  </a:lnTo>
                  <a:lnTo>
                    <a:pt x="69141" y="1731884"/>
                  </a:lnTo>
                  <a:lnTo>
                    <a:pt x="69997" y="1716311"/>
                  </a:lnTo>
                  <a:lnTo>
                    <a:pt x="70852" y="1739281"/>
                  </a:lnTo>
                  <a:lnTo>
                    <a:pt x="71708" y="1692832"/>
                  </a:lnTo>
                  <a:lnTo>
                    <a:pt x="72563" y="1745598"/>
                  </a:lnTo>
                  <a:lnTo>
                    <a:pt x="73419" y="1746193"/>
                  </a:lnTo>
                  <a:lnTo>
                    <a:pt x="74274" y="1740713"/>
                  </a:lnTo>
                  <a:lnTo>
                    <a:pt x="75130" y="1740624"/>
                  </a:lnTo>
                  <a:lnTo>
                    <a:pt x="75985" y="1720790"/>
                  </a:lnTo>
                  <a:lnTo>
                    <a:pt x="76841" y="1766231"/>
                  </a:lnTo>
                  <a:lnTo>
                    <a:pt x="77696" y="1775976"/>
                  </a:lnTo>
                  <a:lnTo>
                    <a:pt x="78552" y="1758984"/>
                  </a:lnTo>
                  <a:lnTo>
                    <a:pt x="79407" y="1756835"/>
                  </a:lnTo>
                  <a:lnTo>
                    <a:pt x="80263" y="1727736"/>
                  </a:lnTo>
                  <a:lnTo>
                    <a:pt x="81119" y="1767786"/>
                  </a:lnTo>
                  <a:lnTo>
                    <a:pt x="81974" y="1776322"/>
                  </a:lnTo>
                  <a:lnTo>
                    <a:pt x="82830" y="1775361"/>
                  </a:lnTo>
                  <a:lnTo>
                    <a:pt x="83685" y="1814317"/>
                  </a:lnTo>
                  <a:lnTo>
                    <a:pt x="84541" y="1800609"/>
                  </a:lnTo>
                  <a:lnTo>
                    <a:pt x="85396" y="1799821"/>
                  </a:lnTo>
                  <a:lnTo>
                    <a:pt x="86252" y="1770633"/>
                  </a:lnTo>
                  <a:lnTo>
                    <a:pt x="87107" y="1748441"/>
                  </a:lnTo>
                  <a:lnTo>
                    <a:pt x="87963" y="1778643"/>
                  </a:lnTo>
                  <a:lnTo>
                    <a:pt x="88818" y="1779210"/>
                  </a:lnTo>
                  <a:lnTo>
                    <a:pt x="89674" y="1765966"/>
                  </a:lnTo>
                  <a:lnTo>
                    <a:pt x="90529" y="1704991"/>
                  </a:lnTo>
                  <a:lnTo>
                    <a:pt x="91385" y="1712776"/>
                  </a:lnTo>
                  <a:lnTo>
                    <a:pt x="92240" y="1696557"/>
                  </a:lnTo>
                  <a:lnTo>
                    <a:pt x="93096" y="1688680"/>
                  </a:lnTo>
                  <a:lnTo>
                    <a:pt x="93951" y="1635864"/>
                  </a:lnTo>
                  <a:lnTo>
                    <a:pt x="94807" y="1579236"/>
                  </a:lnTo>
                  <a:lnTo>
                    <a:pt x="95662" y="1542704"/>
                  </a:lnTo>
                  <a:lnTo>
                    <a:pt x="96518" y="1538290"/>
                  </a:lnTo>
                  <a:lnTo>
                    <a:pt x="97374" y="1577205"/>
                  </a:lnTo>
                  <a:lnTo>
                    <a:pt x="98229" y="1551642"/>
                  </a:lnTo>
                  <a:lnTo>
                    <a:pt x="99085" y="1568200"/>
                  </a:lnTo>
                  <a:lnTo>
                    <a:pt x="99940" y="1581096"/>
                  </a:lnTo>
                  <a:lnTo>
                    <a:pt x="100796" y="1612367"/>
                  </a:lnTo>
                  <a:lnTo>
                    <a:pt x="101651" y="1646145"/>
                  </a:lnTo>
                  <a:lnTo>
                    <a:pt x="102507" y="1619855"/>
                  </a:lnTo>
                  <a:lnTo>
                    <a:pt x="103362" y="1679283"/>
                  </a:lnTo>
                  <a:lnTo>
                    <a:pt x="104218" y="1692943"/>
                  </a:lnTo>
                  <a:lnTo>
                    <a:pt x="105073" y="1693990"/>
                  </a:lnTo>
                  <a:lnTo>
                    <a:pt x="105929" y="1690718"/>
                  </a:lnTo>
                  <a:lnTo>
                    <a:pt x="106784" y="1685626"/>
                  </a:lnTo>
                  <a:lnTo>
                    <a:pt x="107640" y="1704548"/>
                  </a:lnTo>
                  <a:lnTo>
                    <a:pt x="108495" y="1737070"/>
                  </a:lnTo>
                  <a:lnTo>
                    <a:pt x="109351" y="1708371"/>
                  </a:lnTo>
                  <a:lnTo>
                    <a:pt x="110206" y="1727098"/>
                  </a:lnTo>
                  <a:lnTo>
                    <a:pt x="111062" y="1746007"/>
                  </a:lnTo>
                  <a:lnTo>
                    <a:pt x="111917" y="1750164"/>
                  </a:lnTo>
                  <a:lnTo>
                    <a:pt x="112773" y="1724784"/>
                  </a:lnTo>
                  <a:lnTo>
                    <a:pt x="113629" y="1679554"/>
                  </a:lnTo>
                  <a:lnTo>
                    <a:pt x="114484" y="1681253"/>
                  </a:lnTo>
                  <a:lnTo>
                    <a:pt x="115340" y="1722011"/>
                  </a:lnTo>
                  <a:lnTo>
                    <a:pt x="116195" y="1670982"/>
                  </a:lnTo>
                  <a:lnTo>
                    <a:pt x="117051" y="1680608"/>
                  </a:lnTo>
                  <a:lnTo>
                    <a:pt x="117906" y="1686478"/>
                  </a:lnTo>
                  <a:lnTo>
                    <a:pt x="118762" y="1714293"/>
                  </a:lnTo>
                  <a:lnTo>
                    <a:pt x="119617" y="1764085"/>
                  </a:lnTo>
                  <a:lnTo>
                    <a:pt x="120473" y="1746893"/>
                  </a:lnTo>
                  <a:lnTo>
                    <a:pt x="121328" y="1767755"/>
                  </a:lnTo>
                  <a:lnTo>
                    <a:pt x="122184" y="1761146"/>
                  </a:lnTo>
                  <a:lnTo>
                    <a:pt x="123039" y="1744308"/>
                  </a:lnTo>
                  <a:lnTo>
                    <a:pt x="123895" y="1743331"/>
                  </a:lnTo>
                  <a:lnTo>
                    <a:pt x="124750" y="1709547"/>
                  </a:lnTo>
                  <a:lnTo>
                    <a:pt x="125606" y="1731158"/>
                  </a:lnTo>
                  <a:lnTo>
                    <a:pt x="126461" y="1728753"/>
                  </a:lnTo>
                  <a:lnTo>
                    <a:pt x="127317" y="1762119"/>
                  </a:lnTo>
                  <a:lnTo>
                    <a:pt x="128173" y="1750880"/>
                  </a:lnTo>
                  <a:lnTo>
                    <a:pt x="129028" y="1729943"/>
                  </a:lnTo>
                  <a:lnTo>
                    <a:pt x="129884" y="1727086"/>
                  </a:lnTo>
                  <a:lnTo>
                    <a:pt x="130739" y="1701407"/>
                  </a:lnTo>
                  <a:lnTo>
                    <a:pt x="131595" y="1723974"/>
                  </a:lnTo>
                  <a:lnTo>
                    <a:pt x="132450" y="1683562"/>
                  </a:lnTo>
                  <a:lnTo>
                    <a:pt x="133306" y="1704503"/>
                  </a:lnTo>
                  <a:lnTo>
                    <a:pt x="134161" y="1684907"/>
                  </a:lnTo>
                  <a:lnTo>
                    <a:pt x="135017" y="1700163"/>
                  </a:lnTo>
                  <a:lnTo>
                    <a:pt x="135872" y="1698270"/>
                  </a:lnTo>
                  <a:lnTo>
                    <a:pt x="136728" y="1664995"/>
                  </a:lnTo>
                  <a:lnTo>
                    <a:pt x="137583" y="1657100"/>
                  </a:lnTo>
                  <a:lnTo>
                    <a:pt x="138439" y="1592623"/>
                  </a:lnTo>
                  <a:lnTo>
                    <a:pt x="139294" y="1624989"/>
                  </a:lnTo>
                  <a:lnTo>
                    <a:pt x="140150" y="1647006"/>
                  </a:lnTo>
                  <a:lnTo>
                    <a:pt x="141005" y="1618182"/>
                  </a:lnTo>
                  <a:lnTo>
                    <a:pt x="141861" y="1646563"/>
                  </a:lnTo>
                  <a:lnTo>
                    <a:pt x="142716" y="1643208"/>
                  </a:lnTo>
                  <a:lnTo>
                    <a:pt x="143572" y="1683897"/>
                  </a:lnTo>
                  <a:lnTo>
                    <a:pt x="144428" y="1686384"/>
                  </a:lnTo>
                  <a:lnTo>
                    <a:pt x="145283" y="1668168"/>
                  </a:lnTo>
                  <a:lnTo>
                    <a:pt x="146139" y="1710830"/>
                  </a:lnTo>
                  <a:lnTo>
                    <a:pt x="146994" y="1622271"/>
                  </a:lnTo>
                  <a:lnTo>
                    <a:pt x="147850" y="1657112"/>
                  </a:lnTo>
                  <a:lnTo>
                    <a:pt x="148705" y="1644645"/>
                  </a:lnTo>
                  <a:lnTo>
                    <a:pt x="149561" y="1608748"/>
                  </a:lnTo>
                  <a:lnTo>
                    <a:pt x="150416" y="1640067"/>
                  </a:lnTo>
                  <a:lnTo>
                    <a:pt x="151272" y="1611728"/>
                  </a:lnTo>
                  <a:lnTo>
                    <a:pt x="152127" y="1610121"/>
                  </a:lnTo>
                  <a:lnTo>
                    <a:pt x="152983" y="1588124"/>
                  </a:lnTo>
                  <a:lnTo>
                    <a:pt x="153838" y="1568227"/>
                  </a:lnTo>
                  <a:lnTo>
                    <a:pt x="154694" y="1589676"/>
                  </a:lnTo>
                  <a:lnTo>
                    <a:pt x="155549" y="1610469"/>
                  </a:lnTo>
                  <a:lnTo>
                    <a:pt x="156405" y="1555370"/>
                  </a:lnTo>
                  <a:lnTo>
                    <a:pt x="157260" y="1597761"/>
                  </a:lnTo>
                  <a:lnTo>
                    <a:pt x="158116" y="1552287"/>
                  </a:lnTo>
                  <a:lnTo>
                    <a:pt x="158971" y="1593010"/>
                  </a:lnTo>
                  <a:lnTo>
                    <a:pt x="159827" y="1598219"/>
                  </a:lnTo>
                  <a:lnTo>
                    <a:pt x="160683" y="1596311"/>
                  </a:lnTo>
                  <a:lnTo>
                    <a:pt x="161538" y="1596495"/>
                  </a:lnTo>
                  <a:lnTo>
                    <a:pt x="162394" y="1594050"/>
                  </a:lnTo>
                  <a:lnTo>
                    <a:pt x="163249" y="1663670"/>
                  </a:lnTo>
                  <a:lnTo>
                    <a:pt x="164105" y="1625158"/>
                  </a:lnTo>
                  <a:lnTo>
                    <a:pt x="164960" y="1595901"/>
                  </a:lnTo>
                  <a:lnTo>
                    <a:pt x="165816" y="1599554"/>
                  </a:lnTo>
                  <a:lnTo>
                    <a:pt x="166671" y="1651065"/>
                  </a:lnTo>
                  <a:lnTo>
                    <a:pt x="167527" y="1659031"/>
                  </a:lnTo>
                  <a:lnTo>
                    <a:pt x="168382" y="1667775"/>
                  </a:lnTo>
                  <a:lnTo>
                    <a:pt x="169238" y="1619493"/>
                  </a:lnTo>
                  <a:lnTo>
                    <a:pt x="170093" y="1674902"/>
                  </a:lnTo>
                  <a:lnTo>
                    <a:pt x="170949" y="1676527"/>
                  </a:lnTo>
                  <a:lnTo>
                    <a:pt x="171804" y="1664606"/>
                  </a:lnTo>
                  <a:lnTo>
                    <a:pt x="172660" y="1661583"/>
                  </a:lnTo>
                  <a:lnTo>
                    <a:pt x="173515" y="1656194"/>
                  </a:lnTo>
                  <a:lnTo>
                    <a:pt x="174371" y="1702142"/>
                  </a:lnTo>
                  <a:lnTo>
                    <a:pt x="175227" y="1704619"/>
                  </a:lnTo>
                  <a:lnTo>
                    <a:pt x="176082" y="1665297"/>
                  </a:lnTo>
                  <a:lnTo>
                    <a:pt x="176938" y="1663939"/>
                  </a:lnTo>
                  <a:lnTo>
                    <a:pt x="177793" y="1681349"/>
                  </a:lnTo>
                  <a:lnTo>
                    <a:pt x="178649" y="1679970"/>
                  </a:lnTo>
                  <a:lnTo>
                    <a:pt x="179504" y="1691955"/>
                  </a:lnTo>
                  <a:lnTo>
                    <a:pt x="180360" y="1711327"/>
                  </a:lnTo>
                  <a:lnTo>
                    <a:pt x="181215" y="1705322"/>
                  </a:lnTo>
                  <a:lnTo>
                    <a:pt x="182071" y="1717464"/>
                  </a:lnTo>
                  <a:lnTo>
                    <a:pt x="182926" y="1712993"/>
                  </a:lnTo>
                  <a:lnTo>
                    <a:pt x="183782" y="1674031"/>
                  </a:lnTo>
                  <a:lnTo>
                    <a:pt x="184637" y="1687805"/>
                  </a:lnTo>
                  <a:lnTo>
                    <a:pt x="185493" y="1638867"/>
                  </a:lnTo>
                  <a:lnTo>
                    <a:pt x="186348" y="1661256"/>
                  </a:lnTo>
                  <a:lnTo>
                    <a:pt x="187204" y="1632593"/>
                  </a:lnTo>
                  <a:lnTo>
                    <a:pt x="188059" y="1646179"/>
                  </a:lnTo>
                  <a:lnTo>
                    <a:pt x="188915" y="1703064"/>
                  </a:lnTo>
                  <a:lnTo>
                    <a:pt x="189770" y="1715069"/>
                  </a:lnTo>
                  <a:lnTo>
                    <a:pt x="190626" y="1745905"/>
                  </a:lnTo>
                  <a:lnTo>
                    <a:pt x="191482" y="1719121"/>
                  </a:lnTo>
                  <a:lnTo>
                    <a:pt x="192337" y="1702766"/>
                  </a:lnTo>
                  <a:lnTo>
                    <a:pt x="193193" y="1683736"/>
                  </a:lnTo>
                  <a:lnTo>
                    <a:pt x="194048" y="1685953"/>
                  </a:lnTo>
                  <a:lnTo>
                    <a:pt x="194904" y="1710938"/>
                  </a:lnTo>
                  <a:lnTo>
                    <a:pt x="195759" y="1672235"/>
                  </a:lnTo>
                  <a:lnTo>
                    <a:pt x="196615" y="1644105"/>
                  </a:lnTo>
                  <a:lnTo>
                    <a:pt x="197470" y="1647485"/>
                  </a:lnTo>
                  <a:lnTo>
                    <a:pt x="198326" y="1585132"/>
                  </a:lnTo>
                  <a:lnTo>
                    <a:pt x="199181" y="1565483"/>
                  </a:lnTo>
                  <a:lnTo>
                    <a:pt x="200037" y="1529983"/>
                  </a:lnTo>
                  <a:lnTo>
                    <a:pt x="200892" y="1553759"/>
                  </a:lnTo>
                  <a:lnTo>
                    <a:pt x="201748" y="1528979"/>
                  </a:lnTo>
                  <a:lnTo>
                    <a:pt x="202603" y="1508185"/>
                  </a:lnTo>
                  <a:lnTo>
                    <a:pt x="203459" y="1552716"/>
                  </a:lnTo>
                  <a:lnTo>
                    <a:pt x="204314" y="1530023"/>
                  </a:lnTo>
                  <a:lnTo>
                    <a:pt x="205170" y="1536232"/>
                  </a:lnTo>
                  <a:lnTo>
                    <a:pt x="206025" y="1535503"/>
                  </a:lnTo>
                  <a:lnTo>
                    <a:pt x="206881" y="1541660"/>
                  </a:lnTo>
                  <a:lnTo>
                    <a:pt x="207737" y="1612728"/>
                  </a:lnTo>
                  <a:lnTo>
                    <a:pt x="208592" y="1604791"/>
                  </a:lnTo>
                  <a:lnTo>
                    <a:pt x="209448" y="1644611"/>
                  </a:lnTo>
                  <a:lnTo>
                    <a:pt x="210303" y="1644654"/>
                  </a:lnTo>
                  <a:lnTo>
                    <a:pt x="211159" y="1655747"/>
                  </a:lnTo>
                  <a:lnTo>
                    <a:pt x="212014" y="1667134"/>
                  </a:lnTo>
                  <a:lnTo>
                    <a:pt x="212870" y="1694350"/>
                  </a:lnTo>
                  <a:lnTo>
                    <a:pt x="213725" y="1721836"/>
                  </a:lnTo>
                  <a:lnTo>
                    <a:pt x="214581" y="1735361"/>
                  </a:lnTo>
                  <a:lnTo>
                    <a:pt x="215436" y="1734515"/>
                  </a:lnTo>
                  <a:lnTo>
                    <a:pt x="216292" y="1748720"/>
                  </a:lnTo>
                  <a:lnTo>
                    <a:pt x="217147" y="1733978"/>
                  </a:lnTo>
                  <a:lnTo>
                    <a:pt x="218003" y="1721293"/>
                  </a:lnTo>
                  <a:lnTo>
                    <a:pt x="218858" y="1730833"/>
                  </a:lnTo>
                  <a:lnTo>
                    <a:pt x="219714" y="1725331"/>
                  </a:lnTo>
                  <a:lnTo>
                    <a:pt x="220569" y="1731921"/>
                  </a:lnTo>
                  <a:lnTo>
                    <a:pt x="221425" y="1726995"/>
                  </a:lnTo>
                  <a:lnTo>
                    <a:pt x="222281" y="1773086"/>
                  </a:lnTo>
                  <a:lnTo>
                    <a:pt x="223136" y="1771725"/>
                  </a:lnTo>
                  <a:lnTo>
                    <a:pt x="223992" y="1748257"/>
                  </a:lnTo>
                  <a:lnTo>
                    <a:pt x="224847" y="1725683"/>
                  </a:lnTo>
                  <a:lnTo>
                    <a:pt x="225703" y="1729201"/>
                  </a:lnTo>
                  <a:lnTo>
                    <a:pt x="226558" y="1781132"/>
                  </a:lnTo>
                  <a:lnTo>
                    <a:pt x="227414" y="1785268"/>
                  </a:lnTo>
                  <a:lnTo>
                    <a:pt x="228269" y="1732570"/>
                  </a:lnTo>
                  <a:lnTo>
                    <a:pt x="229125" y="1691293"/>
                  </a:lnTo>
                  <a:lnTo>
                    <a:pt x="229980" y="1760232"/>
                  </a:lnTo>
                  <a:lnTo>
                    <a:pt x="230836" y="1769625"/>
                  </a:lnTo>
                  <a:lnTo>
                    <a:pt x="231691" y="1749397"/>
                  </a:lnTo>
                  <a:lnTo>
                    <a:pt x="232547" y="1728380"/>
                  </a:lnTo>
                  <a:lnTo>
                    <a:pt x="233402" y="1743491"/>
                  </a:lnTo>
                  <a:lnTo>
                    <a:pt x="234258" y="1762546"/>
                  </a:lnTo>
                  <a:lnTo>
                    <a:pt x="235113" y="1751204"/>
                  </a:lnTo>
                  <a:lnTo>
                    <a:pt x="235969" y="1766661"/>
                  </a:lnTo>
                  <a:lnTo>
                    <a:pt x="236824" y="1746655"/>
                  </a:lnTo>
                  <a:lnTo>
                    <a:pt x="237680" y="1728958"/>
                  </a:lnTo>
                  <a:lnTo>
                    <a:pt x="238536" y="1734681"/>
                  </a:lnTo>
                  <a:lnTo>
                    <a:pt x="239391" y="1726873"/>
                  </a:lnTo>
                  <a:lnTo>
                    <a:pt x="240247" y="1779061"/>
                  </a:lnTo>
                  <a:lnTo>
                    <a:pt x="241102" y="1754406"/>
                  </a:lnTo>
                  <a:lnTo>
                    <a:pt x="241958" y="1782092"/>
                  </a:lnTo>
                  <a:lnTo>
                    <a:pt x="242813" y="1771726"/>
                  </a:lnTo>
                  <a:lnTo>
                    <a:pt x="243669" y="1771011"/>
                  </a:lnTo>
                  <a:lnTo>
                    <a:pt x="244524" y="1734495"/>
                  </a:lnTo>
                  <a:lnTo>
                    <a:pt x="245380" y="1722322"/>
                  </a:lnTo>
                  <a:lnTo>
                    <a:pt x="246235" y="1713267"/>
                  </a:lnTo>
                  <a:lnTo>
                    <a:pt x="247091" y="1696174"/>
                  </a:lnTo>
                  <a:lnTo>
                    <a:pt x="247946" y="1696416"/>
                  </a:lnTo>
                  <a:lnTo>
                    <a:pt x="248802" y="1659068"/>
                  </a:lnTo>
                  <a:lnTo>
                    <a:pt x="249657" y="1703495"/>
                  </a:lnTo>
                  <a:lnTo>
                    <a:pt x="250513" y="1691552"/>
                  </a:lnTo>
                  <a:lnTo>
                    <a:pt x="251368" y="1723196"/>
                  </a:lnTo>
                  <a:lnTo>
                    <a:pt x="252224" y="1663724"/>
                  </a:lnTo>
                  <a:lnTo>
                    <a:pt x="253079" y="1604129"/>
                  </a:lnTo>
                  <a:lnTo>
                    <a:pt x="253935" y="1607764"/>
                  </a:lnTo>
                  <a:lnTo>
                    <a:pt x="254791" y="1576458"/>
                  </a:lnTo>
                  <a:lnTo>
                    <a:pt x="255646" y="1590459"/>
                  </a:lnTo>
                  <a:lnTo>
                    <a:pt x="256502" y="1582261"/>
                  </a:lnTo>
                  <a:lnTo>
                    <a:pt x="257357" y="1561462"/>
                  </a:lnTo>
                  <a:lnTo>
                    <a:pt x="258213" y="1581828"/>
                  </a:lnTo>
                  <a:lnTo>
                    <a:pt x="259068" y="1562865"/>
                  </a:lnTo>
                  <a:lnTo>
                    <a:pt x="259924" y="1549203"/>
                  </a:lnTo>
                  <a:lnTo>
                    <a:pt x="260779" y="1562861"/>
                  </a:lnTo>
                  <a:lnTo>
                    <a:pt x="261635" y="1510901"/>
                  </a:lnTo>
                  <a:lnTo>
                    <a:pt x="262490" y="1532233"/>
                  </a:lnTo>
                  <a:lnTo>
                    <a:pt x="263346" y="1542247"/>
                  </a:lnTo>
                  <a:lnTo>
                    <a:pt x="264201" y="1470061"/>
                  </a:lnTo>
                  <a:lnTo>
                    <a:pt x="265057" y="1458595"/>
                  </a:lnTo>
                  <a:lnTo>
                    <a:pt x="265912" y="1442997"/>
                  </a:lnTo>
                  <a:lnTo>
                    <a:pt x="266768" y="1432514"/>
                  </a:lnTo>
                  <a:lnTo>
                    <a:pt x="267623" y="1487842"/>
                  </a:lnTo>
                  <a:lnTo>
                    <a:pt x="268479" y="1432499"/>
                  </a:lnTo>
                  <a:lnTo>
                    <a:pt x="269335" y="1466826"/>
                  </a:lnTo>
                  <a:lnTo>
                    <a:pt x="270190" y="1570118"/>
                  </a:lnTo>
                  <a:lnTo>
                    <a:pt x="271046" y="1560453"/>
                  </a:lnTo>
                  <a:lnTo>
                    <a:pt x="271901" y="1526266"/>
                  </a:lnTo>
                  <a:lnTo>
                    <a:pt x="272757" y="1503727"/>
                  </a:lnTo>
                  <a:lnTo>
                    <a:pt x="273612" y="1609371"/>
                  </a:lnTo>
                  <a:lnTo>
                    <a:pt x="274468" y="1589386"/>
                  </a:lnTo>
                  <a:lnTo>
                    <a:pt x="275323" y="1619323"/>
                  </a:lnTo>
                  <a:lnTo>
                    <a:pt x="276179" y="1655610"/>
                  </a:lnTo>
                  <a:lnTo>
                    <a:pt x="277034" y="1695525"/>
                  </a:lnTo>
                  <a:lnTo>
                    <a:pt x="277890" y="1748962"/>
                  </a:lnTo>
                  <a:lnTo>
                    <a:pt x="278745" y="1721907"/>
                  </a:lnTo>
                  <a:lnTo>
                    <a:pt x="279601" y="1729703"/>
                  </a:lnTo>
                  <a:lnTo>
                    <a:pt x="280456" y="1723673"/>
                  </a:lnTo>
                  <a:lnTo>
                    <a:pt x="281312" y="1715938"/>
                  </a:lnTo>
                  <a:lnTo>
                    <a:pt x="282167" y="1734364"/>
                  </a:lnTo>
                  <a:lnTo>
                    <a:pt x="283023" y="1715040"/>
                  </a:lnTo>
                  <a:lnTo>
                    <a:pt x="283878" y="1722487"/>
                  </a:lnTo>
                  <a:lnTo>
                    <a:pt x="284734" y="1710787"/>
                  </a:lnTo>
                  <a:lnTo>
                    <a:pt x="285590" y="1726954"/>
                  </a:lnTo>
                  <a:lnTo>
                    <a:pt x="286445" y="1739232"/>
                  </a:lnTo>
                  <a:lnTo>
                    <a:pt x="287301" y="1729325"/>
                  </a:lnTo>
                  <a:lnTo>
                    <a:pt x="288156" y="1743820"/>
                  </a:lnTo>
                  <a:lnTo>
                    <a:pt x="289012" y="1737052"/>
                  </a:lnTo>
                  <a:lnTo>
                    <a:pt x="289867" y="1710415"/>
                  </a:lnTo>
                  <a:lnTo>
                    <a:pt x="290723" y="1716556"/>
                  </a:lnTo>
                  <a:lnTo>
                    <a:pt x="291578" y="1724166"/>
                  </a:lnTo>
                  <a:lnTo>
                    <a:pt x="292434" y="1738293"/>
                  </a:lnTo>
                  <a:lnTo>
                    <a:pt x="293289" y="1739123"/>
                  </a:lnTo>
                  <a:lnTo>
                    <a:pt x="294145" y="1762781"/>
                  </a:lnTo>
                  <a:lnTo>
                    <a:pt x="295000" y="1803130"/>
                  </a:lnTo>
                  <a:lnTo>
                    <a:pt x="295856" y="1760127"/>
                  </a:lnTo>
                  <a:lnTo>
                    <a:pt x="296711" y="1732617"/>
                  </a:lnTo>
                  <a:lnTo>
                    <a:pt x="297567" y="1718333"/>
                  </a:lnTo>
                  <a:lnTo>
                    <a:pt x="298422" y="1720972"/>
                  </a:lnTo>
                  <a:lnTo>
                    <a:pt x="299278" y="1796773"/>
                  </a:lnTo>
                  <a:lnTo>
                    <a:pt x="300133" y="1790798"/>
                  </a:lnTo>
                  <a:lnTo>
                    <a:pt x="300989" y="1732820"/>
                  </a:lnTo>
                  <a:lnTo>
                    <a:pt x="301845" y="1726773"/>
                  </a:lnTo>
                  <a:lnTo>
                    <a:pt x="302700" y="1672875"/>
                  </a:lnTo>
                  <a:lnTo>
                    <a:pt x="303556" y="1745922"/>
                  </a:lnTo>
                  <a:lnTo>
                    <a:pt x="304411" y="1719627"/>
                  </a:lnTo>
                  <a:lnTo>
                    <a:pt x="305267" y="1695654"/>
                  </a:lnTo>
                  <a:lnTo>
                    <a:pt x="306122" y="1701320"/>
                  </a:lnTo>
                  <a:lnTo>
                    <a:pt x="306978" y="1711496"/>
                  </a:lnTo>
                  <a:lnTo>
                    <a:pt x="307833" y="1745535"/>
                  </a:lnTo>
                  <a:lnTo>
                    <a:pt x="308689" y="1757902"/>
                  </a:lnTo>
                  <a:lnTo>
                    <a:pt x="309544" y="1797626"/>
                  </a:lnTo>
                  <a:lnTo>
                    <a:pt x="310400" y="1771260"/>
                  </a:lnTo>
                  <a:lnTo>
                    <a:pt x="311255" y="1736952"/>
                  </a:lnTo>
                  <a:lnTo>
                    <a:pt x="312111" y="1754661"/>
                  </a:lnTo>
                  <a:lnTo>
                    <a:pt x="312966" y="1747617"/>
                  </a:lnTo>
                  <a:lnTo>
                    <a:pt x="313822" y="1752515"/>
                  </a:lnTo>
                  <a:lnTo>
                    <a:pt x="314677" y="1760611"/>
                  </a:lnTo>
                  <a:lnTo>
                    <a:pt x="315533" y="1752941"/>
                  </a:lnTo>
                  <a:lnTo>
                    <a:pt x="316389" y="1747841"/>
                  </a:lnTo>
                  <a:lnTo>
                    <a:pt x="317244" y="1747575"/>
                  </a:lnTo>
                  <a:lnTo>
                    <a:pt x="318100" y="1710428"/>
                  </a:lnTo>
                  <a:lnTo>
                    <a:pt x="318955" y="1744627"/>
                  </a:lnTo>
                  <a:lnTo>
                    <a:pt x="319811" y="1720711"/>
                  </a:lnTo>
                  <a:lnTo>
                    <a:pt x="320666" y="1724277"/>
                  </a:lnTo>
                  <a:lnTo>
                    <a:pt x="321522" y="1697394"/>
                  </a:lnTo>
                  <a:lnTo>
                    <a:pt x="322377" y="1675886"/>
                  </a:lnTo>
                  <a:lnTo>
                    <a:pt x="323233" y="1699585"/>
                  </a:lnTo>
                  <a:lnTo>
                    <a:pt x="324088" y="1655784"/>
                  </a:lnTo>
                  <a:lnTo>
                    <a:pt x="324944" y="1644067"/>
                  </a:lnTo>
                  <a:lnTo>
                    <a:pt x="325799" y="1592627"/>
                  </a:lnTo>
                  <a:lnTo>
                    <a:pt x="326655" y="1667889"/>
                  </a:lnTo>
                  <a:lnTo>
                    <a:pt x="327510" y="1685162"/>
                  </a:lnTo>
                  <a:lnTo>
                    <a:pt x="328366" y="1669258"/>
                  </a:lnTo>
                  <a:lnTo>
                    <a:pt x="329221" y="1639689"/>
                  </a:lnTo>
                  <a:lnTo>
                    <a:pt x="330077" y="1647551"/>
                  </a:lnTo>
                  <a:lnTo>
                    <a:pt x="330932" y="1658399"/>
                  </a:lnTo>
                  <a:lnTo>
                    <a:pt x="331788" y="1701198"/>
                  </a:lnTo>
                  <a:lnTo>
                    <a:pt x="332644" y="1689997"/>
                  </a:lnTo>
                  <a:lnTo>
                    <a:pt x="333499" y="1687059"/>
                  </a:lnTo>
                  <a:lnTo>
                    <a:pt x="334355" y="1669164"/>
                  </a:lnTo>
                  <a:lnTo>
                    <a:pt x="335210" y="1686514"/>
                  </a:lnTo>
                  <a:lnTo>
                    <a:pt x="336066" y="1718810"/>
                  </a:lnTo>
                  <a:lnTo>
                    <a:pt x="336921" y="1713330"/>
                  </a:lnTo>
                  <a:lnTo>
                    <a:pt x="337777" y="1717301"/>
                  </a:lnTo>
                  <a:lnTo>
                    <a:pt x="338632" y="1733914"/>
                  </a:lnTo>
                  <a:lnTo>
                    <a:pt x="339488" y="1737537"/>
                  </a:lnTo>
                  <a:lnTo>
                    <a:pt x="340343" y="1733451"/>
                  </a:lnTo>
                  <a:lnTo>
                    <a:pt x="341199" y="1726069"/>
                  </a:lnTo>
                  <a:lnTo>
                    <a:pt x="342054" y="1710666"/>
                  </a:lnTo>
                  <a:lnTo>
                    <a:pt x="342910" y="1659339"/>
                  </a:lnTo>
                  <a:lnTo>
                    <a:pt x="343765" y="1652192"/>
                  </a:lnTo>
                  <a:lnTo>
                    <a:pt x="344621" y="1652510"/>
                  </a:lnTo>
                  <a:lnTo>
                    <a:pt x="345476" y="1643469"/>
                  </a:lnTo>
                  <a:lnTo>
                    <a:pt x="346332" y="1631913"/>
                  </a:lnTo>
                  <a:lnTo>
                    <a:pt x="347187" y="1595783"/>
                  </a:lnTo>
                  <a:lnTo>
                    <a:pt x="348043" y="1628734"/>
                  </a:lnTo>
                  <a:lnTo>
                    <a:pt x="348899" y="1659717"/>
                  </a:lnTo>
                  <a:lnTo>
                    <a:pt x="349754" y="1642353"/>
                  </a:lnTo>
                  <a:lnTo>
                    <a:pt x="350610" y="1621848"/>
                  </a:lnTo>
                  <a:lnTo>
                    <a:pt x="351465" y="1605137"/>
                  </a:lnTo>
                  <a:lnTo>
                    <a:pt x="352321" y="1658628"/>
                  </a:lnTo>
                  <a:lnTo>
                    <a:pt x="353176" y="1703421"/>
                  </a:lnTo>
                  <a:lnTo>
                    <a:pt x="354032" y="1718168"/>
                  </a:lnTo>
                  <a:lnTo>
                    <a:pt x="354887" y="1724756"/>
                  </a:lnTo>
                  <a:lnTo>
                    <a:pt x="355743" y="1692290"/>
                  </a:lnTo>
                  <a:lnTo>
                    <a:pt x="356598" y="1707283"/>
                  </a:lnTo>
                  <a:lnTo>
                    <a:pt x="357454" y="1690722"/>
                  </a:lnTo>
                  <a:lnTo>
                    <a:pt x="358309" y="1643403"/>
                  </a:lnTo>
                  <a:lnTo>
                    <a:pt x="359165" y="1638449"/>
                  </a:lnTo>
                  <a:lnTo>
                    <a:pt x="360020" y="1628577"/>
                  </a:lnTo>
                  <a:lnTo>
                    <a:pt x="360876" y="1696243"/>
                  </a:lnTo>
                  <a:lnTo>
                    <a:pt x="361731" y="1716619"/>
                  </a:lnTo>
                  <a:lnTo>
                    <a:pt x="362587" y="1666351"/>
                  </a:lnTo>
                  <a:lnTo>
                    <a:pt x="363442" y="1668623"/>
                  </a:lnTo>
                  <a:lnTo>
                    <a:pt x="364298" y="1607455"/>
                  </a:lnTo>
                  <a:lnTo>
                    <a:pt x="365154" y="1621141"/>
                  </a:lnTo>
                  <a:lnTo>
                    <a:pt x="366009" y="1608940"/>
                  </a:lnTo>
                  <a:lnTo>
                    <a:pt x="366865" y="1606051"/>
                  </a:lnTo>
                  <a:lnTo>
                    <a:pt x="367720" y="1676911"/>
                  </a:lnTo>
                  <a:lnTo>
                    <a:pt x="368576" y="1689165"/>
                  </a:lnTo>
                  <a:lnTo>
                    <a:pt x="369431" y="1715402"/>
                  </a:lnTo>
                  <a:lnTo>
                    <a:pt x="370287" y="1732774"/>
                  </a:lnTo>
                  <a:lnTo>
                    <a:pt x="371142" y="1683772"/>
                  </a:lnTo>
                  <a:lnTo>
                    <a:pt x="371998" y="1731250"/>
                  </a:lnTo>
                  <a:lnTo>
                    <a:pt x="372853" y="1763131"/>
                  </a:lnTo>
                  <a:lnTo>
                    <a:pt x="373709" y="1733581"/>
                  </a:lnTo>
                  <a:lnTo>
                    <a:pt x="374564" y="1722221"/>
                  </a:lnTo>
                  <a:lnTo>
                    <a:pt x="375420" y="1672818"/>
                  </a:lnTo>
                  <a:lnTo>
                    <a:pt x="376275" y="1755524"/>
                  </a:lnTo>
                  <a:lnTo>
                    <a:pt x="377131" y="1678746"/>
                  </a:lnTo>
                  <a:lnTo>
                    <a:pt x="377986" y="1672337"/>
                  </a:lnTo>
                  <a:lnTo>
                    <a:pt x="378842" y="1649579"/>
                  </a:lnTo>
                  <a:lnTo>
                    <a:pt x="379698" y="1602071"/>
                  </a:lnTo>
                  <a:lnTo>
                    <a:pt x="380553" y="1611792"/>
                  </a:lnTo>
                  <a:lnTo>
                    <a:pt x="381409" y="1571234"/>
                  </a:lnTo>
                  <a:lnTo>
                    <a:pt x="382264" y="1527191"/>
                  </a:lnTo>
                  <a:lnTo>
                    <a:pt x="383120" y="1559776"/>
                  </a:lnTo>
                  <a:lnTo>
                    <a:pt x="383975" y="1572778"/>
                  </a:lnTo>
                  <a:lnTo>
                    <a:pt x="384831" y="1598774"/>
                  </a:lnTo>
                  <a:lnTo>
                    <a:pt x="385686" y="1551907"/>
                  </a:lnTo>
                  <a:lnTo>
                    <a:pt x="386542" y="1567299"/>
                  </a:lnTo>
                  <a:lnTo>
                    <a:pt x="387397" y="1602404"/>
                  </a:lnTo>
                  <a:lnTo>
                    <a:pt x="388253" y="1613051"/>
                  </a:lnTo>
                  <a:lnTo>
                    <a:pt x="389108" y="1570508"/>
                  </a:lnTo>
                  <a:lnTo>
                    <a:pt x="389964" y="1521556"/>
                  </a:lnTo>
                  <a:lnTo>
                    <a:pt x="390819" y="1553017"/>
                  </a:lnTo>
                  <a:lnTo>
                    <a:pt x="391675" y="1541515"/>
                  </a:lnTo>
                  <a:lnTo>
                    <a:pt x="392530" y="1601967"/>
                  </a:lnTo>
                  <a:lnTo>
                    <a:pt x="393386" y="1590489"/>
                  </a:lnTo>
                  <a:lnTo>
                    <a:pt x="394241" y="1607263"/>
                  </a:lnTo>
                  <a:lnTo>
                    <a:pt x="395097" y="1655706"/>
                  </a:lnTo>
                  <a:lnTo>
                    <a:pt x="395953" y="1661034"/>
                  </a:lnTo>
                  <a:lnTo>
                    <a:pt x="396808" y="1687490"/>
                  </a:lnTo>
                  <a:lnTo>
                    <a:pt x="397664" y="1706722"/>
                  </a:lnTo>
                  <a:lnTo>
                    <a:pt x="398519" y="1730887"/>
                  </a:lnTo>
                  <a:lnTo>
                    <a:pt x="399375" y="1719217"/>
                  </a:lnTo>
                  <a:lnTo>
                    <a:pt x="400230" y="1702726"/>
                  </a:lnTo>
                  <a:lnTo>
                    <a:pt x="401086" y="1733988"/>
                  </a:lnTo>
                  <a:lnTo>
                    <a:pt x="401941" y="1676280"/>
                  </a:lnTo>
                  <a:lnTo>
                    <a:pt x="402797" y="1703502"/>
                  </a:lnTo>
                  <a:lnTo>
                    <a:pt x="403652" y="1744616"/>
                  </a:lnTo>
                  <a:lnTo>
                    <a:pt x="404508" y="1728505"/>
                  </a:lnTo>
                  <a:lnTo>
                    <a:pt x="405363" y="1726092"/>
                  </a:lnTo>
                  <a:lnTo>
                    <a:pt x="406219" y="1729406"/>
                  </a:lnTo>
                  <a:lnTo>
                    <a:pt x="407074" y="1694547"/>
                  </a:lnTo>
                  <a:lnTo>
                    <a:pt x="407930" y="1696774"/>
                  </a:lnTo>
                  <a:lnTo>
                    <a:pt x="408785" y="1626950"/>
                  </a:lnTo>
                  <a:lnTo>
                    <a:pt x="409641" y="1582532"/>
                  </a:lnTo>
                  <a:lnTo>
                    <a:pt x="410496" y="1601273"/>
                  </a:lnTo>
                  <a:lnTo>
                    <a:pt x="411352" y="1605010"/>
                  </a:lnTo>
                  <a:lnTo>
                    <a:pt x="412208" y="1595680"/>
                  </a:lnTo>
                  <a:lnTo>
                    <a:pt x="413063" y="1667457"/>
                  </a:lnTo>
                  <a:lnTo>
                    <a:pt x="413919" y="1656018"/>
                  </a:lnTo>
                  <a:lnTo>
                    <a:pt x="414774" y="1671258"/>
                  </a:lnTo>
                  <a:lnTo>
                    <a:pt x="415630" y="1633408"/>
                  </a:lnTo>
                  <a:lnTo>
                    <a:pt x="416485" y="1643528"/>
                  </a:lnTo>
                  <a:lnTo>
                    <a:pt x="417341" y="1634882"/>
                  </a:lnTo>
                  <a:lnTo>
                    <a:pt x="418196" y="1587679"/>
                  </a:lnTo>
                  <a:lnTo>
                    <a:pt x="419052" y="1633509"/>
                  </a:lnTo>
                  <a:lnTo>
                    <a:pt x="419907" y="1608800"/>
                  </a:lnTo>
                  <a:lnTo>
                    <a:pt x="420763" y="1644926"/>
                  </a:lnTo>
                  <a:lnTo>
                    <a:pt x="421618" y="1654627"/>
                  </a:lnTo>
                  <a:lnTo>
                    <a:pt x="422474" y="1582188"/>
                  </a:lnTo>
                  <a:lnTo>
                    <a:pt x="423329" y="1677292"/>
                  </a:lnTo>
                  <a:lnTo>
                    <a:pt x="424185" y="1648339"/>
                  </a:lnTo>
                  <a:lnTo>
                    <a:pt x="425040" y="1631991"/>
                  </a:lnTo>
                  <a:lnTo>
                    <a:pt x="425896" y="1702627"/>
                  </a:lnTo>
                  <a:lnTo>
                    <a:pt x="426752" y="1580669"/>
                  </a:lnTo>
                  <a:lnTo>
                    <a:pt x="427607" y="1571259"/>
                  </a:lnTo>
                  <a:lnTo>
                    <a:pt x="428463" y="1577372"/>
                  </a:lnTo>
                  <a:lnTo>
                    <a:pt x="429318" y="1507205"/>
                  </a:lnTo>
                  <a:lnTo>
                    <a:pt x="430174" y="1544387"/>
                  </a:lnTo>
                  <a:lnTo>
                    <a:pt x="431029" y="1516524"/>
                  </a:lnTo>
                  <a:lnTo>
                    <a:pt x="431885" y="1467502"/>
                  </a:lnTo>
                  <a:lnTo>
                    <a:pt x="432740" y="1455303"/>
                  </a:lnTo>
                  <a:lnTo>
                    <a:pt x="433596" y="1420406"/>
                  </a:lnTo>
                  <a:lnTo>
                    <a:pt x="434451" y="1493156"/>
                  </a:lnTo>
                  <a:lnTo>
                    <a:pt x="435307" y="1480613"/>
                  </a:lnTo>
                  <a:lnTo>
                    <a:pt x="436162" y="1495493"/>
                  </a:lnTo>
                  <a:lnTo>
                    <a:pt x="437018" y="1619638"/>
                  </a:lnTo>
                  <a:lnTo>
                    <a:pt x="437873" y="1569731"/>
                  </a:lnTo>
                  <a:lnTo>
                    <a:pt x="438729" y="1553400"/>
                  </a:lnTo>
                  <a:lnTo>
                    <a:pt x="439584" y="1476475"/>
                  </a:lnTo>
                  <a:lnTo>
                    <a:pt x="440440" y="1430808"/>
                  </a:lnTo>
                  <a:lnTo>
                    <a:pt x="441295" y="1459106"/>
                  </a:lnTo>
                  <a:lnTo>
                    <a:pt x="442151" y="1427851"/>
                  </a:lnTo>
                  <a:lnTo>
                    <a:pt x="443007" y="1418961"/>
                  </a:lnTo>
                  <a:lnTo>
                    <a:pt x="443862" y="1400043"/>
                  </a:lnTo>
                  <a:lnTo>
                    <a:pt x="444718" y="1413419"/>
                  </a:lnTo>
                  <a:lnTo>
                    <a:pt x="445573" y="1504250"/>
                  </a:lnTo>
                  <a:lnTo>
                    <a:pt x="446429" y="1483696"/>
                  </a:lnTo>
                  <a:lnTo>
                    <a:pt x="447284" y="1512533"/>
                  </a:lnTo>
                  <a:lnTo>
                    <a:pt x="448140" y="1470390"/>
                  </a:lnTo>
                  <a:lnTo>
                    <a:pt x="448995" y="1450722"/>
                  </a:lnTo>
                  <a:lnTo>
                    <a:pt x="449851" y="1490531"/>
                  </a:lnTo>
                  <a:lnTo>
                    <a:pt x="450706" y="1474558"/>
                  </a:lnTo>
                  <a:lnTo>
                    <a:pt x="451562" y="1565540"/>
                  </a:lnTo>
                  <a:lnTo>
                    <a:pt x="452417" y="1620936"/>
                  </a:lnTo>
                  <a:lnTo>
                    <a:pt x="453273" y="1605568"/>
                  </a:lnTo>
                  <a:lnTo>
                    <a:pt x="454128" y="1555253"/>
                  </a:lnTo>
                  <a:lnTo>
                    <a:pt x="454984" y="1536906"/>
                  </a:lnTo>
                  <a:lnTo>
                    <a:pt x="455839" y="1541187"/>
                  </a:lnTo>
                  <a:lnTo>
                    <a:pt x="456695" y="1498351"/>
                  </a:lnTo>
                  <a:lnTo>
                    <a:pt x="457550" y="1500962"/>
                  </a:lnTo>
                  <a:lnTo>
                    <a:pt x="458406" y="1507683"/>
                  </a:lnTo>
                  <a:lnTo>
                    <a:pt x="459262" y="1433137"/>
                  </a:lnTo>
                  <a:lnTo>
                    <a:pt x="460117" y="1489127"/>
                  </a:lnTo>
                  <a:lnTo>
                    <a:pt x="460973" y="1446033"/>
                  </a:lnTo>
                  <a:lnTo>
                    <a:pt x="461828" y="1438739"/>
                  </a:lnTo>
                  <a:lnTo>
                    <a:pt x="462684" y="1407312"/>
                  </a:lnTo>
                  <a:lnTo>
                    <a:pt x="463539" y="1395452"/>
                  </a:lnTo>
                  <a:lnTo>
                    <a:pt x="464395" y="1411068"/>
                  </a:lnTo>
                  <a:lnTo>
                    <a:pt x="465250" y="1419260"/>
                  </a:lnTo>
                  <a:lnTo>
                    <a:pt x="466106" y="1439069"/>
                  </a:lnTo>
                  <a:lnTo>
                    <a:pt x="466961" y="1434432"/>
                  </a:lnTo>
                  <a:lnTo>
                    <a:pt x="467817" y="1491567"/>
                  </a:lnTo>
                  <a:lnTo>
                    <a:pt x="468672" y="1529321"/>
                  </a:lnTo>
                  <a:lnTo>
                    <a:pt x="469528" y="1513286"/>
                  </a:lnTo>
                  <a:lnTo>
                    <a:pt x="470383" y="1564147"/>
                  </a:lnTo>
                  <a:lnTo>
                    <a:pt x="471239" y="1559889"/>
                  </a:lnTo>
                  <a:lnTo>
                    <a:pt x="472094" y="1545195"/>
                  </a:lnTo>
                  <a:lnTo>
                    <a:pt x="472950" y="1550924"/>
                  </a:lnTo>
                  <a:lnTo>
                    <a:pt x="473806" y="1590080"/>
                  </a:lnTo>
                  <a:lnTo>
                    <a:pt x="474661" y="1616244"/>
                  </a:lnTo>
                  <a:lnTo>
                    <a:pt x="475517" y="1625071"/>
                  </a:lnTo>
                  <a:lnTo>
                    <a:pt x="476372" y="1581725"/>
                  </a:lnTo>
                  <a:lnTo>
                    <a:pt x="477228" y="1623689"/>
                  </a:lnTo>
                  <a:lnTo>
                    <a:pt x="478083" y="1588081"/>
                  </a:lnTo>
                  <a:lnTo>
                    <a:pt x="478939" y="1606063"/>
                  </a:lnTo>
                  <a:lnTo>
                    <a:pt x="479794" y="1651050"/>
                  </a:lnTo>
                  <a:lnTo>
                    <a:pt x="480650" y="1532697"/>
                  </a:lnTo>
                  <a:lnTo>
                    <a:pt x="481505" y="1619884"/>
                  </a:lnTo>
                  <a:lnTo>
                    <a:pt x="482361" y="1561849"/>
                  </a:lnTo>
                  <a:lnTo>
                    <a:pt x="483216" y="1501629"/>
                  </a:lnTo>
                  <a:lnTo>
                    <a:pt x="484072" y="1500304"/>
                  </a:lnTo>
                  <a:lnTo>
                    <a:pt x="484927" y="1448174"/>
                  </a:lnTo>
                  <a:lnTo>
                    <a:pt x="485783" y="1495908"/>
                  </a:lnTo>
                  <a:lnTo>
                    <a:pt x="486638" y="1476706"/>
                  </a:lnTo>
                  <a:lnTo>
                    <a:pt x="487494" y="1510263"/>
                  </a:lnTo>
                  <a:lnTo>
                    <a:pt x="488349" y="1525364"/>
                  </a:lnTo>
                  <a:lnTo>
                    <a:pt x="489205" y="1522554"/>
                  </a:lnTo>
                  <a:lnTo>
                    <a:pt x="490061" y="1523307"/>
                  </a:lnTo>
                  <a:lnTo>
                    <a:pt x="490916" y="1479547"/>
                  </a:lnTo>
                  <a:lnTo>
                    <a:pt x="491772" y="1461201"/>
                  </a:lnTo>
                  <a:lnTo>
                    <a:pt x="492627" y="1487518"/>
                  </a:lnTo>
                  <a:lnTo>
                    <a:pt x="493483" y="1475034"/>
                  </a:lnTo>
                  <a:lnTo>
                    <a:pt x="494338" y="1440435"/>
                  </a:lnTo>
                  <a:lnTo>
                    <a:pt x="495194" y="1437761"/>
                  </a:lnTo>
                  <a:lnTo>
                    <a:pt x="496049" y="1412705"/>
                  </a:lnTo>
                  <a:lnTo>
                    <a:pt x="496905" y="1386909"/>
                  </a:lnTo>
                  <a:lnTo>
                    <a:pt x="497760" y="1349746"/>
                  </a:lnTo>
                  <a:lnTo>
                    <a:pt x="498616" y="1377340"/>
                  </a:lnTo>
                  <a:lnTo>
                    <a:pt x="499471" y="1344684"/>
                  </a:lnTo>
                  <a:lnTo>
                    <a:pt x="500327" y="1379468"/>
                  </a:lnTo>
                  <a:lnTo>
                    <a:pt x="501182" y="1357697"/>
                  </a:lnTo>
                  <a:lnTo>
                    <a:pt x="502038" y="1415709"/>
                  </a:lnTo>
                  <a:lnTo>
                    <a:pt x="502893" y="1387541"/>
                  </a:lnTo>
                  <a:lnTo>
                    <a:pt x="503749" y="1389197"/>
                  </a:lnTo>
                  <a:lnTo>
                    <a:pt x="504604" y="1436146"/>
                  </a:lnTo>
                  <a:lnTo>
                    <a:pt x="505460" y="1362567"/>
                  </a:lnTo>
                  <a:lnTo>
                    <a:pt x="506316" y="1420852"/>
                  </a:lnTo>
                  <a:lnTo>
                    <a:pt x="507171" y="1423903"/>
                  </a:lnTo>
                  <a:lnTo>
                    <a:pt x="508027" y="1416415"/>
                  </a:lnTo>
                  <a:lnTo>
                    <a:pt x="508882" y="1424706"/>
                  </a:lnTo>
                  <a:lnTo>
                    <a:pt x="509738" y="1426139"/>
                  </a:lnTo>
                  <a:lnTo>
                    <a:pt x="510593" y="1442375"/>
                  </a:lnTo>
                  <a:lnTo>
                    <a:pt x="511449" y="1455113"/>
                  </a:lnTo>
                  <a:lnTo>
                    <a:pt x="512304" y="1443169"/>
                  </a:lnTo>
                  <a:lnTo>
                    <a:pt x="513160" y="1427321"/>
                  </a:lnTo>
                  <a:lnTo>
                    <a:pt x="514015" y="1402477"/>
                  </a:lnTo>
                  <a:lnTo>
                    <a:pt x="514871" y="1455668"/>
                  </a:lnTo>
                  <a:lnTo>
                    <a:pt x="515726" y="1414976"/>
                  </a:lnTo>
                  <a:lnTo>
                    <a:pt x="516582" y="1470455"/>
                  </a:lnTo>
                  <a:lnTo>
                    <a:pt x="517437" y="1475665"/>
                  </a:lnTo>
                  <a:lnTo>
                    <a:pt x="518293" y="1497902"/>
                  </a:lnTo>
                  <a:lnTo>
                    <a:pt x="519148" y="1494983"/>
                  </a:lnTo>
                  <a:lnTo>
                    <a:pt x="520004" y="1467702"/>
                  </a:lnTo>
                  <a:lnTo>
                    <a:pt x="520860" y="1490730"/>
                  </a:lnTo>
                  <a:lnTo>
                    <a:pt x="521715" y="1454003"/>
                  </a:lnTo>
                  <a:lnTo>
                    <a:pt x="522571" y="1426031"/>
                  </a:lnTo>
                  <a:lnTo>
                    <a:pt x="523426" y="1466278"/>
                  </a:lnTo>
                  <a:lnTo>
                    <a:pt x="524282" y="1380893"/>
                  </a:lnTo>
                  <a:lnTo>
                    <a:pt x="525137" y="1444202"/>
                  </a:lnTo>
                  <a:lnTo>
                    <a:pt x="525993" y="1422686"/>
                  </a:lnTo>
                  <a:lnTo>
                    <a:pt x="526848" y="1202135"/>
                  </a:lnTo>
                  <a:lnTo>
                    <a:pt x="527704" y="1266252"/>
                  </a:lnTo>
                  <a:lnTo>
                    <a:pt x="528559" y="1219382"/>
                  </a:lnTo>
                  <a:lnTo>
                    <a:pt x="529415" y="1270481"/>
                  </a:lnTo>
                  <a:lnTo>
                    <a:pt x="530270" y="1249176"/>
                  </a:lnTo>
                  <a:lnTo>
                    <a:pt x="531126" y="1199699"/>
                  </a:lnTo>
                  <a:lnTo>
                    <a:pt x="531981" y="1185780"/>
                  </a:lnTo>
                  <a:lnTo>
                    <a:pt x="532837" y="1149705"/>
                  </a:lnTo>
                  <a:lnTo>
                    <a:pt x="533692" y="1145992"/>
                  </a:lnTo>
                  <a:lnTo>
                    <a:pt x="534548" y="1136757"/>
                  </a:lnTo>
                  <a:lnTo>
                    <a:pt x="535403" y="1170332"/>
                  </a:lnTo>
                  <a:lnTo>
                    <a:pt x="536259" y="1177318"/>
                  </a:lnTo>
                  <a:lnTo>
                    <a:pt x="537115" y="1183903"/>
                  </a:lnTo>
                  <a:lnTo>
                    <a:pt x="537970" y="1174839"/>
                  </a:lnTo>
                  <a:lnTo>
                    <a:pt x="538826" y="1124678"/>
                  </a:lnTo>
                  <a:lnTo>
                    <a:pt x="539681" y="1141354"/>
                  </a:lnTo>
                  <a:lnTo>
                    <a:pt x="540537" y="1129081"/>
                  </a:lnTo>
                  <a:lnTo>
                    <a:pt x="541392" y="1113338"/>
                  </a:lnTo>
                  <a:lnTo>
                    <a:pt x="542248" y="1134007"/>
                  </a:lnTo>
                  <a:lnTo>
                    <a:pt x="543103" y="1183735"/>
                  </a:lnTo>
                  <a:lnTo>
                    <a:pt x="543959" y="1231538"/>
                  </a:lnTo>
                  <a:lnTo>
                    <a:pt x="544814" y="1208320"/>
                  </a:lnTo>
                  <a:lnTo>
                    <a:pt x="545670" y="1212132"/>
                  </a:lnTo>
                  <a:lnTo>
                    <a:pt x="546525" y="1203134"/>
                  </a:lnTo>
                  <a:lnTo>
                    <a:pt x="547381" y="1289445"/>
                  </a:lnTo>
                  <a:lnTo>
                    <a:pt x="548236" y="1284167"/>
                  </a:lnTo>
                  <a:lnTo>
                    <a:pt x="549092" y="1311741"/>
                  </a:lnTo>
                  <a:lnTo>
                    <a:pt x="549947" y="1393340"/>
                  </a:lnTo>
                  <a:lnTo>
                    <a:pt x="550803" y="1387400"/>
                  </a:lnTo>
                  <a:lnTo>
                    <a:pt x="551658" y="1375228"/>
                  </a:lnTo>
                  <a:lnTo>
                    <a:pt x="552514" y="1261853"/>
                  </a:lnTo>
                  <a:lnTo>
                    <a:pt x="553370" y="1248309"/>
                  </a:lnTo>
                  <a:lnTo>
                    <a:pt x="554225" y="1241081"/>
                  </a:lnTo>
                  <a:lnTo>
                    <a:pt x="555081" y="1169464"/>
                  </a:lnTo>
                  <a:lnTo>
                    <a:pt x="555936" y="1181286"/>
                  </a:lnTo>
                  <a:lnTo>
                    <a:pt x="556792" y="1136482"/>
                  </a:lnTo>
                  <a:lnTo>
                    <a:pt x="557647" y="1206803"/>
                  </a:lnTo>
                  <a:lnTo>
                    <a:pt x="558503" y="1202090"/>
                  </a:lnTo>
                  <a:lnTo>
                    <a:pt x="559358" y="1175399"/>
                  </a:lnTo>
                  <a:lnTo>
                    <a:pt x="560214" y="1285837"/>
                  </a:lnTo>
                  <a:lnTo>
                    <a:pt x="561069" y="1313008"/>
                  </a:lnTo>
                  <a:lnTo>
                    <a:pt x="561925" y="1402919"/>
                  </a:lnTo>
                  <a:lnTo>
                    <a:pt x="562780" y="1332376"/>
                  </a:lnTo>
                  <a:lnTo>
                    <a:pt x="563636" y="1326598"/>
                  </a:lnTo>
                  <a:lnTo>
                    <a:pt x="564491" y="1310465"/>
                  </a:lnTo>
                  <a:lnTo>
                    <a:pt x="565347" y="1313006"/>
                  </a:lnTo>
                  <a:lnTo>
                    <a:pt x="566202" y="1225855"/>
                  </a:lnTo>
                  <a:lnTo>
                    <a:pt x="567058" y="1111809"/>
                  </a:lnTo>
                  <a:lnTo>
                    <a:pt x="567913" y="1164733"/>
                  </a:lnTo>
                  <a:lnTo>
                    <a:pt x="568769" y="1125214"/>
                  </a:lnTo>
                  <a:lnTo>
                    <a:pt x="569625" y="1050143"/>
                  </a:lnTo>
                  <a:lnTo>
                    <a:pt x="570480" y="1010998"/>
                  </a:lnTo>
                  <a:lnTo>
                    <a:pt x="571336" y="1057967"/>
                  </a:lnTo>
                  <a:lnTo>
                    <a:pt x="572191" y="1014336"/>
                  </a:lnTo>
                  <a:lnTo>
                    <a:pt x="573047" y="1037427"/>
                  </a:lnTo>
                  <a:lnTo>
                    <a:pt x="573902" y="1063476"/>
                  </a:lnTo>
                  <a:lnTo>
                    <a:pt x="574758" y="987938"/>
                  </a:lnTo>
                  <a:lnTo>
                    <a:pt x="575613" y="996758"/>
                  </a:lnTo>
                  <a:lnTo>
                    <a:pt x="576469" y="1004360"/>
                  </a:lnTo>
                  <a:lnTo>
                    <a:pt x="577324" y="996630"/>
                  </a:lnTo>
                  <a:lnTo>
                    <a:pt x="578180" y="1017059"/>
                  </a:lnTo>
                  <a:lnTo>
                    <a:pt x="579035" y="1062046"/>
                  </a:lnTo>
                  <a:lnTo>
                    <a:pt x="579891" y="1103012"/>
                  </a:lnTo>
                  <a:lnTo>
                    <a:pt x="580746" y="1142769"/>
                  </a:lnTo>
                  <a:lnTo>
                    <a:pt x="581602" y="1130465"/>
                  </a:lnTo>
                  <a:lnTo>
                    <a:pt x="582457" y="1163274"/>
                  </a:lnTo>
                  <a:lnTo>
                    <a:pt x="583313" y="1146105"/>
                  </a:lnTo>
                  <a:lnTo>
                    <a:pt x="584169" y="1115841"/>
                  </a:lnTo>
                  <a:lnTo>
                    <a:pt x="585024" y="1136497"/>
                  </a:lnTo>
                  <a:lnTo>
                    <a:pt x="585880" y="1129192"/>
                  </a:lnTo>
                  <a:lnTo>
                    <a:pt x="586735" y="1185222"/>
                  </a:lnTo>
                  <a:lnTo>
                    <a:pt x="587591" y="1128730"/>
                  </a:lnTo>
                  <a:lnTo>
                    <a:pt x="588446" y="1062902"/>
                  </a:lnTo>
                  <a:lnTo>
                    <a:pt x="589302" y="1073117"/>
                  </a:lnTo>
                  <a:lnTo>
                    <a:pt x="590157" y="1080087"/>
                  </a:lnTo>
                  <a:lnTo>
                    <a:pt x="591013" y="1136329"/>
                  </a:lnTo>
                  <a:lnTo>
                    <a:pt x="591868" y="1077255"/>
                  </a:lnTo>
                  <a:lnTo>
                    <a:pt x="592724" y="1089306"/>
                  </a:lnTo>
                  <a:lnTo>
                    <a:pt x="593579" y="976646"/>
                  </a:lnTo>
                  <a:lnTo>
                    <a:pt x="594435" y="963788"/>
                  </a:lnTo>
                  <a:lnTo>
                    <a:pt x="595290" y="949194"/>
                  </a:lnTo>
                  <a:lnTo>
                    <a:pt x="596146" y="850616"/>
                  </a:lnTo>
                  <a:lnTo>
                    <a:pt x="597001" y="753667"/>
                  </a:lnTo>
                  <a:lnTo>
                    <a:pt x="597857" y="788711"/>
                  </a:lnTo>
                  <a:lnTo>
                    <a:pt x="598712" y="841779"/>
                  </a:lnTo>
                  <a:lnTo>
                    <a:pt x="599568" y="926766"/>
                  </a:lnTo>
                  <a:lnTo>
                    <a:pt x="600424" y="866922"/>
                  </a:lnTo>
                  <a:lnTo>
                    <a:pt x="601279" y="658369"/>
                  </a:lnTo>
                  <a:lnTo>
                    <a:pt x="602135" y="667729"/>
                  </a:lnTo>
                  <a:lnTo>
                    <a:pt x="602990" y="682862"/>
                  </a:lnTo>
                  <a:lnTo>
                    <a:pt x="603846" y="653135"/>
                  </a:lnTo>
                  <a:lnTo>
                    <a:pt x="604701" y="647425"/>
                  </a:lnTo>
                  <a:lnTo>
                    <a:pt x="605557" y="650659"/>
                  </a:lnTo>
                  <a:lnTo>
                    <a:pt x="606412" y="657340"/>
                  </a:lnTo>
                  <a:lnTo>
                    <a:pt x="607268" y="570327"/>
                  </a:lnTo>
                  <a:lnTo>
                    <a:pt x="608123" y="506116"/>
                  </a:lnTo>
                  <a:lnTo>
                    <a:pt x="608979" y="500716"/>
                  </a:lnTo>
                  <a:lnTo>
                    <a:pt x="609834" y="485780"/>
                  </a:lnTo>
                  <a:lnTo>
                    <a:pt x="610690" y="469440"/>
                  </a:lnTo>
                  <a:lnTo>
                    <a:pt x="611545" y="471291"/>
                  </a:lnTo>
                  <a:lnTo>
                    <a:pt x="612401" y="531004"/>
                  </a:lnTo>
                  <a:lnTo>
                    <a:pt x="613256" y="543995"/>
                  </a:lnTo>
                  <a:lnTo>
                    <a:pt x="614112" y="590469"/>
                  </a:lnTo>
                  <a:lnTo>
                    <a:pt x="614967" y="541378"/>
                  </a:lnTo>
                  <a:lnTo>
                    <a:pt x="615823" y="510764"/>
                  </a:lnTo>
                  <a:lnTo>
                    <a:pt x="616679" y="540729"/>
                  </a:lnTo>
                  <a:lnTo>
                    <a:pt x="617534" y="472379"/>
                  </a:lnTo>
                  <a:lnTo>
                    <a:pt x="618390" y="465099"/>
                  </a:lnTo>
                  <a:lnTo>
                    <a:pt x="619245" y="515947"/>
                  </a:lnTo>
                  <a:lnTo>
                    <a:pt x="620101" y="423162"/>
                  </a:lnTo>
                  <a:lnTo>
                    <a:pt x="620956" y="504220"/>
                  </a:lnTo>
                  <a:lnTo>
                    <a:pt x="621812" y="439715"/>
                  </a:lnTo>
                  <a:lnTo>
                    <a:pt x="622667" y="600415"/>
                  </a:lnTo>
                  <a:lnTo>
                    <a:pt x="623523" y="658953"/>
                  </a:lnTo>
                  <a:lnTo>
                    <a:pt x="624378" y="603867"/>
                  </a:lnTo>
                  <a:lnTo>
                    <a:pt x="625234" y="681655"/>
                  </a:lnTo>
                  <a:lnTo>
                    <a:pt x="626089" y="714770"/>
                  </a:lnTo>
                  <a:lnTo>
                    <a:pt x="626945" y="748603"/>
                  </a:lnTo>
                  <a:lnTo>
                    <a:pt x="627800" y="781791"/>
                  </a:lnTo>
                  <a:lnTo>
                    <a:pt x="628656" y="902506"/>
                  </a:lnTo>
                  <a:lnTo>
                    <a:pt x="629511" y="1004671"/>
                  </a:lnTo>
                  <a:lnTo>
                    <a:pt x="630367" y="1107320"/>
                  </a:lnTo>
                  <a:lnTo>
                    <a:pt x="631223" y="1017096"/>
                  </a:lnTo>
                  <a:lnTo>
                    <a:pt x="632078" y="1100348"/>
                  </a:lnTo>
                  <a:lnTo>
                    <a:pt x="632934" y="940637"/>
                  </a:lnTo>
                  <a:lnTo>
                    <a:pt x="633789" y="1006423"/>
                  </a:lnTo>
                  <a:lnTo>
                    <a:pt x="634645" y="1034114"/>
                  </a:lnTo>
                  <a:lnTo>
                    <a:pt x="635500" y="911502"/>
                  </a:lnTo>
                  <a:lnTo>
                    <a:pt x="636356" y="971794"/>
                  </a:lnTo>
                  <a:lnTo>
                    <a:pt x="637211" y="863827"/>
                  </a:lnTo>
                  <a:lnTo>
                    <a:pt x="638067" y="973421"/>
                  </a:lnTo>
                  <a:lnTo>
                    <a:pt x="638922" y="931234"/>
                  </a:lnTo>
                  <a:lnTo>
                    <a:pt x="639778" y="871061"/>
                  </a:lnTo>
                  <a:lnTo>
                    <a:pt x="640633" y="885555"/>
                  </a:lnTo>
                  <a:lnTo>
                    <a:pt x="641489" y="957022"/>
                  </a:lnTo>
                  <a:lnTo>
                    <a:pt x="642344" y="1054363"/>
                  </a:lnTo>
                  <a:lnTo>
                    <a:pt x="643200" y="1145604"/>
                  </a:lnTo>
                  <a:lnTo>
                    <a:pt x="644055" y="1145909"/>
                  </a:lnTo>
                  <a:lnTo>
                    <a:pt x="644911" y="1091020"/>
                  </a:lnTo>
                  <a:lnTo>
                    <a:pt x="645766" y="1088369"/>
                  </a:lnTo>
                  <a:lnTo>
                    <a:pt x="646622" y="1165623"/>
                  </a:lnTo>
                  <a:lnTo>
                    <a:pt x="647478" y="1221126"/>
                  </a:lnTo>
                  <a:lnTo>
                    <a:pt x="648333" y="1214633"/>
                  </a:lnTo>
                  <a:lnTo>
                    <a:pt x="649189" y="1263550"/>
                  </a:lnTo>
                  <a:lnTo>
                    <a:pt x="650044" y="1361816"/>
                  </a:lnTo>
                  <a:lnTo>
                    <a:pt x="650900" y="1440352"/>
                  </a:lnTo>
                  <a:lnTo>
                    <a:pt x="651755" y="1437718"/>
                  </a:lnTo>
                  <a:lnTo>
                    <a:pt x="652611" y="1489431"/>
                  </a:lnTo>
                  <a:lnTo>
                    <a:pt x="653466" y="1528234"/>
                  </a:lnTo>
                  <a:lnTo>
                    <a:pt x="654322" y="1536176"/>
                  </a:lnTo>
                  <a:lnTo>
                    <a:pt x="655177" y="1591340"/>
                  </a:lnTo>
                  <a:lnTo>
                    <a:pt x="656033" y="1606028"/>
                  </a:lnTo>
                  <a:lnTo>
                    <a:pt x="656888" y="1627984"/>
                  </a:lnTo>
                  <a:lnTo>
                    <a:pt x="657744" y="1624965"/>
                  </a:lnTo>
                  <a:lnTo>
                    <a:pt x="658599" y="1670339"/>
                  </a:lnTo>
                  <a:lnTo>
                    <a:pt x="659455" y="1685936"/>
                  </a:lnTo>
                  <a:lnTo>
                    <a:pt x="660310" y="1670491"/>
                  </a:lnTo>
                  <a:lnTo>
                    <a:pt x="661166" y="1754685"/>
                  </a:lnTo>
                  <a:lnTo>
                    <a:pt x="662021" y="1759268"/>
                  </a:lnTo>
                  <a:lnTo>
                    <a:pt x="662877" y="1735513"/>
                  </a:lnTo>
                  <a:lnTo>
                    <a:pt x="663733" y="1664888"/>
                  </a:lnTo>
                  <a:lnTo>
                    <a:pt x="664588" y="1663143"/>
                  </a:lnTo>
                  <a:lnTo>
                    <a:pt x="665444" y="1674454"/>
                  </a:lnTo>
                  <a:lnTo>
                    <a:pt x="666299" y="1631345"/>
                  </a:lnTo>
                  <a:lnTo>
                    <a:pt x="667155" y="1631857"/>
                  </a:lnTo>
                  <a:lnTo>
                    <a:pt x="668010" y="1609248"/>
                  </a:lnTo>
                  <a:lnTo>
                    <a:pt x="668866" y="1602834"/>
                  </a:lnTo>
                  <a:lnTo>
                    <a:pt x="669721" y="1623723"/>
                  </a:lnTo>
                  <a:lnTo>
                    <a:pt x="670577" y="1616641"/>
                  </a:lnTo>
                  <a:lnTo>
                    <a:pt x="671432" y="1576042"/>
                  </a:lnTo>
                  <a:lnTo>
                    <a:pt x="672288" y="1570749"/>
                  </a:lnTo>
                  <a:lnTo>
                    <a:pt x="673143" y="1552640"/>
                  </a:lnTo>
                  <a:lnTo>
                    <a:pt x="673999" y="1575608"/>
                  </a:lnTo>
                  <a:lnTo>
                    <a:pt x="674854" y="1609102"/>
                  </a:lnTo>
                  <a:lnTo>
                    <a:pt x="675710" y="1567434"/>
                  </a:lnTo>
                  <a:lnTo>
                    <a:pt x="676565" y="1591119"/>
                  </a:lnTo>
                  <a:lnTo>
                    <a:pt x="677421" y="1577683"/>
                  </a:lnTo>
                  <a:lnTo>
                    <a:pt x="678277" y="1575866"/>
                  </a:lnTo>
                  <a:lnTo>
                    <a:pt x="679132" y="1524909"/>
                  </a:lnTo>
                  <a:lnTo>
                    <a:pt x="679988" y="1391278"/>
                  </a:lnTo>
                  <a:lnTo>
                    <a:pt x="680843" y="1376260"/>
                  </a:lnTo>
                  <a:lnTo>
                    <a:pt x="681699" y="1337844"/>
                  </a:lnTo>
                  <a:lnTo>
                    <a:pt x="682554" y="1445283"/>
                  </a:lnTo>
                  <a:lnTo>
                    <a:pt x="683410" y="1364830"/>
                  </a:lnTo>
                  <a:lnTo>
                    <a:pt x="684265" y="1268615"/>
                  </a:lnTo>
                  <a:lnTo>
                    <a:pt x="685121" y="1220445"/>
                  </a:lnTo>
                  <a:lnTo>
                    <a:pt x="685976" y="1186107"/>
                  </a:lnTo>
                  <a:lnTo>
                    <a:pt x="686832" y="1160889"/>
                  </a:lnTo>
                  <a:lnTo>
                    <a:pt x="687687" y="1131541"/>
                  </a:lnTo>
                  <a:lnTo>
                    <a:pt x="688543" y="1077353"/>
                  </a:lnTo>
                  <a:lnTo>
                    <a:pt x="689398" y="1146062"/>
                  </a:lnTo>
                  <a:lnTo>
                    <a:pt x="690254" y="1194737"/>
                  </a:lnTo>
                  <a:lnTo>
                    <a:pt x="691109" y="1205145"/>
                  </a:lnTo>
                  <a:lnTo>
                    <a:pt x="691965" y="1321911"/>
                  </a:lnTo>
                  <a:lnTo>
                    <a:pt x="692820" y="1359537"/>
                  </a:lnTo>
                  <a:lnTo>
                    <a:pt x="693676" y="1439677"/>
                  </a:lnTo>
                  <a:lnTo>
                    <a:pt x="694532" y="1407193"/>
                  </a:lnTo>
                  <a:lnTo>
                    <a:pt x="695387" y="1440717"/>
                  </a:lnTo>
                  <a:lnTo>
                    <a:pt x="696243" y="1384773"/>
                  </a:lnTo>
                  <a:lnTo>
                    <a:pt x="697098" y="1300280"/>
                  </a:lnTo>
                  <a:lnTo>
                    <a:pt x="697954" y="1313883"/>
                  </a:lnTo>
                  <a:lnTo>
                    <a:pt x="698809" y="1272720"/>
                  </a:lnTo>
                  <a:lnTo>
                    <a:pt x="699665" y="1285842"/>
                  </a:lnTo>
                  <a:lnTo>
                    <a:pt x="700520" y="1324446"/>
                  </a:lnTo>
                  <a:lnTo>
                    <a:pt x="701376" y="1375333"/>
                  </a:lnTo>
                  <a:lnTo>
                    <a:pt x="702231" y="1377457"/>
                  </a:lnTo>
                  <a:lnTo>
                    <a:pt x="703087" y="1477591"/>
                  </a:lnTo>
                  <a:lnTo>
                    <a:pt x="703942" y="1393943"/>
                  </a:lnTo>
                  <a:lnTo>
                    <a:pt x="704798" y="1299046"/>
                  </a:lnTo>
                  <a:lnTo>
                    <a:pt x="705653" y="1287145"/>
                  </a:lnTo>
                  <a:lnTo>
                    <a:pt x="706509" y="1271855"/>
                  </a:lnTo>
                  <a:lnTo>
                    <a:pt x="707364" y="1274493"/>
                  </a:lnTo>
                  <a:lnTo>
                    <a:pt x="708220" y="1179215"/>
                  </a:lnTo>
                  <a:lnTo>
                    <a:pt x="709075" y="1154304"/>
                  </a:lnTo>
                  <a:lnTo>
                    <a:pt x="709931" y="1123035"/>
                  </a:lnTo>
                  <a:lnTo>
                    <a:pt x="710787" y="1128451"/>
                  </a:lnTo>
                  <a:lnTo>
                    <a:pt x="711642" y="1165536"/>
                  </a:lnTo>
                  <a:lnTo>
                    <a:pt x="712498" y="1153958"/>
                  </a:lnTo>
                  <a:lnTo>
                    <a:pt x="713353" y="1140455"/>
                  </a:lnTo>
                  <a:lnTo>
                    <a:pt x="714209" y="1230958"/>
                  </a:lnTo>
                  <a:lnTo>
                    <a:pt x="715064" y="1316680"/>
                  </a:lnTo>
                  <a:lnTo>
                    <a:pt x="715920" y="1406620"/>
                  </a:lnTo>
                  <a:lnTo>
                    <a:pt x="716775" y="1357581"/>
                  </a:lnTo>
                  <a:lnTo>
                    <a:pt x="717631" y="1353828"/>
                  </a:lnTo>
                  <a:lnTo>
                    <a:pt x="718486" y="1421969"/>
                  </a:lnTo>
                  <a:lnTo>
                    <a:pt x="719342" y="1425981"/>
                  </a:lnTo>
                  <a:lnTo>
                    <a:pt x="720197" y="1440075"/>
                  </a:lnTo>
                  <a:lnTo>
                    <a:pt x="721053" y="1459873"/>
                  </a:lnTo>
                  <a:lnTo>
                    <a:pt x="721908" y="1473980"/>
                  </a:lnTo>
                  <a:lnTo>
                    <a:pt x="722764" y="1467586"/>
                  </a:lnTo>
                  <a:lnTo>
                    <a:pt x="723619" y="1543482"/>
                  </a:lnTo>
                  <a:lnTo>
                    <a:pt x="724475" y="1583208"/>
                  </a:lnTo>
                  <a:lnTo>
                    <a:pt x="725331" y="1607839"/>
                  </a:lnTo>
                  <a:lnTo>
                    <a:pt x="726186" y="1583240"/>
                  </a:lnTo>
                  <a:lnTo>
                    <a:pt x="727042" y="1586259"/>
                  </a:lnTo>
                  <a:lnTo>
                    <a:pt x="727897" y="1574119"/>
                  </a:lnTo>
                  <a:lnTo>
                    <a:pt x="728753" y="1564777"/>
                  </a:lnTo>
                  <a:lnTo>
                    <a:pt x="729608" y="1559873"/>
                  </a:lnTo>
                  <a:lnTo>
                    <a:pt x="730464" y="1518475"/>
                  </a:lnTo>
                  <a:lnTo>
                    <a:pt x="731319" y="1462837"/>
                  </a:lnTo>
                  <a:lnTo>
                    <a:pt x="732175" y="1459214"/>
                  </a:lnTo>
                  <a:lnTo>
                    <a:pt x="733030" y="1514777"/>
                  </a:lnTo>
                  <a:lnTo>
                    <a:pt x="733886" y="1581420"/>
                  </a:lnTo>
                  <a:lnTo>
                    <a:pt x="734741" y="1579025"/>
                  </a:lnTo>
                  <a:lnTo>
                    <a:pt x="735597" y="1585424"/>
                  </a:lnTo>
                  <a:lnTo>
                    <a:pt x="736452" y="1583770"/>
                  </a:lnTo>
                  <a:lnTo>
                    <a:pt x="737308" y="1645351"/>
                  </a:lnTo>
                  <a:lnTo>
                    <a:pt x="738163" y="1635552"/>
                  </a:lnTo>
                  <a:lnTo>
                    <a:pt x="739019" y="1616502"/>
                  </a:lnTo>
                  <a:lnTo>
                    <a:pt x="739874" y="1634053"/>
                  </a:lnTo>
                  <a:lnTo>
                    <a:pt x="740730" y="1581313"/>
                  </a:lnTo>
                  <a:lnTo>
                    <a:pt x="741586" y="1529952"/>
                  </a:lnTo>
                  <a:lnTo>
                    <a:pt x="742441" y="1507502"/>
                  </a:lnTo>
                  <a:lnTo>
                    <a:pt x="743297" y="1455376"/>
                  </a:lnTo>
                  <a:lnTo>
                    <a:pt x="744152" y="1456775"/>
                  </a:lnTo>
                  <a:lnTo>
                    <a:pt x="745008" y="1421227"/>
                  </a:lnTo>
                  <a:lnTo>
                    <a:pt x="745863" y="1422641"/>
                  </a:lnTo>
                  <a:lnTo>
                    <a:pt x="746719" y="1479680"/>
                  </a:lnTo>
                  <a:lnTo>
                    <a:pt x="747574" y="1338737"/>
                  </a:lnTo>
                  <a:lnTo>
                    <a:pt x="748430" y="1284987"/>
                  </a:lnTo>
                  <a:lnTo>
                    <a:pt x="749285" y="1236199"/>
                  </a:lnTo>
                  <a:lnTo>
                    <a:pt x="750141" y="1248729"/>
                  </a:lnTo>
                  <a:lnTo>
                    <a:pt x="750996" y="1217004"/>
                  </a:lnTo>
                  <a:lnTo>
                    <a:pt x="751852" y="1155714"/>
                  </a:lnTo>
                  <a:lnTo>
                    <a:pt x="752707" y="1138913"/>
                  </a:lnTo>
                  <a:lnTo>
                    <a:pt x="753563" y="1111286"/>
                  </a:lnTo>
                  <a:lnTo>
                    <a:pt x="754418" y="1122199"/>
                  </a:lnTo>
                  <a:lnTo>
                    <a:pt x="755274" y="1165128"/>
                  </a:lnTo>
                  <a:lnTo>
                    <a:pt x="756129" y="1110672"/>
                  </a:lnTo>
                  <a:lnTo>
                    <a:pt x="756985" y="1088473"/>
                  </a:lnTo>
                  <a:lnTo>
                    <a:pt x="757841" y="1285608"/>
                  </a:lnTo>
                  <a:lnTo>
                    <a:pt x="758696" y="1258505"/>
                  </a:lnTo>
                  <a:lnTo>
                    <a:pt x="759552" y="1289459"/>
                  </a:lnTo>
                  <a:lnTo>
                    <a:pt x="760407" y="1227599"/>
                  </a:lnTo>
                  <a:lnTo>
                    <a:pt x="761263" y="1189416"/>
                  </a:lnTo>
                  <a:lnTo>
                    <a:pt x="762118" y="1208207"/>
                  </a:lnTo>
                  <a:lnTo>
                    <a:pt x="762974" y="1171449"/>
                  </a:lnTo>
                  <a:lnTo>
                    <a:pt x="763829" y="1185570"/>
                  </a:lnTo>
                  <a:lnTo>
                    <a:pt x="764685" y="1164434"/>
                  </a:lnTo>
                  <a:lnTo>
                    <a:pt x="765540" y="1176794"/>
                  </a:lnTo>
                  <a:lnTo>
                    <a:pt x="766396" y="1250469"/>
                  </a:lnTo>
                  <a:lnTo>
                    <a:pt x="767251" y="1263713"/>
                  </a:lnTo>
                  <a:lnTo>
                    <a:pt x="768107" y="1311211"/>
                  </a:lnTo>
                  <a:lnTo>
                    <a:pt x="768962" y="1282787"/>
                  </a:lnTo>
                  <a:lnTo>
                    <a:pt x="769818" y="1280383"/>
                  </a:lnTo>
                  <a:lnTo>
                    <a:pt x="770673" y="1223041"/>
                  </a:lnTo>
                  <a:lnTo>
                    <a:pt x="771529" y="1178935"/>
                  </a:lnTo>
                  <a:lnTo>
                    <a:pt x="772384" y="1200988"/>
                  </a:lnTo>
                  <a:lnTo>
                    <a:pt x="773240" y="1221274"/>
                  </a:lnTo>
                  <a:lnTo>
                    <a:pt x="774096" y="1220574"/>
                  </a:lnTo>
                  <a:lnTo>
                    <a:pt x="774951" y="1294843"/>
                  </a:lnTo>
                  <a:lnTo>
                    <a:pt x="775807" y="1394526"/>
                  </a:lnTo>
                  <a:lnTo>
                    <a:pt x="776662" y="1453381"/>
                  </a:lnTo>
                  <a:lnTo>
                    <a:pt x="777518" y="1427661"/>
                  </a:lnTo>
                  <a:lnTo>
                    <a:pt x="778373" y="1449182"/>
                  </a:lnTo>
                  <a:lnTo>
                    <a:pt x="779229" y="1531446"/>
                  </a:lnTo>
                  <a:lnTo>
                    <a:pt x="780084" y="1508375"/>
                  </a:lnTo>
                  <a:lnTo>
                    <a:pt x="780940" y="1500870"/>
                  </a:lnTo>
                  <a:lnTo>
                    <a:pt x="781795" y="1492403"/>
                  </a:lnTo>
                  <a:lnTo>
                    <a:pt x="782651" y="1475321"/>
                  </a:lnTo>
                  <a:lnTo>
                    <a:pt x="783506" y="1405091"/>
                  </a:lnTo>
                  <a:lnTo>
                    <a:pt x="784362" y="1326079"/>
                  </a:lnTo>
                  <a:lnTo>
                    <a:pt x="785217" y="1334091"/>
                  </a:lnTo>
                  <a:lnTo>
                    <a:pt x="786073" y="1292059"/>
                  </a:lnTo>
                  <a:lnTo>
                    <a:pt x="786928" y="1260780"/>
                  </a:lnTo>
                  <a:lnTo>
                    <a:pt x="787784" y="1292860"/>
                  </a:lnTo>
                  <a:lnTo>
                    <a:pt x="788640" y="1260625"/>
                  </a:lnTo>
                  <a:lnTo>
                    <a:pt x="789495" y="1301435"/>
                  </a:lnTo>
                  <a:lnTo>
                    <a:pt x="790351" y="1302471"/>
                  </a:lnTo>
                  <a:lnTo>
                    <a:pt x="791206" y="1265244"/>
                  </a:lnTo>
                  <a:lnTo>
                    <a:pt x="792062" y="1336040"/>
                  </a:lnTo>
                  <a:lnTo>
                    <a:pt x="792917" y="1330456"/>
                  </a:lnTo>
                  <a:lnTo>
                    <a:pt x="793773" y="1336884"/>
                  </a:lnTo>
                  <a:lnTo>
                    <a:pt x="794628" y="1340073"/>
                  </a:lnTo>
                  <a:lnTo>
                    <a:pt x="795484" y="1248661"/>
                  </a:lnTo>
                  <a:lnTo>
                    <a:pt x="796339" y="1322071"/>
                  </a:lnTo>
                  <a:lnTo>
                    <a:pt x="797195" y="1365644"/>
                  </a:lnTo>
                  <a:lnTo>
                    <a:pt x="798050" y="1344821"/>
                  </a:lnTo>
                  <a:lnTo>
                    <a:pt x="798906" y="1372565"/>
                  </a:lnTo>
                  <a:lnTo>
                    <a:pt x="799761" y="1326334"/>
                  </a:lnTo>
                  <a:lnTo>
                    <a:pt x="800617" y="1432588"/>
                  </a:lnTo>
                  <a:lnTo>
                    <a:pt x="801472" y="1423472"/>
                  </a:lnTo>
                  <a:lnTo>
                    <a:pt x="802328" y="1336997"/>
                  </a:lnTo>
                  <a:lnTo>
                    <a:pt x="803183" y="1383630"/>
                  </a:lnTo>
                  <a:lnTo>
                    <a:pt x="804039" y="1443924"/>
                  </a:lnTo>
                  <a:lnTo>
                    <a:pt x="804895" y="1457292"/>
                  </a:lnTo>
                  <a:lnTo>
                    <a:pt x="805750" y="1489181"/>
                  </a:lnTo>
                  <a:lnTo>
                    <a:pt x="806606" y="1385431"/>
                  </a:lnTo>
                  <a:lnTo>
                    <a:pt x="807461" y="1393276"/>
                  </a:lnTo>
                  <a:lnTo>
                    <a:pt x="808317" y="1388091"/>
                  </a:lnTo>
                  <a:lnTo>
                    <a:pt x="809172" y="1296558"/>
                  </a:lnTo>
                  <a:lnTo>
                    <a:pt x="810028" y="1322337"/>
                  </a:lnTo>
                  <a:lnTo>
                    <a:pt x="810883" y="1196519"/>
                  </a:lnTo>
                  <a:lnTo>
                    <a:pt x="811739" y="1249391"/>
                  </a:lnTo>
                  <a:lnTo>
                    <a:pt x="812594" y="1170171"/>
                  </a:lnTo>
                  <a:lnTo>
                    <a:pt x="813450" y="1145026"/>
                  </a:lnTo>
                  <a:lnTo>
                    <a:pt x="814305" y="1186938"/>
                  </a:lnTo>
                  <a:lnTo>
                    <a:pt x="815161" y="1156319"/>
                  </a:lnTo>
                  <a:lnTo>
                    <a:pt x="816016" y="1207546"/>
                  </a:lnTo>
                  <a:lnTo>
                    <a:pt x="816872" y="1131051"/>
                  </a:lnTo>
                  <a:lnTo>
                    <a:pt x="817727" y="1151066"/>
                  </a:lnTo>
                  <a:lnTo>
                    <a:pt x="818583" y="1127664"/>
                  </a:lnTo>
                  <a:lnTo>
                    <a:pt x="819438" y="1095541"/>
                  </a:lnTo>
                  <a:lnTo>
                    <a:pt x="820294" y="1183387"/>
                  </a:lnTo>
                  <a:lnTo>
                    <a:pt x="821150" y="1228171"/>
                  </a:lnTo>
                  <a:lnTo>
                    <a:pt x="822005" y="1283430"/>
                  </a:lnTo>
                  <a:lnTo>
                    <a:pt x="822861" y="1326884"/>
                  </a:lnTo>
                  <a:lnTo>
                    <a:pt x="823716" y="1332342"/>
                  </a:lnTo>
                  <a:lnTo>
                    <a:pt x="824572" y="1256490"/>
                  </a:lnTo>
                  <a:lnTo>
                    <a:pt x="825427" y="1201095"/>
                  </a:lnTo>
                  <a:lnTo>
                    <a:pt x="826283" y="1149189"/>
                  </a:lnTo>
                  <a:lnTo>
                    <a:pt x="827138" y="1253640"/>
                  </a:lnTo>
                  <a:lnTo>
                    <a:pt x="827994" y="1261327"/>
                  </a:lnTo>
                  <a:lnTo>
                    <a:pt x="828849" y="1193008"/>
                  </a:lnTo>
                  <a:lnTo>
                    <a:pt x="829705" y="1269518"/>
                  </a:lnTo>
                  <a:lnTo>
                    <a:pt x="830560" y="1284962"/>
                  </a:lnTo>
                  <a:lnTo>
                    <a:pt x="831416" y="1398745"/>
                  </a:lnTo>
                  <a:lnTo>
                    <a:pt x="832271" y="1448829"/>
                  </a:lnTo>
                  <a:lnTo>
                    <a:pt x="833127" y="1462203"/>
                  </a:lnTo>
                  <a:lnTo>
                    <a:pt x="833982" y="1437870"/>
                  </a:lnTo>
                  <a:lnTo>
                    <a:pt x="834838" y="1480446"/>
                  </a:lnTo>
                  <a:lnTo>
                    <a:pt x="835694" y="1399169"/>
                  </a:lnTo>
                  <a:lnTo>
                    <a:pt x="836549" y="1343551"/>
                  </a:lnTo>
                  <a:lnTo>
                    <a:pt x="837405" y="1339056"/>
                  </a:lnTo>
                  <a:lnTo>
                    <a:pt x="838260" y="1337311"/>
                  </a:lnTo>
                  <a:lnTo>
                    <a:pt x="839116" y="1468629"/>
                  </a:lnTo>
                  <a:lnTo>
                    <a:pt x="839971" y="1485616"/>
                  </a:lnTo>
                  <a:lnTo>
                    <a:pt x="840827" y="1464454"/>
                  </a:lnTo>
                  <a:lnTo>
                    <a:pt x="841682" y="1480368"/>
                  </a:lnTo>
                  <a:lnTo>
                    <a:pt x="842538" y="1427644"/>
                  </a:lnTo>
                  <a:lnTo>
                    <a:pt x="843393" y="1352059"/>
                  </a:lnTo>
                  <a:lnTo>
                    <a:pt x="844249" y="1331098"/>
                  </a:lnTo>
                  <a:lnTo>
                    <a:pt x="845104" y="1309740"/>
                  </a:lnTo>
                  <a:lnTo>
                    <a:pt x="845960" y="1280517"/>
                  </a:lnTo>
                  <a:lnTo>
                    <a:pt x="846815" y="1278079"/>
                  </a:lnTo>
                  <a:lnTo>
                    <a:pt x="847671" y="1258709"/>
                  </a:lnTo>
                  <a:lnTo>
                    <a:pt x="848526" y="1177984"/>
                  </a:lnTo>
                  <a:lnTo>
                    <a:pt x="849382" y="1134763"/>
                  </a:lnTo>
                  <a:lnTo>
                    <a:pt x="850237" y="1137520"/>
                  </a:lnTo>
                  <a:lnTo>
                    <a:pt x="851093" y="1144453"/>
                  </a:lnTo>
                  <a:lnTo>
                    <a:pt x="851949" y="1167657"/>
                  </a:lnTo>
                  <a:lnTo>
                    <a:pt x="852804" y="1161814"/>
                  </a:lnTo>
                  <a:lnTo>
                    <a:pt x="853660" y="1182797"/>
                  </a:lnTo>
                  <a:lnTo>
                    <a:pt x="854515" y="1226551"/>
                  </a:lnTo>
                  <a:lnTo>
                    <a:pt x="855371" y="1221742"/>
                  </a:lnTo>
                  <a:lnTo>
                    <a:pt x="856226" y="1209892"/>
                  </a:lnTo>
                  <a:lnTo>
                    <a:pt x="857082" y="1193584"/>
                  </a:lnTo>
                  <a:lnTo>
                    <a:pt x="857937" y="1214050"/>
                  </a:lnTo>
                  <a:lnTo>
                    <a:pt x="858793" y="1334014"/>
                  </a:lnTo>
                  <a:lnTo>
                    <a:pt x="859648" y="1394531"/>
                  </a:lnTo>
                  <a:lnTo>
                    <a:pt x="860504" y="1439415"/>
                  </a:lnTo>
                  <a:lnTo>
                    <a:pt x="861359" y="1422152"/>
                  </a:lnTo>
                  <a:lnTo>
                    <a:pt x="862215" y="1353406"/>
                  </a:lnTo>
                  <a:lnTo>
                    <a:pt x="863070" y="1407847"/>
                  </a:lnTo>
                  <a:lnTo>
                    <a:pt x="863926" y="1366969"/>
                  </a:lnTo>
                  <a:lnTo>
                    <a:pt x="864781" y="1466864"/>
                  </a:lnTo>
                  <a:lnTo>
                    <a:pt x="865637" y="1518681"/>
                  </a:lnTo>
                  <a:lnTo>
                    <a:pt x="866492" y="1540206"/>
                  </a:lnTo>
                  <a:lnTo>
                    <a:pt x="867348" y="1576961"/>
                  </a:lnTo>
                  <a:lnTo>
                    <a:pt x="868204" y="1499830"/>
                  </a:lnTo>
                  <a:lnTo>
                    <a:pt x="869059" y="1518467"/>
                  </a:lnTo>
                  <a:lnTo>
                    <a:pt x="869915" y="1525768"/>
                  </a:lnTo>
                  <a:lnTo>
                    <a:pt x="870770" y="1544629"/>
                  </a:lnTo>
                  <a:lnTo>
                    <a:pt x="871626" y="1424552"/>
                  </a:lnTo>
                  <a:lnTo>
                    <a:pt x="872481" y="1323824"/>
                  </a:lnTo>
                  <a:lnTo>
                    <a:pt x="873337" y="1358521"/>
                  </a:lnTo>
                  <a:lnTo>
                    <a:pt x="874192" y="1411742"/>
                  </a:lnTo>
                  <a:lnTo>
                    <a:pt x="875048" y="1415901"/>
                  </a:lnTo>
                  <a:lnTo>
                    <a:pt x="875903" y="1382101"/>
                  </a:lnTo>
                  <a:lnTo>
                    <a:pt x="876759" y="1359014"/>
                  </a:lnTo>
                  <a:lnTo>
                    <a:pt x="877614" y="1351414"/>
                  </a:lnTo>
                  <a:lnTo>
                    <a:pt x="878470" y="1339440"/>
                  </a:lnTo>
                  <a:lnTo>
                    <a:pt x="879325" y="1303318"/>
                  </a:lnTo>
                  <a:lnTo>
                    <a:pt x="880181" y="1322555"/>
                  </a:lnTo>
                  <a:lnTo>
                    <a:pt x="881036" y="1282250"/>
                  </a:lnTo>
                  <a:lnTo>
                    <a:pt x="881892" y="1234650"/>
                  </a:lnTo>
                  <a:lnTo>
                    <a:pt x="882748" y="1285599"/>
                  </a:lnTo>
                  <a:lnTo>
                    <a:pt x="883603" y="1302806"/>
                  </a:lnTo>
                  <a:lnTo>
                    <a:pt x="884459" y="1318647"/>
                  </a:lnTo>
                  <a:lnTo>
                    <a:pt x="885314" y="1277602"/>
                  </a:lnTo>
                  <a:lnTo>
                    <a:pt x="886170" y="1256256"/>
                  </a:lnTo>
                  <a:lnTo>
                    <a:pt x="887025" y="1259935"/>
                  </a:lnTo>
                  <a:lnTo>
                    <a:pt x="887881" y="1277710"/>
                  </a:lnTo>
                  <a:lnTo>
                    <a:pt x="888736" y="1274021"/>
                  </a:lnTo>
                  <a:lnTo>
                    <a:pt x="889592" y="1290891"/>
                  </a:lnTo>
                  <a:lnTo>
                    <a:pt x="890447" y="1266184"/>
                  </a:lnTo>
                  <a:lnTo>
                    <a:pt x="891303" y="1182872"/>
                  </a:lnTo>
                  <a:lnTo>
                    <a:pt x="892158" y="1177037"/>
                  </a:lnTo>
                  <a:lnTo>
                    <a:pt x="893014" y="1020497"/>
                  </a:lnTo>
                  <a:lnTo>
                    <a:pt x="893869" y="1003096"/>
                  </a:lnTo>
                  <a:lnTo>
                    <a:pt x="894725" y="902487"/>
                  </a:lnTo>
                  <a:lnTo>
                    <a:pt x="895580" y="987324"/>
                  </a:lnTo>
                  <a:lnTo>
                    <a:pt x="896436" y="973931"/>
                  </a:lnTo>
                  <a:lnTo>
                    <a:pt x="897291" y="995635"/>
                  </a:lnTo>
                  <a:lnTo>
                    <a:pt x="898147" y="888466"/>
                  </a:lnTo>
                  <a:lnTo>
                    <a:pt x="899003" y="898478"/>
                  </a:lnTo>
                  <a:lnTo>
                    <a:pt x="899858" y="904240"/>
                  </a:lnTo>
                  <a:lnTo>
                    <a:pt x="900714" y="957397"/>
                  </a:lnTo>
                  <a:lnTo>
                    <a:pt x="901569" y="875511"/>
                  </a:lnTo>
                  <a:lnTo>
                    <a:pt x="902425" y="862900"/>
                  </a:lnTo>
                  <a:lnTo>
                    <a:pt x="903280" y="726552"/>
                  </a:lnTo>
                  <a:lnTo>
                    <a:pt x="904136" y="791762"/>
                  </a:lnTo>
                  <a:lnTo>
                    <a:pt x="904991" y="783205"/>
                  </a:lnTo>
                  <a:lnTo>
                    <a:pt x="905847" y="836144"/>
                  </a:lnTo>
                  <a:lnTo>
                    <a:pt x="906702" y="821224"/>
                  </a:lnTo>
                  <a:lnTo>
                    <a:pt x="907558" y="849296"/>
                  </a:lnTo>
                  <a:lnTo>
                    <a:pt x="908413" y="830823"/>
                  </a:lnTo>
                  <a:lnTo>
                    <a:pt x="909269" y="912899"/>
                  </a:lnTo>
                  <a:lnTo>
                    <a:pt x="910124" y="860715"/>
                  </a:lnTo>
                  <a:lnTo>
                    <a:pt x="910980" y="868977"/>
                  </a:lnTo>
                  <a:lnTo>
                    <a:pt x="911835" y="850075"/>
                  </a:lnTo>
                  <a:lnTo>
                    <a:pt x="912691" y="857870"/>
                  </a:lnTo>
                  <a:lnTo>
                    <a:pt x="913546" y="915895"/>
                  </a:lnTo>
                  <a:lnTo>
                    <a:pt x="914402" y="912855"/>
                  </a:lnTo>
                  <a:lnTo>
                    <a:pt x="915258" y="918534"/>
                  </a:lnTo>
                  <a:lnTo>
                    <a:pt x="916113" y="920435"/>
                  </a:lnTo>
                  <a:lnTo>
                    <a:pt x="916969" y="1021209"/>
                  </a:lnTo>
                  <a:lnTo>
                    <a:pt x="917824" y="1046088"/>
                  </a:lnTo>
                  <a:lnTo>
                    <a:pt x="918680" y="1124634"/>
                  </a:lnTo>
                  <a:lnTo>
                    <a:pt x="919535" y="1231682"/>
                  </a:lnTo>
                  <a:lnTo>
                    <a:pt x="920391" y="1286026"/>
                  </a:lnTo>
                  <a:lnTo>
                    <a:pt x="921246" y="1330637"/>
                  </a:lnTo>
                  <a:lnTo>
                    <a:pt x="922102" y="1346235"/>
                  </a:lnTo>
                  <a:lnTo>
                    <a:pt x="922957" y="1321092"/>
                  </a:lnTo>
                  <a:lnTo>
                    <a:pt x="923813" y="1212994"/>
                  </a:lnTo>
                  <a:lnTo>
                    <a:pt x="924668" y="1065147"/>
                  </a:lnTo>
                  <a:lnTo>
                    <a:pt x="925524" y="1063267"/>
                  </a:lnTo>
                  <a:lnTo>
                    <a:pt x="926379" y="1193023"/>
                  </a:lnTo>
                  <a:lnTo>
                    <a:pt x="927235" y="1239682"/>
                  </a:lnTo>
                  <a:lnTo>
                    <a:pt x="928090" y="1160272"/>
                  </a:lnTo>
                  <a:lnTo>
                    <a:pt x="928946" y="1181223"/>
                  </a:lnTo>
                  <a:lnTo>
                    <a:pt x="929802" y="1216936"/>
                  </a:lnTo>
                  <a:lnTo>
                    <a:pt x="930657" y="1322784"/>
                  </a:lnTo>
                  <a:lnTo>
                    <a:pt x="931513" y="1257267"/>
                  </a:lnTo>
                  <a:lnTo>
                    <a:pt x="932368" y="1168104"/>
                  </a:lnTo>
                  <a:lnTo>
                    <a:pt x="933224" y="1147708"/>
                  </a:lnTo>
                  <a:lnTo>
                    <a:pt x="934079" y="1275622"/>
                  </a:lnTo>
                  <a:lnTo>
                    <a:pt x="934935" y="1395095"/>
                  </a:lnTo>
                  <a:lnTo>
                    <a:pt x="935790" y="1389877"/>
                  </a:lnTo>
                  <a:lnTo>
                    <a:pt x="936646" y="1414473"/>
                  </a:lnTo>
                  <a:lnTo>
                    <a:pt x="937501" y="1350033"/>
                  </a:lnTo>
                  <a:lnTo>
                    <a:pt x="938357" y="1372637"/>
                  </a:lnTo>
                  <a:lnTo>
                    <a:pt x="939212" y="1302759"/>
                  </a:lnTo>
                  <a:lnTo>
                    <a:pt x="940068" y="1109364"/>
                  </a:lnTo>
                  <a:lnTo>
                    <a:pt x="940923" y="1084022"/>
                  </a:lnTo>
                  <a:lnTo>
                    <a:pt x="941779" y="1100647"/>
                  </a:lnTo>
                  <a:lnTo>
                    <a:pt x="942634" y="1137186"/>
                  </a:lnTo>
                  <a:lnTo>
                    <a:pt x="943490" y="1102794"/>
                  </a:lnTo>
                  <a:lnTo>
                    <a:pt x="944345" y="998162"/>
                  </a:lnTo>
                  <a:lnTo>
                    <a:pt x="945201" y="991112"/>
                  </a:lnTo>
                  <a:lnTo>
                    <a:pt x="946057" y="1066925"/>
                  </a:lnTo>
                  <a:lnTo>
                    <a:pt x="946912" y="1154432"/>
                  </a:lnTo>
                  <a:lnTo>
                    <a:pt x="947768" y="1183939"/>
                  </a:lnTo>
                  <a:lnTo>
                    <a:pt x="948623" y="1137246"/>
                  </a:lnTo>
                  <a:lnTo>
                    <a:pt x="949479" y="1122634"/>
                  </a:lnTo>
                  <a:lnTo>
                    <a:pt x="950334" y="1035295"/>
                  </a:lnTo>
                  <a:lnTo>
                    <a:pt x="951190" y="1019546"/>
                  </a:lnTo>
                  <a:lnTo>
                    <a:pt x="952045" y="844577"/>
                  </a:lnTo>
                  <a:lnTo>
                    <a:pt x="952901" y="767855"/>
                  </a:lnTo>
                  <a:lnTo>
                    <a:pt x="953756" y="767833"/>
                  </a:lnTo>
                  <a:lnTo>
                    <a:pt x="954612" y="946395"/>
                  </a:lnTo>
                  <a:lnTo>
                    <a:pt x="955467" y="1061915"/>
                  </a:lnTo>
                  <a:lnTo>
                    <a:pt x="956323" y="1088379"/>
                  </a:lnTo>
                  <a:lnTo>
                    <a:pt x="957178" y="1146930"/>
                  </a:lnTo>
                  <a:lnTo>
                    <a:pt x="958034" y="1143513"/>
                  </a:lnTo>
                  <a:lnTo>
                    <a:pt x="958889" y="1209194"/>
                  </a:lnTo>
                  <a:lnTo>
                    <a:pt x="959745" y="1089370"/>
                  </a:lnTo>
                  <a:lnTo>
                    <a:pt x="960600" y="1101674"/>
                  </a:lnTo>
                  <a:lnTo>
                    <a:pt x="961456" y="1115513"/>
                  </a:lnTo>
                  <a:lnTo>
                    <a:pt x="962312" y="1149992"/>
                  </a:lnTo>
                  <a:lnTo>
                    <a:pt x="963167" y="1143077"/>
                  </a:lnTo>
                  <a:lnTo>
                    <a:pt x="964023" y="1109426"/>
                  </a:lnTo>
                  <a:lnTo>
                    <a:pt x="964878" y="1073601"/>
                  </a:lnTo>
                  <a:lnTo>
                    <a:pt x="965734" y="1041563"/>
                  </a:lnTo>
                  <a:lnTo>
                    <a:pt x="966589" y="1034160"/>
                  </a:lnTo>
                  <a:lnTo>
                    <a:pt x="967445" y="819289"/>
                  </a:lnTo>
                  <a:lnTo>
                    <a:pt x="968300" y="620054"/>
                  </a:lnTo>
                  <a:lnTo>
                    <a:pt x="969156" y="415539"/>
                  </a:lnTo>
                  <a:lnTo>
                    <a:pt x="970011" y="317442"/>
                  </a:lnTo>
                  <a:lnTo>
                    <a:pt x="970867" y="291329"/>
                  </a:lnTo>
                  <a:lnTo>
                    <a:pt x="971722" y="205513"/>
                  </a:lnTo>
                  <a:lnTo>
                    <a:pt x="972578" y="68171"/>
                  </a:lnTo>
                  <a:lnTo>
                    <a:pt x="973433" y="0"/>
                  </a:lnTo>
                  <a:lnTo>
                    <a:pt x="974289" y="97498"/>
                  </a:lnTo>
                  <a:lnTo>
                    <a:pt x="975144" y="73037"/>
                  </a:lnTo>
                  <a:lnTo>
                    <a:pt x="976000" y="177290"/>
                  </a:lnTo>
                  <a:lnTo>
                    <a:pt x="976856" y="196966"/>
                  </a:lnTo>
                  <a:lnTo>
                    <a:pt x="977711" y="163654"/>
                  </a:lnTo>
                  <a:lnTo>
                    <a:pt x="978567" y="298738"/>
                  </a:lnTo>
                  <a:lnTo>
                    <a:pt x="979422" y="254808"/>
                  </a:lnTo>
                  <a:lnTo>
                    <a:pt x="980278" y="303107"/>
                  </a:lnTo>
                  <a:lnTo>
                    <a:pt x="981133" y="401583"/>
                  </a:lnTo>
                  <a:lnTo>
                    <a:pt x="981989" y="307992"/>
                  </a:lnTo>
                  <a:lnTo>
                    <a:pt x="982844" y="229098"/>
                  </a:lnTo>
                  <a:lnTo>
                    <a:pt x="983700" y="213826"/>
                  </a:lnTo>
                  <a:lnTo>
                    <a:pt x="984555" y="193065"/>
                  </a:lnTo>
                  <a:lnTo>
                    <a:pt x="985411" y="139444"/>
                  </a:lnTo>
                  <a:lnTo>
                    <a:pt x="986266" y="133223"/>
                  </a:lnTo>
                  <a:lnTo>
                    <a:pt x="987122" y="92093"/>
                  </a:lnTo>
                  <a:lnTo>
                    <a:pt x="987977" y="62713"/>
                  </a:lnTo>
                  <a:lnTo>
                    <a:pt x="988833" y="177217"/>
                  </a:lnTo>
                  <a:lnTo>
                    <a:pt x="989688" y="37905"/>
                  </a:lnTo>
                  <a:lnTo>
                    <a:pt x="990544" y="14634"/>
                  </a:lnTo>
                  <a:lnTo>
                    <a:pt x="991399" y="128332"/>
                  </a:lnTo>
                  <a:lnTo>
                    <a:pt x="992255" y="76318"/>
                  </a:lnTo>
                  <a:lnTo>
                    <a:pt x="993111" y="150372"/>
                  </a:lnTo>
                  <a:lnTo>
                    <a:pt x="993966" y="178543"/>
                  </a:lnTo>
                  <a:lnTo>
                    <a:pt x="994822" y="344432"/>
                  </a:lnTo>
                  <a:lnTo>
                    <a:pt x="995677" y="552228"/>
                  </a:lnTo>
                  <a:lnTo>
                    <a:pt x="996533" y="616741"/>
                  </a:lnTo>
                  <a:lnTo>
                    <a:pt x="997388" y="855263"/>
                  </a:lnTo>
                  <a:lnTo>
                    <a:pt x="998244" y="899379"/>
                  </a:lnTo>
                  <a:lnTo>
                    <a:pt x="999099" y="936286"/>
                  </a:lnTo>
                  <a:lnTo>
                    <a:pt x="999955" y="1068396"/>
                  </a:lnTo>
                  <a:lnTo>
                    <a:pt x="1000810" y="868826"/>
                  </a:lnTo>
                  <a:lnTo>
                    <a:pt x="1001666" y="985388"/>
                  </a:lnTo>
                  <a:lnTo>
                    <a:pt x="1002521" y="883591"/>
                  </a:lnTo>
                  <a:lnTo>
                    <a:pt x="1003377" y="845140"/>
                  </a:lnTo>
                  <a:lnTo>
                    <a:pt x="1004232" y="869861"/>
                  </a:lnTo>
                  <a:lnTo>
                    <a:pt x="1005088" y="815781"/>
                  </a:lnTo>
                  <a:lnTo>
                    <a:pt x="1005943" y="866448"/>
                  </a:lnTo>
                  <a:lnTo>
                    <a:pt x="1006799" y="1143759"/>
                  </a:lnTo>
                  <a:lnTo>
                    <a:pt x="1007654" y="1174587"/>
                  </a:lnTo>
                  <a:lnTo>
                    <a:pt x="1008510" y="1296974"/>
                  </a:lnTo>
                  <a:lnTo>
                    <a:pt x="1009366" y="1255933"/>
                  </a:lnTo>
                  <a:lnTo>
                    <a:pt x="1010221" y="1246682"/>
                  </a:lnTo>
                  <a:lnTo>
                    <a:pt x="1011077" y="1358442"/>
                  </a:lnTo>
                  <a:lnTo>
                    <a:pt x="1011932" y="1420350"/>
                  </a:lnTo>
                  <a:lnTo>
                    <a:pt x="1012788" y="1441572"/>
                  </a:lnTo>
                  <a:lnTo>
                    <a:pt x="1013643" y="1473609"/>
                  </a:lnTo>
                  <a:lnTo>
                    <a:pt x="1014499" y="1436527"/>
                  </a:lnTo>
                  <a:lnTo>
                    <a:pt x="1015354" y="1281185"/>
                  </a:lnTo>
                  <a:lnTo>
                    <a:pt x="1016210" y="1191860"/>
                  </a:lnTo>
                  <a:lnTo>
                    <a:pt x="1017065" y="1025286"/>
                  </a:lnTo>
                  <a:lnTo>
                    <a:pt x="1017921" y="987342"/>
                  </a:lnTo>
                  <a:lnTo>
                    <a:pt x="1018776" y="1033064"/>
                  </a:lnTo>
                  <a:lnTo>
                    <a:pt x="1019632" y="1065366"/>
                  </a:lnTo>
                  <a:lnTo>
                    <a:pt x="1020487" y="1170963"/>
                  </a:lnTo>
                  <a:lnTo>
                    <a:pt x="1021343" y="1223839"/>
                  </a:lnTo>
                  <a:lnTo>
                    <a:pt x="1022198" y="1132293"/>
                  </a:lnTo>
                  <a:lnTo>
                    <a:pt x="1023054" y="1047138"/>
                  </a:lnTo>
                  <a:lnTo>
                    <a:pt x="1023909" y="1041469"/>
                  </a:lnTo>
                  <a:lnTo>
                    <a:pt x="1024765" y="971473"/>
                  </a:lnTo>
                  <a:lnTo>
                    <a:pt x="1025621" y="1056482"/>
                  </a:lnTo>
                  <a:lnTo>
                    <a:pt x="1026476" y="1105309"/>
                  </a:lnTo>
                  <a:lnTo>
                    <a:pt x="1027332" y="1118004"/>
                  </a:lnTo>
                  <a:lnTo>
                    <a:pt x="1028187" y="1140826"/>
                  </a:lnTo>
                  <a:lnTo>
                    <a:pt x="1029043" y="1036742"/>
                  </a:lnTo>
                  <a:lnTo>
                    <a:pt x="1029898" y="1068509"/>
                  </a:lnTo>
                  <a:lnTo>
                    <a:pt x="1030754" y="1068329"/>
                  </a:lnTo>
                  <a:lnTo>
                    <a:pt x="1031609" y="1071383"/>
                  </a:lnTo>
                  <a:lnTo>
                    <a:pt x="1032465" y="1084589"/>
                  </a:lnTo>
                  <a:lnTo>
                    <a:pt x="1033320" y="1050268"/>
                  </a:lnTo>
                  <a:lnTo>
                    <a:pt x="1034176" y="1106066"/>
                  </a:lnTo>
                  <a:lnTo>
                    <a:pt x="1035031" y="1108701"/>
                  </a:lnTo>
                  <a:lnTo>
                    <a:pt x="1035887" y="1133829"/>
                  </a:lnTo>
                  <a:lnTo>
                    <a:pt x="1036742" y="1138600"/>
                  </a:lnTo>
                  <a:lnTo>
                    <a:pt x="1037598" y="1103169"/>
                  </a:lnTo>
                  <a:lnTo>
                    <a:pt x="1038453" y="1130498"/>
                  </a:lnTo>
                  <a:lnTo>
                    <a:pt x="1039309" y="1293183"/>
                  </a:lnTo>
                  <a:lnTo>
                    <a:pt x="1040165" y="1370808"/>
                  </a:lnTo>
                  <a:lnTo>
                    <a:pt x="1041020" y="1388537"/>
                  </a:lnTo>
                  <a:lnTo>
                    <a:pt x="1041876" y="1436745"/>
                  </a:lnTo>
                  <a:lnTo>
                    <a:pt x="1042731" y="1482787"/>
                  </a:lnTo>
                  <a:lnTo>
                    <a:pt x="1043587" y="1495867"/>
                  </a:lnTo>
                  <a:lnTo>
                    <a:pt x="1044442" y="1494042"/>
                  </a:lnTo>
                  <a:lnTo>
                    <a:pt x="1045298" y="1501461"/>
                  </a:lnTo>
                  <a:lnTo>
                    <a:pt x="1046153" y="1492106"/>
                  </a:lnTo>
                  <a:lnTo>
                    <a:pt x="1047009" y="1529351"/>
                  </a:lnTo>
                  <a:lnTo>
                    <a:pt x="1047864" y="1481918"/>
                  </a:lnTo>
                  <a:lnTo>
                    <a:pt x="1048720" y="1515319"/>
                  </a:lnTo>
                  <a:lnTo>
                    <a:pt x="1049575" y="1534454"/>
                  </a:lnTo>
                  <a:lnTo>
                    <a:pt x="1050431" y="1531418"/>
                  </a:lnTo>
                  <a:lnTo>
                    <a:pt x="1051286" y="1533639"/>
                  </a:lnTo>
                  <a:lnTo>
                    <a:pt x="1052142" y="1553332"/>
                  </a:lnTo>
                  <a:lnTo>
                    <a:pt x="1052997" y="1566773"/>
                  </a:lnTo>
                  <a:lnTo>
                    <a:pt x="1053853" y="1570645"/>
                  </a:lnTo>
                  <a:lnTo>
                    <a:pt x="1054708" y="1573408"/>
                  </a:lnTo>
                  <a:lnTo>
                    <a:pt x="1055564" y="1484954"/>
                  </a:lnTo>
                  <a:lnTo>
                    <a:pt x="1056420" y="1474635"/>
                  </a:lnTo>
                  <a:lnTo>
                    <a:pt x="1057275" y="1488976"/>
                  </a:lnTo>
                  <a:lnTo>
                    <a:pt x="1058131" y="1356320"/>
                  </a:lnTo>
                  <a:lnTo>
                    <a:pt x="1058986" y="1458154"/>
                  </a:lnTo>
                  <a:lnTo>
                    <a:pt x="1059842" y="1439935"/>
                  </a:lnTo>
                  <a:lnTo>
                    <a:pt x="1060697" y="1438608"/>
                  </a:lnTo>
                  <a:lnTo>
                    <a:pt x="1061553" y="1495362"/>
                  </a:lnTo>
                  <a:lnTo>
                    <a:pt x="1062408" y="1393536"/>
                  </a:lnTo>
                  <a:lnTo>
                    <a:pt x="1063264" y="1332045"/>
                  </a:lnTo>
                  <a:lnTo>
                    <a:pt x="1064119" y="1267944"/>
                  </a:lnTo>
                  <a:lnTo>
                    <a:pt x="1064975" y="1391781"/>
                  </a:lnTo>
                  <a:lnTo>
                    <a:pt x="1065830" y="1407067"/>
                  </a:lnTo>
                  <a:lnTo>
                    <a:pt x="1066686" y="1378156"/>
                  </a:lnTo>
                  <a:lnTo>
                    <a:pt x="1067541" y="1476149"/>
                  </a:lnTo>
                  <a:lnTo>
                    <a:pt x="1068397" y="1477314"/>
                  </a:lnTo>
                  <a:lnTo>
                    <a:pt x="1069252" y="1509608"/>
                  </a:lnTo>
                  <a:lnTo>
                    <a:pt x="1070108" y="1518368"/>
                  </a:lnTo>
                  <a:lnTo>
                    <a:pt x="1070963" y="1447653"/>
                  </a:lnTo>
                  <a:lnTo>
                    <a:pt x="1071819" y="1527546"/>
                  </a:lnTo>
                  <a:lnTo>
                    <a:pt x="1072675" y="1561800"/>
                  </a:lnTo>
                  <a:lnTo>
                    <a:pt x="1073530" y="1553804"/>
                  </a:lnTo>
                  <a:lnTo>
                    <a:pt x="1074386" y="1509486"/>
                  </a:lnTo>
                  <a:lnTo>
                    <a:pt x="1075241" y="1460782"/>
                  </a:lnTo>
                  <a:lnTo>
                    <a:pt x="1076097" y="1345287"/>
                  </a:lnTo>
                  <a:lnTo>
                    <a:pt x="1076952" y="1297848"/>
                  </a:lnTo>
                  <a:lnTo>
                    <a:pt x="1077808" y="1238205"/>
                  </a:lnTo>
                  <a:lnTo>
                    <a:pt x="1078663" y="1177579"/>
                  </a:lnTo>
                  <a:lnTo>
                    <a:pt x="1079519" y="1207253"/>
                  </a:lnTo>
                  <a:lnTo>
                    <a:pt x="1080374" y="1216375"/>
                  </a:lnTo>
                  <a:lnTo>
                    <a:pt x="1081230" y="1252105"/>
                  </a:lnTo>
                  <a:lnTo>
                    <a:pt x="1082085" y="1295699"/>
                  </a:lnTo>
                  <a:lnTo>
                    <a:pt x="1082941" y="1411492"/>
                  </a:lnTo>
                  <a:lnTo>
                    <a:pt x="1083796" y="1421082"/>
                  </a:lnTo>
                  <a:lnTo>
                    <a:pt x="1084652" y="1380408"/>
                  </a:lnTo>
                  <a:lnTo>
                    <a:pt x="1085507" y="1357891"/>
                  </a:lnTo>
                  <a:lnTo>
                    <a:pt x="1086363" y="1362605"/>
                  </a:lnTo>
                  <a:lnTo>
                    <a:pt x="1087219" y="1425833"/>
                  </a:lnTo>
                  <a:lnTo>
                    <a:pt x="1088074" y="1457220"/>
                  </a:lnTo>
                  <a:lnTo>
                    <a:pt x="1088930" y="1474377"/>
                  </a:lnTo>
                  <a:lnTo>
                    <a:pt x="1089785" y="1517805"/>
                  </a:lnTo>
                  <a:lnTo>
                    <a:pt x="1090641" y="1525597"/>
                  </a:lnTo>
                  <a:lnTo>
                    <a:pt x="1091496" y="1472009"/>
                  </a:lnTo>
                  <a:lnTo>
                    <a:pt x="1092352" y="1400253"/>
                  </a:lnTo>
                  <a:lnTo>
                    <a:pt x="1093207" y="1394904"/>
                  </a:lnTo>
                  <a:lnTo>
                    <a:pt x="1094063" y="1356524"/>
                  </a:lnTo>
                  <a:lnTo>
                    <a:pt x="1094918" y="1349287"/>
                  </a:lnTo>
                  <a:lnTo>
                    <a:pt x="1095774" y="1452397"/>
                  </a:lnTo>
                  <a:lnTo>
                    <a:pt x="1096629" y="1507874"/>
                  </a:lnTo>
                  <a:lnTo>
                    <a:pt x="1097485" y="1603736"/>
                  </a:lnTo>
                  <a:lnTo>
                    <a:pt x="1098340" y="1615807"/>
                  </a:lnTo>
                  <a:lnTo>
                    <a:pt x="1099196" y="1595160"/>
                  </a:lnTo>
                  <a:lnTo>
                    <a:pt x="1100051" y="1560592"/>
                  </a:lnTo>
                  <a:lnTo>
                    <a:pt x="1100907" y="1526179"/>
                  </a:lnTo>
                  <a:lnTo>
                    <a:pt x="1101762" y="1498583"/>
                  </a:lnTo>
                  <a:lnTo>
                    <a:pt x="1102618" y="1516962"/>
                  </a:lnTo>
                  <a:lnTo>
                    <a:pt x="1103474" y="1465572"/>
                  </a:lnTo>
                  <a:lnTo>
                    <a:pt x="1104329" y="1428543"/>
                  </a:lnTo>
                  <a:lnTo>
                    <a:pt x="1105185" y="1449620"/>
                  </a:lnTo>
                  <a:lnTo>
                    <a:pt x="1106040" y="1480248"/>
                  </a:lnTo>
                  <a:lnTo>
                    <a:pt x="1106896" y="1501107"/>
                  </a:lnTo>
                  <a:lnTo>
                    <a:pt x="1107751" y="1504545"/>
                  </a:lnTo>
                  <a:lnTo>
                    <a:pt x="1108607" y="1458606"/>
                  </a:lnTo>
                  <a:lnTo>
                    <a:pt x="1109462" y="1461940"/>
                  </a:lnTo>
                  <a:lnTo>
                    <a:pt x="1110318" y="1461701"/>
                  </a:lnTo>
                  <a:lnTo>
                    <a:pt x="1111173" y="1467734"/>
                  </a:lnTo>
                  <a:lnTo>
                    <a:pt x="1112029" y="1491544"/>
                  </a:lnTo>
                  <a:lnTo>
                    <a:pt x="1112884" y="1485186"/>
                  </a:lnTo>
                  <a:lnTo>
                    <a:pt x="1113740" y="1502593"/>
                  </a:lnTo>
                  <a:lnTo>
                    <a:pt x="1114595" y="1507031"/>
                  </a:lnTo>
                  <a:lnTo>
                    <a:pt x="1115451" y="1494218"/>
                  </a:lnTo>
                  <a:lnTo>
                    <a:pt x="1116306" y="1541614"/>
                  </a:lnTo>
                  <a:lnTo>
                    <a:pt x="1117162" y="1571418"/>
                  </a:lnTo>
                  <a:lnTo>
                    <a:pt x="1118017" y="1586026"/>
                  </a:lnTo>
                  <a:lnTo>
                    <a:pt x="1118873" y="1581038"/>
                  </a:lnTo>
                  <a:lnTo>
                    <a:pt x="1119729" y="1574519"/>
                  </a:lnTo>
                  <a:lnTo>
                    <a:pt x="1120584" y="1532102"/>
                  </a:lnTo>
                  <a:lnTo>
                    <a:pt x="1121440" y="1538846"/>
                  </a:lnTo>
                  <a:lnTo>
                    <a:pt x="1122295" y="1550273"/>
                  </a:lnTo>
                  <a:lnTo>
                    <a:pt x="1123151" y="1563312"/>
                  </a:lnTo>
                  <a:lnTo>
                    <a:pt x="1124006" y="1566688"/>
                  </a:lnTo>
                  <a:lnTo>
                    <a:pt x="1124862" y="1570183"/>
                  </a:lnTo>
                  <a:lnTo>
                    <a:pt x="1125717" y="1549755"/>
                  </a:lnTo>
                  <a:lnTo>
                    <a:pt x="1126573" y="1526874"/>
                  </a:lnTo>
                  <a:lnTo>
                    <a:pt x="1127428" y="1522335"/>
                  </a:lnTo>
                  <a:lnTo>
                    <a:pt x="1128284" y="1486846"/>
                  </a:lnTo>
                  <a:lnTo>
                    <a:pt x="1129139" y="1451183"/>
                  </a:lnTo>
                  <a:lnTo>
                    <a:pt x="1129995" y="1314509"/>
                  </a:lnTo>
                  <a:lnTo>
                    <a:pt x="1130850" y="1200554"/>
                  </a:lnTo>
                  <a:lnTo>
                    <a:pt x="1131706" y="1230762"/>
                  </a:lnTo>
                  <a:lnTo>
                    <a:pt x="1132561" y="1301921"/>
                  </a:lnTo>
                  <a:lnTo>
                    <a:pt x="1133417" y="1293347"/>
                  </a:lnTo>
                  <a:lnTo>
                    <a:pt x="1134273" y="1258675"/>
                  </a:lnTo>
                  <a:lnTo>
                    <a:pt x="1135128" y="1187432"/>
                  </a:lnTo>
                  <a:lnTo>
                    <a:pt x="1135984" y="1150454"/>
                  </a:lnTo>
                  <a:lnTo>
                    <a:pt x="1136839" y="1118838"/>
                  </a:lnTo>
                  <a:lnTo>
                    <a:pt x="1137695" y="1106643"/>
                  </a:lnTo>
                  <a:lnTo>
                    <a:pt x="1138550" y="1079195"/>
                  </a:lnTo>
                  <a:lnTo>
                    <a:pt x="1139406" y="1190835"/>
                  </a:lnTo>
                  <a:lnTo>
                    <a:pt x="1140261" y="1229640"/>
                  </a:lnTo>
                  <a:lnTo>
                    <a:pt x="1141117" y="1271833"/>
                  </a:lnTo>
                  <a:lnTo>
                    <a:pt x="1141972" y="1373820"/>
                  </a:lnTo>
                  <a:lnTo>
                    <a:pt x="1142828" y="1438614"/>
                  </a:lnTo>
                  <a:lnTo>
                    <a:pt x="1143683" y="1455558"/>
                  </a:lnTo>
                  <a:lnTo>
                    <a:pt x="1144539" y="1399224"/>
                  </a:lnTo>
                  <a:lnTo>
                    <a:pt x="1145394" y="1289312"/>
                  </a:lnTo>
                  <a:lnTo>
                    <a:pt x="1146250" y="1264299"/>
                  </a:lnTo>
                  <a:lnTo>
                    <a:pt x="1147105" y="1275999"/>
                  </a:lnTo>
                  <a:lnTo>
                    <a:pt x="1147961" y="1236096"/>
                  </a:lnTo>
                  <a:lnTo>
                    <a:pt x="1148816" y="1260077"/>
                  </a:lnTo>
                  <a:lnTo>
                    <a:pt x="1149672" y="1255028"/>
                  </a:lnTo>
                  <a:lnTo>
                    <a:pt x="1150528" y="1423946"/>
                  </a:lnTo>
                  <a:lnTo>
                    <a:pt x="1151383" y="1352006"/>
                  </a:lnTo>
                  <a:lnTo>
                    <a:pt x="1152239" y="1324486"/>
                  </a:lnTo>
                  <a:lnTo>
                    <a:pt x="1153094" y="1361438"/>
                  </a:lnTo>
                  <a:lnTo>
                    <a:pt x="1153950" y="1408382"/>
                  </a:lnTo>
                  <a:lnTo>
                    <a:pt x="1154805" y="1414762"/>
                  </a:lnTo>
                  <a:lnTo>
                    <a:pt x="1155661" y="1496704"/>
                  </a:lnTo>
                  <a:lnTo>
                    <a:pt x="1156516" y="1510707"/>
                  </a:lnTo>
                  <a:lnTo>
                    <a:pt x="1157372" y="1503189"/>
                  </a:lnTo>
                  <a:lnTo>
                    <a:pt x="1158227" y="1547042"/>
                  </a:lnTo>
                  <a:lnTo>
                    <a:pt x="1159083" y="1560065"/>
                  </a:lnTo>
                  <a:lnTo>
                    <a:pt x="1159938" y="1586546"/>
                  </a:lnTo>
                  <a:lnTo>
                    <a:pt x="1160794" y="1642557"/>
                  </a:lnTo>
                  <a:lnTo>
                    <a:pt x="1161649" y="1643938"/>
                  </a:lnTo>
                  <a:lnTo>
                    <a:pt x="1162505" y="1674414"/>
                  </a:lnTo>
                  <a:lnTo>
                    <a:pt x="1163360" y="1637490"/>
                  </a:lnTo>
                  <a:lnTo>
                    <a:pt x="1164216" y="1634881"/>
                  </a:lnTo>
                  <a:lnTo>
                    <a:pt x="1165071" y="1636858"/>
                  </a:lnTo>
                  <a:lnTo>
                    <a:pt x="1165927" y="1596783"/>
                  </a:lnTo>
                  <a:lnTo>
                    <a:pt x="1166783" y="1587461"/>
                  </a:lnTo>
                  <a:lnTo>
                    <a:pt x="1167638" y="1535264"/>
                  </a:lnTo>
                  <a:lnTo>
                    <a:pt x="1168494" y="1577060"/>
                  </a:lnTo>
                  <a:lnTo>
                    <a:pt x="1169349" y="1584340"/>
                  </a:lnTo>
                  <a:lnTo>
                    <a:pt x="1170205" y="1510414"/>
                  </a:lnTo>
                  <a:lnTo>
                    <a:pt x="1171060" y="1524000"/>
                  </a:lnTo>
                  <a:lnTo>
                    <a:pt x="1171916" y="1535994"/>
                  </a:lnTo>
                  <a:lnTo>
                    <a:pt x="1172771" y="1548576"/>
                  </a:lnTo>
                  <a:lnTo>
                    <a:pt x="1173627" y="1538280"/>
                  </a:lnTo>
                  <a:lnTo>
                    <a:pt x="1174482" y="1501651"/>
                  </a:lnTo>
                  <a:lnTo>
                    <a:pt x="1175338" y="1458887"/>
                  </a:lnTo>
                  <a:lnTo>
                    <a:pt x="1176193" y="1420248"/>
                  </a:lnTo>
                  <a:lnTo>
                    <a:pt x="1177049" y="1386372"/>
                  </a:lnTo>
                  <a:lnTo>
                    <a:pt x="1177904" y="1319308"/>
                  </a:lnTo>
                  <a:lnTo>
                    <a:pt x="1178760" y="1333279"/>
                  </a:lnTo>
                  <a:lnTo>
                    <a:pt x="1179615" y="1334795"/>
                  </a:lnTo>
                  <a:lnTo>
                    <a:pt x="1180471" y="1291192"/>
                  </a:lnTo>
                  <a:lnTo>
                    <a:pt x="1181327" y="1279447"/>
                  </a:lnTo>
                  <a:lnTo>
                    <a:pt x="1182182" y="1258713"/>
                  </a:lnTo>
                  <a:lnTo>
                    <a:pt x="1183038" y="1243147"/>
                  </a:lnTo>
                  <a:lnTo>
                    <a:pt x="1183893" y="1300907"/>
                  </a:lnTo>
                  <a:lnTo>
                    <a:pt x="1184749" y="1292535"/>
                  </a:lnTo>
                  <a:lnTo>
                    <a:pt x="1185604" y="1277935"/>
                  </a:lnTo>
                  <a:lnTo>
                    <a:pt x="1186460" y="1317432"/>
                  </a:lnTo>
                  <a:lnTo>
                    <a:pt x="1187315" y="1346912"/>
                  </a:lnTo>
                  <a:lnTo>
                    <a:pt x="1188171" y="1371294"/>
                  </a:lnTo>
                  <a:lnTo>
                    <a:pt x="1189026" y="1379241"/>
                  </a:lnTo>
                  <a:lnTo>
                    <a:pt x="1189882" y="1325278"/>
                  </a:lnTo>
                  <a:lnTo>
                    <a:pt x="1190737" y="1411113"/>
                  </a:lnTo>
                  <a:lnTo>
                    <a:pt x="1191593" y="1421475"/>
                  </a:lnTo>
                  <a:lnTo>
                    <a:pt x="1192448" y="1376613"/>
                  </a:lnTo>
                  <a:lnTo>
                    <a:pt x="1193304" y="1402225"/>
                  </a:lnTo>
                  <a:lnTo>
                    <a:pt x="1194159" y="1381581"/>
                  </a:lnTo>
                  <a:lnTo>
                    <a:pt x="1195015" y="1432514"/>
                  </a:lnTo>
                  <a:lnTo>
                    <a:pt x="1195870" y="1448381"/>
                  </a:lnTo>
                  <a:lnTo>
                    <a:pt x="1196726" y="1399258"/>
                  </a:lnTo>
                  <a:lnTo>
                    <a:pt x="1197582" y="1432127"/>
                  </a:lnTo>
                  <a:lnTo>
                    <a:pt x="1198437" y="1416002"/>
                  </a:lnTo>
                  <a:lnTo>
                    <a:pt x="1199293" y="1442025"/>
                  </a:lnTo>
                  <a:lnTo>
                    <a:pt x="1200148" y="1457931"/>
                  </a:lnTo>
                  <a:lnTo>
                    <a:pt x="1201004" y="1422344"/>
                  </a:lnTo>
                  <a:lnTo>
                    <a:pt x="1201859" y="1507167"/>
                  </a:lnTo>
                  <a:lnTo>
                    <a:pt x="1202715" y="1524284"/>
                  </a:lnTo>
                  <a:lnTo>
                    <a:pt x="1203570" y="1489573"/>
                  </a:lnTo>
                  <a:lnTo>
                    <a:pt x="1204426" y="1476458"/>
                  </a:lnTo>
                  <a:lnTo>
                    <a:pt x="1205281" y="1438249"/>
                  </a:lnTo>
                  <a:lnTo>
                    <a:pt x="1206137" y="1479394"/>
                  </a:lnTo>
                  <a:lnTo>
                    <a:pt x="1206992" y="1481226"/>
                  </a:lnTo>
                  <a:lnTo>
                    <a:pt x="1207848" y="1388147"/>
                  </a:lnTo>
                  <a:lnTo>
                    <a:pt x="1208703" y="1441508"/>
                  </a:lnTo>
                  <a:lnTo>
                    <a:pt x="1209559" y="1413545"/>
                  </a:lnTo>
                  <a:lnTo>
                    <a:pt x="1210414" y="1444648"/>
                  </a:lnTo>
                  <a:lnTo>
                    <a:pt x="1211270" y="1471193"/>
                  </a:lnTo>
                  <a:lnTo>
                    <a:pt x="1212125" y="1371657"/>
                  </a:lnTo>
                  <a:lnTo>
                    <a:pt x="1212981" y="1399452"/>
                  </a:lnTo>
                  <a:lnTo>
                    <a:pt x="1213837" y="1378048"/>
                  </a:lnTo>
                  <a:lnTo>
                    <a:pt x="1214692" y="1363303"/>
                  </a:lnTo>
                  <a:lnTo>
                    <a:pt x="1215548" y="1427973"/>
                  </a:lnTo>
                  <a:lnTo>
                    <a:pt x="1216403" y="1376623"/>
                  </a:lnTo>
                  <a:lnTo>
                    <a:pt x="1217259" y="1399882"/>
                  </a:lnTo>
                  <a:lnTo>
                    <a:pt x="1218114" y="1438620"/>
                  </a:lnTo>
                  <a:lnTo>
                    <a:pt x="1218970" y="1381109"/>
                  </a:lnTo>
                  <a:lnTo>
                    <a:pt x="1219825" y="1388250"/>
                  </a:lnTo>
                  <a:lnTo>
                    <a:pt x="1220681" y="1422725"/>
                  </a:lnTo>
                  <a:lnTo>
                    <a:pt x="1221536" y="1463514"/>
                  </a:lnTo>
                  <a:lnTo>
                    <a:pt x="1222392" y="1455172"/>
                  </a:lnTo>
                  <a:lnTo>
                    <a:pt x="1223247" y="1422152"/>
                  </a:lnTo>
                  <a:lnTo>
                    <a:pt x="1224103" y="1458825"/>
                  </a:lnTo>
                  <a:lnTo>
                    <a:pt x="1224958" y="1502272"/>
                  </a:lnTo>
                  <a:lnTo>
                    <a:pt x="1225814" y="1502767"/>
                  </a:lnTo>
                  <a:lnTo>
                    <a:pt x="1226669" y="1487387"/>
                  </a:lnTo>
                  <a:lnTo>
                    <a:pt x="1227525" y="1421786"/>
                  </a:lnTo>
                  <a:lnTo>
                    <a:pt x="1228380" y="1329520"/>
                  </a:lnTo>
                  <a:lnTo>
                    <a:pt x="1229236" y="1383165"/>
                  </a:lnTo>
                  <a:lnTo>
                    <a:pt x="1230092" y="1304890"/>
                  </a:lnTo>
                  <a:lnTo>
                    <a:pt x="1230947" y="1334399"/>
                  </a:lnTo>
                  <a:lnTo>
                    <a:pt x="1231803" y="1370650"/>
                  </a:lnTo>
                  <a:lnTo>
                    <a:pt x="1232658" y="1291078"/>
                  </a:lnTo>
                  <a:lnTo>
                    <a:pt x="1233514" y="1341650"/>
                  </a:lnTo>
                  <a:lnTo>
                    <a:pt x="1234369" y="1320759"/>
                  </a:lnTo>
                  <a:lnTo>
                    <a:pt x="1235225" y="1342443"/>
                  </a:lnTo>
                  <a:lnTo>
                    <a:pt x="1236080" y="1341216"/>
                  </a:lnTo>
                  <a:lnTo>
                    <a:pt x="1236936" y="1341971"/>
                  </a:lnTo>
                  <a:lnTo>
                    <a:pt x="1237791" y="1379144"/>
                  </a:lnTo>
                  <a:lnTo>
                    <a:pt x="1238647" y="1382977"/>
                  </a:lnTo>
                  <a:lnTo>
                    <a:pt x="1239502" y="1445208"/>
                  </a:lnTo>
                  <a:lnTo>
                    <a:pt x="1240358" y="1434890"/>
                  </a:lnTo>
                  <a:lnTo>
                    <a:pt x="1241213" y="1425430"/>
                  </a:lnTo>
                  <a:lnTo>
                    <a:pt x="1242069" y="1419935"/>
                  </a:lnTo>
                  <a:lnTo>
                    <a:pt x="1242924" y="1340547"/>
                  </a:lnTo>
                  <a:lnTo>
                    <a:pt x="1243780" y="1358906"/>
                  </a:lnTo>
                  <a:lnTo>
                    <a:pt x="1244636" y="1364501"/>
                  </a:lnTo>
                  <a:lnTo>
                    <a:pt x="1245491" y="1401774"/>
                  </a:lnTo>
                  <a:lnTo>
                    <a:pt x="1246347" y="1449260"/>
                  </a:lnTo>
                  <a:lnTo>
                    <a:pt x="1247202" y="1426783"/>
                  </a:lnTo>
                  <a:lnTo>
                    <a:pt x="1248058" y="1454071"/>
                  </a:lnTo>
                  <a:lnTo>
                    <a:pt x="1248913" y="1484446"/>
                  </a:lnTo>
                  <a:lnTo>
                    <a:pt x="1249769" y="1518989"/>
                  </a:lnTo>
                  <a:lnTo>
                    <a:pt x="1250624" y="1510142"/>
                  </a:lnTo>
                  <a:lnTo>
                    <a:pt x="1251480" y="1441598"/>
                  </a:lnTo>
                  <a:lnTo>
                    <a:pt x="1252335" y="1566216"/>
                  </a:lnTo>
                  <a:lnTo>
                    <a:pt x="1253191" y="1613286"/>
                  </a:lnTo>
                  <a:lnTo>
                    <a:pt x="1254046" y="1622636"/>
                  </a:lnTo>
                  <a:lnTo>
                    <a:pt x="1254902" y="1636255"/>
                  </a:lnTo>
                  <a:lnTo>
                    <a:pt x="1255757" y="1609221"/>
                  </a:lnTo>
                  <a:lnTo>
                    <a:pt x="1256613" y="1624584"/>
                  </a:lnTo>
                  <a:lnTo>
                    <a:pt x="1257468" y="1580658"/>
                  </a:lnTo>
                  <a:lnTo>
                    <a:pt x="1258324" y="1565340"/>
                  </a:lnTo>
                  <a:lnTo>
                    <a:pt x="1259179" y="1533490"/>
                  </a:lnTo>
                  <a:lnTo>
                    <a:pt x="1260035" y="1588516"/>
                  </a:lnTo>
                  <a:lnTo>
                    <a:pt x="1260891" y="1618983"/>
                  </a:lnTo>
                  <a:lnTo>
                    <a:pt x="1261746" y="1588922"/>
                  </a:lnTo>
                  <a:lnTo>
                    <a:pt x="1262602" y="1541552"/>
                  </a:lnTo>
                  <a:lnTo>
                    <a:pt x="1263457" y="1537171"/>
                  </a:lnTo>
                  <a:lnTo>
                    <a:pt x="1264313" y="1510877"/>
                  </a:lnTo>
                  <a:lnTo>
                    <a:pt x="1265168" y="1425009"/>
                  </a:lnTo>
                  <a:lnTo>
                    <a:pt x="1266024" y="1451912"/>
                  </a:lnTo>
                  <a:lnTo>
                    <a:pt x="1266879" y="1449213"/>
                  </a:lnTo>
                  <a:lnTo>
                    <a:pt x="1267735" y="1427487"/>
                  </a:lnTo>
                  <a:lnTo>
                    <a:pt x="1268590" y="1403246"/>
                  </a:lnTo>
                  <a:lnTo>
                    <a:pt x="1269446" y="1327479"/>
                  </a:lnTo>
                  <a:lnTo>
                    <a:pt x="1270301" y="1299021"/>
                  </a:lnTo>
                  <a:lnTo>
                    <a:pt x="1271157" y="1314632"/>
                  </a:lnTo>
                  <a:lnTo>
                    <a:pt x="1272012" y="1290539"/>
                  </a:lnTo>
                  <a:lnTo>
                    <a:pt x="1272868" y="1342669"/>
                  </a:lnTo>
                  <a:lnTo>
                    <a:pt x="1273723" y="1350546"/>
                  </a:lnTo>
                  <a:lnTo>
                    <a:pt x="1274579" y="1395351"/>
                  </a:lnTo>
                  <a:lnTo>
                    <a:pt x="1275434" y="1463241"/>
                  </a:lnTo>
                  <a:lnTo>
                    <a:pt x="1276290" y="1503051"/>
                  </a:lnTo>
                  <a:lnTo>
                    <a:pt x="1277146" y="1543571"/>
                  </a:lnTo>
                  <a:lnTo>
                    <a:pt x="1278001" y="1562970"/>
                  </a:lnTo>
                  <a:lnTo>
                    <a:pt x="1278857" y="1610715"/>
                  </a:lnTo>
                  <a:lnTo>
                    <a:pt x="1279712" y="1595788"/>
                  </a:lnTo>
                  <a:lnTo>
                    <a:pt x="1280568" y="1599833"/>
                  </a:lnTo>
                  <a:lnTo>
                    <a:pt x="1281423" y="1622063"/>
                  </a:lnTo>
                  <a:lnTo>
                    <a:pt x="1282279" y="1585097"/>
                  </a:lnTo>
                  <a:lnTo>
                    <a:pt x="1283134" y="1564463"/>
                  </a:lnTo>
                  <a:lnTo>
                    <a:pt x="1283990" y="1476098"/>
                  </a:lnTo>
                  <a:lnTo>
                    <a:pt x="1284845" y="1470449"/>
                  </a:lnTo>
                  <a:lnTo>
                    <a:pt x="1285701" y="1435475"/>
                  </a:lnTo>
                  <a:lnTo>
                    <a:pt x="1286556" y="1425563"/>
                  </a:lnTo>
                  <a:lnTo>
                    <a:pt x="1287412" y="1412135"/>
                  </a:lnTo>
                  <a:lnTo>
                    <a:pt x="1288267" y="1375968"/>
                  </a:lnTo>
                  <a:lnTo>
                    <a:pt x="1289123" y="1371468"/>
                  </a:lnTo>
                  <a:lnTo>
                    <a:pt x="1289978" y="1349095"/>
                  </a:lnTo>
                  <a:lnTo>
                    <a:pt x="1290834" y="1336242"/>
                  </a:lnTo>
                  <a:lnTo>
                    <a:pt x="1291690" y="1333868"/>
                  </a:lnTo>
                  <a:lnTo>
                    <a:pt x="1292545" y="1376122"/>
                  </a:lnTo>
                  <a:lnTo>
                    <a:pt x="1293401" y="1366294"/>
                  </a:lnTo>
                  <a:lnTo>
                    <a:pt x="1294256" y="1398095"/>
                  </a:lnTo>
                  <a:lnTo>
                    <a:pt x="1295112" y="1423921"/>
                  </a:lnTo>
                  <a:lnTo>
                    <a:pt x="1295967" y="1486980"/>
                  </a:lnTo>
                  <a:lnTo>
                    <a:pt x="1296823" y="1498637"/>
                  </a:lnTo>
                  <a:lnTo>
                    <a:pt x="1297678" y="1467953"/>
                  </a:lnTo>
                  <a:lnTo>
                    <a:pt x="1298534" y="1464041"/>
                  </a:lnTo>
                  <a:lnTo>
                    <a:pt x="1299389" y="1497101"/>
                  </a:lnTo>
                  <a:lnTo>
                    <a:pt x="1300245" y="1478968"/>
                  </a:lnTo>
                  <a:lnTo>
                    <a:pt x="1301100" y="1430885"/>
                  </a:lnTo>
                  <a:lnTo>
                    <a:pt x="1301956" y="1437545"/>
                  </a:lnTo>
                  <a:lnTo>
                    <a:pt x="1302811" y="1388911"/>
                  </a:lnTo>
                  <a:lnTo>
                    <a:pt x="1303667" y="1368391"/>
                  </a:lnTo>
                  <a:lnTo>
                    <a:pt x="1304522" y="1298191"/>
                  </a:lnTo>
                  <a:lnTo>
                    <a:pt x="1305378" y="1327244"/>
                  </a:lnTo>
                  <a:lnTo>
                    <a:pt x="1306233" y="1285604"/>
                  </a:lnTo>
                  <a:lnTo>
                    <a:pt x="1307089" y="1374112"/>
                  </a:lnTo>
                  <a:lnTo>
                    <a:pt x="1307945" y="1357311"/>
                  </a:lnTo>
                  <a:lnTo>
                    <a:pt x="1308800" y="1364004"/>
                  </a:lnTo>
                  <a:lnTo>
                    <a:pt x="1309656" y="1376463"/>
                  </a:lnTo>
                  <a:lnTo>
                    <a:pt x="1310511" y="1392420"/>
                  </a:lnTo>
                  <a:lnTo>
                    <a:pt x="1311367" y="1436180"/>
                  </a:lnTo>
                  <a:lnTo>
                    <a:pt x="1312222" y="1380503"/>
                  </a:lnTo>
                  <a:lnTo>
                    <a:pt x="1313078" y="1348209"/>
                  </a:lnTo>
                  <a:lnTo>
                    <a:pt x="1313933" y="1416238"/>
                  </a:lnTo>
                  <a:lnTo>
                    <a:pt x="1314789" y="1384119"/>
                  </a:lnTo>
                  <a:lnTo>
                    <a:pt x="1315644" y="1359222"/>
                  </a:lnTo>
                  <a:lnTo>
                    <a:pt x="1316500" y="1296423"/>
                  </a:lnTo>
                  <a:lnTo>
                    <a:pt x="1317355" y="1285022"/>
                  </a:lnTo>
                  <a:lnTo>
                    <a:pt x="1318211" y="1306689"/>
                  </a:lnTo>
                  <a:lnTo>
                    <a:pt x="1319066" y="1305161"/>
                  </a:lnTo>
                  <a:lnTo>
                    <a:pt x="1319922" y="1272956"/>
                  </a:lnTo>
                  <a:lnTo>
                    <a:pt x="1320777" y="1292429"/>
                  </a:lnTo>
                  <a:lnTo>
                    <a:pt x="1321633" y="1304830"/>
                  </a:lnTo>
                  <a:lnTo>
                    <a:pt x="1322488" y="1332396"/>
                  </a:lnTo>
                  <a:lnTo>
                    <a:pt x="1323344" y="1299804"/>
                  </a:lnTo>
                  <a:lnTo>
                    <a:pt x="1324200" y="1275944"/>
                  </a:lnTo>
                  <a:lnTo>
                    <a:pt x="1325055" y="1311653"/>
                  </a:lnTo>
                  <a:lnTo>
                    <a:pt x="1325911" y="1250117"/>
                  </a:lnTo>
                  <a:lnTo>
                    <a:pt x="1326766" y="1271246"/>
                  </a:lnTo>
                  <a:lnTo>
                    <a:pt x="1327622" y="1275436"/>
                  </a:lnTo>
                  <a:lnTo>
                    <a:pt x="1328477" y="1209840"/>
                  </a:lnTo>
                  <a:lnTo>
                    <a:pt x="1329333" y="1193301"/>
                  </a:lnTo>
                  <a:lnTo>
                    <a:pt x="1330188" y="1097749"/>
                  </a:lnTo>
                  <a:lnTo>
                    <a:pt x="1331044" y="1140903"/>
                  </a:lnTo>
                  <a:lnTo>
                    <a:pt x="1331899" y="1148692"/>
                  </a:lnTo>
                  <a:lnTo>
                    <a:pt x="1332755" y="1127687"/>
                  </a:lnTo>
                  <a:lnTo>
                    <a:pt x="1333610" y="1133524"/>
                  </a:lnTo>
                  <a:lnTo>
                    <a:pt x="1334466" y="1123870"/>
                  </a:lnTo>
                  <a:lnTo>
                    <a:pt x="1335321" y="909547"/>
                  </a:lnTo>
                  <a:lnTo>
                    <a:pt x="1336177" y="903328"/>
                  </a:lnTo>
                  <a:lnTo>
                    <a:pt x="1337032" y="875181"/>
                  </a:lnTo>
                  <a:lnTo>
                    <a:pt x="1337888" y="864036"/>
                  </a:lnTo>
                  <a:lnTo>
                    <a:pt x="1338744" y="872548"/>
                  </a:lnTo>
                  <a:lnTo>
                    <a:pt x="1339599" y="849336"/>
                  </a:lnTo>
                  <a:lnTo>
                    <a:pt x="1340455" y="883977"/>
                  </a:lnTo>
                  <a:lnTo>
                    <a:pt x="1341310" y="911493"/>
                  </a:lnTo>
                  <a:lnTo>
                    <a:pt x="1342166" y="907653"/>
                  </a:lnTo>
                  <a:lnTo>
                    <a:pt x="1343021" y="944024"/>
                  </a:lnTo>
                  <a:lnTo>
                    <a:pt x="1343877" y="904419"/>
                  </a:lnTo>
                  <a:lnTo>
                    <a:pt x="1344732" y="968854"/>
                  </a:lnTo>
                  <a:lnTo>
                    <a:pt x="1345588" y="915543"/>
                  </a:lnTo>
                  <a:lnTo>
                    <a:pt x="1346443" y="852634"/>
                  </a:lnTo>
                  <a:lnTo>
                    <a:pt x="1347299" y="815980"/>
                  </a:lnTo>
                  <a:lnTo>
                    <a:pt x="1348154" y="822473"/>
                  </a:lnTo>
                  <a:lnTo>
                    <a:pt x="1349010" y="880519"/>
                  </a:lnTo>
                  <a:lnTo>
                    <a:pt x="1349865" y="876648"/>
                  </a:lnTo>
                  <a:lnTo>
                    <a:pt x="1350721" y="920157"/>
                  </a:lnTo>
                  <a:lnTo>
                    <a:pt x="1351576" y="969950"/>
                  </a:lnTo>
                  <a:lnTo>
                    <a:pt x="1352432" y="982803"/>
                  </a:lnTo>
                  <a:lnTo>
                    <a:pt x="1353287" y="1020802"/>
                  </a:lnTo>
                  <a:lnTo>
                    <a:pt x="1354143" y="989275"/>
                  </a:lnTo>
                  <a:lnTo>
                    <a:pt x="1354999" y="1050204"/>
                  </a:lnTo>
                  <a:lnTo>
                    <a:pt x="1355854" y="1049139"/>
                  </a:lnTo>
                  <a:lnTo>
                    <a:pt x="1356710" y="1056500"/>
                  </a:lnTo>
                  <a:lnTo>
                    <a:pt x="1357565" y="1127975"/>
                  </a:lnTo>
                  <a:lnTo>
                    <a:pt x="1358421" y="1135858"/>
                  </a:lnTo>
                  <a:lnTo>
                    <a:pt x="1359276" y="1158735"/>
                  </a:lnTo>
                  <a:lnTo>
                    <a:pt x="1360132" y="1170480"/>
                  </a:lnTo>
                  <a:lnTo>
                    <a:pt x="1360987" y="1183104"/>
                  </a:lnTo>
                  <a:lnTo>
                    <a:pt x="1361843" y="1239179"/>
                  </a:lnTo>
                  <a:lnTo>
                    <a:pt x="1362698" y="1293396"/>
                  </a:lnTo>
                  <a:lnTo>
                    <a:pt x="1363554" y="1320251"/>
                  </a:lnTo>
                  <a:lnTo>
                    <a:pt x="1364409" y="1392241"/>
                  </a:lnTo>
                  <a:lnTo>
                    <a:pt x="1365265" y="1392079"/>
                  </a:lnTo>
                  <a:lnTo>
                    <a:pt x="1366120" y="1479566"/>
                  </a:lnTo>
                  <a:lnTo>
                    <a:pt x="1366976" y="1481507"/>
                  </a:lnTo>
                  <a:lnTo>
                    <a:pt x="1367831" y="1446988"/>
                  </a:lnTo>
                  <a:lnTo>
                    <a:pt x="1368687" y="1448052"/>
                  </a:lnTo>
                  <a:lnTo>
                    <a:pt x="1369542" y="1432732"/>
                  </a:lnTo>
                  <a:lnTo>
                    <a:pt x="1370398" y="1469452"/>
                  </a:lnTo>
                  <a:lnTo>
                    <a:pt x="1371254" y="1456091"/>
                  </a:lnTo>
                  <a:lnTo>
                    <a:pt x="1372109" y="1397314"/>
                  </a:lnTo>
                  <a:lnTo>
                    <a:pt x="1372965" y="1288641"/>
                  </a:lnTo>
                  <a:lnTo>
                    <a:pt x="1373820" y="1221166"/>
                  </a:lnTo>
                  <a:lnTo>
                    <a:pt x="1374676" y="1253642"/>
                  </a:lnTo>
                  <a:lnTo>
                    <a:pt x="1375531" y="1190495"/>
                  </a:lnTo>
                  <a:lnTo>
                    <a:pt x="1376387" y="1199152"/>
                  </a:lnTo>
                  <a:lnTo>
                    <a:pt x="1377242" y="1279317"/>
                  </a:lnTo>
                  <a:lnTo>
                    <a:pt x="1378098" y="1244090"/>
                  </a:lnTo>
                  <a:lnTo>
                    <a:pt x="1378953" y="1273506"/>
                  </a:lnTo>
                  <a:lnTo>
                    <a:pt x="1379809" y="1276340"/>
                  </a:lnTo>
                  <a:lnTo>
                    <a:pt x="1380664" y="1390187"/>
                  </a:lnTo>
                  <a:lnTo>
                    <a:pt x="1381520" y="1414497"/>
                  </a:lnTo>
                  <a:lnTo>
                    <a:pt x="1382375" y="1364785"/>
                  </a:lnTo>
                  <a:lnTo>
                    <a:pt x="1383231" y="1252881"/>
                  </a:lnTo>
                  <a:lnTo>
                    <a:pt x="1384086" y="1268333"/>
                  </a:lnTo>
                  <a:lnTo>
                    <a:pt x="1384942" y="1268440"/>
                  </a:lnTo>
                  <a:lnTo>
                    <a:pt x="1385798" y="1374717"/>
                  </a:lnTo>
                  <a:lnTo>
                    <a:pt x="1386653" y="1292736"/>
                  </a:lnTo>
                  <a:lnTo>
                    <a:pt x="1387509" y="1240012"/>
                  </a:lnTo>
                  <a:lnTo>
                    <a:pt x="1388364" y="1221531"/>
                  </a:lnTo>
                  <a:lnTo>
                    <a:pt x="1389220" y="1204909"/>
                  </a:lnTo>
                  <a:lnTo>
                    <a:pt x="1390075" y="1191524"/>
                  </a:lnTo>
                  <a:lnTo>
                    <a:pt x="1390931" y="1160525"/>
                  </a:lnTo>
                  <a:lnTo>
                    <a:pt x="1391786" y="1174002"/>
                  </a:lnTo>
                  <a:lnTo>
                    <a:pt x="1392642" y="1193783"/>
                  </a:lnTo>
                  <a:lnTo>
                    <a:pt x="1393497" y="1233154"/>
                  </a:lnTo>
                  <a:lnTo>
                    <a:pt x="1394353" y="1237435"/>
                  </a:lnTo>
                  <a:lnTo>
                    <a:pt x="1395208" y="1322893"/>
                  </a:lnTo>
                  <a:lnTo>
                    <a:pt x="1396064" y="1395178"/>
                  </a:lnTo>
                  <a:lnTo>
                    <a:pt x="1396919" y="1515042"/>
                  </a:lnTo>
                  <a:lnTo>
                    <a:pt x="1397775" y="1513915"/>
                  </a:lnTo>
                  <a:lnTo>
                    <a:pt x="1398630" y="1499558"/>
                  </a:lnTo>
                  <a:lnTo>
                    <a:pt x="1399486" y="1500586"/>
                  </a:lnTo>
                  <a:lnTo>
                    <a:pt x="1400341" y="1479265"/>
                  </a:lnTo>
                  <a:lnTo>
                    <a:pt x="1401197" y="1363601"/>
                  </a:lnTo>
                  <a:lnTo>
                    <a:pt x="1402053" y="1360924"/>
                  </a:lnTo>
                  <a:lnTo>
                    <a:pt x="1402908" y="1309555"/>
                  </a:lnTo>
                  <a:lnTo>
                    <a:pt x="1403764" y="1304096"/>
                  </a:lnTo>
                  <a:lnTo>
                    <a:pt x="1404619" y="1378072"/>
                  </a:lnTo>
                  <a:lnTo>
                    <a:pt x="1405475" y="1289418"/>
                  </a:lnTo>
                  <a:lnTo>
                    <a:pt x="1406330" y="1280129"/>
                  </a:lnTo>
                  <a:lnTo>
                    <a:pt x="1407186" y="1187066"/>
                  </a:lnTo>
                  <a:lnTo>
                    <a:pt x="1408041" y="1207742"/>
                  </a:lnTo>
                  <a:lnTo>
                    <a:pt x="1408897" y="1146312"/>
                  </a:lnTo>
                  <a:lnTo>
                    <a:pt x="1409752" y="1090286"/>
                  </a:lnTo>
                  <a:lnTo>
                    <a:pt x="1410608" y="1065329"/>
                  </a:lnTo>
                  <a:lnTo>
                    <a:pt x="1411463" y="1097270"/>
                  </a:lnTo>
                  <a:lnTo>
                    <a:pt x="1412319" y="1099441"/>
                  </a:lnTo>
                  <a:lnTo>
                    <a:pt x="1413174" y="1159001"/>
                  </a:lnTo>
                  <a:lnTo>
                    <a:pt x="1414030" y="1265914"/>
                  </a:lnTo>
                  <a:lnTo>
                    <a:pt x="1414885" y="1343695"/>
                  </a:lnTo>
                  <a:lnTo>
                    <a:pt x="1415741" y="1406087"/>
                  </a:lnTo>
                  <a:lnTo>
                    <a:pt x="1416596" y="1350193"/>
                  </a:lnTo>
                  <a:lnTo>
                    <a:pt x="1417452" y="1329228"/>
                  </a:lnTo>
                  <a:lnTo>
                    <a:pt x="1418308" y="1284131"/>
                  </a:lnTo>
                  <a:lnTo>
                    <a:pt x="1419163" y="1269059"/>
                  </a:lnTo>
                  <a:lnTo>
                    <a:pt x="1420019" y="1240989"/>
                  </a:lnTo>
                  <a:lnTo>
                    <a:pt x="1420874" y="1220564"/>
                  </a:lnTo>
                  <a:lnTo>
                    <a:pt x="1421730" y="1302858"/>
                  </a:lnTo>
                  <a:lnTo>
                    <a:pt x="1422585" y="1276609"/>
                  </a:lnTo>
                  <a:lnTo>
                    <a:pt x="1423441" y="1319191"/>
                  </a:lnTo>
                  <a:lnTo>
                    <a:pt x="1424296" y="1372370"/>
                  </a:lnTo>
                  <a:lnTo>
                    <a:pt x="1425152" y="1382007"/>
                  </a:lnTo>
                  <a:lnTo>
                    <a:pt x="1426007" y="1475209"/>
                  </a:lnTo>
                  <a:lnTo>
                    <a:pt x="1426863" y="1362072"/>
                  </a:lnTo>
                  <a:lnTo>
                    <a:pt x="1427718" y="1452627"/>
                  </a:lnTo>
                  <a:lnTo>
                    <a:pt x="1428574" y="1533782"/>
                  </a:lnTo>
                  <a:lnTo>
                    <a:pt x="1429429" y="1525201"/>
                  </a:lnTo>
                  <a:lnTo>
                    <a:pt x="1430285" y="1530541"/>
                  </a:lnTo>
                  <a:lnTo>
                    <a:pt x="1431140" y="1559773"/>
                  </a:lnTo>
                  <a:lnTo>
                    <a:pt x="1431996" y="1574942"/>
                  </a:lnTo>
                  <a:lnTo>
                    <a:pt x="1432851" y="1580112"/>
                  </a:lnTo>
                  <a:lnTo>
                    <a:pt x="1433707" y="1530020"/>
                  </a:lnTo>
                  <a:lnTo>
                    <a:pt x="1434563" y="1496290"/>
                  </a:lnTo>
                  <a:lnTo>
                    <a:pt x="1435418" y="1476131"/>
                  </a:lnTo>
                  <a:lnTo>
                    <a:pt x="1436274" y="1419612"/>
                  </a:lnTo>
                  <a:lnTo>
                    <a:pt x="1437129" y="1460669"/>
                  </a:lnTo>
                  <a:lnTo>
                    <a:pt x="1437985" y="1389142"/>
                  </a:lnTo>
                  <a:lnTo>
                    <a:pt x="1438840" y="1396659"/>
                  </a:lnTo>
                  <a:lnTo>
                    <a:pt x="1439696" y="1348479"/>
                  </a:lnTo>
                  <a:lnTo>
                    <a:pt x="1440551" y="1376082"/>
                  </a:lnTo>
                  <a:lnTo>
                    <a:pt x="1441407" y="1388021"/>
                  </a:lnTo>
                  <a:lnTo>
                    <a:pt x="1442262" y="1187185"/>
                  </a:lnTo>
                  <a:lnTo>
                    <a:pt x="1443118" y="1168736"/>
                  </a:lnTo>
                  <a:lnTo>
                    <a:pt x="1443973" y="1034063"/>
                  </a:lnTo>
                  <a:lnTo>
                    <a:pt x="1444829" y="1000719"/>
                  </a:lnTo>
                  <a:lnTo>
                    <a:pt x="1445684" y="1022378"/>
                  </a:lnTo>
                  <a:lnTo>
                    <a:pt x="1446540" y="955657"/>
                  </a:lnTo>
                  <a:lnTo>
                    <a:pt x="1447395" y="955388"/>
                  </a:lnTo>
                  <a:lnTo>
                    <a:pt x="1448251" y="998616"/>
                  </a:lnTo>
                  <a:lnTo>
                    <a:pt x="1449107" y="896657"/>
                  </a:lnTo>
                  <a:lnTo>
                    <a:pt x="1449962" y="925920"/>
                  </a:lnTo>
                  <a:lnTo>
                    <a:pt x="1450818" y="880597"/>
                  </a:lnTo>
                  <a:lnTo>
                    <a:pt x="1451673" y="636998"/>
                  </a:lnTo>
                  <a:lnTo>
                    <a:pt x="1452529" y="605292"/>
                  </a:lnTo>
                  <a:lnTo>
                    <a:pt x="1453384" y="590691"/>
                  </a:lnTo>
                  <a:lnTo>
                    <a:pt x="1454240" y="638695"/>
                  </a:lnTo>
                  <a:lnTo>
                    <a:pt x="1455095" y="571561"/>
                  </a:lnTo>
                  <a:lnTo>
                    <a:pt x="1455951" y="528965"/>
                  </a:lnTo>
                  <a:lnTo>
                    <a:pt x="1456806" y="493948"/>
                  </a:lnTo>
                  <a:lnTo>
                    <a:pt x="1457662" y="433990"/>
                  </a:lnTo>
                  <a:lnTo>
                    <a:pt x="1458517" y="446834"/>
                  </a:lnTo>
                  <a:lnTo>
                    <a:pt x="1459373" y="423454"/>
                  </a:lnTo>
                  <a:lnTo>
                    <a:pt x="1460228" y="512290"/>
                  </a:lnTo>
                  <a:lnTo>
                    <a:pt x="1461084" y="526121"/>
                  </a:lnTo>
                  <a:lnTo>
                    <a:pt x="1461939" y="527790"/>
                  </a:lnTo>
                  <a:lnTo>
                    <a:pt x="1462795" y="634998"/>
                  </a:lnTo>
                  <a:lnTo>
                    <a:pt x="1463650" y="673018"/>
                  </a:lnTo>
                  <a:lnTo>
                    <a:pt x="1464506" y="673268"/>
                  </a:lnTo>
                  <a:lnTo>
                    <a:pt x="1465362" y="735027"/>
                  </a:lnTo>
                  <a:lnTo>
                    <a:pt x="1466217" y="697738"/>
                  </a:lnTo>
                  <a:lnTo>
                    <a:pt x="1467073" y="699203"/>
                  </a:lnTo>
                  <a:lnTo>
                    <a:pt x="1467928" y="673351"/>
                  </a:lnTo>
                  <a:lnTo>
                    <a:pt x="1468784" y="636268"/>
                  </a:lnTo>
                  <a:lnTo>
                    <a:pt x="1469639" y="594421"/>
                  </a:lnTo>
                  <a:lnTo>
                    <a:pt x="1470495" y="345635"/>
                  </a:lnTo>
                  <a:lnTo>
                    <a:pt x="1471350" y="307271"/>
                  </a:lnTo>
                  <a:lnTo>
                    <a:pt x="1472206" y="181981"/>
                  </a:lnTo>
                  <a:lnTo>
                    <a:pt x="1473061" y="317621"/>
                  </a:lnTo>
                  <a:lnTo>
                    <a:pt x="1473917" y="362005"/>
                  </a:lnTo>
                  <a:lnTo>
                    <a:pt x="1474772" y="404514"/>
                  </a:lnTo>
                  <a:lnTo>
                    <a:pt x="1475628" y="522270"/>
                  </a:lnTo>
                  <a:lnTo>
                    <a:pt x="1476483" y="526108"/>
                  </a:lnTo>
                  <a:lnTo>
                    <a:pt x="1477339" y="525130"/>
                  </a:lnTo>
                  <a:lnTo>
                    <a:pt x="1478194" y="524610"/>
                  </a:lnTo>
                  <a:lnTo>
                    <a:pt x="1479050" y="580275"/>
                  </a:lnTo>
                  <a:lnTo>
                    <a:pt x="1479905" y="610028"/>
                  </a:lnTo>
                  <a:lnTo>
                    <a:pt x="1480761" y="646132"/>
                  </a:lnTo>
                  <a:lnTo>
                    <a:pt x="1481617" y="924093"/>
                  </a:lnTo>
                  <a:lnTo>
                    <a:pt x="1482472" y="940980"/>
                  </a:lnTo>
                  <a:lnTo>
                    <a:pt x="1483328" y="937221"/>
                  </a:lnTo>
                  <a:lnTo>
                    <a:pt x="1484183" y="897166"/>
                  </a:lnTo>
                  <a:lnTo>
                    <a:pt x="1485039" y="860353"/>
                  </a:lnTo>
                  <a:lnTo>
                    <a:pt x="1485894" y="905760"/>
                  </a:lnTo>
                  <a:lnTo>
                    <a:pt x="1486750" y="895530"/>
                  </a:lnTo>
                  <a:lnTo>
                    <a:pt x="1487605" y="875863"/>
                  </a:lnTo>
                  <a:lnTo>
                    <a:pt x="1488461" y="961014"/>
                  </a:lnTo>
                  <a:lnTo>
                    <a:pt x="1489316" y="983893"/>
                  </a:lnTo>
                  <a:lnTo>
                    <a:pt x="1490172" y="991847"/>
                  </a:lnTo>
                  <a:lnTo>
                    <a:pt x="1491027" y="1018834"/>
                  </a:lnTo>
                  <a:lnTo>
                    <a:pt x="1491883" y="996745"/>
                  </a:lnTo>
                  <a:lnTo>
                    <a:pt x="1492738" y="1049084"/>
                  </a:lnTo>
                  <a:lnTo>
                    <a:pt x="1493594" y="1020533"/>
                  </a:lnTo>
                  <a:lnTo>
                    <a:pt x="1494449" y="1029902"/>
                  </a:lnTo>
                  <a:lnTo>
                    <a:pt x="1495305" y="1099594"/>
                  </a:lnTo>
                  <a:lnTo>
                    <a:pt x="1496161" y="1035710"/>
                  </a:lnTo>
                  <a:lnTo>
                    <a:pt x="1497016" y="1044110"/>
                  </a:lnTo>
                  <a:lnTo>
                    <a:pt x="1497872" y="1029929"/>
                  </a:lnTo>
                  <a:lnTo>
                    <a:pt x="1498727" y="963453"/>
                  </a:lnTo>
                  <a:lnTo>
                    <a:pt x="1499583" y="994801"/>
                  </a:lnTo>
                  <a:lnTo>
                    <a:pt x="1500438" y="996892"/>
                  </a:lnTo>
                  <a:lnTo>
                    <a:pt x="1501294" y="1022483"/>
                  </a:lnTo>
                  <a:lnTo>
                    <a:pt x="1502149" y="993166"/>
                  </a:lnTo>
                  <a:lnTo>
                    <a:pt x="1503005" y="993371"/>
                  </a:lnTo>
                  <a:lnTo>
                    <a:pt x="1503860" y="1029854"/>
                  </a:lnTo>
                  <a:lnTo>
                    <a:pt x="1504716" y="1031930"/>
                  </a:lnTo>
                  <a:lnTo>
                    <a:pt x="1505571" y="1031302"/>
                  </a:lnTo>
                  <a:lnTo>
                    <a:pt x="1506427" y="1021718"/>
                  </a:lnTo>
                  <a:lnTo>
                    <a:pt x="1507282" y="1038039"/>
                  </a:lnTo>
                  <a:lnTo>
                    <a:pt x="1508138" y="1111959"/>
                  </a:lnTo>
                  <a:lnTo>
                    <a:pt x="1508993" y="1142779"/>
                  </a:lnTo>
                  <a:lnTo>
                    <a:pt x="1509849" y="1173079"/>
                  </a:lnTo>
                  <a:lnTo>
                    <a:pt x="1510704" y="1273252"/>
                  </a:lnTo>
                  <a:lnTo>
                    <a:pt x="1511560" y="1228456"/>
                  </a:lnTo>
                  <a:lnTo>
                    <a:pt x="1512416" y="1302562"/>
                  </a:lnTo>
                  <a:lnTo>
                    <a:pt x="1513271" y="1259585"/>
                  </a:lnTo>
                  <a:lnTo>
                    <a:pt x="1514127" y="1309207"/>
                  </a:lnTo>
                  <a:lnTo>
                    <a:pt x="1514982" y="1340000"/>
                  </a:lnTo>
                  <a:lnTo>
                    <a:pt x="1515838" y="1319859"/>
                  </a:lnTo>
                  <a:lnTo>
                    <a:pt x="1516693" y="1332606"/>
                  </a:lnTo>
                  <a:lnTo>
                    <a:pt x="1517549" y="1299169"/>
                  </a:lnTo>
                  <a:lnTo>
                    <a:pt x="1518404" y="1249736"/>
                  </a:lnTo>
                  <a:lnTo>
                    <a:pt x="1519260" y="1313415"/>
                  </a:lnTo>
                  <a:lnTo>
                    <a:pt x="1520115" y="1210302"/>
                  </a:lnTo>
                  <a:lnTo>
                    <a:pt x="1520971" y="1224651"/>
                  </a:lnTo>
                  <a:lnTo>
                    <a:pt x="1521826" y="1238452"/>
                  </a:lnTo>
                  <a:lnTo>
                    <a:pt x="1522682" y="1269811"/>
                  </a:lnTo>
                  <a:lnTo>
                    <a:pt x="1523537" y="1222561"/>
                  </a:lnTo>
                  <a:lnTo>
                    <a:pt x="1524393" y="1201698"/>
                  </a:lnTo>
                  <a:lnTo>
                    <a:pt x="1525248" y="1234865"/>
                  </a:lnTo>
                  <a:lnTo>
                    <a:pt x="1526104" y="1228365"/>
                  </a:lnTo>
                  <a:lnTo>
                    <a:pt x="1526959" y="1203686"/>
                  </a:lnTo>
                  <a:lnTo>
                    <a:pt x="1527815" y="1202655"/>
                  </a:lnTo>
                  <a:lnTo>
                    <a:pt x="1528671" y="1203997"/>
                  </a:lnTo>
                  <a:lnTo>
                    <a:pt x="1529526" y="1195526"/>
                  </a:lnTo>
                  <a:lnTo>
                    <a:pt x="1530382" y="1190441"/>
                  </a:lnTo>
                  <a:lnTo>
                    <a:pt x="1531237" y="1206033"/>
                  </a:lnTo>
                  <a:lnTo>
                    <a:pt x="1532093" y="1235437"/>
                  </a:lnTo>
                  <a:lnTo>
                    <a:pt x="1532948" y="1248683"/>
                  </a:lnTo>
                  <a:lnTo>
                    <a:pt x="1533804" y="1241593"/>
                  </a:lnTo>
                  <a:lnTo>
                    <a:pt x="1534659" y="1272642"/>
                  </a:lnTo>
                  <a:lnTo>
                    <a:pt x="1535515" y="1239026"/>
                  </a:lnTo>
                  <a:lnTo>
                    <a:pt x="1536370" y="1269400"/>
                  </a:lnTo>
                  <a:lnTo>
                    <a:pt x="1537226" y="1340452"/>
                  </a:lnTo>
                  <a:lnTo>
                    <a:pt x="1538081" y="1288090"/>
                  </a:lnTo>
                  <a:lnTo>
                    <a:pt x="1538937" y="1374671"/>
                  </a:lnTo>
                  <a:lnTo>
                    <a:pt x="1539792" y="1429255"/>
                  </a:lnTo>
                  <a:lnTo>
                    <a:pt x="1540648" y="1512210"/>
                  </a:lnTo>
                  <a:lnTo>
                    <a:pt x="1541503" y="1555574"/>
                  </a:lnTo>
                  <a:lnTo>
                    <a:pt x="1542359" y="1523059"/>
                  </a:lnTo>
                  <a:lnTo>
                    <a:pt x="1543215" y="1498452"/>
                  </a:lnTo>
                  <a:lnTo>
                    <a:pt x="1544070" y="1449527"/>
                  </a:lnTo>
                  <a:lnTo>
                    <a:pt x="1544926" y="1483027"/>
                  </a:lnTo>
                  <a:lnTo>
                    <a:pt x="1545781" y="1456105"/>
                  </a:lnTo>
                  <a:lnTo>
                    <a:pt x="1546637" y="1508784"/>
                  </a:lnTo>
                  <a:lnTo>
                    <a:pt x="1547492" y="1528728"/>
                  </a:lnTo>
                  <a:lnTo>
                    <a:pt x="1548348" y="1477149"/>
                  </a:lnTo>
                  <a:lnTo>
                    <a:pt x="1549203" y="1425659"/>
                  </a:lnTo>
                  <a:lnTo>
                    <a:pt x="1550059" y="1312603"/>
                  </a:lnTo>
                  <a:lnTo>
                    <a:pt x="1550914" y="1308398"/>
                  </a:lnTo>
                  <a:lnTo>
                    <a:pt x="1551770" y="1281386"/>
                  </a:lnTo>
                  <a:lnTo>
                    <a:pt x="1552625" y="1238132"/>
                  </a:lnTo>
                  <a:lnTo>
                    <a:pt x="1553481" y="1231512"/>
                  </a:lnTo>
                  <a:lnTo>
                    <a:pt x="1554336" y="1177055"/>
                  </a:lnTo>
                  <a:lnTo>
                    <a:pt x="1555192" y="1192107"/>
                  </a:lnTo>
                  <a:lnTo>
                    <a:pt x="1556047" y="1174336"/>
                  </a:lnTo>
                  <a:lnTo>
                    <a:pt x="1556903" y="1181336"/>
                  </a:lnTo>
                  <a:lnTo>
                    <a:pt x="1557758" y="1224984"/>
                  </a:lnTo>
                  <a:lnTo>
                    <a:pt x="1558614" y="1232559"/>
                  </a:lnTo>
                  <a:lnTo>
                    <a:pt x="1559470" y="1234924"/>
                  </a:lnTo>
                  <a:lnTo>
                    <a:pt x="1560325" y="1235126"/>
                  </a:lnTo>
                  <a:lnTo>
                    <a:pt x="1561181" y="1228675"/>
                  </a:lnTo>
                  <a:lnTo>
                    <a:pt x="1562036" y="1276131"/>
                  </a:lnTo>
                  <a:lnTo>
                    <a:pt x="1562892" y="1286505"/>
                  </a:lnTo>
                  <a:lnTo>
                    <a:pt x="1563747" y="1260589"/>
                  </a:lnTo>
                  <a:lnTo>
                    <a:pt x="1564603" y="1318065"/>
                  </a:lnTo>
                  <a:lnTo>
                    <a:pt x="1565458" y="1297212"/>
                  </a:lnTo>
                  <a:lnTo>
                    <a:pt x="1566314" y="1312850"/>
                  </a:lnTo>
                  <a:lnTo>
                    <a:pt x="1567169" y="1291265"/>
                  </a:lnTo>
                  <a:lnTo>
                    <a:pt x="1568025" y="1291883"/>
                  </a:lnTo>
                  <a:lnTo>
                    <a:pt x="1568880" y="1316606"/>
                  </a:lnTo>
                  <a:lnTo>
                    <a:pt x="1569736" y="1334085"/>
                  </a:lnTo>
                  <a:lnTo>
                    <a:pt x="1570591" y="1383188"/>
                  </a:lnTo>
                  <a:lnTo>
                    <a:pt x="1571447" y="1425974"/>
                  </a:lnTo>
                  <a:lnTo>
                    <a:pt x="1572302" y="1497005"/>
                  </a:lnTo>
                  <a:lnTo>
                    <a:pt x="1573158" y="1576513"/>
                  </a:lnTo>
                  <a:lnTo>
                    <a:pt x="1574013" y="1564042"/>
                  </a:lnTo>
                  <a:lnTo>
                    <a:pt x="1574869" y="1607227"/>
                  </a:lnTo>
                  <a:lnTo>
                    <a:pt x="1575725" y="1596475"/>
                  </a:lnTo>
                  <a:lnTo>
                    <a:pt x="1576580" y="1580323"/>
                  </a:lnTo>
                  <a:lnTo>
                    <a:pt x="1577436" y="1503635"/>
                  </a:lnTo>
                  <a:lnTo>
                    <a:pt x="1578291" y="1385385"/>
                  </a:lnTo>
                  <a:lnTo>
                    <a:pt x="1579147" y="1420786"/>
                  </a:lnTo>
                  <a:lnTo>
                    <a:pt x="1580002" y="1357719"/>
                  </a:lnTo>
                  <a:lnTo>
                    <a:pt x="1580858" y="1425350"/>
                  </a:lnTo>
                  <a:lnTo>
                    <a:pt x="1581713" y="1501506"/>
                  </a:lnTo>
                  <a:lnTo>
                    <a:pt x="1582569" y="1498877"/>
                  </a:lnTo>
                  <a:lnTo>
                    <a:pt x="1583424" y="1577301"/>
                  </a:lnTo>
                  <a:lnTo>
                    <a:pt x="1584280" y="1495079"/>
                  </a:lnTo>
                  <a:lnTo>
                    <a:pt x="1585135" y="1442848"/>
                  </a:lnTo>
                  <a:lnTo>
                    <a:pt x="1585991" y="1432913"/>
                  </a:lnTo>
                  <a:lnTo>
                    <a:pt x="1586846" y="1357604"/>
                  </a:lnTo>
                  <a:lnTo>
                    <a:pt x="1587702" y="1393768"/>
                  </a:lnTo>
                  <a:lnTo>
                    <a:pt x="1588557" y="1285410"/>
                  </a:lnTo>
                  <a:lnTo>
                    <a:pt x="1589413" y="1304463"/>
                  </a:lnTo>
                  <a:lnTo>
                    <a:pt x="1590269" y="1354654"/>
                  </a:lnTo>
                  <a:lnTo>
                    <a:pt x="1591124" y="1312095"/>
                  </a:lnTo>
                  <a:lnTo>
                    <a:pt x="1591980" y="1343111"/>
                  </a:lnTo>
                  <a:lnTo>
                    <a:pt x="1592835" y="1355657"/>
                  </a:lnTo>
                  <a:lnTo>
                    <a:pt x="1593691" y="1361768"/>
                  </a:lnTo>
                  <a:lnTo>
                    <a:pt x="1594546" y="1311127"/>
                  </a:lnTo>
                  <a:lnTo>
                    <a:pt x="1595402" y="1265877"/>
                  </a:lnTo>
                  <a:lnTo>
                    <a:pt x="1596257" y="1258818"/>
                  </a:lnTo>
                  <a:lnTo>
                    <a:pt x="1597113" y="1267806"/>
                  </a:lnTo>
                  <a:lnTo>
                    <a:pt x="1597968" y="1271857"/>
                  </a:lnTo>
                  <a:lnTo>
                    <a:pt x="1598824" y="1339561"/>
                  </a:lnTo>
                  <a:lnTo>
                    <a:pt x="1599679" y="1454555"/>
                  </a:lnTo>
                  <a:lnTo>
                    <a:pt x="1600535" y="1443277"/>
                  </a:lnTo>
                  <a:lnTo>
                    <a:pt x="1601390" y="1466276"/>
                  </a:lnTo>
                  <a:lnTo>
                    <a:pt x="1602246" y="1451398"/>
                  </a:lnTo>
                  <a:lnTo>
                    <a:pt x="1603101" y="1397052"/>
                  </a:lnTo>
                  <a:lnTo>
                    <a:pt x="1603957" y="1321191"/>
                  </a:lnTo>
                  <a:lnTo>
                    <a:pt x="1604812" y="1200462"/>
                  </a:lnTo>
                  <a:lnTo>
                    <a:pt x="1605668" y="1183033"/>
                  </a:lnTo>
                  <a:lnTo>
                    <a:pt x="1606524" y="1130829"/>
                  </a:lnTo>
                  <a:lnTo>
                    <a:pt x="1607379" y="1107602"/>
                  </a:lnTo>
                  <a:lnTo>
                    <a:pt x="1608235" y="1167132"/>
                  </a:lnTo>
                  <a:lnTo>
                    <a:pt x="1609090" y="1140698"/>
                  </a:lnTo>
                  <a:lnTo>
                    <a:pt x="1609946" y="1192894"/>
                  </a:lnTo>
                  <a:lnTo>
                    <a:pt x="1610801" y="1248588"/>
                  </a:lnTo>
                  <a:lnTo>
                    <a:pt x="1611657" y="1281939"/>
                  </a:lnTo>
                  <a:lnTo>
                    <a:pt x="1612512" y="1388415"/>
                  </a:lnTo>
                  <a:lnTo>
                    <a:pt x="1613368" y="1344647"/>
                  </a:lnTo>
                  <a:lnTo>
                    <a:pt x="1614223" y="1408584"/>
                  </a:lnTo>
                  <a:lnTo>
                    <a:pt x="1615079" y="1531369"/>
                  </a:lnTo>
                  <a:lnTo>
                    <a:pt x="1615934" y="1541964"/>
                  </a:lnTo>
                  <a:lnTo>
                    <a:pt x="1616790" y="1640381"/>
                  </a:lnTo>
                  <a:lnTo>
                    <a:pt x="1617645" y="1629976"/>
                  </a:lnTo>
                  <a:lnTo>
                    <a:pt x="1618501" y="1653345"/>
                  </a:lnTo>
                  <a:lnTo>
                    <a:pt x="1619356" y="1659396"/>
                  </a:lnTo>
                  <a:lnTo>
                    <a:pt x="1620212" y="1688199"/>
                  </a:lnTo>
                  <a:lnTo>
                    <a:pt x="1621067" y="1659047"/>
                  </a:lnTo>
                  <a:lnTo>
                    <a:pt x="1621923" y="1669749"/>
                  </a:lnTo>
                  <a:lnTo>
                    <a:pt x="1622779" y="1621615"/>
                  </a:lnTo>
                  <a:lnTo>
                    <a:pt x="1623634" y="1571075"/>
                  </a:lnTo>
                  <a:lnTo>
                    <a:pt x="1624490" y="1518115"/>
                  </a:lnTo>
                  <a:lnTo>
                    <a:pt x="1625345" y="1399680"/>
                  </a:lnTo>
                  <a:lnTo>
                    <a:pt x="1626201" y="1360761"/>
                  </a:lnTo>
                  <a:lnTo>
                    <a:pt x="1627056" y="1260678"/>
                  </a:lnTo>
                  <a:lnTo>
                    <a:pt x="1627912" y="1182784"/>
                  </a:lnTo>
                  <a:lnTo>
                    <a:pt x="1628767" y="1165449"/>
                  </a:lnTo>
                  <a:lnTo>
                    <a:pt x="1629623" y="1125936"/>
                  </a:lnTo>
                  <a:lnTo>
                    <a:pt x="1630478" y="1154936"/>
                  </a:lnTo>
                  <a:lnTo>
                    <a:pt x="1631334" y="1173737"/>
                  </a:lnTo>
                  <a:lnTo>
                    <a:pt x="1632189" y="1187277"/>
                  </a:lnTo>
                  <a:lnTo>
                    <a:pt x="1633045" y="1172724"/>
                  </a:lnTo>
                  <a:lnTo>
                    <a:pt x="1633900" y="1308126"/>
                  </a:lnTo>
                  <a:lnTo>
                    <a:pt x="1634756" y="1265832"/>
                  </a:lnTo>
                  <a:lnTo>
                    <a:pt x="1635611" y="1406144"/>
                  </a:lnTo>
                  <a:lnTo>
                    <a:pt x="1636467" y="1459547"/>
                  </a:lnTo>
                  <a:lnTo>
                    <a:pt x="1637323" y="1570493"/>
                  </a:lnTo>
                  <a:lnTo>
                    <a:pt x="1638178" y="1609062"/>
                  </a:lnTo>
                  <a:lnTo>
                    <a:pt x="1639034" y="1606991"/>
                  </a:lnTo>
                  <a:lnTo>
                    <a:pt x="1639889" y="1649782"/>
                  </a:lnTo>
                  <a:lnTo>
                    <a:pt x="1640745" y="1581451"/>
                  </a:lnTo>
                  <a:lnTo>
                    <a:pt x="1641600" y="1494530"/>
                  </a:lnTo>
                  <a:lnTo>
                    <a:pt x="1642456" y="1451821"/>
                  </a:lnTo>
                  <a:lnTo>
                    <a:pt x="1643311" y="1405013"/>
                  </a:lnTo>
                  <a:lnTo>
                    <a:pt x="1644167" y="1399330"/>
                  </a:lnTo>
                  <a:lnTo>
                    <a:pt x="1645022" y="1346453"/>
                  </a:lnTo>
                  <a:lnTo>
                    <a:pt x="1645878" y="1367401"/>
                  </a:lnTo>
                  <a:lnTo>
                    <a:pt x="1646733" y="1343167"/>
                  </a:lnTo>
                  <a:lnTo>
                    <a:pt x="1647589" y="1337641"/>
                  </a:lnTo>
                  <a:lnTo>
                    <a:pt x="1648444" y="1345495"/>
                  </a:lnTo>
                  <a:lnTo>
                    <a:pt x="1649300" y="1301356"/>
                  </a:lnTo>
                  <a:lnTo>
                    <a:pt x="1650155" y="1303289"/>
                  </a:lnTo>
                  <a:lnTo>
                    <a:pt x="1651011" y="1244404"/>
                  </a:lnTo>
                  <a:lnTo>
                    <a:pt x="1651866" y="1269984"/>
                  </a:lnTo>
                  <a:lnTo>
                    <a:pt x="1652722" y="1483789"/>
                  </a:lnTo>
                  <a:lnTo>
                    <a:pt x="1653578" y="1476104"/>
                  </a:lnTo>
                  <a:lnTo>
                    <a:pt x="1654433" y="1504149"/>
                  </a:lnTo>
                  <a:lnTo>
                    <a:pt x="1655289" y="1438684"/>
                  </a:lnTo>
                  <a:lnTo>
                    <a:pt x="1656144" y="1456814"/>
                  </a:lnTo>
                  <a:lnTo>
                    <a:pt x="1657000" y="1503698"/>
                  </a:lnTo>
                  <a:lnTo>
                    <a:pt x="1657855" y="1456526"/>
                  </a:lnTo>
                  <a:lnTo>
                    <a:pt x="1658711" y="1482152"/>
                  </a:lnTo>
                  <a:lnTo>
                    <a:pt x="1659566" y="1428505"/>
                  </a:lnTo>
                  <a:lnTo>
                    <a:pt x="1660422" y="1456535"/>
                  </a:lnTo>
                  <a:lnTo>
                    <a:pt x="1661277" y="1525130"/>
                  </a:lnTo>
                  <a:lnTo>
                    <a:pt x="1662133" y="1439859"/>
                  </a:lnTo>
                  <a:lnTo>
                    <a:pt x="1662988" y="1459322"/>
                  </a:lnTo>
                  <a:lnTo>
                    <a:pt x="1663844" y="1411743"/>
                  </a:lnTo>
                  <a:lnTo>
                    <a:pt x="1664699" y="1451685"/>
                  </a:lnTo>
                  <a:lnTo>
                    <a:pt x="1665555" y="1479998"/>
                  </a:lnTo>
                  <a:lnTo>
                    <a:pt x="1666410" y="1394367"/>
                  </a:lnTo>
                  <a:lnTo>
                    <a:pt x="1667266" y="1400638"/>
                  </a:lnTo>
                  <a:lnTo>
                    <a:pt x="1668121" y="1397703"/>
                  </a:lnTo>
                  <a:lnTo>
                    <a:pt x="1668977" y="1417010"/>
                  </a:lnTo>
                  <a:lnTo>
                    <a:pt x="1669833" y="1431140"/>
                  </a:lnTo>
                  <a:lnTo>
                    <a:pt x="1670688" y="1426359"/>
                  </a:lnTo>
                  <a:lnTo>
                    <a:pt x="1671544" y="1503746"/>
                  </a:lnTo>
                  <a:lnTo>
                    <a:pt x="1672399" y="1530943"/>
                  </a:lnTo>
                  <a:lnTo>
                    <a:pt x="1673255" y="1568589"/>
                  </a:lnTo>
                  <a:lnTo>
                    <a:pt x="1674110" y="1600754"/>
                  </a:lnTo>
                  <a:lnTo>
                    <a:pt x="1674966" y="1612872"/>
                  </a:lnTo>
                  <a:lnTo>
                    <a:pt x="1675821" y="1673708"/>
                  </a:lnTo>
                  <a:lnTo>
                    <a:pt x="1676677" y="1654406"/>
                  </a:lnTo>
                  <a:lnTo>
                    <a:pt x="1677532" y="1666013"/>
                  </a:lnTo>
                  <a:lnTo>
                    <a:pt x="1678388" y="1673800"/>
                  </a:lnTo>
                  <a:lnTo>
                    <a:pt x="1679243" y="1667126"/>
                  </a:lnTo>
                  <a:lnTo>
                    <a:pt x="1680099" y="1662046"/>
                  </a:lnTo>
                  <a:lnTo>
                    <a:pt x="1680954" y="1665238"/>
                  </a:lnTo>
                  <a:lnTo>
                    <a:pt x="1681810" y="1646509"/>
                  </a:lnTo>
                  <a:lnTo>
                    <a:pt x="1682665" y="1647721"/>
                  </a:lnTo>
                  <a:lnTo>
                    <a:pt x="1683521" y="1650518"/>
                  </a:lnTo>
                  <a:lnTo>
                    <a:pt x="1684376" y="1589879"/>
                  </a:lnTo>
                  <a:lnTo>
                    <a:pt x="1685232" y="1566896"/>
                  </a:lnTo>
                  <a:lnTo>
                    <a:pt x="1686088" y="1554269"/>
                  </a:lnTo>
                  <a:lnTo>
                    <a:pt x="1686943" y="1552708"/>
                  </a:lnTo>
                  <a:lnTo>
                    <a:pt x="1687799" y="1520993"/>
                  </a:lnTo>
                  <a:lnTo>
                    <a:pt x="1688654" y="1516092"/>
                  </a:lnTo>
                  <a:lnTo>
                    <a:pt x="1689510" y="1525656"/>
                  </a:lnTo>
                  <a:lnTo>
                    <a:pt x="1690365" y="1523679"/>
                  </a:lnTo>
                  <a:lnTo>
                    <a:pt x="1691221" y="1525342"/>
                  </a:lnTo>
                  <a:lnTo>
                    <a:pt x="1692076" y="1533114"/>
                  </a:lnTo>
                  <a:lnTo>
                    <a:pt x="1692932" y="1539262"/>
                  </a:lnTo>
                  <a:lnTo>
                    <a:pt x="1693787" y="1517669"/>
                  </a:lnTo>
                  <a:lnTo>
                    <a:pt x="1694643" y="1468165"/>
                  </a:lnTo>
                  <a:lnTo>
                    <a:pt x="1695498" y="1463177"/>
                  </a:lnTo>
                  <a:lnTo>
                    <a:pt x="1696354" y="1443459"/>
                  </a:lnTo>
                  <a:lnTo>
                    <a:pt x="1697209" y="1450211"/>
                  </a:lnTo>
                  <a:lnTo>
                    <a:pt x="1698065" y="1439141"/>
                  </a:lnTo>
                  <a:lnTo>
                    <a:pt x="1698920" y="1446182"/>
                  </a:lnTo>
                  <a:lnTo>
                    <a:pt x="1699776" y="1456099"/>
                  </a:lnTo>
                  <a:lnTo>
                    <a:pt x="1700632" y="1506941"/>
                  </a:lnTo>
                  <a:lnTo>
                    <a:pt x="1701487" y="1511878"/>
                  </a:lnTo>
                  <a:lnTo>
                    <a:pt x="1702343" y="1485873"/>
                  </a:lnTo>
                  <a:lnTo>
                    <a:pt x="1703198" y="1494773"/>
                  </a:lnTo>
                  <a:lnTo>
                    <a:pt x="1704054" y="1518408"/>
                  </a:lnTo>
                  <a:lnTo>
                    <a:pt x="1704909" y="1558705"/>
                  </a:lnTo>
                  <a:lnTo>
                    <a:pt x="1705765" y="1546215"/>
                  </a:lnTo>
                  <a:lnTo>
                    <a:pt x="1706620" y="1532229"/>
                  </a:lnTo>
                  <a:lnTo>
                    <a:pt x="1707476" y="1565858"/>
                  </a:lnTo>
                  <a:lnTo>
                    <a:pt x="1708331" y="1554097"/>
                  </a:lnTo>
                  <a:lnTo>
                    <a:pt x="1709187" y="1593880"/>
                  </a:lnTo>
                  <a:lnTo>
                    <a:pt x="1710042" y="1597793"/>
                  </a:lnTo>
                  <a:lnTo>
                    <a:pt x="1710898" y="1598163"/>
                  </a:lnTo>
                  <a:lnTo>
                    <a:pt x="1711753" y="1665367"/>
                  </a:lnTo>
                  <a:lnTo>
                    <a:pt x="1712609" y="1649806"/>
                  </a:lnTo>
                  <a:lnTo>
                    <a:pt x="1713464" y="1670557"/>
                  </a:lnTo>
                  <a:lnTo>
                    <a:pt x="1714320" y="1678203"/>
                  </a:lnTo>
                  <a:lnTo>
                    <a:pt x="1715175" y="1656484"/>
                  </a:lnTo>
                  <a:lnTo>
                    <a:pt x="1716031" y="1671507"/>
                  </a:lnTo>
                  <a:lnTo>
                    <a:pt x="1716887" y="1725927"/>
                  </a:lnTo>
                  <a:lnTo>
                    <a:pt x="1717742" y="1694422"/>
                  </a:lnTo>
                  <a:lnTo>
                    <a:pt x="1718598" y="1639898"/>
                  </a:lnTo>
                  <a:lnTo>
                    <a:pt x="1719453" y="1618170"/>
                  </a:lnTo>
                  <a:lnTo>
                    <a:pt x="1720309" y="1650721"/>
                  </a:lnTo>
                  <a:lnTo>
                    <a:pt x="1721164" y="1614641"/>
                  </a:lnTo>
                  <a:lnTo>
                    <a:pt x="1722020" y="1564771"/>
                  </a:lnTo>
                  <a:lnTo>
                    <a:pt x="1722875" y="1531859"/>
                  </a:lnTo>
                  <a:lnTo>
                    <a:pt x="1723731" y="1519777"/>
                  </a:lnTo>
                  <a:lnTo>
                    <a:pt x="1724586" y="1501496"/>
                  </a:lnTo>
                  <a:lnTo>
                    <a:pt x="1725442" y="1488912"/>
                  </a:lnTo>
                  <a:lnTo>
                    <a:pt x="1726297" y="1440359"/>
                  </a:lnTo>
                  <a:lnTo>
                    <a:pt x="1727153" y="1437313"/>
                  </a:lnTo>
                  <a:lnTo>
                    <a:pt x="1728008" y="1523485"/>
                  </a:lnTo>
                  <a:lnTo>
                    <a:pt x="1728864" y="1557482"/>
                  </a:lnTo>
                  <a:lnTo>
                    <a:pt x="1729719" y="1536814"/>
                  </a:lnTo>
                  <a:lnTo>
                    <a:pt x="1730575" y="1563100"/>
                  </a:lnTo>
                  <a:lnTo>
                    <a:pt x="1731430" y="1593764"/>
                  </a:lnTo>
                  <a:lnTo>
                    <a:pt x="1732286" y="1600642"/>
                  </a:lnTo>
                  <a:lnTo>
                    <a:pt x="1733142" y="1691098"/>
                  </a:lnTo>
                  <a:lnTo>
                    <a:pt x="1733997" y="1654306"/>
                  </a:lnTo>
                  <a:lnTo>
                    <a:pt x="1734853" y="1651471"/>
                  </a:lnTo>
                  <a:lnTo>
                    <a:pt x="1735708" y="1626249"/>
                  </a:lnTo>
                  <a:lnTo>
                    <a:pt x="1736564" y="1658738"/>
                  </a:lnTo>
                  <a:lnTo>
                    <a:pt x="1737419" y="1648238"/>
                  </a:lnTo>
                  <a:lnTo>
                    <a:pt x="1738275" y="1639136"/>
                  </a:lnTo>
                  <a:lnTo>
                    <a:pt x="1739130" y="1678762"/>
                  </a:lnTo>
                  <a:lnTo>
                    <a:pt x="1739986" y="1625223"/>
                  </a:lnTo>
                  <a:lnTo>
                    <a:pt x="1740841" y="1559107"/>
                  </a:lnTo>
                  <a:lnTo>
                    <a:pt x="1741697" y="1582208"/>
                  </a:lnTo>
                  <a:lnTo>
                    <a:pt x="1742552" y="1544966"/>
                  </a:lnTo>
                  <a:lnTo>
                    <a:pt x="1743408" y="1568690"/>
                  </a:lnTo>
                  <a:lnTo>
                    <a:pt x="1744263" y="1567354"/>
                  </a:lnTo>
                  <a:lnTo>
                    <a:pt x="1745119" y="1577351"/>
                  </a:lnTo>
                  <a:lnTo>
                    <a:pt x="1745974" y="1598137"/>
                  </a:lnTo>
                  <a:lnTo>
                    <a:pt x="1746830" y="1544104"/>
                  </a:lnTo>
                  <a:lnTo>
                    <a:pt x="1747686" y="1548423"/>
                  </a:lnTo>
                  <a:lnTo>
                    <a:pt x="1748541" y="1477337"/>
                  </a:lnTo>
                  <a:lnTo>
                    <a:pt x="1749397" y="1543275"/>
                  </a:lnTo>
                  <a:lnTo>
                    <a:pt x="1750252" y="1544419"/>
                  </a:lnTo>
                  <a:lnTo>
                    <a:pt x="1751108" y="1531860"/>
                  </a:lnTo>
                  <a:lnTo>
                    <a:pt x="1751963" y="1572303"/>
                  </a:lnTo>
                  <a:lnTo>
                    <a:pt x="1752819" y="1615970"/>
                  </a:lnTo>
                  <a:lnTo>
                    <a:pt x="1753674" y="1614085"/>
                  </a:lnTo>
                  <a:lnTo>
                    <a:pt x="1754530" y="1677643"/>
                  </a:lnTo>
                  <a:lnTo>
                    <a:pt x="1755385" y="1714740"/>
                  </a:lnTo>
                  <a:lnTo>
                    <a:pt x="1756241" y="1696850"/>
                  </a:lnTo>
                  <a:lnTo>
                    <a:pt x="1757096" y="1682044"/>
                  </a:lnTo>
                  <a:lnTo>
                    <a:pt x="1757952" y="1709925"/>
                  </a:lnTo>
                  <a:lnTo>
                    <a:pt x="1758807" y="1721612"/>
                  </a:lnTo>
                  <a:lnTo>
                    <a:pt x="1759663" y="1715674"/>
                  </a:lnTo>
                  <a:lnTo>
                    <a:pt x="1760518" y="1759786"/>
                  </a:lnTo>
                  <a:lnTo>
                    <a:pt x="1761374" y="1700731"/>
                  </a:lnTo>
                  <a:lnTo>
                    <a:pt x="1762229" y="1702162"/>
                  </a:lnTo>
                  <a:lnTo>
                    <a:pt x="1763085" y="1642081"/>
                  </a:lnTo>
                  <a:lnTo>
                    <a:pt x="1763941" y="1690667"/>
                  </a:lnTo>
                  <a:lnTo>
                    <a:pt x="1764796" y="1676957"/>
                  </a:lnTo>
                  <a:lnTo>
                    <a:pt x="1765652" y="1641295"/>
                  </a:lnTo>
                  <a:lnTo>
                    <a:pt x="1766507" y="1650260"/>
                  </a:lnTo>
                  <a:lnTo>
                    <a:pt x="1767363" y="1676576"/>
                  </a:lnTo>
                  <a:lnTo>
                    <a:pt x="1768218" y="1715921"/>
                  </a:lnTo>
                  <a:lnTo>
                    <a:pt x="1769074" y="1708517"/>
                  </a:lnTo>
                  <a:lnTo>
                    <a:pt x="1769929" y="1702651"/>
                  </a:lnTo>
                  <a:lnTo>
                    <a:pt x="1770785" y="1703565"/>
                  </a:lnTo>
                  <a:lnTo>
                    <a:pt x="1771640" y="1695607"/>
                  </a:lnTo>
                  <a:lnTo>
                    <a:pt x="1772496" y="1721593"/>
                  </a:lnTo>
                  <a:lnTo>
                    <a:pt x="1773351" y="1690032"/>
                  </a:lnTo>
                  <a:lnTo>
                    <a:pt x="1774207" y="1699324"/>
                  </a:lnTo>
                  <a:lnTo>
                    <a:pt x="1775062" y="1728398"/>
                  </a:lnTo>
                  <a:lnTo>
                    <a:pt x="1775918" y="1675127"/>
                  </a:lnTo>
                  <a:lnTo>
                    <a:pt x="1776773" y="1656201"/>
                  </a:lnTo>
                  <a:lnTo>
                    <a:pt x="1777629" y="1663337"/>
                  </a:lnTo>
                  <a:lnTo>
                    <a:pt x="1778484" y="1604863"/>
                  </a:lnTo>
                  <a:lnTo>
                    <a:pt x="1779340" y="1604138"/>
                  </a:lnTo>
                  <a:lnTo>
                    <a:pt x="1780196" y="1616850"/>
                  </a:lnTo>
                  <a:lnTo>
                    <a:pt x="1781051" y="1588844"/>
                  </a:lnTo>
                  <a:lnTo>
                    <a:pt x="1781907" y="1600679"/>
                  </a:lnTo>
                  <a:lnTo>
                    <a:pt x="1782762" y="1630369"/>
                  </a:lnTo>
                  <a:lnTo>
                    <a:pt x="1783618" y="1632525"/>
                  </a:lnTo>
                  <a:lnTo>
                    <a:pt x="1784473" y="1664899"/>
                  </a:lnTo>
                  <a:lnTo>
                    <a:pt x="1785329" y="1651956"/>
                  </a:lnTo>
                  <a:lnTo>
                    <a:pt x="1786184" y="1649994"/>
                  </a:lnTo>
                  <a:lnTo>
                    <a:pt x="1787040" y="1602166"/>
                  </a:lnTo>
                  <a:lnTo>
                    <a:pt x="1787895" y="1607020"/>
                  </a:lnTo>
                  <a:lnTo>
                    <a:pt x="1788751" y="1610175"/>
                  </a:lnTo>
                  <a:lnTo>
                    <a:pt x="1789606" y="1605073"/>
                  </a:lnTo>
                  <a:lnTo>
                    <a:pt x="1790462" y="1623687"/>
                  </a:lnTo>
                  <a:lnTo>
                    <a:pt x="1791317" y="1653829"/>
                  </a:lnTo>
                  <a:lnTo>
                    <a:pt x="1792173" y="1690644"/>
                  </a:lnTo>
                  <a:lnTo>
                    <a:pt x="1793028" y="1737314"/>
                  </a:lnTo>
                  <a:lnTo>
                    <a:pt x="1793884" y="1759991"/>
                  </a:lnTo>
                  <a:lnTo>
                    <a:pt x="1794740" y="1778237"/>
                  </a:lnTo>
                  <a:lnTo>
                    <a:pt x="1795595" y="1769990"/>
                  </a:lnTo>
                  <a:lnTo>
                    <a:pt x="1796451" y="1772142"/>
                  </a:lnTo>
                  <a:lnTo>
                    <a:pt x="1797306" y="1754155"/>
                  </a:lnTo>
                  <a:lnTo>
                    <a:pt x="1798162" y="1738502"/>
                  </a:lnTo>
                  <a:lnTo>
                    <a:pt x="1799017" y="1759902"/>
                  </a:lnTo>
                  <a:lnTo>
                    <a:pt x="1799873" y="1727191"/>
                  </a:lnTo>
                  <a:lnTo>
                    <a:pt x="1800728" y="1732211"/>
                  </a:lnTo>
                  <a:lnTo>
                    <a:pt x="1801584" y="1692931"/>
                  </a:lnTo>
                  <a:lnTo>
                    <a:pt x="1802439" y="1653913"/>
                  </a:lnTo>
                  <a:lnTo>
                    <a:pt x="1803295" y="1641719"/>
                  </a:lnTo>
                  <a:lnTo>
                    <a:pt x="1804150" y="1622692"/>
                  </a:lnTo>
                  <a:lnTo>
                    <a:pt x="1805006" y="1651813"/>
                  </a:lnTo>
                  <a:lnTo>
                    <a:pt x="1805861" y="1629663"/>
                  </a:lnTo>
                  <a:lnTo>
                    <a:pt x="1806717" y="1590019"/>
                  </a:lnTo>
                  <a:lnTo>
                    <a:pt x="1807572" y="1591591"/>
                  </a:lnTo>
                  <a:lnTo>
                    <a:pt x="1808428" y="1589172"/>
                  </a:lnTo>
                  <a:lnTo>
                    <a:pt x="1809283" y="1602801"/>
                  </a:lnTo>
                  <a:lnTo>
                    <a:pt x="1810139" y="1597173"/>
                  </a:lnTo>
                  <a:lnTo>
                    <a:pt x="1810995" y="1541349"/>
                  </a:lnTo>
                  <a:lnTo>
                    <a:pt x="1811850" y="1552659"/>
                  </a:lnTo>
                  <a:lnTo>
                    <a:pt x="1812706" y="1577523"/>
                  </a:lnTo>
                  <a:lnTo>
                    <a:pt x="1813561" y="1641968"/>
                  </a:lnTo>
                  <a:lnTo>
                    <a:pt x="1814417" y="1619454"/>
                  </a:lnTo>
                  <a:lnTo>
                    <a:pt x="1815272" y="1668992"/>
                  </a:lnTo>
                  <a:lnTo>
                    <a:pt x="1816128" y="1730911"/>
                  </a:lnTo>
                  <a:lnTo>
                    <a:pt x="1816983" y="1759547"/>
                  </a:lnTo>
                  <a:lnTo>
                    <a:pt x="1817839" y="1781463"/>
                  </a:lnTo>
                  <a:lnTo>
                    <a:pt x="1818694" y="1721271"/>
                  </a:lnTo>
                  <a:lnTo>
                    <a:pt x="1819550" y="1732520"/>
                  </a:lnTo>
                  <a:lnTo>
                    <a:pt x="1820405" y="1763682"/>
                  </a:lnTo>
                  <a:lnTo>
                    <a:pt x="1821261" y="1719884"/>
                  </a:lnTo>
                  <a:lnTo>
                    <a:pt x="1822116" y="1734330"/>
                  </a:lnTo>
                  <a:lnTo>
                    <a:pt x="1822972" y="1749124"/>
                  </a:lnTo>
                  <a:lnTo>
                    <a:pt x="1823827" y="1731880"/>
                  </a:lnTo>
                  <a:lnTo>
                    <a:pt x="1824683" y="1696039"/>
                  </a:lnTo>
                  <a:lnTo>
                    <a:pt x="1825538" y="1660540"/>
                  </a:lnTo>
                  <a:lnTo>
                    <a:pt x="1826394" y="1723585"/>
                  </a:lnTo>
                  <a:lnTo>
                    <a:pt x="1827250" y="1696055"/>
                  </a:lnTo>
                  <a:lnTo>
                    <a:pt x="1828105" y="1695855"/>
                  </a:lnTo>
                  <a:lnTo>
                    <a:pt x="1828961" y="1590638"/>
                  </a:lnTo>
                  <a:lnTo>
                    <a:pt x="1829816" y="1624332"/>
                  </a:lnTo>
                  <a:lnTo>
                    <a:pt x="1830672" y="1642685"/>
                  </a:lnTo>
                  <a:lnTo>
                    <a:pt x="1831527" y="1589037"/>
                  </a:lnTo>
                  <a:lnTo>
                    <a:pt x="1832383" y="1606391"/>
                  </a:lnTo>
                  <a:lnTo>
                    <a:pt x="1833238" y="1727511"/>
                  </a:lnTo>
                  <a:lnTo>
                    <a:pt x="1834094" y="1728357"/>
                  </a:lnTo>
                  <a:lnTo>
                    <a:pt x="1834949" y="1742260"/>
                  </a:lnTo>
                  <a:lnTo>
                    <a:pt x="1835605" y="181950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6729237" y="6262703"/>
              <a:ext cx="9328" cy="116746"/>
            </a:xfrm>
            <a:custGeom>
              <a:avLst/>
              <a:pathLst>
                <a:path w="9328" h="116746">
                  <a:moveTo>
                    <a:pt x="0" y="116746"/>
                  </a:moveTo>
                  <a:lnTo>
                    <a:pt x="400" y="82867"/>
                  </a:lnTo>
                  <a:lnTo>
                    <a:pt x="1255" y="66592"/>
                  </a:lnTo>
                  <a:lnTo>
                    <a:pt x="2111" y="45349"/>
                  </a:lnTo>
                  <a:lnTo>
                    <a:pt x="2966" y="50171"/>
                  </a:lnTo>
                  <a:lnTo>
                    <a:pt x="3822" y="0"/>
                  </a:lnTo>
                  <a:lnTo>
                    <a:pt x="4677" y="61462"/>
                  </a:lnTo>
                  <a:lnTo>
                    <a:pt x="5533" y="40808"/>
                  </a:lnTo>
                  <a:lnTo>
                    <a:pt x="6388" y="29964"/>
                  </a:lnTo>
                  <a:lnTo>
                    <a:pt x="7244" y="26115"/>
                  </a:lnTo>
                  <a:lnTo>
                    <a:pt x="8099" y="40571"/>
                  </a:lnTo>
                  <a:lnTo>
                    <a:pt x="8955" y="99950"/>
                  </a:lnTo>
                  <a:lnTo>
                    <a:pt x="9328" y="11674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6740079" y="6258419"/>
              <a:ext cx="33092" cy="121030"/>
            </a:xfrm>
            <a:custGeom>
              <a:avLst/>
              <a:pathLst>
                <a:path w="33092" h="121030">
                  <a:moveTo>
                    <a:pt x="0" y="121030"/>
                  </a:moveTo>
                  <a:lnTo>
                    <a:pt x="679" y="83232"/>
                  </a:lnTo>
                  <a:lnTo>
                    <a:pt x="1535" y="95928"/>
                  </a:lnTo>
                  <a:lnTo>
                    <a:pt x="2390" y="35574"/>
                  </a:lnTo>
                  <a:lnTo>
                    <a:pt x="3246" y="52753"/>
                  </a:lnTo>
                  <a:lnTo>
                    <a:pt x="4101" y="17226"/>
                  </a:lnTo>
                  <a:lnTo>
                    <a:pt x="4957" y="0"/>
                  </a:lnTo>
                  <a:lnTo>
                    <a:pt x="5812" y="24001"/>
                  </a:lnTo>
                  <a:lnTo>
                    <a:pt x="6668" y="36627"/>
                  </a:lnTo>
                  <a:lnTo>
                    <a:pt x="7523" y="65190"/>
                  </a:lnTo>
                  <a:lnTo>
                    <a:pt x="8379" y="23149"/>
                  </a:lnTo>
                  <a:lnTo>
                    <a:pt x="9234" y="13418"/>
                  </a:lnTo>
                  <a:lnTo>
                    <a:pt x="10090" y="65530"/>
                  </a:lnTo>
                  <a:lnTo>
                    <a:pt x="10946" y="4090"/>
                  </a:lnTo>
                  <a:lnTo>
                    <a:pt x="11801" y="39767"/>
                  </a:lnTo>
                  <a:lnTo>
                    <a:pt x="12657" y="47377"/>
                  </a:lnTo>
                  <a:lnTo>
                    <a:pt x="13512" y="18715"/>
                  </a:lnTo>
                  <a:lnTo>
                    <a:pt x="14368" y="79722"/>
                  </a:lnTo>
                  <a:lnTo>
                    <a:pt x="15223" y="57098"/>
                  </a:lnTo>
                  <a:lnTo>
                    <a:pt x="16079" y="57505"/>
                  </a:lnTo>
                  <a:lnTo>
                    <a:pt x="16934" y="46906"/>
                  </a:lnTo>
                  <a:lnTo>
                    <a:pt x="17790" y="46546"/>
                  </a:lnTo>
                  <a:lnTo>
                    <a:pt x="18645" y="66117"/>
                  </a:lnTo>
                  <a:lnTo>
                    <a:pt x="19501" y="66511"/>
                  </a:lnTo>
                  <a:lnTo>
                    <a:pt x="20356" y="44482"/>
                  </a:lnTo>
                  <a:lnTo>
                    <a:pt x="21212" y="52778"/>
                  </a:lnTo>
                  <a:lnTo>
                    <a:pt x="22067" y="56663"/>
                  </a:lnTo>
                  <a:lnTo>
                    <a:pt x="22923" y="63988"/>
                  </a:lnTo>
                  <a:lnTo>
                    <a:pt x="23778" y="74034"/>
                  </a:lnTo>
                  <a:lnTo>
                    <a:pt x="24634" y="62024"/>
                  </a:lnTo>
                  <a:lnTo>
                    <a:pt x="25489" y="75311"/>
                  </a:lnTo>
                  <a:lnTo>
                    <a:pt x="26345" y="80663"/>
                  </a:lnTo>
                  <a:lnTo>
                    <a:pt x="27201" y="62545"/>
                  </a:lnTo>
                  <a:lnTo>
                    <a:pt x="28056" y="46735"/>
                  </a:lnTo>
                  <a:lnTo>
                    <a:pt x="28912" y="58671"/>
                  </a:lnTo>
                  <a:lnTo>
                    <a:pt x="29767" y="63327"/>
                  </a:lnTo>
                  <a:lnTo>
                    <a:pt x="30623" y="82803"/>
                  </a:lnTo>
                  <a:lnTo>
                    <a:pt x="31478" y="105155"/>
                  </a:lnTo>
                  <a:lnTo>
                    <a:pt x="32334" y="110598"/>
                  </a:lnTo>
                  <a:lnTo>
                    <a:pt x="33092" y="12103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6773331" y="6303901"/>
              <a:ext cx="8818" cy="75548"/>
            </a:xfrm>
            <a:custGeom>
              <a:avLst/>
              <a:pathLst>
                <a:path w="8818" h="75548">
                  <a:moveTo>
                    <a:pt x="0" y="75548"/>
                  </a:moveTo>
                  <a:lnTo>
                    <a:pt x="793" y="58368"/>
                  </a:lnTo>
                  <a:lnTo>
                    <a:pt x="1649" y="3662"/>
                  </a:lnTo>
                  <a:lnTo>
                    <a:pt x="2504" y="24902"/>
                  </a:lnTo>
                  <a:lnTo>
                    <a:pt x="3360" y="29721"/>
                  </a:lnTo>
                  <a:lnTo>
                    <a:pt x="4215" y="39585"/>
                  </a:lnTo>
                  <a:lnTo>
                    <a:pt x="5071" y="24805"/>
                  </a:lnTo>
                  <a:lnTo>
                    <a:pt x="5926" y="0"/>
                  </a:lnTo>
                  <a:lnTo>
                    <a:pt x="6782" y="13633"/>
                  </a:lnTo>
                  <a:lnTo>
                    <a:pt x="7638" y="58076"/>
                  </a:lnTo>
                  <a:lnTo>
                    <a:pt x="8493" y="52171"/>
                  </a:lnTo>
                  <a:lnTo>
                    <a:pt x="8818" y="7554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6794419" y="6241533"/>
              <a:ext cx="24720" cy="137916"/>
            </a:xfrm>
            <a:custGeom>
              <a:avLst/>
              <a:pathLst>
                <a:path w="24720" h="137916">
                  <a:moveTo>
                    <a:pt x="0" y="137916"/>
                  </a:moveTo>
                  <a:lnTo>
                    <a:pt x="237" y="123383"/>
                  </a:lnTo>
                  <a:lnTo>
                    <a:pt x="1093" y="93842"/>
                  </a:lnTo>
                  <a:lnTo>
                    <a:pt x="1948" y="50594"/>
                  </a:lnTo>
                  <a:lnTo>
                    <a:pt x="2804" y="42782"/>
                  </a:lnTo>
                  <a:lnTo>
                    <a:pt x="3659" y="48908"/>
                  </a:lnTo>
                  <a:lnTo>
                    <a:pt x="4515" y="55148"/>
                  </a:lnTo>
                  <a:lnTo>
                    <a:pt x="5370" y="37046"/>
                  </a:lnTo>
                  <a:lnTo>
                    <a:pt x="6226" y="13728"/>
                  </a:lnTo>
                  <a:lnTo>
                    <a:pt x="7081" y="0"/>
                  </a:lnTo>
                  <a:lnTo>
                    <a:pt x="7937" y="14558"/>
                  </a:lnTo>
                  <a:lnTo>
                    <a:pt x="8792" y="24802"/>
                  </a:lnTo>
                  <a:lnTo>
                    <a:pt x="9648" y="31874"/>
                  </a:lnTo>
                  <a:lnTo>
                    <a:pt x="10503" y="30645"/>
                  </a:lnTo>
                  <a:lnTo>
                    <a:pt x="11359" y="46075"/>
                  </a:lnTo>
                  <a:lnTo>
                    <a:pt x="12214" y="29131"/>
                  </a:lnTo>
                  <a:lnTo>
                    <a:pt x="13070" y="21945"/>
                  </a:lnTo>
                  <a:lnTo>
                    <a:pt x="13926" y="15402"/>
                  </a:lnTo>
                  <a:lnTo>
                    <a:pt x="14781" y="15185"/>
                  </a:lnTo>
                  <a:lnTo>
                    <a:pt x="15637" y="47362"/>
                  </a:lnTo>
                  <a:lnTo>
                    <a:pt x="16492" y="73876"/>
                  </a:lnTo>
                  <a:lnTo>
                    <a:pt x="17348" y="89311"/>
                  </a:lnTo>
                  <a:lnTo>
                    <a:pt x="18203" y="46895"/>
                  </a:lnTo>
                  <a:lnTo>
                    <a:pt x="19059" y="39259"/>
                  </a:lnTo>
                  <a:lnTo>
                    <a:pt x="19914" y="33493"/>
                  </a:lnTo>
                  <a:lnTo>
                    <a:pt x="20770" y="56976"/>
                  </a:lnTo>
                  <a:lnTo>
                    <a:pt x="21625" y="56344"/>
                  </a:lnTo>
                  <a:lnTo>
                    <a:pt x="22481" y="111822"/>
                  </a:lnTo>
                  <a:lnTo>
                    <a:pt x="23336" y="105169"/>
                  </a:lnTo>
                  <a:lnTo>
                    <a:pt x="24192" y="105280"/>
                  </a:lnTo>
                  <a:lnTo>
                    <a:pt x="24720" y="13791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6821645" y="6258247"/>
              <a:ext cx="28462" cy="121202"/>
            </a:xfrm>
            <a:custGeom>
              <a:avLst/>
              <a:pathLst>
                <a:path w="28462" h="121202">
                  <a:moveTo>
                    <a:pt x="0" y="121202"/>
                  </a:moveTo>
                  <a:lnTo>
                    <a:pt x="388" y="83307"/>
                  </a:lnTo>
                  <a:lnTo>
                    <a:pt x="1244" y="89385"/>
                  </a:lnTo>
                  <a:lnTo>
                    <a:pt x="2099" y="82418"/>
                  </a:lnTo>
                  <a:lnTo>
                    <a:pt x="2955" y="52119"/>
                  </a:lnTo>
                  <a:lnTo>
                    <a:pt x="3810" y="75935"/>
                  </a:lnTo>
                  <a:lnTo>
                    <a:pt x="4666" y="83923"/>
                  </a:lnTo>
                  <a:lnTo>
                    <a:pt x="5521" y="43481"/>
                  </a:lnTo>
                  <a:lnTo>
                    <a:pt x="6377" y="43937"/>
                  </a:lnTo>
                  <a:lnTo>
                    <a:pt x="7232" y="46145"/>
                  </a:lnTo>
                  <a:lnTo>
                    <a:pt x="8088" y="59037"/>
                  </a:lnTo>
                  <a:lnTo>
                    <a:pt x="8943" y="23321"/>
                  </a:lnTo>
                  <a:lnTo>
                    <a:pt x="9799" y="9008"/>
                  </a:lnTo>
                  <a:lnTo>
                    <a:pt x="10654" y="4283"/>
                  </a:lnTo>
                  <a:lnTo>
                    <a:pt x="11510" y="39201"/>
                  </a:lnTo>
                  <a:lnTo>
                    <a:pt x="12365" y="46004"/>
                  </a:lnTo>
                  <a:lnTo>
                    <a:pt x="13221" y="15508"/>
                  </a:lnTo>
                  <a:lnTo>
                    <a:pt x="14077" y="57960"/>
                  </a:lnTo>
                  <a:lnTo>
                    <a:pt x="14932" y="74236"/>
                  </a:lnTo>
                  <a:lnTo>
                    <a:pt x="15788" y="43349"/>
                  </a:lnTo>
                  <a:lnTo>
                    <a:pt x="16643" y="54569"/>
                  </a:lnTo>
                  <a:lnTo>
                    <a:pt x="17499" y="31472"/>
                  </a:lnTo>
                  <a:lnTo>
                    <a:pt x="18354" y="32047"/>
                  </a:lnTo>
                  <a:lnTo>
                    <a:pt x="19210" y="22187"/>
                  </a:lnTo>
                  <a:lnTo>
                    <a:pt x="20065" y="16177"/>
                  </a:lnTo>
                  <a:lnTo>
                    <a:pt x="20921" y="20190"/>
                  </a:lnTo>
                  <a:lnTo>
                    <a:pt x="21776" y="0"/>
                  </a:lnTo>
                  <a:lnTo>
                    <a:pt x="22632" y="16142"/>
                  </a:lnTo>
                  <a:lnTo>
                    <a:pt x="23487" y="26865"/>
                  </a:lnTo>
                  <a:lnTo>
                    <a:pt x="24343" y="58846"/>
                  </a:lnTo>
                  <a:lnTo>
                    <a:pt x="25198" y="60418"/>
                  </a:lnTo>
                  <a:lnTo>
                    <a:pt x="26054" y="54326"/>
                  </a:lnTo>
                  <a:lnTo>
                    <a:pt x="26909" y="67026"/>
                  </a:lnTo>
                  <a:lnTo>
                    <a:pt x="27765" y="102000"/>
                  </a:lnTo>
                  <a:lnTo>
                    <a:pt x="28462" y="12120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6853423" y="6318167"/>
              <a:ext cx="6839" cy="61282"/>
            </a:xfrm>
            <a:custGeom>
              <a:avLst/>
              <a:pathLst>
                <a:path w="6839" h="61282">
                  <a:moveTo>
                    <a:pt x="0" y="61282"/>
                  </a:moveTo>
                  <a:lnTo>
                    <a:pt x="265" y="48135"/>
                  </a:lnTo>
                  <a:lnTo>
                    <a:pt x="1120" y="47504"/>
                  </a:lnTo>
                  <a:lnTo>
                    <a:pt x="1976" y="35798"/>
                  </a:lnTo>
                  <a:lnTo>
                    <a:pt x="2831" y="26489"/>
                  </a:lnTo>
                  <a:lnTo>
                    <a:pt x="3687" y="35796"/>
                  </a:lnTo>
                  <a:lnTo>
                    <a:pt x="4543" y="0"/>
                  </a:lnTo>
                  <a:lnTo>
                    <a:pt x="5398" y="45176"/>
                  </a:lnTo>
                  <a:lnTo>
                    <a:pt x="6254" y="28639"/>
                  </a:lnTo>
                  <a:lnTo>
                    <a:pt x="6839" y="6128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6864627" y="6367836"/>
              <a:ext cx="1004" cy="11613"/>
            </a:xfrm>
            <a:custGeom>
              <a:avLst/>
              <a:pathLst>
                <a:path w="1004" h="11613">
                  <a:moveTo>
                    <a:pt x="0" y="11613"/>
                  </a:moveTo>
                  <a:lnTo>
                    <a:pt x="183" y="0"/>
                  </a:lnTo>
                  <a:lnTo>
                    <a:pt x="1004" y="1161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6865720" y="6372322"/>
              <a:ext cx="1703" cy="7127"/>
            </a:xfrm>
            <a:custGeom>
              <a:avLst/>
              <a:pathLst>
                <a:path w="1703" h="7127">
                  <a:moveTo>
                    <a:pt x="0" y="7127"/>
                  </a:moveTo>
                  <a:lnTo>
                    <a:pt x="801" y="0"/>
                  </a:lnTo>
                  <a:lnTo>
                    <a:pt x="1657" y="6665"/>
                  </a:lnTo>
                  <a:lnTo>
                    <a:pt x="1703" y="712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6868399" y="6346035"/>
              <a:ext cx="2328" cy="33414"/>
            </a:xfrm>
            <a:custGeom>
              <a:avLst/>
              <a:pathLst>
                <a:path w="2328" h="33414">
                  <a:moveTo>
                    <a:pt x="0" y="33414"/>
                  </a:moveTo>
                  <a:lnTo>
                    <a:pt x="689" y="20"/>
                  </a:lnTo>
                  <a:lnTo>
                    <a:pt x="1544" y="0"/>
                  </a:lnTo>
                  <a:lnTo>
                    <a:pt x="2328" y="3341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6880033" y="6370416"/>
              <a:ext cx="825" cy="9034"/>
            </a:xfrm>
            <a:custGeom>
              <a:avLst/>
              <a:pathLst>
                <a:path w="825" h="9034">
                  <a:moveTo>
                    <a:pt x="0" y="9034"/>
                  </a:moveTo>
                  <a:lnTo>
                    <a:pt x="177" y="0"/>
                  </a:lnTo>
                  <a:lnTo>
                    <a:pt x="825" y="903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6884257" y="6371125"/>
              <a:ext cx="435" cy="8324"/>
            </a:xfrm>
            <a:custGeom>
              <a:avLst/>
              <a:pathLst>
                <a:path w="435" h="8324">
                  <a:moveTo>
                    <a:pt x="0" y="8324"/>
                  </a:moveTo>
                  <a:lnTo>
                    <a:pt x="230" y="0"/>
                  </a:lnTo>
                  <a:lnTo>
                    <a:pt x="435" y="832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6886166" y="6378414"/>
              <a:ext cx="241" cy="1035"/>
            </a:xfrm>
            <a:custGeom>
              <a:avLst/>
              <a:pathLst>
                <a:path w="241" h="1035">
                  <a:moveTo>
                    <a:pt x="0" y="1035"/>
                  </a:moveTo>
                  <a:lnTo>
                    <a:pt x="32" y="0"/>
                  </a:lnTo>
                  <a:lnTo>
                    <a:pt x="241" y="103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6887133" y="4051063"/>
              <a:ext cx="1455897" cy="2328386"/>
            </a:xfrm>
            <a:custGeom>
              <a:avLst/>
              <a:pathLst>
                <a:path w="1455897" h="2328386">
                  <a:moveTo>
                    <a:pt x="0" y="2328386"/>
                  </a:moveTo>
                  <a:lnTo>
                    <a:pt x="776" y="2296924"/>
                  </a:lnTo>
                  <a:lnTo>
                    <a:pt x="1632" y="2310089"/>
                  </a:lnTo>
                  <a:lnTo>
                    <a:pt x="2487" y="2321372"/>
                  </a:lnTo>
                  <a:lnTo>
                    <a:pt x="3343" y="2299188"/>
                  </a:lnTo>
                  <a:lnTo>
                    <a:pt x="4198" y="2290248"/>
                  </a:lnTo>
                  <a:lnTo>
                    <a:pt x="5054" y="2258765"/>
                  </a:lnTo>
                  <a:lnTo>
                    <a:pt x="5909" y="2275081"/>
                  </a:lnTo>
                  <a:lnTo>
                    <a:pt x="6765" y="2289481"/>
                  </a:lnTo>
                  <a:lnTo>
                    <a:pt x="7620" y="2306934"/>
                  </a:lnTo>
                  <a:lnTo>
                    <a:pt x="8476" y="2275340"/>
                  </a:lnTo>
                  <a:lnTo>
                    <a:pt x="9331" y="2242787"/>
                  </a:lnTo>
                  <a:lnTo>
                    <a:pt x="10187" y="2235566"/>
                  </a:lnTo>
                  <a:lnTo>
                    <a:pt x="11043" y="2238819"/>
                  </a:lnTo>
                  <a:lnTo>
                    <a:pt x="11898" y="2235736"/>
                  </a:lnTo>
                  <a:lnTo>
                    <a:pt x="12754" y="2219937"/>
                  </a:lnTo>
                  <a:lnTo>
                    <a:pt x="13609" y="2256953"/>
                  </a:lnTo>
                  <a:lnTo>
                    <a:pt x="14465" y="2202830"/>
                  </a:lnTo>
                  <a:lnTo>
                    <a:pt x="15320" y="2212305"/>
                  </a:lnTo>
                  <a:lnTo>
                    <a:pt x="16176" y="2137848"/>
                  </a:lnTo>
                  <a:lnTo>
                    <a:pt x="17031" y="2106995"/>
                  </a:lnTo>
                  <a:lnTo>
                    <a:pt x="17887" y="2124417"/>
                  </a:lnTo>
                  <a:lnTo>
                    <a:pt x="18742" y="2156513"/>
                  </a:lnTo>
                  <a:lnTo>
                    <a:pt x="19598" y="2158248"/>
                  </a:lnTo>
                  <a:lnTo>
                    <a:pt x="20453" y="2170830"/>
                  </a:lnTo>
                  <a:lnTo>
                    <a:pt x="21309" y="2171625"/>
                  </a:lnTo>
                  <a:lnTo>
                    <a:pt x="22164" y="2215419"/>
                  </a:lnTo>
                  <a:lnTo>
                    <a:pt x="23020" y="2185853"/>
                  </a:lnTo>
                  <a:lnTo>
                    <a:pt x="23875" y="2176840"/>
                  </a:lnTo>
                  <a:lnTo>
                    <a:pt x="24731" y="2172672"/>
                  </a:lnTo>
                  <a:lnTo>
                    <a:pt x="25587" y="2165497"/>
                  </a:lnTo>
                  <a:lnTo>
                    <a:pt x="26442" y="2205349"/>
                  </a:lnTo>
                  <a:lnTo>
                    <a:pt x="27298" y="2154880"/>
                  </a:lnTo>
                  <a:lnTo>
                    <a:pt x="28153" y="2173710"/>
                  </a:lnTo>
                  <a:lnTo>
                    <a:pt x="29009" y="2192701"/>
                  </a:lnTo>
                  <a:lnTo>
                    <a:pt x="29864" y="2206773"/>
                  </a:lnTo>
                  <a:lnTo>
                    <a:pt x="30720" y="2170941"/>
                  </a:lnTo>
                  <a:lnTo>
                    <a:pt x="31575" y="2122247"/>
                  </a:lnTo>
                  <a:lnTo>
                    <a:pt x="32431" y="2119887"/>
                  </a:lnTo>
                  <a:lnTo>
                    <a:pt x="33286" y="2079823"/>
                  </a:lnTo>
                  <a:lnTo>
                    <a:pt x="34142" y="2062821"/>
                  </a:lnTo>
                  <a:lnTo>
                    <a:pt x="34997" y="2074093"/>
                  </a:lnTo>
                  <a:lnTo>
                    <a:pt x="35853" y="2119883"/>
                  </a:lnTo>
                  <a:lnTo>
                    <a:pt x="36708" y="2127432"/>
                  </a:lnTo>
                  <a:lnTo>
                    <a:pt x="37564" y="2133269"/>
                  </a:lnTo>
                  <a:lnTo>
                    <a:pt x="38419" y="2134015"/>
                  </a:lnTo>
                  <a:lnTo>
                    <a:pt x="39275" y="2159783"/>
                  </a:lnTo>
                  <a:lnTo>
                    <a:pt x="40130" y="2155579"/>
                  </a:lnTo>
                  <a:lnTo>
                    <a:pt x="40986" y="2120716"/>
                  </a:lnTo>
                  <a:lnTo>
                    <a:pt x="41842" y="2043950"/>
                  </a:lnTo>
                  <a:lnTo>
                    <a:pt x="42697" y="2043170"/>
                  </a:lnTo>
                  <a:lnTo>
                    <a:pt x="43553" y="2155710"/>
                  </a:lnTo>
                  <a:lnTo>
                    <a:pt x="44408" y="2106709"/>
                  </a:lnTo>
                  <a:lnTo>
                    <a:pt x="45264" y="1984678"/>
                  </a:lnTo>
                  <a:lnTo>
                    <a:pt x="46119" y="1976138"/>
                  </a:lnTo>
                  <a:lnTo>
                    <a:pt x="46975" y="1998642"/>
                  </a:lnTo>
                  <a:lnTo>
                    <a:pt x="47830" y="2024702"/>
                  </a:lnTo>
                  <a:lnTo>
                    <a:pt x="48686" y="2016394"/>
                  </a:lnTo>
                  <a:lnTo>
                    <a:pt x="49541" y="2047034"/>
                  </a:lnTo>
                  <a:lnTo>
                    <a:pt x="50397" y="2142979"/>
                  </a:lnTo>
                  <a:lnTo>
                    <a:pt x="51252" y="2175595"/>
                  </a:lnTo>
                  <a:lnTo>
                    <a:pt x="52108" y="2166716"/>
                  </a:lnTo>
                  <a:lnTo>
                    <a:pt x="52963" y="2161971"/>
                  </a:lnTo>
                  <a:lnTo>
                    <a:pt x="53819" y="2171844"/>
                  </a:lnTo>
                  <a:lnTo>
                    <a:pt x="54674" y="2199197"/>
                  </a:lnTo>
                  <a:lnTo>
                    <a:pt x="55530" y="2095437"/>
                  </a:lnTo>
                  <a:lnTo>
                    <a:pt x="56385" y="2108205"/>
                  </a:lnTo>
                  <a:lnTo>
                    <a:pt x="57241" y="2103364"/>
                  </a:lnTo>
                  <a:lnTo>
                    <a:pt x="58097" y="2199408"/>
                  </a:lnTo>
                  <a:lnTo>
                    <a:pt x="58952" y="2173617"/>
                  </a:lnTo>
                  <a:lnTo>
                    <a:pt x="59808" y="2240670"/>
                  </a:lnTo>
                  <a:lnTo>
                    <a:pt x="60663" y="2276505"/>
                  </a:lnTo>
                  <a:lnTo>
                    <a:pt x="61519" y="2280429"/>
                  </a:lnTo>
                  <a:lnTo>
                    <a:pt x="62374" y="2303223"/>
                  </a:lnTo>
                  <a:lnTo>
                    <a:pt x="63230" y="2218703"/>
                  </a:lnTo>
                  <a:lnTo>
                    <a:pt x="64085" y="2217833"/>
                  </a:lnTo>
                  <a:lnTo>
                    <a:pt x="64941" y="2193512"/>
                  </a:lnTo>
                  <a:lnTo>
                    <a:pt x="65796" y="2208346"/>
                  </a:lnTo>
                  <a:lnTo>
                    <a:pt x="66652" y="2250287"/>
                  </a:lnTo>
                  <a:lnTo>
                    <a:pt x="67507" y="2261576"/>
                  </a:lnTo>
                  <a:lnTo>
                    <a:pt x="68363" y="2278942"/>
                  </a:lnTo>
                  <a:lnTo>
                    <a:pt x="69218" y="2229774"/>
                  </a:lnTo>
                  <a:lnTo>
                    <a:pt x="70074" y="2210521"/>
                  </a:lnTo>
                  <a:lnTo>
                    <a:pt x="70929" y="2125807"/>
                  </a:lnTo>
                  <a:lnTo>
                    <a:pt x="71785" y="2124042"/>
                  </a:lnTo>
                  <a:lnTo>
                    <a:pt x="72641" y="2209263"/>
                  </a:lnTo>
                  <a:lnTo>
                    <a:pt x="73496" y="2205445"/>
                  </a:lnTo>
                  <a:lnTo>
                    <a:pt x="74352" y="2167976"/>
                  </a:lnTo>
                  <a:lnTo>
                    <a:pt x="75207" y="2143028"/>
                  </a:lnTo>
                  <a:lnTo>
                    <a:pt x="76063" y="2160791"/>
                  </a:lnTo>
                  <a:lnTo>
                    <a:pt x="76918" y="2147689"/>
                  </a:lnTo>
                  <a:lnTo>
                    <a:pt x="77774" y="2132137"/>
                  </a:lnTo>
                  <a:lnTo>
                    <a:pt x="78629" y="2138162"/>
                  </a:lnTo>
                  <a:lnTo>
                    <a:pt x="79485" y="2151876"/>
                  </a:lnTo>
                  <a:lnTo>
                    <a:pt x="80340" y="2155003"/>
                  </a:lnTo>
                  <a:lnTo>
                    <a:pt x="81196" y="2206528"/>
                  </a:lnTo>
                  <a:lnTo>
                    <a:pt x="82051" y="2171719"/>
                  </a:lnTo>
                  <a:lnTo>
                    <a:pt x="82907" y="2133739"/>
                  </a:lnTo>
                  <a:lnTo>
                    <a:pt x="83762" y="2080043"/>
                  </a:lnTo>
                  <a:lnTo>
                    <a:pt x="84618" y="1994644"/>
                  </a:lnTo>
                  <a:lnTo>
                    <a:pt x="85473" y="1968039"/>
                  </a:lnTo>
                  <a:lnTo>
                    <a:pt x="86329" y="2059755"/>
                  </a:lnTo>
                  <a:lnTo>
                    <a:pt x="87184" y="2068336"/>
                  </a:lnTo>
                  <a:lnTo>
                    <a:pt x="88040" y="2066722"/>
                  </a:lnTo>
                  <a:lnTo>
                    <a:pt x="88896" y="2088082"/>
                  </a:lnTo>
                  <a:lnTo>
                    <a:pt x="89751" y="2062166"/>
                  </a:lnTo>
                  <a:lnTo>
                    <a:pt x="90607" y="2065754"/>
                  </a:lnTo>
                  <a:lnTo>
                    <a:pt x="91462" y="2041710"/>
                  </a:lnTo>
                  <a:lnTo>
                    <a:pt x="92318" y="2065298"/>
                  </a:lnTo>
                  <a:lnTo>
                    <a:pt x="93173" y="2081431"/>
                  </a:lnTo>
                  <a:lnTo>
                    <a:pt x="94029" y="2016535"/>
                  </a:lnTo>
                  <a:lnTo>
                    <a:pt x="94884" y="1978612"/>
                  </a:lnTo>
                  <a:lnTo>
                    <a:pt x="95740" y="1999686"/>
                  </a:lnTo>
                  <a:lnTo>
                    <a:pt x="96595" y="1962505"/>
                  </a:lnTo>
                  <a:lnTo>
                    <a:pt x="97451" y="2006236"/>
                  </a:lnTo>
                  <a:lnTo>
                    <a:pt x="98306" y="1869695"/>
                  </a:lnTo>
                  <a:lnTo>
                    <a:pt x="99162" y="1785276"/>
                  </a:lnTo>
                  <a:lnTo>
                    <a:pt x="100017" y="1713935"/>
                  </a:lnTo>
                  <a:lnTo>
                    <a:pt x="100873" y="1611976"/>
                  </a:lnTo>
                  <a:lnTo>
                    <a:pt x="101728" y="1600851"/>
                  </a:lnTo>
                  <a:lnTo>
                    <a:pt x="102584" y="1527922"/>
                  </a:lnTo>
                  <a:lnTo>
                    <a:pt x="103439" y="1587720"/>
                  </a:lnTo>
                  <a:lnTo>
                    <a:pt x="104295" y="1630804"/>
                  </a:lnTo>
                  <a:lnTo>
                    <a:pt x="105151" y="1480182"/>
                  </a:lnTo>
                  <a:lnTo>
                    <a:pt x="106006" y="1589793"/>
                  </a:lnTo>
                  <a:lnTo>
                    <a:pt x="106862" y="1456930"/>
                  </a:lnTo>
                  <a:lnTo>
                    <a:pt x="107717" y="1372774"/>
                  </a:lnTo>
                  <a:lnTo>
                    <a:pt x="108573" y="1380339"/>
                  </a:lnTo>
                  <a:lnTo>
                    <a:pt x="109428" y="1326444"/>
                  </a:lnTo>
                  <a:lnTo>
                    <a:pt x="110284" y="1452071"/>
                  </a:lnTo>
                  <a:lnTo>
                    <a:pt x="111139" y="1489490"/>
                  </a:lnTo>
                  <a:lnTo>
                    <a:pt x="111995" y="1329965"/>
                  </a:lnTo>
                  <a:lnTo>
                    <a:pt x="112850" y="1253077"/>
                  </a:lnTo>
                  <a:lnTo>
                    <a:pt x="113706" y="1257621"/>
                  </a:lnTo>
                  <a:lnTo>
                    <a:pt x="114561" y="1350305"/>
                  </a:lnTo>
                  <a:lnTo>
                    <a:pt x="115417" y="1342629"/>
                  </a:lnTo>
                  <a:lnTo>
                    <a:pt x="116272" y="1262012"/>
                  </a:lnTo>
                  <a:lnTo>
                    <a:pt x="117128" y="1267677"/>
                  </a:lnTo>
                  <a:lnTo>
                    <a:pt x="117983" y="1106364"/>
                  </a:lnTo>
                  <a:lnTo>
                    <a:pt x="118839" y="1052175"/>
                  </a:lnTo>
                  <a:lnTo>
                    <a:pt x="119695" y="1166942"/>
                  </a:lnTo>
                  <a:lnTo>
                    <a:pt x="120550" y="1097967"/>
                  </a:lnTo>
                  <a:lnTo>
                    <a:pt x="121406" y="1056291"/>
                  </a:lnTo>
                  <a:lnTo>
                    <a:pt x="122261" y="1020258"/>
                  </a:lnTo>
                  <a:lnTo>
                    <a:pt x="123117" y="1052245"/>
                  </a:lnTo>
                  <a:lnTo>
                    <a:pt x="123972" y="1041417"/>
                  </a:lnTo>
                  <a:lnTo>
                    <a:pt x="124828" y="1031840"/>
                  </a:lnTo>
                  <a:lnTo>
                    <a:pt x="125683" y="1074401"/>
                  </a:lnTo>
                  <a:lnTo>
                    <a:pt x="126539" y="1001963"/>
                  </a:lnTo>
                  <a:lnTo>
                    <a:pt x="127394" y="941080"/>
                  </a:lnTo>
                  <a:lnTo>
                    <a:pt x="128250" y="957297"/>
                  </a:lnTo>
                  <a:lnTo>
                    <a:pt x="129105" y="876410"/>
                  </a:lnTo>
                  <a:lnTo>
                    <a:pt x="129961" y="909753"/>
                  </a:lnTo>
                  <a:lnTo>
                    <a:pt x="130816" y="804686"/>
                  </a:lnTo>
                  <a:lnTo>
                    <a:pt x="131672" y="742676"/>
                  </a:lnTo>
                  <a:lnTo>
                    <a:pt x="132527" y="855634"/>
                  </a:lnTo>
                  <a:lnTo>
                    <a:pt x="133383" y="798907"/>
                  </a:lnTo>
                  <a:lnTo>
                    <a:pt x="134238" y="956951"/>
                  </a:lnTo>
                  <a:lnTo>
                    <a:pt x="135094" y="1064714"/>
                  </a:lnTo>
                  <a:lnTo>
                    <a:pt x="135950" y="999235"/>
                  </a:lnTo>
                  <a:lnTo>
                    <a:pt x="136805" y="1080819"/>
                  </a:lnTo>
                  <a:lnTo>
                    <a:pt x="137661" y="1045328"/>
                  </a:lnTo>
                  <a:lnTo>
                    <a:pt x="138516" y="1061784"/>
                  </a:lnTo>
                  <a:lnTo>
                    <a:pt x="139372" y="1105554"/>
                  </a:lnTo>
                  <a:lnTo>
                    <a:pt x="140227" y="1271775"/>
                  </a:lnTo>
                  <a:lnTo>
                    <a:pt x="141083" y="1396727"/>
                  </a:lnTo>
                  <a:lnTo>
                    <a:pt x="141938" y="1299047"/>
                  </a:lnTo>
                  <a:lnTo>
                    <a:pt x="142794" y="1251608"/>
                  </a:lnTo>
                  <a:lnTo>
                    <a:pt x="143649" y="1315880"/>
                  </a:lnTo>
                  <a:lnTo>
                    <a:pt x="144505" y="1254214"/>
                  </a:lnTo>
                  <a:lnTo>
                    <a:pt x="145360" y="1354855"/>
                  </a:lnTo>
                  <a:lnTo>
                    <a:pt x="146216" y="1312069"/>
                  </a:lnTo>
                  <a:lnTo>
                    <a:pt x="147071" y="1313813"/>
                  </a:lnTo>
                  <a:lnTo>
                    <a:pt x="147927" y="1403310"/>
                  </a:lnTo>
                  <a:lnTo>
                    <a:pt x="148782" y="1308584"/>
                  </a:lnTo>
                  <a:lnTo>
                    <a:pt x="149638" y="1345036"/>
                  </a:lnTo>
                  <a:lnTo>
                    <a:pt x="150493" y="1338618"/>
                  </a:lnTo>
                  <a:lnTo>
                    <a:pt x="151349" y="1294599"/>
                  </a:lnTo>
                  <a:lnTo>
                    <a:pt x="152205" y="1336248"/>
                  </a:lnTo>
                  <a:lnTo>
                    <a:pt x="153060" y="1377015"/>
                  </a:lnTo>
                  <a:lnTo>
                    <a:pt x="153916" y="1519628"/>
                  </a:lnTo>
                  <a:lnTo>
                    <a:pt x="154771" y="1548515"/>
                  </a:lnTo>
                  <a:lnTo>
                    <a:pt x="155627" y="1573782"/>
                  </a:lnTo>
                  <a:lnTo>
                    <a:pt x="156482" y="1651511"/>
                  </a:lnTo>
                  <a:lnTo>
                    <a:pt x="157338" y="1644890"/>
                  </a:lnTo>
                  <a:lnTo>
                    <a:pt x="158193" y="1753303"/>
                  </a:lnTo>
                  <a:lnTo>
                    <a:pt x="159049" y="1750220"/>
                  </a:lnTo>
                  <a:lnTo>
                    <a:pt x="159904" y="1721042"/>
                  </a:lnTo>
                  <a:lnTo>
                    <a:pt x="160760" y="1723766"/>
                  </a:lnTo>
                  <a:lnTo>
                    <a:pt x="161615" y="1763197"/>
                  </a:lnTo>
                  <a:lnTo>
                    <a:pt x="162471" y="1730219"/>
                  </a:lnTo>
                  <a:lnTo>
                    <a:pt x="163326" y="1663327"/>
                  </a:lnTo>
                  <a:lnTo>
                    <a:pt x="164182" y="1600607"/>
                  </a:lnTo>
                  <a:lnTo>
                    <a:pt x="165037" y="1580990"/>
                  </a:lnTo>
                  <a:lnTo>
                    <a:pt x="165893" y="1601998"/>
                  </a:lnTo>
                  <a:lnTo>
                    <a:pt x="166748" y="1575706"/>
                  </a:lnTo>
                  <a:lnTo>
                    <a:pt x="167604" y="1576796"/>
                  </a:lnTo>
                  <a:lnTo>
                    <a:pt x="168460" y="1660086"/>
                  </a:lnTo>
                  <a:lnTo>
                    <a:pt x="169315" y="1664364"/>
                  </a:lnTo>
                  <a:lnTo>
                    <a:pt x="170171" y="1727482"/>
                  </a:lnTo>
                  <a:lnTo>
                    <a:pt x="171026" y="1713840"/>
                  </a:lnTo>
                  <a:lnTo>
                    <a:pt x="171882" y="1735861"/>
                  </a:lnTo>
                  <a:lnTo>
                    <a:pt x="172737" y="1792682"/>
                  </a:lnTo>
                  <a:lnTo>
                    <a:pt x="173593" y="1889836"/>
                  </a:lnTo>
                  <a:lnTo>
                    <a:pt x="174448" y="1988486"/>
                  </a:lnTo>
                  <a:lnTo>
                    <a:pt x="175304" y="1950657"/>
                  </a:lnTo>
                  <a:lnTo>
                    <a:pt x="176159" y="1894329"/>
                  </a:lnTo>
                  <a:lnTo>
                    <a:pt x="177015" y="1842621"/>
                  </a:lnTo>
                  <a:lnTo>
                    <a:pt x="177870" y="1878015"/>
                  </a:lnTo>
                  <a:lnTo>
                    <a:pt x="178726" y="1784284"/>
                  </a:lnTo>
                  <a:lnTo>
                    <a:pt x="179581" y="1780927"/>
                  </a:lnTo>
                  <a:lnTo>
                    <a:pt x="180437" y="1790523"/>
                  </a:lnTo>
                  <a:lnTo>
                    <a:pt x="181292" y="1816330"/>
                  </a:lnTo>
                  <a:lnTo>
                    <a:pt x="182148" y="1775781"/>
                  </a:lnTo>
                  <a:lnTo>
                    <a:pt x="183004" y="1677976"/>
                  </a:lnTo>
                  <a:lnTo>
                    <a:pt x="183859" y="1694872"/>
                  </a:lnTo>
                  <a:lnTo>
                    <a:pt x="184715" y="1647044"/>
                  </a:lnTo>
                  <a:lnTo>
                    <a:pt x="185570" y="1618137"/>
                  </a:lnTo>
                  <a:lnTo>
                    <a:pt x="186426" y="1613720"/>
                  </a:lnTo>
                  <a:lnTo>
                    <a:pt x="187281" y="1665432"/>
                  </a:lnTo>
                  <a:lnTo>
                    <a:pt x="188137" y="1666015"/>
                  </a:lnTo>
                  <a:lnTo>
                    <a:pt x="188992" y="1681310"/>
                  </a:lnTo>
                  <a:lnTo>
                    <a:pt x="189848" y="1658700"/>
                  </a:lnTo>
                  <a:lnTo>
                    <a:pt x="190703" y="1635265"/>
                  </a:lnTo>
                  <a:lnTo>
                    <a:pt x="191559" y="1639226"/>
                  </a:lnTo>
                  <a:lnTo>
                    <a:pt x="192414" y="1688547"/>
                  </a:lnTo>
                  <a:lnTo>
                    <a:pt x="193270" y="1749319"/>
                  </a:lnTo>
                  <a:lnTo>
                    <a:pt x="194125" y="1717753"/>
                  </a:lnTo>
                  <a:lnTo>
                    <a:pt x="194981" y="1728640"/>
                  </a:lnTo>
                  <a:lnTo>
                    <a:pt x="195836" y="1724804"/>
                  </a:lnTo>
                  <a:lnTo>
                    <a:pt x="196692" y="1787465"/>
                  </a:lnTo>
                  <a:lnTo>
                    <a:pt x="197547" y="1833161"/>
                  </a:lnTo>
                  <a:lnTo>
                    <a:pt x="198403" y="1725200"/>
                  </a:lnTo>
                  <a:lnTo>
                    <a:pt x="199259" y="1814922"/>
                  </a:lnTo>
                  <a:lnTo>
                    <a:pt x="200114" y="1929222"/>
                  </a:lnTo>
                  <a:lnTo>
                    <a:pt x="200970" y="1914424"/>
                  </a:lnTo>
                  <a:lnTo>
                    <a:pt x="201825" y="1819528"/>
                  </a:lnTo>
                  <a:lnTo>
                    <a:pt x="202681" y="1723283"/>
                  </a:lnTo>
                  <a:lnTo>
                    <a:pt x="203536" y="1814517"/>
                  </a:lnTo>
                  <a:lnTo>
                    <a:pt x="204392" y="1818485"/>
                  </a:lnTo>
                  <a:lnTo>
                    <a:pt x="205247" y="1816515"/>
                  </a:lnTo>
                  <a:lnTo>
                    <a:pt x="206103" y="1834832"/>
                  </a:lnTo>
                  <a:lnTo>
                    <a:pt x="206958" y="1919712"/>
                  </a:lnTo>
                  <a:lnTo>
                    <a:pt x="207814" y="1949961"/>
                  </a:lnTo>
                  <a:lnTo>
                    <a:pt x="208669" y="1969159"/>
                  </a:lnTo>
                  <a:lnTo>
                    <a:pt x="209525" y="1919398"/>
                  </a:lnTo>
                  <a:lnTo>
                    <a:pt x="210380" y="1888375"/>
                  </a:lnTo>
                  <a:lnTo>
                    <a:pt x="211236" y="1794215"/>
                  </a:lnTo>
                  <a:lnTo>
                    <a:pt x="212091" y="1774424"/>
                  </a:lnTo>
                  <a:lnTo>
                    <a:pt x="212947" y="1735435"/>
                  </a:lnTo>
                  <a:lnTo>
                    <a:pt x="213802" y="1745428"/>
                  </a:lnTo>
                  <a:lnTo>
                    <a:pt x="214658" y="1805411"/>
                  </a:lnTo>
                  <a:lnTo>
                    <a:pt x="215514" y="1822787"/>
                  </a:lnTo>
                  <a:lnTo>
                    <a:pt x="216369" y="1888728"/>
                  </a:lnTo>
                  <a:lnTo>
                    <a:pt x="217225" y="1926850"/>
                  </a:lnTo>
                  <a:lnTo>
                    <a:pt x="218080" y="1959856"/>
                  </a:lnTo>
                  <a:lnTo>
                    <a:pt x="218936" y="1828305"/>
                  </a:lnTo>
                  <a:lnTo>
                    <a:pt x="219791" y="1790661"/>
                  </a:lnTo>
                  <a:lnTo>
                    <a:pt x="220647" y="1816825"/>
                  </a:lnTo>
                  <a:lnTo>
                    <a:pt x="221502" y="1834316"/>
                  </a:lnTo>
                  <a:lnTo>
                    <a:pt x="222358" y="1849858"/>
                  </a:lnTo>
                  <a:lnTo>
                    <a:pt x="223213" y="1831843"/>
                  </a:lnTo>
                  <a:lnTo>
                    <a:pt x="224069" y="1957621"/>
                  </a:lnTo>
                  <a:lnTo>
                    <a:pt x="224924" y="1968282"/>
                  </a:lnTo>
                  <a:lnTo>
                    <a:pt x="225780" y="1940626"/>
                  </a:lnTo>
                  <a:lnTo>
                    <a:pt x="226635" y="1799627"/>
                  </a:lnTo>
                  <a:lnTo>
                    <a:pt x="227491" y="1706478"/>
                  </a:lnTo>
                  <a:lnTo>
                    <a:pt x="228346" y="1675598"/>
                  </a:lnTo>
                  <a:lnTo>
                    <a:pt x="229202" y="1658624"/>
                  </a:lnTo>
                  <a:lnTo>
                    <a:pt x="230058" y="1545582"/>
                  </a:lnTo>
                  <a:lnTo>
                    <a:pt x="230913" y="1560960"/>
                  </a:lnTo>
                  <a:lnTo>
                    <a:pt x="231769" y="1550890"/>
                  </a:lnTo>
                  <a:lnTo>
                    <a:pt x="232624" y="1455259"/>
                  </a:lnTo>
                  <a:lnTo>
                    <a:pt x="233480" y="1519130"/>
                  </a:lnTo>
                  <a:lnTo>
                    <a:pt x="234335" y="1461199"/>
                  </a:lnTo>
                  <a:lnTo>
                    <a:pt x="235191" y="1425445"/>
                  </a:lnTo>
                  <a:lnTo>
                    <a:pt x="236046" y="1466993"/>
                  </a:lnTo>
                  <a:lnTo>
                    <a:pt x="236902" y="1389230"/>
                  </a:lnTo>
                  <a:lnTo>
                    <a:pt x="237757" y="1486461"/>
                  </a:lnTo>
                  <a:lnTo>
                    <a:pt x="238613" y="1437561"/>
                  </a:lnTo>
                  <a:lnTo>
                    <a:pt x="239468" y="1441331"/>
                  </a:lnTo>
                  <a:lnTo>
                    <a:pt x="240324" y="1501254"/>
                  </a:lnTo>
                  <a:lnTo>
                    <a:pt x="241179" y="1500533"/>
                  </a:lnTo>
                  <a:lnTo>
                    <a:pt x="242035" y="1548003"/>
                  </a:lnTo>
                  <a:lnTo>
                    <a:pt x="242890" y="1567403"/>
                  </a:lnTo>
                  <a:lnTo>
                    <a:pt x="243746" y="1568258"/>
                  </a:lnTo>
                  <a:lnTo>
                    <a:pt x="244601" y="1602065"/>
                  </a:lnTo>
                  <a:lnTo>
                    <a:pt x="245457" y="1603545"/>
                  </a:lnTo>
                  <a:lnTo>
                    <a:pt x="246313" y="1631396"/>
                  </a:lnTo>
                  <a:lnTo>
                    <a:pt x="247168" y="1607887"/>
                  </a:lnTo>
                  <a:lnTo>
                    <a:pt x="248024" y="1619460"/>
                  </a:lnTo>
                  <a:lnTo>
                    <a:pt x="248879" y="1575553"/>
                  </a:lnTo>
                  <a:lnTo>
                    <a:pt x="249735" y="1674759"/>
                  </a:lnTo>
                  <a:lnTo>
                    <a:pt x="250590" y="1664546"/>
                  </a:lnTo>
                  <a:lnTo>
                    <a:pt x="251446" y="1597600"/>
                  </a:lnTo>
                  <a:lnTo>
                    <a:pt x="252301" y="1601919"/>
                  </a:lnTo>
                  <a:lnTo>
                    <a:pt x="253157" y="1551540"/>
                  </a:lnTo>
                  <a:lnTo>
                    <a:pt x="254012" y="1673123"/>
                  </a:lnTo>
                  <a:lnTo>
                    <a:pt x="254868" y="1615849"/>
                  </a:lnTo>
                  <a:lnTo>
                    <a:pt x="255723" y="1595354"/>
                  </a:lnTo>
                  <a:lnTo>
                    <a:pt x="256579" y="1616266"/>
                  </a:lnTo>
                  <a:lnTo>
                    <a:pt x="257434" y="1567290"/>
                  </a:lnTo>
                  <a:lnTo>
                    <a:pt x="258290" y="1694054"/>
                  </a:lnTo>
                  <a:lnTo>
                    <a:pt x="259145" y="1590306"/>
                  </a:lnTo>
                  <a:lnTo>
                    <a:pt x="260001" y="1638642"/>
                  </a:lnTo>
                  <a:lnTo>
                    <a:pt x="260856" y="1691585"/>
                  </a:lnTo>
                  <a:lnTo>
                    <a:pt x="261712" y="1642260"/>
                  </a:lnTo>
                  <a:lnTo>
                    <a:pt x="262568" y="1760686"/>
                  </a:lnTo>
                  <a:lnTo>
                    <a:pt x="263423" y="1831936"/>
                  </a:lnTo>
                  <a:lnTo>
                    <a:pt x="264279" y="1943354"/>
                  </a:lnTo>
                  <a:lnTo>
                    <a:pt x="265134" y="1967011"/>
                  </a:lnTo>
                  <a:lnTo>
                    <a:pt x="265990" y="1997822"/>
                  </a:lnTo>
                  <a:lnTo>
                    <a:pt x="266845" y="1916754"/>
                  </a:lnTo>
                  <a:lnTo>
                    <a:pt x="267701" y="1902711"/>
                  </a:lnTo>
                  <a:lnTo>
                    <a:pt x="268556" y="1830889"/>
                  </a:lnTo>
                  <a:lnTo>
                    <a:pt x="269412" y="1711418"/>
                  </a:lnTo>
                  <a:lnTo>
                    <a:pt x="270267" y="1677754"/>
                  </a:lnTo>
                  <a:lnTo>
                    <a:pt x="271123" y="1635045"/>
                  </a:lnTo>
                  <a:lnTo>
                    <a:pt x="271978" y="1694072"/>
                  </a:lnTo>
                  <a:lnTo>
                    <a:pt x="272834" y="1686709"/>
                  </a:lnTo>
                  <a:lnTo>
                    <a:pt x="273689" y="1644897"/>
                  </a:lnTo>
                  <a:lnTo>
                    <a:pt x="274545" y="1629224"/>
                  </a:lnTo>
                  <a:lnTo>
                    <a:pt x="275400" y="1648475"/>
                  </a:lnTo>
                  <a:lnTo>
                    <a:pt x="276256" y="1653507"/>
                  </a:lnTo>
                  <a:lnTo>
                    <a:pt x="277112" y="1648697"/>
                  </a:lnTo>
                  <a:lnTo>
                    <a:pt x="277967" y="1707406"/>
                  </a:lnTo>
                  <a:lnTo>
                    <a:pt x="278823" y="1729566"/>
                  </a:lnTo>
                  <a:lnTo>
                    <a:pt x="279678" y="1777484"/>
                  </a:lnTo>
                  <a:lnTo>
                    <a:pt x="280534" y="1827047"/>
                  </a:lnTo>
                  <a:lnTo>
                    <a:pt x="281389" y="1811289"/>
                  </a:lnTo>
                  <a:lnTo>
                    <a:pt x="282245" y="1774648"/>
                  </a:lnTo>
                  <a:lnTo>
                    <a:pt x="283100" y="1711499"/>
                  </a:lnTo>
                  <a:lnTo>
                    <a:pt x="283956" y="1713763"/>
                  </a:lnTo>
                  <a:lnTo>
                    <a:pt x="284811" y="1633131"/>
                  </a:lnTo>
                  <a:lnTo>
                    <a:pt x="285667" y="1682812"/>
                  </a:lnTo>
                  <a:lnTo>
                    <a:pt x="286522" y="1707215"/>
                  </a:lnTo>
                  <a:lnTo>
                    <a:pt x="287378" y="1694620"/>
                  </a:lnTo>
                  <a:lnTo>
                    <a:pt x="288233" y="1798435"/>
                  </a:lnTo>
                  <a:lnTo>
                    <a:pt x="289089" y="1924007"/>
                  </a:lnTo>
                  <a:lnTo>
                    <a:pt x="289944" y="1954827"/>
                  </a:lnTo>
                  <a:lnTo>
                    <a:pt x="290800" y="1954305"/>
                  </a:lnTo>
                  <a:lnTo>
                    <a:pt x="291655" y="1936562"/>
                  </a:lnTo>
                  <a:lnTo>
                    <a:pt x="292511" y="1921846"/>
                  </a:lnTo>
                  <a:lnTo>
                    <a:pt x="293367" y="1860325"/>
                  </a:lnTo>
                  <a:lnTo>
                    <a:pt x="294222" y="1844503"/>
                  </a:lnTo>
                  <a:lnTo>
                    <a:pt x="295078" y="1884887"/>
                  </a:lnTo>
                  <a:lnTo>
                    <a:pt x="295933" y="1943081"/>
                  </a:lnTo>
                  <a:lnTo>
                    <a:pt x="296789" y="2011903"/>
                  </a:lnTo>
                  <a:lnTo>
                    <a:pt x="297644" y="2051974"/>
                  </a:lnTo>
                  <a:lnTo>
                    <a:pt x="298500" y="2045444"/>
                  </a:lnTo>
                  <a:lnTo>
                    <a:pt x="299355" y="2045063"/>
                  </a:lnTo>
                  <a:lnTo>
                    <a:pt x="300211" y="2076017"/>
                  </a:lnTo>
                  <a:lnTo>
                    <a:pt x="301066" y="2111131"/>
                  </a:lnTo>
                  <a:lnTo>
                    <a:pt x="301922" y="2107019"/>
                  </a:lnTo>
                  <a:lnTo>
                    <a:pt x="302777" y="2128278"/>
                  </a:lnTo>
                  <a:lnTo>
                    <a:pt x="303633" y="2095764"/>
                  </a:lnTo>
                  <a:lnTo>
                    <a:pt x="304488" y="2054818"/>
                  </a:lnTo>
                  <a:lnTo>
                    <a:pt x="305344" y="1976335"/>
                  </a:lnTo>
                  <a:lnTo>
                    <a:pt x="306199" y="1947597"/>
                  </a:lnTo>
                  <a:lnTo>
                    <a:pt x="307055" y="1935582"/>
                  </a:lnTo>
                  <a:lnTo>
                    <a:pt x="307910" y="1969504"/>
                  </a:lnTo>
                  <a:lnTo>
                    <a:pt x="308766" y="1990980"/>
                  </a:lnTo>
                  <a:lnTo>
                    <a:pt x="309622" y="1999429"/>
                  </a:lnTo>
                  <a:lnTo>
                    <a:pt x="310477" y="2004278"/>
                  </a:lnTo>
                  <a:lnTo>
                    <a:pt x="311333" y="1987807"/>
                  </a:lnTo>
                  <a:lnTo>
                    <a:pt x="312188" y="1898144"/>
                  </a:lnTo>
                  <a:lnTo>
                    <a:pt x="313044" y="1872749"/>
                  </a:lnTo>
                  <a:lnTo>
                    <a:pt x="313899" y="1782583"/>
                  </a:lnTo>
                  <a:lnTo>
                    <a:pt x="314755" y="1742736"/>
                  </a:lnTo>
                  <a:lnTo>
                    <a:pt x="315610" y="1662120"/>
                  </a:lnTo>
                  <a:lnTo>
                    <a:pt x="316466" y="1601413"/>
                  </a:lnTo>
                  <a:lnTo>
                    <a:pt x="317321" y="1569080"/>
                  </a:lnTo>
                  <a:lnTo>
                    <a:pt x="318177" y="1555377"/>
                  </a:lnTo>
                  <a:lnTo>
                    <a:pt x="319032" y="1472198"/>
                  </a:lnTo>
                  <a:lnTo>
                    <a:pt x="319888" y="1495795"/>
                  </a:lnTo>
                  <a:lnTo>
                    <a:pt x="320743" y="1546754"/>
                  </a:lnTo>
                  <a:lnTo>
                    <a:pt x="321599" y="1502962"/>
                  </a:lnTo>
                  <a:lnTo>
                    <a:pt x="322454" y="1507277"/>
                  </a:lnTo>
                  <a:lnTo>
                    <a:pt x="323310" y="1480728"/>
                  </a:lnTo>
                  <a:lnTo>
                    <a:pt x="324166" y="1509103"/>
                  </a:lnTo>
                  <a:lnTo>
                    <a:pt x="325021" y="1487992"/>
                  </a:lnTo>
                  <a:lnTo>
                    <a:pt x="325877" y="1578029"/>
                  </a:lnTo>
                  <a:lnTo>
                    <a:pt x="326732" y="1474493"/>
                  </a:lnTo>
                  <a:lnTo>
                    <a:pt x="327588" y="1511267"/>
                  </a:lnTo>
                  <a:lnTo>
                    <a:pt x="328443" y="1532305"/>
                  </a:lnTo>
                  <a:lnTo>
                    <a:pt x="329299" y="1489983"/>
                  </a:lnTo>
                  <a:lnTo>
                    <a:pt x="330154" y="1587806"/>
                  </a:lnTo>
                  <a:lnTo>
                    <a:pt x="331010" y="1536132"/>
                  </a:lnTo>
                  <a:lnTo>
                    <a:pt x="331865" y="1598291"/>
                  </a:lnTo>
                  <a:lnTo>
                    <a:pt x="332721" y="1660721"/>
                  </a:lnTo>
                  <a:lnTo>
                    <a:pt x="333576" y="1680443"/>
                  </a:lnTo>
                  <a:lnTo>
                    <a:pt x="334432" y="1657183"/>
                  </a:lnTo>
                  <a:lnTo>
                    <a:pt x="335287" y="1612505"/>
                  </a:lnTo>
                  <a:lnTo>
                    <a:pt x="336143" y="1654267"/>
                  </a:lnTo>
                  <a:lnTo>
                    <a:pt x="336998" y="1693938"/>
                  </a:lnTo>
                  <a:lnTo>
                    <a:pt x="337854" y="1636163"/>
                  </a:lnTo>
                  <a:lnTo>
                    <a:pt x="338709" y="1661007"/>
                  </a:lnTo>
                  <a:lnTo>
                    <a:pt x="339565" y="1654978"/>
                  </a:lnTo>
                  <a:lnTo>
                    <a:pt x="340421" y="1635513"/>
                  </a:lnTo>
                  <a:lnTo>
                    <a:pt x="341276" y="1643866"/>
                  </a:lnTo>
                  <a:lnTo>
                    <a:pt x="342132" y="1568749"/>
                  </a:lnTo>
                  <a:lnTo>
                    <a:pt x="342987" y="1686254"/>
                  </a:lnTo>
                  <a:lnTo>
                    <a:pt x="343843" y="1674393"/>
                  </a:lnTo>
                  <a:lnTo>
                    <a:pt x="344698" y="1605690"/>
                  </a:lnTo>
                  <a:lnTo>
                    <a:pt x="345554" y="1628692"/>
                  </a:lnTo>
                  <a:lnTo>
                    <a:pt x="346409" y="1560246"/>
                  </a:lnTo>
                  <a:lnTo>
                    <a:pt x="347265" y="1556786"/>
                  </a:lnTo>
                  <a:lnTo>
                    <a:pt x="348120" y="1548776"/>
                  </a:lnTo>
                  <a:lnTo>
                    <a:pt x="348976" y="1502252"/>
                  </a:lnTo>
                  <a:lnTo>
                    <a:pt x="349831" y="1522509"/>
                  </a:lnTo>
                  <a:lnTo>
                    <a:pt x="350687" y="1483752"/>
                  </a:lnTo>
                  <a:lnTo>
                    <a:pt x="351542" y="1468517"/>
                  </a:lnTo>
                  <a:lnTo>
                    <a:pt x="352398" y="1473864"/>
                  </a:lnTo>
                  <a:lnTo>
                    <a:pt x="353253" y="1446673"/>
                  </a:lnTo>
                  <a:lnTo>
                    <a:pt x="354109" y="1454098"/>
                  </a:lnTo>
                  <a:lnTo>
                    <a:pt x="354964" y="1442386"/>
                  </a:lnTo>
                  <a:lnTo>
                    <a:pt x="355820" y="1399671"/>
                  </a:lnTo>
                  <a:lnTo>
                    <a:pt x="356676" y="1475350"/>
                  </a:lnTo>
                  <a:lnTo>
                    <a:pt x="357531" y="1464344"/>
                  </a:lnTo>
                  <a:lnTo>
                    <a:pt x="358387" y="1489651"/>
                  </a:lnTo>
                  <a:lnTo>
                    <a:pt x="359242" y="1607584"/>
                  </a:lnTo>
                  <a:lnTo>
                    <a:pt x="360098" y="1555389"/>
                  </a:lnTo>
                  <a:lnTo>
                    <a:pt x="360953" y="1586347"/>
                  </a:lnTo>
                  <a:lnTo>
                    <a:pt x="361809" y="1538033"/>
                  </a:lnTo>
                  <a:lnTo>
                    <a:pt x="362664" y="1516134"/>
                  </a:lnTo>
                  <a:lnTo>
                    <a:pt x="363520" y="1544786"/>
                  </a:lnTo>
                  <a:lnTo>
                    <a:pt x="364375" y="1557190"/>
                  </a:lnTo>
                  <a:lnTo>
                    <a:pt x="365231" y="1589111"/>
                  </a:lnTo>
                  <a:lnTo>
                    <a:pt x="366086" y="1616433"/>
                  </a:lnTo>
                  <a:lnTo>
                    <a:pt x="366942" y="1612426"/>
                  </a:lnTo>
                  <a:lnTo>
                    <a:pt x="367797" y="1616023"/>
                  </a:lnTo>
                  <a:lnTo>
                    <a:pt x="368653" y="1646343"/>
                  </a:lnTo>
                  <a:lnTo>
                    <a:pt x="369508" y="1647704"/>
                  </a:lnTo>
                  <a:lnTo>
                    <a:pt x="370364" y="1622269"/>
                  </a:lnTo>
                  <a:lnTo>
                    <a:pt x="371219" y="1692987"/>
                  </a:lnTo>
                  <a:lnTo>
                    <a:pt x="372075" y="1756306"/>
                  </a:lnTo>
                  <a:lnTo>
                    <a:pt x="372931" y="1789033"/>
                  </a:lnTo>
                  <a:lnTo>
                    <a:pt x="373786" y="1813845"/>
                  </a:lnTo>
                  <a:lnTo>
                    <a:pt x="374642" y="1828545"/>
                  </a:lnTo>
                  <a:lnTo>
                    <a:pt x="375497" y="1840934"/>
                  </a:lnTo>
                  <a:lnTo>
                    <a:pt x="376353" y="1796431"/>
                  </a:lnTo>
                  <a:lnTo>
                    <a:pt x="377208" y="1740110"/>
                  </a:lnTo>
                  <a:lnTo>
                    <a:pt x="378064" y="1653750"/>
                  </a:lnTo>
                  <a:lnTo>
                    <a:pt x="378919" y="1642560"/>
                  </a:lnTo>
                  <a:lnTo>
                    <a:pt x="379775" y="1601054"/>
                  </a:lnTo>
                  <a:lnTo>
                    <a:pt x="380630" y="1597063"/>
                  </a:lnTo>
                  <a:lnTo>
                    <a:pt x="381486" y="1597076"/>
                  </a:lnTo>
                  <a:lnTo>
                    <a:pt x="382341" y="1587093"/>
                  </a:lnTo>
                  <a:lnTo>
                    <a:pt x="383197" y="1622777"/>
                  </a:lnTo>
                  <a:lnTo>
                    <a:pt x="384052" y="1601734"/>
                  </a:lnTo>
                  <a:lnTo>
                    <a:pt x="384908" y="1621484"/>
                  </a:lnTo>
                  <a:lnTo>
                    <a:pt x="385763" y="1638944"/>
                  </a:lnTo>
                  <a:lnTo>
                    <a:pt x="386619" y="1629679"/>
                  </a:lnTo>
                  <a:lnTo>
                    <a:pt x="387475" y="1654170"/>
                  </a:lnTo>
                  <a:lnTo>
                    <a:pt x="388330" y="1642058"/>
                  </a:lnTo>
                  <a:lnTo>
                    <a:pt x="389186" y="1626065"/>
                  </a:lnTo>
                  <a:lnTo>
                    <a:pt x="390041" y="1660230"/>
                  </a:lnTo>
                  <a:lnTo>
                    <a:pt x="390897" y="1664480"/>
                  </a:lnTo>
                  <a:lnTo>
                    <a:pt x="391752" y="1629567"/>
                  </a:lnTo>
                  <a:lnTo>
                    <a:pt x="392608" y="1699004"/>
                  </a:lnTo>
                  <a:lnTo>
                    <a:pt x="393463" y="1668657"/>
                  </a:lnTo>
                  <a:lnTo>
                    <a:pt x="394319" y="1706553"/>
                  </a:lnTo>
                  <a:lnTo>
                    <a:pt x="395174" y="1821924"/>
                  </a:lnTo>
                  <a:lnTo>
                    <a:pt x="396030" y="1784613"/>
                  </a:lnTo>
                  <a:lnTo>
                    <a:pt x="396885" y="1902227"/>
                  </a:lnTo>
                  <a:lnTo>
                    <a:pt x="397741" y="1793747"/>
                  </a:lnTo>
                  <a:lnTo>
                    <a:pt x="398596" y="1764693"/>
                  </a:lnTo>
                  <a:lnTo>
                    <a:pt x="399452" y="1729246"/>
                  </a:lnTo>
                  <a:lnTo>
                    <a:pt x="400307" y="1653807"/>
                  </a:lnTo>
                  <a:lnTo>
                    <a:pt x="401163" y="1673468"/>
                  </a:lnTo>
                  <a:lnTo>
                    <a:pt x="402018" y="1692639"/>
                  </a:lnTo>
                  <a:lnTo>
                    <a:pt x="402874" y="1656735"/>
                  </a:lnTo>
                  <a:lnTo>
                    <a:pt x="403730" y="1655240"/>
                  </a:lnTo>
                  <a:lnTo>
                    <a:pt x="404585" y="1652903"/>
                  </a:lnTo>
                  <a:lnTo>
                    <a:pt x="405441" y="1700905"/>
                  </a:lnTo>
                  <a:lnTo>
                    <a:pt x="406296" y="1580531"/>
                  </a:lnTo>
                  <a:lnTo>
                    <a:pt x="407152" y="1609183"/>
                  </a:lnTo>
                  <a:lnTo>
                    <a:pt x="408007" y="1612926"/>
                  </a:lnTo>
                  <a:lnTo>
                    <a:pt x="408863" y="1599127"/>
                  </a:lnTo>
                  <a:lnTo>
                    <a:pt x="409718" y="1660173"/>
                  </a:lnTo>
                  <a:lnTo>
                    <a:pt x="410574" y="1652012"/>
                  </a:lnTo>
                  <a:lnTo>
                    <a:pt x="411429" y="1662347"/>
                  </a:lnTo>
                  <a:lnTo>
                    <a:pt x="412285" y="1654860"/>
                  </a:lnTo>
                  <a:lnTo>
                    <a:pt x="413140" y="1651734"/>
                  </a:lnTo>
                  <a:lnTo>
                    <a:pt x="413996" y="1659011"/>
                  </a:lnTo>
                  <a:lnTo>
                    <a:pt x="414851" y="1685480"/>
                  </a:lnTo>
                  <a:lnTo>
                    <a:pt x="415707" y="1741065"/>
                  </a:lnTo>
                  <a:lnTo>
                    <a:pt x="416562" y="1723388"/>
                  </a:lnTo>
                  <a:lnTo>
                    <a:pt x="417418" y="1622143"/>
                  </a:lnTo>
                  <a:lnTo>
                    <a:pt x="418273" y="1553068"/>
                  </a:lnTo>
                  <a:lnTo>
                    <a:pt x="419129" y="1511600"/>
                  </a:lnTo>
                  <a:lnTo>
                    <a:pt x="419985" y="1482355"/>
                  </a:lnTo>
                  <a:lnTo>
                    <a:pt x="420840" y="1488319"/>
                  </a:lnTo>
                  <a:lnTo>
                    <a:pt x="421696" y="1405780"/>
                  </a:lnTo>
                  <a:lnTo>
                    <a:pt x="422551" y="1395204"/>
                  </a:lnTo>
                  <a:lnTo>
                    <a:pt x="423407" y="1370138"/>
                  </a:lnTo>
                  <a:lnTo>
                    <a:pt x="424262" y="1412012"/>
                  </a:lnTo>
                  <a:lnTo>
                    <a:pt x="425118" y="1440897"/>
                  </a:lnTo>
                  <a:lnTo>
                    <a:pt x="425973" y="1384553"/>
                  </a:lnTo>
                  <a:lnTo>
                    <a:pt x="426829" y="1402821"/>
                  </a:lnTo>
                  <a:lnTo>
                    <a:pt x="427684" y="1379477"/>
                  </a:lnTo>
                  <a:lnTo>
                    <a:pt x="428540" y="1474858"/>
                  </a:lnTo>
                  <a:lnTo>
                    <a:pt x="429395" y="1516206"/>
                  </a:lnTo>
                  <a:lnTo>
                    <a:pt x="430251" y="1597738"/>
                  </a:lnTo>
                  <a:lnTo>
                    <a:pt x="431106" y="1720263"/>
                  </a:lnTo>
                  <a:lnTo>
                    <a:pt x="431962" y="1827184"/>
                  </a:lnTo>
                  <a:lnTo>
                    <a:pt x="432817" y="1835633"/>
                  </a:lnTo>
                  <a:lnTo>
                    <a:pt x="433673" y="1714300"/>
                  </a:lnTo>
                  <a:lnTo>
                    <a:pt x="434529" y="1698169"/>
                  </a:lnTo>
                  <a:lnTo>
                    <a:pt x="435384" y="1742503"/>
                  </a:lnTo>
                  <a:lnTo>
                    <a:pt x="436240" y="1766940"/>
                  </a:lnTo>
                  <a:lnTo>
                    <a:pt x="437095" y="1763324"/>
                  </a:lnTo>
                  <a:lnTo>
                    <a:pt x="437951" y="1839462"/>
                  </a:lnTo>
                  <a:lnTo>
                    <a:pt x="438806" y="1911455"/>
                  </a:lnTo>
                  <a:lnTo>
                    <a:pt x="439662" y="1955353"/>
                  </a:lnTo>
                  <a:lnTo>
                    <a:pt x="440517" y="1950854"/>
                  </a:lnTo>
                  <a:lnTo>
                    <a:pt x="441373" y="1990457"/>
                  </a:lnTo>
                  <a:lnTo>
                    <a:pt x="442228" y="2023032"/>
                  </a:lnTo>
                  <a:lnTo>
                    <a:pt x="443084" y="1981833"/>
                  </a:lnTo>
                  <a:lnTo>
                    <a:pt x="443939" y="1882221"/>
                  </a:lnTo>
                  <a:lnTo>
                    <a:pt x="444795" y="1858558"/>
                  </a:lnTo>
                  <a:lnTo>
                    <a:pt x="445650" y="2022083"/>
                  </a:lnTo>
                  <a:lnTo>
                    <a:pt x="446506" y="2119645"/>
                  </a:lnTo>
                  <a:lnTo>
                    <a:pt x="447361" y="2105941"/>
                  </a:lnTo>
                  <a:lnTo>
                    <a:pt x="448217" y="2115876"/>
                  </a:lnTo>
                  <a:lnTo>
                    <a:pt x="449072" y="2137115"/>
                  </a:lnTo>
                  <a:lnTo>
                    <a:pt x="449928" y="2115100"/>
                  </a:lnTo>
                  <a:lnTo>
                    <a:pt x="450784" y="2138062"/>
                  </a:lnTo>
                  <a:lnTo>
                    <a:pt x="451639" y="2120702"/>
                  </a:lnTo>
                  <a:lnTo>
                    <a:pt x="452495" y="2105598"/>
                  </a:lnTo>
                  <a:lnTo>
                    <a:pt x="453350" y="2118266"/>
                  </a:lnTo>
                  <a:lnTo>
                    <a:pt x="454206" y="2151400"/>
                  </a:lnTo>
                  <a:lnTo>
                    <a:pt x="455061" y="2138722"/>
                  </a:lnTo>
                  <a:lnTo>
                    <a:pt x="455917" y="2108885"/>
                  </a:lnTo>
                  <a:lnTo>
                    <a:pt x="456772" y="2102694"/>
                  </a:lnTo>
                  <a:lnTo>
                    <a:pt x="457628" y="2060908"/>
                  </a:lnTo>
                  <a:lnTo>
                    <a:pt x="458483" y="2043966"/>
                  </a:lnTo>
                  <a:lnTo>
                    <a:pt x="459339" y="2044130"/>
                  </a:lnTo>
                  <a:lnTo>
                    <a:pt x="460194" y="2063945"/>
                  </a:lnTo>
                  <a:lnTo>
                    <a:pt x="461050" y="2085870"/>
                  </a:lnTo>
                  <a:lnTo>
                    <a:pt x="461905" y="2099915"/>
                  </a:lnTo>
                  <a:lnTo>
                    <a:pt x="462761" y="2073918"/>
                  </a:lnTo>
                  <a:lnTo>
                    <a:pt x="463616" y="2061703"/>
                  </a:lnTo>
                  <a:lnTo>
                    <a:pt x="464472" y="2042232"/>
                  </a:lnTo>
                  <a:lnTo>
                    <a:pt x="465327" y="1974402"/>
                  </a:lnTo>
                  <a:lnTo>
                    <a:pt x="466183" y="2009969"/>
                  </a:lnTo>
                  <a:lnTo>
                    <a:pt x="467039" y="1995303"/>
                  </a:lnTo>
                  <a:lnTo>
                    <a:pt x="467894" y="2055218"/>
                  </a:lnTo>
                  <a:lnTo>
                    <a:pt x="468750" y="2073680"/>
                  </a:lnTo>
                  <a:lnTo>
                    <a:pt x="469605" y="2090018"/>
                  </a:lnTo>
                  <a:lnTo>
                    <a:pt x="470461" y="2036602"/>
                  </a:lnTo>
                  <a:lnTo>
                    <a:pt x="471316" y="2005501"/>
                  </a:lnTo>
                  <a:lnTo>
                    <a:pt x="472172" y="1845019"/>
                  </a:lnTo>
                  <a:lnTo>
                    <a:pt x="473027" y="1881978"/>
                  </a:lnTo>
                  <a:lnTo>
                    <a:pt x="473883" y="1835359"/>
                  </a:lnTo>
                  <a:lnTo>
                    <a:pt x="474738" y="1794668"/>
                  </a:lnTo>
                  <a:lnTo>
                    <a:pt x="475594" y="1776921"/>
                  </a:lnTo>
                  <a:lnTo>
                    <a:pt x="476449" y="1724936"/>
                  </a:lnTo>
                  <a:lnTo>
                    <a:pt x="477305" y="1561551"/>
                  </a:lnTo>
                  <a:lnTo>
                    <a:pt x="478160" y="1470259"/>
                  </a:lnTo>
                  <a:lnTo>
                    <a:pt x="479016" y="1348384"/>
                  </a:lnTo>
                  <a:lnTo>
                    <a:pt x="479871" y="1408310"/>
                  </a:lnTo>
                  <a:lnTo>
                    <a:pt x="480727" y="1458932"/>
                  </a:lnTo>
                  <a:lnTo>
                    <a:pt x="481583" y="1586567"/>
                  </a:lnTo>
                  <a:lnTo>
                    <a:pt x="482438" y="1572418"/>
                  </a:lnTo>
                  <a:lnTo>
                    <a:pt x="483294" y="1516704"/>
                  </a:lnTo>
                  <a:lnTo>
                    <a:pt x="484149" y="1349480"/>
                  </a:lnTo>
                  <a:lnTo>
                    <a:pt x="485005" y="1268245"/>
                  </a:lnTo>
                  <a:lnTo>
                    <a:pt x="485860" y="1249173"/>
                  </a:lnTo>
                  <a:lnTo>
                    <a:pt x="486716" y="1306235"/>
                  </a:lnTo>
                  <a:lnTo>
                    <a:pt x="487571" y="1303341"/>
                  </a:lnTo>
                  <a:lnTo>
                    <a:pt x="488427" y="1364391"/>
                  </a:lnTo>
                  <a:lnTo>
                    <a:pt x="489282" y="1222198"/>
                  </a:lnTo>
                  <a:lnTo>
                    <a:pt x="490138" y="1083396"/>
                  </a:lnTo>
                  <a:lnTo>
                    <a:pt x="490993" y="1106677"/>
                  </a:lnTo>
                  <a:lnTo>
                    <a:pt x="491849" y="1040525"/>
                  </a:lnTo>
                  <a:lnTo>
                    <a:pt x="492704" y="960097"/>
                  </a:lnTo>
                  <a:lnTo>
                    <a:pt x="493560" y="920299"/>
                  </a:lnTo>
                  <a:lnTo>
                    <a:pt x="494415" y="930678"/>
                  </a:lnTo>
                  <a:lnTo>
                    <a:pt x="495271" y="959092"/>
                  </a:lnTo>
                  <a:lnTo>
                    <a:pt x="496126" y="789282"/>
                  </a:lnTo>
                  <a:lnTo>
                    <a:pt x="496982" y="925648"/>
                  </a:lnTo>
                  <a:lnTo>
                    <a:pt x="497838" y="1043703"/>
                  </a:lnTo>
                  <a:lnTo>
                    <a:pt x="498693" y="993459"/>
                  </a:lnTo>
                  <a:lnTo>
                    <a:pt x="499549" y="838956"/>
                  </a:lnTo>
                  <a:lnTo>
                    <a:pt x="500404" y="635564"/>
                  </a:lnTo>
                  <a:lnTo>
                    <a:pt x="501260" y="555130"/>
                  </a:lnTo>
                  <a:lnTo>
                    <a:pt x="502115" y="398195"/>
                  </a:lnTo>
                  <a:lnTo>
                    <a:pt x="502971" y="341332"/>
                  </a:lnTo>
                  <a:lnTo>
                    <a:pt x="503826" y="178303"/>
                  </a:lnTo>
                  <a:lnTo>
                    <a:pt x="504682" y="111206"/>
                  </a:lnTo>
                  <a:lnTo>
                    <a:pt x="505537" y="79922"/>
                  </a:lnTo>
                  <a:lnTo>
                    <a:pt x="506393" y="0"/>
                  </a:lnTo>
                  <a:lnTo>
                    <a:pt x="507248" y="153454"/>
                  </a:lnTo>
                  <a:lnTo>
                    <a:pt x="508104" y="73785"/>
                  </a:lnTo>
                  <a:lnTo>
                    <a:pt x="508959" y="221496"/>
                  </a:lnTo>
                  <a:lnTo>
                    <a:pt x="509815" y="389635"/>
                  </a:lnTo>
                  <a:lnTo>
                    <a:pt x="510670" y="432454"/>
                  </a:lnTo>
                  <a:lnTo>
                    <a:pt x="511526" y="574844"/>
                  </a:lnTo>
                  <a:lnTo>
                    <a:pt x="512381" y="649305"/>
                  </a:lnTo>
                  <a:lnTo>
                    <a:pt x="513237" y="670932"/>
                  </a:lnTo>
                  <a:lnTo>
                    <a:pt x="514093" y="698356"/>
                  </a:lnTo>
                  <a:lnTo>
                    <a:pt x="514948" y="701321"/>
                  </a:lnTo>
                  <a:lnTo>
                    <a:pt x="515804" y="653616"/>
                  </a:lnTo>
                  <a:lnTo>
                    <a:pt x="516659" y="647743"/>
                  </a:lnTo>
                  <a:lnTo>
                    <a:pt x="517515" y="666074"/>
                  </a:lnTo>
                  <a:lnTo>
                    <a:pt x="518370" y="437238"/>
                  </a:lnTo>
                  <a:lnTo>
                    <a:pt x="519226" y="482698"/>
                  </a:lnTo>
                  <a:lnTo>
                    <a:pt x="520081" y="444944"/>
                  </a:lnTo>
                  <a:lnTo>
                    <a:pt x="520937" y="392160"/>
                  </a:lnTo>
                  <a:lnTo>
                    <a:pt x="521792" y="562543"/>
                  </a:lnTo>
                  <a:lnTo>
                    <a:pt x="522648" y="450836"/>
                  </a:lnTo>
                  <a:lnTo>
                    <a:pt x="523503" y="448186"/>
                  </a:lnTo>
                  <a:lnTo>
                    <a:pt x="524359" y="513576"/>
                  </a:lnTo>
                  <a:lnTo>
                    <a:pt x="525214" y="578861"/>
                  </a:lnTo>
                  <a:lnTo>
                    <a:pt x="526070" y="632531"/>
                  </a:lnTo>
                  <a:lnTo>
                    <a:pt x="526925" y="654747"/>
                  </a:lnTo>
                  <a:lnTo>
                    <a:pt x="527781" y="725716"/>
                  </a:lnTo>
                  <a:lnTo>
                    <a:pt x="528637" y="818312"/>
                  </a:lnTo>
                  <a:lnTo>
                    <a:pt x="529492" y="735786"/>
                  </a:lnTo>
                  <a:lnTo>
                    <a:pt x="530348" y="738055"/>
                  </a:lnTo>
                  <a:lnTo>
                    <a:pt x="531203" y="755882"/>
                  </a:lnTo>
                  <a:lnTo>
                    <a:pt x="532059" y="810942"/>
                  </a:lnTo>
                  <a:lnTo>
                    <a:pt x="532914" y="843287"/>
                  </a:lnTo>
                  <a:lnTo>
                    <a:pt x="533770" y="899245"/>
                  </a:lnTo>
                  <a:lnTo>
                    <a:pt x="534625" y="854154"/>
                  </a:lnTo>
                  <a:lnTo>
                    <a:pt x="535481" y="957964"/>
                  </a:lnTo>
                  <a:lnTo>
                    <a:pt x="536336" y="1056365"/>
                  </a:lnTo>
                  <a:lnTo>
                    <a:pt x="537192" y="1085672"/>
                  </a:lnTo>
                  <a:lnTo>
                    <a:pt x="538047" y="1118671"/>
                  </a:lnTo>
                  <a:lnTo>
                    <a:pt x="538903" y="1125284"/>
                  </a:lnTo>
                  <a:lnTo>
                    <a:pt x="539758" y="1099859"/>
                  </a:lnTo>
                  <a:lnTo>
                    <a:pt x="540614" y="1138580"/>
                  </a:lnTo>
                  <a:lnTo>
                    <a:pt x="541469" y="1269187"/>
                  </a:lnTo>
                  <a:lnTo>
                    <a:pt x="542325" y="1421760"/>
                  </a:lnTo>
                  <a:lnTo>
                    <a:pt x="543180" y="1523702"/>
                  </a:lnTo>
                  <a:lnTo>
                    <a:pt x="544036" y="1615431"/>
                  </a:lnTo>
                  <a:lnTo>
                    <a:pt x="544892" y="1575756"/>
                  </a:lnTo>
                  <a:lnTo>
                    <a:pt x="545747" y="1514522"/>
                  </a:lnTo>
                  <a:lnTo>
                    <a:pt x="546603" y="1373995"/>
                  </a:lnTo>
                  <a:lnTo>
                    <a:pt x="547458" y="1287591"/>
                  </a:lnTo>
                  <a:lnTo>
                    <a:pt x="548314" y="1224802"/>
                  </a:lnTo>
                  <a:lnTo>
                    <a:pt x="549169" y="1188521"/>
                  </a:lnTo>
                  <a:lnTo>
                    <a:pt x="550025" y="1273252"/>
                  </a:lnTo>
                  <a:lnTo>
                    <a:pt x="550880" y="1291713"/>
                  </a:lnTo>
                  <a:lnTo>
                    <a:pt x="551736" y="1398614"/>
                  </a:lnTo>
                  <a:lnTo>
                    <a:pt x="552591" y="1427448"/>
                  </a:lnTo>
                  <a:lnTo>
                    <a:pt x="553447" y="1248678"/>
                  </a:lnTo>
                  <a:lnTo>
                    <a:pt x="554302" y="1244623"/>
                  </a:lnTo>
                  <a:lnTo>
                    <a:pt x="555158" y="1257863"/>
                  </a:lnTo>
                  <a:lnTo>
                    <a:pt x="556013" y="1275654"/>
                  </a:lnTo>
                  <a:lnTo>
                    <a:pt x="556869" y="1342463"/>
                  </a:lnTo>
                  <a:lnTo>
                    <a:pt x="557724" y="1380750"/>
                  </a:lnTo>
                  <a:lnTo>
                    <a:pt x="558580" y="1483489"/>
                  </a:lnTo>
                  <a:lnTo>
                    <a:pt x="559435" y="1607399"/>
                  </a:lnTo>
                  <a:lnTo>
                    <a:pt x="560291" y="1665851"/>
                  </a:lnTo>
                  <a:lnTo>
                    <a:pt x="561147" y="1705875"/>
                  </a:lnTo>
                  <a:lnTo>
                    <a:pt x="562002" y="1817183"/>
                  </a:lnTo>
                  <a:lnTo>
                    <a:pt x="562858" y="1797592"/>
                  </a:lnTo>
                  <a:lnTo>
                    <a:pt x="563713" y="1737569"/>
                  </a:lnTo>
                  <a:lnTo>
                    <a:pt x="564569" y="1751878"/>
                  </a:lnTo>
                  <a:lnTo>
                    <a:pt x="565424" y="1764012"/>
                  </a:lnTo>
                  <a:lnTo>
                    <a:pt x="566280" y="1717794"/>
                  </a:lnTo>
                  <a:lnTo>
                    <a:pt x="567135" y="1654486"/>
                  </a:lnTo>
                  <a:lnTo>
                    <a:pt x="567991" y="1716129"/>
                  </a:lnTo>
                  <a:lnTo>
                    <a:pt x="568846" y="1702230"/>
                  </a:lnTo>
                  <a:lnTo>
                    <a:pt x="569702" y="1685037"/>
                  </a:lnTo>
                  <a:lnTo>
                    <a:pt x="570557" y="1620702"/>
                  </a:lnTo>
                  <a:lnTo>
                    <a:pt x="571413" y="1486193"/>
                  </a:lnTo>
                  <a:lnTo>
                    <a:pt x="572268" y="1507990"/>
                  </a:lnTo>
                  <a:lnTo>
                    <a:pt x="573124" y="1508173"/>
                  </a:lnTo>
                  <a:lnTo>
                    <a:pt x="573979" y="1416596"/>
                  </a:lnTo>
                  <a:lnTo>
                    <a:pt x="574835" y="1428940"/>
                  </a:lnTo>
                  <a:lnTo>
                    <a:pt x="575691" y="1350892"/>
                  </a:lnTo>
                  <a:lnTo>
                    <a:pt x="576546" y="1463274"/>
                  </a:lnTo>
                  <a:lnTo>
                    <a:pt x="577402" y="1461744"/>
                  </a:lnTo>
                  <a:lnTo>
                    <a:pt x="578257" y="1322003"/>
                  </a:lnTo>
                  <a:lnTo>
                    <a:pt x="579113" y="1410579"/>
                  </a:lnTo>
                  <a:lnTo>
                    <a:pt x="579968" y="1372695"/>
                  </a:lnTo>
                  <a:lnTo>
                    <a:pt x="580824" y="1423137"/>
                  </a:lnTo>
                  <a:lnTo>
                    <a:pt x="581679" y="1514902"/>
                  </a:lnTo>
                  <a:lnTo>
                    <a:pt x="582535" y="1564949"/>
                  </a:lnTo>
                  <a:lnTo>
                    <a:pt x="583390" y="1693352"/>
                  </a:lnTo>
                  <a:lnTo>
                    <a:pt x="584246" y="1747244"/>
                  </a:lnTo>
                  <a:lnTo>
                    <a:pt x="585101" y="1694323"/>
                  </a:lnTo>
                  <a:lnTo>
                    <a:pt x="585957" y="1604014"/>
                  </a:lnTo>
                  <a:lnTo>
                    <a:pt x="586812" y="1463513"/>
                  </a:lnTo>
                  <a:lnTo>
                    <a:pt x="587668" y="1481111"/>
                  </a:lnTo>
                  <a:lnTo>
                    <a:pt x="588523" y="1538190"/>
                  </a:lnTo>
                  <a:lnTo>
                    <a:pt x="589379" y="1449831"/>
                  </a:lnTo>
                  <a:lnTo>
                    <a:pt x="590234" y="1500413"/>
                  </a:lnTo>
                  <a:lnTo>
                    <a:pt x="591090" y="1453805"/>
                  </a:lnTo>
                  <a:lnTo>
                    <a:pt x="591946" y="1520077"/>
                  </a:lnTo>
                  <a:lnTo>
                    <a:pt x="592801" y="1594173"/>
                  </a:lnTo>
                  <a:lnTo>
                    <a:pt x="593657" y="1572607"/>
                  </a:lnTo>
                  <a:lnTo>
                    <a:pt x="594512" y="1619642"/>
                  </a:lnTo>
                  <a:lnTo>
                    <a:pt x="595368" y="1771044"/>
                  </a:lnTo>
                  <a:lnTo>
                    <a:pt x="596223" y="1898847"/>
                  </a:lnTo>
                  <a:lnTo>
                    <a:pt x="597079" y="1995171"/>
                  </a:lnTo>
                  <a:lnTo>
                    <a:pt x="597934" y="1946554"/>
                  </a:lnTo>
                  <a:lnTo>
                    <a:pt x="598790" y="2028014"/>
                  </a:lnTo>
                  <a:lnTo>
                    <a:pt x="599645" y="2034801"/>
                  </a:lnTo>
                  <a:lnTo>
                    <a:pt x="600501" y="2051592"/>
                  </a:lnTo>
                  <a:lnTo>
                    <a:pt x="601356" y="2077880"/>
                  </a:lnTo>
                  <a:lnTo>
                    <a:pt x="602212" y="2082841"/>
                  </a:lnTo>
                  <a:lnTo>
                    <a:pt x="603067" y="2125458"/>
                  </a:lnTo>
                  <a:lnTo>
                    <a:pt x="603923" y="2105766"/>
                  </a:lnTo>
                  <a:lnTo>
                    <a:pt x="604778" y="2087069"/>
                  </a:lnTo>
                  <a:lnTo>
                    <a:pt x="605634" y="2091847"/>
                  </a:lnTo>
                  <a:lnTo>
                    <a:pt x="606489" y="2069912"/>
                  </a:lnTo>
                  <a:lnTo>
                    <a:pt x="607345" y="2079559"/>
                  </a:lnTo>
                  <a:lnTo>
                    <a:pt x="608201" y="1988144"/>
                  </a:lnTo>
                  <a:lnTo>
                    <a:pt x="609056" y="1909155"/>
                  </a:lnTo>
                  <a:lnTo>
                    <a:pt x="609912" y="1914958"/>
                  </a:lnTo>
                  <a:lnTo>
                    <a:pt x="610767" y="1915011"/>
                  </a:lnTo>
                  <a:lnTo>
                    <a:pt x="611623" y="1847933"/>
                  </a:lnTo>
                  <a:lnTo>
                    <a:pt x="612478" y="1830935"/>
                  </a:lnTo>
                  <a:lnTo>
                    <a:pt x="613334" y="1874449"/>
                  </a:lnTo>
                  <a:lnTo>
                    <a:pt x="614189" y="1869610"/>
                  </a:lnTo>
                  <a:lnTo>
                    <a:pt x="615045" y="1827546"/>
                  </a:lnTo>
                  <a:lnTo>
                    <a:pt x="615900" y="1768373"/>
                  </a:lnTo>
                  <a:lnTo>
                    <a:pt x="616756" y="1683465"/>
                  </a:lnTo>
                  <a:lnTo>
                    <a:pt x="617611" y="1568155"/>
                  </a:lnTo>
                  <a:lnTo>
                    <a:pt x="618467" y="1561897"/>
                  </a:lnTo>
                  <a:lnTo>
                    <a:pt x="619322" y="1524961"/>
                  </a:lnTo>
                  <a:lnTo>
                    <a:pt x="620178" y="1513451"/>
                  </a:lnTo>
                  <a:lnTo>
                    <a:pt x="621033" y="1651120"/>
                  </a:lnTo>
                  <a:lnTo>
                    <a:pt x="621889" y="1633923"/>
                  </a:lnTo>
                  <a:lnTo>
                    <a:pt x="622744" y="1740749"/>
                  </a:lnTo>
                  <a:lnTo>
                    <a:pt x="623600" y="1747470"/>
                  </a:lnTo>
                  <a:lnTo>
                    <a:pt x="624456" y="1739249"/>
                  </a:lnTo>
                  <a:lnTo>
                    <a:pt x="625311" y="1720002"/>
                  </a:lnTo>
                  <a:lnTo>
                    <a:pt x="626167" y="1793890"/>
                  </a:lnTo>
                  <a:lnTo>
                    <a:pt x="627022" y="1896159"/>
                  </a:lnTo>
                  <a:lnTo>
                    <a:pt x="627878" y="1925202"/>
                  </a:lnTo>
                  <a:lnTo>
                    <a:pt x="628733" y="1950468"/>
                  </a:lnTo>
                  <a:lnTo>
                    <a:pt x="629589" y="1942272"/>
                  </a:lnTo>
                  <a:lnTo>
                    <a:pt x="630444" y="1998557"/>
                  </a:lnTo>
                  <a:lnTo>
                    <a:pt x="631300" y="1889726"/>
                  </a:lnTo>
                  <a:lnTo>
                    <a:pt x="632155" y="1761582"/>
                  </a:lnTo>
                  <a:lnTo>
                    <a:pt x="633011" y="1658220"/>
                  </a:lnTo>
                  <a:lnTo>
                    <a:pt x="633866" y="1684065"/>
                  </a:lnTo>
                  <a:lnTo>
                    <a:pt x="634722" y="1729890"/>
                  </a:lnTo>
                  <a:lnTo>
                    <a:pt x="635577" y="1673518"/>
                  </a:lnTo>
                  <a:lnTo>
                    <a:pt x="636433" y="1776761"/>
                  </a:lnTo>
                  <a:lnTo>
                    <a:pt x="637288" y="1777460"/>
                  </a:lnTo>
                  <a:lnTo>
                    <a:pt x="638144" y="1875500"/>
                  </a:lnTo>
                  <a:lnTo>
                    <a:pt x="639000" y="1864468"/>
                  </a:lnTo>
                  <a:lnTo>
                    <a:pt x="639855" y="1760170"/>
                  </a:lnTo>
                  <a:lnTo>
                    <a:pt x="640711" y="1829843"/>
                  </a:lnTo>
                  <a:lnTo>
                    <a:pt x="641566" y="1931860"/>
                  </a:lnTo>
                  <a:lnTo>
                    <a:pt x="642422" y="2016218"/>
                  </a:lnTo>
                  <a:lnTo>
                    <a:pt x="643277" y="2025072"/>
                  </a:lnTo>
                  <a:lnTo>
                    <a:pt x="644133" y="1922480"/>
                  </a:lnTo>
                  <a:lnTo>
                    <a:pt x="644988" y="1941598"/>
                  </a:lnTo>
                  <a:lnTo>
                    <a:pt x="645844" y="1911069"/>
                  </a:lnTo>
                  <a:lnTo>
                    <a:pt x="646699" y="2032024"/>
                  </a:lnTo>
                  <a:lnTo>
                    <a:pt x="647555" y="2076745"/>
                  </a:lnTo>
                  <a:lnTo>
                    <a:pt x="648410" y="2062266"/>
                  </a:lnTo>
                  <a:lnTo>
                    <a:pt x="649266" y="2086124"/>
                  </a:lnTo>
                  <a:lnTo>
                    <a:pt x="650121" y="2060331"/>
                  </a:lnTo>
                  <a:lnTo>
                    <a:pt x="650977" y="2014735"/>
                  </a:lnTo>
                  <a:lnTo>
                    <a:pt x="651832" y="1926016"/>
                  </a:lnTo>
                  <a:lnTo>
                    <a:pt x="652688" y="1797526"/>
                  </a:lnTo>
                  <a:lnTo>
                    <a:pt x="653543" y="1697423"/>
                  </a:lnTo>
                  <a:lnTo>
                    <a:pt x="654399" y="1658036"/>
                  </a:lnTo>
                  <a:lnTo>
                    <a:pt x="655255" y="1735814"/>
                  </a:lnTo>
                  <a:lnTo>
                    <a:pt x="656110" y="1568167"/>
                  </a:lnTo>
                  <a:lnTo>
                    <a:pt x="656966" y="1600582"/>
                  </a:lnTo>
                  <a:lnTo>
                    <a:pt x="657821" y="1610045"/>
                  </a:lnTo>
                  <a:lnTo>
                    <a:pt x="658677" y="1578169"/>
                  </a:lnTo>
                  <a:lnTo>
                    <a:pt x="659532" y="1602101"/>
                  </a:lnTo>
                  <a:lnTo>
                    <a:pt x="660388" y="1587553"/>
                  </a:lnTo>
                  <a:lnTo>
                    <a:pt x="661243" y="1613018"/>
                  </a:lnTo>
                  <a:lnTo>
                    <a:pt x="662099" y="1584366"/>
                  </a:lnTo>
                  <a:lnTo>
                    <a:pt x="662954" y="1621719"/>
                  </a:lnTo>
                  <a:lnTo>
                    <a:pt x="663810" y="1621084"/>
                  </a:lnTo>
                  <a:lnTo>
                    <a:pt x="664665" y="1581070"/>
                  </a:lnTo>
                  <a:lnTo>
                    <a:pt x="665521" y="1677313"/>
                  </a:lnTo>
                  <a:lnTo>
                    <a:pt x="666376" y="1652037"/>
                  </a:lnTo>
                  <a:lnTo>
                    <a:pt x="667232" y="1640181"/>
                  </a:lnTo>
                  <a:lnTo>
                    <a:pt x="668087" y="1583773"/>
                  </a:lnTo>
                  <a:lnTo>
                    <a:pt x="668943" y="1616850"/>
                  </a:lnTo>
                  <a:lnTo>
                    <a:pt x="669798" y="1679519"/>
                  </a:lnTo>
                  <a:lnTo>
                    <a:pt x="670654" y="1631985"/>
                  </a:lnTo>
                  <a:lnTo>
                    <a:pt x="671510" y="1643533"/>
                  </a:lnTo>
                  <a:lnTo>
                    <a:pt x="672365" y="1652622"/>
                  </a:lnTo>
                  <a:lnTo>
                    <a:pt x="673221" y="1664686"/>
                  </a:lnTo>
                  <a:lnTo>
                    <a:pt x="674076" y="1640362"/>
                  </a:lnTo>
                  <a:lnTo>
                    <a:pt x="674932" y="1629223"/>
                  </a:lnTo>
                  <a:lnTo>
                    <a:pt x="675787" y="1605862"/>
                  </a:lnTo>
                  <a:lnTo>
                    <a:pt x="676643" y="1588022"/>
                  </a:lnTo>
                  <a:lnTo>
                    <a:pt x="677498" y="1560777"/>
                  </a:lnTo>
                  <a:lnTo>
                    <a:pt x="678354" y="1592451"/>
                  </a:lnTo>
                  <a:lnTo>
                    <a:pt x="679209" y="1613909"/>
                  </a:lnTo>
                  <a:lnTo>
                    <a:pt x="680065" y="1564951"/>
                  </a:lnTo>
                  <a:lnTo>
                    <a:pt x="680920" y="1571756"/>
                  </a:lnTo>
                  <a:lnTo>
                    <a:pt x="681776" y="1571540"/>
                  </a:lnTo>
                  <a:lnTo>
                    <a:pt x="682631" y="1594838"/>
                  </a:lnTo>
                  <a:lnTo>
                    <a:pt x="683487" y="1605899"/>
                  </a:lnTo>
                  <a:lnTo>
                    <a:pt x="684342" y="1624676"/>
                  </a:lnTo>
                  <a:lnTo>
                    <a:pt x="685198" y="1651096"/>
                  </a:lnTo>
                  <a:lnTo>
                    <a:pt x="686054" y="1607040"/>
                  </a:lnTo>
                  <a:lnTo>
                    <a:pt x="686909" y="1656969"/>
                  </a:lnTo>
                  <a:lnTo>
                    <a:pt x="687765" y="1688294"/>
                  </a:lnTo>
                  <a:lnTo>
                    <a:pt x="688620" y="1734048"/>
                  </a:lnTo>
                  <a:lnTo>
                    <a:pt x="689476" y="1763370"/>
                  </a:lnTo>
                  <a:lnTo>
                    <a:pt x="690331" y="1806137"/>
                  </a:lnTo>
                  <a:lnTo>
                    <a:pt x="691187" y="1759203"/>
                  </a:lnTo>
                  <a:lnTo>
                    <a:pt x="692042" y="1694602"/>
                  </a:lnTo>
                  <a:lnTo>
                    <a:pt x="692898" y="1718466"/>
                  </a:lnTo>
                  <a:lnTo>
                    <a:pt x="693753" y="1674993"/>
                  </a:lnTo>
                  <a:lnTo>
                    <a:pt x="694609" y="1657852"/>
                  </a:lnTo>
                  <a:lnTo>
                    <a:pt x="695464" y="1606501"/>
                  </a:lnTo>
                  <a:lnTo>
                    <a:pt x="696320" y="1631350"/>
                  </a:lnTo>
                  <a:lnTo>
                    <a:pt x="697175" y="1631118"/>
                  </a:lnTo>
                  <a:lnTo>
                    <a:pt x="698031" y="1655340"/>
                  </a:lnTo>
                  <a:lnTo>
                    <a:pt x="698886" y="1784725"/>
                  </a:lnTo>
                  <a:lnTo>
                    <a:pt x="699742" y="1900119"/>
                  </a:lnTo>
                  <a:lnTo>
                    <a:pt x="700597" y="1915670"/>
                  </a:lnTo>
                  <a:lnTo>
                    <a:pt x="701453" y="1854410"/>
                  </a:lnTo>
                  <a:lnTo>
                    <a:pt x="702309" y="1781852"/>
                  </a:lnTo>
                  <a:lnTo>
                    <a:pt x="703164" y="1835176"/>
                  </a:lnTo>
                  <a:lnTo>
                    <a:pt x="704020" y="1832180"/>
                  </a:lnTo>
                  <a:lnTo>
                    <a:pt x="704875" y="1916318"/>
                  </a:lnTo>
                  <a:lnTo>
                    <a:pt x="705731" y="1940856"/>
                  </a:lnTo>
                  <a:lnTo>
                    <a:pt x="706586" y="1994495"/>
                  </a:lnTo>
                  <a:lnTo>
                    <a:pt x="707442" y="1947271"/>
                  </a:lnTo>
                  <a:lnTo>
                    <a:pt x="708297" y="1922372"/>
                  </a:lnTo>
                  <a:lnTo>
                    <a:pt x="709153" y="1958249"/>
                  </a:lnTo>
                  <a:lnTo>
                    <a:pt x="710008" y="1848660"/>
                  </a:lnTo>
                  <a:lnTo>
                    <a:pt x="710864" y="1809275"/>
                  </a:lnTo>
                  <a:lnTo>
                    <a:pt x="711719" y="1731553"/>
                  </a:lnTo>
                  <a:lnTo>
                    <a:pt x="712575" y="1929405"/>
                  </a:lnTo>
                  <a:lnTo>
                    <a:pt x="713430" y="1881540"/>
                  </a:lnTo>
                  <a:lnTo>
                    <a:pt x="714286" y="1805432"/>
                  </a:lnTo>
                  <a:lnTo>
                    <a:pt x="715141" y="1830695"/>
                  </a:lnTo>
                  <a:lnTo>
                    <a:pt x="715997" y="1901769"/>
                  </a:lnTo>
                  <a:lnTo>
                    <a:pt x="716852" y="1991509"/>
                  </a:lnTo>
                  <a:lnTo>
                    <a:pt x="717708" y="1881264"/>
                  </a:lnTo>
                  <a:lnTo>
                    <a:pt x="718564" y="1806263"/>
                  </a:lnTo>
                  <a:lnTo>
                    <a:pt x="719419" y="1782705"/>
                  </a:lnTo>
                  <a:lnTo>
                    <a:pt x="720275" y="1685637"/>
                  </a:lnTo>
                  <a:lnTo>
                    <a:pt x="721130" y="1685732"/>
                  </a:lnTo>
                  <a:lnTo>
                    <a:pt x="721986" y="1645968"/>
                  </a:lnTo>
                  <a:lnTo>
                    <a:pt x="722841" y="1761698"/>
                  </a:lnTo>
                  <a:lnTo>
                    <a:pt x="723697" y="1874685"/>
                  </a:lnTo>
                  <a:lnTo>
                    <a:pt x="724552" y="1934311"/>
                  </a:lnTo>
                  <a:lnTo>
                    <a:pt x="725408" y="1973700"/>
                  </a:lnTo>
                  <a:lnTo>
                    <a:pt x="726263" y="1962875"/>
                  </a:lnTo>
                  <a:lnTo>
                    <a:pt x="727119" y="2011676"/>
                  </a:lnTo>
                  <a:lnTo>
                    <a:pt x="727974" y="2028104"/>
                  </a:lnTo>
                  <a:lnTo>
                    <a:pt x="728830" y="2014542"/>
                  </a:lnTo>
                  <a:lnTo>
                    <a:pt x="729685" y="2094088"/>
                  </a:lnTo>
                  <a:lnTo>
                    <a:pt x="730541" y="2140025"/>
                  </a:lnTo>
                  <a:lnTo>
                    <a:pt x="731396" y="2157058"/>
                  </a:lnTo>
                  <a:lnTo>
                    <a:pt x="732252" y="2099988"/>
                  </a:lnTo>
                  <a:lnTo>
                    <a:pt x="733108" y="2077906"/>
                  </a:lnTo>
                  <a:lnTo>
                    <a:pt x="733963" y="2020078"/>
                  </a:lnTo>
                  <a:lnTo>
                    <a:pt x="734819" y="1975992"/>
                  </a:lnTo>
                  <a:lnTo>
                    <a:pt x="735674" y="1946835"/>
                  </a:lnTo>
                  <a:lnTo>
                    <a:pt x="736530" y="1946823"/>
                  </a:lnTo>
                  <a:lnTo>
                    <a:pt x="737385" y="2001157"/>
                  </a:lnTo>
                  <a:lnTo>
                    <a:pt x="738241" y="1990341"/>
                  </a:lnTo>
                  <a:lnTo>
                    <a:pt x="739096" y="1936595"/>
                  </a:lnTo>
                  <a:lnTo>
                    <a:pt x="739952" y="1949240"/>
                  </a:lnTo>
                  <a:lnTo>
                    <a:pt x="740807" y="1941379"/>
                  </a:lnTo>
                  <a:lnTo>
                    <a:pt x="741663" y="1849525"/>
                  </a:lnTo>
                  <a:lnTo>
                    <a:pt x="742518" y="1811645"/>
                  </a:lnTo>
                  <a:lnTo>
                    <a:pt x="743374" y="1748532"/>
                  </a:lnTo>
                  <a:lnTo>
                    <a:pt x="744229" y="1760666"/>
                  </a:lnTo>
                  <a:lnTo>
                    <a:pt x="745085" y="1705642"/>
                  </a:lnTo>
                  <a:lnTo>
                    <a:pt x="745940" y="1702881"/>
                  </a:lnTo>
                  <a:lnTo>
                    <a:pt x="746796" y="1749318"/>
                  </a:lnTo>
                  <a:lnTo>
                    <a:pt x="747651" y="1782692"/>
                  </a:lnTo>
                  <a:lnTo>
                    <a:pt x="748507" y="1881161"/>
                  </a:lnTo>
                  <a:lnTo>
                    <a:pt x="749363" y="1999870"/>
                  </a:lnTo>
                  <a:lnTo>
                    <a:pt x="750218" y="1941593"/>
                  </a:lnTo>
                  <a:lnTo>
                    <a:pt x="751074" y="2040151"/>
                  </a:lnTo>
                  <a:lnTo>
                    <a:pt x="751929" y="1946221"/>
                  </a:lnTo>
                  <a:lnTo>
                    <a:pt x="752785" y="1971401"/>
                  </a:lnTo>
                  <a:lnTo>
                    <a:pt x="753640" y="1932930"/>
                  </a:lnTo>
                  <a:lnTo>
                    <a:pt x="754496" y="1953998"/>
                  </a:lnTo>
                  <a:lnTo>
                    <a:pt x="755351" y="2008808"/>
                  </a:lnTo>
                  <a:lnTo>
                    <a:pt x="756207" y="1974798"/>
                  </a:lnTo>
                  <a:lnTo>
                    <a:pt x="757062" y="2056710"/>
                  </a:lnTo>
                  <a:lnTo>
                    <a:pt x="757918" y="2003466"/>
                  </a:lnTo>
                  <a:lnTo>
                    <a:pt x="758773" y="1981915"/>
                  </a:lnTo>
                  <a:lnTo>
                    <a:pt x="759629" y="1885342"/>
                  </a:lnTo>
                  <a:lnTo>
                    <a:pt x="760484" y="1812682"/>
                  </a:lnTo>
                  <a:lnTo>
                    <a:pt x="761340" y="1762248"/>
                  </a:lnTo>
                  <a:lnTo>
                    <a:pt x="762195" y="1727857"/>
                  </a:lnTo>
                  <a:lnTo>
                    <a:pt x="763051" y="1657280"/>
                  </a:lnTo>
                  <a:lnTo>
                    <a:pt x="763906" y="1688056"/>
                  </a:lnTo>
                  <a:lnTo>
                    <a:pt x="764762" y="1632245"/>
                  </a:lnTo>
                  <a:lnTo>
                    <a:pt x="765618" y="1630796"/>
                  </a:lnTo>
                  <a:lnTo>
                    <a:pt x="766473" y="1664207"/>
                  </a:lnTo>
                  <a:lnTo>
                    <a:pt x="767329" y="1679358"/>
                  </a:lnTo>
                  <a:lnTo>
                    <a:pt x="768184" y="1695936"/>
                  </a:lnTo>
                  <a:lnTo>
                    <a:pt x="769040" y="1691289"/>
                  </a:lnTo>
                  <a:lnTo>
                    <a:pt x="769895" y="1717595"/>
                  </a:lnTo>
                  <a:lnTo>
                    <a:pt x="770751" y="1764497"/>
                  </a:lnTo>
                  <a:lnTo>
                    <a:pt x="771606" y="1795412"/>
                  </a:lnTo>
                  <a:lnTo>
                    <a:pt x="772462" y="1810201"/>
                  </a:lnTo>
                  <a:lnTo>
                    <a:pt x="773317" y="1811313"/>
                  </a:lnTo>
                  <a:lnTo>
                    <a:pt x="774173" y="1879411"/>
                  </a:lnTo>
                  <a:lnTo>
                    <a:pt x="775028" y="1847947"/>
                  </a:lnTo>
                  <a:lnTo>
                    <a:pt x="775884" y="1860542"/>
                  </a:lnTo>
                  <a:lnTo>
                    <a:pt x="776739" y="1840043"/>
                  </a:lnTo>
                  <a:lnTo>
                    <a:pt x="777595" y="1922558"/>
                  </a:lnTo>
                  <a:lnTo>
                    <a:pt x="778450" y="1973679"/>
                  </a:lnTo>
                  <a:lnTo>
                    <a:pt x="779306" y="1929823"/>
                  </a:lnTo>
                  <a:lnTo>
                    <a:pt x="780162" y="1857300"/>
                  </a:lnTo>
                  <a:lnTo>
                    <a:pt x="781017" y="1833114"/>
                  </a:lnTo>
                  <a:lnTo>
                    <a:pt x="781873" y="1768420"/>
                  </a:lnTo>
                  <a:lnTo>
                    <a:pt x="782728" y="1780269"/>
                  </a:lnTo>
                  <a:lnTo>
                    <a:pt x="783584" y="1750862"/>
                  </a:lnTo>
                  <a:lnTo>
                    <a:pt x="784439" y="1719537"/>
                  </a:lnTo>
                  <a:lnTo>
                    <a:pt x="785295" y="1662046"/>
                  </a:lnTo>
                  <a:lnTo>
                    <a:pt x="786150" y="1680882"/>
                  </a:lnTo>
                  <a:lnTo>
                    <a:pt x="787006" y="1656599"/>
                  </a:lnTo>
                  <a:lnTo>
                    <a:pt x="787861" y="1641351"/>
                  </a:lnTo>
                  <a:lnTo>
                    <a:pt x="788717" y="1625438"/>
                  </a:lnTo>
                  <a:lnTo>
                    <a:pt x="789572" y="1652351"/>
                  </a:lnTo>
                  <a:lnTo>
                    <a:pt x="790428" y="1689841"/>
                  </a:lnTo>
                  <a:lnTo>
                    <a:pt x="791283" y="1687816"/>
                  </a:lnTo>
                  <a:lnTo>
                    <a:pt x="792139" y="1698332"/>
                  </a:lnTo>
                  <a:lnTo>
                    <a:pt x="792994" y="1681791"/>
                  </a:lnTo>
                  <a:lnTo>
                    <a:pt x="793850" y="1784920"/>
                  </a:lnTo>
                  <a:lnTo>
                    <a:pt x="794705" y="1807050"/>
                  </a:lnTo>
                  <a:lnTo>
                    <a:pt x="795561" y="1795096"/>
                  </a:lnTo>
                  <a:lnTo>
                    <a:pt x="796417" y="1801750"/>
                  </a:lnTo>
                  <a:lnTo>
                    <a:pt x="797272" y="1892733"/>
                  </a:lnTo>
                  <a:lnTo>
                    <a:pt x="798128" y="1918987"/>
                  </a:lnTo>
                  <a:lnTo>
                    <a:pt x="798983" y="1950495"/>
                  </a:lnTo>
                  <a:lnTo>
                    <a:pt x="799839" y="1965709"/>
                  </a:lnTo>
                  <a:lnTo>
                    <a:pt x="800694" y="1998600"/>
                  </a:lnTo>
                  <a:lnTo>
                    <a:pt x="801550" y="2060036"/>
                  </a:lnTo>
                  <a:lnTo>
                    <a:pt x="802405" y="1982436"/>
                  </a:lnTo>
                  <a:lnTo>
                    <a:pt x="803261" y="1947719"/>
                  </a:lnTo>
                  <a:lnTo>
                    <a:pt x="804116" y="1865309"/>
                  </a:lnTo>
                  <a:lnTo>
                    <a:pt x="804972" y="1843506"/>
                  </a:lnTo>
                  <a:lnTo>
                    <a:pt x="805827" y="1787804"/>
                  </a:lnTo>
                  <a:lnTo>
                    <a:pt x="806683" y="1719269"/>
                  </a:lnTo>
                  <a:lnTo>
                    <a:pt x="807538" y="1758914"/>
                  </a:lnTo>
                  <a:lnTo>
                    <a:pt x="808394" y="1759560"/>
                  </a:lnTo>
                  <a:lnTo>
                    <a:pt x="809249" y="1765323"/>
                  </a:lnTo>
                  <a:lnTo>
                    <a:pt x="810105" y="1749793"/>
                  </a:lnTo>
                  <a:lnTo>
                    <a:pt x="810960" y="1740273"/>
                  </a:lnTo>
                  <a:lnTo>
                    <a:pt x="811816" y="1854712"/>
                  </a:lnTo>
                  <a:lnTo>
                    <a:pt x="812672" y="1922150"/>
                  </a:lnTo>
                  <a:lnTo>
                    <a:pt x="813527" y="1917167"/>
                  </a:lnTo>
                  <a:lnTo>
                    <a:pt x="814383" y="1917630"/>
                  </a:lnTo>
                  <a:lnTo>
                    <a:pt x="815238" y="1917831"/>
                  </a:lnTo>
                  <a:lnTo>
                    <a:pt x="816094" y="1865661"/>
                  </a:lnTo>
                  <a:lnTo>
                    <a:pt x="816949" y="1878891"/>
                  </a:lnTo>
                  <a:lnTo>
                    <a:pt x="817805" y="1824676"/>
                  </a:lnTo>
                  <a:lnTo>
                    <a:pt x="818660" y="1823850"/>
                  </a:lnTo>
                  <a:lnTo>
                    <a:pt x="819516" y="1835117"/>
                  </a:lnTo>
                  <a:lnTo>
                    <a:pt x="820371" y="1817398"/>
                  </a:lnTo>
                  <a:lnTo>
                    <a:pt x="821227" y="1826343"/>
                  </a:lnTo>
                  <a:lnTo>
                    <a:pt x="822082" y="1824902"/>
                  </a:lnTo>
                  <a:lnTo>
                    <a:pt x="822938" y="1804222"/>
                  </a:lnTo>
                  <a:lnTo>
                    <a:pt x="823793" y="1819507"/>
                  </a:lnTo>
                  <a:lnTo>
                    <a:pt x="824649" y="1847881"/>
                  </a:lnTo>
                  <a:lnTo>
                    <a:pt x="825504" y="1836670"/>
                  </a:lnTo>
                  <a:lnTo>
                    <a:pt x="826360" y="1833630"/>
                  </a:lnTo>
                  <a:lnTo>
                    <a:pt x="827215" y="1835823"/>
                  </a:lnTo>
                  <a:lnTo>
                    <a:pt x="828071" y="1828025"/>
                  </a:lnTo>
                  <a:lnTo>
                    <a:pt x="828927" y="1826904"/>
                  </a:lnTo>
                  <a:lnTo>
                    <a:pt x="829782" y="1812734"/>
                  </a:lnTo>
                  <a:lnTo>
                    <a:pt x="830638" y="1820320"/>
                  </a:lnTo>
                  <a:lnTo>
                    <a:pt x="831493" y="1781167"/>
                  </a:lnTo>
                  <a:lnTo>
                    <a:pt x="832349" y="1746690"/>
                  </a:lnTo>
                  <a:lnTo>
                    <a:pt x="833204" y="1733432"/>
                  </a:lnTo>
                  <a:lnTo>
                    <a:pt x="834060" y="1757339"/>
                  </a:lnTo>
                  <a:lnTo>
                    <a:pt x="834915" y="1723157"/>
                  </a:lnTo>
                  <a:lnTo>
                    <a:pt x="835771" y="1710294"/>
                  </a:lnTo>
                  <a:lnTo>
                    <a:pt x="836626" y="1667502"/>
                  </a:lnTo>
                  <a:lnTo>
                    <a:pt x="837482" y="1684229"/>
                  </a:lnTo>
                  <a:lnTo>
                    <a:pt x="838337" y="1714336"/>
                  </a:lnTo>
                  <a:lnTo>
                    <a:pt x="839193" y="1681268"/>
                  </a:lnTo>
                  <a:lnTo>
                    <a:pt x="840048" y="1732550"/>
                  </a:lnTo>
                  <a:lnTo>
                    <a:pt x="840904" y="1834901"/>
                  </a:lnTo>
                  <a:lnTo>
                    <a:pt x="841759" y="1919887"/>
                  </a:lnTo>
                  <a:lnTo>
                    <a:pt x="842615" y="1985491"/>
                  </a:lnTo>
                  <a:lnTo>
                    <a:pt x="843471" y="1921425"/>
                  </a:lnTo>
                  <a:lnTo>
                    <a:pt x="844326" y="1825227"/>
                  </a:lnTo>
                  <a:lnTo>
                    <a:pt x="845182" y="1821035"/>
                  </a:lnTo>
                  <a:lnTo>
                    <a:pt x="846037" y="1725636"/>
                  </a:lnTo>
                  <a:lnTo>
                    <a:pt x="846893" y="1741000"/>
                  </a:lnTo>
                  <a:lnTo>
                    <a:pt x="847748" y="1677699"/>
                  </a:lnTo>
                  <a:lnTo>
                    <a:pt x="848604" y="1669779"/>
                  </a:lnTo>
                  <a:lnTo>
                    <a:pt x="849459" y="1670415"/>
                  </a:lnTo>
                  <a:lnTo>
                    <a:pt x="850315" y="1640000"/>
                  </a:lnTo>
                  <a:lnTo>
                    <a:pt x="851170" y="1578498"/>
                  </a:lnTo>
                  <a:lnTo>
                    <a:pt x="852026" y="1555754"/>
                  </a:lnTo>
                  <a:lnTo>
                    <a:pt x="852881" y="1537949"/>
                  </a:lnTo>
                  <a:lnTo>
                    <a:pt x="853737" y="1518010"/>
                  </a:lnTo>
                  <a:lnTo>
                    <a:pt x="854592" y="1518274"/>
                  </a:lnTo>
                  <a:lnTo>
                    <a:pt x="855448" y="1514169"/>
                  </a:lnTo>
                  <a:lnTo>
                    <a:pt x="856303" y="1493917"/>
                  </a:lnTo>
                  <a:lnTo>
                    <a:pt x="857159" y="1502278"/>
                  </a:lnTo>
                  <a:lnTo>
                    <a:pt x="858014" y="1506403"/>
                  </a:lnTo>
                  <a:lnTo>
                    <a:pt x="858870" y="1532527"/>
                  </a:lnTo>
                  <a:lnTo>
                    <a:pt x="859726" y="1563045"/>
                  </a:lnTo>
                  <a:lnTo>
                    <a:pt x="860581" y="1560784"/>
                  </a:lnTo>
                  <a:lnTo>
                    <a:pt x="861437" y="1634872"/>
                  </a:lnTo>
                  <a:lnTo>
                    <a:pt x="862292" y="1658403"/>
                  </a:lnTo>
                  <a:lnTo>
                    <a:pt x="863148" y="1665147"/>
                  </a:lnTo>
                  <a:lnTo>
                    <a:pt x="864003" y="1635469"/>
                  </a:lnTo>
                  <a:lnTo>
                    <a:pt x="864859" y="1651675"/>
                  </a:lnTo>
                  <a:lnTo>
                    <a:pt x="865714" y="1670376"/>
                  </a:lnTo>
                  <a:lnTo>
                    <a:pt x="866570" y="1674346"/>
                  </a:lnTo>
                  <a:lnTo>
                    <a:pt x="867425" y="1684456"/>
                  </a:lnTo>
                  <a:lnTo>
                    <a:pt x="868281" y="1663833"/>
                  </a:lnTo>
                  <a:lnTo>
                    <a:pt x="869136" y="1679519"/>
                  </a:lnTo>
                  <a:lnTo>
                    <a:pt x="869992" y="1687969"/>
                  </a:lnTo>
                  <a:lnTo>
                    <a:pt x="870847" y="1738678"/>
                  </a:lnTo>
                  <a:lnTo>
                    <a:pt x="871703" y="1712583"/>
                  </a:lnTo>
                  <a:lnTo>
                    <a:pt x="872558" y="1743041"/>
                  </a:lnTo>
                  <a:lnTo>
                    <a:pt x="873414" y="1716261"/>
                  </a:lnTo>
                  <a:lnTo>
                    <a:pt x="874269" y="1796457"/>
                  </a:lnTo>
                  <a:lnTo>
                    <a:pt x="875125" y="1795311"/>
                  </a:lnTo>
                  <a:lnTo>
                    <a:pt x="875981" y="1765640"/>
                  </a:lnTo>
                  <a:lnTo>
                    <a:pt x="876836" y="1768770"/>
                  </a:lnTo>
                  <a:lnTo>
                    <a:pt x="877692" y="1766267"/>
                  </a:lnTo>
                  <a:lnTo>
                    <a:pt x="878547" y="1783212"/>
                  </a:lnTo>
                  <a:lnTo>
                    <a:pt x="879403" y="1775109"/>
                  </a:lnTo>
                  <a:lnTo>
                    <a:pt x="880258" y="1788864"/>
                  </a:lnTo>
                  <a:lnTo>
                    <a:pt x="881114" y="1813330"/>
                  </a:lnTo>
                  <a:lnTo>
                    <a:pt x="881969" y="1743685"/>
                  </a:lnTo>
                  <a:lnTo>
                    <a:pt x="882825" y="1707746"/>
                  </a:lnTo>
                  <a:lnTo>
                    <a:pt x="883680" y="1705670"/>
                  </a:lnTo>
                  <a:lnTo>
                    <a:pt x="884536" y="1710426"/>
                  </a:lnTo>
                  <a:lnTo>
                    <a:pt x="885391" y="1699103"/>
                  </a:lnTo>
                  <a:lnTo>
                    <a:pt x="886247" y="1616776"/>
                  </a:lnTo>
                  <a:lnTo>
                    <a:pt x="887102" y="1608599"/>
                  </a:lnTo>
                  <a:lnTo>
                    <a:pt x="887958" y="1591029"/>
                  </a:lnTo>
                  <a:lnTo>
                    <a:pt x="888813" y="1652095"/>
                  </a:lnTo>
                  <a:lnTo>
                    <a:pt x="889669" y="1640149"/>
                  </a:lnTo>
                  <a:lnTo>
                    <a:pt x="890525" y="1687565"/>
                  </a:lnTo>
                  <a:lnTo>
                    <a:pt x="891380" y="1712775"/>
                  </a:lnTo>
                  <a:lnTo>
                    <a:pt x="892236" y="1770780"/>
                  </a:lnTo>
                  <a:lnTo>
                    <a:pt x="893091" y="1830591"/>
                  </a:lnTo>
                  <a:lnTo>
                    <a:pt x="893947" y="1798308"/>
                  </a:lnTo>
                  <a:lnTo>
                    <a:pt x="894802" y="1852885"/>
                  </a:lnTo>
                  <a:lnTo>
                    <a:pt x="895658" y="1894991"/>
                  </a:lnTo>
                  <a:lnTo>
                    <a:pt x="896513" y="1969128"/>
                  </a:lnTo>
                  <a:lnTo>
                    <a:pt x="897369" y="1942492"/>
                  </a:lnTo>
                  <a:lnTo>
                    <a:pt x="898224" y="1941089"/>
                  </a:lnTo>
                  <a:lnTo>
                    <a:pt x="899080" y="1941963"/>
                  </a:lnTo>
                  <a:lnTo>
                    <a:pt x="899935" y="1970227"/>
                  </a:lnTo>
                  <a:lnTo>
                    <a:pt x="900791" y="1954436"/>
                  </a:lnTo>
                  <a:lnTo>
                    <a:pt x="901646" y="1903137"/>
                  </a:lnTo>
                  <a:lnTo>
                    <a:pt x="902502" y="1867685"/>
                  </a:lnTo>
                  <a:lnTo>
                    <a:pt x="903357" y="1856158"/>
                  </a:lnTo>
                  <a:lnTo>
                    <a:pt x="904213" y="1805191"/>
                  </a:lnTo>
                  <a:lnTo>
                    <a:pt x="905068" y="1789599"/>
                  </a:lnTo>
                  <a:lnTo>
                    <a:pt x="905924" y="1720701"/>
                  </a:lnTo>
                  <a:lnTo>
                    <a:pt x="906780" y="1755505"/>
                  </a:lnTo>
                  <a:lnTo>
                    <a:pt x="907635" y="1792336"/>
                  </a:lnTo>
                  <a:lnTo>
                    <a:pt x="908491" y="1813075"/>
                  </a:lnTo>
                  <a:lnTo>
                    <a:pt x="909346" y="1847737"/>
                  </a:lnTo>
                  <a:lnTo>
                    <a:pt x="910202" y="1891397"/>
                  </a:lnTo>
                  <a:lnTo>
                    <a:pt x="911057" y="1965019"/>
                  </a:lnTo>
                  <a:lnTo>
                    <a:pt x="911913" y="1954468"/>
                  </a:lnTo>
                  <a:lnTo>
                    <a:pt x="912768" y="1917361"/>
                  </a:lnTo>
                  <a:lnTo>
                    <a:pt x="913624" y="1895088"/>
                  </a:lnTo>
                  <a:lnTo>
                    <a:pt x="914479" y="1890331"/>
                  </a:lnTo>
                  <a:lnTo>
                    <a:pt x="915335" y="1943187"/>
                  </a:lnTo>
                  <a:lnTo>
                    <a:pt x="916190" y="1960990"/>
                  </a:lnTo>
                  <a:lnTo>
                    <a:pt x="917046" y="1894623"/>
                  </a:lnTo>
                  <a:lnTo>
                    <a:pt x="917901" y="1935733"/>
                  </a:lnTo>
                  <a:lnTo>
                    <a:pt x="918757" y="1976345"/>
                  </a:lnTo>
                  <a:lnTo>
                    <a:pt x="919612" y="2059327"/>
                  </a:lnTo>
                  <a:lnTo>
                    <a:pt x="920468" y="2022144"/>
                  </a:lnTo>
                  <a:lnTo>
                    <a:pt x="921323" y="2012921"/>
                  </a:lnTo>
                  <a:lnTo>
                    <a:pt x="922179" y="2045222"/>
                  </a:lnTo>
                  <a:lnTo>
                    <a:pt x="923035" y="2143549"/>
                  </a:lnTo>
                  <a:lnTo>
                    <a:pt x="923890" y="2145574"/>
                  </a:lnTo>
                  <a:lnTo>
                    <a:pt x="924746" y="2167991"/>
                  </a:lnTo>
                  <a:lnTo>
                    <a:pt x="925601" y="2155973"/>
                  </a:lnTo>
                  <a:lnTo>
                    <a:pt x="926457" y="2169776"/>
                  </a:lnTo>
                  <a:lnTo>
                    <a:pt x="927312" y="2214537"/>
                  </a:lnTo>
                  <a:lnTo>
                    <a:pt x="928168" y="2227066"/>
                  </a:lnTo>
                  <a:lnTo>
                    <a:pt x="929023" y="2235163"/>
                  </a:lnTo>
                  <a:lnTo>
                    <a:pt x="929879" y="2251700"/>
                  </a:lnTo>
                  <a:lnTo>
                    <a:pt x="930734" y="2227138"/>
                  </a:lnTo>
                  <a:lnTo>
                    <a:pt x="931590" y="2285061"/>
                  </a:lnTo>
                  <a:lnTo>
                    <a:pt x="932445" y="2258686"/>
                  </a:lnTo>
                  <a:lnTo>
                    <a:pt x="933301" y="2243652"/>
                  </a:lnTo>
                  <a:lnTo>
                    <a:pt x="934156" y="2225927"/>
                  </a:lnTo>
                  <a:lnTo>
                    <a:pt x="935012" y="2178014"/>
                  </a:lnTo>
                  <a:lnTo>
                    <a:pt x="935867" y="2109184"/>
                  </a:lnTo>
                  <a:lnTo>
                    <a:pt x="936723" y="2162986"/>
                  </a:lnTo>
                  <a:lnTo>
                    <a:pt x="937579" y="2165578"/>
                  </a:lnTo>
                  <a:lnTo>
                    <a:pt x="938434" y="2181625"/>
                  </a:lnTo>
                  <a:lnTo>
                    <a:pt x="939290" y="2181237"/>
                  </a:lnTo>
                  <a:lnTo>
                    <a:pt x="940145" y="2230631"/>
                  </a:lnTo>
                  <a:lnTo>
                    <a:pt x="941001" y="2241616"/>
                  </a:lnTo>
                  <a:lnTo>
                    <a:pt x="941856" y="2268500"/>
                  </a:lnTo>
                  <a:lnTo>
                    <a:pt x="942712" y="2272896"/>
                  </a:lnTo>
                  <a:lnTo>
                    <a:pt x="943567" y="2279576"/>
                  </a:lnTo>
                  <a:lnTo>
                    <a:pt x="944423" y="2306913"/>
                  </a:lnTo>
                  <a:lnTo>
                    <a:pt x="945278" y="2319144"/>
                  </a:lnTo>
                  <a:lnTo>
                    <a:pt x="946134" y="2324091"/>
                  </a:lnTo>
                  <a:lnTo>
                    <a:pt x="946989" y="2324038"/>
                  </a:lnTo>
                  <a:lnTo>
                    <a:pt x="947845" y="2326010"/>
                  </a:lnTo>
                  <a:lnTo>
                    <a:pt x="948700" y="2305684"/>
                  </a:lnTo>
                  <a:lnTo>
                    <a:pt x="949556" y="2283202"/>
                  </a:lnTo>
                  <a:lnTo>
                    <a:pt x="950411" y="2273326"/>
                  </a:lnTo>
                  <a:lnTo>
                    <a:pt x="951267" y="2268381"/>
                  </a:lnTo>
                  <a:lnTo>
                    <a:pt x="952122" y="2244641"/>
                  </a:lnTo>
                  <a:lnTo>
                    <a:pt x="952978" y="2214921"/>
                  </a:lnTo>
                  <a:lnTo>
                    <a:pt x="953834" y="2189451"/>
                  </a:lnTo>
                  <a:lnTo>
                    <a:pt x="954689" y="2154008"/>
                  </a:lnTo>
                  <a:lnTo>
                    <a:pt x="955545" y="2112858"/>
                  </a:lnTo>
                  <a:lnTo>
                    <a:pt x="956400" y="2058030"/>
                  </a:lnTo>
                  <a:lnTo>
                    <a:pt x="957256" y="1937201"/>
                  </a:lnTo>
                  <a:lnTo>
                    <a:pt x="958111" y="1915073"/>
                  </a:lnTo>
                  <a:lnTo>
                    <a:pt x="958967" y="1897839"/>
                  </a:lnTo>
                  <a:lnTo>
                    <a:pt x="959822" y="1850427"/>
                  </a:lnTo>
                  <a:lnTo>
                    <a:pt x="960678" y="1883481"/>
                  </a:lnTo>
                  <a:lnTo>
                    <a:pt x="961533" y="1854895"/>
                  </a:lnTo>
                  <a:lnTo>
                    <a:pt x="962389" y="1824090"/>
                  </a:lnTo>
                  <a:lnTo>
                    <a:pt x="963244" y="1911609"/>
                  </a:lnTo>
                  <a:lnTo>
                    <a:pt x="964100" y="1930482"/>
                  </a:lnTo>
                  <a:lnTo>
                    <a:pt x="964955" y="1936555"/>
                  </a:lnTo>
                  <a:lnTo>
                    <a:pt x="965811" y="1922627"/>
                  </a:lnTo>
                  <a:lnTo>
                    <a:pt x="966666" y="1917726"/>
                  </a:lnTo>
                  <a:lnTo>
                    <a:pt x="967522" y="1979382"/>
                  </a:lnTo>
                  <a:lnTo>
                    <a:pt x="968377" y="2004642"/>
                  </a:lnTo>
                  <a:lnTo>
                    <a:pt x="969233" y="2034460"/>
                  </a:lnTo>
                  <a:lnTo>
                    <a:pt x="970089" y="2112394"/>
                  </a:lnTo>
                  <a:lnTo>
                    <a:pt x="970944" y="2124450"/>
                  </a:lnTo>
                  <a:lnTo>
                    <a:pt x="971800" y="2171914"/>
                  </a:lnTo>
                  <a:lnTo>
                    <a:pt x="972655" y="2136435"/>
                  </a:lnTo>
                  <a:lnTo>
                    <a:pt x="973511" y="2095318"/>
                  </a:lnTo>
                  <a:lnTo>
                    <a:pt x="974366" y="2081456"/>
                  </a:lnTo>
                  <a:lnTo>
                    <a:pt x="975222" y="2068053"/>
                  </a:lnTo>
                  <a:lnTo>
                    <a:pt x="976077" y="1987626"/>
                  </a:lnTo>
                  <a:lnTo>
                    <a:pt x="976933" y="1941006"/>
                  </a:lnTo>
                  <a:lnTo>
                    <a:pt x="977788" y="1955051"/>
                  </a:lnTo>
                  <a:lnTo>
                    <a:pt x="978644" y="1974898"/>
                  </a:lnTo>
                  <a:lnTo>
                    <a:pt x="979499" y="1971340"/>
                  </a:lnTo>
                  <a:lnTo>
                    <a:pt x="980355" y="1917808"/>
                  </a:lnTo>
                  <a:lnTo>
                    <a:pt x="981210" y="1971944"/>
                  </a:lnTo>
                  <a:lnTo>
                    <a:pt x="982066" y="2013042"/>
                  </a:lnTo>
                  <a:lnTo>
                    <a:pt x="982921" y="2123464"/>
                  </a:lnTo>
                  <a:lnTo>
                    <a:pt x="983777" y="2153329"/>
                  </a:lnTo>
                  <a:lnTo>
                    <a:pt x="984633" y="2141114"/>
                  </a:lnTo>
                  <a:lnTo>
                    <a:pt x="985488" y="2169193"/>
                  </a:lnTo>
                  <a:lnTo>
                    <a:pt x="986344" y="2162569"/>
                  </a:lnTo>
                  <a:lnTo>
                    <a:pt x="987199" y="2216790"/>
                  </a:lnTo>
                  <a:lnTo>
                    <a:pt x="988055" y="2191657"/>
                  </a:lnTo>
                  <a:lnTo>
                    <a:pt x="988910" y="2142957"/>
                  </a:lnTo>
                  <a:lnTo>
                    <a:pt x="989766" y="2143850"/>
                  </a:lnTo>
                  <a:lnTo>
                    <a:pt x="990621" y="2174035"/>
                  </a:lnTo>
                  <a:lnTo>
                    <a:pt x="991477" y="2193887"/>
                  </a:lnTo>
                  <a:lnTo>
                    <a:pt x="992332" y="2176287"/>
                  </a:lnTo>
                  <a:lnTo>
                    <a:pt x="993188" y="2110339"/>
                  </a:lnTo>
                  <a:lnTo>
                    <a:pt x="994043" y="2113124"/>
                  </a:lnTo>
                  <a:lnTo>
                    <a:pt x="994899" y="2178296"/>
                  </a:lnTo>
                  <a:lnTo>
                    <a:pt x="995754" y="2162985"/>
                  </a:lnTo>
                  <a:lnTo>
                    <a:pt x="996610" y="2166870"/>
                  </a:lnTo>
                  <a:lnTo>
                    <a:pt x="997465" y="2161349"/>
                  </a:lnTo>
                  <a:lnTo>
                    <a:pt x="998321" y="2174295"/>
                  </a:lnTo>
                  <a:lnTo>
                    <a:pt x="999176" y="2202600"/>
                  </a:lnTo>
                  <a:lnTo>
                    <a:pt x="1000032" y="2194127"/>
                  </a:lnTo>
                  <a:lnTo>
                    <a:pt x="1000888" y="2191088"/>
                  </a:lnTo>
                  <a:lnTo>
                    <a:pt x="1001743" y="2192878"/>
                  </a:lnTo>
                  <a:lnTo>
                    <a:pt x="1002599" y="2199621"/>
                  </a:lnTo>
                  <a:lnTo>
                    <a:pt x="1003454" y="2181872"/>
                  </a:lnTo>
                  <a:lnTo>
                    <a:pt x="1004310" y="2116198"/>
                  </a:lnTo>
                  <a:lnTo>
                    <a:pt x="1005165" y="2099530"/>
                  </a:lnTo>
                  <a:lnTo>
                    <a:pt x="1006021" y="2102396"/>
                  </a:lnTo>
                  <a:lnTo>
                    <a:pt x="1006876" y="2111279"/>
                  </a:lnTo>
                  <a:lnTo>
                    <a:pt x="1007732" y="2093718"/>
                  </a:lnTo>
                  <a:lnTo>
                    <a:pt x="1008587" y="2099196"/>
                  </a:lnTo>
                  <a:lnTo>
                    <a:pt x="1009443" y="2122048"/>
                  </a:lnTo>
                  <a:lnTo>
                    <a:pt x="1010298" y="2125008"/>
                  </a:lnTo>
                  <a:lnTo>
                    <a:pt x="1011154" y="2109426"/>
                  </a:lnTo>
                  <a:lnTo>
                    <a:pt x="1012009" y="2112005"/>
                  </a:lnTo>
                  <a:lnTo>
                    <a:pt x="1012865" y="2082265"/>
                  </a:lnTo>
                  <a:lnTo>
                    <a:pt x="1013720" y="2039530"/>
                  </a:lnTo>
                  <a:lnTo>
                    <a:pt x="1014576" y="2070741"/>
                  </a:lnTo>
                  <a:lnTo>
                    <a:pt x="1015431" y="2052411"/>
                  </a:lnTo>
                  <a:lnTo>
                    <a:pt x="1016287" y="2035586"/>
                  </a:lnTo>
                  <a:lnTo>
                    <a:pt x="1017143" y="2087017"/>
                  </a:lnTo>
                  <a:lnTo>
                    <a:pt x="1017998" y="2039157"/>
                  </a:lnTo>
                  <a:lnTo>
                    <a:pt x="1018854" y="2066707"/>
                  </a:lnTo>
                  <a:lnTo>
                    <a:pt x="1019709" y="2068410"/>
                  </a:lnTo>
                  <a:lnTo>
                    <a:pt x="1020565" y="2082872"/>
                  </a:lnTo>
                  <a:lnTo>
                    <a:pt x="1021420" y="2104833"/>
                  </a:lnTo>
                  <a:lnTo>
                    <a:pt x="1022276" y="2115359"/>
                  </a:lnTo>
                  <a:lnTo>
                    <a:pt x="1023131" y="2165301"/>
                  </a:lnTo>
                  <a:lnTo>
                    <a:pt x="1023987" y="2186104"/>
                  </a:lnTo>
                  <a:lnTo>
                    <a:pt x="1024842" y="2235193"/>
                  </a:lnTo>
                  <a:lnTo>
                    <a:pt x="1025698" y="2249601"/>
                  </a:lnTo>
                  <a:lnTo>
                    <a:pt x="1026553" y="2255623"/>
                  </a:lnTo>
                  <a:lnTo>
                    <a:pt x="1027409" y="2274518"/>
                  </a:lnTo>
                  <a:lnTo>
                    <a:pt x="1028264" y="2282272"/>
                  </a:lnTo>
                  <a:lnTo>
                    <a:pt x="1029120" y="2282365"/>
                  </a:lnTo>
                  <a:lnTo>
                    <a:pt x="1029975" y="2290050"/>
                  </a:lnTo>
                  <a:lnTo>
                    <a:pt x="1030831" y="2296072"/>
                  </a:lnTo>
                  <a:lnTo>
                    <a:pt x="1031686" y="2291013"/>
                  </a:lnTo>
                  <a:lnTo>
                    <a:pt x="1032542" y="2293764"/>
                  </a:lnTo>
                  <a:lnTo>
                    <a:pt x="1033398" y="2293766"/>
                  </a:lnTo>
                  <a:lnTo>
                    <a:pt x="1034253" y="2309133"/>
                  </a:lnTo>
                  <a:lnTo>
                    <a:pt x="1035109" y="2313507"/>
                  </a:lnTo>
                  <a:lnTo>
                    <a:pt x="1035964" y="2289132"/>
                  </a:lnTo>
                  <a:lnTo>
                    <a:pt x="1036820" y="2299279"/>
                  </a:lnTo>
                  <a:lnTo>
                    <a:pt x="1037675" y="2309211"/>
                  </a:lnTo>
                  <a:lnTo>
                    <a:pt x="1038531" y="2317576"/>
                  </a:lnTo>
                  <a:lnTo>
                    <a:pt x="1039386" y="2305672"/>
                  </a:lnTo>
                  <a:lnTo>
                    <a:pt x="1040242" y="2287672"/>
                  </a:lnTo>
                  <a:lnTo>
                    <a:pt x="1041097" y="2307125"/>
                  </a:lnTo>
                  <a:lnTo>
                    <a:pt x="1041953" y="2309675"/>
                  </a:lnTo>
                  <a:lnTo>
                    <a:pt x="1042808" y="2298140"/>
                  </a:lnTo>
                  <a:lnTo>
                    <a:pt x="1043664" y="2269680"/>
                  </a:lnTo>
                  <a:lnTo>
                    <a:pt x="1044519" y="2257840"/>
                  </a:lnTo>
                  <a:lnTo>
                    <a:pt x="1045375" y="2243992"/>
                  </a:lnTo>
                  <a:lnTo>
                    <a:pt x="1046230" y="2211141"/>
                  </a:lnTo>
                  <a:lnTo>
                    <a:pt x="1047086" y="2203144"/>
                  </a:lnTo>
                  <a:lnTo>
                    <a:pt x="1047942" y="2210091"/>
                  </a:lnTo>
                  <a:lnTo>
                    <a:pt x="1048797" y="2238353"/>
                  </a:lnTo>
                  <a:lnTo>
                    <a:pt x="1049653" y="2224941"/>
                  </a:lnTo>
                  <a:lnTo>
                    <a:pt x="1050508" y="2224549"/>
                  </a:lnTo>
                  <a:lnTo>
                    <a:pt x="1051364" y="2243046"/>
                  </a:lnTo>
                  <a:lnTo>
                    <a:pt x="1052219" y="2267809"/>
                  </a:lnTo>
                  <a:lnTo>
                    <a:pt x="1053075" y="2278421"/>
                  </a:lnTo>
                  <a:lnTo>
                    <a:pt x="1053930" y="2290608"/>
                  </a:lnTo>
                  <a:lnTo>
                    <a:pt x="1054786" y="2292823"/>
                  </a:lnTo>
                  <a:lnTo>
                    <a:pt x="1055641" y="2285269"/>
                  </a:lnTo>
                  <a:lnTo>
                    <a:pt x="1056497" y="2300671"/>
                  </a:lnTo>
                  <a:lnTo>
                    <a:pt x="1057352" y="2252592"/>
                  </a:lnTo>
                  <a:lnTo>
                    <a:pt x="1058208" y="2272658"/>
                  </a:lnTo>
                  <a:lnTo>
                    <a:pt x="1059063" y="2262497"/>
                  </a:lnTo>
                  <a:lnTo>
                    <a:pt x="1059919" y="2259901"/>
                  </a:lnTo>
                  <a:lnTo>
                    <a:pt x="1060774" y="2306472"/>
                  </a:lnTo>
                  <a:lnTo>
                    <a:pt x="1061630" y="2268763"/>
                  </a:lnTo>
                  <a:lnTo>
                    <a:pt x="1062485" y="2279012"/>
                  </a:lnTo>
                  <a:lnTo>
                    <a:pt x="1063341" y="2275191"/>
                  </a:lnTo>
                  <a:lnTo>
                    <a:pt x="1064197" y="2226915"/>
                  </a:lnTo>
                  <a:lnTo>
                    <a:pt x="1065052" y="2261606"/>
                  </a:lnTo>
                  <a:lnTo>
                    <a:pt x="1065908" y="2199907"/>
                  </a:lnTo>
                  <a:lnTo>
                    <a:pt x="1066763" y="2165262"/>
                  </a:lnTo>
                  <a:lnTo>
                    <a:pt x="1067619" y="2153182"/>
                  </a:lnTo>
                  <a:lnTo>
                    <a:pt x="1068474" y="2103302"/>
                  </a:lnTo>
                  <a:lnTo>
                    <a:pt x="1069330" y="2171590"/>
                  </a:lnTo>
                  <a:lnTo>
                    <a:pt x="1070185" y="2133899"/>
                  </a:lnTo>
                  <a:lnTo>
                    <a:pt x="1071041" y="2151957"/>
                  </a:lnTo>
                  <a:lnTo>
                    <a:pt x="1071896" y="2178531"/>
                  </a:lnTo>
                  <a:lnTo>
                    <a:pt x="1072752" y="2155304"/>
                  </a:lnTo>
                  <a:lnTo>
                    <a:pt x="1073607" y="2205572"/>
                  </a:lnTo>
                  <a:lnTo>
                    <a:pt x="1074463" y="2245242"/>
                  </a:lnTo>
                  <a:lnTo>
                    <a:pt x="1075318" y="2246406"/>
                  </a:lnTo>
                  <a:lnTo>
                    <a:pt x="1076174" y="2266353"/>
                  </a:lnTo>
                  <a:lnTo>
                    <a:pt x="1077029" y="2241600"/>
                  </a:lnTo>
                  <a:lnTo>
                    <a:pt x="1077885" y="2248422"/>
                  </a:lnTo>
                  <a:lnTo>
                    <a:pt x="1078740" y="2269013"/>
                  </a:lnTo>
                  <a:lnTo>
                    <a:pt x="1079596" y="2227647"/>
                  </a:lnTo>
                  <a:lnTo>
                    <a:pt x="1080452" y="2196732"/>
                  </a:lnTo>
                  <a:lnTo>
                    <a:pt x="1081307" y="2178555"/>
                  </a:lnTo>
                  <a:lnTo>
                    <a:pt x="1082163" y="2211175"/>
                  </a:lnTo>
                  <a:lnTo>
                    <a:pt x="1083018" y="2255135"/>
                  </a:lnTo>
                  <a:lnTo>
                    <a:pt x="1083874" y="2226407"/>
                  </a:lnTo>
                  <a:lnTo>
                    <a:pt x="1084729" y="2260752"/>
                  </a:lnTo>
                  <a:lnTo>
                    <a:pt x="1085585" y="2244586"/>
                  </a:lnTo>
                  <a:lnTo>
                    <a:pt x="1086440" y="2228202"/>
                  </a:lnTo>
                  <a:lnTo>
                    <a:pt x="1087296" y="2226868"/>
                  </a:lnTo>
                  <a:lnTo>
                    <a:pt x="1088151" y="2205882"/>
                  </a:lnTo>
                  <a:lnTo>
                    <a:pt x="1089007" y="2216260"/>
                  </a:lnTo>
                  <a:lnTo>
                    <a:pt x="1089862" y="2215082"/>
                  </a:lnTo>
                  <a:lnTo>
                    <a:pt x="1090718" y="2186404"/>
                  </a:lnTo>
                  <a:lnTo>
                    <a:pt x="1091573" y="2159395"/>
                  </a:lnTo>
                  <a:lnTo>
                    <a:pt x="1092429" y="2126311"/>
                  </a:lnTo>
                  <a:lnTo>
                    <a:pt x="1093284" y="2111773"/>
                  </a:lnTo>
                  <a:lnTo>
                    <a:pt x="1094140" y="2066048"/>
                  </a:lnTo>
                  <a:lnTo>
                    <a:pt x="1094996" y="2051285"/>
                  </a:lnTo>
                  <a:lnTo>
                    <a:pt x="1095851" y="2082112"/>
                  </a:lnTo>
                  <a:lnTo>
                    <a:pt x="1096707" y="2107766"/>
                  </a:lnTo>
                  <a:lnTo>
                    <a:pt x="1097562" y="2096230"/>
                  </a:lnTo>
                  <a:lnTo>
                    <a:pt x="1098418" y="2130923"/>
                  </a:lnTo>
                  <a:lnTo>
                    <a:pt x="1099273" y="2124189"/>
                  </a:lnTo>
                  <a:lnTo>
                    <a:pt x="1100129" y="2095500"/>
                  </a:lnTo>
                  <a:lnTo>
                    <a:pt x="1100984" y="2086363"/>
                  </a:lnTo>
                  <a:lnTo>
                    <a:pt x="1101840" y="2089250"/>
                  </a:lnTo>
                  <a:lnTo>
                    <a:pt x="1102695" y="2122683"/>
                  </a:lnTo>
                  <a:lnTo>
                    <a:pt x="1103551" y="2120941"/>
                  </a:lnTo>
                  <a:lnTo>
                    <a:pt x="1104406" y="2125362"/>
                  </a:lnTo>
                  <a:lnTo>
                    <a:pt x="1105262" y="2156091"/>
                  </a:lnTo>
                  <a:lnTo>
                    <a:pt x="1106117" y="2139752"/>
                  </a:lnTo>
                  <a:lnTo>
                    <a:pt x="1106973" y="2149105"/>
                  </a:lnTo>
                  <a:lnTo>
                    <a:pt x="1107828" y="2144356"/>
                  </a:lnTo>
                  <a:lnTo>
                    <a:pt x="1108684" y="2143574"/>
                  </a:lnTo>
                  <a:lnTo>
                    <a:pt x="1109539" y="2193503"/>
                  </a:lnTo>
                  <a:lnTo>
                    <a:pt x="1110395" y="2172236"/>
                  </a:lnTo>
                  <a:lnTo>
                    <a:pt x="1111251" y="2164844"/>
                  </a:lnTo>
                  <a:lnTo>
                    <a:pt x="1112106" y="2167070"/>
                  </a:lnTo>
                  <a:lnTo>
                    <a:pt x="1112962" y="2151421"/>
                  </a:lnTo>
                  <a:lnTo>
                    <a:pt x="1113817" y="2158032"/>
                  </a:lnTo>
                  <a:lnTo>
                    <a:pt x="1114673" y="2169021"/>
                  </a:lnTo>
                  <a:lnTo>
                    <a:pt x="1115528" y="2149258"/>
                  </a:lnTo>
                  <a:lnTo>
                    <a:pt x="1116384" y="2144678"/>
                  </a:lnTo>
                  <a:lnTo>
                    <a:pt x="1117239" y="2123508"/>
                  </a:lnTo>
                  <a:lnTo>
                    <a:pt x="1118095" y="2112352"/>
                  </a:lnTo>
                  <a:lnTo>
                    <a:pt x="1118950" y="2111309"/>
                  </a:lnTo>
                  <a:lnTo>
                    <a:pt x="1119806" y="2109325"/>
                  </a:lnTo>
                  <a:lnTo>
                    <a:pt x="1120661" y="2148530"/>
                  </a:lnTo>
                  <a:lnTo>
                    <a:pt x="1121517" y="2137268"/>
                  </a:lnTo>
                  <a:lnTo>
                    <a:pt x="1122372" y="2131570"/>
                  </a:lnTo>
                  <a:lnTo>
                    <a:pt x="1123228" y="2137139"/>
                  </a:lnTo>
                  <a:lnTo>
                    <a:pt x="1124083" y="2126160"/>
                  </a:lnTo>
                  <a:lnTo>
                    <a:pt x="1124939" y="2133695"/>
                  </a:lnTo>
                  <a:lnTo>
                    <a:pt x="1125794" y="2140721"/>
                  </a:lnTo>
                  <a:lnTo>
                    <a:pt x="1126650" y="2166160"/>
                  </a:lnTo>
                  <a:lnTo>
                    <a:pt x="1127506" y="2165684"/>
                  </a:lnTo>
                  <a:lnTo>
                    <a:pt x="1128361" y="2149297"/>
                  </a:lnTo>
                  <a:lnTo>
                    <a:pt x="1129217" y="2178654"/>
                  </a:lnTo>
                  <a:lnTo>
                    <a:pt x="1130072" y="2192172"/>
                  </a:lnTo>
                  <a:lnTo>
                    <a:pt x="1130928" y="2219486"/>
                  </a:lnTo>
                  <a:lnTo>
                    <a:pt x="1131783" y="2201258"/>
                  </a:lnTo>
                  <a:lnTo>
                    <a:pt x="1132639" y="2206703"/>
                  </a:lnTo>
                  <a:lnTo>
                    <a:pt x="1133494" y="2233255"/>
                  </a:lnTo>
                  <a:lnTo>
                    <a:pt x="1134350" y="2242761"/>
                  </a:lnTo>
                  <a:lnTo>
                    <a:pt x="1135205" y="2250185"/>
                  </a:lnTo>
                  <a:lnTo>
                    <a:pt x="1136061" y="2229195"/>
                  </a:lnTo>
                  <a:lnTo>
                    <a:pt x="1136916" y="2245643"/>
                  </a:lnTo>
                  <a:lnTo>
                    <a:pt x="1137772" y="2253536"/>
                  </a:lnTo>
                  <a:lnTo>
                    <a:pt x="1138627" y="2220719"/>
                  </a:lnTo>
                  <a:lnTo>
                    <a:pt x="1139483" y="2203769"/>
                  </a:lnTo>
                  <a:lnTo>
                    <a:pt x="1140338" y="2203878"/>
                  </a:lnTo>
                  <a:lnTo>
                    <a:pt x="1141194" y="2194569"/>
                  </a:lnTo>
                  <a:lnTo>
                    <a:pt x="1142050" y="2183808"/>
                  </a:lnTo>
                  <a:lnTo>
                    <a:pt x="1142905" y="2142505"/>
                  </a:lnTo>
                  <a:lnTo>
                    <a:pt x="1143761" y="2146343"/>
                  </a:lnTo>
                  <a:lnTo>
                    <a:pt x="1144616" y="2151837"/>
                  </a:lnTo>
                  <a:lnTo>
                    <a:pt x="1145472" y="2159819"/>
                  </a:lnTo>
                  <a:lnTo>
                    <a:pt x="1146327" y="2158845"/>
                  </a:lnTo>
                  <a:lnTo>
                    <a:pt x="1147183" y="2170497"/>
                  </a:lnTo>
                  <a:lnTo>
                    <a:pt x="1148038" y="2191332"/>
                  </a:lnTo>
                  <a:lnTo>
                    <a:pt x="1148894" y="2229699"/>
                  </a:lnTo>
                  <a:lnTo>
                    <a:pt x="1149749" y="2252712"/>
                  </a:lnTo>
                  <a:lnTo>
                    <a:pt x="1150605" y="2265910"/>
                  </a:lnTo>
                  <a:lnTo>
                    <a:pt x="1151460" y="2272640"/>
                  </a:lnTo>
                  <a:lnTo>
                    <a:pt x="1152316" y="2260829"/>
                  </a:lnTo>
                  <a:lnTo>
                    <a:pt x="1153171" y="2242227"/>
                  </a:lnTo>
                  <a:lnTo>
                    <a:pt x="1154027" y="2248894"/>
                  </a:lnTo>
                  <a:lnTo>
                    <a:pt x="1154882" y="2245280"/>
                  </a:lnTo>
                  <a:lnTo>
                    <a:pt x="1155738" y="2275577"/>
                  </a:lnTo>
                  <a:lnTo>
                    <a:pt x="1156593" y="2260361"/>
                  </a:lnTo>
                  <a:lnTo>
                    <a:pt x="1157449" y="2266606"/>
                  </a:lnTo>
                  <a:lnTo>
                    <a:pt x="1158305" y="2287320"/>
                  </a:lnTo>
                  <a:lnTo>
                    <a:pt x="1159160" y="2270471"/>
                  </a:lnTo>
                  <a:lnTo>
                    <a:pt x="1160016" y="2285335"/>
                  </a:lnTo>
                  <a:lnTo>
                    <a:pt x="1160871" y="2265963"/>
                  </a:lnTo>
                  <a:lnTo>
                    <a:pt x="1161727" y="2246586"/>
                  </a:lnTo>
                  <a:lnTo>
                    <a:pt x="1162582" y="2266286"/>
                  </a:lnTo>
                  <a:lnTo>
                    <a:pt x="1163438" y="2254637"/>
                  </a:lnTo>
                  <a:lnTo>
                    <a:pt x="1164293" y="2281257"/>
                  </a:lnTo>
                  <a:lnTo>
                    <a:pt x="1165149" y="2261277"/>
                  </a:lnTo>
                  <a:lnTo>
                    <a:pt x="1166004" y="2257153"/>
                  </a:lnTo>
                  <a:lnTo>
                    <a:pt x="1166860" y="2251285"/>
                  </a:lnTo>
                  <a:lnTo>
                    <a:pt x="1167715" y="2227654"/>
                  </a:lnTo>
                  <a:lnTo>
                    <a:pt x="1168571" y="2224750"/>
                  </a:lnTo>
                  <a:lnTo>
                    <a:pt x="1169426" y="2194260"/>
                  </a:lnTo>
                  <a:lnTo>
                    <a:pt x="1170282" y="2174495"/>
                  </a:lnTo>
                  <a:lnTo>
                    <a:pt x="1171137" y="2198516"/>
                  </a:lnTo>
                  <a:lnTo>
                    <a:pt x="1171993" y="2182224"/>
                  </a:lnTo>
                  <a:lnTo>
                    <a:pt x="1172848" y="2161522"/>
                  </a:lnTo>
                  <a:lnTo>
                    <a:pt x="1173704" y="2175188"/>
                  </a:lnTo>
                  <a:lnTo>
                    <a:pt x="1174560" y="2190414"/>
                  </a:lnTo>
                  <a:lnTo>
                    <a:pt x="1175415" y="2221979"/>
                  </a:lnTo>
                  <a:lnTo>
                    <a:pt x="1176271" y="2220955"/>
                  </a:lnTo>
                  <a:lnTo>
                    <a:pt x="1177126" y="2262326"/>
                  </a:lnTo>
                  <a:lnTo>
                    <a:pt x="1177982" y="2278914"/>
                  </a:lnTo>
                  <a:lnTo>
                    <a:pt x="1178837" y="2275268"/>
                  </a:lnTo>
                  <a:lnTo>
                    <a:pt x="1179693" y="2281457"/>
                  </a:lnTo>
                  <a:lnTo>
                    <a:pt x="1180548" y="2267544"/>
                  </a:lnTo>
                  <a:lnTo>
                    <a:pt x="1181404" y="2284085"/>
                  </a:lnTo>
                  <a:lnTo>
                    <a:pt x="1182259" y="2308321"/>
                  </a:lnTo>
                  <a:lnTo>
                    <a:pt x="1183115" y="2302047"/>
                  </a:lnTo>
                  <a:lnTo>
                    <a:pt x="1183970" y="2279542"/>
                  </a:lnTo>
                  <a:lnTo>
                    <a:pt x="1184826" y="2281405"/>
                  </a:lnTo>
                  <a:lnTo>
                    <a:pt x="1185681" y="2270201"/>
                  </a:lnTo>
                  <a:lnTo>
                    <a:pt x="1186537" y="2263987"/>
                  </a:lnTo>
                  <a:lnTo>
                    <a:pt x="1187392" y="2239481"/>
                  </a:lnTo>
                  <a:lnTo>
                    <a:pt x="1188248" y="2194052"/>
                  </a:lnTo>
                  <a:lnTo>
                    <a:pt x="1189104" y="2187342"/>
                  </a:lnTo>
                  <a:lnTo>
                    <a:pt x="1189959" y="2214971"/>
                  </a:lnTo>
                  <a:lnTo>
                    <a:pt x="1190815" y="2242013"/>
                  </a:lnTo>
                  <a:lnTo>
                    <a:pt x="1191670" y="2262811"/>
                  </a:lnTo>
                  <a:lnTo>
                    <a:pt x="1192526" y="2217863"/>
                  </a:lnTo>
                  <a:lnTo>
                    <a:pt x="1193381" y="2267096"/>
                  </a:lnTo>
                  <a:lnTo>
                    <a:pt x="1194237" y="2227190"/>
                  </a:lnTo>
                  <a:lnTo>
                    <a:pt x="1195092" y="2233284"/>
                  </a:lnTo>
                  <a:lnTo>
                    <a:pt x="1195948" y="2204429"/>
                  </a:lnTo>
                  <a:lnTo>
                    <a:pt x="1196803" y="2178159"/>
                  </a:lnTo>
                  <a:lnTo>
                    <a:pt x="1197659" y="2227963"/>
                  </a:lnTo>
                  <a:lnTo>
                    <a:pt x="1198514" y="2199113"/>
                  </a:lnTo>
                  <a:lnTo>
                    <a:pt x="1199370" y="2207620"/>
                  </a:lnTo>
                  <a:lnTo>
                    <a:pt x="1200225" y="2196299"/>
                  </a:lnTo>
                  <a:lnTo>
                    <a:pt x="1201081" y="2151164"/>
                  </a:lnTo>
                  <a:lnTo>
                    <a:pt x="1201936" y="2136201"/>
                  </a:lnTo>
                  <a:lnTo>
                    <a:pt x="1202792" y="2105678"/>
                  </a:lnTo>
                  <a:lnTo>
                    <a:pt x="1203647" y="2103085"/>
                  </a:lnTo>
                  <a:lnTo>
                    <a:pt x="1204503" y="2069944"/>
                  </a:lnTo>
                  <a:lnTo>
                    <a:pt x="1205359" y="2043278"/>
                  </a:lnTo>
                  <a:lnTo>
                    <a:pt x="1206214" y="1992821"/>
                  </a:lnTo>
                  <a:lnTo>
                    <a:pt x="1207070" y="1998269"/>
                  </a:lnTo>
                  <a:lnTo>
                    <a:pt x="1207925" y="1991789"/>
                  </a:lnTo>
                  <a:lnTo>
                    <a:pt x="1208781" y="2054998"/>
                  </a:lnTo>
                  <a:lnTo>
                    <a:pt x="1209636" y="2089866"/>
                  </a:lnTo>
                  <a:lnTo>
                    <a:pt x="1210492" y="2096480"/>
                  </a:lnTo>
                  <a:lnTo>
                    <a:pt x="1211347" y="2086967"/>
                  </a:lnTo>
                  <a:lnTo>
                    <a:pt x="1212203" y="2098217"/>
                  </a:lnTo>
                  <a:lnTo>
                    <a:pt x="1213058" y="2112305"/>
                  </a:lnTo>
                  <a:lnTo>
                    <a:pt x="1213914" y="2074577"/>
                  </a:lnTo>
                  <a:lnTo>
                    <a:pt x="1214769" y="2052686"/>
                  </a:lnTo>
                  <a:lnTo>
                    <a:pt x="1215625" y="2079720"/>
                  </a:lnTo>
                  <a:lnTo>
                    <a:pt x="1216480" y="2070622"/>
                  </a:lnTo>
                  <a:lnTo>
                    <a:pt x="1217336" y="2092990"/>
                  </a:lnTo>
                  <a:lnTo>
                    <a:pt x="1218191" y="2073637"/>
                  </a:lnTo>
                  <a:lnTo>
                    <a:pt x="1219047" y="2086962"/>
                  </a:lnTo>
                  <a:lnTo>
                    <a:pt x="1219902" y="2095988"/>
                  </a:lnTo>
                  <a:lnTo>
                    <a:pt x="1220758" y="2095053"/>
                  </a:lnTo>
                  <a:lnTo>
                    <a:pt x="1221614" y="2136446"/>
                  </a:lnTo>
                  <a:lnTo>
                    <a:pt x="1222469" y="2130972"/>
                  </a:lnTo>
                  <a:lnTo>
                    <a:pt x="1223325" y="2162000"/>
                  </a:lnTo>
                  <a:lnTo>
                    <a:pt x="1224180" y="2172728"/>
                  </a:lnTo>
                  <a:lnTo>
                    <a:pt x="1225036" y="2172338"/>
                  </a:lnTo>
                  <a:lnTo>
                    <a:pt x="1225891" y="2184118"/>
                  </a:lnTo>
                  <a:lnTo>
                    <a:pt x="1226747" y="2216265"/>
                  </a:lnTo>
                  <a:lnTo>
                    <a:pt x="1227602" y="2214968"/>
                  </a:lnTo>
                  <a:lnTo>
                    <a:pt x="1228458" y="2226275"/>
                  </a:lnTo>
                  <a:lnTo>
                    <a:pt x="1229313" y="2194520"/>
                  </a:lnTo>
                  <a:lnTo>
                    <a:pt x="1230169" y="2172822"/>
                  </a:lnTo>
                  <a:lnTo>
                    <a:pt x="1231024" y="2155159"/>
                  </a:lnTo>
                  <a:lnTo>
                    <a:pt x="1231880" y="2117639"/>
                  </a:lnTo>
                  <a:lnTo>
                    <a:pt x="1232735" y="2091728"/>
                  </a:lnTo>
                  <a:lnTo>
                    <a:pt x="1233591" y="2080911"/>
                  </a:lnTo>
                  <a:lnTo>
                    <a:pt x="1234446" y="2044403"/>
                  </a:lnTo>
                  <a:lnTo>
                    <a:pt x="1235302" y="2009724"/>
                  </a:lnTo>
                  <a:lnTo>
                    <a:pt x="1236158" y="2002233"/>
                  </a:lnTo>
                  <a:lnTo>
                    <a:pt x="1237013" y="2018787"/>
                  </a:lnTo>
                  <a:lnTo>
                    <a:pt x="1237869" y="2025609"/>
                  </a:lnTo>
                  <a:lnTo>
                    <a:pt x="1238724" y="1992376"/>
                  </a:lnTo>
                  <a:lnTo>
                    <a:pt x="1239580" y="2017172"/>
                  </a:lnTo>
                  <a:lnTo>
                    <a:pt x="1240435" y="2045227"/>
                  </a:lnTo>
                  <a:lnTo>
                    <a:pt x="1241291" y="1995677"/>
                  </a:lnTo>
                  <a:lnTo>
                    <a:pt x="1242146" y="1971008"/>
                  </a:lnTo>
                  <a:lnTo>
                    <a:pt x="1243002" y="1946386"/>
                  </a:lnTo>
                  <a:lnTo>
                    <a:pt x="1243857" y="1933626"/>
                  </a:lnTo>
                  <a:lnTo>
                    <a:pt x="1244713" y="1939608"/>
                  </a:lnTo>
                  <a:lnTo>
                    <a:pt x="1245568" y="1989211"/>
                  </a:lnTo>
                  <a:lnTo>
                    <a:pt x="1246424" y="1980400"/>
                  </a:lnTo>
                  <a:lnTo>
                    <a:pt x="1247279" y="1995758"/>
                  </a:lnTo>
                  <a:lnTo>
                    <a:pt x="1248135" y="2030590"/>
                  </a:lnTo>
                  <a:lnTo>
                    <a:pt x="1248990" y="2098757"/>
                  </a:lnTo>
                  <a:lnTo>
                    <a:pt x="1249846" y="2125236"/>
                  </a:lnTo>
                  <a:lnTo>
                    <a:pt x="1250701" y="2069963"/>
                  </a:lnTo>
                  <a:lnTo>
                    <a:pt x="1251557" y="2071375"/>
                  </a:lnTo>
                  <a:lnTo>
                    <a:pt x="1252413" y="2028206"/>
                  </a:lnTo>
                  <a:lnTo>
                    <a:pt x="1253268" y="2071112"/>
                  </a:lnTo>
                  <a:lnTo>
                    <a:pt x="1254124" y="2062777"/>
                  </a:lnTo>
                  <a:lnTo>
                    <a:pt x="1254979" y="2026524"/>
                  </a:lnTo>
                  <a:lnTo>
                    <a:pt x="1255835" y="2088307"/>
                  </a:lnTo>
                  <a:lnTo>
                    <a:pt x="1256690" y="2089826"/>
                  </a:lnTo>
                  <a:lnTo>
                    <a:pt x="1257546" y="2043431"/>
                  </a:lnTo>
                  <a:lnTo>
                    <a:pt x="1258401" y="2047522"/>
                  </a:lnTo>
                  <a:lnTo>
                    <a:pt x="1259257" y="2033719"/>
                  </a:lnTo>
                  <a:lnTo>
                    <a:pt x="1260112" y="2055729"/>
                  </a:lnTo>
                  <a:lnTo>
                    <a:pt x="1260968" y="2058943"/>
                  </a:lnTo>
                  <a:lnTo>
                    <a:pt x="1261823" y="2094287"/>
                  </a:lnTo>
                  <a:lnTo>
                    <a:pt x="1262679" y="2074304"/>
                  </a:lnTo>
                  <a:lnTo>
                    <a:pt x="1263534" y="2126899"/>
                  </a:lnTo>
                  <a:lnTo>
                    <a:pt x="1264390" y="2143182"/>
                  </a:lnTo>
                  <a:lnTo>
                    <a:pt x="1265245" y="2184362"/>
                  </a:lnTo>
                  <a:lnTo>
                    <a:pt x="1266101" y="2173815"/>
                  </a:lnTo>
                  <a:lnTo>
                    <a:pt x="1266956" y="2209863"/>
                  </a:lnTo>
                  <a:lnTo>
                    <a:pt x="1267812" y="2192515"/>
                  </a:lnTo>
                  <a:lnTo>
                    <a:pt x="1268668" y="2181052"/>
                  </a:lnTo>
                  <a:lnTo>
                    <a:pt x="1269523" y="2221393"/>
                  </a:lnTo>
                  <a:lnTo>
                    <a:pt x="1270379" y="2232933"/>
                  </a:lnTo>
                  <a:lnTo>
                    <a:pt x="1271234" y="2285447"/>
                  </a:lnTo>
                  <a:lnTo>
                    <a:pt x="1272090" y="2301610"/>
                  </a:lnTo>
                  <a:lnTo>
                    <a:pt x="1272945" y="2310414"/>
                  </a:lnTo>
                  <a:lnTo>
                    <a:pt x="1273801" y="2305484"/>
                  </a:lnTo>
                  <a:lnTo>
                    <a:pt x="1274656" y="2314318"/>
                  </a:lnTo>
                  <a:lnTo>
                    <a:pt x="1275512" y="2318631"/>
                  </a:lnTo>
                  <a:lnTo>
                    <a:pt x="1276367" y="2295392"/>
                  </a:lnTo>
                  <a:lnTo>
                    <a:pt x="1277223" y="2288101"/>
                  </a:lnTo>
                  <a:lnTo>
                    <a:pt x="1278078" y="2287501"/>
                  </a:lnTo>
                  <a:lnTo>
                    <a:pt x="1278934" y="2281178"/>
                  </a:lnTo>
                  <a:lnTo>
                    <a:pt x="1279789" y="2287877"/>
                  </a:lnTo>
                  <a:lnTo>
                    <a:pt x="1280645" y="2297475"/>
                  </a:lnTo>
                  <a:lnTo>
                    <a:pt x="1281500" y="2296389"/>
                  </a:lnTo>
                  <a:lnTo>
                    <a:pt x="1282356" y="2308151"/>
                  </a:lnTo>
                  <a:lnTo>
                    <a:pt x="1283211" y="2299469"/>
                  </a:lnTo>
                  <a:lnTo>
                    <a:pt x="1284067" y="2297449"/>
                  </a:lnTo>
                  <a:lnTo>
                    <a:pt x="1284923" y="2291357"/>
                  </a:lnTo>
                  <a:lnTo>
                    <a:pt x="1285778" y="2265528"/>
                  </a:lnTo>
                  <a:lnTo>
                    <a:pt x="1286634" y="2274861"/>
                  </a:lnTo>
                  <a:lnTo>
                    <a:pt x="1287489" y="2238813"/>
                  </a:lnTo>
                  <a:lnTo>
                    <a:pt x="1288345" y="2225686"/>
                  </a:lnTo>
                  <a:lnTo>
                    <a:pt x="1289200" y="2204060"/>
                  </a:lnTo>
                  <a:lnTo>
                    <a:pt x="1290056" y="2201890"/>
                  </a:lnTo>
                  <a:lnTo>
                    <a:pt x="1290911" y="2202150"/>
                  </a:lnTo>
                  <a:lnTo>
                    <a:pt x="1291767" y="2156470"/>
                  </a:lnTo>
                  <a:lnTo>
                    <a:pt x="1292622" y="2154361"/>
                  </a:lnTo>
                  <a:lnTo>
                    <a:pt x="1293478" y="2183851"/>
                  </a:lnTo>
                  <a:lnTo>
                    <a:pt x="1294333" y="2166971"/>
                  </a:lnTo>
                  <a:lnTo>
                    <a:pt x="1295189" y="2221755"/>
                  </a:lnTo>
                  <a:lnTo>
                    <a:pt x="1296044" y="2211283"/>
                  </a:lnTo>
                  <a:lnTo>
                    <a:pt x="1296900" y="2269315"/>
                  </a:lnTo>
                  <a:lnTo>
                    <a:pt x="1297755" y="2274598"/>
                  </a:lnTo>
                  <a:lnTo>
                    <a:pt x="1298611" y="2275898"/>
                  </a:lnTo>
                  <a:lnTo>
                    <a:pt x="1299467" y="2260106"/>
                  </a:lnTo>
                  <a:lnTo>
                    <a:pt x="1300322" y="2251670"/>
                  </a:lnTo>
                  <a:lnTo>
                    <a:pt x="1301178" y="2257468"/>
                  </a:lnTo>
                  <a:lnTo>
                    <a:pt x="1302033" y="2203607"/>
                  </a:lnTo>
                  <a:lnTo>
                    <a:pt x="1302889" y="2186011"/>
                  </a:lnTo>
                  <a:lnTo>
                    <a:pt x="1303744" y="2214874"/>
                  </a:lnTo>
                  <a:lnTo>
                    <a:pt x="1304600" y="2233215"/>
                  </a:lnTo>
                  <a:lnTo>
                    <a:pt x="1305455" y="2251583"/>
                  </a:lnTo>
                  <a:lnTo>
                    <a:pt x="1306311" y="2238005"/>
                  </a:lnTo>
                  <a:lnTo>
                    <a:pt x="1307166" y="2225144"/>
                  </a:lnTo>
                  <a:lnTo>
                    <a:pt x="1308022" y="2220533"/>
                  </a:lnTo>
                  <a:lnTo>
                    <a:pt x="1308877" y="2219393"/>
                  </a:lnTo>
                  <a:lnTo>
                    <a:pt x="1309733" y="2193591"/>
                  </a:lnTo>
                  <a:lnTo>
                    <a:pt x="1310588" y="2159647"/>
                  </a:lnTo>
                  <a:lnTo>
                    <a:pt x="1311444" y="2188383"/>
                  </a:lnTo>
                  <a:lnTo>
                    <a:pt x="1312299" y="2170663"/>
                  </a:lnTo>
                  <a:lnTo>
                    <a:pt x="1313155" y="2131480"/>
                  </a:lnTo>
                  <a:lnTo>
                    <a:pt x="1314010" y="2148063"/>
                  </a:lnTo>
                  <a:lnTo>
                    <a:pt x="1314866" y="2147144"/>
                  </a:lnTo>
                  <a:lnTo>
                    <a:pt x="1315722" y="2158585"/>
                  </a:lnTo>
                  <a:lnTo>
                    <a:pt x="1316577" y="2168713"/>
                  </a:lnTo>
                  <a:lnTo>
                    <a:pt x="1317433" y="2139879"/>
                  </a:lnTo>
                  <a:lnTo>
                    <a:pt x="1318288" y="2205134"/>
                  </a:lnTo>
                  <a:lnTo>
                    <a:pt x="1319144" y="2219838"/>
                  </a:lnTo>
                  <a:lnTo>
                    <a:pt x="1319999" y="2201936"/>
                  </a:lnTo>
                  <a:lnTo>
                    <a:pt x="1320855" y="2214974"/>
                  </a:lnTo>
                  <a:lnTo>
                    <a:pt x="1321710" y="2202746"/>
                  </a:lnTo>
                  <a:lnTo>
                    <a:pt x="1322566" y="2213560"/>
                  </a:lnTo>
                  <a:lnTo>
                    <a:pt x="1323421" y="2256407"/>
                  </a:lnTo>
                  <a:lnTo>
                    <a:pt x="1324277" y="2205279"/>
                  </a:lnTo>
                  <a:lnTo>
                    <a:pt x="1325132" y="2218179"/>
                  </a:lnTo>
                  <a:lnTo>
                    <a:pt x="1325988" y="2179045"/>
                  </a:lnTo>
                  <a:lnTo>
                    <a:pt x="1326843" y="2175563"/>
                  </a:lnTo>
                  <a:lnTo>
                    <a:pt x="1327699" y="2201769"/>
                  </a:lnTo>
                  <a:lnTo>
                    <a:pt x="1328554" y="2177947"/>
                  </a:lnTo>
                  <a:lnTo>
                    <a:pt x="1329410" y="2187833"/>
                  </a:lnTo>
                  <a:lnTo>
                    <a:pt x="1330265" y="2135790"/>
                  </a:lnTo>
                  <a:lnTo>
                    <a:pt x="1331121" y="2110966"/>
                  </a:lnTo>
                  <a:lnTo>
                    <a:pt x="1331977" y="2128911"/>
                  </a:lnTo>
                  <a:lnTo>
                    <a:pt x="1332832" y="2158863"/>
                  </a:lnTo>
                  <a:lnTo>
                    <a:pt x="1333688" y="2156045"/>
                  </a:lnTo>
                  <a:lnTo>
                    <a:pt x="1334543" y="2142900"/>
                  </a:lnTo>
                  <a:lnTo>
                    <a:pt x="1335399" y="2135496"/>
                  </a:lnTo>
                  <a:lnTo>
                    <a:pt x="1336254" y="2171118"/>
                  </a:lnTo>
                  <a:lnTo>
                    <a:pt x="1337110" y="2189236"/>
                  </a:lnTo>
                  <a:lnTo>
                    <a:pt x="1337965" y="2225899"/>
                  </a:lnTo>
                  <a:lnTo>
                    <a:pt x="1338821" y="2203290"/>
                  </a:lnTo>
                  <a:lnTo>
                    <a:pt x="1339676" y="2227551"/>
                  </a:lnTo>
                  <a:lnTo>
                    <a:pt x="1340532" y="2208311"/>
                  </a:lnTo>
                  <a:lnTo>
                    <a:pt x="1341387" y="2197027"/>
                  </a:lnTo>
                  <a:lnTo>
                    <a:pt x="1342243" y="2208385"/>
                  </a:lnTo>
                  <a:lnTo>
                    <a:pt x="1343098" y="2213012"/>
                  </a:lnTo>
                  <a:lnTo>
                    <a:pt x="1343954" y="2258707"/>
                  </a:lnTo>
                  <a:lnTo>
                    <a:pt x="1344809" y="2242676"/>
                  </a:lnTo>
                  <a:lnTo>
                    <a:pt x="1345665" y="2240598"/>
                  </a:lnTo>
                  <a:lnTo>
                    <a:pt x="1346521" y="2252014"/>
                  </a:lnTo>
                  <a:lnTo>
                    <a:pt x="1347376" y="2249181"/>
                  </a:lnTo>
                  <a:lnTo>
                    <a:pt x="1348232" y="2234708"/>
                  </a:lnTo>
                  <a:lnTo>
                    <a:pt x="1349087" y="2180070"/>
                  </a:lnTo>
                  <a:lnTo>
                    <a:pt x="1349943" y="2131040"/>
                  </a:lnTo>
                  <a:lnTo>
                    <a:pt x="1350798" y="2141419"/>
                  </a:lnTo>
                  <a:lnTo>
                    <a:pt x="1351654" y="2129716"/>
                  </a:lnTo>
                  <a:lnTo>
                    <a:pt x="1352509" y="2125281"/>
                  </a:lnTo>
                  <a:lnTo>
                    <a:pt x="1353365" y="2100428"/>
                  </a:lnTo>
                  <a:lnTo>
                    <a:pt x="1354220" y="2099588"/>
                  </a:lnTo>
                  <a:lnTo>
                    <a:pt x="1355076" y="2105572"/>
                  </a:lnTo>
                  <a:lnTo>
                    <a:pt x="1355931" y="2085713"/>
                  </a:lnTo>
                  <a:lnTo>
                    <a:pt x="1356787" y="2113831"/>
                  </a:lnTo>
                  <a:lnTo>
                    <a:pt x="1357642" y="2122074"/>
                  </a:lnTo>
                  <a:lnTo>
                    <a:pt x="1358498" y="2154485"/>
                  </a:lnTo>
                  <a:lnTo>
                    <a:pt x="1359353" y="2151700"/>
                  </a:lnTo>
                  <a:lnTo>
                    <a:pt x="1360209" y="2139280"/>
                  </a:lnTo>
                  <a:lnTo>
                    <a:pt x="1361064" y="2189648"/>
                  </a:lnTo>
                  <a:lnTo>
                    <a:pt x="1361920" y="2159507"/>
                  </a:lnTo>
                  <a:lnTo>
                    <a:pt x="1362776" y="2127842"/>
                  </a:lnTo>
                  <a:lnTo>
                    <a:pt x="1363631" y="2106294"/>
                  </a:lnTo>
                  <a:lnTo>
                    <a:pt x="1364487" y="2094142"/>
                  </a:lnTo>
                  <a:lnTo>
                    <a:pt x="1365342" y="2131824"/>
                  </a:lnTo>
                  <a:lnTo>
                    <a:pt x="1366198" y="2145083"/>
                  </a:lnTo>
                  <a:lnTo>
                    <a:pt x="1367053" y="2158688"/>
                  </a:lnTo>
                  <a:lnTo>
                    <a:pt x="1367909" y="2176770"/>
                  </a:lnTo>
                  <a:lnTo>
                    <a:pt x="1368764" y="2193447"/>
                  </a:lnTo>
                  <a:lnTo>
                    <a:pt x="1369620" y="2209966"/>
                  </a:lnTo>
                  <a:lnTo>
                    <a:pt x="1370475" y="2234997"/>
                  </a:lnTo>
                  <a:lnTo>
                    <a:pt x="1371331" y="2252256"/>
                  </a:lnTo>
                  <a:lnTo>
                    <a:pt x="1372186" y="2285725"/>
                  </a:lnTo>
                  <a:lnTo>
                    <a:pt x="1373042" y="2246736"/>
                  </a:lnTo>
                  <a:lnTo>
                    <a:pt x="1373897" y="2248978"/>
                  </a:lnTo>
                  <a:lnTo>
                    <a:pt x="1374753" y="2245977"/>
                  </a:lnTo>
                  <a:lnTo>
                    <a:pt x="1375608" y="2259097"/>
                  </a:lnTo>
                  <a:lnTo>
                    <a:pt x="1376464" y="2289040"/>
                  </a:lnTo>
                  <a:lnTo>
                    <a:pt x="1377319" y="2244805"/>
                  </a:lnTo>
                  <a:lnTo>
                    <a:pt x="1378175" y="2297560"/>
                  </a:lnTo>
                  <a:lnTo>
                    <a:pt x="1379031" y="2265267"/>
                  </a:lnTo>
                  <a:lnTo>
                    <a:pt x="1379886" y="2286316"/>
                  </a:lnTo>
                  <a:lnTo>
                    <a:pt x="1380742" y="2272143"/>
                  </a:lnTo>
                  <a:lnTo>
                    <a:pt x="1381597" y="2239852"/>
                  </a:lnTo>
                  <a:lnTo>
                    <a:pt x="1382453" y="2245263"/>
                  </a:lnTo>
                  <a:lnTo>
                    <a:pt x="1383308" y="2242004"/>
                  </a:lnTo>
                  <a:lnTo>
                    <a:pt x="1384164" y="2256061"/>
                  </a:lnTo>
                  <a:lnTo>
                    <a:pt x="1385019" y="2241805"/>
                  </a:lnTo>
                  <a:lnTo>
                    <a:pt x="1385875" y="2199289"/>
                  </a:lnTo>
                  <a:lnTo>
                    <a:pt x="1386730" y="2223925"/>
                  </a:lnTo>
                  <a:lnTo>
                    <a:pt x="1387586" y="2235682"/>
                  </a:lnTo>
                  <a:lnTo>
                    <a:pt x="1388441" y="2262805"/>
                  </a:lnTo>
                  <a:lnTo>
                    <a:pt x="1389297" y="2250960"/>
                  </a:lnTo>
                  <a:lnTo>
                    <a:pt x="1390152" y="2236529"/>
                  </a:lnTo>
                  <a:lnTo>
                    <a:pt x="1391008" y="2251281"/>
                  </a:lnTo>
                  <a:lnTo>
                    <a:pt x="1391863" y="2233012"/>
                  </a:lnTo>
                  <a:lnTo>
                    <a:pt x="1392719" y="2231651"/>
                  </a:lnTo>
                  <a:lnTo>
                    <a:pt x="1393575" y="2208336"/>
                  </a:lnTo>
                  <a:lnTo>
                    <a:pt x="1394430" y="2180677"/>
                  </a:lnTo>
                  <a:lnTo>
                    <a:pt x="1395286" y="2194581"/>
                  </a:lnTo>
                  <a:lnTo>
                    <a:pt x="1396141" y="2185466"/>
                  </a:lnTo>
                  <a:lnTo>
                    <a:pt x="1396997" y="2200648"/>
                  </a:lnTo>
                  <a:lnTo>
                    <a:pt x="1397852" y="2257713"/>
                  </a:lnTo>
                  <a:lnTo>
                    <a:pt x="1398708" y="2246510"/>
                  </a:lnTo>
                  <a:lnTo>
                    <a:pt x="1399563" y="2259354"/>
                  </a:lnTo>
                  <a:lnTo>
                    <a:pt x="1400419" y="2233755"/>
                  </a:lnTo>
                  <a:lnTo>
                    <a:pt x="1401274" y="2231351"/>
                  </a:lnTo>
                  <a:lnTo>
                    <a:pt x="1402130" y="2238624"/>
                  </a:lnTo>
                  <a:lnTo>
                    <a:pt x="1402985" y="2244218"/>
                  </a:lnTo>
                  <a:lnTo>
                    <a:pt x="1403841" y="2234852"/>
                  </a:lnTo>
                  <a:lnTo>
                    <a:pt x="1404696" y="2260036"/>
                  </a:lnTo>
                  <a:lnTo>
                    <a:pt x="1405552" y="2257542"/>
                  </a:lnTo>
                  <a:lnTo>
                    <a:pt x="1406407" y="2245532"/>
                  </a:lnTo>
                  <a:lnTo>
                    <a:pt x="1407263" y="2288779"/>
                  </a:lnTo>
                  <a:lnTo>
                    <a:pt x="1408118" y="2277465"/>
                  </a:lnTo>
                  <a:lnTo>
                    <a:pt x="1408974" y="2290008"/>
                  </a:lnTo>
                  <a:lnTo>
                    <a:pt x="1409830" y="2277549"/>
                  </a:lnTo>
                  <a:lnTo>
                    <a:pt x="1410685" y="2225991"/>
                  </a:lnTo>
                  <a:lnTo>
                    <a:pt x="1411541" y="2258119"/>
                  </a:lnTo>
                  <a:lnTo>
                    <a:pt x="1412396" y="2217162"/>
                  </a:lnTo>
                  <a:lnTo>
                    <a:pt x="1413252" y="2223525"/>
                  </a:lnTo>
                  <a:lnTo>
                    <a:pt x="1414107" y="2221512"/>
                  </a:lnTo>
                  <a:lnTo>
                    <a:pt x="1414963" y="2182385"/>
                  </a:lnTo>
                  <a:lnTo>
                    <a:pt x="1415818" y="2221968"/>
                  </a:lnTo>
                  <a:lnTo>
                    <a:pt x="1416674" y="2182090"/>
                  </a:lnTo>
                  <a:lnTo>
                    <a:pt x="1417529" y="2174061"/>
                  </a:lnTo>
                  <a:lnTo>
                    <a:pt x="1418385" y="2170678"/>
                  </a:lnTo>
                  <a:lnTo>
                    <a:pt x="1419240" y="2200512"/>
                  </a:lnTo>
                  <a:lnTo>
                    <a:pt x="1420096" y="2211718"/>
                  </a:lnTo>
                  <a:lnTo>
                    <a:pt x="1420951" y="2184772"/>
                  </a:lnTo>
                  <a:lnTo>
                    <a:pt x="1421807" y="2171871"/>
                  </a:lnTo>
                  <a:lnTo>
                    <a:pt x="1422662" y="2208343"/>
                  </a:lnTo>
                  <a:lnTo>
                    <a:pt x="1423518" y="2237627"/>
                  </a:lnTo>
                  <a:lnTo>
                    <a:pt x="1424373" y="2225473"/>
                  </a:lnTo>
                  <a:lnTo>
                    <a:pt x="1425229" y="2199400"/>
                  </a:lnTo>
                  <a:lnTo>
                    <a:pt x="1426085" y="2174410"/>
                  </a:lnTo>
                  <a:lnTo>
                    <a:pt x="1426940" y="2208081"/>
                  </a:lnTo>
                  <a:lnTo>
                    <a:pt x="1427796" y="2181214"/>
                  </a:lnTo>
                  <a:lnTo>
                    <a:pt x="1428651" y="2162345"/>
                  </a:lnTo>
                  <a:lnTo>
                    <a:pt x="1429507" y="2163654"/>
                  </a:lnTo>
                  <a:lnTo>
                    <a:pt x="1430362" y="2177742"/>
                  </a:lnTo>
                  <a:lnTo>
                    <a:pt x="1431218" y="2190792"/>
                  </a:lnTo>
                  <a:lnTo>
                    <a:pt x="1432073" y="2191032"/>
                  </a:lnTo>
                  <a:lnTo>
                    <a:pt x="1432929" y="2204685"/>
                  </a:lnTo>
                  <a:lnTo>
                    <a:pt x="1433784" y="2199603"/>
                  </a:lnTo>
                  <a:lnTo>
                    <a:pt x="1434640" y="2173799"/>
                  </a:lnTo>
                  <a:lnTo>
                    <a:pt x="1435495" y="2200807"/>
                  </a:lnTo>
                  <a:lnTo>
                    <a:pt x="1436351" y="2196879"/>
                  </a:lnTo>
                  <a:lnTo>
                    <a:pt x="1437206" y="2179086"/>
                  </a:lnTo>
                  <a:lnTo>
                    <a:pt x="1438062" y="2218574"/>
                  </a:lnTo>
                  <a:lnTo>
                    <a:pt x="1438917" y="2224388"/>
                  </a:lnTo>
                  <a:lnTo>
                    <a:pt x="1439773" y="2241699"/>
                  </a:lnTo>
                  <a:lnTo>
                    <a:pt x="1440629" y="2262232"/>
                  </a:lnTo>
                  <a:lnTo>
                    <a:pt x="1441484" y="2256219"/>
                  </a:lnTo>
                  <a:lnTo>
                    <a:pt x="1442340" y="2267352"/>
                  </a:lnTo>
                  <a:lnTo>
                    <a:pt x="1443195" y="2282013"/>
                  </a:lnTo>
                  <a:lnTo>
                    <a:pt x="1444051" y="2282664"/>
                  </a:lnTo>
                  <a:lnTo>
                    <a:pt x="1444906" y="2277378"/>
                  </a:lnTo>
                  <a:lnTo>
                    <a:pt x="1445762" y="2256513"/>
                  </a:lnTo>
                  <a:lnTo>
                    <a:pt x="1446617" y="2258918"/>
                  </a:lnTo>
                  <a:lnTo>
                    <a:pt x="1447473" y="2282719"/>
                  </a:lnTo>
                  <a:lnTo>
                    <a:pt x="1448328" y="2310475"/>
                  </a:lnTo>
                  <a:lnTo>
                    <a:pt x="1449184" y="2322198"/>
                  </a:lnTo>
                  <a:lnTo>
                    <a:pt x="1450039" y="2312435"/>
                  </a:lnTo>
                  <a:lnTo>
                    <a:pt x="1450895" y="2311533"/>
                  </a:lnTo>
                  <a:lnTo>
                    <a:pt x="1451750" y="2310665"/>
                  </a:lnTo>
                  <a:lnTo>
                    <a:pt x="1452606" y="2319726"/>
                  </a:lnTo>
                  <a:lnTo>
                    <a:pt x="1453461" y="2308330"/>
                  </a:lnTo>
                  <a:lnTo>
                    <a:pt x="1454317" y="2298263"/>
                  </a:lnTo>
                  <a:lnTo>
                    <a:pt x="1455172" y="2311150"/>
                  </a:lnTo>
                  <a:lnTo>
                    <a:pt x="1455897" y="232838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8343461" y="6373647"/>
              <a:ext cx="988" cy="5802"/>
            </a:xfrm>
            <a:custGeom>
              <a:avLst/>
              <a:pathLst>
                <a:path w="988" h="5802">
                  <a:moveTo>
                    <a:pt x="0" y="5802"/>
                  </a:moveTo>
                  <a:lnTo>
                    <a:pt x="555" y="0"/>
                  </a:lnTo>
                  <a:lnTo>
                    <a:pt x="988" y="580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8345068" y="6360308"/>
              <a:ext cx="1537" cy="19141"/>
            </a:xfrm>
            <a:custGeom>
              <a:avLst/>
              <a:pathLst>
                <a:path w="1537" h="19141">
                  <a:moveTo>
                    <a:pt x="0" y="19141"/>
                  </a:moveTo>
                  <a:lnTo>
                    <a:pt x="660" y="0"/>
                  </a:lnTo>
                  <a:lnTo>
                    <a:pt x="1515" y="19005"/>
                  </a:lnTo>
                  <a:lnTo>
                    <a:pt x="1537" y="1914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8347989" y="6331136"/>
              <a:ext cx="7973" cy="48313"/>
            </a:xfrm>
            <a:custGeom>
              <a:avLst/>
              <a:pathLst>
                <a:path w="7973" h="48313">
                  <a:moveTo>
                    <a:pt x="0" y="48313"/>
                  </a:moveTo>
                  <a:lnTo>
                    <a:pt x="305" y="45449"/>
                  </a:lnTo>
                  <a:lnTo>
                    <a:pt x="1160" y="46378"/>
                  </a:lnTo>
                  <a:lnTo>
                    <a:pt x="2016" y="29879"/>
                  </a:lnTo>
                  <a:lnTo>
                    <a:pt x="2871" y="31916"/>
                  </a:lnTo>
                  <a:lnTo>
                    <a:pt x="3727" y="32148"/>
                  </a:lnTo>
                  <a:lnTo>
                    <a:pt x="4582" y="21102"/>
                  </a:lnTo>
                  <a:lnTo>
                    <a:pt x="5438" y="20844"/>
                  </a:lnTo>
                  <a:lnTo>
                    <a:pt x="6293" y="0"/>
                  </a:lnTo>
                  <a:lnTo>
                    <a:pt x="7149" y="37112"/>
                  </a:lnTo>
                  <a:lnTo>
                    <a:pt x="7973" y="4831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8356036" y="6219559"/>
              <a:ext cx="38415" cy="159890"/>
            </a:xfrm>
            <a:custGeom>
              <a:avLst/>
              <a:pathLst>
                <a:path w="38415" h="159890">
                  <a:moveTo>
                    <a:pt x="0" y="159890"/>
                  </a:moveTo>
                  <a:lnTo>
                    <a:pt x="813" y="151575"/>
                  </a:lnTo>
                  <a:lnTo>
                    <a:pt x="1669" y="122524"/>
                  </a:lnTo>
                  <a:lnTo>
                    <a:pt x="2524" y="107121"/>
                  </a:lnTo>
                  <a:lnTo>
                    <a:pt x="3380" y="110080"/>
                  </a:lnTo>
                  <a:lnTo>
                    <a:pt x="4235" y="94427"/>
                  </a:lnTo>
                  <a:lnTo>
                    <a:pt x="5091" y="57891"/>
                  </a:lnTo>
                  <a:lnTo>
                    <a:pt x="5946" y="65490"/>
                  </a:lnTo>
                  <a:lnTo>
                    <a:pt x="6802" y="48243"/>
                  </a:lnTo>
                  <a:lnTo>
                    <a:pt x="7658" y="31716"/>
                  </a:lnTo>
                  <a:lnTo>
                    <a:pt x="8513" y="20985"/>
                  </a:lnTo>
                  <a:lnTo>
                    <a:pt x="9369" y="13200"/>
                  </a:lnTo>
                  <a:lnTo>
                    <a:pt x="10224" y="30088"/>
                  </a:lnTo>
                  <a:lnTo>
                    <a:pt x="11080" y="17267"/>
                  </a:lnTo>
                  <a:lnTo>
                    <a:pt x="11935" y="24591"/>
                  </a:lnTo>
                  <a:lnTo>
                    <a:pt x="12791" y="21647"/>
                  </a:lnTo>
                  <a:lnTo>
                    <a:pt x="13646" y="51493"/>
                  </a:lnTo>
                  <a:lnTo>
                    <a:pt x="14502" y="41101"/>
                  </a:lnTo>
                  <a:lnTo>
                    <a:pt x="15357" y="16814"/>
                  </a:lnTo>
                  <a:lnTo>
                    <a:pt x="16213" y="45791"/>
                  </a:lnTo>
                  <a:lnTo>
                    <a:pt x="17068" y="61750"/>
                  </a:lnTo>
                  <a:lnTo>
                    <a:pt x="17924" y="55346"/>
                  </a:lnTo>
                  <a:lnTo>
                    <a:pt x="18779" y="44251"/>
                  </a:lnTo>
                  <a:lnTo>
                    <a:pt x="19635" y="43367"/>
                  </a:lnTo>
                  <a:lnTo>
                    <a:pt x="20490" y="17855"/>
                  </a:lnTo>
                  <a:lnTo>
                    <a:pt x="21346" y="11884"/>
                  </a:lnTo>
                  <a:lnTo>
                    <a:pt x="22201" y="0"/>
                  </a:lnTo>
                  <a:lnTo>
                    <a:pt x="23057" y="7620"/>
                  </a:lnTo>
                  <a:lnTo>
                    <a:pt x="23913" y="34372"/>
                  </a:lnTo>
                  <a:lnTo>
                    <a:pt x="24768" y="69698"/>
                  </a:lnTo>
                  <a:lnTo>
                    <a:pt x="25624" y="75594"/>
                  </a:lnTo>
                  <a:lnTo>
                    <a:pt x="26479" y="64457"/>
                  </a:lnTo>
                  <a:lnTo>
                    <a:pt x="27335" y="69229"/>
                  </a:lnTo>
                  <a:lnTo>
                    <a:pt x="28190" y="88626"/>
                  </a:lnTo>
                  <a:lnTo>
                    <a:pt x="29046" y="76456"/>
                  </a:lnTo>
                  <a:lnTo>
                    <a:pt x="29901" y="87335"/>
                  </a:lnTo>
                  <a:lnTo>
                    <a:pt x="30757" y="32073"/>
                  </a:lnTo>
                  <a:lnTo>
                    <a:pt x="31612" y="52170"/>
                  </a:lnTo>
                  <a:lnTo>
                    <a:pt x="32468" y="57753"/>
                  </a:lnTo>
                  <a:lnTo>
                    <a:pt x="33323" y="45365"/>
                  </a:lnTo>
                  <a:lnTo>
                    <a:pt x="34179" y="72423"/>
                  </a:lnTo>
                  <a:lnTo>
                    <a:pt x="35034" y="19905"/>
                  </a:lnTo>
                  <a:lnTo>
                    <a:pt x="35890" y="32014"/>
                  </a:lnTo>
                  <a:lnTo>
                    <a:pt x="36745" y="42724"/>
                  </a:lnTo>
                  <a:lnTo>
                    <a:pt x="37601" y="75890"/>
                  </a:lnTo>
                  <a:lnTo>
                    <a:pt x="38415" y="15989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8394649" y="5100118"/>
              <a:ext cx="318932" cy="1279331"/>
            </a:xfrm>
            <a:custGeom>
              <a:avLst/>
              <a:pathLst>
                <a:path w="318932" h="1279331">
                  <a:moveTo>
                    <a:pt x="0" y="1279331"/>
                  </a:moveTo>
                  <a:lnTo>
                    <a:pt x="699" y="1260198"/>
                  </a:lnTo>
                  <a:lnTo>
                    <a:pt x="1555" y="1271641"/>
                  </a:lnTo>
                  <a:lnTo>
                    <a:pt x="2410" y="1278825"/>
                  </a:lnTo>
                  <a:lnTo>
                    <a:pt x="3266" y="1235381"/>
                  </a:lnTo>
                  <a:lnTo>
                    <a:pt x="4121" y="1222752"/>
                  </a:lnTo>
                  <a:lnTo>
                    <a:pt x="4977" y="1184103"/>
                  </a:lnTo>
                  <a:lnTo>
                    <a:pt x="5832" y="1145492"/>
                  </a:lnTo>
                  <a:lnTo>
                    <a:pt x="6688" y="1155769"/>
                  </a:lnTo>
                  <a:lnTo>
                    <a:pt x="7543" y="1120989"/>
                  </a:lnTo>
                  <a:lnTo>
                    <a:pt x="8399" y="1100490"/>
                  </a:lnTo>
                  <a:lnTo>
                    <a:pt x="9254" y="1111406"/>
                  </a:lnTo>
                  <a:lnTo>
                    <a:pt x="10110" y="1098653"/>
                  </a:lnTo>
                  <a:lnTo>
                    <a:pt x="10965" y="1132494"/>
                  </a:lnTo>
                  <a:lnTo>
                    <a:pt x="11821" y="1113038"/>
                  </a:lnTo>
                  <a:lnTo>
                    <a:pt x="12676" y="1109119"/>
                  </a:lnTo>
                  <a:lnTo>
                    <a:pt x="13532" y="1112628"/>
                  </a:lnTo>
                  <a:lnTo>
                    <a:pt x="14387" y="1114939"/>
                  </a:lnTo>
                  <a:lnTo>
                    <a:pt x="15243" y="1113317"/>
                  </a:lnTo>
                  <a:lnTo>
                    <a:pt x="16098" y="1123658"/>
                  </a:lnTo>
                  <a:lnTo>
                    <a:pt x="16954" y="1141633"/>
                  </a:lnTo>
                  <a:lnTo>
                    <a:pt x="17810" y="1126354"/>
                  </a:lnTo>
                  <a:lnTo>
                    <a:pt x="18665" y="1127942"/>
                  </a:lnTo>
                  <a:lnTo>
                    <a:pt x="19521" y="1144465"/>
                  </a:lnTo>
                  <a:lnTo>
                    <a:pt x="20376" y="1132694"/>
                  </a:lnTo>
                  <a:lnTo>
                    <a:pt x="21232" y="1138653"/>
                  </a:lnTo>
                  <a:lnTo>
                    <a:pt x="22087" y="1136829"/>
                  </a:lnTo>
                  <a:lnTo>
                    <a:pt x="22943" y="1116732"/>
                  </a:lnTo>
                  <a:lnTo>
                    <a:pt x="23798" y="1117688"/>
                  </a:lnTo>
                  <a:lnTo>
                    <a:pt x="24654" y="1098636"/>
                  </a:lnTo>
                  <a:lnTo>
                    <a:pt x="25509" y="1100939"/>
                  </a:lnTo>
                  <a:lnTo>
                    <a:pt x="26365" y="1110820"/>
                  </a:lnTo>
                  <a:lnTo>
                    <a:pt x="27220" y="1140892"/>
                  </a:lnTo>
                  <a:lnTo>
                    <a:pt x="28076" y="1099401"/>
                  </a:lnTo>
                  <a:lnTo>
                    <a:pt x="28931" y="1090946"/>
                  </a:lnTo>
                  <a:lnTo>
                    <a:pt x="29787" y="1091180"/>
                  </a:lnTo>
                  <a:lnTo>
                    <a:pt x="30642" y="1101295"/>
                  </a:lnTo>
                  <a:lnTo>
                    <a:pt x="31498" y="1127913"/>
                  </a:lnTo>
                  <a:lnTo>
                    <a:pt x="32354" y="1106212"/>
                  </a:lnTo>
                  <a:lnTo>
                    <a:pt x="33209" y="1093661"/>
                  </a:lnTo>
                  <a:lnTo>
                    <a:pt x="34065" y="1089457"/>
                  </a:lnTo>
                  <a:lnTo>
                    <a:pt x="34920" y="1099566"/>
                  </a:lnTo>
                  <a:lnTo>
                    <a:pt x="35776" y="1098670"/>
                  </a:lnTo>
                  <a:lnTo>
                    <a:pt x="36631" y="1113526"/>
                  </a:lnTo>
                  <a:lnTo>
                    <a:pt x="37487" y="1120834"/>
                  </a:lnTo>
                  <a:lnTo>
                    <a:pt x="38342" y="1123434"/>
                  </a:lnTo>
                  <a:lnTo>
                    <a:pt x="39198" y="1102149"/>
                  </a:lnTo>
                  <a:lnTo>
                    <a:pt x="40053" y="1127996"/>
                  </a:lnTo>
                  <a:lnTo>
                    <a:pt x="40909" y="1155275"/>
                  </a:lnTo>
                  <a:lnTo>
                    <a:pt x="41764" y="1134837"/>
                  </a:lnTo>
                  <a:lnTo>
                    <a:pt x="42620" y="1190862"/>
                  </a:lnTo>
                  <a:lnTo>
                    <a:pt x="43475" y="1210645"/>
                  </a:lnTo>
                  <a:lnTo>
                    <a:pt x="44331" y="1182857"/>
                  </a:lnTo>
                  <a:lnTo>
                    <a:pt x="45186" y="1180021"/>
                  </a:lnTo>
                  <a:lnTo>
                    <a:pt x="46042" y="1180673"/>
                  </a:lnTo>
                  <a:lnTo>
                    <a:pt x="46897" y="1181680"/>
                  </a:lnTo>
                  <a:lnTo>
                    <a:pt x="47753" y="1150731"/>
                  </a:lnTo>
                  <a:lnTo>
                    <a:pt x="48609" y="1126117"/>
                  </a:lnTo>
                  <a:lnTo>
                    <a:pt x="49464" y="1143138"/>
                  </a:lnTo>
                  <a:lnTo>
                    <a:pt x="50320" y="1159890"/>
                  </a:lnTo>
                  <a:lnTo>
                    <a:pt x="51175" y="1180341"/>
                  </a:lnTo>
                  <a:lnTo>
                    <a:pt x="52031" y="1145861"/>
                  </a:lnTo>
                  <a:lnTo>
                    <a:pt x="52886" y="1171883"/>
                  </a:lnTo>
                  <a:lnTo>
                    <a:pt x="53742" y="1166671"/>
                  </a:lnTo>
                  <a:lnTo>
                    <a:pt x="54597" y="1107467"/>
                  </a:lnTo>
                  <a:lnTo>
                    <a:pt x="55453" y="1092597"/>
                  </a:lnTo>
                  <a:lnTo>
                    <a:pt x="56308" y="1098589"/>
                  </a:lnTo>
                  <a:lnTo>
                    <a:pt x="57164" y="1139801"/>
                  </a:lnTo>
                  <a:lnTo>
                    <a:pt x="58019" y="1140926"/>
                  </a:lnTo>
                  <a:lnTo>
                    <a:pt x="58875" y="1120304"/>
                  </a:lnTo>
                  <a:lnTo>
                    <a:pt x="59730" y="1109478"/>
                  </a:lnTo>
                  <a:lnTo>
                    <a:pt x="60586" y="1141932"/>
                  </a:lnTo>
                  <a:lnTo>
                    <a:pt x="61441" y="1123032"/>
                  </a:lnTo>
                  <a:lnTo>
                    <a:pt x="62297" y="1135297"/>
                  </a:lnTo>
                  <a:lnTo>
                    <a:pt x="63152" y="1123606"/>
                  </a:lnTo>
                  <a:lnTo>
                    <a:pt x="64008" y="1131080"/>
                  </a:lnTo>
                  <a:lnTo>
                    <a:pt x="64864" y="1162627"/>
                  </a:lnTo>
                  <a:lnTo>
                    <a:pt x="65719" y="1147608"/>
                  </a:lnTo>
                  <a:lnTo>
                    <a:pt x="66575" y="1160717"/>
                  </a:lnTo>
                  <a:lnTo>
                    <a:pt x="67430" y="1163383"/>
                  </a:lnTo>
                  <a:lnTo>
                    <a:pt x="68286" y="1189814"/>
                  </a:lnTo>
                  <a:lnTo>
                    <a:pt x="69141" y="1215122"/>
                  </a:lnTo>
                  <a:lnTo>
                    <a:pt x="69997" y="1180026"/>
                  </a:lnTo>
                  <a:lnTo>
                    <a:pt x="70852" y="1199665"/>
                  </a:lnTo>
                  <a:lnTo>
                    <a:pt x="71708" y="1183078"/>
                  </a:lnTo>
                  <a:lnTo>
                    <a:pt x="72563" y="1208085"/>
                  </a:lnTo>
                  <a:lnTo>
                    <a:pt x="73419" y="1190117"/>
                  </a:lnTo>
                  <a:lnTo>
                    <a:pt x="74274" y="1169068"/>
                  </a:lnTo>
                  <a:lnTo>
                    <a:pt x="75130" y="1184266"/>
                  </a:lnTo>
                  <a:lnTo>
                    <a:pt x="75985" y="1161191"/>
                  </a:lnTo>
                  <a:lnTo>
                    <a:pt x="76841" y="1193573"/>
                  </a:lnTo>
                  <a:lnTo>
                    <a:pt x="77696" y="1186171"/>
                  </a:lnTo>
                  <a:lnTo>
                    <a:pt x="78552" y="1154359"/>
                  </a:lnTo>
                  <a:lnTo>
                    <a:pt x="79407" y="1163124"/>
                  </a:lnTo>
                  <a:lnTo>
                    <a:pt x="80263" y="1163899"/>
                  </a:lnTo>
                  <a:lnTo>
                    <a:pt x="81119" y="1186117"/>
                  </a:lnTo>
                  <a:lnTo>
                    <a:pt x="81974" y="1177250"/>
                  </a:lnTo>
                  <a:lnTo>
                    <a:pt x="82830" y="1175739"/>
                  </a:lnTo>
                  <a:lnTo>
                    <a:pt x="83685" y="1181523"/>
                  </a:lnTo>
                  <a:lnTo>
                    <a:pt x="84541" y="1199135"/>
                  </a:lnTo>
                  <a:lnTo>
                    <a:pt x="85396" y="1218609"/>
                  </a:lnTo>
                  <a:lnTo>
                    <a:pt x="86252" y="1211519"/>
                  </a:lnTo>
                  <a:lnTo>
                    <a:pt x="87107" y="1218957"/>
                  </a:lnTo>
                  <a:lnTo>
                    <a:pt x="87963" y="1224379"/>
                  </a:lnTo>
                  <a:lnTo>
                    <a:pt x="88818" y="1198530"/>
                  </a:lnTo>
                  <a:lnTo>
                    <a:pt x="89674" y="1181388"/>
                  </a:lnTo>
                  <a:lnTo>
                    <a:pt x="90529" y="1179885"/>
                  </a:lnTo>
                  <a:lnTo>
                    <a:pt x="91385" y="1188135"/>
                  </a:lnTo>
                  <a:lnTo>
                    <a:pt x="92240" y="1206754"/>
                  </a:lnTo>
                  <a:lnTo>
                    <a:pt x="93096" y="1185887"/>
                  </a:lnTo>
                  <a:lnTo>
                    <a:pt x="93951" y="1181728"/>
                  </a:lnTo>
                  <a:lnTo>
                    <a:pt x="94807" y="1189827"/>
                  </a:lnTo>
                  <a:lnTo>
                    <a:pt x="95663" y="1219993"/>
                  </a:lnTo>
                  <a:lnTo>
                    <a:pt x="96518" y="1215875"/>
                  </a:lnTo>
                  <a:lnTo>
                    <a:pt x="97374" y="1199195"/>
                  </a:lnTo>
                  <a:lnTo>
                    <a:pt x="98229" y="1201686"/>
                  </a:lnTo>
                  <a:lnTo>
                    <a:pt x="99085" y="1228631"/>
                  </a:lnTo>
                  <a:lnTo>
                    <a:pt x="99940" y="1220933"/>
                  </a:lnTo>
                  <a:lnTo>
                    <a:pt x="100796" y="1224262"/>
                  </a:lnTo>
                  <a:lnTo>
                    <a:pt x="101651" y="1231893"/>
                  </a:lnTo>
                  <a:lnTo>
                    <a:pt x="102507" y="1237517"/>
                  </a:lnTo>
                  <a:lnTo>
                    <a:pt x="103362" y="1232724"/>
                  </a:lnTo>
                  <a:lnTo>
                    <a:pt x="104218" y="1163050"/>
                  </a:lnTo>
                  <a:lnTo>
                    <a:pt x="105073" y="1133726"/>
                  </a:lnTo>
                  <a:lnTo>
                    <a:pt x="105929" y="1110904"/>
                  </a:lnTo>
                  <a:lnTo>
                    <a:pt x="106784" y="1072297"/>
                  </a:lnTo>
                  <a:lnTo>
                    <a:pt x="107640" y="1100593"/>
                  </a:lnTo>
                  <a:lnTo>
                    <a:pt x="108495" y="1050646"/>
                  </a:lnTo>
                  <a:lnTo>
                    <a:pt x="109351" y="1058747"/>
                  </a:lnTo>
                  <a:lnTo>
                    <a:pt x="110206" y="1058566"/>
                  </a:lnTo>
                  <a:lnTo>
                    <a:pt x="111062" y="1037586"/>
                  </a:lnTo>
                  <a:lnTo>
                    <a:pt x="111918" y="1016117"/>
                  </a:lnTo>
                  <a:lnTo>
                    <a:pt x="112773" y="997016"/>
                  </a:lnTo>
                  <a:lnTo>
                    <a:pt x="113629" y="1009507"/>
                  </a:lnTo>
                  <a:lnTo>
                    <a:pt x="114484" y="1026959"/>
                  </a:lnTo>
                  <a:lnTo>
                    <a:pt x="115340" y="1016894"/>
                  </a:lnTo>
                  <a:lnTo>
                    <a:pt x="116195" y="1021145"/>
                  </a:lnTo>
                  <a:lnTo>
                    <a:pt x="117051" y="987742"/>
                  </a:lnTo>
                  <a:lnTo>
                    <a:pt x="117906" y="1034582"/>
                  </a:lnTo>
                  <a:lnTo>
                    <a:pt x="118762" y="1085422"/>
                  </a:lnTo>
                  <a:lnTo>
                    <a:pt x="119617" y="1122899"/>
                  </a:lnTo>
                  <a:lnTo>
                    <a:pt x="120473" y="1129658"/>
                  </a:lnTo>
                  <a:lnTo>
                    <a:pt x="121328" y="1156333"/>
                  </a:lnTo>
                  <a:lnTo>
                    <a:pt x="122184" y="1165716"/>
                  </a:lnTo>
                  <a:lnTo>
                    <a:pt x="123039" y="1166274"/>
                  </a:lnTo>
                  <a:lnTo>
                    <a:pt x="123895" y="1168512"/>
                  </a:lnTo>
                  <a:lnTo>
                    <a:pt x="124750" y="1154278"/>
                  </a:lnTo>
                  <a:lnTo>
                    <a:pt x="125606" y="1164072"/>
                  </a:lnTo>
                  <a:lnTo>
                    <a:pt x="126461" y="1161017"/>
                  </a:lnTo>
                  <a:lnTo>
                    <a:pt x="127317" y="1129263"/>
                  </a:lnTo>
                  <a:lnTo>
                    <a:pt x="128173" y="1099737"/>
                  </a:lnTo>
                  <a:lnTo>
                    <a:pt x="129028" y="1068137"/>
                  </a:lnTo>
                  <a:lnTo>
                    <a:pt x="129884" y="1077420"/>
                  </a:lnTo>
                  <a:lnTo>
                    <a:pt x="130739" y="1122412"/>
                  </a:lnTo>
                  <a:lnTo>
                    <a:pt x="131595" y="1103264"/>
                  </a:lnTo>
                  <a:lnTo>
                    <a:pt x="132450" y="968113"/>
                  </a:lnTo>
                  <a:lnTo>
                    <a:pt x="133306" y="945107"/>
                  </a:lnTo>
                  <a:lnTo>
                    <a:pt x="134161" y="958979"/>
                  </a:lnTo>
                  <a:lnTo>
                    <a:pt x="135017" y="963486"/>
                  </a:lnTo>
                  <a:lnTo>
                    <a:pt x="135872" y="951744"/>
                  </a:lnTo>
                  <a:lnTo>
                    <a:pt x="136728" y="944118"/>
                  </a:lnTo>
                  <a:lnTo>
                    <a:pt x="137583" y="1074396"/>
                  </a:lnTo>
                  <a:lnTo>
                    <a:pt x="138439" y="1114516"/>
                  </a:lnTo>
                  <a:lnTo>
                    <a:pt x="139294" y="1104038"/>
                  </a:lnTo>
                  <a:lnTo>
                    <a:pt x="140150" y="1122324"/>
                  </a:lnTo>
                  <a:lnTo>
                    <a:pt x="141005" y="1089985"/>
                  </a:lnTo>
                  <a:lnTo>
                    <a:pt x="141861" y="1059199"/>
                  </a:lnTo>
                  <a:lnTo>
                    <a:pt x="142717" y="1061136"/>
                  </a:lnTo>
                  <a:lnTo>
                    <a:pt x="143572" y="1032788"/>
                  </a:lnTo>
                  <a:lnTo>
                    <a:pt x="144428" y="1035385"/>
                  </a:lnTo>
                  <a:lnTo>
                    <a:pt x="145283" y="1057248"/>
                  </a:lnTo>
                  <a:lnTo>
                    <a:pt x="146139" y="1061941"/>
                  </a:lnTo>
                  <a:lnTo>
                    <a:pt x="146994" y="1112700"/>
                  </a:lnTo>
                  <a:lnTo>
                    <a:pt x="147850" y="1070186"/>
                  </a:lnTo>
                  <a:lnTo>
                    <a:pt x="148705" y="1066909"/>
                  </a:lnTo>
                  <a:lnTo>
                    <a:pt x="149561" y="993689"/>
                  </a:lnTo>
                  <a:lnTo>
                    <a:pt x="150416" y="916639"/>
                  </a:lnTo>
                  <a:lnTo>
                    <a:pt x="151272" y="897346"/>
                  </a:lnTo>
                  <a:lnTo>
                    <a:pt x="152127" y="926604"/>
                  </a:lnTo>
                  <a:lnTo>
                    <a:pt x="152983" y="932980"/>
                  </a:lnTo>
                  <a:lnTo>
                    <a:pt x="153838" y="939779"/>
                  </a:lnTo>
                  <a:lnTo>
                    <a:pt x="154694" y="930440"/>
                  </a:lnTo>
                  <a:lnTo>
                    <a:pt x="155549" y="955002"/>
                  </a:lnTo>
                  <a:lnTo>
                    <a:pt x="156405" y="962114"/>
                  </a:lnTo>
                  <a:lnTo>
                    <a:pt x="157260" y="963960"/>
                  </a:lnTo>
                  <a:lnTo>
                    <a:pt x="158116" y="881198"/>
                  </a:lnTo>
                  <a:lnTo>
                    <a:pt x="158972" y="844738"/>
                  </a:lnTo>
                  <a:lnTo>
                    <a:pt x="159827" y="820302"/>
                  </a:lnTo>
                  <a:lnTo>
                    <a:pt x="160683" y="778771"/>
                  </a:lnTo>
                  <a:lnTo>
                    <a:pt x="161538" y="720920"/>
                  </a:lnTo>
                  <a:lnTo>
                    <a:pt x="162394" y="751510"/>
                  </a:lnTo>
                  <a:lnTo>
                    <a:pt x="163249" y="686561"/>
                  </a:lnTo>
                  <a:lnTo>
                    <a:pt x="164105" y="690123"/>
                  </a:lnTo>
                  <a:lnTo>
                    <a:pt x="164960" y="722111"/>
                  </a:lnTo>
                  <a:lnTo>
                    <a:pt x="165816" y="689269"/>
                  </a:lnTo>
                  <a:lnTo>
                    <a:pt x="166671" y="812189"/>
                  </a:lnTo>
                  <a:lnTo>
                    <a:pt x="167527" y="795503"/>
                  </a:lnTo>
                  <a:lnTo>
                    <a:pt x="168382" y="933101"/>
                  </a:lnTo>
                  <a:lnTo>
                    <a:pt x="169238" y="966070"/>
                  </a:lnTo>
                  <a:lnTo>
                    <a:pt x="170093" y="908148"/>
                  </a:lnTo>
                  <a:lnTo>
                    <a:pt x="170949" y="969252"/>
                  </a:lnTo>
                  <a:lnTo>
                    <a:pt x="171804" y="1057811"/>
                  </a:lnTo>
                  <a:lnTo>
                    <a:pt x="172660" y="1065381"/>
                  </a:lnTo>
                  <a:lnTo>
                    <a:pt x="173515" y="1096304"/>
                  </a:lnTo>
                  <a:lnTo>
                    <a:pt x="174371" y="1105471"/>
                  </a:lnTo>
                  <a:lnTo>
                    <a:pt x="175227" y="1121295"/>
                  </a:lnTo>
                  <a:lnTo>
                    <a:pt x="176082" y="1093169"/>
                  </a:lnTo>
                  <a:lnTo>
                    <a:pt x="176938" y="1067605"/>
                  </a:lnTo>
                  <a:lnTo>
                    <a:pt x="177793" y="1020562"/>
                  </a:lnTo>
                  <a:lnTo>
                    <a:pt x="178649" y="993913"/>
                  </a:lnTo>
                  <a:lnTo>
                    <a:pt x="179504" y="1031425"/>
                  </a:lnTo>
                  <a:lnTo>
                    <a:pt x="180360" y="1026256"/>
                  </a:lnTo>
                  <a:lnTo>
                    <a:pt x="181215" y="993246"/>
                  </a:lnTo>
                  <a:lnTo>
                    <a:pt x="182071" y="916167"/>
                  </a:lnTo>
                  <a:lnTo>
                    <a:pt x="182926" y="880106"/>
                  </a:lnTo>
                  <a:lnTo>
                    <a:pt x="183782" y="833243"/>
                  </a:lnTo>
                  <a:lnTo>
                    <a:pt x="184637" y="844501"/>
                  </a:lnTo>
                  <a:lnTo>
                    <a:pt x="185493" y="741504"/>
                  </a:lnTo>
                  <a:lnTo>
                    <a:pt x="186348" y="713805"/>
                  </a:lnTo>
                  <a:lnTo>
                    <a:pt x="187204" y="796825"/>
                  </a:lnTo>
                  <a:lnTo>
                    <a:pt x="188059" y="801292"/>
                  </a:lnTo>
                  <a:lnTo>
                    <a:pt x="188915" y="885392"/>
                  </a:lnTo>
                  <a:lnTo>
                    <a:pt x="189771" y="867880"/>
                  </a:lnTo>
                  <a:lnTo>
                    <a:pt x="190626" y="856351"/>
                  </a:lnTo>
                  <a:lnTo>
                    <a:pt x="191482" y="874159"/>
                  </a:lnTo>
                  <a:lnTo>
                    <a:pt x="192337" y="937311"/>
                  </a:lnTo>
                  <a:lnTo>
                    <a:pt x="193193" y="915658"/>
                  </a:lnTo>
                  <a:lnTo>
                    <a:pt x="194048" y="878754"/>
                  </a:lnTo>
                  <a:lnTo>
                    <a:pt x="194904" y="851271"/>
                  </a:lnTo>
                  <a:lnTo>
                    <a:pt x="195759" y="843486"/>
                  </a:lnTo>
                  <a:lnTo>
                    <a:pt x="196615" y="809415"/>
                  </a:lnTo>
                  <a:lnTo>
                    <a:pt x="197470" y="818881"/>
                  </a:lnTo>
                  <a:lnTo>
                    <a:pt x="198326" y="818899"/>
                  </a:lnTo>
                  <a:lnTo>
                    <a:pt x="199181" y="859057"/>
                  </a:lnTo>
                  <a:lnTo>
                    <a:pt x="200037" y="840232"/>
                  </a:lnTo>
                  <a:lnTo>
                    <a:pt x="200892" y="794612"/>
                  </a:lnTo>
                  <a:lnTo>
                    <a:pt x="201748" y="781199"/>
                  </a:lnTo>
                  <a:lnTo>
                    <a:pt x="202603" y="758705"/>
                  </a:lnTo>
                  <a:lnTo>
                    <a:pt x="203459" y="823503"/>
                  </a:lnTo>
                  <a:lnTo>
                    <a:pt x="204314" y="787053"/>
                  </a:lnTo>
                  <a:lnTo>
                    <a:pt x="205170" y="857681"/>
                  </a:lnTo>
                  <a:lnTo>
                    <a:pt x="206026" y="899331"/>
                  </a:lnTo>
                  <a:lnTo>
                    <a:pt x="206881" y="939140"/>
                  </a:lnTo>
                  <a:lnTo>
                    <a:pt x="207737" y="1031660"/>
                  </a:lnTo>
                  <a:lnTo>
                    <a:pt x="208592" y="966264"/>
                  </a:lnTo>
                  <a:lnTo>
                    <a:pt x="209448" y="918265"/>
                  </a:lnTo>
                  <a:lnTo>
                    <a:pt x="210303" y="812564"/>
                  </a:lnTo>
                  <a:lnTo>
                    <a:pt x="211159" y="740457"/>
                  </a:lnTo>
                  <a:lnTo>
                    <a:pt x="212014" y="820932"/>
                  </a:lnTo>
                  <a:lnTo>
                    <a:pt x="212870" y="899942"/>
                  </a:lnTo>
                  <a:lnTo>
                    <a:pt x="213725" y="881759"/>
                  </a:lnTo>
                  <a:lnTo>
                    <a:pt x="214581" y="932699"/>
                  </a:lnTo>
                  <a:lnTo>
                    <a:pt x="215436" y="910964"/>
                  </a:lnTo>
                  <a:lnTo>
                    <a:pt x="216292" y="912815"/>
                  </a:lnTo>
                  <a:lnTo>
                    <a:pt x="217147" y="862266"/>
                  </a:lnTo>
                  <a:lnTo>
                    <a:pt x="218003" y="750181"/>
                  </a:lnTo>
                  <a:lnTo>
                    <a:pt x="218858" y="752635"/>
                  </a:lnTo>
                  <a:lnTo>
                    <a:pt x="219714" y="655786"/>
                  </a:lnTo>
                  <a:lnTo>
                    <a:pt x="220569" y="698274"/>
                  </a:lnTo>
                  <a:lnTo>
                    <a:pt x="221425" y="641242"/>
                  </a:lnTo>
                  <a:lnTo>
                    <a:pt x="222281" y="625292"/>
                  </a:lnTo>
                  <a:lnTo>
                    <a:pt x="223136" y="633722"/>
                  </a:lnTo>
                  <a:lnTo>
                    <a:pt x="223992" y="531329"/>
                  </a:lnTo>
                  <a:lnTo>
                    <a:pt x="224847" y="579892"/>
                  </a:lnTo>
                  <a:lnTo>
                    <a:pt x="225703" y="506979"/>
                  </a:lnTo>
                  <a:lnTo>
                    <a:pt x="226558" y="507945"/>
                  </a:lnTo>
                  <a:lnTo>
                    <a:pt x="227414" y="550550"/>
                  </a:lnTo>
                  <a:lnTo>
                    <a:pt x="228269" y="548738"/>
                  </a:lnTo>
                  <a:lnTo>
                    <a:pt x="229125" y="491119"/>
                  </a:lnTo>
                  <a:lnTo>
                    <a:pt x="229980" y="483987"/>
                  </a:lnTo>
                  <a:lnTo>
                    <a:pt x="230836" y="401233"/>
                  </a:lnTo>
                  <a:lnTo>
                    <a:pt x="231691" y="342709"/>
                  </a:lnTo>
                  <a:lnTo>
                    <a:pt x="232547" y="295439"/>
                  </a:lnTo>
                  <a:lnTo>
                    <a:pt x="233402" y="286091"/>
                  </a:lnTo>
                  <a:lnTo>
                    <a:pt x="234258" y="257209"/>
                  </a:lnTo>
                  <a:lnTo>
                    <a:pt x="235113" y="265672"/>
                  </a:lnTo>
                  <a:lnTo>
                    <a:pt x="235969" y="270265"/>
                  </a:lnTo>
                  <a:lnTo>
                    <a:pt x="236825" y="270969"/>
                  </a:lnTo>
                  <a:lnTo>
                    <a:pt x="237680" y="320048"/>
                  </a:lnTo>
                  <a:lnTo>
                    <a:pt x="238536" y="192967"/>
                  </a:lnTo>
                  <a:lnTo>
                    <a:pt x="239391" y="190023"/>
                  </a:lnTo>
                  <a:lnTo>
                    <a:pt x="240247" y="197040"/>
                  </a:lnTo>
                  <a:lnTo>
                    <a:pt x="241102" y="199237"/>
                  </a:lnTo>
                  <a:lnTo>
                    <a:pt x="241958" y="222926"/>
                  </a:lnTo>
                  <a:lnTo>
                    <a:pt x="242813" y="216579"/>
                  </a:lnTo>
                  <a:lnTo>
                    <a:pt x="243669" y="129884"/>
                  </a:lnTo>
                  <a:lnTo>
                    <a:pt x="244524" y="111606"/>
                  </a:lnTo>
                  <a:lnTo>
                    <a:pt x="245380" y="82952"/>
                  </a:lnTo>
                  <a:lnTo>
                    <a:pt x="246235" y="81394"/>
                  </a:lnTo>
                  <a:lnTo>
                    <a:pt x="247091" y="126685"/>
                  </a:lnTo>
                  <a:lnTo>
                    <a:pt x="247946" y="158269"/>
                  </a:lnTo>
                  <a:lnTo>
                    <a:pt x="248802" y="107553"/>
                  </a:lnTo>
                  <a:lnTo>
                    <a:pt x="249657" y="115065"/>
                  </a:lnTo>
                  <a:lnTo>
                    <a:pt x="250513" y="91004"/>
                  </a:lnTo>
                  <a:lnTo>
                    <a:pt x="251368" y="95787"/>
                  </a:lnTo>
                  <a:lnTo>
                    <a:pt x="252224" y="90114"/>
                  </a:lnTo>
                  <a:lnTo>
                    <a:pt x="253080" y="57047"/>
                  </a:lnTo>
                  <a:lnTo>
                    <a:pt x="253935" y="24654"/>
                  </a:lnTo>
                  <a:lnTo>
                    <a:pt x="254791" y="48247"/>
                  </a:lnTo>
                  <a:lnTo>
                    <a:pt x="255646" y="905"/>
                  </a:lnTo>
                  <a:lnTo>
                    <a:pt x="256502" y="37120"/>
                  </a:lnTo>
                  <a:lnTo>
                    <a:pt x="257357" y="80446"/>
                  </a:lnTo>
                  <a:lnTo>
                    <a:pt x="258213" y="0"/>
                  </a:lnTo>
                  <a:lnTo>
                    <a:pt x="259068" y="71287"/>
                  </a:lnTo>
                  <a:lnTo>
                    <a:pt x="259924" y="121581"/>
                  </a:lnTo>
                  <a:lnTo>
                    <a:pt x="260779" y="234714"/>
                  </a:lnTo>
                  <a:lnTo>
                    <a:pt x="261635" y="374740"/>
                  </a:lnTo>
                  <a:lnTo>
                    <a:pt x="262490" y="330544"/>
                  </a:lnTo>
                  <a:lnTo>
                    <a:pt x="263346" y="263800"/>
                  </a:lnTo>
                  <a:lnTo>
                    <a:pt x="264201" y="386262"/>
                  </a:lnTo>
                  <a:lnTo>
                    <a:pt x="265057" y="542372"/>
                  </a:lnTo>
                  <a:lnTo>
                    <a:pt x="265912" y="533348"/>
                  </a:lnTo>
                  <a:lnTo>
                    <a:pt x="266768" y="517414"/>
                  </a:lnTo>
                  <a:lnTo>
                    <a:pt x="267623" y="631063"/>
                  </a:lnTo>
                  <a:lnTo>
                    <a:pt x="268479" y="660913"/>
                  </a:lnTo>
                  <a:lnTo>
                    <a:pt x="269335" y="685959"/>
                  </a:lnTo>
                  <a:lnTo>
                    <a:pt x="270190" y="733065"/>
                  </a:lnTo>
                  <a:lnTo>
                    <a:pt x="271046" y="845873"/>
                  </a:lnTo>
                  <a:lnTo>
                    <a:pt x="271901" y="804476"/>
                  </a:lnTo>
                  <a:lnTo>
                    <a:pt x="272757" y="805794"/>
                  </a:lnTo>
                  <a:lnTo>
                    <a:pt x="273612" y="712203"/>
                  </a:lnTo>
                  <a:lnTo>
                    <a:pt x="274468" y="753995"/>
                  </a:lnTo>
                  <a:lnTo>
                    <a:pt x="275323" y="834993"/>
                  </a:lnTo>
                  <a:lnTo>
                    <a:pt x="276179" y="821837"/>
                  </a:lnTo>
                  <a:lnTo>
                    <a:pt x="277034" y="833293"/>
                  </a:lnTo>
                  <a:lnTo>
                    <a:pt x="277890" y="817194"/>
                  </a:lnTo>
                  <a:lnTo>
                    <a:pt x="278745" y="892691"/>
                  </a:lnTo>
                  <a:lnTo>
                    <a:pt x="279601" y="873456"/>
                  </a:lnTo>
                  <a:lnTo>
                    <a:pt x="280456" y="790630"/>
                  </a:lnTo>
                  <a:lnTo>
                    <a:pt x="281312" y="735891"/>
                  </a:lnTo>
                  <a:lnTo>
                    <a:pt x="282167" y="731838"/>
                  </a:lnTo>
                  <a:lnTo>
                    <a:pt x="283023" y="788822"/>
                  </a:lnTo>
                  <a:lnTo>
                    <a:pt x="283878" y="723402"/>
                  </a:lnTo>
                  <a:lnTo>
                    <a:pt x="284734" y="781474"/>
                  </a:lnTo>
                  <a:lnTo>
                    <a:pt x="285590" y="739717"/>
                  </a:lnTo>
                  <a:lnTo>
                    <a:pt x="286445" y="772323"/>
                  </a:lnTo>
                  <a:lnTo>
                    <a:pt x="287301" y="761343"/>
                  </a:lnTo>
                  <a:lnTo>
                    <a:pt x="288156" y="742451"/>
                  </a:lnTo>
                  <a:lnTo>
                    <a:pt x="289012" y="859473"/>
                  </a:lnTo>
                  <a:lnTo>
                    <a:pt x="289867" y="932806"/>
                  </a:lnTo>
                  <a:lnTo>
                    <a:pt x="290723" y="957025"/>
                  </a:lnTo>
                  <a:lnTo>
                    <a:pt x="291578" y="953196"/>
                  </a:lnTo>
                  <a:lnTo>
                    <a:pt x="292434" y="1013411"/>
                  </a:lnTo>
                  <a:lnTo>
                    <a:pt x="293289" y="1064978"/>
                  </a:lnTo>
                  <a:lnTo>
                    <a:pt x="294145" y="1097768"/>
                  </a:lnTo>
                  <a:lnTo>
                    <a:pt x="295000" y="1080798"/>
                  </a:lnTo>
                  <a:lnTo>
                    <a:pt x="295856" y="1070431"/>
                  </a:lnTo>
                  <a:lnTo>
                    <a:pt x="296711" y="1075502"/>
                  </a:lnTo>
                  <a:lnTo>
                    <a:pt x="297567" y="1106693"/>
                  </a:lnTo>
                  <a:lnTo>
                    <a:pt x="298422" y="1099027"/>
                  </a:lnTo>
                  <a:lnTo>
                    <a:pt x="299278" y="1089185"/>
                  </a:lnTo>
                  <a:lnTo>
                    <a:pt x="300134" y="1100194"/>
                  </a:lnTo>
                  <a:lnTo>
                    <a:pt x="300989" y="1142123"/>
                  </a:lnTo>
                  <a:lnTo>
                    <a:pt x="301845" y="1207009"/>
                  </a:lnTo>
                  <a:lnTo>
                    <a:pt x="302700" y="1211167"/>
                  </a:lnTo>
                  <a:lnTo>
                    <a:pt x="303556" y="1246860"/>
                  </a:lnTo>
                  <a:lnTo>
                    <a:pt x="304411" y="1219246"/>
                  </a:lnTo>
                  <a:lnTo>
                    <a:pt x="305267" y="1234293"/>
                  </a:lnTo>
                  <a:lnTo>
                    <a:pt x="306122" y="1264242"/>
                  </a:lnTo>
                  <a:lnTo>
                    <a:pt x="306978" y="1246297"/>
                  </a:lnTo>
                  <a:lnTo>
                    <a:pt x="307833" y="1251089"/>
                  </a:lnTo>
                  <a:lnTo>
                    <a:pt x="308689" y="1208168"/>
                  </a:lnTo>
                  <a:lnTo>
                    <a:pt x="309544" y="1188327"/>
                  </a:lnTo>
                  <a:lnTo>
                    <a:pt x="310400" y="1172735"/>
                  </a:lnTo>
                  <a:lnTo>
                    <a:pt x="311255" y="1082290"/>
                  </a:lnTo>
                  <a:lnTo>
                    <a:pt x="312111" y="1114177"/>
                  </a:lnTo>
                  <a:lnTo>
                    <a:pt x="312966" y="1102060"/>
                  </a:lnTo>
                  <a:lnTo>
                    <a:pt x="313822" y="1117465"/>
                  </a:lnTo>
                  <a:lnTo>
                    <a:pt x="314677" y="1157612"/>
                  </a:lnTo>
                  <a:lnTo>
                    <a:pt x="315533" y="1119286"/>
                  </a:lnTo>
                  <a:lnTo>
                    <a:pt x="316389" y="1141985"/>
                  </a:lnTo>
                  <a:lnTo>
                    <a:pt x="317244" y="1162517"/>
                  </a:lnTo>
                  <a:lnTo>
                    <a:pt x="318100" y="1201661"/>
                  </a:lnTo>
                  <a:lnTo>
                    <a:pt x="318932" y="127933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8713655" y="6275783"/>
              <a:ext cx="9325" cy="103666"/>
            </a:xfrm>
            <a:custGeom>
              <a:avLst/>
              <a:pathLst>
                <a:path w="9325" h="103666">
                  <a:moveTo>
                    <a:pt x="0" y="103666"/>
                  </a:moveTo>
                  <a:lnTo>
                    <a:pt x="804" y="68853"/>
                  </a:lnTo>
                  <a:lnTo>
                    <a:pt x="1660" y="56015"/>
                  </a:lnTo>
                  <a:lnTo>
                    <a:pt x="2515" y="62937"/>
                  </a:lnTo>
                  <a:lnTo>
                    <a:pt x="3371" y="26211"/>
                  </a:lnTo>
                  <a:lnTo>
                    <a:pt x="4227" y="15621"/>
                  </a:lnTo>
                  <a:lnTo>
                    <a:pt x="5082" y="33225"/>
                  </a:lnTo>
                  <a:lnTo>
                    <a:pt x="5938" y="5423"/>
                  </a:lnTo>
                  <a:lnTo>
                    <a:pt x="6793" y="0"/>
                  </a:lnTo>
                  <a:lnTo>
                    <a:pt x="7649" y="37086"/>
                  </a:lnTo>
                  <a:lnTo>
                    <a:pt x="8504" y="82058"/>
                  </a:lnTo>
                  <a:lnTo>
                    <a:pt x="9325" y="10366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8723035" y="6308917"/>
              <a:ext cx="16234" cy="70532"/>
            </a:xfrm>
            <a:custGeom>
              <a:avLst/>
              <a:pathLst>
                <a:path w="16234" h="70532">
                  <a:moveTo>
                    <a:pt x="0" y="70532"/>
                  </a:moveTo>
                  <a:lnTo>
                    <a:pt x="835" y="31946"/>
                  </a:lnTo>
                  <a:lnTo>
                    <a:pt x="1691" y="31732"/>
                  </a:lnTo>
                  <a:lnTo>
                    <a:pt x="2547" y="40903"/>
                  </a:lnTo>
                  <a:lnTo>
                    <a:pt x="3402" y="49422"/>
                  </a:lnTo>
                  <a:lnTo>
                    <a:pt x="4258" y="52346"/>
                  </a:lnTo>
                  <a:lnTo>
                    <a:pt x="5113" y="6777"/>
                  </a:lnTo>
                  <a:lnTo>
                    <a:pt x="5969" y="2055"/>
                  </a:lnTo>
                  <a:lnTo>
                    <a:pt x="6824" y="37509"/>
                  </a:lnTo>
                  <a:lnTo>
                    <a:pt x="7680" y="19402"/>
                  </a:lnTo>
                  <a:lnTo>
                    <a:pt x="8535" y="45603"/>
                  </a:lnTo>
                  <a:lnTo>
                    <a:pt x="9391" y="36131"/>
                  </a:lnTo>
                  <a:lnTo>
                    <a:pt x="10246" y="10134"/>
                  </a:lnTo>
                  <a:lnTo>
                    <a:pt x="11102" y="0"/>
                  </a:lnTo>
                  <a:lnTo>
                    <a:pt x="11957" y="8780"/>
                  </a:lnTo>
                  <a:lnTo>
                    <a:pt x="12813" y="35254"/>
                  </a:lnTo>
                  <a:lnTo>
                    <a:pt x="13668" y="47910"/>
                  </a:lnTo>
                  <a:lnTo>
                    <a:pt x="14524" y="57931"/>
                  </a:lnTo>
                  <a:lnTo>
                    <a:pt x="15379" y="53599"/>
                  </a:lnTo>
                  <a:lnTo>
                    <a:pt x="16234" y="7053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8739271" y="6208145"/>
              <a:ext cx="59224" cy="171304"/>
            </a:xfrm>
            <a:custGeom>
              <a:avLst/>
              <a:pathLst>
                <a:path w="59224" h="171304">
                  <a:moveTo>
                    <a:pt x="0" y="171304"/>
                  </a:moveTo>
                  <a:lnTo>
                    <a:pt x="854" y="157495"/>
                  </a:lnTo>
                  <a:lnTo>
                    <a:pt x="1710" y="131676"/>
                  </a:lnTo>
                  <a:lnTo>
                    <a:pt x="2565" y="125503"/>
                  </a:lnTo>
                  <a:lnTo>
                    <a:pt x="3421" y="105035"/>
                  </a:lnTo>
                  <a:lnTo>
                    <a:pt x="4276" y="61031"/>
                  </a:lnTo>
                  <a:lnTo>
                    <a:pt x="5132" y="28490"/>
                  </a:lnTo>
                  <a:lnTo>
                    <a:pt x="5987" y="23708"/>
                  </a:lnTo>
                  <a:lnTo>
                    <a:pt x="6843" y="92076"/>
                  </a:lnTo>
                  <a:lnTo>
                    <a:pt x="7699" y="104657"/>
                  </a:lnTo>
                  <a:lnTo>
                    <a:pt x="8554" y="107003"/>
                  </a:lnTo>
                  <a:lnTo>
                    <a:pt x="9410" y="98208"/>
                  </a:lnTo>
                  <a:lnTo>
                    <a:pt x="10265" y="117500"/>
                  </a:lnTo>
                  <a:lnTo>
                    <a:pt x="11121" y="141542"/>
                  </a:lnTo>
                  <a:lnTo>
                    <a:pt x="11976" y="135510"/>
                  </a:lnTo>
                  <a:lnTo>
                    <a:pt x="12832" y="103423"/>
                  </a:lnTo>
                  <a:lnTo>
                    <a:pt x="13687" y="54411"/>
                  </a:lnTo>
                  <a:lnTo>
                    <a:pt x="14543" y="57799"/>
                  </a:lnTo>
                  <a:lnTo>
                    <a:pt x="15398" y="66006"/>
                  </a:lnTo>
                  <a:lnTo>
                    <a:pt x="16254" y="123298"/>
                  </a:lnTo>
                  <a:lnTo>
                    <a:pt x="17109" y="88138"/>
                  </a:lnTo>
                  <a:lnTo>
                    <a:pt x="17965" y="119256"/>
                  </a:lnTo>
                  <a:lnTo>
                    <a:pt x="18820" y="140721"/>
                  </a:lnTo>
                  <a:lnTo>
                    <a:pt x="19676" y="156285"/>
                  </a:lnTo>
                  <a:lnTo>
                    <a:pt x="20531" y="109987"/>
                  </a:lnTo>
                  <a:lnTo>
                    <a:pt x="21387" y="32268"/>
                  </a:lnTo>
                  <a:lnTo>
                    <a:pt x="22243" y="5160"/>
                  </a:lnTo>
                  <a:lnTo>
                    <a:pt x="23098" y="3971"/>
                  </a:lnTo>
                  <a:lnTo>
                    <a:pt x="23954" y="4893"/>
                  </a:lnTo>
                  <a:lnTo>
                    <a:pt x="24809" y="34404"/>
                  </a:lnTo>
                  <a:lnTo>
                    <a:pt x="25665" y="0"/>
                  </a:lnTo>
                  <a:lnTo>
                    <a:pt x="26520" y="35429"/>
                  </a:lnTo>
                  <a:lnTo>
                    <a:pt x="27376" y="132787"/>
                  </a:lnTo>
                  <a:lnTo>
                    <a:pt x="28231" y="104547"/>
                  </a:lnTo>
                  <a:lnTo>
                    <a:pt x="29087" y="92827"/>
                  </a:lnTo>
                  <a:lnTo>
                    <a:pt x="29942" y="82650"/>
                  </a:lnTo>
                  <a:lnTo>
                    <a:pt x="30798" y="86061"/>
                  </a:lnTo>
                  <a:lnTo>
                    <a:pt x="31653" y="86440"/>
                  </a:lnTo>
                  <a:lnTo>
                    <a:pt x="32509" y="103040"/>
                  </a:lnTo>
                  <a:lnTo>
                    <a:pt x="33364" y="80592"/>
                  </a:lnTo>
                  <a:lnTo>
                    <a:pt x="34220" y="102091"/>
                  </a:lnTo>
                  <a:lnTo>
                    <a:pt x="35075" y="103767"/>
                  </a:lnTo>
                  <a:lnTo>
                    <a:pt x="35931" y="107914"/>
                  </a:lnTo>
                  <a:lnTo>
                    <a:pt x="36786" y="123039"/>
                  </a:lnTo>
                  <a:lnTo>
                    <a:pt x="37642" y="116035"/>
                  </a:lnTo>
                  <a:lnTo>
                    <a:pt x="38498" y="123625"/>
                  </a:lnTo>
                  <a:lnTo>
                    <a:pt x="39353" y="118510"/>
                  </a:lnTo>
                  <a:lnTo>
                    <a:pt x="40209" y="110864"/>
                  </a:lnTo>
                  <a:lnTo>
                    <a:pt x="41064" y="154470"/>
                  </a:lnTo>
                  <a:lnTo>
                    <a:pt x="41920" y="131846"/>
                  </a:lnTo>
                  <a:lnTo>
                    <a:pt x="42775" y="130230"/>
                  </a:lnTo>
                  <a:lnTo>
                    <a:pt x="43631" y="136980"/>
                  </a:lnTo>
                  <a:lnTo>
                    <a:pt x="44486" y="127665"/>
                  </a:lnTo>
                  <a:lnTo>
                    <a:pt x="45342" y="103367"/>
                  </a:lnTo>
                  <a:lnTo>
                    <a:pt x="46197" y="89990"/>
                  </a:lnTo>
                  <a:lnTo>
                    <a:pt x="47053" y="96646"/>
                  </a:lnTo>
                  <a:lnTo>
                    <a:pt x="47908" y="116047"/>
                  </a:lnTo>
                  <a:lnTo>
                    <a:pt x="48764" y="112617"/>
                  </a:lnTo>
                  <a:lnTo>
                    <a:pt x="49619" y="101873"/>
                  </a:lnTo>
                  <a:lnTo>
                    <a:pt x="50475" y="69436"/>
                  </a:lnTo>
                  <a:lnTo>
                    <a:pt x="51330" y="21420"/>
                  </a:lnTo>
                  <a:lnTo>
                    <a:pt x="52186" y="41736"/>
                  </a:lnTo>
                  <a:lnTo>
                    <a:pt x="53041" y="90669"/>
                  </a:lnTo>
                  <a:lnTo>
                    <a:pt x="53897" y="102392"/>
                  </a:lnTo>
                  <a:lnTo>
                    <a:pt x="54753" y="105377"/>
                  </a:lnTo>
                  <a:lnTo>
                    <a:pt x="55608" y="134561"/>
                  </a:lnTo>
                  <a:lnTo>
                    <a:pt x="56464" y="142899"/>
                  </a:lnTo>
                  <a:lnTo>
                    <a:pt x="57319" y="170534"/>
                  </a:lnTo>
                  <a:lnTo>
                    <a:pt x="58175" y="147250"/>
                  </a:lnTo>
                  <a:lnTo>
                    <a:pt x="59030" y="168589"/>
                  </a:lnTo>
                  <a:lnTo>
                    <a:pt x="59224" y="17130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8799551" y="6352978"/>
              <a:ext cx="2504" cy="26471"/>
            </a:xfrm>
            <a:custGeom>
              <a:avLst/>
              <a:pathLst>
                <a:path w="2504" h="26471">
                  <a:moveTo>
                    <a:pt x="0" y="26471"/>
                  </a:moveTo>
                  <a:lnTo>
                    <a:pt x="461" y="15635"/>
                  </a:lnTo>
                  <a:lnTo>
                    <a:pt x="1317" y="1835"/>
                  </a:lnTo>
                  <a:lnTo>
                    <a:pt x="2172" y="0"/>
                  </a:lnTo>
                  <a:lnTo>
                    <a:pt x="2504" y="2647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8819978" y="6343936"/>
              <a:ext cx="1171" cy="35513"/>
            </a:xfrm>
            <a:custGeom>
              <a:avLst/>
              <a:pathLst>
                <a:path w="1171" h="35513">
                  <a:moveTo>
                    <a:pt x="0" y="35513"/>
                  </a:moveTo>
                  <a:lnTo>
                    <a:pt x="567" y="0"/>
                  </a:lnTo>
                  <a:lnTo>
                    <a:pt x="1171" y="3551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8823146" y="6206224"/>
              <a:ext cx="47685" cy="173225"/>
            </a:xfrm>
            <a:custGeom>
              <a:avLst/>
              <a:pathLst>
                <a:path w="47685" h="173225">
                  <a:moveTo>
                    <a:pt x="0" y="173225"/>
                  </a:moveTo>
                  <a:lnTo>
                    <a:pt x="821" y="137452"/>
                  </a:lnTo>
                  <a:lnTo>
                    <a:pt x="1676" y="85327"/>
                  </a:lnTo>
                  <a:lnTo>
                    <a:pt x="2532" y="74360"/>
                  </a:lnTo>
                  <a:lnTo>
                    <a:pt x="3387" y="36276"/>
                  </a:lnTo>
                  <a:lnTo>
                    <a:pt x="4243" y="14960"/>
                  </a:lnTo>
                  <a:lnTo>
                    <a:pt x="5098" y="35825"/>
                  </a:lnTo>
                  <a:lnTo>
                    <a:pt x="5954" y="0"/>
                  </a:lnTo>
                  <a:lnTo>
                    <a:pt x="6809" y="4315"/>
                  </a:lnTo>
                  <a:lnTo>
                    <a:pt x="7665" y="13039"/>
                  </a:lnTo>
                  <a:lnTo>
                    <a:pt x="8520" y="15343"/>
                  </a:lnTo>
                  <a:lnTo>
                    <a:pt x="9376" y="79960"/>
                  </a:lnTo>
                  <a:lnTo>
                    <a:pt x="10232" y="91298"/>
                  </a:lnTo>
                  <a:lnTo>
                    <a:pt x="11087" y="92927"/>
                  </a:lnTo>
                  <a:lnTo>
                    <a:pt x="11943" y="93691"/>
                  </a:lnTo>
                  <a:lnTo>
                    <a:pt x="12798" y="54643"/>
                  </a:lnTo>
                  <a:lnTo>
                    <a:pt x="13654" y="66774"/>
                  </a:lnTo>
                  <a:lnTo>
                    <a:pt x="14509" y="86646"/>
                  </a:lnTo>
                  <a:lnTo>
                    <a:pt x="15365" y="88914"/>
                  </a:lnTo>
                  <a:lnTo>
                    <a:pt x="16220" y="113803"/>
                  </a:lnTo>
                  <a:lnTo>
                    <a:pt x="17076" y="113814"/>
                  </a:lnTo>
                  <a:lnTo>
                    <a:pt x="17931" y="104089"/>
                  </a:lnTo>
                  <a:lnTo>
                    <a:pt x="18787" y="76750"/>
                  </a:lnTo>
                  <a:lnTo>
                    <a:pt x="19642" y="95701"/>
                  </a:lnTo>
                  <a:lnTo>
                    <a:pt x="20498" y="126798"/>
                  </a:lnTo>
                  <a:lnTo>
                    <a:pt x="21353" y="163128"/>
                  </a:lnTo>
                  <a:lnTo>
                    <a:pt x="22209" y="159463"/>
                  </a:lnTo>
                  <a:lnTo>
                    <a:pt x="23064" y="134608"/>
                  </a:lnTo>
                  <a:lnTo>
                    <a:pt x="23920" y="105710"/>
                  </a:lnTo>
                  <a:lnTo>
                    <a:pt x="24775" y="63868"/>
                  </a:lnTo>
                  <a:lnTo>
                    <a:pt x="25631" y="51255"/>
                  </a:lnTo>
                  <a:lnTo>
                    <a:pt x="26487" y="146976"/>
                  </a:lnTo>
                  <a:lnTo>
                    <a:pt x="27342" y="112034"/>
                  </a:lnTo>
                  <a:lnTo>
                    <a:pt x="28198" y="115786"/>
                  </a:lnTo>
                  <a:lnTo>
                    <a:pt x="29053" y="115251"/>
                  </a:lnTo>
                  <a:lnTo>
                    <a:pt x="29909" y="86827"/>
                  </a:lnTo>
                  <a:lnTo>
                    <a:pt x="30764" y="76926"/>
                  </a:lnTo>
                  <a:lnTo>
                    <a:pt x="31620" y="100419"/>
                  </a:lnTo>
                  <a:lnTo>
                    <a:pt x="32475" y="108253"/>
                  </a:lnTo>
                  <a:lnTo>
                    <a:pt x="33331" y="130176"/>
                  </a:lnTo>
                  <a:lnTo>
                    <a:pt x="34186" y="76944"/>
                  </a:lnTo>
                  <a:lnTo>
                    <a:pt x="35042" y="37298"/>
                  </a:lnTo>
                  <a:lnTo>
                    <a:pt x="35897" y="70055"/>
                  </a:lnTo>
                  <a:lnTo>
                    <a:pt x="36753" y="75012"/>
                  </a:lnTo>
                  <a:lnTo>
                    <a:pt x="37608" y="83314"/>
                  </a:lnTo>
                  <a:lnTo>
                    <a:pt x="38464" y="87246"/>
                  </a:lnTo>
                  <a:lnTo>
                    <a:pt x="39319" y="83048"/>
                  </a:lnTo>
                  <a:lnTo>
                    <a:pt x="40175" y="100701"/>
                  </a:lnTo>
                  <a:lnTo>
                    <a:pt x="41030" y="118457"/>
                  </a:lnTo>
                  <a:lnTo>
                    <a:pt x="41886" y="170024"/>
                  </a:lnTo>
                  <a:lnTo>
                    <a:pt x="42742" y="170614"/>
                  </a:lnTo>
                  <a:lnTo>
                    <a:pt x="43597" y="109804"/>
                  </a:lnTo>
                  <a:lnTo>
                    <a:pt x="44453" y="93249"/>
                  </a:lnTo>
                  <a:lnTo>
                    <a:pt x="45308" y="101051"/>
                  </a:lnTo>
                  <a:lnTo>
                    <a:pt x="46164" y="115911"/>
                  </a:lnTo>
                  <a:lnTo>
                    <a:pt x="47019" y="150516"/>
                  </a:lnTo>
                  <a:lnTo>
                    <a:pt x="47685" y="17322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8871285" y="6364865"/>
              <a:ext cx="3913" cy="14584"/>
            </a:xfrm>
            <a:custGeom>
              <a:avLst/>
              <a:pathLst>
                <a:path w="3913" h="14584">
                  <a:moveTo>
                    <a:pt x="0" y="14584"/>
                  </a:moveTo>
                  <a:lnTo>
                    <a:pt x="592" y="0"/>
                  </a:lnTo>
                  <a:lnTo>
                    <a:pt x="1447" y="8503"/>
                  </a:lnTo>
                  <a:lnTo>
                    <a:pt x="2303" y="4143"/>
                  </a:lnTo>
                  <a:lnTo>
                    <a:pt x="3159" y="606"/>
                  </a:lnTo>
                  <a:lnTo>
                    <a:pt x="3913" y="1458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8875622" y="6281100"/>
              <a:ext cx="15059" cy="98349"/>
            </a:xfrm>
            <a:custGeom>
              <a:avLst/>
              <a:pathLst>
                <a:path w="15059" h="98349">
                  <a:moveTo>
                    <a:pt x="0" y="98349"/>
                  </a:moveTo>
                  <a:lnTo>
                    <a:pt x="532" y="95261"/>
                  </a:lnTo>
                  <a:lnTo>
                    <a:pt x="1388" y="74152"/>
                  </a:lnTo>
                  <a:lnTo>
                    <a:pt x="2243" y="46460"/>
                  </a:lnTo>
                  <a:lnTo>
                    <a:pt x="3099" y="17890"/>
                  </a:lnTo>
                  <a:lnTo>
                    <a:pt x="3954" y="37237"/>
                  </a:lnTo>
                  <a:lnTo>
                    <a:pt x="4810" y="1581"/>
                  </a:lnTo>
                  <a:lnTo>
                    <a:pt x="5665" y="5352"/>
                  </a:lnTo>
                  <a:lnTo>
                    <a:pt x="6521" y="3743"/>
                  </a:lnTo>
                  <a:lnTo>
                    <a:pt x="7376" y="0"/>
                  </a:lnTo>
                  <a:lnTo>
                    <a:pt x="8232" y="14060"/>
                  </a:lnTo>
                  <a:lnTo>
                    <a:pt x="9087" y="11863"/>
                  </a:lnTo>
                  <a:lnTo>
                    <a:pt x="9943" y="49192"/>
                  </a:lnTo>
                  <a:lnTo>
                    <a:pt x="10798" y="29907"/>
                  </a:lnTo>
                  <a:lnTo>
                    <a:pt x="11654" y="25790"/>
                  </a:lnTo>
                  <a:lnTo>
                    <a:pt x="12509" y="59152"/>
                  </a:lnTo>
                  <a:lnTo>
                    <a:pt x="13365" y="47838"/>
                  </a:lnTo>
                  <a:lnTo>
                    <a:pt x="14220" y="58285"/>
                  </a:lnTo>
                  <a:lnTo>
                    <a:pt x="15059" y="9834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8891459" y="6363385"/>
              <a:ext cx="1368" cy="16064"/>
            </a:xfrm>
            <a:custGeom>
              <a:avLst/>
              <a:pathLst>
                <a:path w="1368" h="16064">
                  <a:moveTo>
                    <a:pt x="0" y="16064"/>
                  </a:moveTo>
                  <a:lnTo>
                    <a:pt x="95" y="15960"/>
                  </a:lnTo>
                  <a:lnTo>
                    <a:pt x="950" y="0"/>
                  </a:lnTo>
                  <a:lnTo>
                    <a:pt x="1368" y="1606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8895395" y="6348477"/>
              <a:ext cx="857" cy="30972"/>
            </a:xfrm>
            <a:custGeom>
              <a:avLst/>
              <a:pathLst>
                <a:path w="857" h="30972">
                  <a:moveTo>
                    <a:pt x="0" y="30972"/>
                  </a:moveTo>
                  <a:lnTo>
                    <a:pt x="437" y="0"/>
                  </a:lnTo>
                  <a:lnTo>
                    <a:pt x="857" y="3097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8900556" y="6322431"/>
              <a:ext cx="10309" cy="57018"/>
            </a:xfrm>
            <a:custGeom>
              <a:avLst/>
              <a:pathLst>
                <a:path w="10309" h="57018">
                  <a:moveTo>
                    <a:pt x="0" y="57018"/>
                  </a:moveTo>
                  <a:lnTo>
                    <a:pt x="408" y="33199"/>
                  </a:lnTo>
                  <a:lnTo>
                    <a:pt x="1264" y="29862"/>
                  </a:lnTo>
                  <a:lnTo>
                    <a:pt x="2119" y="34848"/>
                  </a:lnTo>
                  <a:lnTo>
                    <a:pt x="2975" y="12724"/>
                  </a:lnTo>
                  <a:lnTo>
                    <a:pt x="3830" y="7025"/>
                  </a:lnTo>
                  <a:lnTo>
                    <a:pt x="4686" y="20003"/>
                  </a:lnTo>
                  <a:lnTo>
                    <a:pt x="5541" y="19751"/>
                  </a:lnTo>
                  <a:lnTo>
                    <a:pt x="6397" y="21130"/>
                  </a:lnTo>
                  <a:lnTo>
                    <a:pt x="7252" y="9667"/>
                  </a:lnTo>
                  <a:lnTo>
                    <a:pt x="8108" y="27287"/>
                  </a:lnTo>
                  <a:lnTo>
                    <a:pt x="8963" y="19296"/>
                  </a:lnTo>
                  <a:lnTo>
                    <a:pt x="9819" y="0"/>
                  </a:lnTo>
                  <a:lnTo>
                    <a:pt x="10309" y="5701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8914779" y="5759136"/>
              <a:ext cx="83715" cy="620313"/>
            </a:xfrm>
            <a:custGeom>
              <a:avLst/>
              <a:pathLst>
                <a:path w="83715" h="620313">
                  <a:moveTo>
                    <a:pt x="0" y="620313"/>
                  </a:moveTo>
                  <a:lnTo>
                    <a:pt x="729" y="618201"/>
                  </a:lnTo>
                  <a:lnTo>
                    <a:pt x="1585" y="547601"/>
                  </a:lnTo>
                  <a:lnTo>
                    <a:pt x="2440" y="560315"/>
                  </a:lnTo>
                  <a:lnTo>
                    <a:pt x="3296" y="485336"/>
                  </a:lnTo>
                  <a:lnTo>
                    <a:pt x="4151" y="464280"/>
                  </a:lnTo>
                  <a:lnTo>
                    <a:pt x="5007" y="473389"/>
                  </a:lnTo>
                  <a:lnTo>
                    <a:pt x="5862" y="463191"/>
                  </a:lnTo>
                  <a:lnTo>
                    <a:pt x="6718" y="476715"/>
                  </a:lnTo>
                  <a:lnTo>
                    <a:pt x="7573" y="438535"/>
                  </a:lnTo>
                  <a:lnTo>
                    <a:pt x="8429" y="453438"/>
                  </a:lnTo>
                  <a:lnTo>
                    <a:pt x="9285" y="462643"/>
                  </a:lnTo>
                  <a:lnTo>
                    <a:pt x="10140" y="466993"/>
                  </a:lnTo>
                  <a:lnTo>
                    <a:pt x="10996" y="499398"/>
                  </a:lnTo>
                  <a:lnTo>
                    <a:pt x="11851" y="505623"/>
                  </a:lnTo>
                  <a:lnTo>
                    <a:pt x="12707" y="478984"/>
                  </a:lnTo>
                  <a:lnTo>
                    <a:pt x="13562" y="427597"/>
                  </a:lnTo>
                  <a:lnTo>
                    <a:pt x="14418" y="396405"/>
                  </a:lnTo>
                  <a:lnTo>
                    <a:pt x="15273" y="445497"/>
                  </a:lnTo>
                  <a:lnTo>
                    <a:pt x="16129" y="463029"/>
                  </a:lnTo>
                  <a:lnTo>
                    <a:pt x="16984" y="434372"/>
                  </a:lnTo>
                  <a:lnTo>
                    <a:pt x="17840" y="397826"/>
                  </a:lnTo>
                  <a:lnTo>
                    <a:pt x="18695" y="384021"/>
                  </a:lnTo>
                  <a:lnTo>
                    <a:pt x="19551" y="405621"/>
                  </a:lnTo>
                  <a:lnTo>
                    <a:pt x="20406" y="407642"/>
                  </a:lnTo>
                  <a:lnTo>
                    <a:pt x="21262" y="417640"/>
                  </a:lnTo>
                  <a:lnTo>
                    <a:pt x="22117" y="406940"/>
                  </a:lnTo>
                  <a:lnTo>
                    <a:pt x="22973" y="410921"/>
                  </a:lnTo>
                  <a:lnTo>
                    <a:pt x="23828" y="458774"/>
                  </a:lnTo>
                  <a:lnTo>
                    <a:pt x="24684" y="483580"/>
                  </a:lnTo>
                  <a:lnTo>
                    <a:pt x="25540" y="477864"/>
                  </a:lnTo>
                  <a:lnTo>
                    <a:pt x="26395" y="468821"/>
                  </a:lnTo>
                  <a:lnTo>
                    <a:pt x="27251" y="431802"/>
                  </a:lnTo>
                  <a:lnTo>
                    <a:pt x="28106" y="478302"/>
                  </a:lnTo>
                  <a:lnTo>
                    <a:pt x="28962" y="438051"/>
                  </a:lnTo>
                  <a:lnTo>
                    <a:pt x="29817" y="410854"/>
                  </a:lnTo>
                  <a:lnTo>
                    <a:pt x="30673" y="422787"/>
                  </a:lnTo>
                  <a:lnTo>
                    <a:pt x="31528" y="406747"/>
                  </a:lnTo>
                  <a:lnTo>
                    <a:pt x="32384" y="425451"/>
                  </a:lnTo>
                  <a:lnTo>
                    <a:pt x="33239" y="422682"/>
                  </a:lnTo>
                  <a:lnTo>
                    <a:pt x="34095" y="388148"/>
                  </a:lnTo>
                  <a:lnTo>
                    <a:pt x="34950" y="440058"/>
                  </a:lnTo>
                  <a:lnTo>
                    <a:pt x="35806" y="413162"/>
                  </a:lnTo>
                  <a:lnTo>
                    <a:pt x="36661" y="392037"/>
                  </a:lnTo>
                  <a:lnTo>
                    <a:pt x="37517" y="367388"/>
                  </a:lnTo>
                  <a:lnTo>
                    <a:pt x="38372" y="353842"/>
                  </a:lnTo>
                  <a:lnTo>
                    <a:pt x="39228" y="377492"/>
                  </a:lnTo>
                  <a:lnTo>
                    <a:pt x="40083" y="364850"/>
                  </a:lnTo>
                  <a:lnTo>
                    <a:pt x="40939" y="361801"/>
                  </a:lnTo>
                  <a:lnTo>
                    <a:pt x="41795" y="366034"/>
                  </a:lnTo>
                  <a:lnTo>
                    <a:pt x="42650" y="366951"/>
                  </a:lnTo>
                  <a:lnTo>
                    <a:pt x="43506" y="434811"/>
                  </a:lnTo>
                  <a:lnTo>
                    <a:pt x="44361" y="454128"/>
                  </a:lnTo>
                  <a:lnTo>
                    <a:pt x="45217" y="417196"/>
                  </a:lnTo>
                  <a:lnTo>
                    <a:pt x="46072" y="430608"/>
                  </a:lnTo>
                  <a:lnTo>
                    <a:pt x="46928" y="434806"/>
                  </a:lnTo>
                  <a:lnTo>
                    <a:pt x="47783" y="441929"/>
                  </a:lnTo>
                  <a:lnTo>
                    <a:pt x="48639" y="413543"/>
                  </a:lnTo>
                  <a:lnTo>
                    <a:pt x="49494" y="418855"/>
                  </a:lnTo>
                  <a:lnTo>
                    <a:pt x="50350" y="445060"/>
                  </a:lnTo>
                  <a:lnTo>
                    <a:pt x="51205" y="415660"/>
                  </a:lnTo>
                  <a:lnTo>
                    <a:pt x="52061" y="402157"/>
                  </a:lnTo>
                  <a:lnTo>
                    <a:pt x="52916" y="392248"/>
                  </a:lnTo>
                  <a:lnTo>
                    <a:pt x="53772" y="415170"/>
                  </a:lnTo>
                  <a:lnTo>
                    <a:pt x="54627" y="414559"/>
                  </a:lnTo>
                  <a:lnTo>
                    <a:pt x="55483" y="233173"/>
                  </a:lnTo>
                  <a:lnTo>
                    <a:pt x="56338" y="230556"/>
                  </a:lnTo>
                  <a:lnTo>
                    <a:pt x="57194" y="272796"/>
                  </a:lnTo>
                  <a:lnTo>
                    <a:pt x="58050" y="341019"/>
                  </a:lnTo>
                  <a:lnTo>
                    <a:pt x="58905" y="318432"/>
                  </a:lnTo>
                  <a:lnTo>
                    <a:pt x="59761" y="322425"/>
                  </a:lnTo>
                  <a:lnTo>
                    <a:pt x="60616" y="360885"/>
                  </a:lnTo>
                  <a:lnTo>
                    <a:pt x="61472" y="379139"/>
                  </a:lnTo>
                  <a:lnTo>
                    <a:pt x="62327" y="441753"/>
                  </a:lnTo>
                  <a:lnTo>
                    <a:pt x="63183" y="470211"/>
                  </a:lnTo>
                  <a:lnTo>
                    <a:pt x="64038" y="464723"/>
                  </a:lnTo>
                  <a:lnTo>
                    <a:pt x="64894" y="462203"/>
                  </a:lnTo>
                  <a:lnTo>
                    <a:pt x="65749" y="391076"/>
                  </a:lnTo>
                  <a:lnTo>
                    <a:pt x="66605" y="370417"/>
                  </a:lnTo>
                  <a:lnTo>
                    <a:pt x="67460" y="332062"/>
                  </a:lnTo>
                  <a:lnTo>
                    <a:pt x="68316" y="374848"/>
                  </a:lnTo>
                  <a:lnTo>
                    <a:pt x="69171" y="401350"/>
                  </a:lnTo>
                  <a:lnTo>
                    <a:pt x="70027" y="387693"/>
                  </a:lnTo>
                  <a:lnTo>
                    <a:pt x="70882" y="396604"/>
                  </a:lnTo>
                  <a:lnTo>
                    <a:pt x="71738" y="296398"/>
                  </a:lnTo>
                  <a:lnTo>
                    <a:pt x="72594" y="297419"/>
                  </a:lnTo>
                  <a:lnTo>
                    <a:pt x="73449" y="259317"/>
                  </a:lnTo>
                  <a:lnTo>
                    <a:pt x="74305" y="314487"/>
                  </a:lnTo>
                  <a:lnTo>
                    <a:pt x="75160" y="350160"/>
                  </a:lnTo>
                  <a:lnTo>
                    <a:pt x="76016" y="393762"/>
                  </a:lnTo>
                  <a:lnTo>
                    <a:pt x="76871" y="401299"/>
                  </a:lnTo>
                  <a:lnTo>
                    <a:pt x="77727" y="326275"/>
                  </a:lnTo>
                  <a:lnTo>
                    <a:pt x="78582" y="270149"/>
                  </a:lnTo>
                  <a:lnTo>
                    <a:pt x="79438" y="183706"/>
                  </a:lnTo>
                  <a:lnTo>
                    <a:pt x="80293" y="98021"/>
                  </a:lnTo>
                  <a:lnTo>
                    <a:pt x="81149" y="108751"/>
                  </a:lnTo>
                  <a:lnTo>
                    <a:pt x="82004" y="80580"/>
                  </a:lnTo>
                  <a:lnTo>
                    <a:pt x="82860" y="31701"/>
                  </a:lnTo>
                  <a:lnTo>
                    <a:pt x="83715" y="0"/>
                  </a:lnTo>
                  <a:lnTo>
                    <a:pt x="83715" y="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4934" y="4051063"/>
              <a:ext cx="8553560" cy="2328386"/>
            </a:xfrm>
            <a:custGeom>
              <a:avLst/>
              <a:pathLst>
                <a:path w="8553560" h="2328386">
                  <a:moveTo>
                    <a:pt x="0" y="2285832"/>
                  </a:moveTo>
                  <a:lnTo>
                    <a:pt x="855" y="2299060"/>
                  </a:lnTo>
                  <a:lnTo>
                    <a:pt x="1711" y="2276591"/>
                  </a:lnTo>
                  <a:lnTo>
                    <a:pt x="2566" y="2297688"/>
                  </a:lnTo>
                  <a:lnTo>
                    <a:pt x="3422" y="2297467"/>
                  </a:lnTo>
                  <a:lnTo>
                    <a:pt x="4277" y="2295487"/>
                  </a:lnTo>
                  <a:lnTo>
                    <a:pt x="5133" y="2291832"/>
                  </a:lnTo>
                  <a:lnTo>
                    <a:pt x="5988" y="2253731"/>
                  </a:lnTo>
                  <a:lnTo>
                    <a:pt x="6844" y="2206021"/>
                  </a:lnTo>
                  <a:lnTo>
                    <a:pt x="7699" y="2225388"/>
                  </a:lnTo>
                  <a:lnTo>
                    <a:pt x="8555" y="2239451"/>
                  </a:lnTo>
                  <a:lnTo>
                    <a:pt x="9410" y="2228946"/>
                  </a:lnTo>
                  <a:lnTo>
                    <a:pt x="10266" y="2194050"/>
                  </a:lnTo>
                  <a:lnTo>
                    <a:pt x="11121" y="2214362"/>
                  </a:lnTo>
                  <a:lnTo>
                    <a:pt x="11977" y="2205796"/>
                  </a:lnTo>
                  <a:lnTo>
                    <a:pt x="12832" y="2196856"/>
                  </a:lnTo>
                  <a:lnTo>
                    <a:pt x="13688" y="2169406"/>
                  </a:lnTo>
                  <a:lnTo>
                    <a:pt x="14543" y="2150077"/>
                  </a:lnTo>
                  <a:lnTo>
                    <a:pt x="15399" y="2162458"/>
                  </a:lnTo>
                  <a:lnTo>
                    <a:pt x="16255" y="2189544"/>
                  </a:lnTo>
                  <a:lnTo>
                    <a:pt x="17110" y="2175616"/>
                  </a:lnTo>
                  <a:lnTo>
                    <a:pt x="17966" y="2180041"/>
                  </a:lnTo>
                  <a:lnTo>
                    <a:pt x="18821" y="2152428"/>
                  </a:lnTo>
                  <a:lnTo>
                    <a:pt x="19677" y="2120620"/>
                  </a:lnTo>
                  <a:lnTo>
                    <a:pt x="20532" y="2122422"/>
                  </a:lnTo>
                  <a:lnTo>
                    <a:pt x="21388" y="2135467"/>
                  </a:lnTo>
                  <a:lnTo>
                    <a:pt x="22243" y="2165709"/>
                  </a:lnTo>
                  <a:lnTo>
                    <a:pt x="23099" y="2150821"/>
                  </a:lnTo>
                  <a:lnTo>
                    <a:pt x="23954" y="2135859"/>
                  </a:lnTo>
                  <a:lnTo>
                    <a:pt x="24810" y="2127584"/>
                  </a:lnTo>
                  <a:lnTo>
                    <a:pt x="25665" y="2113941"/>
                  </a:lnTo>
                  <a:lnTo>
                    <a:pt x="26521" y="2128991"/>
                  </a:lnTo>
                  <a:lnTo>
                    <a:pt x="27376" y="2049201"/>
                  </a:lnTo>
                  <a:lnTo>
                    <a:pt x="28232" y="2078608"/>
                  </a:lnTo>
                  <a:lnTo>
                    <a:pt x="29087" y="2089717"/>
                  </a:lnTo>
                  <a:lnTo>
                    <a:pt x="29943" y="2072894"/>
                  </a:lnTo>
                  <a:lnTo>
                    <a:pt x="30798" y="2095903"/>
                  </a:lnTo>
                  <a:lnTo>
                    <a:pt x="31654" y="2159621"/>
                  </a:lnTo>
                  <a:lnTo>
                    <a:pt x="32510" y="2170977"/>
                  </a:lnTo>
                  <a:lnTo>
                    <a:pt x="33365" y="2170042"/>
                  </a:lnTo>
                  <a:lnTo>
                    <a:pt x="34221" y="2179406"/>
                  </a:lnTo>
                  <a:lnTo>
                    <a:pt x="35076" y="2203356"/>
                  </a:lnTo>
                  <a:lnTo>
                    <a:pt x="35932" y="2208546"/>
                  </a:lnTo>
                  <a:lnTo>
                    <a:pt x="36787" y="2223160"/>
                  </a:lnTo>
                  <a:lnTo>
                    <a:pt x="37643" y="2246593"/>
                  </a:lnTo>
                  <a:lnTo>
                    <a:pt x="38498" y="2251553"/>
                  </a:lnTo>
                  <a:lnTo>
                    <a:pt x="39354" y="2264363"/>
                  </a:lnTo>
                  <a:lnTo>
                    <a:pt x="40209" y="2233904"/>
                  </a:lnTo>
                  <a:lnTo>
                    <a:pt x="41065" y="2231127"/>
                  </a:lnTo>
                  <a:lnTo>
                    <a:pt x="41920" y="2206263"/>
                  </a:lnTo>
                  <a:lnTo>
                    <a:pt x="42776" y="2198790"/>
                  </a:lnTo>
                  <a:lnTo>
                    <a:pt x="43631" y="2199997"/>
                  </a:lnTo>
                  <a:lnTo>
                    <a:pt x="44487" y="2140923"/>
                  </a:lnTo>
                  <a:lnTo>
                    <a:pt x="45342" y="2122863"/>
                  </a:lnTo>
                  <a:lnTo>
                    <a:pt x="46198" y="2110311"/>
                  </a:lnTo>
                  <a:lnTo>
                    <a:pt x="47053" y="2085669"/>
                  </a:lnTo>
                  <a:lnTo>
                    <a:pt x="47909" y="2060139"/>
                  </a:lnTo>
                  <a:lnTo>
                    <a:pt x="48765" y="1988095"/>
                  </a:lnTo>
                  <a:lnTo>
                    <a:pt x="49620" y="2003504"/>
                  </a:lnTo>
                  <a:lnTo>
                    <a:pt x="50476" y="2006536"/>
                  </a:lnTo>
                  <a:lnTo>
                    <a:pt x="51331" y="1995727"/>
                  </a:lnTo>
                  <a:lnTo>
                    <a:pt x="52187" y="2010468"/>
                  </a:lnTo>
                  <a:lnTo>
                    <a:pt x="53042" y="2016061"/>
                  </a:lnTo>
                  <a:lnTo>
                    <a:pt x="53898" y="2026403"/>
                  </a:lnTo>
                  <a:lnTo>
                    <a:pt x="54753" y="2093009"/>
                  </a:lnTo>
                  <a:lnTo>
                    <a:pt x="55609" y="2115922"/>
                  </a:lnTo>
                  <a:lnTo>
                    <a:pt x="56464" y="2077051"/>
                  </a:lnTo>
                  <a:lnTo>
                    <a:pt x="57320" y="2035745"/>
                  </a:lnTo>
                  <a:lnTo>
                    <a:pt x="58175" y="2035323"/>
                  </a:lnTo>
                  <a:lnTo>
                    <a:pt x="59031" y="2082408"/>
                  </a:lnTo>
                  <a:lnTo>
                    <a:pt x="59886" y="2118330"/>
                  </a:lnTo>
                  <a:lnTo>
                    <a:pt x="60742" y="2079996"/>
                  </a:lnTo>
                  <a:lnTo>
                    <a:pt x="61597" y="2092785"/>
                  </a:lnTo>
                  <a:lnTo>
                    <a:pt x="62453" y="2071691"/>
                  </a:lnTo>
                  <a:lnTo>
                    <a:pt x="63309" y="2103817"/>
                  </a:lnTo>
                  <a:lnTo>
                    <a:pt x="64164" y="2130231"/>
                  </a:lnTo>
                  <a:lnTo>
                    <a:pt x="65020" y="2104878"/>
                  </a:lnTo>
                  <a:lnTo>
                    <a:pt x="65875" y="2156955"/>
                  </a:lnTo>
                  <a:lnTo>
                    <a:pt x="66731" y="2118928"/>
                  </a:lnTo>
                  <a:lnTo>
                    <a:pt x="67586" y="2081875"/>
                  </a:lnTo>
                  <a:lnTo>
                    <a:pt x="68442" y="2110759"/>
                  </a:lnTo>
                  <a:lnTo>
                    <a:pt x="69297" y="2156551"/>
                  </a:lnTo>
                  <a:lnTo>
                    <a:pt x="70153" y="2192589"/>
                  </a:lnTo>
                  <a:lnTo>
                    <a:pt x="71008" y="2213143"/>
                  </a:lnTo>
                  <a:lnTo>
                    <a:pt x="71864" y="2210326"/>
                  </a:lnTo>
                  <a:lnTo>
                    <a:pt x="72719" y="2231994"/>
                  </a:lnTo>
                  <a:lnTo>
                    <a:pt x="73575" y="2202886"/>
                  </a:lnTo>
                  <a:lnTo>
                    <a:pt x="74430" y="2209474"/>
                  </a:lnTo>
                  <a:lnTo>
                    <a:pt x="75286" y="2196889"/>
                  </a:lnTo>
                  <a:lnTo>
                    <a:pt x="76141" y="2214580"/>
                  </a:lnTo>
                  <a:lnTo>
                    <a:pt x="76997" y="2203343"/>
                  </a:lnTo>
                  <a:lnTo>
                    <a:pt x="77852" y="2180884"/>
                  </a:lnTo>
                  <a:lnTo>
                    <a:pt x="78708" y="2164966"/>
                  </a:lnTo>
                  <a:lnTo>
                    <a:pt x="79564" y="2146123"/>
                  </a:lnTo>
                  <a:lnTo>
                    <a:pt x="80419" y="2181112"/>
                  </a:lnTo>
                  <a:lnTo>
                    <a:pt x="81275" y="2151689"/>
                  </a:lnTo>
                  <a:lnTo>
                    <a:pt x="82130" y="2074532"/>
                  </a:lnTo>
                  <a:lnTo>
                    <a:pt x="82986" y="2069662"/>
                  </a:lnTo>
                  <a:lnTo>
                    <a:pt x="83841" y="2094681"/>
                  </a:lnTo>
                  <a:lnTo>
                    <a:pt x="84697" y="2139285"/>
                  </a:lnTo>
                  <a:lnTo>
                    <a:pt x="85552" y="2105984"/>
                  </a:lnTo>
                  <a:lnTo>
                    <a:pt x="86408" y="2100493"/>
                  </a:lnTo>
                  <a:lnTo>
                    <a:pt x="87263" y="2162544"/>
                  </a:lnTo>
                  <a:lnTo>
                    <a:pt x="88119" y="2170380"/>
                  </a:lnTo>
                  <a:lnTo>
                    <a:pt x="88974" y="2194724"/>
                  </a:lnTo>
                  <a:lnTo>
                    <a:pt x="89830" y="2188897"/>
                  </a:lnTo>
                  <a:lnTo>
                    <a:pt x="90685" y="2218650"/>
                  </a:lnTo>
                  <a:lnTo>
                    <a:pt x="91541" y="2244877"/>
                  </a:lnTo>
                  <a:lnTo>
                    <a:pt x="92396" y="2244790"/>
                  </a:lnTo>
                  <a:lnTo>
                    <a:pt x="93252" y="2243226"/>
                  </a:lnTo>
                  <a:lnTo>
                    <a:pt x="94107" y="2216802"/>
                  </a:lnTo>
                  <a:lnTo>
                    <a:pt x="94963" y="2256831"/>
                  </a:lnTo>
                  <a:lnTo>
                    <a:pt x="95819" y="2216675"/>
                  </a:lnTo>
                  <a:lnTo>
                    <a:pt x="96674" y="2165856"/>
                  </a:lnTo>
                  <a:lnTo>
                    <a:pt x="97530" y="2086998"/>
                  </a:lnTo>
                  <a:lnTo>
                    <a:pt x="98385" y="2136520"/>
                  </a:lnTo>
                  <a:lnTo>
                    <a:pt x="99241" y="2179586"/>
                  </a:lnTo>
                  <a:lnTo>
                    <a:pt x="100096" y="2146394"/>
                  </a:lnTo>
                  <a:lnTo>
                    <a:pt x="100952" y="2071408"/>
                  </a:lnTo>
                  <a:lnTo>
                    <a:pt x="101807" y="2169025"/>
                  </a:lnTo>
                  <a:lnTo>
                    <a:pt x="102663" y="2184807"/>
                  </a:lnTo>
                  <a:lnTo>
                    <a:pt x="103518" y="2237046"/>
                  </a:lnTo>
                  <a:lnTo>
                    <a:pt x="104374" y="2234420"/>
                  </a:lnTo>
                  <a:lnTo>
                    <a:pt x="105229" y="2248686"/>
                  </a:lnTo>
                  <a:lnTo>
                    <a:pt x="106085" y="2255538"/>
                  </a:lnTo>
                  <a:lnTo>
                    <a:pt x="106940" y="2286658"/>
                  </a:lnTo>
                  <a:lnTo>
                    <a:pt x="107796" y="2284026"/>
                  </a:lnTo>
                  <a:lnTo>
                    <a:pt x="108651" y="2294813"/>
                  </a:lnTo>
                  <a:lnTo>
                    <a:pt x="109507" y="2308149"/>
                  </a:lnTo>
                  <a:lnTo>
                    <a:pt x="110363" y="2315022"/>
                  </a:lnTo>
                  <a:lnTo>
                    <a:pt x="111218" y="2315278"/>
                  </a:lnTo>
                  <a:lnTo>
                    <a:pt x="112074" y="2313886"/>
                  </a:lnTo>
                  <a:lnTo>
                    <a:pt x="112929" y="2312054"/>
                  </a:lnTo>
                  <a:lnTo>
                    <a:pt x="113785" y="2300912"/>
                  </a:lnTo>
                  <a:lnTo>
                    <a:pt x="114640" y="2299212"/>
                  </a:lnTo>
                  <a:lnTo>
                    <a:pt x="115496" y="2302074"/>
                  </a:lnTo>
                  <a:lnTo>
                    <a:pt x="116351" y="2279297"/>
                  </a:lnTo>
                  <a:lnTo>
                    <a:pt x="117207" y="2240682"/>
                  </a:lnTo>
                  <a:lnTo>
                    <a:pt x="118062" y="2241293"/>
                  </a:lnTo>
                  <a:lnTo>
                    <a:pt x="118918" y="2263921"/>
                  </a:lnTo>
                  <a:lnTo>
                    <a:pt x="119773" y="2250347"/>
                  </a:lnTo>
                  <a:lnTo>
                    <a:pt x="120629" y="2267712"/>
                  </a:lnTo>
                  <a:lnTo>
                    <a:pt x="121484" y="2229705"/>
                  </a:lnTo>
                  <a:lnTo>
                    <a:pt x="122340" y="2261120"/>
                  </a:lnTo>
                  <a:lnTo>
                    <a:pt x="123195" y="2239847"/>
                  </a:lnTo>
                  <a:lnTo>
                    <a:pt x="124051" y="2211800"/>
                  </a:lnTo>
                  <a:lnTo>
                    <a:pt x="124906" y="2154222"/>
                  </a:lnTo>
                  <a:lnTo>
                    <a:pt x="125762" y="2185628"/>
                  </a:lnTo>
                  <a:lnTo>
                    <a:pt x="126618" y="2244059"/>
                  </a:lnTo>
                  <a:lnTo>
                    <a:pt x="127473" y="2221665"/>
                  </a:lnTo>
                  <a:lnTo>
                    <a:pt x="128329" y="2185572"/>
                  </a:lnTo>
                  <a:lnTo>
                    <a:pt x="129184" y="2213399"/>
                  </a:lnTo>
                  <a:lnTo>
                    <a:pt x="130040" y="2212397"/>
                  </a:lnTo>
                  <a:lnTo>
                    <a:pt x="130895" y="2210740"/>
                  </a:lnTo>
                  <a:lnTo>
                    <a:pt x="131751" y="2160914"/>
                  </a:lnTo>
                  <a:lnTo>
                    <a:pt x="132606" y="2159828"/>
                  </a:lnTo>
                  <a:lnTo>
                    <a:pt x="133462" y="2203728"/>
                  </a:lnTo>
                  <a:lnTo>
                    <a:pt x="134317" y="2150549"/>
                  </a:lnTo>
                  <a:lnTo>
                    <a:pt x="135173" y="2159801"/>
                  </a:lnTo>
                  <a:lnTo>
                    <a:pt x="136028" y="2182404"/>
                  </a:lnTo>
                  <a:lnTo>
                    <a:pt x="136884" y="2213946"/>
                  </a:lnTo>
                  <a:lnTo>
                    <a:pt x="137739" y="2182121"/>
                  </a:lnTo>
                  <a:lnTo>
                    <a:pt x="138595" y="2171381"/>
                  </a:lnTo>
                  <a:lnTo>
                    <a:pt x="139450" y="2129663"/>
                  </a:lnTo>
                  <a:lnTo>
                    <a:pt x="140306" y="2142035"/>
                  </a:lnTo>
                  <a:lnTo>
                    <a:pt x="141161" y="2146776"/>
                  </a:lnTo>
                  <a:lnTo>
                    <a:pt x="142017" y="2137137"/>
                  </a:lnTo>
                  <a:lnTo>
                    <a:pt x="142873" y="2110518"/>
                  </a:lnTo>
                  <a:lnTo>
                    <a:pt x="143728" y="2108436"/>
                  </a:lnTo>
                  <a:lnTo>
                    <a:pt x="144584" y="2058673"/>
                  </a:lnTo>
                  <a:lnTo>
                    <a:pt x="145439" y="2042221"/>
                  </a:lnTo>
                  <a:lnTo>
                    <a:pt x="146295" y="2078323"/>
                  </a:lnTo>
                  <a:lnTo>
                    <a:pt x="147150" y="2104436"/>
                  </a:lnTo>
                  <a:lnTo>
                    <a:pt x="148006" y="2158983"/>
                  </a:lnTo>
                  <a:lnTo>
                    <a:pt x="148861" y="2174015"/>
                  </a:lnTo>
                  <a:lnTo>
                    <a:pt x="149717" y="2152215"/>
                  </a:lnTo>
                  <a:lnTo>
                    <a:pt x="150572" y="2130800"/>
                  </a:lnTo>
                  <a:lnTo>
                    <a:pt x="151428" y="2149246"/>
                  </a:lnTo>
                  <a:lnTo>
                    <a:pt x="152283" y="2198871"/>
                  </a:lnTo>
                  <a:lnTo>
                    <a:pt x="153139" y="2227124"/>
                  </a:lnTo>
                  <a:lnTo>
                    <a:pt x="153994" y="2234107"/>
                  </a:lnTo>
                  <a:lnTo>
                    <a:pt x="154850" y="2223032"/>
                  </a:lnTo>
                  <a:lnTo>
                    <a:pt x="155705" y="2194687"/>
                  </a:lnTo>
                  <a:lnTo>
                    <a:pt x="156561" y="2230253"/>
                  </a:lnTo>
                  <a:lnTo>
                    <a:pt x="157417" y="2239095"/>
                  </a:lnTo>
                  <a:lnTo>
                    <a:pt x="158272" y="2236427"/>
                  </a:lnTo>
                  <a:lnTo>
                    <a:pt x="159128" y="2263801"/>
                  </a:lnTo>
                  <a:lnTo>
                    <a:pt x="159983" y="2241654"/>
                  </a:lnTo>
                  <a:lnTo>
                    <a:pt x="160839" y="2286430"/>
                  </a:lnTo>
                  <a:lnTo>
                    <a:pt x="161694" y="2237140"/>
                  </a:lnTo>
                  <a:lnTo>
                    <a:pt x="162550" y="2205623"/>
                  </a:lnTo>
                  <a:lnTo>
                    <a:pt x="163405" y="2110161"/>
                  </a:lnTo>
                  <a:lnTo>
                    <a:pt x="164261" y="2089533"/>
                  </a:lnTo>
                  <a:lnTo>
                    <a:pt x="165116" y="2140428"/>
                  </a:lnTo>
                  <a:lnTo>
                    <a:pt x="165972" y="2176105"/>
                  </a:lnTo>
                  <a:lnTo>
                    <a:pt x="166827" y="2187005"/>
                  </a:lnTo>
                  <a:lnTo>
                    <a:pt x="167683" y="2244350"/>
                  </a:lnTo>
                  <a:lnTo>
                    <a:pt x="168538" y="2216442"/>
                  </a:lnTo>
                  <a:lnTo>
                    <a:pt x="169394" y="2250614"/>
                  </a:lnTo>
                  <a:lnTo>
                    <a:pt x="170249" y="2264121"/>
                  </a:lnTo>
                  <a:lnTo>
                    <a:pt x="171105" y="2245680"/>
                  </a:lnTo>
                  <a:lnTo>
                    <a:pt x="171960" y="2248587"/>
                  </a:lnTo>
                  <a:lnTo>
                    <a:pt x="172816" y="2226061"/>
                  </a:lnTo>
                  <a:lnTo>
                    <a:pt x="173672" y="2230079"/>
                  </a:lnTo>
                  <a:lnTo>
                    <a:pt x="174527" y="2219299"/>
                  </a:lnTo>
                  <a:lnTo>
                    <a:pt x="175383" y="2187169"/>
                  </a:lnTo>
                  <a:lnTo>
                    <a:pt x="176238" y="2118605"/>
                  </a:lnTo>
                  <a:lnTo>
                    <a:pt x="177094" y="2146258"/>
                  </a:lnTo>
                  <a:lnTo>
                    <a:pt x="177949" y="2206775"/>
                  </a:lnTo>
                  <a:lnTo>
                    <a:pt x="178805" y="2226395"/>
                  </a:lnTo>
                  <a:lnTo>
                    <a:pt x="179660" y="2235579"/>
                  </a:lnTo>
                  <a:lnTo>
                    <a:pt x="180516" y="2258976"/>
                  </a:lnTo>
                  <a:lnTo>
                    <a:pt x="181371" y="2257293"/>
                  </a:lnTo>
                  <a:lnTo>
                    <a:pt x="182227" y="2259323"/>
                  </a:lnTo>
                  <a:lnTo>
                    <a:pt x="183082" y="2250244"/>
                  </a:lnTo>
                  <a:lnTo>
                    <a:pt x="183938" y="2239271"/>
                  </a:lnTo>
                  <a:lnTo>
                    <a:pt x="184793" y="2228749"/>
                  </a:lnTo>
                  <a:lnTo>
                    <a:pt x="185649" y="2238102"/>
                  </a:lnTo>
                  <a:lnTo>
                    <a:pt x="186504" y="2261941"/>
                  </a:lnTo>
                  <a:lnTo>
                    <a:pt x="187360" y="2238633"/>
                  </a:lnTo>
                  <a:lnTo>
                    <a:pt x="188215" y="2253899"/>
                  </a:lnTo>
                  <a:lnTo>
                    <a:pt x="189071" y="2265030"/>
                  </a:lnTo>
                  <a:lnTo>
                    <a:pt x="189927" y="2258729"/>
                  </a:lnTo>
                  <a:lnTo>
                    <a:pt x="190782" y="2266476"/>
                  </a:lnTo>
                  <a:lnTo>
                    <a:pt x="191638" y="2249433"/>
                  </a:lnTo>
                  <a:lnTo>
                    <a:pt x="192493" y="2271923"/>
                  </a:lnTo>
                  <a:lnTo>
                    <a:pt x="193349" y="2265483"/>
                  </a:lnTo>
                  <a:lnTo>
                    <a:pt x="194204" y="2215098"/>
                  </a:lnTo>
                  <a:lnTo>
                    <a:pt x="195060" y="2192175"/>
                  </a:lnTo>
                  <a:lnTo>
                    <a:pt x="195915" y="2181054"/>
                  </a:lnTo>
                  <a:lnTo>
                    <a:pt x="196771" y="2208641"/>
                  </a:lnTo>
                  <a:lnTo>
                    <a:pt x="197626" y="2178620"/>
                  </a:lnTo>
                  <a:lnTo>
                    <a:pt x="198482" y="2155685"/>
                  </a:lnTo>
                  <a:lnTo>
                    <a:pt x="199337" y="2169869"/>
                  </a:lnTo>
                  <a:lnTo>
                    <a:pt x="200193" y="2168948"/>
                  </a:lnTo>
                  <a:lnTo>
                    <a:pt x="201048" y="2226701"/>
                  </a:lnTo>
                  <a:lnTo>
                    <a:pt x="201904" y="2186505"/>
                  </a:lnTo>
                  <a:lnTo>
                    <a:pt x="202759" y="2200155"/>
                  </a:lnTo>
                  <a:lnTo>
                    <a:pt x="203615" y="2182988"/>
                  </a:lnTo>
                  <a:lnTo>
                    <a:pt x="204471" y="2152218"/>
                  </a:lnTo>
                  <a:lnTo>
                    <a:pt x="205326" y="2113112"/>
                  </a:lnTo>
                  <a:lnTo>
                    <a:pt x="206182" y="2010542"/>
                  </a:lnTo>
                  <a:lnTo>
                    <a:pt x="207037" y="2005450"/>
                  </a:lnTo>
                  <a:lnTo>
                    <a:pt x="207893" y="2012013"/>
                  </a:lnTo>
                  <a:lnTo>
                    <a:pt x="208748" y="1892573"/>
                  </a:lnTo>
                  <a:lnTo>
                    <a:pt x="209604" y="1874464"/>
                  </a:lnTo>
                  <a:lnTo>
                    <a:pt x="210459" y="1818325"/>
                  </a:lnTo>
                  <a:lnTo>
                    <a:pt x="211315" y="1841898"/>
                  </a:lnTo>
                  <a:lnTo>
                    <a:pt x="212170" y="1834009"/>
                  </a:lnTo>
                  <a:lnTo>
                    <a:pt x="213026" y="1791531"/>
                  </a:lnTo>
                  <a:lnTo>
                    <a:pt x="213881" y="1756921"/>
                  </a:lnTo>
                  <a:lnTo>
                    <a:pt x="214737" y="1728471"/>
                  </a:lnTo>
                  <a:lnTo>
                    <a:pt x="215592" y="1698979"/>
                  </a:lnTo>
                  <a:lnTo>
                    <a:pt x="216448" y="1675851"/>
                  </a:lnTo>
                  <a:lnTo>
                    <a:pt x="217303" y="1669451"/>
                  </a:lnTo>
                  <a:lnTo>
                    <a:pt x="218159" y="1676205"/>
                  </a:lnTo>
                  <a:lnTo>
                    <a:pt x="219014" y="1687502"/>
                  </a:lnTo>
                  <a:lnTo>
                    <a:pt x="219870" y="1642911"/>
                  </a:lnTo>
                  <a:lnTo>
                    <a:pt x="220726" y="1685564"/>
                  </a:lnTo>
                  <a:lnTo>
                    <a:pt x="221581" y="1712478"/>
                  </a:lnTo>
                  <a:lnTo>
                    <a:pt x="222437" y="1722766"/>
                  </a:lnTo>
                  <a:lnTo>
                    <a:pt x="223292" y="1731752"/>
                  </a:lnTo>
                  <a:lnTo>
                    <a:pt x="224148" y="1730210"/>
                  </a:lnTo>
                  <a:lnTo>
                    <a:pt x="225003" y="1746586"/>
                  </a:lnTo>
                  <a:lnTo>
                    <a:pt x="225859" y="1718818"/>
                  </a:lnTo>
                  <a:lnTo>
                    <a:pt x="226714" y="1686041"/>
                  </a:lnTo>
                  <a:lnTo>
                    <a:pt x="227570" y="1700356"/>
                  </a:lnTo>
                  <a:lnTo>
                    <a:pt x="228425" y="1721847"/>
                  </a:lnTo>
                  <a:lnTo>
                    <a:pt x="229281" y="1706072"/>
                  </a:lnTo>
                  <a:lnTo>
                    <a:pt x="230136" y="1699743"/>
                  </a:lnTo>
                  <a:lnTo>
                    <a:pt x="230992" y="1711261"/>
                  </a:lnTo>
                  <a:lnTo>
                    <a:pt x="231847" y="1709729"/>
                  </a:lnTo>
                  <a:lnTo>
                    <a:pt x="232703" y="1753934"/>
                  </a:lnTo>
                  <a:lnTo>
                    <a:pt x="233558" y="1742846"/>
                  </a:lnTo>
                  <a:lnTo>
                    <a:pt x="234414" y="1748536"/>
                  </a:lnTo>
                  <a:lnTo>
                    <a:pt x="235269" y="1753402"/>
                  </a:lnTo>
                  <a:lnTo>
                    <a:pt x="236125" y="1755637"/>
                  </a:lnTo>
                  <a:lnTo>
                    <a:pt x="236981" y="1777037"/>
                  </a:lnTo>
                  <a:lnTo>
                    <a:pt x="237836" y="1735261"/>
                  </a:lnTo>
                  <a:lnTo>
                    <a:pt x="238692" y="1780081"/>
                  </a:lnTo>
                  <a:lnTo>
                    <a:pt x="239547" y="1780044"/>
                  </a:lnTo>
                  <a:lnTo>
                    <a:pt x="240403" y="1751050"/>
                  </a:lnTo>
                  <a:lnTo>
                    <a:pt x="241258" y="1795988"/>
                  </a:lnTo>
                  <a:lnTo>
                    <a:pt x="242114" y="1772686"/>
                  </a:lnTo>
                  <a:lnTo>
                    <a:pt x="242969" y="1819089"/>
                  </a:lnTo>
                  <a:lnTo>
                    <a:pt x="243825" y="1815159"/>
                  </a:lnTo>
                  <a:lnTo>
                    <a:pt x="244680" y="1793109"/>
                  </a:lnTo>
                  <a:lnTo>
                    <a:pt x="245536" y="1795891"/>
                  </a:lnTo>
                  <a:lnTo>
                    <a:pt x="246391" y="1794000"/>
                  </a:lnTo>
                  <a:lnTo>
                    <a:pt x="247247" y="1779345"/>
                  </a:lnTo>
                  <a:lnTo>
                    <a:pt x="248102" y="1732768"/>
                  </a:lnTo>
                  <a:lnTo>
                    <a:pt x="248958" y="1777035"/>
                  </a:lnTo>
                  <a:lnTo>
                    <a:pt x="249813" y="1803101"/>
                  </a:lnTo>
                  <a:lnTo>
                    <a:pt x="250669" y="1785989"/>
                  </a:lnTo>
                  <a:lnTo>
                    <a:pt x="251524" y="1824545"/>
                  </a:lnTo>
                  <a:lnTo>
                    <a:pt x="252380" y="1824936"/>
                  </a:lnTo>
                  <a:lnTo>
                    <a:pt x="253236" y="1845424"/>
                  </a:lnTo>
                  <a:lnTo>
                    <a:pt x="254091" y="1961863"/>
                  </a:lnTo>
                  <a:lnTo>
                    <a:pt x="254947" y="2054017"/>
                  </a:lnTo>
                  <a:lnTo>
                    <a:pt x="255802" y="2073660"/>
                  </a:lnTo>
                  <a:lnTo>
                    <a:pt x="256658" y="2060016"/>
                  </a:lnTo>
                  <a:lnTo>
                    <a:pt x="257513" y="2030523"/>
                  </a:lnTo>
                  <a:lnTo>
                    <a:pt x="258369" y="2017128"/>
                  </a:lnTo>
                  <a:lnTo>
                    <a:pt x="259224" y="2000696"/>
                  </a:lnTo>
                  <a:lnTo>
                    <a:pt x="260080" y="1934028"/>
                  </a:lnTo>
                  <a:lnTo>
                    <a:pt x="260935" y="1882189"/>
                  </a:lnTo>
                  <a:lnTo>
                    <a:pt x="261791" y="1883482"/>
                  </a:lnTo>
                  <a:lnTo>
                    <a:pt x="262646" y="1839642"/>
                  </a:lnTo>
                  <a:lnTo>
                    <a:pt x="263502" y="1820559"/>
                  </a:lnTo>
                  <a:lnTo>
                    <a:pt x="264357" y="1743340"/>
                  </a:lnTo>
                  <a:lnTo>
                    <a:pt x="265213" y="1736871"/>
                  </a:lnTo>
                  <a:lnTo>
                    <a:pt x="266068" y="1714541"/>
                  </a:lnTo>
                  <a:lnTo>
                    <a:pt x="266924" y="1714472"/>
                  </a:lnTo>
                  <a:lnTo>
                    <a:pt x="267780" y="1710554"/>
                  </a:lnTo>
                  <a:lnTo>
                    <a:pt x="268635" y="1686422"/>
                  </a:lnTo>
                  <a:lnTo>
                    <a:pt x="269491" y="1697441"/>
                  </a:lnTo>
                  <a:lnTo>
                    <a:pt x="270346" y="1720801"/>
                  </a:lnTo>
                  <a:lnTo>
                    <a:pt x="271202" y="1733680"/>
                  </a:lnTo>
                  <a:lnTo>
                    <a:pt x="272057" y="1735537"/>
                  </a:lnTo>
                  <a:lnTo>
                    <a:pt x="272913" y="1747667"/>
                  </a:lnTo>
                  <a:lnTo>
                    <a:pt x="273768" y="1815117"/>
                  </a:lnTo>
                  <a:lnTo>
                    <a:pt x="274624" y="1802256"/>
                  </a:lnTo>
                  <a:lnTo>
                    <a:pt x="275479" y="1812732"/>
                  </a:lnTo>
                  <a:lnTo>
                    <a:pt x="276335" y="1783720"/>
                  </a:lnTo>
                  <a:lnTo>
                    <a:pt x="277190" y="1785199"/>
                  </a:lnTo>
                  <a:lnTo>
                    <a:pt x="278046" y="1803413"/>
                  </a:lnTo>
                  <a:lnTo>
                    <a:pt x="278901" y="1793405"/>
                  </a:lnTo>
                  <a:lnTo>
                    <a:pt x="279757" y="1801939"/>
                  </a:lnTo>
                  <a:lnTo>
                    <a:pt x="280612" y="1832044"/>
                  </a:lnTo>
                  <a:lnTo>
                    <a:pt x="281468" y="1791143"/>
                  </a:lnTo>
                  <a:lnTo>
                    <a:pt x="282323" y="1816846"/>
                  </a:lnTo>
                  <a:lnTo>
                    <a:pt x="283179" y="1790701"/>
                  </a:lnTo>
                  <a:lnTo>
                    <a:pt x="284035" y="1756590"/>
                  </a:lnTo>
                  <a:lnTo>
                    <a:pt x="284890" y="1754747"/>
                  </a:lnTo>
                  <a:lnTo>
                    <a:pt x="285746" y="1728806"/>
                  </a:lnTo>
                  <a:lnTo>
                    <a:pt x="286601" y="1736263"/>
                  </a:lnTo>
                  <a:lnTo>
                    <a:pt x="287457" y="1739050"/>
                  </a:lnTo>
                  <a:lnTo>
                    <a:pt x="288312" y="1759609"/>
                  </a:lnTo>
                  <a:lnTo>
                    <a:pt x="289168" y="1752914"/>
                  </a:lnTo>
                  <a:lnTo>
                    <a:pt x="290023" y="1762085"/>
                  </a:lnTo>
                  <a:lnTo>
                    <a:pt x="290879" y="1758154"/>
                  </a:lnTo>
                  <a:lnTo>
                    <a:pt x="291734" y="1722279"/>
                  </a:lnTo>
                  <a:lnTo>
                    <a:pt x="292590" y="1728598"/>
                  </a:lnTo>
                  <a:lnTo>
                    <a:pt x="293445" y="1712967"/>
                  </a:lnTo>
                  <a:lnTo>
                    <a:pt x="294301" y="1625256"/>
                  </a:lnTo>
                  <a:lnTo>
                    <a:pt x="295156" y="1639865"/>
                  </a:lnTo>
                  <a:lnTo>
                    <a:pt x="296012" y="1648289"/>
                  </a:lnTo>
                  <a:lnTo>
                    <a:pt x="296867" y="1640937"/>
                  </a:lnTo>
                  <a:lnTo>
                    <a:pt x="297723" y="1668137"/>
                  </a:lnTo>
                  <a:lnTo>
                    <a:pt x="298578" y="1679354"/>
                  </a:lnTo>
                  <a:lnTo>
                    <a:pt x="299434" y="1663910"/>
                  </a:lnTo>
                  <a:lnTo>
                    <a:pt x="300290" y="1720438"/>
                  </a:lnTo>
                  <a:lnTo>
                    <a:pt x="301145" y="1714179"/>
                  </a:lnTo>
                  <a:lnTo>
                    <a:pt x="302001" y="1733461"/>
                  </a:lnTo>
                  <a:lnTo>
                    <a:pt x="302856" y="1721387"/>
                  </a:lnTo>
                  <a:lnTo>
                    <a:pt x="303712" y="1695690"/>
                  </a:lnTo>
                  <a:lnTo>
                    <a:pt x="304567" y="1689193"/>
                  </a:lnTo>
                  <a:lnTo>
                    <a:pt x="305423" y="1656621"/>
                  </a:lnTo>
                  <a:lnTo>
                    <a:pt x="306278" y="1663090"/>
                  </a:lnTo>
                  <a:lnTo>
                    <a:pt x="307134" y="1647437"/>
                  </a:lnTo>
                  <a:lnTo>
                    <a:pt x="307989" y="1669789"/>
                  </a:lnTo>
                  <a:lnTo>
                    <a:pt x="308845" y="1660450"/>
                  </a:lnTo>
                  <a:lnTo>
                    <a:pt x="309700" y="1638138"/>
                  </a:lnTo>
                  <a:lnTo>
                    <a:pt x="310556" y="1660829"/>
                  </a:lnTo>
                  <a:lnTo>
                    <a:pt x="311411" y="1650933"/>
                  </a:lnTo>
                  <a:lnTo>
                    <a:pt x="312267" y="1647664"/>
                  </a:lnTo>
                  <a:lnTo>
                    <a:pt x="313122" y="1658205"/>
                  </a:lnTo>
                  <a:lnTo>
                    <a:pt x="313978" y="1651229"/>
                  </a:lnTo>
                  <a:lnTo>
                    <a:pt x="314834" y="1689547"/>
                  </a:lnTo>
                  <a:lnTo>
                    <a:pt x="315689" y="1694313"/>
                  </a:lnTo>
                  <a:lnTo>
                    <a:pt x="316545" y="1664413"/>
                  </a:lnTo>
                  <a:lnTo>
                    <a:pt x="317400" y="1683044"/>
                  </a:lnTo>
                  <a:lnTo>
                    <a:pt x="318256" y="1686375"/>
                  </a:lnTo>
                  <a:lnTo>
                    <a:pt x="319111" y="1727165"/>
                  </a:lnTo>
                  <a:lnTo>
                    <a:pt x="319967" y="1679649"/>
                  </a:lnTo>
                  <a:lnTo>
                    <a:pt x="320822" y="1668368"/>
                  </a:lnTo>
                  <a:lnTo>
                    <a:pt x="321678" y="1677747"/>
                  </a:lnTo>
                  <a:lnTo>
                    <a:pt x="322533" y="1676483"/>
                  </a:lnTo>
                  <a:lnTo>
                    <a:pt x="323389" y="1665462"/>
                  </a:lnTo>
                  <a:lnTo>
                    <a:pt x="324244" y="1682394"/>
                  </a:lnTo>
                  <a:lnTo>
                    <a:pt x="325100" y="1674060"/>
                  </a:lnTo>
                  <a:lnTo>
                    <a:pt x="325955" y="1737938"/>
                  </a:lnTo>
                  <a:lnTo>
                    <a:pt x="326811" y="1779599"/>
                  </a:lnTo>
                  <a:lnTo>
                    <a:pt x="327666" y="1774748"/>
                  </a:lnTo>
                  <a:lnTo>
                    <a:pt x="328522" y="1819907"/>
                  </a:lnTo>
                  <a:lnTo>
                    <a:pt x="329377" y="1794190"/>
                  </a:lnTo>
                  <a:lnTo>
                    <a:pt x="330233" y="1844204"/>
                  </a:lnTo>
                  <a:lnTo>
                    <a:pt x="331089" y="1854126"/>
                  </a:lnTo>
                  <a:lnTo>
                    <a:pt x="331944" y="1788274"/>
                  </a:lnTo>
                  <a:lnTo>
                    <a:pt x="332800" y="1817382"/>
                  </a:lnTo>
                  <a:lnTo>
                    <a:pt x="333655" y="1835440"/>
                  </a:lnTo>
                  <a:lnTo>
                    <a:pt x="334511" y="1836366"/>
                  </a:lnTo>
                  <a:lnTo>
                    <a:pt x="335366" y="1836395"/>
                  </a:lnTo>
                  <a:lnTo>
                    <a:pt x="336222" y="1757441"/>
                  </a:lnTo>
                  <a:lnTo>
                    <a:pt x="337077" y="1778283"/>
                  </a:lnTo>
                  <a:lnTo>
                    <a:pt x="337933" y="1774898"/>
                  </a:lnTo>
                  <a:lnTo>
                    <a:pt x="338788" y="1690123"/>
                  </a:lnTo>
                  <a:lnTo>
                    <a:pt x="339644" y="1668365"/>
                  </a:lnTo>
                  <a:lnTo>
                    <a:pt x="340499" y="1639701"/>
                  </a:lnTo>
                  <a:lnTo>
                    <a:pt x="341355" y="1627692"/>
                  </a:lnTo>
                  <a:lnTo>
                    <a:pt x="342210" y="1646361"/>
                  </a:lnTo>
                  <a:lnTo>
                    <a:pt x="343066" y="1612583"/>
                  </a:lnTo>
                  <a:lnTo>
                    <a:pt x="343921" y="1624767"/>
                  </a:lnTo>
                  <a:lnTo>
                    <a:pt x="344777" y="1690728"/>
                  </a:lnTo>
                  <a:lnTo>
                    <a:pt x="345632" y="1716034"/>
                  </a:lnTo>
                  <a:lnTo>
                    <a:pt x="346488" y="1750437"/>
                  </a:lnTo>
                  <a:lnTo>
                    <a:pt x="347344" y="1812808"/>
                  </a:lnTo>
                  <a:lnTo>
                    <a:pt x="348199" y="1869634"/>
                  </a:lnTo>
                  <a:lnTo>
                    <a:pt x="349055" y="1925932"/>
                  </a:lnTo>
                  <a:lnTo>
                    <a:pt x="349910" y="1810307"/>
                  </a:lnTo>
                  <a:lnTo>
                    <a:pt x="350766" y="1791692"/>
                  </a:lnTo>
                  <a:lnTo>
                    <a:pt x="351621" y="1787202"/>
                  </a:lnTo>
                  <a:lnTo>
                    <a:pt x="352477" y="1781544"/>
                  </a:lnTo>
                  <a:lnTo>
                    <a:pt x="353332" y="1743727"/>
                  </a:lnTo>
                  <a:lnTo>
                    <a:pt x="354188" y="1777706"/>
                  </a:lnTo>
                  <a:lnTo>
                    <a:pt x="355043" y="1765476"/>
                  </a:lnTo>
                  <a:lnTo>
                    <a:pt x="355899" y="1774579"/>
                  </a:lnTo>
                  <a:lnTo>
                    <a:pt x="356754" y="1802461"/>
                  </a:lnTo>
                  <a:lnTo>
                    <a:pt x="357610" y="1767458"/>
                  </a:lnTo>
                  <a:lnTo>
                    <a:pt x="358465" y="1747959"/>
                  </a:lnTo>
                  <a:lnTo>
                    <a:pt x="359321" y="1724729"/>
                  </a:lnTo>
                  <a:lnTo>
                    <a:pt x="360176" y="1725634"/>
                  </a:lnTo>
                  <a:lnTo>
                    <a:pt x="361032" y="1727914"/>
                  </a:lnTo>
                  <a:lnTo>
                    <a:pt x="361888" y="1728951"/>
                  </a:lnTo>
                  <a:lnTo>
                    <a:pt x="362743" y="1725668"/>
                  </a:lnTo>
                  <a:lnTo>
                    <a:pt x="363599" y="1770072"/>
                  </a:lnTo>
                  <a:lnTo>
                    <a:pt x="364454" y="1771563"/>
                  </a:lnTo>
                  <a:lnTo>
                    <a:pt x="365310" y="1799188"/>
                  </a:lnTo>
                  <a:lnTo>
                    <a:pt x="366165" y="1815902"/>
                  </a:lnTo>
                  <a:lnTo>
                    <a:pt x="367021" y="1878693"/>
                  </a:lnTo>
                  <a:lnTo>
                    <a:pt x="367876" y="1946942"/>
                  </a:lnTo>
                  <a:lnTo>
                    <a:pt x="368732" y="2036760"/>
                  </a:lnTo>
                  <a:lnTo>
                    <a:pt x="369587" y="2023152"/>
                  </a:lnTo>
                  <a:lnTo>
                    <a:pt x="370443" y="2032393"/>
                  </a:lnTo>
                  <a:lnTo>
                    <a:pt x="371298" y="2001001"/>
                  </a:lnTo>
                  <a:lnTo>
                    <a:pt x="372154" y="1988778"/>
                  </a:lnTo>
                  <a:lnTo>
                    <a:pt x="373009" y="1908108"/>
                  </a:lnTo>
                  <a:lnTo>
                    <a:pt x="373865" y="1869562"/>
                  </a:lnTo>
                  <a:lnTo>
                    <a:pt x="374720" y="1813967"/>
                  </a:lnTo>
                  <a:lnTo>
                    <a:pt x="375576" y="1819329"/>
                  </a:lnTo>
                  <a:lnTo>
                    <a:pt x="376431" y="1860467"/>
                  </a:lnTo>
                  <a:lnTo>
                    <a:pt x="377287" y="1801229"/>
                  </a:lnTo>
                  <a:lnTo>
                    <a:pt x="378143" y="1786226"/>
                  </a:lnTo>
                  <a:lnTo>
                    <a:pt x="378998" y="1759280"/>
                  </a:lnTo>
                  <a:lnTo>
                    <a:pt x="379854" y="1777994"/>
                  </a:lnTo>
                  <a:lnTo>
                    <a:pt x="380709" y="1883156"/>
                  </a:lnTo>
                  <a:lnTo>
                    <a:pt x="381565" y="1841671"/>
                  </a:lnTo>
                  <a:lnTo>
                    <a:pt x="382420" y="1836161"/>
                  </a:lnTo>
                  <a:lnTo>
                    <a:pt x="383276" y="1878531"/>
                  </a:lnTo>
                  <a:lnTo>
                    <a:pt x="384131" y="1903834"/>
                  </a:lnTo>
                  <a:lnTo>
                    <a:pt x="384987" y="1955709"/>
                  </a:lnTo>
                  <a:lnTo>
                    <a:pt x="385842" y="1857960"/>
                  </a:lnTo>
                  <a:lnTo>
                    <a:pt x="386698" y="1810508"/>
                  </a:lnTo>
                  <a:lnTo>
                    <a:pt x="387553" y="1843672"/>
                  </a:lnTo>
                  <a:lnTo>
                    <a:pt x="388409" y="1832476"/>
                  </a:lnTo>
                  <a:lnTo>
                    <a:pt x="389264" y="1872861"/>
                  </a:lnTo>
                  <a:lnTo>
                    <a:pt x="390120" y="1924282"/>
                  </a:lnTo>
                  <a:lnTo>
                    <a:pt x="390975" y="1867170"/>
                  </a:lnTo>
                  <a:lnTo>
                    <a:pt x="391831" y="1858924"/>
                  </a:lnTo>
                  <a:lnTo>
                    <a:pt x="392686" y="1832653"/>
                  </a:lnTo>
                  <a:lnTo>
                    <a:pt x="393542" y="1884578"/>
                  </a:lnTo>
                  <a:lnTo>
                    <a:pt x="394398" y="1866195"/>
                  </a:lnTo>
                  <a:lnTo>
                    <a:pt x="395253" y="1856116"/>
                  </a:lnTo>
                  <a:lnTo>
                    <a:pt x="396109" y="1842168"/>
                  </a:lnTo>
                  <a:lnTo>
                    <a:pt x="396964" y="1798833"/>
                  </a:lnTo>
                  <a:lnTo>
                    <a:pt x="397820" y="1804516"/>
                  </a:lnTo>
                  <a:lnTo>
                    <a:pt x="398675" y="1791114"/>
                  </a:lnTo>
                  <a:lnTo>
                    <a:pt x="399531" y="1784878"/>
                  </a:lnTo>
                  <a:lnTo>
                    <a:pt x="400386" y="1762201"/>
                  </a:lnTo>
                  <a:lnTo>
                    <a:pt x="401242" y="1726781"/>
                  </a:lnTo>
                  <a:lnTo>
                    <a:pt x="402097" y="1767079"/>
                  </a:lnTo>
                  <a:lnTo>
                    <a:pt x="402953" y="1784707"/>
                  </a:lnTo>
                  <a:lnTo>
                    <a:pt x="403808" y="1750041"/>
                  </a:lnTo>
                  <a:lnTo>
                    <a:pt x="404664" y="1766787"/>
                  </a:lnTo>
                  <a:lnTo>
                    <a:pt x="405519" y="1761463"/>
                  </a:lnTo>
                  <a:lnTo>
                    <a:pt x="406375" y="1821554"/>
                  </a:lnTo>
                  <a:lnTo>
                    <a:pt x="407230" y="1863605"/>
                  </a:lnTo>
                  <a:lnTo>
                    <a:pt x="408086" y="1779239"/>
                  </a:lnTo>
                  <a:lnTo>
                    <a:pt x="408942" y="1836151"/>
                  </a:lnTo>
                  <a:lnTo>
                    <a:pt x="409797" y="1814971"/>
                  </a:lnTo>
                  <a:lnTo>
                    <a:pt x="410653" y="1860199"/>
                  </a:lnTo>
                  <a:lnTo>
                    <a:pt x="411508" y="1955621"/>
                  </a:lnTo>
                  <a:lnTo>
                    <a:pt x="412364" y="1839411"/>
                  </a:lnTo>
                  <a:lnTo>
                    <a:pt x="413219" y="1800740"/>
                  </a:lnTo>
                  <a:lnTo>
                    <a:pt x="414075" y="1805380"/>
                  </a:lnTo>
                  <a:lnTo>
                    <a:pt x="414930" y="1824446"/>
                  </a:lnTo>
                  <a:lnTo>
                    <a:pt x="415786" y="1833655"/>
                  </a:lnTo>
                  <a:lnTo>
                    <a:pt x="416641" y="1832407"/>
                  </a:lnTo>
                  <a:lnTo>
                    <a:pt x="417497" y="1827665"/>
                  </a:lnTo>
                  <a:lnTo>
                    <a:pt x="418352" y="1846998"/>
                  </a:lnTo>
                  <a:lnTo>
                    <a:pt x="419208" y="1833279"/>
                  </a:lnTo>
                  <a:lnTo>
                    <a:pt x="420063" y="1810056"/>
                  </a:lnTo>
                  <a:lnTo>
                    <a:pt x="420919" y="1797922"/>
                  </a:lnTo>
                  <a:lnTo>
                    <a:pt x="421774" y="1812506"/>
                  </a:lnTo>
                  <a:lnTo>
                    <a:pt x="422630" y="1807566"/>
                  </a:lnTo>
                  <a:lnTo>
                    <a:pt x="423485" y="1810719"/>
                  </a:lnTo>
                  <a:lnTo>
                    <a:pt x="424341" y="1800224"/>
                  </a:lnTo>
                  <a:lnTo>
                    <a:pt x="425197" y="1821820"/>
                  </a:lnTo>
                  <a:lnTo>
                    <a:pt x="426052" y="1777788"/>
                  </a:lnTo>
                  <a:lnTo>
                    <a:pt x="426908" y="1817802"/>
                  </a:lnTo>
                  <a:lnTo>
                    <a:pt x="427763" y="1861549"/>
                  </a:lnTo>
                  <a:lnTo>
                    <a:pt x="428619" y="1873000"/>
                  </a:lnTo>
                  <a:lnTo>
                    <a:pt x="429474" y="1950735"/>
                  </a:lnTo>
                  <a:lnTo>
                    <a:pt x="430330" y="1976925"/>
                  </a:lnTo>
                  <a:lnTo>
                    <a:pt x="431185" y="2035520"/>
                  </a:lnTo>
                  <a:lnTo>
                    <a:pt x="432041" y="2079773"/>
                  </a:lnTo>
                  <a:lnTo>
                    <a:pt x="432896" y="2060957"/>
                  </a:lnTo>
                  <a:lnTo>
                    <a:pt x="433752" y="2068558"/>
                  </a:lnTo>
                  <a:lnTo>
                    <a:pt x="434607" y="2097481"/>
                  </a:lnTo>
                  <a:lnTo>
                    <a:pt x="435463" y="2061919"/>
                  </a:lnTo>
                  <a:lnTo>
                    <a:pt x="436318" y="1986167"/>
                  </a:lnTo>
                  <a:lnTo>
                    <a:pt x="437174" y="1905464"/>
                  </a:lnTo>
                  <a:lnTo>
                    <a:pt x="438029" y="1901597"/>
                  </a:lnTo>
                  <a:lnTo>
                    <a:pt x="438885" y="1881538"/>
                  </a:lnTo>
                  <a:lnTo>
                    <a:pt x="439740" y="1840120"/>
                  </a:lnTo>
                  <a:lnTo>
                    <a:pt x="440596" y="1869657"/>
                  </a:lnTo>
                  <a:lnTo>
                    <a:pt x="441452" y="1812071"/>
                  </a:lnTo>
                  <a:lnTo>
                    <a:pt x="442307" y="1808195"/>
                  </a:lnTo>
                  <a:lnTo>
                    <a:pt x="443163" y="1799351"/>
                  </a:lnTo>
                  <a:lnTo>
                    <a:pt x="444018" y="1746525"/>
                  </a:lnTo>
                  <a:lnTo>
                    <a:pt x="444874" y="1735787"/>
                  </a:lnTo>
                  <a:lnTo>
                    <a:pt x="445729" y="1753820"/>
                  </a:lnTo>
                  <a:lnTo>
                    <a:pt x="446585" y="1754884"/>
                  </a:lnTo>
                  <a:lnTo>
                    <a:pt x="447440" y="1748484"/>
                  </a:lnTo>
                  <a:lnTo>
                    <a:pt x="448296" y="1742221"/>
                  </a:lnTo>
                  <a:lnTo>
                    <a:pt x="449151" y="1736269"/>
                  </a:lnTo>
                  <a:lnTo>
                    <a:pt x="450007" y="1735992"/>
                  </a:lnTo>
                  <a:lnTo>
                    <a:pt x="450862" y="1756073"/>
                  </a:lnTo>
                  <a:lnTo>
                    <a:pt x="451718" y="1742596"/>
                  </a:lnTo>
                  <a:lnTo>
                    <a:pt x="452573" y="1738192"/>
                  </a:lnTo>
                  <a:lnTo>
                    <a:pt x="453429" y="1762683"/>
                  </a:lnTo>
                  <a:lnTo>
                    <a:pt x="454284" y="1788360"/>
                  </a:lnTo>
                  <a:lnTo>
                    <a:pt x="455140" y="1830656"/>
                  </a:lnTo>
                  <a:lnTo>
                    <a:pt x="455995" y="1828766"/>
                  </a:lnTo>
                  <a:lnTo>
                    <a:pt x="456851" y="1812454"/>
                  </a:lnTo>
                  <a:lnTo>
                    <a:pt x="457707" y="1796196"/>
                  </a:lnTo>
                  <a:lnTo>
                    <a:pt x="458562" y="1761747"/>
                  </a:lnTo>
                  <a:lnTo>
                    <a:pt x="459418" y="1758196"/>
                  </a:lnTo>
                  <a:lnTo>
                    <a:pt x="460273" y="1717494"/>
                  </a:lnTo>
                  <a:lnTo>
                    <a:pt x="461129" y="1690862"/>
                  </a:lnTo>
                  <a:lnTo>
                    <a:pt x="461984" y="1638969"/>
                  </a:lnTo>
                  <a:lnTo>
                    <a:pt x="462840" y="1653692"/>
                  </a:lnTo>
                  <a:lnTo>
                    <a:pt x="463695" y="1682742"/>
                  </a:lnTo>
                  <a:lnTo>
                    <a:pt x="464551" y="1627551"/>
                  </a:lnTo>
                  <a:lnTo>
                    <a:pt x="465406" y="1626529"/>
                  </a:lnTo>
                  <a:lnTo>
                    <a:pt x="466262" y="1595809"/>
                  </a:lnTo>
                  <a:lnTo>
                    <a:pt x="467117" y="1556040"/>
                  </a:lnTo>
                  <a:lnTo>
                    <a:pt x="467973" y="1552580"/>
                  </a:lnTo>
                  <a:lnTo>
                    <a:pt x="468828" y="1564351"/>
                  </a:lnTo>
                  <a:lnTo>
                    <a:pt x="469684" y="1599792"/>
                  </a:lnTo>
                  <a:lnTo>
                    <a:pt x="470539" y="1584444"/>
                  </a:lnTo>
                  <a:lnTo>
                    <a:pt x="471395" y="1598197"/>
                  </a:lnTo>
                  <a:lnTo>
                    <a:pt x="472251" y="1579189"/>
                  </a:lnTo>
                  <a:lnTo>
                    <a:pt x="473106" y="1567882"/>
                  </a:lnTo>
                  <a:lnTo>
                    <a:pt x="473962" y="1638026"/>
                  </a:lnTo>
                  <a:lnTo>
                    <a:pt x="474817" y="1618509"/>
                  </a:lnTo>
                  <a:lnTo>
                    <a:pt x="475673" y="1615021"/>
                  </a:lnTo>
                  <a:lnTo>
                    <a:pt x="476528" y="1615970"/>
                  </a:lnTo>
                  <a:lnTo>
                    <a:pt x="477384" y="1628503"/>
                  </a:lnTo>
                  <a:lnTo>
                    <a:pt x="478239" y="1553087"/>
                  </a:lnTo>
                  <a:lnTo>
                    <a:pt x="479095" y="1530454"/>
                  </a:lnTo>
                  <a:lnTo>
                    <a:pt x="479950" y="1534104"/>
                  </a:lnTo>
                  <a:lnTo>
                    <a:pt x="480806" y="1579265"/>
                  </a:lnTo>
                  <a:lnTo>
                    <a:pt x="481661" y="1621980"/>
                  </a:lnTo>
                  <a:lnTo>
                    <a:pt x="482517" y="1699190"/>
                  </a:lnTo>
                  <a:lnTo>
                    <a:pt x="483372" y="1803477"/>
                  </a:lnTo>
                  <a:lnTo>
                    <a:pt x="484228" y="1916890"/>
                  </a:lnTo>
                  <a:lnTo>
                    <a:pt x="485083" y="1949266"/>
                  </a:lnTo>
                  <a:lnTo>
                    <a:pt x="485939" y="1908358"/>
                  </a:lnTo>
                  <a:lnTo>
                    <a:pt x="486794" y="1793220"/>
                  </a:lnTo>
                  <a:lnTo>
                    <a:pt x="487650" y="1762719"/>
                  </a:lnTo>
                  <a:lnTo>
                    <a:pt x="488506" y="1761302"/>
                  </a:lnTo>
                  <a:lnTo>
                    <a:pt x="489361" y="1806485"/>
                  </a:lnTo>
                  <a:lnTo>
                    <a:pt x="490217" y="1724077"/>
                  </a:lnTo>
                  <a:lnTo>
                    <a:pt x="491072" y="1753118"/>
                  </a:lnTo>
                  <a:lnTo>
                    <a:pt x="491928" y="1731560"/>
                  </a:lnTo>
                  <a:lnTo>
                    <a:pt x="492783" y="1693992"/>
                  </a:lnTo>
                  <a:lnTo>
                    <a:pt x="493639" y="1737866"/>
                  </a:lnTo>
                  <a:lnTo>
                    <a:pt x="494494" y="1685431"/>
                  </a:lnTo>
                  <a:lnTo>
                    <a:pt x="495350" y="1723631"/>
                  </a:lnTo>
                  <a:lnTo>
                    <a:pt x="496205" y="1727296"/>
                  </a:lnTo>
                  <a:lnTo>
                    <a:pt x="497061" y="1696705"/>
                  </a:lnTo>
                  <a:lnTo>
                    <a:pt x="497916" y="1706238"/>
                  </a:lnTo>
                  <a:lnTo>
                    <a:pt x="498772" y="1684223"/>
                  </a:lnTo>
                  <a:lnTo>
                    <a:pt x="499627" y="1648799"/>
                  </a:lnTo>
                  <a:lnTo>
                    <a:pt x="500483" y="1682053"/>
                  </a:lnTo>
                  <a:lnTo>
                    <a:pt x="501338" y="1702338"/>
                  </a:lnTo>
                  <a:lnTo>
                    <a:pt x="502194" y="1724254"/>
                  </a:lnTo>
                  <a:lnTo>
                    <a:pt x="503049" y="1706571"/>
                  </a:lnTo>
                  <a:lnTo>
                    <a:pt x="503905" y="1729647"/>
                  </a:lnTo>
                  <a:lnTo>
                    <a:pt x="504761" y="1656519"/>
                  </a:lnTo>
                  <a:lnTo>
                    <a:pt x="505616" y="1667165"/>
                  </a:lnTo>
                  <a:lnTo>
                    <a:pt x="506472" y="1680425"/>
                  </a:lnTo>
                  <a:lnTo>
                    <a:pt x="507327" y="1645163"/>
                  </a:lnTo>
                  <a:lnTo>
                    <a:pt x="508183" y="1699931"/>
                  </a:lnTo>
                  <a:lnTo>
                    <a:pt x="509038" y="1638132"/>
                  </a:lnTo>
                  <a:lnTo>
                    <a:pt x="509894" y="1637365"/>
                  </a:lnTo>
                  <a:lnTo>
                    <a:pt x="510749" y="1664855"/>
                  </a:lnTo>
                  <a:lnTo>
                    <a:pt x="511605" y="1647462"/>
                  </a:lnTo>
                  <a:lnTo>
                    <a:pt x="512460" y="1654672"/>
                  </a:lnTo>
                  <a:lnTo>
                    <a:pt x="513316" y="1680090"/>
                  </a:lnTo>
                  <a:lnTo>
                    <a:pt x="514171" y="1682742"/>
                  </a:lnTo>
                  <a:lnTo>
                    <a:pt x="515027" y="1681277"/>
                  </a:lnTo>
                  <a:lnTo>
                    <a:pt x="515882" y="1705300"/>
                  </a:lnTo>
                  <a:lnTo>
                    <a:pt x="516738" y="1697162"/>
                  </a:lnTo>
                  <a:lnTo>
                    <a:pt x="517593" y="1711885"/>
                  </a:lnTo>
                  <a:lnTo>
                    <a:pt x="518449" y="1715334"/>
                  </a:lnTo>
                  <a:lnTo>
                    <a:pt x="519305" y="1688669"/>
                  </a:lnTo>
                  <a:lnTo>
                    <a:pt x="520160" y="1748207"/>
                  </a:lnTo>
                  <a:lnTo>
                    <a:pt x="521016" y="1733594"/>
                  </a:lnTo>
                  <a:lnTo>
                    <a:pt x="521871" y="1717068"/>
                  </a:lnTo>
                  <a:lnTo>
                    <a:pt x="522727" y="1696996"/>
                  </a:lnTo>
                  <a:lnTo>
                    <a:pt x="523582" y="1681189"/>
                  </a:lnTo>
                  <a:lnTo>
                    <a:pt x="524438" y="1706978"/>
                  </a:lnTo>
                  <a:lnTo>
                    <a:pt x="525293" y="1704230"/>
                  </a:lnTo>
                  <a:lnTo>
                    <a:pt x="526149" y="1714140"/>
                  </a:lnTo>
                  <a:lnTo>
                    <a:pt x="527004" y="1673555"/>
                  </a:lnTo>
                  <a:lnTo>
                    <a:pt x="527860" y="1750128"/>
                  </a:lnTo>
                  <a:lnTo>
                    <a:pt x="528715" y="1690182"/>
                  </a:lnTo>
                  <a:lnTo>
                    <a:pt x="529571" y="1688035"/>
                  </a:lnTo>
                  <a:lnTo>
                    <a:pt x="530426" y="1705510"/>
                  </a:lnTo>
                  <a:lnTo>
                    <a:pt x="531282" y="1749490"/>
                  </a:lnTo>
                  <a:lnTo>
                    <a:pt x="532137" y="1768127"/>
                  </a:lnTo>
                  <a:lnTo>
                    <a:pt x="532993" y="1749986"/>
                  </a:lnTo>
                  <a:lnTo>
                    <a:pt x="533848" y="1727656"/>
                  </a:lnTo>
                  <a:lnTo>
                    <a:pt x="534704" y="1760777"/>
                  </a:lnTo>
                  <a:lnTo>
                    <a:pt x="535560" y="1747829"/>
                  </a:lnTo>
                  <a:lnTo>
                    <a:pt x="536415" y="1776503"/>
                  </a:lnTo>
                  <a:lnTo>
                    <a:pt x="537271" y="1825308"/>
                  </a:lnTo>
                  <a:lnTo>
                    <a:pt x="538126" y="1776947"/>
                  </a:lnTo>
                  <a:lnTo>
                    <a:pt x="538982" y="1889327"/>
                  </a:lnTo>
                  <a:lnTo>
                    <a:pt x="539837" y="1882700"/>
                  </a:lnTo>
                  <a:lnTo>
                    <a:pt x="540693" y="1943207"/>
                  </a:lnTo>
                  <a:lnTo>
                    <a:pt x="541548" y="2025820"/>
                  </a:lnTo>
                  <a:lnTo>
                    <a:pt x="542404" y="2008407"/>
                  </a:lnTo>
                  <a:lnTo>
                    <a:pt x="543259" y="2006608"/>
                  </a:lnTo>
                  <a:lnTo>
                    <a:pt x="544115" y="1981428"/>
                  </a:lnTo>
                  <a:lnTo>
                    <a:pt x="544970" y="1898495"/>
                  </a:lnTo>
                  <a:lnTo>
                    <a:pt x="545826" y="1890145"/>
                  </a:lnTo>
                  <a:lnTo>
                    <a:pt x="546681" y="1857001"/>
                  </a:lnTo>
                  <a:lnTo>
                    <a:pt x="547537" y="1814927"/>
                  </a:lnTo>
                  <a:lnTo>
                    <a:pt x="548392" y="1736673"/>
                  </a:lnTo>
                  <a:lnTo>
                    <a:pt x="549248" y="1688668"/>
                  </a:lnTo>
                  <a:lnTo>
                    <a:pt x="550103" y="1703300"/>
                  </a:lnTo>
                  <a:lnTo>
                    <a:pt x="550959" y="1685656"/>
                  </a:lnTo>
                  <a:lnTo>
                    <a:pt x="551815" y="1683722"/>
                  </a:lnTo>
                  <a:lnTo>
                    <a:pt x="552670" y="1691543"/>
                  </a:lnTo>
                  <a:lnTo>
                    <a:pt x="553526" y="1654582"/>
                  </a:lnTo>
                  <a:lnTo>
                    <a:pt x="554381" y="1665599"/>
                  </a:lnTo>
                  <a:lnTo>
                    <a:pt x="555237" y="1685484"/>
                  </a:lnTo>
                  <a:lnTo>
                    <a:pt x="556092" y="1706797"/>
                  </a:lnTo>
                  <a:lnTo>
                    <a:pt x="556948" y="1698633"/>
                  </a:lnTo>
                  <a:lnTo>
                    <a:pt x="557803" y="1655872"/>
                  </a:lnTo>
                  <a:lnTo>
                    <a:pt x="558659" y="1669198"/>
                  </a:lnTo>
                  <a:lnTo>
                    <a:pt x="559514" y="1675325"/>
                  </a:lnTo>
                  <a:lnTo>
                    <a:pt x="560370" y="1686819"/>
                  </a:lnTo>
                  <a:lnTo>
                    <a:pt x="561225" y="1685065"/>
                  </a:lnTo>
                  <a:lnTo>
                    <a:pt x="562081" y="1665217"/>
                  </a:lnTo>
                  <a:lnTo>
                    <a:pt x="562936" y="1720627"/>
                  </a:lnTo>
                  <a:lnTo>
                    <a:pt x="563792" y="1748196"/>
                  </a:lnTo>
                  <a:lnTo>
                    <a:pt x="564647" y="1719374"/>
                  </a:lnTo>
                  <a:lnTo>
                    <a:pt x="565503" y="1769481"/>
                  </a:lnTo>
                  <a:lnTo>
                    <a:pt x="566359" y="1795692"/>
                  </a:lnTo>
                  <a:lnTo>
                    <a:pt x="567214" y="1817057"/>
                  </a:lnTo>
                  <a:lnTo>
                    <a:pt x="568070" y="1947796"/>
                  </a:lnTo>
                  <a:lnTo>
                    <a:pt x="568925" y="2019710"/>
                  </a:lnTo>
                  <a:lnTo>
                    <a:pt x="569781" y="2106145"/>
                  </a:lnTo>
                  <a:lnTo>
                    <a:pt x="570636" y="2115750"/>
                  </a:lnTo>
                  <a:lnTo>
                    <a:pt x="571492" y="2109549"/>
                  </a:lnTo>
                  <a:lnTo>
                    <a:pt x="572347" y="2139071"/>
                  </a:lnTo>
                  <a:lnTo>
                    <a:pt x="573203" y="2084490"/>
                  </a:lnTo>
                  <a:lnTo>
                    <a:pt x="574058" y="2086038"/>
                  </a:lnTo>
                  <a:lnTo>
                    <a:pt x="574914" y="2044776"/>
                  </a:lnTo>
                  <a:lnTo>
                    <a:pt x="575769" y="1974653"/>
                  </a:lnTo>
                  <a:lnTo>
                    <a:pt x="576625" y="1830925"/>
                  </a:lnTo>
                  <a:lnTo>
                    <a:pt x="577480" y="1701310"/>
                  </a:lnTo>
                  <a:lnTo>
                    <a:pt x="578336" y="1683819"/>
                  </a:lnTo>
                  <a:lnTo>
                    <a:pt x="579191" y="1719572"/>
                  </a:lnTo>
                  <a:lnTo>
                    <a:pt x="580047" y="1635147"/>
                  </a:lnTo>
                  <a:lnTo>
                    <a:pt x="580902" y="1622416"/>
                  </a:lnTo>
                  <a:lnTo>
                    <a:pt x="581758" y="1534307"/>
                  </a:lnTo>
                  <a:lnTo>
                    <a:pt x="582614" y="1585003"/>
                  </a:lnTo>
                  <a:lnTo>
                    <a:pt x="583469" y="1589460"/>
                  </a:lnTo>
                  <a:lnTo>
                    <a:pt x="584325" y="1565501"/>
                  </a:lnTo>
                  <a:lnTo>
                    <a:pt x="585180" y="1589152"/>
                  </a:lnTo>
                  <a:lnTo>
                    <a:pt x="586036" y="1523401"/>
                  </a:lnTo>
                  <a:lnTo>
                    <a:pt x="586891" y="1517908"/>
                  </a:lnTo>
                  <a:lnTo>
                    <a:pt x="587747" y="1529507"/>
                  </a:lnTo>
                  <a:lnTo>
                    <a:pt x="588602" y="1558933"/>
                  </a:lnTo>
                  <a:lnTo>
                    <a:pt x="589458" y="1545736"/>
                  </a:lnTo>
                  <a:lnTo>
                    <a:pt x="590313" y="1668540"/>
                  </a:lnTo>
                  <a:lnTo>
                    <a:pt x="591169" y="1643695"/>
                  </a:lnTo>
                  <a:lnTo>
                    <a:pt x="592024" y="1771887"/>
                  </a:lnTo>
                  <a:lnTo>
                    <a:pt x="592880" y="1829080"/>
                  </a:lnTo>
                  <a:lnTo>
                    <a:pt x="593735" y="1778464"/>
                  </a:lnTo>
                  <a:lnTo>
                    <a:pt x="594591" y="1823864"/>
                  </a:lnTo>
                  <a:lnTo>
                    <a:pt x="595446" y="1815591"/>
                  </a:lnTo>
                  <a:lnTo>
                    <a:pt x="596302" y="1926319"/>
                  </a:lnTo>
                  <a:lnTo>
                    <a:pt x="597157" y="1883067"/>
                  </a:lnTo>
                  <a:lnTo>
                    <a:pt x="598013" y="1788634"/>
                  </a:lnTo>
                  <a:lnTo>
                    <a:pt x="598869" y="1702846"/>
                  </a:lnTo>
                  <a:lnTo>
                    <a:pt x="599724" y="1521481"/>
                  </a:lnTo>
                  <a:lnTo>
                    <a:pt x="600580" y="1534403"/>
                  </a:lnTo>
                  <a:lnTo>
                    <a:pt x="601435" y="1463503"/>
                  </a:lnTo>
                  <a:lnTo>
                    <a:pt x="602291" y="1378453"/>
                  </a:lnTo>
                  <a:lnTo>
                    <a:pt x="603146" y="1356887"/>
                  </a:lnTo>
                  <a:lnTo>
                    <a:pt x="604002" y="1313634"/>
                  </a:lnTo>
                  <a:lnTo>
                    <a:pt x="604857" y="1287878"/>
                  </a:lnTo>
                  <a:lnTo>
                    <a:pt x="605713" y="1302781"/>
                  </a:lnTo>
                  <a:lnTo>
                    <a:pt x="606568" y="1273703"/>
                  </a:lnTo>
                  <a:lnTo>
                    <a:pt x="607424" y="1289248"/>
                  </a:lnTo>
                  <a:lnTo>
                    <a:pt x="608279" y="1298041"/>
                  </a:lnTo>
                  <a:lnTo>
                    <a:pt x="609135" y="1317125"/>
                  </a:lnTo>
                  <a:lnTo>
                    <a:pt x="609990" y="1378767"/>
                  </a:lnTo>
                  <a:lnTo>
                    <a:pt x="610846" y="1318753"/>
                  </a:lnTo>
                  <a:lnTo>
                    <a:pt x="611701" y="1329870"/>
                  </a:lnTo>
                  <a:lnTo>
                    <a:pt x="612557" y="1381943"/>
                  </a:lnTo>
                  <a:lnTo>
                    <a:pt x="613413" y="1349293"/>
                  </a:lnTo>
                  <a:lnTo>
                    <a:pt x="614268" y="1394437"/>
                  </a:lnTo>
                  <a:lnTo>
                    <a:pt x="615124" y="1408243"/>
                  </a:lnTo>
                  <a:lnTo>
                    <a:pt x="615979" y="1412155"/>
                  </a:lnTo>
                  <a:lnTo>
                    <a:pt x="616835" y="1448329"/>
                  </a:lnTo>
                  <a:lnTo>
                    <a:pt x="617690" y="1446499"/>
                  </a:lnTo>
                  <a:lnTo>
                    <a:pt x="618546" y="1457612"/>
                  </a:lnTo>
                  <a:lnTo>
                    <a:pt x="619401" y="1471168"/>
                  </a:lnTo>
                  <a:lnTo>
                    <a:pt x="620257" y="1474158"/>
                  </a:lnTo>
                  <a:lnTo>
                    <a:pt x="621112" y="1465023"/>
                  </a:lnTo>
                  <a:lnTo>
                    <a:pt x="621968" y="1456986"/>
                  </a:lnTo>
                  <a:lnTo>
                    <a:pt x="622823" y="1439366"/>
                  </a:lnTo>
                  <a:lnTo>
                    <a:pt x="623679" y="1483839"/>
                  </a:lnTo>
                  <a:lnTo>
                    <a:pt x="624534" y="1496657"/>
                  </a:lnTo>
                  <a:lnTo>
                    <a:pt x="625390" y="1495516"/>
                  </a:lnTo>
                  <a:lnTo>
                    <a:pt x="626245" y="1504699"/>
                  </a:lnTo>
                  <a:lnTo>
                    <a:pt x="627101" y="1500928"/>
                  </a:lnTo>
                  <a:lnTo>
                    <a:pt x="627956" y="1448251"/>
                  </a:lnTo>
                  <a:lnTo>
                    <a:pt x="628812" y="1467936"/>
                  </a:lnTo>
                  <a:lnTo>
                    <a:pt x="629668" y="1496956"/>
                  </a:lnTo>
                  <a:lnTo>
                    <a:pt x="630523" y="1539227"/>
                  </a:lnTo>
                  <a:lnTo>
                    <a:pt x="631379" y="1506927"/>
                  </a:lnTo>
                  <a:lnTo>
                    <a:pt x="632234" y="1492353"/>
                  </a:lnTo>
                  <a:lnTo>
                    <a:pt x="633090" y="1462547"/>
                  </a:lnTo>
                  <a:lnTo>
                    <a:pt x="633945" y="1438891"/>
                  </a:lnTo>
                  <a:lnTo>
                    <a:pt x="634801" y="1386449"/>
                  </a:lnTo>
                  <a:lnTo>
                    <a:pt x="635656" y="1467655"/>
                  </a:lnTo>
                  <a:lnTo>
                    <a:pt x="636512" y="1416161"/>
                  </a:lnTo>
                  <a:lnTo>
                    <a:pt x="637367" y="1390669"/>
                  </a:lnTo>
                  <a:lnTo>
                    <a:pt x="638223" y="1411817"/>
                  </a:lnTo>
                  <a:lnTo>
                    <a:pt x="639078" y="1386548"/>
                  </a:lnTo>
                  <a:lnTo>
                    <a:pt x="639934" y="1417690"/>
                  </a:lnTo>
                  <a:lnTo>
                    <a:pt x="640789" y="1471818"/>
                  </a:lnTo>
                  <a:lnTo>
                    <a:pt x="641645" y="1527161"/>
                  </a:lnTo>
                  <a:lnTo>
                    <a:pt x="642500" y="1509941"/>
                  </a:lnTo>
                  <a:lnTo>
                    <a:pt x="643356" y="1572521"/>
                  </a:lnTo>
                  <a:lnTo>
                    <a:pt x="644211" y="1567868"/>
                  </a:lnTo>
                  <a:lnTo>
                    <a:pt x="645067" y="1634772"/>
                  </a:lnTo>
                  <a:lnTo>
                    <a:pt x="645923" y="1669461"/>
                  </a:lnTo>
                  <a:lnTo>
                    <a:pt x="646778" y="1543633"/>
                  </a:lnTo>
                  <a:lnTo>
                    <a:pt x="647634" y="1571985"/>
                  </a:lnTo>
                  <a:lnTo>
                    <a:pt x="648489" y="1550537"/>
                  </a:lnTo>
                  <a:lnTo>
                    <a:pt x="649345" y="1553710"/>
                  </a:lnTo>
                  <a:lnTo>
                    <a:pt x="650200" y="1629135"/>
                  </a:lnTo>
                  <a:lnTo>
                    <a:pt x="651056" y="1584560"/>
                  </a:lnTo>
                  <a:lnTo>
                    <a:pt x="651911" y="1625525"/>
                  </a:lnTo>
                  <a:lnTo>
                    <a:pt x="652767" y="1644340"/>
                  </a:lnTo>
                  <a:lnTo>
                    <a:pt x="653622" y="1614617"/>
                  </a:lnTo>
                  <a:lnTo>
                    <a:pt x="654478" y="1765157"/>
                  </a:lnTo>
                  <a:lnTo>
                    <a:pt x="655333" y="1810296"/>
                  </a:lnTo>
                  <a:lnTo>
                    <a:pt x="656189" y="1889790"/>
                  </a:lnTo>
                  <a:lnTo>
                    <a:pt x="657044" y="1972047"/>
                  </a:lnTo>
                  <a:lnTo>
                    <a:pt x="657900" y="1858981"/>
                  </a:lnTo>
                  <a:lnTo>
                    <a:pt x="658755" y="1850790"/>
                  </a:lnTo>
                  <a:lnTo>
                    <a:pt x="659611" y="1838073"/>
                  </a:lnTo>
                  <a:lnTo>
                    <a:pt x="660467" y="1930832"/>
                  </a:lnTo>
                  <a:lnTo>
                    <a:pt x="661322" y="1960468"/>
                  </a:lnTo>
                  <a:lnTo>
                    <a:pt x="662178" y="1886695"/>
                  </a:lnTo>
                  <a:lnTo>
                    <a:pt x="663033" y="1801508"/>
                  </a:lnTo>
                  <a:lnTo>
                    <a:pt x="663889" y="1744118"/>
                  </a:lnTo>
                  <a:lnTo>
                    <a:pt x="664744" y="1593799"/>
                  </a:lnTo>
                  <a:lnTo>
                    <a:pt x="665600" y="1571528"/>
                  </a:lnTo>
                  <a:lnTo>
                    <a:pt x="666455" y="1536247"/>
                  </a:lnTo>
                  <a:lnTo>
                    <a:pt x="667311" y="1470086"/>
                  </a:lnTo>
                  <a:lnTo>
                    <a:pt x="668166" y="1471725"/>
                  </a:lnTo>
                  <a:lnTo>
                    <a:pt x="669022" y="1505478"/>
                  </a:lnTo>
                  <a:lnTo>
                    <a:pt x="669877" y="1495930"/>
                  </a:lnTo>
                  <a:lnTo>
                    <a:pt x="670733" y="1583104"/>
                  </a:lnTo>
                  <a:lnTo>
                    <a:pt x="671588" y="1667651"/>
                  </a:lnTo>
                  <a:lnTo>
                    <a:pt x="672444" y="1794410"/>
                  </a:lnTo>
                  <a:lnTo>
                    <a:pt x="673299" y="1816261"/>
                  </a:lnTo>
                  <a:lnTo>
                    <a:pt x="674155" y="1738660"/>
                  </a:lnTo>
                  <a:lnTo>
                    <a:pt x="675010" y="1648683"/>
                  </a:lnTo>
                  <a:lnTo>
                    <a:pt x="675866" y="1559291"/>
                  </a:lnTo>
                  <a:lnTo>
                    <a:pt x="676722" y="1560858"/>
                  </a:lnTo>
                  <a:lnTo>
                    <a:pt x="677577" y="1564690"/>
                  </a:lnTo>
                  <a:lnTo>
                    <a:pt x="678433" y="1555044"/>
                  </a:lnTo>
                  <a:lnTo>
                    <a:pt x="679288" y="1520819"/>
                  </a:lnTo>
                  <a:lnTo>
                    <a:pt x="680144" y="1543687"/>
                  </a:lnTo>
                  <a:lnTo>
                    <a:pt x="680999" y="1562569"/>
                  </a:lnTo>
                  <a:lnTo>
                    <a:pt x="681855" y="1551292"/>
                  </a:lnTo>
                  <a:lnTo>
                    <a:pt x="682710" y="1567981"/>
                  </a:lnTo>
                  <a:lnTo>
                    <a:pt x="683566" y="1561246"/>
                  </a:lnTo>
                  <a:lnTo>
                    <a:pt x="684421" y="1545163"/>
                  </a:lnTo>
                  <a:lnTo>
                    <a:pt x="685277" y="1578831"/>
                  </a:lnTo>
                  <a:lnTo>
                    <a:pt x="686132" y="1590026"/>
                  </a:lnTo>
                  <a:lnTo>
                    <a:pt x="686988" y="1578499"/>
                  </a:lnTo>
                  <a:lnTo>
                    <a:pt x="687843" y="1575823"/>
                  </a:lnTo>
                  <a:lnTo>
                    <a:pt x="688699" y="1587126"/>
                  </a:lnTo>
                  <a:lnTo>
                    <a:pt x="689554" y="1578948"/>
                  </a:lnTo>
                  <a:lnTo>
                    <a:pt x="690410" y="1596509"/>
                  </a:lnTo>
                  <a:lnTo>
                    <a:pt x="691265" y="1579370"/>
                  </a:lnTo>
                  <a:lnTo>
                    <a:pt x="692121" y="1574377"/>
                  </a:lnTo>
                  <a:lnTo>
                    <a:pt x="692977" y="1588525"/>
                  </a:lnTo>
                  <a:lnTo>
                    <a:pt x="693832" y="1524999"/>
                  </a:lnTo>
                  <a:lnTo>
                    <a:pt x="694688" y="1536329"/>
                  </a:lnTo>
                  <a:lnTo>
                    <a:pt x="695543" y="1534642"/>
                  </a:lnTo>
                  <a:lnTo>
                    <a:pt x="696399" y="1531740"/>
                  </a:lnTo>
                  <a:lnTo>
                    <a:pt x="697254" y="1576307"/>
                  </a:lnTo>
                  <a:lnTo>
                    <a:pt x="698110" y="1499085"/>
                  </a:lnTo>
                  <a:lnTo>
                    <a:pt x="698965" y="1529070"/>
                  </a:lnTo>
                  <a:lnTo>
                    <a:pt x="699821" y="1509579"/>
                  </a:lnTo>
                  <a:lnTo>
                    <a:pt x="700676" y="1521317"/>
                  </a:lnTo>
                  <a:lnTo>
                    <a:pt x="701532" y="1512953"/>
                  </a:lnTo>
                  <a:lnTo>
                    <a:pt x="702387" y="1519793"/>
                  </a:lnTo>
                  <a:lnTo>
                    <a:pt x="703243" y="1548688"/>
                  </a:lnTo>
                  <a:lnTo>
                    <a:pt x="704098" y="1582901"/>
                  </a:lnTo>
                  <a:lnTo>
                    <a:pt x="704954" y="1655224"/>
                  </a:lnTo>
                  <a:lnTo>
                    <a:pt x="705809" y="1648695"/>
                  </a:lnTo>
                  <a:lnTo>
                    <a:pt x="706665" y="1685787"/>
                  </a:lnTo>
                  <a:lnTo>
                    <a:pt x="707520" y="1681107"/>
                  </a:lnTo>
                  <a:lnTo>
                    <a:pt x="708376" y="1792357"/>
                  </a:lnTo>
                  <a:lnTo>
                    <a:pt x="709232" y="1854963"/>
                  </a:lnTo>
                  <a:lnTo>
                    <a:pt x="710087" y="1916644"/>
                  </a:lnTo>
                  <a:lnTo>
                    <a:pt x="710943" y="1976324"/>
                  </a:lnTo>
                  <a:lnTo>
                    <a:pt x="711798" y="1963909"/>
                  </a:lnTo>
                  <a:lnTo>
                    <a:pt x="712654" y="1994972"/>
                  </a:lnTo>
                  <a:lnTo>
                    <a:pt x="713509" y="2037777"/>
                  </a:lnTo>
                  <a:lnTo>
                    <a:pt x="714365" y="2037889"/>
                  </a:lnTo>
                  <a:lnTo>
                    <a:pt x="715220" y="2068221"/>
                  </a:lnTo>
                  <a:lnTo>
                    <a:pt x="716076" y="2052235"/>
                  </a:lnTo>
                  <a:lnTo>
                    <a:pt x="716931" y="2025468"/>
                  </a:lnTo>
                  <a:lnTo>
                    <a:pt x="717787" y="1919942"/>
                  </a:lnTo>
                  <a:lnTo>
                    <a:pt x="718642" y="1861101"/>
                  </a:lnTo>
                  <a:lnTo>
                    <a:pt x="719498" y="1973486"/>
                  </a:lnTo>
                  <a:lnTo>
                    <a:pt x="720353" y="1990341"/>
                  </a:lnTo>
                  <a:lnTo>
                    <a:pt x="721209" y="1923250"/>
                  </a:lnTo>
                  <a:lnTo>
                    <a:pt x="722064" y="1921230"/>
                  </a:lnTo>
                  <a:lnTo>
                    <a:pt x="722920" y="1870380"/>
                  </a:lnTo>
                  <a:lnTo>
                    <a:pt x="723776" y="1890323"/>
                  </a:lnTo>
                  <a:lnTo>
                    <a:pt x="724631" y="1803863"/>
                  </a:lnTo>
                  <a:lnTo>
                    <a:pt x="725487" y="1648163"/>
                  </a:lnTo>
                  <a:lnTo>
                    <a:pt x="726342" y="1576550"/>
                  </a:lnTo>
                  <a:lnTo>
                    <a:pt x="727198" y="1568374"/>
                  </a:lnTo>
                  <a:lnTo>
                    <a:pt x="728053" y="1576195"/>
                  </a:lnTo>
                  <a:lnTo>
                    <a:pt x="728909" y="1498389"/>
                  </a:lnTo>
                  <a:lnTo>
                    <a:pt x="729764" y="1433865"/>
                  </a:lnTo>
                  <a:lnTo>
                    <a:pt x="730620" y="1432764"/>
                  </a:lnTo>
                  <a:lnTo>
                    <a:pt x="731475" y="1375054"/>
                  </a:lnTo>
                  <a:lnTo>
                    <a:pt x="732331" y="1283583"/>
                  </a:lnTo>
                  <a:lnTo>
                    <a:pt x="733186" y="1217867"/>
                  </a:lnTo>
                  <a:lnTo>
                    <a:pt x="734042" y="1119003"/>
                  </a:lnTo>
                  <a:lnTo>
                    <a:pt x="734897" y="1157651"/>
                  </a:lnTo>
                  <a:lnTo>
                    <a:pt x="735753" y="1124776"/>
                  </a:lnTo>
                  <a:lnTo>
                    <a:pt x="736608" y="1178079"/>
                  </a:lnTo>
                  <a:lnTo>
                    <a:pt x="737464" y="1173115"/>
                  </a:lnTo>
                  <a:lnTo>
                    <a:pt x="738319" y="1217537"/>
                  </a:lnTo>
                  <a:lnTo>
                    <a:pt x="739175" y="1229456"/>
                  </a:lnTo>
                  <a:lnTo>
                    <a:pt x="740031" y="1190638"/>
                  </a:lnTo>
                  <a:lnTo>
                    <a:pt x="740886" y="1207404"/>
                  </a:lnTo>
                  <a:lnTo>
                    <a:pt x="741742" y="1182677"/>
                  </a:lnTo>
                  <a:lnTo>
                    <a:pt x="742597" y="1215514"/>
                  </a:lnTo>
                  <a:lnTo>
                    <a:pt x="743453" y="1281089"/>
                  </a:lnTo>
                  <a:lnTo>
                    <a:pt x="744308" y="1194976"/>
                  </a:lnTo>
                  <a:lnTo>
                    <a:pt x="745164" y="1153289"/>
                  </a:lnTo>
                  <a:lnTo>
                    <a:pt x="746019" y="1086336"/>
                  </a:lnTo>
                  <a:lnTo>
                    <a:pt x="746875" y="979989"/>
                  </a:lnTo>
                  <a:lnTo>
                    <a:pt x="747730" y="986944"/>
                  </a:lnTo>
                  <a:lnTo>
                    <a:pt x="748586" y="916801"/>
                  </a:lnTo>
                  <a:lnTo>
                    <a:pt x="749441" y="920847"/>
                  </a:lnTo>
                  <a:lnTo>
                    <a:pt x="750297" y="997347"/>
                  </a:lnTo>
                  <a:lnTo>
                    <a:pt x="751152" y="966482"/>
                  </a:lnTo>
                  <a:lnTo>
                    <a:pt x="752008" y="992465"/>
                  </a:lnTo>
                  <a:lnTo>
                    <a:pt x="752863" y="687947"/>
                  </a:lnTo>
                  <a:lnTo>
                    <a:pt x="753719" y="574422"/>
                  </a:lnTo>
                  <a:lnTo>
                    <a:pt x="754574" y="502349"/>
                  </a:lnTo>
                  <a:lnTo>
                    <a:pt x="755430" y="468536"/>
                  </a:lnTo>
                  <a:lnTo>
                    <a:pt x="756286" y="455526"/>
                  </a:lnTo>
                  <a:lnTo>
                    <a:pt x="757141" y="537151"/>
                  </a:lnTo>
                  <a:lnTo>
                    <a:pt x="757997" y="547307"/>
                  </a:lnTo>
                  <a:lnTo>
                    <a:pt x="758852" y="626882"/>
                  </a:lnTo>
                  <a:lnTo>
                    <a:pt x="759708" y="738028"/>
                  </a:lnTo>
                  <a:lnTo>
                    <a:pt x="760563" y="679163"/>
                  </a:lnTo>
                  <a:lnTo>
                    <a:pt x="761419" y="728127"/>
                  </a:lnTo>
                  <a:lnTo>
                    <a:pt x="762274" y="715506"/>
                  </a:lnTo>
                  <a:lnTo>
                    <a:pt x="763130" y="648819"/>
                  </a:lnTo>
                  <a:lnTo>
                    <a:pt x="763985" y="677004"/>
                  </a:lnTo>
                  <a:lnTo>
                    <a:pt x="764841" y="693650"/>
                  </a:lnTo>
                  <a:lnTo>
                    <a:pt x="765696" y="726426"/>
                  </a:lnTo>
                  <a:lnTo>
                    <a:pt x="766552" y="743332"/>
                  </a:lnTo>
                  <a:lnTo>
                    <a:pt x="767407" y="821662"/>
                  </a:lnTo>
                  <a:lnTo>
                    <a:pt x="768263" y="901731"/>
                  </a:lnTo>
                  <a:lnTo>
                    <a:pt x="769118" y="997566"/>
                  </a:lnTo>
                  <a:lnTo>
                    <a:pt x="769974" y="1083091"/>
                  </a:lnTo>
                  <a:lnTo>
                    <a:pt x="770830" y="1222486"/>
                  </a:lnTo>
                  <a:lnTo>
                    <a:pt x="771685" y="1337154"/>
                  </a:lnTo>
                  <a:lnTo>
                    <a:pt x="772541" y="1302310"/>
                  </a:lnTo>
                  <a:lnTo>
                    <a:pt x="773396" y="1378243"/>
                  </a:lnTo>
                  <a:lnTo>
                    <a:pt x="774252" y="1417059"/>
                  </a:lnTo>
                  <a:lnTo>
                    <a:pt x="775107" y="1531562"/>
                  </a:lnTo>
                  <a:lnTo>
                    <a:pt x="775963" y="1650504"/>
                  </a:lnTo>
                  <a:lnTo>
                    <a:pt x="776818" y="1623187"/>
                  </a:lnTo>
                  <a:lnTo>
                    <a:pt x="777674" y="1653320"/>
                  </a:lnTo>
                  <a:lnTo>
                    <a:pt x="778529" y="1615393"/>
                  </a:lnTo>
                  <a:lnTo>
                    <a:pt x="779385" y="1690052"/>
                  </a:lnTo>
                  <a:lnTo>
                    <a:pt x="780240" y="1692890"/>
                  </a:lnTo>
                  <a:lnTo>
                    <a:pt x="781096" y="1679991"/>
                  </a:lnTo>
                  <a:lnTo>
                    <a:pt x="781951" y="1653528"/>
                  </a:lnTo>
                  <a:lnTo>
                    <a:pt x="782807" y="1756276"/>
                  </a:lnTo>
                  <a:lnTo>
                    <a:pt x="783662" y="1699701"/>
                  </a:lnTo>
                  <a:lnTo>
                    <a:pt x="784518" y="1755754"/>
                  </a:lnTo>
                  <a:lnTo>
                    <a:pt x="785373" y="1682928"/>
                  </a:lnTo>
                  <a:lnTo>
                    <a:pt x="786229" y="1618440"/>
                  </a:lnTo>
                  <a:lnTo>
                    <a:pt x="787085" y="1610317"/>
                  </a:lnTo>
                  <a:lnTo>
                    <a:pt x="787940" y="1740951"/>
                  </a:lnTo>
                  <a:lnTo>
                    <a:pt x="788796" y="1804247"/>
                  </a:lnTo>
                  <a:lnTo>
                    <a:pt x="789651" y="1825316"/>
                  </a:lnTo>
                  <a:lnTo>
                    <a:pt x="790507" y="1739179"/>
                  </a:lnTo>
                  <a:lnTo>
                    <a:pt x="791362" y="1700943"/>
                  </a:lnTo>
                  <a:lnTo>
                    <a:pt x="792218" y="1689202"/>
                  </a:lnTo>
                  <a:lnTo>
                    <a:pt x="793073" y="1653889"/>
                  </a:lnTo>
                  <a:lnTo>
                    <a:pt x="793929" y="1675518"/>
                  </a:lnTo>
                  <a:lnTo>
                    <a:pt x="794784" y="1744370"/>
                  </a:lnTo>
                  <a:lnTo>
                    <a:pt x="795640" y="1817190"/>
                  </a:lnTo>
                  <a:lnTo>
                    <a:pt x="796495" y="1821209"/>
                  </a:lnTo>
                  <a:lnTo>
                    <a:pt x="797351" y="1846383"/>
                  </a:lnTo>
                  <a:lnTo>
                    <a:pt x="798206" y="1815985"/>
                  </a:lnTo>
                  <a:lnTo>
                    <a:pt x="799062" y="1713441"/>
                  </a:lnTo>
                  <a:lnTo>
                    <a:pt x="799917" y="1642086"/>
                  </a:lnTo>
                  <a:lnTo>
                    <a:pt x="800773" y="1582527"/>
                  </a:lnTo>
                  <a:lnTo>
                    <a:pt x="801628" y="1493721"/>
                  </a:lnTo>
                  <a:lnTo>
                    <a:pt x="802484" y="1574426"/>
                  </a:lnTo>
                  <a:lnTo>
                    <a:pt x="803340" y="1562962"/>
                  </a:lnTo>
                  <a:lnTo>
                    <a:pt x="804195" y="1625425"/>
                  </a:lnTo>
                  <a:lnTo>
                    <a:pt x="805051" y="1632013"/>
                  </a:lnTo>
                  <a:lnTo>
                    <a:pt x="805906" y="1578809"/>
                  </a:lnTo>
                  <a:lnTo>
                    <a:pt x="806762" y="1501845"/>
                  </a:lnTo>
                  <a:lnTo>
                    <a:pt x="807617" y="1499985"/>
                  </a:lnTo>
                  <a:lnTo>
                    <a:pt x="808473" y="1447001"/>
                  </a:lnTo>
                  <a:lnTo>
                    <a:pt x="809328" y="1448591"/>
                  </a:lnTo>
                  <a:lnTo>
                    <a:pt x="810184" y="1454785"/>
                  </a:lnTo>
                  <a:lnTo>
                    <a:pt x="811039" y="1450413"/>
                  </a:lnTo>
                  <a:lnTo>
                    <a:pt x="811895" y="1485919"/>
                  </a:lnTo>
                  <a:lnTo>
                    <a:pt x="812750" y="1511352"/>
                  </a:lnTo>
                  <a:lnTo>
                    <a:pt x="813606" y="1601484"/>
                  </a:lnTo>
                  <a:lnTo>
                    <a:pt x="814461" y="1574565"/>
                  </a:lnTo>
                  <a:lnTo>
                    <a:pt x="815317" y="1588554"/>
                  </a:lnTo>
                  <a:lnTo>
                    <a:pt x="816172" y="1560461"/>
                  </a:lnTo>
                  <a:lnTo>
                    <a:pt x="817028" y="1532959"/>
                  </a:lnTo>
                  <a:lnTo>
                    <a:pt x="817884" y="1506015"/>
                  </a:lnTo>
                  <a:lnTo>
                    <a:pt x="818739" y="1400541"/>
                  </a:lnTo>
                  <a:lnTo>
                    <a:pt x="819595" y="1401909"/>
                  </a:lnTo>
                  <a:lnTo>
                    <a:pt x="820450" y="1250098"/>
                  </a:lnTo>
                  <a:lnTo>
                    <a:pt x="821306" y="1225207"/>
                  </a:lnTo>
                  <a:lnTo>
                    <a:pt x="822161" y="1259869"/>
                  </a:lnTo>
                  <a:lnTo>
                    <a:pt x="823017" y="1235889"/>
                  </a:lnTo>
                  <a:lnTo>
                    <a:pt x="823872" y="1235929"/>
                  </a:lnTo>
                  <a:lnTo>
                    <a:pt x="824728" y="1177389"/>
                  </a:lnTo>
                  <a:lnTo>
                    <a:pt x="825583" y="1230187"/>
                  </a:lnTo>
                  <a:lnTo>
                    <a:pt x="826439" y="1301000"/>
                  </a:lnTo>
                  <a:lnTo>
                    <a:pt x="827294" y="1341325"/>
                  </a:lnTo>
                  <a:lnTo>
                    <a:pt x="828150" y="1346564"/>
                  </a:lnTo>
                  <a:lnTo>
                    <a:pt x="829005" y="1274490"/>
                  </a:lnTo>
                  <a:lnTo>
                    <a:pt x="829861" y="1253000"/>
                  </a:lnTo>
                  <a:lnTo>
                    <a:pt x="830716" y="1233413"/>
                  </a:lnTo>
                  <a:lnTo>
                    <a:pt x="831572" y="1266864"/>
                  </a:lnTo>
                  <a:lnTo>
                    <a:pt x="832427" y="1321858"/>
                  </a:lnTo>
                  <a:lnTo>
                    <a:pt x="833283" y="1238102"/>
                  </a:lnTo>
                  <a:lnTo>
                    <a:pt x="834139" y="1133212"/>
                  </a:lnTo>
                  <a:lnTo>
                    <a:pt x="834994" y="1115457"/>
                  </a:lnTo>
                  <a:lnTo>
                    <a:pt x="835850" y="1066059"/>
                  </a:lnTo>
                  <a:lnTo>
                    <a:pt x="836705" y="1196594"/>
                  </a:lnTo>
                  <a:lnTo>
                    <a:pt x="837561" y="1314860"/>
                  </a:lnTo>
                  <a:lnTo>
                    <a:pt x="838416" y="1442230"/>
                  </a:lnTo>
                  <a:lnTo>
                    <a:pt x="839272" y="1428492"/>
                  </a:lnTo>
                  <a:lnTo>
                    <a:pt x="840127" y="1421583"/>
                  </a:lnTo>
                  <a:lnTo>
                    <a:pt x="840983" y="1444931"/>
                  </a:lnTo>
                  <a:lnTo>
                    <a:pt x="841838" y="1567907"/>
                  </a:lnTo>
                  <a:lnTo>
                    <a:pt x="842694" y="1589214"/>
                  </a:lnTo>
                  <a:lnTo>
                    <a:pt x="843549" y="1733807"/>
                  </a:lnTo>
                  <a:lnTo>
                    <a:pt x="844405" y="1713979"/>
                  </a:lnTo>
                  <a:lnTo>
                    <a:pt x="845260" y="1709014"/>
                  </a:lnTo>
                  <a:lnTo>
                    <a:pt x="846116" y="1684359"/>
                  </a:lnTo>
                  <a:lnTo>
                    <a:pt x="846971" y="1674957"/>
                  </a:lnTo>
                  <a:lnTo>
                    <a:pt x="847827" y="1657835"/>
                  </a:lnTo>
                  <a:lnTo>
                    <a:pt x="848682" y="1677662"/>
                  </a:lnTo>
                  <a:lnTo>
                    <a:pt x="849538" y="1636925"/>
                  </a:lnTo>
                  <a:lnTo>
                    <a:pt x="850394" y="1572920"/>
                  </a:lnTo>
                  <a:lnTo>
                    <a:pt x="851249" y="1561196"/>
                  </a:lnTo>
                  <a:lnTo>
                    <a:pt x="852105" y="1642454"/>
                  </a:lnTo>
                  <a:lnTo>
                    <a:pt x="852960" y="1711969"/>
                  </a:lnTo>
                  <a:lnTo>
                    <a:pt x="853816" y="1738621"/>
                  </a:lnTo>
                  <a:lnTo>
                    <a:pt x="854671" y="1740936"/>
                  </a:lnTo>
                  <a:lnTo>
                    <a:pt x="855527" y="1756918"/>
                  </a:lnTo>
                  <a:lnTo>
                    <a:pt x="856382" y="1792321"/>
                  </a:lnTo>
                  <a:lnTo>
                    <a:pt x="857238" y="1807172"/>
                  </a:lnTo>
                  <a:lnTo>
                    <a:pt x="858093" y="1740523"/>
                  </a:lnTo>
                  <a:lnTo>
                    <a:pt x="858949" y="1759943"/>
                  </a:lnTo>
                  <a:lnTo>
                    <a:pt x="859804" y="1743181"/>
                  </a:lnTo>
                  <a:lnTo>
                    <a:pt x="860660" y="1807433"/>
                  </a:lnTo>
                  <a:lnTo>
                    <a:pt x="861515" y="1883651"/>
                  </a:lnTo>
                  <a:lnTo>
                    <a:pt x="862371" y="1862998"/>
                  </a:lnTo>
                  <a:lnTo>
                    <a:pt x="863226" y="1831669"/>
                  </a:lnTo>
                  <a:lnTo>
                    <a:pt x="864082" y="1910057"/>
                  </a:lnTo>
                  <a:lnTo>
                    <a:pt x="864938" y="1946650"/>
                  </a:lnTo>
                  <a:lnTo>
                    <a:pt x="865793" y="1933941"/>
                  </a:lnTo>
                  <a:lnTo>
                    <a:pt x="866649" y="1929451"/>
                  </a:lnTo>
                  <a:lnTo>
                    <a:pt x="867504" y="1997807"/>
                  </a:lnTo>
                  <a:lnTo>
                    <a:pt x="868360" y="2055770"/>
                  </a:lnTo>
                  <a:lnTo>
                    <a:pt x="869215" y="2034400"/>
                  </a:lnTo>
                  <a:lnTo>
                    <a:pt x="870071" y="2111111"/>
                  </a:lnTo>
                  <a:lnTo>
                    <a:pt x="870926" y="2144463"/>
                  </a:lnTo>
                  <a:lnTo>
                    <a:pt x="871782" y="2146627"/>
                  </a:lnTo>
                  <a:lnTo>
                    <a:pt x="872637" y="2154005"/>
                  </a:lnTo>
                  <a:lnTo>
                    <a:pt x="873493" y="2126627"/>
                  </a:lnTo>
                  <a:lnTo>
                    <a:pt x="874348" y="2147243"/>
                  </a:lnTo>
                  <a:lnTo>
                    <a:pt x="875204" y="2158388"/>
                  </a:lnTo>
                  <a:lnTo>
                    <a:pt x="876059" y="2132857"/>
                  </a:lnTo>
                  <a:lnTo>
                    <a:pt x="876915" y="2144090"/>
                  </a:lnTo>
                  <a:lnTo>
                    <a:pt x="877770" y="2160100"/>
                  </a:lnTo>
                  <a:lnTo>
                    <a:pt x="878626" y="2154381"/>
                  </a:lnTo>
                  <a:lnTo>
                    <a:pt x="879481" y="2160330"/>
                  </a:lnTo>
                  <a:lnTo>
                    <a:pt x="880337" y="2154491"/>
                  </a:lnTo>
                  <a:lnTo>
                    <a:pt x="881193" y="2160305"/>
                  </a:lnTo>
                  <a:lnTo>
                    <a:pt x="882048" y="2147762"/>
                  </a:lnTo>
                  <a:lnTo>
                    <a:pt x="882904" y="2131267"/>
                  </a:lnTo>
                  <a:lnTo>
                    <a:pt x="883759" y="2131116"/>
                  </a:lnTo>
                  <a:lnTo>
                    <a:pt x="884615" y="2120262"/>
                  </a:lnTo>
                  <a:lnTo>
                    <a:pt x="885470" y="2105619"/>
                  </a:lnTo>
                  <a:lnTo>
                    <a:pt x="886326" y="2101576"/>
                  </a:lnTo>
                  <a:lnTo>
                    <a:pt x="887181" y="2081857"/>
                  </a:lnTo>
                  <a:lnTo>
                    <a:pt x="888037" y="2093801"/>
                  </a:lnTo>
                  <a:lnTo>
                    <a:pt x="888892" y="2012097"/>
                  </a:lnTo>
                  <a:lnTo>
                    <a:pt x="889748" y="1958029"/>
                  </a:lnTo>
                  <a:lnTo>
                    <a:pt x="890603" y="1934229"/>
                  </a:lnTo>
                  <a:lnTo>
                    <a:pt x="891459" y="2018451"/>
                  </a:lnTo>
                  <a:lnTo>
                    <a:pt x="892314" y="2126537"/>
                  </a:lnTo>
                  <a:lnTo>
                    <a:pt x="893170" y="2126098"/>
                  </a:lnTo>
                  <a:lnTo>
                    <a:pt x="894025" y="2124076"/>
                  </a:lnTo>
                  <a:lnTo>
                    <a:pt x="894881" y="2083113"/>
                  </a:lnTo>
                  <a:lnTo>
                    <a:pt x="895736" y="2089965"/>
                  </a:lnTo>
                  <a:lnTo>
                    <a:pt x="896592" y="2125984"/>
                  </a:lnTo>
                  <a:lnTo>
                    <a:pt x="897448" y="2073372"/>
                  </a:lnTo>
                  <a:lnTo>
                    <a:pt x="898303" y="2038274"/>
                  </a:lnTo>
                  <a:lnTo>
                    <a:pt x="899159" y="2047207"/>
                  </a:lnTo>
                  <a:lnTo>
                    <a:pt x="900014" y="2090376"/>
                  </a:lnTo>
                  <a:lnTo>
                    <a:pt x="900870" y="2147160"/>
                  </a:lnTo>
                  <a:lnTo>
                    <a:pt x="901725" y="2134519"/>
                  </a:lnTo>
                  <a:lnTo>
                    <a:pt x="902581" y="2145830"/>
                  </a:lnTo>
                  <a:lnTo>
                    <a:pt x="903436" y="2180867"/>
                  </a:lnTo>
                  <a:lnTo>
                    <a:pt x="904292" y="2210627"/>
                  </a:lnTo>
                  <a:lnTo>
                    <a:pt x="905147" y="2236233"/>
                  </a:lnTo>
                  <a:lnTo>
                    <a:pt x="906003" y="2227099"/>
                  </a:lnTo>
                  <a:lnTo>
                    <a:pt x="906858" y="2248849"/>
                  </a:lnTo>
                  <a:lnTo>
                    <a:pt x="907714" y="2243754"/>
                  </a:lnTo>
                  <a:lnTo>
                    <a:pt x="908569" y="2259600"/>
                  </a:lnTo>
                  <a:lnTo>
                    <a:pt x="909425" y="2255511"/>
                  </a:lnTo>
                  <a:lnTo>
                    <a:pt x="910280" y="2190128"/>
                  </a:lnTo>
                  <a:lnTo>
                    <a:pt x="911136" y="2211289"/>
                  </a:lnTo>
                  <a:lnTo>
                    <a:pt x="911991" y="2257819"/>
                  </a:lnTo>
                  <a:lnTo>
                    <a:pt x="912847" y="2280340"/>
                  </a:lnTo>
                  <a:lnTo>
                    <a:pt x="913703" y="2284649"/>
                  </a:lnTo>
                  <a:lnTo>
                    <a:pt x="914558" y="2226665"/>
                  </a:lnTo>
                  <a:lnTo>
                    <a:pt x="915414" y="2284179"/>
                  </a:lnTo>
                  <a:lnTo>
                    <a:pt x="916269" y="2277663"/>
                  </a:lnTo>
                  <a:lnTo>
                    <a:pt x="917125" y="2283652"/>
                  </a:lnTo>
                  <a:lnTo>
                    <a:pt x="917980" y="2282477"/>
                  </a:lnTo>
                  <a:lnTo>
                    <a:pt x="918836" y="2254623"/>
                  </a:lnTo>
                  <a:lnTo>
                    <a:pt x="919691" y="2270186"/>
                  </a:lnTo>
                  <a:lnTo>
                    <a:pt x="920547" y="2277095"/>
                  </a:lnTo>
                  <a:lnTo>
                    <a:pt x="921402" y="2265875"/>
                  </a:lnTo>
                  <a:lnTo>
                    <a:pt x="922258" y="2265185"/>
                  </a:lnTo>
                  <a:lnTo>
                    <a:pt x="923113" y="2272944"/>
                  </a:lnTo>
                  <a:lnTo>
                    <a:pt x="923969" y="2273529"/>
                  </a:lnTo>
                  <a:lnTo>
                    <a:pt x="924824" y="2258938"/>
                  </a:lnTo>
                  <a:lnTo>
                    <a:pt x="925680" y="2234675"/>
                  </a:lnTo>
                  <a:lnTo>
                    <a:pt x="926535" y="2240439"/>
                  </a:lnTo>
                  <a:lnTo>
                    <a:pt x="927391" y="2258937"/>
                  </a:lnTo>
                  <a:lnTo>
                    <a:pt x="928247" y="2220877"/>
                  </a:lnTo>
                  <a:lnTo>
                    <a:pt x="929102" y="2180408"/>
                  </a:lnTo>
                  <a:lnTo>
                    <a:pt x="929958" y="2181787"/>
                  </a:lnTo>
                  <a:lnTo>
                    <a:pt x="930813" y="2220258"/>
                  </a:lnTo>
                  <a:lnTo>
                    <a:pt x="931669" y="2241564"/>
                  </a:lnTo>
                  <a:lnTo>
                    <a:pt x="932524" y="2245145"/>
                  </a:lnTo>
                  <a:lnTo>
                    <a:pt x="933380" y="2240917"/>
                  </a:lnTo>
                  <a:lnTo>
                    <a:pt x="934235" y="2219979"/>
                  </a:lnTo>
                  <a:lnTo>
                    <a:pt x="935091" y="2242313"/>
                  </a:lnTo>
                  <a:lnTo>
                    <a:pt x="935946" y="2197728"/>
                  </a:lnTo>
                  <a:lnTo>
                    <a:pt x="936802" y="2177873"/>
                  </a:lnTo>
                  <a:lnTo>
                    <a:pt x="937657" y="2214748"/>
                  </a:lnTo>
                  <a:lnTo>
                    <a:pt x="938513" y="2213317"/>
                  </a:lnTo>
                  <a:lnTo>
                    <a:pt x="939368" y="2257776"/>
                  </a:lnTo>
                  <a:lnTo>
                    <a:pt x="940224" y="2249588"/>
                  </a:lnTo>
                  <a:lnTo>
                    <a:pt x="941079" y="2262928"/>
                  </a:lnTo>
                  <a:lnTo>
                    <a:pt x="941935" y="2273987"/>
                  </a:lnTo>
                  <a:lnTo>
                    <a:pt x="942790" y="2277952"/>
                  </a:lnTo>
                  <a:lnTo>
                    <a:pt x="943646" y="2269390"/>
                  </a:lnTo>
                  <a:lnTo>
                    <a:pt x="944502" y="2255214"/>
                  </a:lnTo>
                  <a:lnTo>
                    <a:pt x="945357" y="2263817"/>
                  </a:lnTo>
                  <a:lnTo>
                    <a:pt x="946213" y="2239512"/>
                  </a:lnTo>
                  <a:lnTo>
                    <a:pt x="947068" y="2220663"/>
                  </a:lnTo>
                  <a:lnTo>
                    <a:pt x="947924" y="2210959"/>
                  </a:lnTo>
                  <a:lnTo>
                    <a:pt x="948779" y="2233918"/>
                  </a:lnTo>
                  <a:lnTo>
                    <a:pt x="949635" y="2236483"/>
                  </a:lnTo>
                  <a:lnTo>
                    <a:pt x="950490" y="2237782"/>
                  </a:lnTo>
                  <a:lnTo>
                    <a:pt x="951346" y="2244910"/>
                  </a:lnTo>
                  <a:lnTo>
                    <a:pt x="952201" y="2246659"/>
                  </a:lnTo>
                  <a:lnTo>
                    <a:pt x="953057" y="2256155"/>
                  </a:lnTo>
                  <a:lnTo>
                    <a:pt x="953912" y="2254198"/>
                  </a:lnTo>
                  <a:lnTo>
                    <a:pt x="954768" y="2264313"/>
                  </a:lnTo>
                  <a:lnTo>
                    <a:pt x="955623" y="2277962"/>
                  </a:lnTo>
                  <a:lnTo>
                    <a:pt x="956479" y="2294261"/>
                  </a:lnTo>
                  <a:lnTo>
                    <a:pt x="957334" y="2287562"/>
                  </a:lnTo>
                  <a:lnTo>
                    <a:pt x="958190" y="2291934"/>
                  </a:lnTo>
                  <a:lnTo>
                    <a:pt x="959045" y="2290213"/>
                  </a:lnTo>
                  <a:lnTo>
                    <a:pt x="959901" y="2291802"/>
                  </a:lnTo>
                  <a:lnTo>
                    <a:pt x="960757" y="2290806"/>
                  </a:lnTo>
                  <a:lnTo>
                    <a:pt x="961612" y="2288685"/>
                  </a:lnTo>
                  <a:lnTo>
                    <a:pt x="962468" y="2293988"/>
                  </a:lnTo>
                  <a:lnTo>
                    <a:pt x="963323" y="2291507"/>
                  </a:lnTo>
                  <a:lnTo>
                    <a:pt x="964179" y="2289419"/>
                  </a:lnTo>
                  <a:lnTo>
                    <a:pt x="965034" y="2289046"/>
                  </a:lnTo>
                  <a:lnTo>
                    <a:pt x="965890" y="2279180"/>
                  </a:lnTo>
                  <a:lnTo>
                    <a:pt x="966745" y="2291080"/>
                  </a:lnTo>
                  <a:lnTo>
                    <a:pt x="967601" y="2282177"/>
                  </a:lnTo>
                  <a:lnTo>
                    <a:pt x="968456" y="2266200"/>
                  </a:lnTo>
                  <a:lnTo>
                    <a:pt x="969312" y="2259133"/>
                  </a:lnTo>
                  <a:lnTo>
                    <a:pt x="970167" y="2264978"/>
                  </a:lnTo>
                  <a:lnTo>
                    <a:pt x="971023" y="2271771"/>
                  </a:lnTo>
                  <a:lnTo>
                    <a:pt x="971878" y="2260729"/>
                  </a:lnTo>
                  <a:lnTo>
                    <a:pt x="972734" y="2273837"/>
                  </a:lnTo>
                  <a:lnTo>
                    <a:pt x="973589" y="2278108"/>
                  </a:lnTo>
                  <a:lnTo>
                    <a:pt x="974445" y="2290129"/>
                  </a:lnTo>
                  <a:lnTo>
                    <a:pt x="975301" y="2289594"/>
                  </a:lnTo>
                  <a:lnTo>
                    <a:pt x="976156" y="2284000"/>
                  </a:lnTo>
                  <a:lnTo>
                    <a:pt x="977012" y="2279295"/>
                  </a:lnTo>
                  <a:lnTo>
                    <a:pt x="977867" y="2277830"/>
                  </a:lnTo>
                  <a:lnTo>
                    <a:pt x="978723" y="2278730"/>
                  </a:lnTo>
                  <a:lnTo>
                    <a:pt x="979578" y="2272629"/>
                  </a:lnTo>
                  <a:lnTo>
                    <a:pt x="980434" y="2279884"/>
                  </a:lnTo>
                  <a:lnTo>
                    <a:pt x="981289" y="2286313"/>
                  </a:lnTo>
                  <a:lnTo>
                    <a:pt x="982145" y="2287955"/>
                  </a:lnTo>
                  <a:lnTo>
                    <a:pt x="983000" y="2290891"/>
                  </a:lnTo>
                  <a:lnTo>
                    <a:pt x="983856" y="2240277"/>
                  </a:lnTo>
                  <a:lnTo>
                    <a:pt x="984711" y="2281661"/>
                  </a:lnTo>
                  <a:lnTo>
                    <a:pt x="985567" y="2263790"/>
                  </a:lnTo>
                  <a:lnTo>
                    <a:pt x="986422" y="2273727"/>
                  </a:lnTo>
                  <a:lnTo>
                    <a:pt x="987278" y="2282948"/>
                  </a:lnTo>
                  <a:lnTo>
                    <a:pt x="988133" y="2244305"/>
                  </a:lnTo>
                  <a:lnTo>
                    <a:pt x="988989" y="2270551"/>
                  </a:lnTo>
                  <a:lnTo>
                    <a:pt x="989844" y="2241607"/>
                  </a:lnTo>
                  <a:lnTo>
                    <a:pt x="990700" y="2255095"/>
                  </a:lnTo>
                  <a:lnTo>
                    <a:pt x="991556" y="2245786"/>
                  </a:lnTo>
                  <a:lnTo>
                    <a:pt x="992411" y="2208440"/>
                  </a:lnTo>
                  <a:lnTo>
                    <a:pt x="993267" y="2217813"/>
                  </a:lnTo>
                  <a:lnTo>
                    <a:pt x="994122" y="2191587"/>
                  </a:lnTo>
                  <a:lnTo>
                    <a:pt x="994978" y="2254046"/>
                  </a:lnTo>
                  <a:lnTo>
                    <a:pt x="995833" y="2257332"/>
                  </a:lnTo>
                  <a:lnTo>
                    <a:pt x="996689" y="2267121"/>
                  </a:lnTo>
                  <a:lnTo>
                    <a:pt x="997544" y="2277693"/>
                  </a:lnTo>
                  <a:lnTo>
                    <a:pt x="998400" y="2259239"/>
                  </a:lnTo>
                  <a:lnTo>
                    <a:pt x="999255" y="2264595"/>
                  </a:lnTo>
                  <a:lnTo>
                    <a:pt x="1000111" y="2236891"/>
                  </a:lnTo>
                  <a:lnTo>
                    <a:pt x="1000966" y="2199091"/>
                  </a:lnTo>
                  <a:lnTo>
                    <a:pt x="1001822" y="2223572"/>
                  </a:lnTo>
                  <a:lnTo>
                    <a:pt x="1002677" y="2240744"/>
                  </a:lnTo>
                  <a:lnTo>
                    <a:pt x="1003533" y="2260110"/>
                  </a:lnTo>
                  <a:lnTo>
                    <a:pt x="1004388" y="2252758"/>
                  </a:lnTo>
                  <a:lnTo>
                    <a:pt x="1005244" y="2252007"/>
                  </a:lnTo>
                  <a:lnTo>
                    <a:pt x="1006099" y="2282793"/>
                  </a:lnTo>
                  <a:lnTo>
                    <a:pt x="1006955" y="2277096"/>
                  </a:lnTo>
                  <a:lnTo>
                    <a:pt x="1007811" y="2261960"/>
                  </a:lnTo>
                  <a:lnTo>
                    <a:pt x="1008666" y="2266942"/>
                  </a:lnTo>
                  <a:lnTo>
                    <a:pt x="1009522" y="2264693"/>
                  </a:lnTo>
                  <a:lnTo>
                    <a:pt x="1010377" y="2263063"/>
                  </a:lnTo>
                  <a:lnTo>
                    <a:pt x="1011233" y="2269364"/>
                  </a:lnTo>
                  <a:lnTo>
                    <a:pt x="1012088" y="2235686"/>
                  </a:lnTo>
                  <a:lnTo>
                    <a:pt x="1012944" y="2244613"/>
                  </a:lnTo>
                  <a:lnTo>
                    <a:pt x="1013799" y="2223405"/>
                  </a:lnTo>
                  <a:lnTo>
                    <a:pt x="1014655" y="2197446"/>
                  </a:lnTo>
                  <a:lnTo>
                    <a:pt x="1015510" y="2201013"/>
                  </a:lnTo>
                  <a:lnTo>
                    <a:pt x="1016366" y="2221375"/>
                  </a:lnTo>
                  <a:lnTo>
                    <a:pt x="1017221" y="2262056"/>
                  </a:lnTo>
                  <a:lnTo>
                    <a:pt x="1018077" y="2259797"/>
                  </a:lnTo>
                  <a:lnTo>
                    <a:pt x="1018932" y="2230868"/>
                  </a:lnTo>
                  <a:lnTo>
                    <a:pt x="1019788" y="2283536"/>
                  </a:lnTo>
                  <a:lnTo>
                    <a:pt x="1020643" y="2260401"/>
                  </a:lnTo>
                  <a:lnTo>
                    <a:pt x="1021499" y="2282287"/>
                  </a:lnTo>
                  <a:lnTo>
                    <a:pt x="1022355" y="2279903"/>
                  </a:lnTo>
                  <a:lnTo>
                    <a:pt x="1023210" y="2266279"/>
                  </a:lnTo>
                  <a:lnTo>
                    <a:pt x="1024066" y="2288852"/>
                  </a:lnTo>
                  <a:lnTo>
                    <a:pt x="1024921" y="2288427"/>
                  </a:lnTo>
                  <a:lnTo>
                    <a:pt x="1025777" y="2286875"/>
                  </a:lnTo>
                  <a:lnTo>
                    <a:pt x="1026632" y="2291141"/>
                  </a:lnTo>
                  <a:lnTo>
                    <a:pt x="1027488" y="2290286"/>
                  </a:lnTo>
                  <a:lnTo>
                    <a:pt x="1028343" y="2291150"/>
                  </a:lnTo>
                  <a:lnTo>
                    <a:pt x="1029199" y="2291640"/>
                  </a:lnTo>
                  <a:lnTo>
                    <a:pt x="1030054" y="2286555"/>
                  </a:lnTo>
                  <a:lnTo>
                    <a:pt x="1030910" y="2279178"/>
                  </a:lnTo>
                  <a:lnTo>
                    <a:pt x="1031765" y="2272757"/>
                  </a:lnTo>
                  <a:lnTo>
                    <a:pt x="1032621" y="2268027"/>
                  </a:lnTo>
                  <a:lnTo>
                    <a:pt x="1033476" y="2248064"/>
                  </a:lnTo>
                  <a:lnTo>
                    <a:pt x="1034332" y="2281609"/>
                  </a:lnTo>
                  <a:lnTo>
                    <a:pt x="1035187" y="2258474"/>
                  </a:lnTo>
                  <a:lnTo>
                    <a:pt x="1036043" y="2235066"/>
                  </a:lnTo>
                  <a:lnTo>
                    <a:pt x="1036898" y="2221240"/>
                  </a:lnTo>
                  <a:lnTo>
                    <a:pt x="1037754" y="2144471"/>
                  </a:lnTo>
                  <a:lnTo>
                    <a:pt x="1038610" y="2189851"/>
                  </a:lnTo>
                  <a:lnTo>
                    <a:pt x="1039465" y="2212144"/>
                  </a:lnTo>
                  <a:lnTo>
                    <a:pt x="1040321" y="2233925"/>
                  </a:lnTo>
                  <a:lnTo>
                    <a:pt x="1041176" y="2252999"/>
                  </a:lnTo>
                  <a:lnTo>
                    <a:pt x="1042032" y="2212334"/>
                  </a:lnTo>
                  <a:lnTo>
                    <a:pt x="1042887" y="2257035"/>
                  </a:lnTo>
                  <a:lnTo>
                    <a:pt x="1043743" y="2262787"/>
                  </a:lnTo>
                  <a:lnTo>
                    <a:pt x="1044598" y="2264567"/>
                  </a:lnTo>
                  <a:lnTo>
                    <a:pt x="1045454" y="2290081"/>
                  </a:lnTo>
                  <a:lnTo>
                    <a:pt x="1046309" y="2269579"/>
                  </a:lnTo>
                  <a:lnTo>
                    <a:pt x="1047165" y="2293259"/>
                  </a:lnTo>
                  <a:lnTo>
                    <a:pt x="1048020" y="2300493"/>
                  </a:lnTo>
                  <a:lnTo>
                    <a:pt x="1048876" y="2293296"/>
                  </a:lnTo>
                  <a:lnTo>
                    <a:pt x="1049731" y="2295836"/>
                  </a:lnTo>
                  <a:lnTo>
                    <a:pt x="1050587" y="2288629"/>
                  </a:lnTo>
                  <a:lnTo>
                    <a:pt x="1051442" y="2287364"/>
                  </a:lnTo>
                  <a:lnTo>
                    <a:pt x="1052298" y="2287286"/>
                  </a:lnTo>
                  <a:lnTo>
                    <a:pt x="1053153" y="2283245"/>
                  </a:lnTo>
                  <a:lnTo>
                    <a:pt x="1054009" y="2279485"/>
                  </a:lnTo>
                  <a:lnTo>
                    <a:pt x="1054865" y="2238577"/>
                  </a:lnTo>
                  <a:lnTo>
                    <a:pt x="1055720" y="2262235"/>
                  </a:lnTo>
                  <a:lnTo>
                    <a:pt x="1056576" y="2255622"/>
                  </a:lnTo>
                  <a:lnTo>
                    <a:pt x="1057431" y="2234036"/>
                  </a:lnTo>
                  <a:lnTo>
                    <a:pt x="1058287" y="2245938"/>
                  </a:lnTo>
                  <a:lnTo>
                    <a:pt x="1059142" y="2235035"/>
                  </a:lnTo>
                  <a:lnTo>
                    <a:pt x="1059998" y="2254887"/>
                  </a:lnTo>
                  <a:lnTo>
                    <a:pt x="1060853" y="2259591"/>
                  </a:lnTo>
                  <a:lnTo>
                    <a:pt x="1061709" y="2254330"/>
                  </a:lnTo>
                  <a:lnTo>
                    <a:pt x="1062564" y="2264865"/>
                  </a:lnTo>
                  <a:lnTo>
                    <a:pt x="1063420" y="2275660"/>
                  </a:lnTo>
                  <a:lnTo>
                    <a:pt x="1064275" y="2270395"/>
                  </a:lnTo>
                  <a:lnTo>
                    <a:pt x="1065131" y="2275937"/>
                  </a:lnTo>
                  <a:lnTo>
                    <a:pt x="1065986" y="2279584"/>
                  </a:lnTo>
                  <a:lnTo>
                    <a:pt x="1066842" y="2294539"/>
                  </a:lnTo>
                  <a:lnTo>
                    <a:pt x="1067697" y="2294043"/>
                  </a:lnTo>
                  <a:lnTo>
                    <a:pt x="1068553" y="2283155"/>
                  </a:lnTo>
                  <a:lnTo>
                    <a:pt x="1069409" y="2288092"/>
                  </a:lnTo>
                  <a:lnTo>
                    <a:pt x="1070264" y="2284952"/>
                  </a:lnTo>
                  <a:lnTo>
                    <a:pt x="1071120" y="2288411"/>
                  </a:lnTo>
                  <a:lnTo>
                    <a:pt x="1071975" y="2277808"/>
                  </a:lnTo>
                  <a:lnTo>
                    <a:pt x="1072831" y="2286479"/>
                  </a:lnTo>
                  <a:lnTo>
                    <a:pt x="1073686" y="2286217"/>
                  </a:lnTo>
                  <a:lnTo>
                    <a:pt x="1074542" y="2288793"/>
                  </a:lnTo>
                  <a:lnTo>
                    <a:pt x="1075397" y="2284917"/>
                  </a:lnTo>
                  <a:lnTo>
                    <a:pt x="1076253" y="2285228"/>
                  </a:lnTo>
                  <a:lnTo>
                    <a:pt x="1077108" y="2285257"/>
                  </a:lnTo>
                  <a:lnTo>
                    <a:pt x="1077964" y="2292959"/>
                  </a:lnTo>
                  <a:lnTo>
                    <a:pt x="1078819" y="2283772"/>
                  </a:lnTo>
                  <a:lnTo>
                    <a:pt x="1079675" y="2280364"/>
                  </a:lnTo>
                  <a:lnTo>
                    <a:pt x="1080530" y="2286033"/>
                  </a:lnTo>
                  <a:lnTo>
                    <a:pt x="1081386" y="2286318"/>
                  </a:lnTo>
                  <a:lnTo>
                    <a:pt x="1082241" y="2304437"/>
                  </a:lnTo>
                  <a:lnTo>
                    <a:pt x="1083097" y="2300969"/>
                  </a:lnTo>
                  <a:lnTo>
                    <a:pt x="1083952" y="2299473"/>
                  </a:lnTo>
                  <a:lnTo>
                    <a:pt x="1084808" y="2309421"/>
                  </a:lnTo>
                  <a:lnTo>
                    <a:pt x="1085664" y="2306534"/>
                  </a:lnTo>
                  <a:lnTo>
                    <a:pt x="1086519" y="2306540"/>
                  </a:lnTo>
                  <a:lnTo>
                    <a:pt x="1087375" y="2302787"/>
                  </a:lnTo>
                  <a:lnTo>
                    <a:pt x="1088230" y="2286989"/>
                  </a:lnTo>
                  <a:lnTo>
                    <a:pt x="1089086" y="2302071"/>
                  </a:lnTo>
                  <a:lnTo>
                    <a:pt x="1089941" y="2290295"/>
                  </a:lnTo>
                  <a:lnTo>
                    <a:pt x="1090797" y="2290306"/>
                  </a:lnTo>
                  <a:lnTo>
                    <a:pt x="1091652" y="2293850"/>
                  </a:lnTo>
                  <a:lnTo>
                    <a:pt x="1092508" y="2276086"/>
                  </a:lnTo>
                  <a:lnTo>
                    <a:pt x="1093363" y="2301302"/>
                  </a:lnTo>
                  <a:lnTo>
                    <a:pt x="1094219" y="2292383"/>
                  </a:lnTo>
                  <a:lnTo>
                    <a:pt x="1095074" y="2286308"/>
                  </a:lnTo>
                  <a:lnTo>
                    <a:pt x="1095930" y="2290901"/>
                  </a:lnTo>
                  <a:lnTo>
                    <a:pt x="1096785" y="2285879"/>
                  </a:lnTo>
                  <a:lnTo>
                    <a:pt x="1097641" y="2290542"/>
                  </a:lnTo>
                  <a:lnTo>
                    <a:pt x="1098496" y="2299860"/>
                  </a:lnTo>
                  <a:lnTo>
                    <a:pt x="1099352" y="2297942"/>
                  </a:lnTo>
                  <a:lnTo>
                    <a:pt x="1100207" y="2300905"/>
                  </a:lnTo>
                  <a:lnTo>
                    <a:pt x="1101063" y="2288835"/>
                  </a:lnTo>
                  <a:lnTo>
                    <a:pt x="1101919" y="2277607"/>
                  </a:lnTo>
                  <a:lnTo>
                    <a:pt x="1102774" y="2270107"/>
                  </a:lnTo>
                  <a:lnTo>
                    <a:pt x="1103630" y="2255612"/>
                  </a:lnTo>
                  <a:lnTo>
                    <a:pt x="1104485" y="2241302"/>
                  </a:lnTo>
                  <a:lnTo>
                    <a:pt x="1105341" y="2243640"/>
                  </a:lnTo>
                  <a:lnTo>
                    <a:pt x="1106196" y="2256452"/>
                  </a:lnTo>
                  <a:lnTo>
                    <a:pt x="1107052" y="2271373"/>
                  </a:lnTo>
                  <a:lnTo>
                    <a:pt x="1107907" y="2263573"/>
                  </a:lnTo>
                  <a:lnTo>
                    <a:pt x="1108763" y="2266118"/>
                  </a:lnTo>
                  <a:lnTo>
                    <a:pt x="1109618" y="2259889"/>
                  </a:lnTo>
                  <a:lnTo>
                    <a:pt x="1110474" y="2258341"/>
                  </a:lnTo>
                  <a:lnTo>
                    <a:pt x="1111329" y="2251139"/>
                  </a:lnTo>
                  <a:lnTo>
                    <a:pt x="1112185" y="2235760"/>
                  </a:lnTo>
                  <a:lnTo>
                    <a:pt x="1113040" y="2236224"/>
                  </a:lnTo>
                  <a:lnTo>
                    <a:pt x="1113896" y="2244348"/>
                  </a:lnTo>
                  <a:lnTo>
                    <a:pt x="1114751" y="2256385"/>
                  </a:lnTo>
                  <a:lnTo>
                    <a:pt x="1115607" y="2260233"/>
                  </a:lnTo>
                  <a:lnTo>
                    <a:pt x="1116462" y="2264808"/>
                  </a:lnTo>
                  <a:lnTo>
                    <a:pt x="1117318" y="2260016"/>
                  </a:lnTo>
                  <a:lnTo>
                    <a:pt x="1118174" y="2269915"/>
                  </a:lnTo>
                  <a:lnTo>
                    <a:pt x="1119029" y="2264064"/>
                  </a:lnTo>
                  <a:lnTo>
                    <a:pt x="1119885" y="2246630"/>
                  </a:lnTo>
                  <a:lnTo>
                    <a:pt x="1120740" y="2263006"/>
                  </a:lnTo>
                  <a:lnTo>
                    <a:pt x="1121596" y="2243178"/>
                  </a:lnTo>
                  <a:lnTo>
                    <a:pt x="1122451" y="2261467"/>
                  </a:lnTo>
                  <a:lnTo>
                    <a:pt x="1123307" y="2271320"/>
                  </a:lnTo>
                  <a:lnTo>
                    <a:pt x="1124162" y="2270593"/>
                  </a:lnTo>
                  <a:lnTo>
                    <a:pt x="1125018" y="2288314"/>
                  </a:lnTo>
                  <a:lnTo>
                    <a:pt x="1125873" y="2279637"/>
                  </a:lnTo>
                  <a:lnTo>
                    <a:pt x="1126729" y="2284625"/>
                  </a:lnTo>
                  <a:lnTo>
                    <a:pt x="1127584" y="2283907"/>
                  </a:lnTo>
                  <a:lnTo>
                    <a:pt x="1128440" y="2277374"/>
                  </a:lnTo>
                  <a:lnTo>
                    <a:pt x="1129295" y="2284848"/>
                  </a:lnTo>
                  <a:lnTo>
                    <a:pt x="1130151" y="2283378"/>
                  </a:lnTo>
                  <a:lnTo>
                    <a:pt x="1131006" y="2284713"/>
                  </a:lnTo>
                  <a:lnTo>
                    <a:pt x="1131862" y="2283839"/>
                  </a:lnTo>
                  <a:lnTo>
                    <a:pt x="1132718" y="2286050"/>
                  </a:lnTo>
                  <a:lnTo>
                    <a:pt x="1133573" y="2285356"/>
                  </a:lnTo>
                  <a:lnTo>
                    <a:pt x="1134429" y="2284256"/>
                  </a:lnTo>
                  <a:lnTo>
                    <a:pt x="1135284" y="2276034"/>
                  </a:lnTo>
                  <a:lnTo>
                    <a:pt x="1136140" y="2272994"/>
                  </a:lnTo>
                  <a:lnTo>
                    <a:pt x="1136995" y="2279241"/>
                  </a:lnTo>
                  <a:lnTo>
                    <a:pt x="1137851" y="2257439"/>
                  </a:lnTo>
                  <a:lnTo>
                    <a:pt x="1138706" y="2260420"/>
                  </a:lnTo>
                  <a:lnTo>
                    <a:pt x="1139562" y="2223061"/>
                  </a:lnTo>
                  <a:lnTo>
                    <a:pt x="1140417" y="2230414"/>
                  </a:lnTo>
                  <a:lnTo>
                    <a:pt x="1141273" y="2228765"/>
                  </a:lnTo>
                  <a:lnTo>
                    <a:pt x="1142128" y="2173754"/>
                  </a:lnTo>
                  <a:lnTo>
                    <a:pt x="1142984" y="2179072"/>
                  </a:lnTo>
                  <a:lnTo>
                    <a:pt x="1143839" y="2118717"/>
                  </a:lnTo>
                  <a:lnTo>
                    <a:pt x="1144695" y="2135794"/>
                  </a:lnTo>
                  <a:lnTo>
                    <a:pt x="1145550" y="2156585"/>
                  </a:lnTo>
                  <a:lnTo>
                    <a:pt x="1146406" y="2083775"/>
                  </a:lnTo>
                  <a:lnTo>
                    <a:pt x="1147261" y="2131923"/>
                  </a:lnTo>
                  <a:lnTo>
                    <a:pt x="1148117" y="2125191"/>
                  </a:lnTo>
                  <a:lnTo>
                    <a:pt x="1148973" y="2161408"/>
                  </a:lnTo>
                  <a:lnTo>
                    <a:pt x="1149828" y="2129042"/>
                  </a:lnTo>
                  <a:lnTo>
                    <a:pt x="1150684" y="2062014"/>
                  </a:lnTo>
                  <a:lnTo>
                    <a:pt x="1151539" y="2115170"/>
                  </a:lnTo>
                  <a:lnTo>
                    <a:pt x="1152395" y="2139792"/>
                  </a:lnTo>
                  <a:lnTo>
                    <a:pt x="1153250" y="2185520"/>
                  </a:lnTo>
                  <a:lnTo>
                    <a:pt x="1154106" y="2201648"/>
                  </a:lnTo>
                  <a:lnTo>
                    <a:pt x="1154961" y="2203051"/>
                  </a:lnTo>
                  <a:lnTo>
                    <a:pt x="1155817" y="2245877"/>
                  </a:lnTo>
                  <a:lnTo>
                    <a:pt x="1156672" y="2266857"/>
                  </a:lnTo>
                  <a:lnTo>
                    <a:pt x="1157528" y="2272670"/>
                  </a:lnTo>
                  <a:lnTo>
                    <a:pt x="1158383" y="2266558"/>
                  </a:lnTo>
                  <a:lnTo>
                    <a:pt x="1159239" y="2273064"/>
                  </a:lnTo>
                  <a:lnTo>
                    <a:pt x="1160094" y="2281355"/>
                  </a:lnTo>
                  <a:lnTo>
                    <a:pt x="1160950" y="2285319"/>
                  </a:lnTo>
                  <a:lnTo>
                    <a:pt x="1161805" y="2288751"/>
                  </a:lnTo>
                  <a:lnTo>
                    <a:pt x="1162661" y="2287127"/>
                  </a:lnTo>
                  <a:lnTo>
                    <a:pt x="1163516" y="2289343"/>
                  </a:lnTo>
                  <a:lnTo>
                    <a:pt x="1164372" y="2290732"/>
                  </a:lnTo>
                  <a:lnTo>
                    <a:pt x="1165228" y="2275452"/>
                  </a:lnTo>
                  <a:lnTo>
                    <a:pt x="1166083" y="2280893"/>
                  </a:lnTo>
                  <a:lnTo>
                    <a:pt x="1166939" y="2273801"/>
                  </a:lnTo>
                  <a:lnTo>
                    <a:pt x="1167794" y="2272010"/>
                  </a:lnTo>
                  <a:lnTo>
                    <a:pt x="1168650" y="2272943"/>
                  </a:lnTo>
                  <a:lnTo>
                    <a:pt x="1169505" y="2233130"/>
                  </a:lnTo>
                  <a:lnTo>
                    <a:pt x="1170361" y="2240911"/>
                  </a:lnTo>
                  <a:lnTo>
                    <a:pt x="1171216" y="2192710"/>
                  </a:lnTo>
                  <a:lnTo>
                    <a:pt x="1172072" y="2195098"/>
                  </a:lnTo>
                  <a:lnTo>
                    <a:pt x="1172927" y="2172685"/>
                  </a:lnTo>
                  <a:lnTo>
                    <a:pt x="1173783" y="2173574"/>
                  </a:lnTo>
                  <a:lnTo>
                    <a:pt x="1174638" y="2233644"/>
                  </a:lnTo>
                  <a:lnTo>
                    <a:pt x="1175494" y="2209334"/>
                  </a:lnTo>
                  <a:lnTo>
                    <a:pt x="1176349" y="2237420"/>
                  </a:lnTo>
                  <a:lnTo>
                    <a:pt x="1177205" y="2248287"/>
                  </a:lnTo>
                  <a:lnTo>
                    <a:pt x="1178060" y="2260735"/>
                  </a:lnTo>
                  <a:lnTo>
                    <a:pt x="1178916" y="2263635"/>
                  </a:lnTo>
                  <a:lnTo>
                    <a:pt x="1179772" y="2242779"/>
                  </a:lnTo>
                  <a:lnTo>
                    <a:pt x="1180627" y="2251955"/>
                  </a:lnTo>
                  <a:lnTo>
                    <a:pt x="1181483" y="2262087"/>
                  </a:lnTo>
                  <a:lnTo>
                    <a:pt x="1182338" y="2276376"/>
                  </a:lnTo>
                  <a:lnTo>
                    <a:pt x="1183194" y="2281541"/>
                  </a:lnTo>
                  <a:lnTo>
                    <a:pt x="1184049" y="2278870"/>
                  </a:lnTo>
                  <a:lnTo>
                    <a:pt x="1184905" y="2280049"/>
                  </a:lnTo>
                  <a:lnTo>
                    <a:pt x="1185760" y="2276483"/>
                  </a:lnTo>
                  <a:lnTo>
                    <a:pt x="1186616" y="2275006"/>
                  </a:lnTo>
                  <a:lnTo>
                    <a:pt x="1187471" y="2270210"/>
                  </a:lnTo>
                  <a:lnTo>
                    <a:pt x="1188327" y="2275098"/>
                  </a:lnTo>
                  <a:lnTo>
                    <a:pt x="1189182" y="2281536"/>
                  </a:lnTo>
                  <a:lnTo>
                    <a:pt x="1190038" y="2298978"/>
                  </a:lnTo>
                  <a:lnTo>
                    <a:pt x="1190893" y="2312637"/>
                  </a:lnTo>
                  <a:lnTo>
                    <a:pt x="1191749" y="2312045"/>
                  </a:lnTo>
                  <a:lnTo>
                    <a:pt x="1192604" y="2283713"/>
                  </a:lnTo>
                  <a:lnTo>
                    <a:pt x="1193460" y="2302298"/>
                  </a:lnTo>
                  <a:lnTo>
                    <a:pt x="1194315" y="2305644"/>
                  </a:lnTo>
                  <a:lnTo>
                    <a:pt x="1195171" y="2304198"/>
                  </a:lnTo>
                  <a:lnTo>
                    <a:pt x="1196027" y="2304847"/>
                  </a:lnTo>
                  <a:lnTo>
                    <a:pt x="1196882" y="2283138"/>
                  </a:lnTo>
                  <a:lnTo>
                    <a:pt x="1197738" y="2287424"/>
                  </a:lnTo>
                  <a:lnTo>
                    <a:pt x="1198593" y="2293398"/>
                  </a:lnTo>
                  <a:lnTo>
                    <a:pt x="1199449" y="2268738"/>
                  </a:lnTo>
                  <a:lnTo>
                    <a:pt x="1200304" y="2274962"/>
                  </a:lnTo>
                  <a:lnTo>
                    <a:pt x="1201160" y="2288499"/>
                  </a:lnTo>
                  <a:lnTo>
                    <a:pt x="1202015" y="2292279"/>
                  </a:lnTo>
                  <a:lnTo>
                    <a:pt x="1202871" y="2291180"/>
                  </a:lnTo>
                  <a:lnTo>
                    <a:pt x="1203726" y="2283887"/>
                  </a:lnTo>
                  <a:lnTo>
                    <a:pt x="1204582" y="2299237"/>
                  </a:lnTo>
                  <a:lnTo>
                    <a:pt x="1205437" y="2303976"/>
                  </a:lnTo>
                  <a:lnTo>
                    <a:pt x="1206293" y="2305642"/>
                  </a:lnTo>
                  <a:lnTo>
                    <a:pt x="1207148" y="2304517"/>
                  </a:lnTo>
                  <a:lnTo>
                    <a:pt x="1208004" y="2310253"/>
                  </a:lnTo>
                  <a:lnTo>
                    <a:pt x="1208859" y="2303029"/>
                  </a:lnTo>
                  <a:lnTo>
                    <a:pt x="1209715" y="2301318"/>
                  </a:lnTo>
                  <a:lnTo>
                    <a:pt x="1210570" y="2303340"/>
                  </a:lnTo>
                  <a:lnTo>
                    <a:pt x="1211426" y="2300371"/>
                  </a:lnTo>
                  <a:lnTo>
                    <a:pt x="1212282" y="2308753"/>
                  </a:lnTo>
                  <a:lnTo>
                    <a:pt x="1213137" y="2308123"/>
                  </a:lnTo>
                  <a:lnTo>
                    <a:pt x="1213993" y="2308238"/>
                  </a:lnTo>
                  <a:lnTo>
                    <a:pt x="1214848" y="2308758"/>
                  </a:lnTo>
                  <a:lnTo>
                    <a:pt x="1215704" y="2306078"/>
                  </a:lnTo>
                  <a:lnTo>
                    <a:pt x="1216559" y="2298009"/>
                  </a:lnTo>
                  <a:lnTo>
                    <a:pt x="1217415" y="2295173"/>
                  </a:lnTo>
                  <a:lnTo>
                    <a:pt x="1218270" y="2303044"/>
                  </a:lnTo>
                  <a:lnTo>
                    <a:pt x="1219126" y="2301022"/>
                  </a:lnTo>
                  <a:lnTo>
                    <a:pt x="1219981" y="2302283"/>
                  </a:lnTo>
                  <a:lnTo>
                    <a:pt x="1220837" y="2310078"/>
                  </a:lnTo>
                  <a:lnTo>
                    <a:pt x="1221692" y="2307937"/>
                  </a:lnTo>
                  <a:lnTo>
                    <a:pt x="1222548" y="2305808"/>
                  </a:lnTo>
                  <a:lnTo>
                    <a:pt x="1223403" y="2301274"/>
                  </a:lnTo>
                  <a:lnTo>
                    <a:pt x="1224259" y="2305474"/>
                  </a:lnTo>
                  <a:lnTo>
                    <a:pt x="1225114" y="2311502"/>
                  </a:lnTo>
                  <a:lnTo>
                    <a:pt x="1225970" y="2291829"/>
                  </a:lnTo>
                  <a:lnTo>
                    <a:pt x="1226826" y="2293475"/>
                  </a:lnTo>
                  <a:lnTo>
                    <a:pt x="1227681" y="2296384"/>
                  </a:lnTo>
                  <a:lnTo>
                    <a:pt x="1228537" y="2309994"/>
                  </a:lnTo>
                  <a:lnTo>
                    <a:pt x="1229392" y="2308235"/>
                  </a:lnTo>
                  <a:lnTo>
                    <a:pt x="1230248" y="2302146"/>
                  </a:lnTo>
                  <a:lnTo>
                    <a:pt x="1231103" y="2306484"/>
                  </a:lnTo>
                  <a:lnTo>
                    <a:pt x="1231959" y="2302911"/>
                  </a:lnTo>
                  <a:lnTo>
                    <a:pt x="1232814" y="2307544"/>
                  </a:lnTo>
                  <a:lnTo>
                    <a:pt x="1233670" y="2303607"/>
                  </a:lnTo>
                  <a:lnTo>
                    <a:pt x="1234525" y="2279443"/>
                  </a:lnTo>
                  <a:lnTo>
                    <a:pt x="1235381" y="2318013"/>
                  </a:lnTo>
                  <a:lnTo>
                    <a:pt x="1236236" y="2315031"/>
                  </a:lnTo>
                  <a:lnTo>
                    <a:pt x="1237092" y="2313691"/>
                  </a:lnTo>
                  <a:lnTo>
                    <a:pt x="1237947" y="2310571"/>
                  </a:lnTo>
                  <a:lnTo>
                    <a:pt x="1238803" y="2277809"/>
                  </a:lnTo>
                  <a:lnTo>
                    <a:pt x="1239658" y="2268209"/>
                  </a:lnTo>
                  <a:lnTo>
                    <a:pt x="1240514" y="2239181"/>
                  </a:lnTo>
                  <a:lnTo>
                    <a:pt x="1241369" y="2242570"/>
                  </a:lnTo>
                  <a:lnTo>
                    <a:pt x="1242225" y="2252443"/>
                  </a:lnTo>
                  <a:lnTo>
                    <a:pt x="1243081" y="2244351"/>
                  </a:lnTo>
                  <a:lnTo>
                    <a:pt x="1243936" y="2272253"/>
                  </a:lnTo>
                  <a:lnTo>
                    <a:pt x="1244792" y="2258303"/>
                  </a:lnTo>
                  <a:lnTo>
                    <a:pt x="1245647" y="2277808"/>
                  </a:lnTo>
                  <a:lnTo>
                    <a:pt x="1246503" y="2250139"/>
                  </a:lnTo>
                  <a:lnTo>
                    <a:pt x="1247358" y="2230870"/>
                  </a:lnTo>
                  <a:lnTo>
                    <a:pt x="1248214" y="2249693"/>
                  </a:lnTo>
                  <a:lnTo>
                    <a:pt x="1249069" y="2247054"/>
                  </a:lnTo>
                  <a:lnTo>
                    <a:pt x="1249925" y="2283885"/>
                  </a:lnTo>
                  <a:lnTo>
                    <a:pt x="1250780" y="2283922"/>
                  </a:lnTo>
                  <a:lnTo>
                    <a:pt x="1251636" y="2298302"/>
                  </a:lnTo>
                  <a:lnTo>
                    <a:pt x="1252491" y="2302740"/>
                  </a:lnTo>
                  <a:lnTo>
                    <a:pt x="1253347" y="2292745"/>
                  </a:lnTo>
                  <a:lnTo>
                    <a:pt x="1254202" y="2305151"/>
                  </a:lnTo>
                  <a:lnTo>
                    <a:pt x="1255058" y="2294650"/>
                  </a:lnTo>
                  <a:lnTo>
                    <a:pt x="1255913" y="2296244"/>
                  </a:lnTo>
                  <a:lnTo>
                    <a:pt x="1256769" y="2297851"/>
                  </a:lnTo>
                  <a:lnTo>
                    <a:pt x="1257624" y="2267456"/>
                  </a:lnTo>
                  <a:lnTo>
                    <a:pt x="1258480" y="2297911"/>
                  </a:lnTo>
                  <a:lnTo>
                    <a:pt x="1259336" y="2321473"/>
                  </a:lnTo>
                  <a:lnTo>
                    <a:pt x="1260191" y="2326272"/>
                  </a:lnTo>
                  <a:lnTo>
                    <a:pt x="1261047" y="2299121"/>
                  </a:lnTo>
                  <a:lnTo>
                    <a:pt x="1261902" y="2289087"/>
                  </a:lnTo>
                  <a:lnTo>
                    <a:pt x="1262758" y="2290406"/>
                  </a:lnTo>
                  <a:lnTo>
                    <a:pt x="1263613" y="2299213"/>
                  </a:lnTo>
                  <a:lnTo>
                    <a:pt x="1264469" y="2294087"/>
                  </a:lnTo>
                  <a:lnTo>
                    <a:pt x="1265324" y="2285696"/>
                  </a:lnTo>
                  <a:lnTo>
                    <a:pt x="1266180" y="2283243"/>
                  </a:lnTo>
                  <a:lnTo>
                    <a:pt x="1267035" y="2263876"/>
                  </a:lnTo>
                  <a:lnTo>
                    <a:pt x="1267891" y="2265339"/>
                  </a:lnTo>
                  <a:lnTo>
                    <a:pt x="1268746" y="2250925"/>
                  </a:lnTo>
                  <a:lnTo>
                    <a:pt x="1269602" y="2254042"/>
                  </a:lnTo>
                  <a:lnTo>
                    <a:pt x="1270457" y="2250662"/>
                  </a:lnTo>
                  <a:lnTo>
                    <a:pt x="1271313" y="2248452"/>
                  </a:lnTo>
                  <a:lnTo>
                    <a:pt x="1272168" y="2238517"/>
                  </a:lnTo>
                  <a:lnTo>
                    <a:pt x="1273024" y="2235756"/>
                  </a:lnTo>
                  <a:lnTo>
                    <a:pt x="1273880" y="2212197"/>
                  </a:lnTo>
                  <a:lnTo>
                    <a:pt x="1274735" y="2198317"/>
                  </a:lnTo>
                  <a:lnTo>
                    <a:pt x="1275591" y="2179894"/>
                  </a:lnTo>
                  <a:lnTo>
                    <a:pt x="1276446" y="2143317"/>
                  </a:lnTo>
                  <a:lnTo>
                    <a:pt x="1277302" y="2164981"/>
                  </a:lnTo>
                  <a:lnTo>
                    <a:pt x="1278157" y="2151418"/>
                  </a:lnTo>
                  <a:lnTo>
                    <a:pt x="1279013" y="2121987"/>
                  </a:lnTo>
                  <a:lnTo>
                    <a:pt x="1279868" y="2073005"/>
                  </a:lnTo>
                  <a:lnTo>
                    <a:pt x="1280724" y="2027533"/>
                  </a:lnTo>
                  <a:lnTo>
                    <a:pt x="1281579" y="1970577"/>
                  </a:lnTo>
                  <a:lnTo>
                    <a:pt x="1282435" y="2000132"/>
                  </a:lnTo>
                  <a:lnTo>
                    <a:pt x="1283290" y="2021828"/>
                  </a:lnTo>
                  <a:lnTo>
                    <a:pt x="1284146" y="2008096"/>
                  </a:lnTo>
                  <a:lnTo>
                    <a:pt x="1285001" y="2034122"/>
                  </a:lnTo>
                  <a:lnTo>
                    <a:pt x="1285857" y="2034144"/>
                  </a:lnTo>
                  <a:lnTo>
                    <a:pt x="1286712" y="2056681"/>
                  </a:lnTo>
                  <a:lnTo>
                    <a:pt x="1287568" y="2047154"/>
                  </a:lnTo>
                  <a:lnTo>
                    <a:pt x="1288423" y="2092269"/>
                  </a:lnTo>
                  <a:lnTo>
                    <a:pt x="1289279" y="2158966"/>
                  </a:lnTo>
                  <a:lnTo>
                    <a:pt x="1290135" y="2175761"/>
                  </a:lnTo>
                  <a:lnTo>
                    <a:pt x="1290990" y="2177386"/>
                  </a:lnTo>
                  <a:lnTo>
                    <a:pt x="1291846" y="2166978"/>
                  </a:lnTo>
                  <a:lnTo>
                    <a:pt x="1292701" y="2195583"/>
                  </a:lnTo>
                  <a:lnTo>
                    <a:pt x="1293557" y="2228848"/>
                  </a:lnTo>
                  <a:lnTo>
                    <a:pt x="1294412" y="2217890"/>
                  </a:lnTo>
                  <a:lnTo>
                    <a:pt x="1295268" y="2222546"/>
                  </a:lnTo>
                  <a:lnTo>
                    <a:pt x="1296123" y="2214518"/>
                  </a:lnTo>
                  <a:lnTo>
                    <a:pt x="1296979" y="2204405"/>
                  </a:lnTo>
                  <a:lnTo>
                    <a:pt x="1297834" y="2195802"/>
                  </a:lnTo>
                  <a:lnTo>
                    <a:pt x="1298690" y="2192379"/>
                  </a:lnTo>
                  <a:lnTo>
                    <a:pt x="1299545" y="2183771"/>
                  </a:lnTo>
                  <a:lnTo>
                    <a:pt x="1300401" y="2190492"/>
                  </a:lnTo>
                  <a:lnTo>
                    <a:pt x="1301256" y="2181042"/>
                  </a:lnTo>
                  <a:lnTo>
                    <a:pt x="1302112" y="2108212"/>
                  </a:lnTo>
                  <a:lnTo>
                    <a:pt x="1302967" y="2126020"/>
                  </a:lnTo>
                  <a:lnTo>
                    <a:pt x="1303823" y="2059380"/>
                  </a:lnTo>
                  <a:lnTo>
                    <a:pt x="1304678" y="2061270"/>
                  </a:lnTo>
                  <a:lnTo>
                    <a:pt x="1305534" y="2070969"/>
                  </a:lnTo>
                  <a:lnTo>
                    <a:pt x="1306390" y="2052693"/>
                  </a:lnTo>
                  <a:lnTo>
                    <a:pt x="1307245" y="2100163"/>
                  </a:lnTo>
                  <a:lnTo>
                    <a:pt x="1308101" y="2031038"/>
                  </a:lnTo>
                  <a:lnTo>
                    <a:pt x="1308956" y="2040865"/>
                  </a:lnTo>
                  <a:lnTo>
                    <a:pt x="1309812" y="2042405"/>
                  </a:lnTo>
                  <a:lnTo>
                    <a:pt x="1310667" y="1993711"/>
                  </a:lnTo>
                  <a:lnTo>
                    <a:pt x="1311523" y="2030399"/>
                  </a:lnTo>
                  <a:lnTo>
                    <a:pt x="1312378" y="1989045"/>
                  </a:lnTo>
                  <a:lnTo>
                    <a:pt x="1313234" y="1962933"/>
                  </a:lnTo>
                  <a:lnTo>
                    <a:pt x="1314089" y="1934551"/>
                  </a:lnTo>
                  <a:lnTo>
                    <a:pt x="1314945" y="1921275"/>
                  </a:lnTo>
                  <a:lnTo>
                    <a:pt x="1315800" y="1862339"/>
                  </a:lnTo>
                  <a:lnTo>
                    <a:pt x="1316656" y="1826031"/>
                  </a:lnTo>
                  <a:lnTo>
                    <a:pt x="1317511" y="1818629"/>
                  </a:lnTo>
                  <a:lnTo>
                    <a:pt x="1318367" y="1757897"/>
                  </a:lnTo>
                  <a:lnTo>
                    <a:pt x="1319222" y="1739623"/>
                  </a:lnTo>
                  <a:lnTo>
                    <a:pt x="1320078" y="1737137"/>
                  </a:lnTo>
                  <a:lnTo>
                    <a:pt x="1320934" y="1779293"/>
                  </a:lnTo>
                  <a:lnTo>
                    <a:pt x="1321789" y="1830594"/>
                  </a:lnTo>
                  <a:lnTo>
                    <a:pt x="1322645" y="1798838"/>
                  </a:lnTo>
                  <a:lnTo>
                    <a:pt x="1323500" y="1814305"/>
                  </a:lnTo>
                  <a:lnTo>
                    <a:pt x="1324356" y="1851901"/>
                  </a:lnTo>
                  <a:lnTo>
                    <a:pt x="1325211" y="1788932"/>
                  </a:lnTo>
                  <a:lnTo>
                    <a:pt x="1326067" y="1806706"/>
                  </a:lnTo>
                  <a:lnTo>
                    <a:pt x="1326922" y="1784419"/>
                  </a:lnTo>
                  <a:lnTo>
                    <a:pt x="1327778" y="1790989"/>
                  </a:lnTo>
                  <a:lnTo>
                    <a:pt x="1328633" y="1861815"/>
                  </a:lnTo>
                  <a:lnTo>
                    <a:pt x="1329489" y="1865783"/>
                  </a:lnTo>
                  <a:lnTo>
                    <a:pt x="1330344" y="1880497"/>
                  </a:lnTo>
                  <a:lnTo>
                    <a:pt x="1331200" y="1887620"/>
                  </a:lnTo>
                  <a:lnTo>
                    <a:pt x="1332055" y="1889692"/>
                  </a:lnTo>
                  <a:lnTo>
                    <a:pt x="1332911" y="1895763"/>
                  </a:lnTo>
                  <a:lnTo>
                    <a:pt x="1333766" y="1853246"/>
                  </a:lnTo>
                  <a:lnTo>
                    <a:pt x="1334622" y="1884257"/>
                  </a:lnTo>
                  <a:lnTo>
                    <a:pt x="1335477" y="1877924"/>
                  </a:lnTo>
                  <a:lnTo>
                    <a:pt x="1336333" y="1908037"/>
                  </a:lnTo>
                  <a:lnTo>
                    <a:pt x="1337189" y="1920070"/>
                  </a:lnTo>
                  <a:lnTo>
                    <a:pt x="1338044" y="1980645"/>
                  </a:lnTo>
                  <a:lnTo>
                    <a:pt x="1338900" y="2016488"/>
                  </a:lnTo>
                  <a:lnTo>
                    <a:pt x="1339755" y="2011938"/>
                  </a:lnTo>
                  <a:lnTo>
                    <a:pt x="1340611" y="2022370"/>
                  </a:lnTo>
                  <a:lnTo>
                    <a:pt x="1341466" y="2043961"/>
                  </a:lnTo>
                  <a:lnTo>
                    <a:pt x="1342322" y="2017020"/>
                  </a:lnTo>
                  <a:lnTo>
                    <a:pt x="1343177" y="2047495"/>
                  </a:lnTo>
                  <a:lnTo>
                    <a:pt x="1344033" y="2060090"/>
                  </a:lnTo>
                  <a:lnTo>
                    <a:pt x="1344888" y="2053201"/>
                  </a:lnTo>
                  <a:lnTo>
                    <a:pt x="1345744" y="2077790"/>
                  </a:lnTo>
                  <a:lnTo>
                    <a:pt x="1346599" y="2105121"/>
                  </a:lnTo>
                  <a:lnTo>
                    <a:pt x="1347455" y="2095591"/>
                  </a:lnTo>
                  <a:lnTo>
                    <a:pt x="1348310" y="2080245"/>
                  </a:lnTo>
                  <a:lnTo>
                    <a:pt x="1349166" y="2061156"/>
                  </a:lnTo>
                  <a:lnTo>
                    <a:pt x="1350021" y="2088983"/>
                  </a:lnTo>
                  <a:lnTo>
                    <a:pt x="1350877" y="2129162"/>
                  </a:lnTo>
                  <a:lnTo>
                    <a:pt x="1351732" y="2091329"/>
                  </a:lnTo>
                  <a:lnTo>
                    <a:pt x="1352588" y="2030539"/>
                  </a:lnTo>
                  <a:lnTo>
                    <a:pt x="1353444" y="2055902"/>
                  </a:lnTo>
                  <a:lnTo>
                    <a:pt x="1354299" y="2122082"/>
                  </a:lnTo>
                  <a:lnTo>
                    <a:pt x="1355155" y="2181489"/>
                  </a:lnTo>
                  <a:lnTo>
                    <a:pt x="1356010" y="2162647"/>
                  </a:lnTo>
                  <a:lnTo>
                    <a:pt x="1356866" y="2132370"/>
                  </a:lnTo>
                  <a:lnTo>
                    <a:pt x="1357721" y="2165409"/>
                  </a:lnTo>
                  <a:lnTo>
                    <a:pt x="1358577" y="2161075"/>
                  </a:lnTo>
                  <a:lnTo>
                    <a:pt x="1359432" y="2164140"/>
                  </a:lnTo>
                  <a:lnTo>
                    <a:pt x="1360288" y="2137636"/>
                  </a:lnTo>
                  <a:lnTo>
                    <a:pt x="1361143" y="2162319"/>
                  </a:lnTo>
                  <a:lnTo>
                    <a:pt x="1361999" y="2197826"/>
                  </a:lnTo>
                  <a:lnTo>
                    <a:pt x="1362854" y="2199231"/>
                  </a:lnTo>
                  <a:lnTo>
                    <a:pt x="1363710" y="2135476"/>
                  </a:lnTo>
                  <a:lnTo>
                    <a:pt x="1364565" y="2141403"/>
                  </a:lnTo>
                  <a:lnTo>
                    <a:pt x="1365421" y="2132787"/>
                  </a:lnTo>
                  <a:lnTo>
                    <a:pt x="1366276" y="2138621"/>
                  </a:lnTo>
                  <a:lnTo>
                    <a:pt x="1367132" y="2110912"/>
                  </a:lnTo>
                  <a:lnTo>
                    <a:pt x="1367987" y="2068003"/>
                  </a:lnTo>
                  <a:lnTo>
                    <a:pt x="1368843" y="2101905"/>
                  </a:lnTo>
                  <a:lnTo>
                    <a:pt x="1369699" y="2147916"/>
                  </a:lnTo>
                  <a:lnTo>
                    <a:pt x="1370554" y="2143909"/>
                  </a:lnTo>
                  <a:lnTo>
                    <a:pt x="1371410" y="2166793"/>
                  </a:lnTo>
                  <a:lnTo>
                    <a:pt x="1372265" y="2152925"/>
                  </a:lnTo>
                  <a:lnTo>
                    <a:pt x="1373121" y="2149841"/>
                  </a:lnTo>
                  <a:lnTo>
                    <a:pt x="1373976" y="2110078"/>
                  </a:lnTo>
                  <a:lnTo>
                    <a:pt x="1374832" y="2113896"/>
                  </a:lnTo>
                  <a:lnTo>
                    <a:pt x="1375687" y="2103798"/>
                  </a:lnTo>
                  <a:lnTo>
                    <a:pt x="1376543" y="2131967"/>
                  </a:lnTo>
                  <a:lnTo>
                    <a:pt x="1377398" y="2129508"/>
                  </a:lnTo>
                  <a:lnTo>
                    <a:pt x="1378254" y="2097943"/>
                  </a:lnTo>
                  <a:lnTo>
                    <a:pt x="1379109" y="2074213"/>
                  </a:lnTo>
                  <a:lnTo>
                    <a:pt x="1379965" y="2085578"/>
                  </a:lnTo>
                  <a:lnTo>
                    <a:pt x="1380820" y="2137056"/>
                  </a:lnTo>
                  <a:lnTo>
                    <a:pt x="1381676" y="2062915"/>
                  </a:lnTo>
                  <a:lnTo>
                    <a:pt x="1382531" y="2079227"/>
                  </a:lnTo>
                  <a:lnTo>
                    <a:pt x="1383387" y="2108887"/>
                  </a:lnTo>
                  <a:lnTo>
                    <a:pt x="1384243" y="2144639"/>
                  </a:lnTo>
                  <a:lnTo>
                    <a:pt x="1385098" y="2158377"/>
                  </a:lnTo>
                  <a:lnTo>
                    <a:pt x="1385954" y="2110049"/>
                  </a:lnTo>
                  <a:lnTo>
                    <a:pt x="1386809" y="2130193"/>
                  </a:lnTo>
                  <a:lnTo>
                    <a:pt x="1387665" y="2102393"/>
                  </a:lnTo>
                  <a:lnTo>
                    <a:pt x="1388520" y="2087081"/>
                  </a:lnTo>
                  <a:lnTo>
                    <a:pt x="1389376" y="2104473"/>
                  </a:lnTo>
                  <a:lnTo>
                    <a:pt x="1390231" y="2086298"/>
                  </a:lnTo>
                  <a:lnTo>
                    <a:pt x="1391087" y="2163096"/>
                  </a:lnTo>
                  <a:lnTo>
                    <a:pt x="1391942" y="2172314"/>
                  </a:lnTo>
                  <a:lnTo>
                    <a:pt x="1392798" y="2152686"/>
                  </a:lnTo>
                  <a:lnTo>
                    <a:pt x="1393653" y="2142475"/>
                  </a:lnTo>
                  <a:lnTo>
                    <a:pt x="1394509" y="2090330"/>
                  </a:lnTo>
                  <a:lnTo>
                    <a:pt x="1395364" y="2091018"/>
                  </a:lnTo>
                  <a:lnTo>
                    <a:pt x="1396220" y="2116503"/>
                  </a:lnTo>
                  <a:lnTo>
                    <a:pt x="1397075" y="2139679"/>
                  </a:lnTo>
                  <a:lnTo>
                    <a:pt x="1397931" y="2157697"/>
                  </a:lnTo>
                  <a:lnTo>
                    <a:pt x="1398786" y="2138372"/>
                  </a:lnTo>
                  <a:lnTo>
                    <a:pt x="1399642" y="2173129"/>
                  </a:lnTo>
                  <a:lnTo>
                    <a:pt x="1400498" y="2209510"/>
                  </a:lnTo>
                  <a:lnTo>
                    <a:pt x="1401353" y="2202686"/>
                  </a:lnTo>
                  <a:lnTo>
                    <a:pt x="1402209" y="2190117"/>
                  </a:lnTo>
                  <a:lnTo>
                    <a:pt x="1403064" y="2133644"/>
                  </a:lnTo>
                  <a:lnTo>
                    <a:pt x="1403920" y="2134750"/>
                  </a:lnTo>
                  <a:lnTo>
                    <a:pt x="1404775" y="2128869"/>
                  </a:lnTo>
                  <a:lnTo>
                    <a:pt x="1405631" y="2167658"/>
                  </a:lnTo>
                  <a:lnTo>
                    <a:pt x="1406486" y="2088096"/>
                  </a:lnTo>
                  <a:lnTo>
                    <a:pt x="1407342" y="2078994"/>
                  </a:lnTo>
                  <a:lnTo>
                    <a:pt x="1408197" y="2118564"/>
                  </a:lnTo>
                  <a:lnTo>
                    <a:pt x="1409053" y="2094266"/>
                  </a:lnTo>
                  <a:lnTo>
                    <a:pt x="1409908" y="2108372"/>
                  </a:lnTo>
                  <a:lnTo>
                    <a:pt x="1410764" y="2067331"/>
                  </a:lnTo>
                  <a:lnTo>
                    <a:pt x="1411619" y="2039826"/>
                  </a:lnTo>
                  <a:lnTo>
                    <a:pt x="1412475" y="2076185"/>
                  </a:lnTo>
                  <a:lnTo>
                    <a:pt x="1413330" y="2028529"/>
                  </a:lnTo>
                  <a:lnTo>
                    <a:pt x="1414186" y="2012780"/>
                  </a:lnTo>
                  <a:lnTo>
                    <a:pt x="1415041" y="2029160"/>
                  </a:lnTo>
                  <a:lnTo>
                    <a:pt x="1415897" y="2092170"/>
                  </a:lnTo>
                  <a:lnTo>
                    <a:pt x="1416753" y="2083287"/>
                  </a:lnTo>
                  <a:lnTo>
                    <a:pt x="1417608" y="2073718"/>
                  </a:lnTo>
                  <a:lnTo>
                    <a:pt x="1418464" y="2011920"/>
                  </a:lnTo>
                  <a:lnTo>
                    <a:pt x="1419319" y="1978869"/>
                  </a:lnTo>
                  <a:lnTo>
                    <a:pt x="1420175" y="1954042"/>
                  </a:lnTo>
                  <a:lnTo>
                    <a:pt x="1421030" y="1965569"/>
                  </a:lnTo>
                  <a:lnTo>
                    <a:pt x="1421886" y="1935228"/>
                  </a:lnTo>
                  <a:lnTo>
                    <a:pt x="1422741" y="1939468"/>
                  </a:lnTo>
                  <a:lnTo>
                    <a:pt x="1423597" y="1954189"/>
                  </a:lnTo>
                  <a:lnTo>
                    <a:pt x="1424452" y="1969632"/>
                  </a:lnTo>
                  <a:lnTo>
                    <a:pt x="1425308" y="2012609"/>
                  </a:lnTo>
                  <a:lnTo>
                    <a:pt x="1426163" y="1951336"/>
                  </a:lnTo>
                  <a:lnTo>
                    <a:pt x="1427019" y="1907496"/>
                  </a:lnTo>
                  <a:lnTo>
                    <a:pt x="1427874" y="1910744"/>
                  </a:lnTo>
                  <a:lnTo>
                    <a:pt x="1428730" y="1900029"/>
                  </a:lnTo>
                  <a:lnTo>
                    <a:pt x="1429585" y="1908516"/>
                  </a:lnTo>
                  <a:lnTo>
                    <a:pt x="1430441" y="1926582"/>
                  </a:lnTo>
                  <a:lnTo>
                    <a:pt x="1431297" y="1974869"/>
                  </a:lnTo>
                  <a:lnTo>
                    <a:pt x="1432152" y="1872998"/>
                  </a:lnTo>
                  <a:lnTo>
                    <a:pt x="1433008" y="1979130"/>
                  </a:lnTo>
                  <a:lnTo>
                    <a:pt x="1433863" y="2026181"/>
                  </a:lnTo>
                  <a:lnTo>
                    <a:pt x="1434719" y="2047747"/>
                  </a:lnTo>
                  <a:lnTo>
                    <a:pt x="1435574" y="2054990"/>
                  </a:lnTo>
                  <a:lnTo>
                    <a:pt x="1436430" y="2076729"/>
                  </a:lnTo>
                  <a:lnTo>
                    <a:pt x="1437285" y="2092700"/>
                  </a:lnTo>
                  <a:lnTo>
                    <a:pt x="1438141" y="2093321"/>
                  </a:lnTo>
                  <a:lnTo>
                    <a:pt x="1438996" y="2091495"/>
                  </a:lnTo>
                  <a:lnTo>
                    <a:pt x="1439852" y="2109417"/>
                  </a:lnTo>
                  <a:lnTo>
                    <a:pt x="1440707" y="2147272"/>
                  </a:lnTo>
                  <a:lnTo>
                    <a:pt x="1441563" y="2128744"/>
                  </a:lnTo>
                  <a:lnTo>
                    <a:pt x="1442418" y="2159800"/>
                  </a:lnTo>
                  <a:lnTo>
                    <a:pt x="1443274" y="2153716"/>
                  </a:lnTo>
                  <a:lnTo>
                    <a:pt x="1444129" y="2185679"/>
                  </a:lnTo>
                  <a:lnTo>
                    <a:pt x="1444985" y="2139256"/>
                  </a:lnTo>
                  <a:lnTo>
                    <a:pt x="1445840" y="2075419"/>
                  </a:lnTo>
                  <a:lnTo>
                    <a:pt x="1446696" y="1981161"/>
                  </a:lnTo>
                  <a:lnTo>
                    <a:pt x="1447552" y="2018598"/>
                  </a:lnTo>
                  <a:lnTo>
                    <a:pt x="1448407" y="2053777"/>
                  </a:lnTo>
                  <a:lnTo>
                    <a:pt x="1449263" y="2032267"/>
                  </a:lnTo>
                  <a:lnTo>
                    <a:pt x="1450118" y="2001159"/>
                  </a:lnTo>
                  <a:lnTo>
                    <a:pt x="1450974" y="1991750"/>
                  </a:lnTo>
                  <a:lnTo>
                    <a:pt x="1451829" y="2016361"/>
                  </a:lnTo>
                  <a:lnTo>
                    <a:pt x="1452685" y="1936834"/>
                  </a:lnTo>
                  <a:lnTo>
                    <a:pt x="1453540" y="1899406"/>
                  </a:lnTo>
                  <a:lnTo>
                    <a:pt x="1454396" y="1905745"/>
                  </a:lnTo>
                  <a:lnTo>
                    <a:pt x="1455251" y="1995869"/>
                  </a:lnTo>
                  <a:lnTo>
                    <a:pt x="1456107" y="1977740"/>
                  </a:lnTo>
                  <a:lnTo>
                    <a:pt x="1456962" y="1907956"/>
                  </a:lnTo>
                  <a:lnTo>
                    <a:pt x="1457818" y="1926157"/>
                  </a:lnTo>
                  <a:lnTo>
                    <a:pt x="1458673" y="1961813"/>
                  </a:lnTo>
                  <a:lnTo>
                    <a:pt x="1459529" y="1978429"/>
                  </a:lnTo>
                  <a:lnTo>
                    <a:pt x="1460384" y="1912520"/>
                  </a:lnTo>
                  <a:lnTo>
                    <a:pt x="1461240" y="1876304"/>
                  </a:lnTo>
                  <a:lnTo>
                    <a:pt x="1462095" y="1988156"/>
                  </a:lnTo>
                  <a:lnTo>
                    <a:pt x="1462951" y="1994704"/>
                  </a:lnTo>
                  <a:lnTo>
                    <a:pt x="1463807" y="1927823"/>
                  </a:lnTo>
                  <a:lnTo>
                    <a:pt x="1464662" y="1854828"/>
                  </a:lnTo>
                  <a:lnTo>
                    <a:pt x="1465518" y="1843576"/>
                  </a:lnTo>
                  <a:lnTo>
                    <a:pt x="1466373" y="1907289"/>
                  </a:lnTo>
                  <a:lnTo>
                    <a:pt x="1467229" y="1951469"/>
                  </a:lnTo>
                  <a:lnTo>
                    <a:pt x="1468084" y="1834786"/>
                  </a:lnTo>
                  <a:lnTo>
                    <a:pt x="1468940" y="1835272"/>
                  </a:lnTo>
                  <a:lnTo>
                    <a:pt x="1469795" y="1884187"/>
                  </a:lnTo>
                  <a:lnTo>
                    <a:pt x="1470651" y="1934503"/>
                  </a:lnTo>
                  <a:lnTo>
                    <a:pt x="1471506" y="1885972"/>
                  </a:lnTo>
                  <a:lnTo>
                    <a:pt x="1472362" y="1803582"/>
                  </a:lnTo>
                  <a:lnTo>
                    <a:pt x="1473217" y="1756632"/>
                  </a:lnTo>
                  <a:lnTo>
                    <a:pt x="1474073" y="1777331"/>
                  </a:lnTo>
                  <a:lnTo>
                    <a:pt x="1474928" y="1864029"/>
                  </a:lnTo>
                  <a:lnTo>
                    <a:pt x="1475784" y="1848202"/>
                  </a:lnTo>
                  <a:lnTo>
                    <a:pt x="1476639" y="1987250"/>
                  </a:lnTo>
                  <a:lnTo>
                    <a:pt x="1477495" y="2010498"/>
                  </a:lnTo>
                  <a:lnTo>
                    <a:pt x="1478351" y="1977062"/>
                  </a:lnTo>
                  <a:lnTo>
                    <a:pt x="1479206" y="1902408"/>
                  </a:lnTo>
                  <a:lnTo>
                    <a:pt x="1480062" y="1825925"/>
                  </a:lnTo>
                  <a:lnTo>
                    <a:pt x="1480917" y="1886911"/>
                  </a:lnTo>
                  <a:lnTo>
                    <a:pt x="1481773" y="1958645"/>
                  </a:lnTo>
                  <a:lnTo>
                    <a:pt x="1482628" y="2084382"/>
                  </a:lnTo>
                  <a:lnTo>
                    <a:pt x="1483484" y="2141406"/>
                  </a:lnTo>
                  <a:lnTo>
                    <a:pt x="1484339" y="2126402"/>
                  </a:lnTo>
                  <a:lnTo>
                    <a:pt x="1485195" y="2105779"/>
                  </a:lnTo>
                  <a:lnTo>
                    <a:pt x="1486050" y="1982211"/>
                  </a:lnTo>
                  <a:lnTo>
                    <a:pt x="1486906" y="1939335"/>
                  </a:lnTo>
                  <a:lnTo>
                    <a:pt x="1487761" y="1986140"/>
                  </a:lnTo>
                  <a:lnTo>
                    <a:pt x="1488617" y="2041904"/>
                  </a:lnTo>
                  <a:lnTo>
                    <a:pt x="1489472" y="1959939"/>
                  </a:lnTo>
                  <a:lnTo>
                    <a:pt x="1490328" y="1935275"/>
                  </a:lnTo>
                  <a:lnTo>
                    <a:pt x="1491183" y="1932538"/>
                  </a:lnTo>
                  <a:lnTo>
                    <a:pt x="1492039" y="1859782"/>
                  </a:lnTo>
                  <a:lnTo>
                    <a:pt x="1492894" y="1879169"/>
                  </a:lnTo>
                  <a:lnTo>
                    <a:pt x="1493750" y="1812803"/>
                  </a:lnTo>
                  <a:lnTo>
                    <a:pt x="1494606" y="1753429"/>
                  </a:lnTo>
                  <a:lnTo>
                    <a:pt x="1495461" y="1711197"/>
                  </a:lnTo>
                  <a:lnTo>
                    <a:pt x="1496317" y="1694362"/>
                  </a:lnTo>
                  <a:lnTo>
                    <a:pt x="1497172" y="1650245"/>
                  </a:lnTo>
                  <a:lnTo>
                    <a:pt x="1498028" y="1723993"/>
                  </a:lnTo>
                  <a:lnTo>
                    <a:pt x="1498883" y="1665063"/>
                  </a:lnTo>
                  <a:lnTo>
                    <a:pt x="1499739" y="1640636"/>
                  </a:lnTo>
                  <a:lnTo>
                    <a:pt x="1500594" y="1700596"/>
                  </a:lnTo>
                  <a:lnTo>
                    <a:pt x="1501450" y="1666731"/>
                  </a:lnTo>
                  <a:lnTo>
                    <a:pt x="1502305" y="1742606"/>
                  </a:lnTo>
                  <a:lnTo>
                    <a:pt x="1503161" y="1662503"/>
                  </a:lnTo>
                  <a:lnTo>
                    <a:pt x="1504016" y="1708823"/>
                  </a:lnTo>
                  <a:lnTo>
                    <a:pt x="1504872" y="1735105"/>
                  </a:lnTo>
                  <a:lnTo>
                    <a:pt x="1505727" y="1742794"/>
                  </a:lnTo>
                  <a:lnTo>
                    <a:pt x="1506583" y="1777215"/>
                  </a:lnTo>
                  <a:lnTo>
                    <a:pt x="1507438" y="1789946"/>
                  </a:lnTo>
                  <a:lnTo>
                    <a:pt x="1508294" y="1776710"/>
                  </a:lnTo>
                  <a:lnTo>
                    <a:pt x="1509149" y="1796074"/>
                  </a:lnTo>
                  <a:lnTo>
                    <a:pt x="1510005" y="1731129"/>
                  </a:lnTo>
                  <a:lnTo>
                    <a:pt x="1510861" y="1720329"/>
                  </a:lnTo>
                  <a:lnTo>
                    <a:pt x="1511716" y="1709728"/>
                  </a:lnTo>
                  <a:lnTo>
                    <a:pt x="1512572" y="1700323"/>
                  </a:lnTo>
                  <a:lnTo>
                    <a:pt x="1513427" y="1617536"/>
                  </a:lnTo>
                  <a:lnTo>
                    <a:pt x="1514283" y="1548322"/>
                  </a:lnTo>
                  <a:lnTo>
                    <a:pt x="1515138" y="1506094"/>
                  </a:lnTo>
                  <a:lnTo>
                    <a:pt x="1515994" y="1469120"/>
                  </a:lnTo>
                  <a:lnTo>
                    <a:pt x="1516849" y="1430252"/>
                  </a:lnTo>
                  <a:lnTo>
                    <a:pt x="1517705" y="1367782"/>
                  </a:lnTo>
                  <a:lnTo>
                    <a:pt x="1518560" y="1373794"/>
                  </a:lnTo>
                  <a:lnTo>
                    <a:pt x="1519416" y="1289470"/>
                  </a:lnTo>
                  <a:lnTo>
                    <a:pt x="1520271" y="1327060"/>
                  </a:lnTo>
                  <a:lnTo>
                    <a:pt x="1521127" y="1356772"/>
                  </a:lnTo>
                  <a:lnTo>
                    <a:pt x="1521982" y="1300034"/>
                  </a:lnTo>
                  <a:lnTo>
                    <a:pt x="1522838" y="1307692"/>
                  </a:lnTo>
                  <a:lnTo>
                    <a:pt x="1523693" y="1303050"/>
                  </a:lnTo>
                  <a:lnTo>
                    <a:pt x="1524549" y="1254533"/>
                  </a:lnTo>
                  <a:lnTo>
                    <a:pt x="1525405" y="1263611"/>
                  </a:lnTo>
                  <a:lnTo>
                    <a:pt x="1526260" y="1316847"/>
                  </a:lnTo>
                  <a:lnTo>
                    <a:pt x="1527116" y="1098141"/>
                  </a:lnTo>
                  <a:lnTo>
                    <a:pt x="1527971" y="1036443"/>
                  </a:lnTo>
                  <a:lnTo>
                    <a:pt x="1528827" y="1000066"/>
                  </a:lnTo>
                  <a:lnTo>
                    <a:pt x="1529682" y="1007138"/>
                  </a:lnTo>
                  <a:lnTo>
                    <a:pt x="1530538" y="981058"/>
                  </a:lnTo>
                  <a:lnTo>
                    <a:pt x="1531393" y="894354"/>
                  </a:lnTo>
                  <a:lnTo>
                    <a:pt x="1532249" y="949070"/>
                  </a:lnTo>
                  <a:lnTo>
                    <a:pt x="1533104" y="950478"/>
                  </a:lnTo>
                  <a:lnTo>
                    <a:pt x="1533960" y="928032"/>
                  </a:lnTo>
                  <a:lnTo>
                    <a:pt x="1534815" y="848498"/>
                  </a:lnTo>
                  <a:lnTo>
                    <a:pt x="1535671" y="823458"/>
                  </a:lnTo>
                  <a:lnTo>
                    <a:pt x="1536526" y="888999"/>
                  </a:lnTo>
                  <a:lnTo>
                    <a:pt x="1537382" y="926665"/>
                  </a:lnTo>
                  <a:lnTo>
                    <a:pt x="1538237" y="901598"/>
                  </a:lnTo>
                  <a:lnTo>
                    <a:pt x="1539093" y="1032256"/>
                  </a:lnTo>
                  <a:lnTo>
                    <a:pt x="1539948" y="1041599"/>
                  </a:lnTo>
                  <a:lnTo>
                    <a:pt x="1540804" y="1150437"/>
                  </a:lnTo>
                  <a:lnTo>
                    <a:pt x="1541660" y="1112515"/>
                  </a:lnTo>
                  <a:lnTo>
                    <a:pt x="1542515" y="1135588"/>
                  </a:lnTo>
                  <a:lnTo>
                    <a:pt x="1543371" y="1099930"/>
                  </a:lnTo>
                  <a:lnTo>
                    <a:pt x="1544226" y="1109970"/>
                  </a:lnTo>
                  <a:lnTo>
                    <a:pt x="1545082" y="1128104"/>
                  </a:lnTo>
                  <a:lnTo>
                    <a:pt x="1545937" y="1085053"/>
                  </a:lnTo>
                  <a:lnTo>
                    <a:pt x="1546793" y="1128818"/>
                  </a:lnTo>
                  <a:lnTo>
                    <a:pt x="1547648" y="1184427"/>
                  </a:lnTo>
                  <a:lnTo>
                    <a:pt x="1548504" y="1101006"/>
                  </a:lnTo>
                  <a:lnTo>
                    <a:pt x="1549359" y="1149849"/>
                  </a:lnTo>
                  <a:lnTo>
                    <a:pt x="1550215" y="1227140"/>
                  </a:lnTo>
                  <a:lnTo>
                    <a:pt x="1551070" y="1299838"/>
                  </a:lnTo>
                  <a:lnTo>
                    <a:pt x="1551926" y="1349743"/>
                  </a:lnTo>
                  <a:lnTo>
                    <a:pt x="1552781" y="1387025"/>
                  </a:lnTo>
                  <a:lnTo>
                    <a:pt x="1553637" y="1305896"/>
                  </a:lnTo>
                  <a:lnTo>
                    <a:pt x="1554492" y="1429329"/>
                  </a:lnTo>
                  <a:lnTo>
                    <a:pt x="1555348" y="1481450"/>
                  </a:lnTo>
                  <a:lnTo>
                    <a:pt x="1556203" y="1435387"/>
                  </a:lnTo>
                  <a:lnTo>
                    <a:pt x="1557059" y="1571135"/>
                  </a:lnTo>
                  <a:lnTo>
                    <a:pt x="1557915" y="1620446"/>
                  </a:lnTo>
                  <a:lnTo>
                    <a:pt x="1558770" y="1665794"/>
                  </a:lnTo>
                  <a:lnTo>
                    <a:pt x="1559626" y="1617117"/>
                  </a:lnTo>
                  <a:lnTo>
                    <a:pt x="1560481" y="1704867"/>
                  </a:lnTo>
                  <a:lnTo>
                    <a:pt x="1561337" y="1726750"/>
                  </a:lnTo>
                  <a:lnTo>
                    <a:pt x="1562192" y="1651194"/>
                  </a:lnTo>
                  <a:lnTo>
                    <a:pt x="1563048" y="1640688"/>
                  </a:lnTo>
                  <a:lnTo>
                    <a:pt x="1563903" y="1693811"/>
                  </a:lnTo>
                  <a:lnTo>
                    <a:pt x="1564759" y="1612255"/>
                  </a:lnTo>
                  <a:lnTo>
                    <a:pt x="1565614" y="1641126"/>
                  </a:lnTo>
                  <a:lnTo>
                    <a:pt x="1566470" y="1676881"/>
                  </a:lnTo>
                  <a:lnTo>
                    <a:pt x="1567325" y="1744352"/>
                  </a:lnTo>
                  <a:lnTo>
                    <a:pt x="1568181" y="1742126"/>
                  </a:lnTo>
                  <a:lnTo>
                    <a:pt x="1569036" y="1709177"/>
                  </a:lnTo>
                  <a:lnTo>
                    <a:pt x="1569892" y="1683837"/>
                  </a:lnTo>
                  <a:lnTo>
                    <a:pt x="1570747" y="1624292"/>
                  </a:lnTo>
                  <a:lnTo>
                    <a:pt x="1571603" y="1664049"/>
                  </a:lnTo>
                  <a:lnTo>
                    <a:pt x="1572458" y="1658732"/>
                  </a:lnTo>
                  <a:lnTo>
                    <a:pt x="1573314" y="1707261"/>
                  </a:lnTo>
                  <a:lnTo>
                    <a:pt x="1574170" y="1741786"/>
                  </a:lnTo>
                  <a:lnTo>
                    <a:pt x="1575025" y="1723994"/>
                  </a:lnTo>
                  <a:lnTo>
                    <a:pt x="1575881" y="1792561"/>
                  </a:lnTo>
                  <a:lnTo>
                    <a:pt x="1576736" y="1802051"/>
                  </a:lnTo>
                  <a:lnTo>
                    <a:pt x="1577592" y="1897822"/>
                  </a:lnTo>
                  <a:lnTo>
                    <a:pt x="1578447" y="1906008"/>
                  </a:lnTo>
                  <a:lnTo>
                    <a:pt x="1579303" y="1924962"/>
                  </a:lnTo>
                  <a:lnTo>
                    <a:pt x="1580158" y="1972550"/>
                  </a:lnTo>
                  <a:lnTo>
                    <a:pt x="1581014" y="1950483"/>
                  </a:lnTo>
                  <a:lnTo>
                    <a:pt x="1581869" y="1911846"/>
                  </a:lnTo>
                  <a:lnTo>
                    <a:pt x="1582725" y="1818015"/>
                  </a:lnTo>
                  <a:lnTo>
                    <a:pt x="1583580" y="1769112"/>
                  </a:lnTo>
                  <a:lnTo>
                    <a:pt x="1584436" y="1749538"/>
                  </a:lnTo>
                  <a:lnTo>
                    <a:pt x="1585291" y="1798153"/>
                  </a:lnTo>
                  <a:lnTo>
                    <a:pt x="1586147" y="1759823"/>
                  </a:lnTo>
                  <a:lnTo>
                    <a:pt x="1587002" y="1713059"/>
                  </a:lnTo>
                  <a:lnTo>
                    <a:pt x="1587858" y="1753892"/>
                  </a:lnTo>
                  <a:lnTo>
                    <a:pt x="1588714" y="1743400"/>
                  </a:lnTo>
                  <a:lnTo>
                    <a:pt x="1589569" y="1788624"/>
                  </a:lnTo>
                  <a:lnTo>
                    <a:pt x="1590425" y="1798663"/>
                  </a:lnTo>
                  <a:lnTo>
                    <a:pt x="1591280" y="1900431"/>
                  </a:lnTo>
                  <a:lnTo>
                    <a:pt x="1592136" y="1931732"/>
                  </a:lnTo>
                  <a:lnTo>
                    <a:pt x="1592991" y="1922618"/>
                  </a:lnTo>
                  <a:lnTo>
                    <a:pt x="1593847" y="1970689"/>
                  </a:lnTo>
                  <a:lnTo>
                    <a:pt x="1594702" y="2039905"/>
                  </a:lnTo>
                  <a:lnTo>
                    <a:pt x="1595558" y="2072547"/>
                  </a:lnTo>
                  <a:lnTo>
                    <a:pt x="1596413" y="2055574"/>
                  </a:lnTo>
                  <a:lnTo>
                    <a:pt x="1597269" y="2111631"/>
                  </a:lnTo>
                  <a:lnTo>
                    <a:pt x="1598124" y="2164255"/>
                  </a:lnTo>
                  <a:lnTo>
                    <a:pt x="1598980" y="2186610"/>
                  </a:lnTo>
                  <a:lnTo>
                    <a:pt x="1599835" y="2190461"/>
                  </a:lnTo>
                  <a:lnTo>
                    <a:pt x="1600691" y="2165335"/>
                  </a:lnTo>
                  <a:lnTo>
                    <a:pt x="1601546" y="2205466"/>
                  </a:lnTo>
                  <a:lnTo>
                    <a:pt x="1602402" y="2225584"/>
                  </a:lnTo>
                  <a:lnTo>
                    <a:pt x="1603257" y="2235148"/>
                  </a:lnTo>
                  <a:lnTo>
                    <a:pt x="1604113" y="2236923"/>
                  </a:lnTo>
                  <a:lnTo>
                    <a:pt x="1604969" y="2232611"/>
                  </a:lnTo>
                  <a:lnTo>
                    <a:pt x="1605824" y="2226201"/>
                  </a:lnTo>
                  <a:lnTo>
                    <a:pt x="1606680" y="2217767"/>
                  </a:lnTo>
                  <a:lnTo>
                    <a:pt x="1607535" y="2217046"/>
                  </a:lnTo>
                  <a:lnTo>
                    <a:pt x="1608391" y="2222750"/>
                  </a:lnTo>
                  <a:lnTo>
                    <a:pt x="1609246" y="2173352"/>
                  </a:lnTo>
                  <a:lnTo>
                    <a:pt x="1610102" y="2172784"/>
                  </a:lnTo>
                  <a:lnTo>
                    <a:pt x="1610957" y="2154646"/>
                  </a:lnTo>
                  <a:lnTo>
                    <a:pt x="1611813" y="2141315"/>
                  </a:lnTo>
                  <a:lnTo>
                    <a:pt x="1612668" y="2102147"/>
                  </a:lnTo>
                  <a:lnTo>
                    <a:pt x="1613524" y="2074855"/>
                  </a:lnTo>
                  <a:lnTo>
                    <a:pt x="1614379" y="1991056"/>
                  </a:lnTo>
                  <a:lnTo>
                    <a:pt x="1615235" y="1954859"/>
                  </a:lnTo>
                  <a:lnTo>
                    <a:pt x="1616090" y="1889202"/>
                  </a:lnTo>
                  <a:lnTo>
                    <a:pt x="1616946" y="1884125"/>
                  </a:lnTo>
                  <a:lnTo>
                    <a:pt x="1617801" y="1811191"/>
                  </a:lnTo>
                  <a:lnTo>
                    <a:pt x="1618657" y="1831063"/>
                  </a:lnTo>
                  <a:lnTo>
                    <a:pt x="1619512" y="1817242"/>
                  </a:lnTo>
                  <a:lnTo>
                    <a:pt x="1620368" y="1894657"/>
                  </a:lnTo>
                  <a:lnTo>
                    <a:pt x="1621224" y="1930488"/>
                  </a:lnTo>
                  <a:lnTo>
                    <a:pt x="1622079" y="2022482"/>
                  </a:lnTo>
                  <a:lnTo>
                    <a:pt x="1622935" y="2033831"/>
                  </a:lnTo>
                  <a:lnTo>
                    <a:pt x="1623790" y="2028278"/>
                  </a:lnTo>
                  <a:lnTo>
                    <a:pt x="1624646" y="2056142"/>
                  </a:lnTo>
                  <a:lnTo>
                    <a:pt x="1625501" y="2010161"/>
                  </a:lnTo>
                  <a:lnTo>
                    <a:pt x="1626357" y="1961107"/>
                  </a:lnTo>
                  <a:lnTo>
                    <a:pt x="1627212" y="1960671"/>
                  </a:lnTo>
                  <a:lnTo>
                    <a:pt x="1628068" y="2001632"/>
                  </a:lnTo>
                  <a:lnTo>
                    <a:pt x="1628923" y="1922136"/>
                  </a:lnTo>
                  <a:lnTo>
                    <a:pt x="1629779" y="1835879"/>
                  </a:lnTo>
                  <a:lnTo>
                    <a:pt x="1630634" y="1824087"/>
                  </a:lnTo>
                  <a:lnTo>
                    <a:pt x="1631490" y="1795182"/>
                  </a:lnTo>
                  <a:lnTo>
                    <a:pt x="1632345" y="1746604"/>
                  </a:lnTo>
                  <a:lnTo>
                    <a:pt x="1633201" y="1719802"/>
                  </a:lnTo>
                  <a:lnTo>
                    <a:pt x="1634056" y="1697708"/>
                  </a:lnTo>
                  <a:lnTo>
                    <a:pt x="1634912" y="1698463"/>
                  </a:lnTo>
                  <a:lnTo>
                    <a:pt x="1635768" y="1726491"/>
                  </a:lnTo>
                  <a:lnTo>
                    <a:pt x="1636623" y="1730240"/>
                  </a:lnTo>
                  <a:lnTo>
                    <a:pt x="1637479" y="1749499"/>
                  </a:lnTo>
                  <a:lnTo>
                    <a:pt x="1638334" y="1784521"/>
                  </a:lnTo>
                  <a:lnTo>
                    <a:pt x="1639190" y="1788800"/>
                  </a:lnTo>
                  <a:lnTo>
                    <a:pt x="1640045" y="1825794"/>
                  </a:lnTo>
                  <a:lnTo>
                    <a:pt x="1640901" y="1883434"/>
                  </a:lnTo>
                  <a:lnTo>
                    <a:pt x="1641756" y="1890733"/>
                  </a:lnTo>
                  <a:lnTo>
                    <a:pt x="1642612" y="1971888"/>
                  </a:lnTo>
                  <a:lnTo>
                    <a:pt x="1643467" y="1987927"/>
                  </a:lnTo>
                  <a:lnTo>
                    <a:pt x="1644323" y="1983772"/>
                  </a:lnTo>
                  <a:lnTo>
                    <a:pt x="1645178" y="2012513"/>
                  </a:lnTo>
                  <a:lnTo>
                    <a:pt x="1646034" y="1968770"/>
                  </a:lnTo>
                  <a:lnTo>
                    <a:pt x="1646889" y="1879668"/>
                  </a:lnTo>
                  <a:lnTo>
                    <a:pt x="1647745" y="1858831"/>
                  </a:lnTo>
                  <a:lnTo>
                    <a:pt x="1648600" y="1848157"/>
                  </a:lnTo>
                  <a:lnTo>
                    <a:pt x="1649456" y="1836735"/>
                  </a:lnTo>
                  <a:lnTo>
                    <a:pt x="1650311" y="1904774"/>
                  </a:lnTo>
                  <a:lnTo>
                    <a:pt x="1651167" y="1911893"/>
                  </a:lnTo>
                  <a:lnTo>
                    <a:pt x="1652023" y="1986485"/>
                  </a:lnTo>
                  <a:lnTo>
                    <a:pt x="1652878" y="1985470"/>
                  </a:lnTo>
                  <a:lnTo>
                    <a:pt x="1653734" y="1952551"/>
                  </a:lnTo>
                  <a:lnTo>
                    <a:pt x="1654589" y="1938474"/>
                  </a:lnTo>
                  <a:lnTo>
                    <a:pt x="1655445" y="1911797"/>
                  </a:lnTo>
                  <a:lnTo>
                    <a:pt x="1656300" y="1892626"/>
                  </a:lnTo>
                  <a:lnTo>
                    <a:pt x="1657156" y="1942637"/>
                  </a:lnTo>
                  <a:lnTo>
                    <a:pt x="1658011" y="1910651"/>
                  </a:lnTo>
                  <a:lnTo>
                    <a:pt x="1658867" y="1962928"/>
                  </a:lnTo>
                  <a:lnTo>
                    <a:pt x="1659722" y="1953410"/>
                  </a:lnTo>
                  <a:lnTo>
                    <a:pt x="1660578" y="1952272"/>
                  </a:lnTo>
                  <a:lnTo>
                    <a:pt x="1661433" y="1929118"/>
                  </a:lnTo>
                  <a:lnTo>
                    <a:pt x="1662289" y="1872478"/>
                  </a:lnTo>
                  <a:lnTo>
                    <a:pt x="1663144" y="1857265"/>
                  </a:lnTo>
                  <a:lnTo>
                    <a:pt x="1664000" y="1873786"/>
                  </a:lnTo>
                  <a:lnTo>
                    <a:pt x="1664855" y="1876752"/>
                  </a:lnTo>
                  <a:lnTo>
                    <a:pt x="1665711" y="1864966"/>
                  </a:lnTo>
                  <a:lnTo>
                    <a:pt x="1666566" y="1839696"/>
                  </a:lnTo>
                  <a:lnTo>
                    <a:pt x="1667422" y="1842233"/>
                  </a:lnTo>
                  <a:lnTo>
                    <a:pt x="1668278" y="1908129"/>
                  </a:lnTo>
                  <a:lnTo>
                    <a:pt x="1669133" y="1924498"/>
                  </a:lnTo>
                  <a:lnTo>
                    <a:pt x="1669989" y="1898590"/>
                  </a:lnTo>
                  <a:lnTo>
                    <a:pt x="1670844" y="1855819"/>
                  </a:lnTo>
                  <a:lnTo>
                    <a:pt x="1671700" y="1863660"/>
                  </a:lnTo>
                  <a:lnTo>
                    <a:pt x="1672555" y="1920012"/>
                  </a:lnTo>
                  <a:lnTo>
                    <a:pt x="1673411" y="1880835"/>
                  </a:lnTo>
                  <a:lnTo>
                    <a:pt x="1674266" y="1834378"/>
                  </a:lnTo>
                  <a:lnTo>
                    <a:pt x="1675122" y="1935843"/>
                  </a:lnTo>
                  <a:lnTo>
                    <a:pt x="1675977" y="1975229"/>
                  </a:lnTo>
                  <a:lnTo>
                    <a:pt x="1676833" y="1946282"/>
                  </a:lnTo>
                  <a:lnTo>
                    <a:pt x="1677688" y="1946995"/>
                  </a:lnTo>
                  <a:lnTo>
                    <a:pt x="1678544" y="1964419"/>
                  </a:lnTo>
                  <a:lnTo>
                    <a:pt x="1679399" y="2052304"/>
                  </a:lnTo>
                  <a:lnTo>
                    <a:pt x="1680255" y="2063875"/>
                  </a:lnTo>
                  <a:lnTo>
                    <a:pt x="1681110" y="2030307"/>
                  </a:lnTo>
                  <a:lnTo>
                    <a:pt x="1681966" y="2010871"/>
                  </a:lnTo>
                  <a:lnTo>
                    <a:pt x="1682822" y="2047409"/>
                  </a:lnTo>
                  <a:lnTo>
                    <a:pt x="1683677" y="1976029"/>
                  </a:lnTo>
                  <a:lnTo>
                    <a:pt x="1684533" y="1951345"/>
                  </a:lnTo>
                  <a:lnTo>
                    <a:pt x="1685388" y="1927946"/>
                  </a:lnTo>
                  <a:lnTo>
                    <a:pt x="1686244" y="1922523"/>
                  </a:lnTo>
                  <a:lnTo>
                    <a:pt x="1687099" y="1894121"/>
                  </a:lnTo>
                  <a:lnTo>
                    <a:pt x="1687955" y="1837470"/>
                  </a:lnTo>
                  <a:lnTo>
                    <a:pt x="1688810" y="1903782"/>
                  </a:lnTo>
                  <a:lnTo>
                    <a:pt x="1689666" y="1967549"/>
                  </a:lnTo>
                  <a:lnTo>
                    <a:pt x="1690521" y="1965017"/>
                  </a:lnTo>
                  <a:lnTo>
                    <a:pt x="1691377" y="2054684"/>
                  </a:lnTo>
                  <a:lnTo>
                    <a:pt x="1692232" y="2095303"/>
                  </a:lnTo>
                  <a:lnTo>
                    <a:pt x="1693088" y="2127828"/>
                  </a:lnTo>
                  <a:lnTo>
                    <a:pt x="1693943" y="2197416"/>
                  </a:lnTo>
                  <a:lnTo>
                    <a:pt x="1694799" y="2202807"/>
                  </a:lnTo>
                  <a:lnTo>
                    <a:pt x="1695654" y="2205546"/>
                  </a:lnTo>
                  <a:lnTo>
                    <a:pt x="1696510" y="2208651"/>
                  </a:lnTo>
                  <a:lnTo>
                    <a:pt x="1697365" y="2216985"/>
                  </a:lnTo>
                  <a:lnTo>
                    <a:pt x="1698221" y="2273427"/>
                  </a:lnTo>
                  <a:lnTo>
                    <a:pt x="1699077" y="2278889"/>
                  </a:lnTo>
                  <a:lnTo>
                    <a:pt x="1699932" y="2271062"/>
                  </a:lnTo>
                  <a:lnTo>
                    <a:pt x="1700788" y="2271912"/>
                  </a:lnTo>
                  <a:lnTo>
                    <a:pt x="1701643" y="2230872"/>
                  </a:lnTo>
                  <a:lnTo>
                    <a:pt x="1702499" y="2226812"/>
                  </a:lnTo>
                  <a:lnTo>
                    <a:pt x="1703354" y="2244236"/>
                  </a:lnTo>
                  <a:lnTo>
                    <a:pt x="1704210" y="2201486"/>
                  </a:lnTo>
                  <a:lnTo>
                    <a:pt x="1705065" y="2217896"/>
                  </a:lnTo>
                  <a:lnTo>
                    <a:pt x="1705921" y="2168030"/>
                  </a:lnTo>
                  <a:lnTo>
                    <a:pt x="1706776" y="2144834"/>
                  </a:lnTo>
                  <a:lnTo>
                    <a:pt x="1707632" y="2142591"/>
                  </a:lnTo>
                  <a:lnTo>
                    <a:pt x="1708487" y="2102377"/>
                  </a:lnTo>
                  <a:lnTo>
                    <a:pt x="1709343" y="2123978"/>
                  </a:lnTo>
                  <a:lnTo>
                    <a:pt x="1710198" y="2103658"/>
                  </a:lnTo>
                  <a:lnTo>
                    <a:pt x="1711054" y="2178869"/>
                  </a:lnTo>
                  <a:lnTo>
                    <a:pt x="1711909" y="2177388"/>
                  </a:lnTo>
                  <a:lnTo>
                    <a:pt x="1712765" y="2153437"/>
                  </a:lnTo>
                  <a:lnTo>
                    <a:pt x="1713620" y="2182085"/>
                  </a:lnTo>
                  <a:lnTo>
                    <a:pt x="1714476" y="2144313"/>
                  </a:lnTo>
                  <a:lnTo>
                    <a:pt x="1715332" y="2133345"/>
                  </a:lnTo>
                  <a:lnTo>
                    <a:pt x="1716187" y="2129385"/>
                  </a:lnTo>
                  <a:lnTo>
                    <a:pt x="1717043" y="2115465"/>
                  </a:lnTo>
                  <a:lnTo>
                    <a:pt x="1717898" y="2155306"/>
                  </a:lnTo>
                  <a:lnTo>
                    <a:pt x="1718754" y="2060236"/>
                  </a:lnTo>
                  <a:lnTo>
                    <a:pt x="1719609" y="1997420"/>
                  </a:lnTo>
                  <a:lnTo>
                    <a:pt x="1720465" y="1953512"/>
                  </a:lnTo>
                  <a:lnTo>
                    <a:pt x="1721320" y="1934833"/>
                  </a:lnTo>
                  <a:lnTo>
                    <a:pt x="1722176" y="1912048"/>
                  </a:lnTo>
                  <a:lnTo>
                    <a:pt x="1723031" y="1838005"/>
                  </a:lnTo>
                  <a:lnTo>
                    <a:pt x="1723887" y="1911484"/>
                  </a:lnTo>
                  <a:lnTo>
                    <a:pt x="1724742" y="1954967"/>
                  </a:lnTo>
                  <a:lnTo>
                    <a:pt x="1725598" y="1976516"/>
                  </a:lnTo>
                  <a:lnTo>
                    <a:pt x="1726453" y="1968760"/>
                  </a:lnTo>
                  <a:lnTo>
                    <a:pt x="1727309" y="1854415"/>
                  </a:lnTo>
                  <a:lnTo>
                    <a:pt x="1728164" y="1867512"/>
                  </a:lnTo>
                  <a:lnTo>
                    <a:pt x="1729020" y="1828335"/>
                  </a:lnTo>
                  <a:lnTo>
                    <a:pt x="1729876" y="1783630"/>
                  </a:lnTo>
                  <a:lnTo>
                    <a:pt x="1730731" y="1804535"/>
                  </a:lnTo>
                  <a:lnTo>
                    <a:pt x="1731587" y="1879515"/>
                  </a:lnTo>
                  <a:lnTo>
                    <a:pt x="1732442" y="1853481"/>
                  </a:lnTo>
                  <a:lnTo>
                    <a:pt x="1733298" y="1790538"/>
                  </a:lnTo>
                  <a:lnTo>
                    <a:pt x="1734153" y="1725647"/>
                  </a:lnTo>
                  <a:lnTo>
                    <a:pt x="1735009" y="1711134"/>
                  </a:lnTo>
                  <a:lnTo>
                    <a:pt x="1735864" y="1794624"/>
                  </a:lnTo>
                  <a:lnTo>
                    <a:pt x="1736720" y="1756822"/>
                  </a:lnTo>
                  <a:lnTo>
                    <a:pt x="1737575" y="1846246"/>
                  </a:lnTo>
                  <a:lnTo>
                    <a:pt x="1738431" y="1911023"/>
                  </a:lnTo>
                  <a:lnTo>
                    <a:pt x="1739286" y="2018731"/>
                  </a:lnTo>
                  <a:lnTo>
                    <a:pt x="1740142" y="2070920"/>
                  </a:lnTo>
                  <a:lnTo>
                    <a:pt x="1740997" y="2039607"/>
                  </a:lnTo>
                  <a:lnTo>
                    <a:pt x="1741853" y="2114914"/>
                  </a:lnTo>
                  <a:lnTo>
                    <a:pt x="1742708" y="2156927"/>
                  </a:lnTo>
                  <a:lnTo>
                    <a:pt x="1743564" y="2200326"/>
                  </a:lnTo>
                  <a:lnTo>
                    <a:pt x="1744419" y="2204557"/>
                  </a:lnTo>
                  <a:lnTo>
                    <a:pt x="1745275" y="2208006"/>
                  </a:lnTo>
                  <a:lnTo>
                    <a:pt x="1746131" y="2166838"/>
                  </a:lnTo>
                  <a:lnTo>
                    <a:pt x="1746986" y="2181730"/>
                  </a:lnTo>
                  <a:lnTo>
                    <a:pt x="1747842" y="2241006"/>
                  </a:lnTo>
                  <a:lnTo>
                    <a:pt x="1748697" y="2227628"/>
                  </a:lnTo>
                  <a:lnTo>
                    <a:pt x="1749553" y="2222924"/>
                  </a:lnTo>
                  <a:lnTo>
                    <a:pt x="1750408" y="2203516"/>
                  </a:lnTo>
                  <a:lnTo>
                    <a:pt x="1751264" y="2182629"/>
                  </a:lnTo>
                  <a:lnTo>
                    <a:pt x="1752119" y="2155731"/>
                  </a:lnTo>
                  <a:lnTo>
                    <a:pt x="1752975" y="2143654"/>
                  </a:lnTo>
                  <a:lnTo>
                    <a:pt x="1753830" y="2086717"/>
                  </a:lnTo>
                  <a:lnTo>
                    <a:pt x="1754686" y="2102784"/>
                  </a:lnTo>
                  <a:lnTo>
                    <a:pt x="1755541" y="2064519"/>
                  </a:lnTo>
                  <a:lnTo>
                    <a:pt x="1756397" y="2012629"/>
                  </a:lnTo>
                  <a:lnTo>
                    <a:pt x="1757252" y="1998375"/>
                  </a:lnTo>
                  <a:lnTo>
                    <a:pt x="1758108" y="1957323"/>
                  </a:lnTo>
                  <a:lnTo>
                    <a:pt x="1758963" y="1970465"/>
                  </a:lnTo>
                  <a:lnTo>
                    <a:pt x="1759819" y="2009372"/>
                  </a:lnTo>
                  <a:lnTo>
                    <a:pt x="1760674" y="2059625"/>
                  </a:lnTo>
                  <a:lnTo>
                    <a:pt x="1761530" y="2088483"/>
                  </a:lnTo>
                  <a:lnTo>
                    <a:pt x="1762386" y="2070481"/>
                  </a:lnTo>
                  <a:lnTo>
                    <a:pt x="1763241" y="2055795"/>
                  </a:lnTo>
                  <a:lnTo>
                    <a:pt x="1764097" y="2035390"/>
                  </a:lnTo>
                  <a:lnTo>
                    <a:pt x="1764952" y="2038756"/>
                  </a:lnTo>
                  <a:lnTo>
                    <a:pt x="1765808" y="1985644"/>
                  </a:lnTo>
                  <a:lnTo>
                    <a:pt x="1766663" y="1884138"/>
                  </a:lnTo>
                  <a:lnTo>
                    <a:pt x="1767519" y="1867427"/>
                  </a:lnTo>
                  <a:lnTo>
                    <a:pt x="1768374" y="1898733"/>
                  </a:lnTo>
                  <a:lnTo>
                    <a:pt x="1769230" y="1826539"/>
                  </a:lnTo>
                  <a:lnTo>
                    <a:pt x="1770085" y="1829961"/>
                  </a:lnTo>
                  <a:lnTo>
                    <a:pt x="1770941" y="1722561"/>
                  </a:lnTo>
                  <a:lnTo>
                    <a:pt x="1771796" y="1722437"/>
                  </a:lnTo>
                  <a:lnTo>
                    <a:pt x="1772652" y="1761431"/>
                  </a:lnTo>
                  <a:lnTo>
                    <a:pt x="1773507" y="1704174"/>
                  </a:lnTo>
                  <a:lnTo>
                    <a:pt x="1774363" y="1801993"/>
                  </a:lnTo>
                  <a:lnTo>
                    <a:pt x="1775218" y="1756010"/>
                  </a:lnTo>
                  <a:lnTo>
                    <a:pt x="1776074" y="1730742"/>
                  </a:lnTo>
                  <a:lnTo>
                    <a:pt x="1776929" y="1860955"/>
                  </a:lnTo>
                  <a:lnTo>
                    <a:pt x="1777785" y="1922340"/>
                  </a:lnTo>
                  <a:lnTo>
                    <a:pt x="1778641" y="1986708"/>
                  </a:lnTo>
                  <a:lnTo>
                    <a:pt x="1779496" y="2031850"/>
                  </a:lnTo>
                  <a:lnTo>
                    <a:pt x="1780352" y="2029525"/>
                  </a:lnTo>
                  <a:lnTo>
                    <a:pt x="1781207" y="2120598"/>
                  </a:lnTo>
                  <a:lnTo>
                    <a:pt x="1782063" y="2124373"/>
                  </a:lnTo>
                  <a:lnTo>
                    <a:pt x="1782918" y="2074800"/>
                  </a:lnTo>
                  <a:lnTo>
                    <a:pt x="1783774" y="1978517"/>
                  </a:lnTo>
                  <a:lnTo>
                    <a:pt x="1784629" y="2011482"/>
                  </a:lnTo>
                  <a:lnTo>
                    <a:pt x="1785485" y="2050855"/>
                  </a:lnTo>
                  <a:lnTo>
                    <a:pt x="1786340" y="2055501"/>
                  </a:lnTo>
                  <a:lnTo>
                    <a:pt x="1787196" y="1950431"/>
                  </a:lnTo>
                  <a:lnTo>
                    <a:pt x="1788051" y="1959893"/>
                  </a:lnTo>
                  <a:lnTo>
                    <a:pt x="1788907" y="1939257"/>
                  </a:lnTo>
                  <a:lnTo>
                    <a:pt x="1789762" y="2009194"/>
                  </a:lnTo>
                  <a:lnTo>
                    <a:pt x="1790618" y="2009156"/>
                  </a:lnTo>
                  <a:lnTo>
                    <a:pt x="1791473" y="1928099"/>
                  </a:lnTo>
                  <a:lnTo>
                    <a:pt x="1792329" y="1857927"/>
                  </a:lnTo>
                  <a:lnTo>
                    <a:pt x="1793185" y="1851448"/>
                  </a:lnTo>
                  <a:lnTo>
                    <a:pt x="1794040" y="1926318"/>
                  </a:lnTo>
                  <a:lnTo>
                    <a:pt x="1794896" y="1926480"/>
                  </a:lnTo>
                  <a:lnTo>
                    <a:pt x="1795751" y="2046994"/>
                  </a:lnTo>
                  <a:lnTo>
                    <a:pt x="1796607" y="2061725"/>
                  </a:lnTo>
                  <a:lnTo>
                    <a:pt x="1797462" y="2107128"/>
                  </a:lnTo>
                  <a:lnTo>
                    <a:pt x="1798318" y="2125972"/>
                  </a:lnTo>
                  <a:lnTo>
                    <a:pt x="1799173" y="2077298"/>
                  </a:lnTo>
                  <a:lnTo>
                    <a:pt x="1800029" y="2000202"/>
                  </a:lnTo>
                  <a:lnTo>
                    <a:pt x="1800884" y="1978464"/>
                  </a:lnTo>
                  <a:lnTo>
                    <a:pt x="1801740" y="2022801"/>
                  </a:lnTo>
                  <a:lnTo>
                    <a:pt x="1802595" y="2061350"/>
                  </a:lnTo>
                  <a:lnTo>
                    <a:pt x="1803451" y="1987106"/>
                  </a:lnTo>
                  <a:lnTo>
                    <a:pt x="1804306" y="1988245"/>
                  </a:lnTo>
                  <a:lnTo>
                    <a:pt x="1805162" y="1999567"/>
                  </a:lnTo>
                  <a:lnTo>
                    <a:pt x="1806017" y="2090280"/>
                  </a:lnTo>
                  <a:lnTo>
                    <a:pt x="1806873" y="2063540"/>
                  </a:lnTo>
                  <a:lnTo>
                    <a:pt x="1807728" y="2086637"/>
                  </a:lnTo>
                  <a:lnTo>
                    <a:pt x="1808584" y="2065780"/>
                  </a:lnTo>
                  <a:lnTo>
                    <a:pt x="1809440" y="2013184"/>
                  </a:lnTo>
                  <a:lnTo>
                    <a:pt x="1810295" y="2056257"/>
                  </a:lnTo>
                  <a:lnTo>
                    <a:pt x="1811151" y="2026866"/>
                  </a:lnTo>
                  <a:lnTo>
                    <a:pt x="1812006" y="2039780"/>
                  </a:lnTo>
                  <a:lnTo>
                    <a:pt x="1812862" y="2020491"/>
                  </a:lnTo>
                  <a:lnTo>
                    <a:pt x="1813717" y="2137642"/>
                  </a:lnTo>
                  <a:lnTo>
                    <a:pt x="1814573" y="2147247"/>
                  </a:lnTo>
                  <a:lnTo>
                    <a:pt x="1815428" y="2087521"/>
                  </a:lnTo>
                  <a:lnTo>
                    <a:pt x="1816284" y="2133666"/>
                  </a:lnTo>
                  <a:lnTo>
                    <a:pt x="1817139" y="2153613"/>
                  </a:lnTo>
                  <a:lnTo>
                    <a:pt x="1817995" y="2156460"/>
                  </a:lnTo>
                  <a:lnTo>
                    <a:pt x="1818850" y="2112739"/>
                  </a:lnTo>
                  <a:lnTo>
                    <a:pt x="1819706" y="2120601"/>
                  </a:lnTo>
                  <a:lnTo>
                    <a:pt x="1820561" y="2100119"/>
                  </a:lnTo>
                  <a:lnTo>
                    <a:pt x="1821417" y="2105133"/>
                  </a:lnTo>
                  <a:lnTo>
                    <a:pt x="1822272" y="2019194"/>
                  </a:lnTo>
                  <a:lnTo>
                    <a:pt x="1823128" y="1917411"/>
                  </a:lnTo>
                  <a:lnTo>
                    <a:pt x="1823983" y="1863597"/>
                  </a:lnTo>
                  <a:lnTo>
                    <a:pt x="1824839" y="1849719"/>
                  </a:lnTo>
                  <a:lnTo>
                    <a:pt x="1825695" y="1852984"/>
                  </a:lnTo>
                  <a:lnTo>
                    <a:pt x="1826550" y="1819497"/>
                  </a:lnTo>
                  <a:lnTo>
                    <a:pt x="1827406" y="1804968"/>
                  </a:lnTo>
                  <a:lnTo>
                    <a:pt x="1828261" y="1853247"/>
                  </a:lnTo>
                  <a:lnTo>
                    <a:pt x="1829117" y="1925957"/>
                  </a:lnTo>
                  <a:lnTo>
                    <a:pt x="1829972" y="1919105"/>
                  </a:lnTo>
                  <a:lnTo>
                    <a:pt x="1830828" y="1828209"/>
                  </a:lnTo>
                  <a:lnTo>
                    <a:pt x="1831683" y="1732392"/>
                  </a:lnTo>
                  <a:lnTo>
                    <a:pt x="1832539" y="1724947"/>
                  </a:lnTo>
                  <a:lnTo>
                    <a:pt x="1833394" y="1710171"/>
                  </a:lnTo>
                  <a:lnTo>
                    <a:pt x="1834250" y="1654882"/>
                  </a:lnTo>
                  <a:lnTo>
                    <a:pt x="1835105" y="1625419"/>
                  </a:lnTo>
                  <a:lnTo>
                    <a:pt x="1835961" y="1636977"/>
                  </a:lnTo>
                  <a:lnTo>
                    <a:pt x="1836816" y="1617950"/>
                  </a:lnTo>
                  <a:lnTo>
                    <a:pt x="1837672" y="1644548"/>
                  </a:lnTo>
                  <a:lnTo>
                    <a:pt x="1838527" y="1669187"/>
                  </a:lnTo>
                  <a:lnTo>
                    <a:pt x="1839383" y="1704718"/>
                  </a:lnTo>
                  <a:lnTo>
                    <a:pt x="1840239" y="1684470"/>
                  </a:lnTo>
                  <a:lnTo>
                    <a:pt x="1841094" y="1786743"/>
                  </a:lnTo>
                  <a:lnTo>
                    <a:pt x="1841950" y="1866104"/>
                  </a:lnTo>
                  <a:lnTo>
                    <a:pt x="1842805" y="1951793"/>
                  </a:lnTo>
                  <a:lnTo>
                    <a:pt x="1843661" y="1975519"/>
                  </a:lnTo>
                  <a:lnTo>
                    <a:pt x="1844516" y="1976829"/>
                  </a:lnTo>
                  <a:lnTo>
                    <a:pt x="1845372" y="1977397"/>
                  </a:lnTo>
                  <a:lnTo>
                    <a:pt x="1846227" y="1973071"/>
                  </a:lnTo>
                  <a:lnTo>
                    <a:pt x="1847083" y="2019992"/>
                  </a:lnTo>
                  <a:lnTo>
                    <a:pt x="1847938" y="2012726"/>
                  </a:lnTo>
                  <a:lnTo>
                    <a:pt x="1848794" y="2032719"/>
                  </a:lnTo>
                  <a:lnTo>
                    <a:pt x="1849649" y="2046901"/>
                  </a:lnTo>
                  <a:lnTo>
                    <a:pt x="1850505" y="2022862"/>
                  </a:lnTo>
                  <a:lnTo>
                    <a:pt x="1851360" y="2018233"/>
                  </a:lnTo>
                  <a:lnTo>
                    <a:pt x="1852216" y="1956978"/>
                  </a:lnTo>
                  <a:lnTo>
                    <a:pt x="1853071" y="1914820"/>
                  </a:lnTo>
                  <a:lnTo>
                    <a:pt x="1853927" y="1932648"/>
                  </a:lnTo>
                  <a:lnTo>
                    <a:pt x="1854782" y="1961850"/>
                  </a:lnTo>
                  <a:lnTo>
                    <a:pt x="1855638" y="1949547"/>
                  </a:lnTo>
                  <a:lnTo>
                    <a:pt x="1856494" y="1957623"/>
                  </a:lnTo>
                  <a:lnTo>
                    <a:pt x="1857349" y="2042492"/>
                  </a:lnTo>
                  <a:lnTo>
                    <a:pt x="1858205" y="2012029"/>
                  </a:lnTo>
                  <a:lnTo>
                    <a:pt x="1859060" y="1966347"/>
                  </a:lnTo>
                  <a:lnTo>
                    <a:pt x="1859916" y="1927033"/>
                  </a:lnTo>
                  <a:lnTo>
                    <a:pt x="1860771" y="1894951"/>
                  </a:lnTo>
                  <a:lnTo>
                    <a:pt x="1861627" y="1906550"/>
                  </a:lnTo>
                  <a:lnTo>
                    <a:pt x="1862482" y="1867110"/>
                  </a:lnTo>
                  <a:lnTo>
                    <a:pt x="1863338" y="1866877"/>
                  </a:lnTo>
                  <a:lnTo>
                    <a:pt x="1864193" y="1906520"/>
                  </a:lnTo>
                  <a:lnTo>
                    <a:pt x="1865049" y="1921894"/>
                  </a:lnTo>
                  <a:lnTo>
                    <a:pt x="1865904" y="1928362"/>
                  </a:lnTo>
                  <a:lnTo>
                    <a:pt x="1866760" y="1960247"/>
                  </a:lnTo>
                  <a:lnTo>
                    <a:pt x="1867615" y="2060865"/>
                  </a:lnTo>
                  <a:lnTo>
                    <a:pt x="1868471" y="2129557"/>
                  </a:lnTo>
                  <a:lnTo>
                    <a:pt x="1869326" y="2123261"/>
                  </a:lnTo>
                  <a:lnTo>
                    <a:pt x="1870182" y="2166194"/>
                  </a:lnTo>
                  <a:lnTo>
                    <a:pt x="1871037" y="2116659"/>
                  </a:lnTo>
                  <a:lnTo>
                    <a:pt x="1871893" y="2058860"/>
                  </a:lnTo>
                  <a:lnTo>
                    <a:pt x="1872749" y="2037756"/>
                  </a:lnTo>
                  <a:lnTo>
                    <a:pt x="1873604" y="2147029"/>
                  </a:lnTo>
                  <a:lnTo>
                    <a:pt x="1874460" y="2135390"/>
                  </a:lnTo>
                  <a:lnTo>
                    <a:pt x="1875315" y="2086204"/>
                  </a:lnTo>
                  <a:lnTo>
                    <a:pt x="1876171" y="2020790"/>
                  </a:lnTo>
                  <a:lnTo>
                    <a:pt x="1877026" y="2074676"/>
                  </a:lnTo>
                  <a:lnTo>
                    <a:pt x="1877882" y="2112776"/>
                  </a:lnTo>
                  <a:lnTo>
                    <a:pt x="1878737" y="2101892"/>
                  </a:lnTo>
                  <a:lnTo>
                    <a:pt x="1879593" y="2064051"/>
                  </a:lnTo>
                  <a:lnTo>
                    <a:pt x="1880448" y="1955951"/>
                  </a:lnTo>
                  <a:lnTo>
                    <a:pt x="1881304" y="1941747"/>
                  </a:lnTo>
                  <a:lnTo>
                    <a:pt x="1882159" y="1911472"/>
                  </a:lnTo>
                  <a:lnTo>
                    <a:pt x="1883015" y="1886363"/>
                  </a:lnTo>
                  <a:lnTo>
                    <a:pt x="1883870" y="1856345"/>
                  </a:lnTo>
                  <a:lnTo>
                    <a:pt x="1884726" y="1865342"/>
                  </a:lnTo>
                  <a:lnTo>
                    <a:pt x="1885581" y="1964080"/>
                  </a:lnTo>
                  <a:lnTo>
                    <a:pt x="1886437" y="2015756"/>
                  </a:lnTo>
                  <a:lnTo>
                    <a:pt x="1887293" y="2032467"/>
                  </a:lnTo>
                  <a:lnTo>
                    <a:pt x="1888148" y="1906175"/>
                  </a:lnTo>
                  <a:lnTo>
                    <a:pt x="1889004" y="1863336"/>
                  </a:lnTo>
                  <a:lnTo>
                    <a:pt x="1889859" y="1841065"/>
                  </a:lnTo>
                  <a:lnTo>
                    <a:pt x="1890715" y="1869591"/>
                  </a:lnTo>
                  <a:lnTo>
                    <a:pt x="1891570" y="1764700"/>
                  </a:lnTo>
                  <a:lnTo>
                    <a:pt x="1892426" y="1662302"/>
                  </a:lnTo>
                  <a:lnTo>
                    <a:pt x="1893281" y="1679104"/>
                  </a:lnTo>
                  <a:lnTo>
                    <a:pt x="1894137" y="1642424"/>
                  </a:lnTo>
                  <a:lnTo>
                    <a:pt x="1894992" y="1647309"/>
                  </a:lnTo>
                  <a:lnTo>
                    <a:pt x="1895848" y="1622938"/>
                  </a:lnTo>
                  <a:lnTo>
                    <a:pt x="1896703" y="1705695"/>
                  </a:lnTo>
                  <a:lnTo>
                    <a:pt x="1897559" y="1718534"/>
                  </a:lnTo>
                  <a:lnTo>
                    <a:pt x="1898414" y="1813819"/>
                  </a:lnTo>
                  <a:lnTo>
                    <a:pt x="1899270" y="1933023"/>
                  </a:lnTo>
                  <a:lnTo>
                    <a:pt x="1900125" y="2046824"/>
                  </a:lnTo>
                  <a:lnTo>
                    <a:pt x="1900981" y="2126167"/>
                  </a:lnTo>
                  <a:lnTo>
                    <a:pt x="1901836" y="2151707"/>
                  </a:lnTo>
                  <a:lnTo>
                    <a:pt x="1902692" y="2195097"/>
                  </a:lnTo>
                  <a:lnTo>
                    <a:pt x="1903548" y="2225280"/>
                  </a:lnTo>
                  <a:lnTo>
                    <a:pt x="1904403" y="2214830"/>
                  </a:lnTo>
                  <a:lnTo>
                    <a:pt x="1905259" y="2231572"/>
                  </a:lnTo>
                  <a:lnTo>
                    <a:pt x="1906114" y="2204713"/>
                  </a:lnTo>
                  <a:lnTo>
                    <a:pt x="1906970" y="2200570"/>
                  </a:lnTo>
                  <a:lnTo>
                    <a:pt x="1907825" y="2181965"/>
                  </a:lnTo>
                  <a:lnTo>
                    <a:pt x="1908681" y="2145767"/>
                  </a:lnTo>
                  <a:lnTo>
                    <a:pt x="1909536" y="2129027"/>
                  </a:lnTo>
                  <a:lnTo>
                    <a:pt x="1910392" y="2079515"/>
                  </a:lnTo>
                  <a:lnTo>
                    <a:pt x="1911247" y="2033914"/>
                  </a:lnTo>
                  <a:lnTo>
                    <a:pt x="1912103" y="1927490"/>
                  </a:lnTo>
                  <a:lnTo>
                    <a:pt x="1912958" y="1924118"/>
                  </a:lnTo>
                  <a:lnTo>
                    <a:pt x="1913814" y="1891836"/>
                  </a:lnTo>
                  <a:lnTo>
                    <a:pt x="1914669" y="1897438"/>
                  </a:lnTo>
                  <a:lnTo>
                    <a:pt x="1915525" y="1900872"/>
                  </a:lnTo>
                  <a:lnTo>
                    <a:pt x="1916380" y="1915640"/>
                  </a:lnTo>
                  <a:lnTo>
                    <a:pt x="1917236" y="1965500"/>
                  </a:lnTo>
                  <a:lnTo>
                    <a:pt x="1918091" y="2049145"/>
                  </a:lnTo>
                  <a:lnTo>
                    <a:pt x="1918947" y="2030955"/>
                  </a:lnTo>
                  <a:lnTo>
                    <a:pt x="1919803" y="2053571"/>
                  </a:lnTo>
                  <a:lnTo>
                    <a:pt x="1920658" y="2055478"/>
                  </a:lnTo>
                  <a:lnTo>
                    <a:pt x="1921514" y="1997213"/>
                  </a:lnTo>
                  <a:lnTo>
                    <a:pt x="1922369" y="2003717"/>
                  </a:lnTo>
                  <a:lnTo>
                    <a:pt x="1923225" y="1922613"/>
                  </a:lnTo>
                  <a:lnTo>
                    <a:pt x="1924080" y="1868297"/>
                  </a:lnTo>
                  <a:lnTo>
                    <a:pt x="1924936" y="1946984"/>
                  </a:lnTo>
                  <a:lnTo>
                    <a:pt x="1925791" y="1922399"/>
                  </a:lnTo>
                  <a:lnTo>
                    <a:pt x="1926647" y="1952778"/>
                  </a:lnTo>
                  <a:lnTo>
                    <a:pt x="1927502" y="1932056"/>
                  </a:lnTo>
                  <a:lnTo>
                    <a:pt x="1928358" y="1835353"/>
                  </a:lnTo>
                  <a:lnTo>
                    <a:pt x="1929213" y="1876176"/>
                  </a:lnTo>
                  <a:lnTo>
                    <a:pt x="1930069" y="1769111"/>
                  </a:lnTo>
                  <a:lnTo>
                    <a:pt x="1930924" y="1723872"/>
                  </a:lnTo>
                  <a:lnTo>
                    <a:pt x="1931780" y="1789298"/>
                  </a:lnTo>
                  <a:lnTo>
                    <a:pt x="1932635" y="1685501"/>
                  </a:lnTo>
                  <a:lnTo>
                    <a:pt x="1933491" y="1732583"/>
                  </a:lnTo>
                  <a:lnTo>
                    <a:pt x="1934347" y="1734286"/>
                  </a:lnTo>
                  <a:lnTo>
                    <a:pt x="1935202" y="1692182"/>
                  </a:lnTo>
                  <a:lnTo>
                    <a:pt x="1936058" y="1686162"/>
                  </a:lnTo>
                  <a:lnTo>
                    <a:pt x="1936913" y="1697967"/>
                  </a:lnTo>
                  <a:lnTo>
                    <a:pt x="1937769" y="1651799"/>
                  </a:lnTo>
                  <a:lnTo>
                    <a:pt x="1938624" y="1653881"/>
                  </a:lnTo>
                  <a:lnTo>
                    <a:pt x="1939480" y="1680451"/>
                  </a:lnTo>
                  <a:lnTo>
                    <a:pt x="1940335" y="1657808"/>
                  </a:lnTo>
                  <a:lnTo>
                    <a:pt x="1941191" y="1714907"/>
                  </a:lnTo>
                  <a:lnTo>
                    <a:pt x="1942046" y="1720272"/>
                  </a:lnTo>
                  <a:lnTo>
                    <a:pt x="1942902" y="1716557"/>
                  </a:lnTo>
                  <a:lnTo>
                    <a:pt x="1943757" y="1796375"/>
                  </a:lnTo>
                  <a:lnTo>
                    <a:pt x="1944613" y="1786032"/>
                  </a:lnTo>
                  <a:lnTo>
                    <a:pt x="1945468" y="1829469"/>
                  </a:lnTo>
                  <a:lnTo>
                    <a:pt x="1946324" y="1839409"/>
                  </a:lnTo>
                  <a:lnTo>
                    <a:pt x="1947179" y="1912489"/>
                  </a:lnTo>
                  <a:lnTo>
                    <a:pt x="1948035" y="1878936"/>
                  </a:lnTo>
                  <a:lnTo>
                    <a:pt x="1948890" y="1824653"/>
                  </a:lnTo>
                  <a:lnTo>
                    <a:pt x="1949746" y="1831214"/>
                  </a:lnTo>
                  <a:lnTo>
                    <a:pt x="1950602" y="1827631"/>
                  </a:lnTo>
                  <a:lnTo>
                    <a:pt x="1951457" y="1836336"/>
                  </a:lnTo>
                  <a:lnTo>
                    <a:pt x="1952313" y="1887725"/>
                  </a:lnTo>
                  <a:lnTo>
                    <a:pt x="1953168" y="1926711"/>
                  </a:lnTo>
                  <a:lnTo>
                    <a:pt x="1954024" y="1959264"/>
                  </a:lnTo>
                  <a:lnTo>
                    <a:pt x="1954879" y="1818170"/>
                  </a:lnTo>
                  <a:lnTo>
                    <a:pt x="1955735" y="1806835"/>
                  </a:lnTo>
                  <a:lnTo>
                    <a:pt x="1956590" y="1852236"/>
                  </a:lnTo>
                  <a:lnTo>
                    <a:pt x="1957446" y="1870074"/>
                  </a:lnTo>
                  <a:lnTo>
                    <a:pt x="1958301" y="1898100"/>
                  </a:lnTo>
                  <a:lnTo>
                    <a:pt x="1959157" y="1811104"/>
                  </a:lnTo>
                  <a:lnTo>
                    <a:pt x="1960012" y="1794173"/>
                  </a:lnTo>
                  <a:lnTo>
                    <a:pt x="1960868" y="1878427"/>
                  </a:lnTo>
                  <a:lnTo>
                    <a:pt x="1961723" y="1808690"/>
                  </a:lnTo>
                  <a:lnTo>
                    <a:pt x="1962579" y="1816654"/>
                  </a:lnTo>
                  <a:lnTo>
                    <a:pt x="1963434" y="1818723"/>
                  </a:lnTo>
                  <a:lnTo>
                    <a:pt x="1964290" y="1820937"/>
                  </a:lnTo>
                  <a:lnTo>
                    <a:pt x="1965145" y="1849214"/>
                  </a:lnTo>
                  <a:lnTo>
                    <a:pt x="1966001" y="1844306"/>
                  </a:lnTo>
                  <a:lnTo>
                    <a:pt x="1966857" y="1873252"/>
                  </a:lnTo>
                  <a:lnTo>
                    <a:pt x="1967712" y="1937268"/>
                  </a:lnTo>
                  <a:lnTo>
                    <a:pt x="1968568" y="1929147"/>
                  </a:lnTo>
                  <a:lnTo>
                    <a:pt x="1969423" y="1975969"/>
                  </a:lnTo>
                  <a:lnTo>
                    <a:pt x="1970279" y="2009955"/>
                  </a:lnTo>
                  <a:lnTo>
                    <a:pt x="1971134" y="1951575"/>
                  </a:lnTo>
                  <a:lnTo>
                    <a:pt x="1971990" y="1881418"/>
                  </a:lnTo>
                  <a:lnTo>
                    <a:pt x="1972845" y="1813755"/>
                  </a:lnTo>
                  <a:lnTo>
                    <a:pt x="1973701" y="1829461"/>
                  </a:lnTo>
                  <a:lnTo>
                    <a:pt x="1974556" y="1832955"/>
                  </a:lnTo>
                  <a:lnTo>
                    <a:pt x="1975412" y="1746146"/>
                  </a:lnTo>
                  <a:lnTo>
                    <a:pt x="1976267" y="1735866"/>
                  </a:lnTo>
                  <a:lnTo>
                    <a:pt x="1977123" y="1786104"/>
                  </a:lnTo>
                  <a:lnTo>
                    <a:pt x="1977978" y="1810159"/>
                  </a:lnTo>
                  <a:lnTo>
                    <a:pt x="1978834" y="1872532"/>
                  </a:lnTo>
                  <a:lnTo>
                    <a:pt x="1979689" y="1870841"/>
                  </a:lnTo>
                  <a:lnTo>
                    <a:pt x="1980545" y="1967084"/>
                  </a:lnTo>
                  <a:lnTo>
                    <a:pt x="1981401" y="2073280"/>
                  </a:lnTo>
                  <a:lnTo>
                    <a:pt x="1982256" y="2063119"/>
                  </a:lnTo>
                  <a:lnTo>
                    <a:pt x="1983112" y="1986853"/>
                  </a:lnTo>
                  <a:lnTo>
                    <a:pt x="1983967" y="2018219"/>
                  </a:lnTo>
                  <a:lnTo>
                    <a:pt x="1984823" y="2010212"/>
                  </a:lnTo>
                  <a:lnTo>
                    <a:pt x="1985678" y="2025846"/>
                  </a:lnTo>
                  <a:lnTo>
                    <a:pt x="1986534" y="2081425"/>
                  </a:lnTo>
                  <a:lnTo>
                    <a:pt x="1987389" y="2109773"/>
                  </a:lnTo>
                  <a:lnTo>
                    <a:pt x="1988245" y="2116966"/>
                  </a:lnTo>
                  <a:lnTo>
                    <a:pt x="1989100" y="2102560"/>
                  </a:lnTo>
                  <a:lnTo>
                    <a:pt x="1989956" y="2103332"/>
                  </a:lnTo>
                  <a:lnTo>
                    <a:pt x="1990811" y="2052421"/>
                  </a:lnTo>
                  <a:lnTo>
                    <a:pt x="1991667" y="2070610"/>
                  </a:lnTo>
                  <a:lnTo>
                    <a:pt x="1992522" y="2089706"/>
                  </a:lnTo>
                  <a:lnTo>
                    <a:pt x="1993378" y="2025356"/>
                  </a:lnTo>
                  <a:lnTo>
                    <a:pt x="1994233" y="2041961"/>
                  </a:lnTo>
                  <a:lnTo>
                    <a:pt x="1995089" y="2008164"/>
                  </a:lnTo>
                  <a:lnTo>
                    <a:pt x="1995944" y="2058489"/>
                  </a:lnTo>
                  <a:lnTo>
                    <a:pt x="1996800" y="1929968"/>
                  </a:lnTo>
                  <a:lnTo>
                    <a:pt x="1997656" y="1868110"/>
                  </a:lnTo>
                  <a:lnTo>
                    <a:pt x="1998511" y="1870407"/>
                  </a:lnTo>
                  <a:lnTo>
                    <a:pt x="1999367" y="1849313"/>
                  </a:lnTo>
                  <a:lnTo>
                    <a:pt x="2000222" y="1772017"/>
                  </a:lnTo>
                  <a:lnTo>
                    <a:pt x="2001078" y="1742964"/>
                  </a:lnTo>
                  <a:lnTo>
                    <a:pt x="2001933" y="1737175"/>
                  </a:lnTo>
                  <a:lnTo>
                    <a:pt x="2002789" y="1636225"/>
                  </a:lnTo>
                  <a:lnTo>
                    <a:pt x="2003644" y="1656968"/>
                  </a:lnTo>
                  <a:lnTo>
                    <a:pt x="2004500" y="1601896"/>
                  </a:lnTo>
                  <a:lnTo>
                    <a:pt x="2005355" y="1596659"/>
                  </a:lnTo>
                  <a:lnTo>
                    <a:pt x="2006211" y="1602931"/>
                  </a:lnTo>
                  <a:lnTo>
                    <a:pt x="2007066" y="1589498"/>
                  </a:lnTo>
                  <a:lnTo>
                    <a:pt x="2007922" y="1600919"/>
                  </a:lnTo>
                  <a:lnTo>
                    <a:pt x="2008777" y="1626073"/>
                  </a:lnTo>
                  <a:lnTo>
                    <a:pt x="2009633" y="1608231"/>
                  </a:lnTo>
                  <a:lnTo>
                    <a:pt x="2010488" y="1688032"/>
                  </a:lnTo>
                  <a:lnTo>
                    <a:pt x="2011344" y="1607369"/>
                  </a:lnTo>
                  <a:lnTo>
                    <a:pt x="2012199" y="1647069"/>
                  </a:lnTo>
                  <a:lnTo>
                    <a:pt x="2013055" y="1712495"/>
                  </a:lnTo>
                  <a:lnTo>
                    <a:pt x="2013911" y="1662835"/>
                  </a:lnTo>
                  <a:lnTo>
                    <a:pt x="2014766" y="1695382"/>
                  </a:lnTo>
                  <a:lnTo>
                    <a:pt x="2015622" y="1618355"/>
                  </a:lnTo>
                  <a:lnTo>
                    <a:pt x="2016477" y="1659189"/>
                  </a:lnTo>
                  <a:lnTo>
                    <a:pt x="2017333" y="1657389"/>
                  </a:lnTo>
                  <a:lnTo>
                    <a:pt x="2018188" y="1647081"/>
                  </a:lnTo>
                  <a:lnTo>
                    <a:pt x="2019044" y="1624305"/>
                  </a:lnTo>
                  <a:lnTo>
                    <a:pt x="2019899" y="1611321"/>
                  </a:lnTo>
                  <a:lnTo>
                    <a:pt x="2020755" y="1700829"/>
                  </a:lnTo>
                  <a:lnTo>
                    <a:pt x="2021610" y="1738860"/>
                  </a:lnTo>
                  <a:lnTo>
                    <a:pt x="2022466" y="1721897"/>
                  </a:lnTo>
                  <a:lnTo>
                    <a:pt x="2023321" y="1718515"/>
                  </a:lnTo>
                  <a:lnTo>
                    <a:pt x="2024177" y="1690942"/>
                  </a:lnTo>
                  <a:lnTo>
                    <a:pt x="2025032" y="1725201"/>
                  </a:lnTo>
                  <a:lnTo>
                    <a:pt x="2025888" y="1709875"/>
                  </a:lnTo>
                  <a:lnTo>
                    <a:pt x="2026743" y="1628693"/>
                  </a:lnTo>
                  <a:lnTo>
                    <a:pt x="2027599" y="1630868"/>
                  </a:lnTo>
                  <a:lnTo>
                    <a:pt x="2028454" y="1610449"/>
                  </a:lnTo>
                  <a:lnTo>
                    <a:pt x="2029310" y="1622458"/>
                  </a:lnTo>
                  <a:lnTo>
                    <a:pt x="2030166" y="1706504"/>
                  </a:lnTo>
                  <a:lnTo>
                    <a:pt x="2031021" y="1654786"/>
                  </a:lnTo>
                  <a:lnTo>
                    <a:pt x="2031877" y="1671343"/>
                  </a:lnTo>
                  <a:lnTo>
                    <a:pt x="2032732" y="1719450"/>
                  </a:lnTo>
                  <a:lnTo>
                    <a:pt x="2033588" y="1733181"/>
                  </a:lnTo>
                  <a:lnTo>
                    <a:pt x="2034443" y="1752244"/>
                  </a:lnTo>
                  <a:lnTo>
                    <a:pt x="2035299" y="1624346"/>
                  </a:lnTo>
                  <a:lnTo>
                    <a:pt x="2036154" y="1616873"/>
                  </a:lnTo>
                  <a:lnTo>
                    <a:pt x="2037010" y="1598173"/>
                  </a:lnTo>
                  <a:lnTo>
                    <a:pt x="2037865" y="1555653"/>
                  </a:lnTo>
                  <a:lnTo>
                    <a:pt x="2038721" y="1559495"/>
                  </a:lnTo>
                  <a:lnTo>
                    <a:pt x="2039576" y="1534347"/>
                  </a:lnTo>
                  <a:lnTo>
                    <a:pt x="2040432" y="1544111"/>
                  </a:lnTo>
                  <a:lnTo>
                    <a:pt x="2041287" y="1539880"/>
                  </a:lnTo>
                  <a:lnTo>
                    <a:pt x="2042143" y="1530291"/>
                  </a:lnTo>
                  <a:lnTo>
                    <a:pt x="2042998" y="1534831"/>
                  </a:lnTo>
                  <a:lnTo>
                    <a:pt x="2043854" y="1544562"/>
                  </a:lnTo>
                  <a:lnTo>
                    <a:pt x="2044710" y="1560712"/>
                  </a:lnTo>
                  <a:lnTo>
                    <a:pt x="2045565" y="1567836"/>
                  </a:lnTo>
                  <a:lnTo>
                    <a:pt x="2046421" y="1585586"/>
                  </a:lnTo>
                  <a:lnTo>
                    <a:pt x="2047276" y="1576883"/>
                  </a:lnTo>
                  <a:lnTo>
                    <a:pt x="2048132" y="1556156"/>
                  </a:lnTo>
                  <a:lnTo>
                    <a:pt x="2048987" y="1537279"/>
                  </a:lnTo>
                  <a:lnTo>
                    <a:pt x="2049843" y="1511623"/>
                  </a:lnTo>
                  <a:lnTo>
                    <a:pt x="2050698" y="1447451"/>
                  </a:lnTo>
                  <a:lnTo>
                    <a:pt x="2051554" y="1455431"/>
                  </a:lnTo>
                  <a:lnTo>
                    <a:pt x="2052409" y="1430419"/>
                  </a:lnTo>
                  <a:lnTo>
                    <a:pt x="2053265" y="1445002"/>
                  </a:lnTo>
                  <a:lnTo>
                    <a:pt x="2054120" y="1481815"/>
                  </a:lnTo>
                  <a:lnTo>
                    <a:pt x="2054976" y="1468538"/>
                  </a:lnTo>
                  <a:lnTo>
                    <a:pt x="2055831" y="1556548"/>
                  </a:lnTo>
                  <a:lnTo>
                    <a:pt x="2056687" y="1588206"/>
                  </a:lnTo>
                  <a:lnTo>
                    <a:pt x="2057542" y="1640662"/>
                  </a:lnTo>
                  <a:lnTo>
                    <a:pt x="2058398" y="1642386"/>
                  </a:lnTo>
                  <a:lnTo>
                    <a:pt x="2059253" y="1669996"/>
                  </a:lnTo>
                  <a:lnTo>
                    <a:pt x="2060109" y="1758953"/>
                  </a:lnTo>
                  <a:lnTo>
                    <a:pt x="2060965" y="1732149"/>
                  </a:lnTo>
                  <a:lnTo>
                    <a:pt x="2061820" y="1670692"/>
                  </a:lnTo>
                  <a:lnTo>
                    <a:pt x="2062676" y="1706834"/>
                  </a:lnTo>
                  <a:lnTo>
                    <a:pt x="2063531" y="1714717"/>
                  </a:lnTo>
                  <a:lnTo>
                    <a:pt x="2064387" y="1694283"/>
                  </a:lnTo>
                  <a:lnTo>
                    <a:pt x="2065242" y="1733864"/>
                  </a:lnTo>
                  <a:lnTo>
                    <a:pt x="2066098" y="1714345"/>
                  </a:lnTo>
                  <a:lnTo>
                    <a:pt x="2066953" y="1697254"/>
                  </a:lnTo>
                  <a:lnTo>
                    <a:pt x="2067809" y="1667693"/>
                  </a:lnTo>
                  <a:lnTo>
                    <a:pt x="2068664" y="1725608"/>
                  </a:lnTo>
                  <a:lnTo>
                    <a:pt x="2069520" y="1740829"/>
                  </a:lnTo>
                  <a:lnTo>
                    <a:pt x="2070375" y="1752203"/>
                  </a:lnTo>
                  <a:lnTo>
                    <a:pt x="2071231" y="1734740"/>
                  </a:lnTo>
                  <a:lnTo>
                    <a:pt x="2072086" y="1708911"/>
                  </a:lnTo>
                  <a:lnTo>
                    <a:pt x="2072942" y="1667335"/>
                  </a:lnTo>
                  <a:lnTo>
                    <a:pt x="2073797" y="1584453"/>
                  </a:lnTo>
                  <a:lnTo>
                    <a:pt x="2074653" y="1559525"/>
                  </a:lnTo>
                  <a:lnTo>
                    <a:pt x="2075508" y="1495611"/>
                  </a:lnTo>
                  <a:lnTo>
                    <a:pt x="2076364" y="1399198"/>
                  </a:lnTo>
                  <a:lnTo>
                    <a:pt x="2077220" y="1327807"/>
                  </a:lnTo>
                  <a:lnTo>
                    <a:pt x="2078075" y="1321039"/>
                  </a:lnTo>
                  <a:lnTo>
                    <a:pt x="2078931" y="1292472"/>
                  </a:lnTo>
                  <a:lnTo>
                    <a:pt x="2079786" y="1291294"/>
                  </a:lnTo>
                  <a:lnTo>
                    <a:pt x="2080642" y="1305375"/>
                  </a:lnTo>
                  <a:lnTo>
                    <a:pt x="2081497" y="1133238"/>
                  </a:lnTo>
                  <a:lnTo>
                    <a:pt x="2082353" y="1178483"/>
                  </a:lnTo>
                  <a:lnTo>
                    <a:pt x="2083208" y="1194400"/>
                  </a:lnTo>
                  <a:lnTo>
                    <a:pt x="2084064" y="1184579"/>
                  </a:lnTo>
                  <a:lnTo>
                    <a:pt x="2084919" y="1118016"/>
                  </a:lnTo>
                  <a:lnTo>
                    <a:pt x="2085775" y="1104991"/>
                  </a:lnTo>
                  <a:lnTo>
                    <a:pt x="2086630" y="1013658"/>
                  </a:lnTo>
                  <a:lnTo>
                    <a:pt x="2087486" y="995224"/>
                  </a:lnTo>
                  <a:lnTo>
                    <a:pt x="2088341" y="935102"/>
                  </a:lnTo>
                  <a:lnTo>
                    <a:pt x="2089197" y="973422"/>
                  </a:lnTo>
                  <a:lnTo>
                    <a:pt x="2090052" y="1004853"/>
                  </a:lnTo>
                  <a:lnTo>
                    <a:pt x="2090908" y="1089040"/>
                  </a:lnTo>
                  <a:lnTo>
                    <a:pt x="2091764" y="1096036"/>
                  </a:lnTo>
                  <a:lnTo>
                    <a:pt x="2092619" y="1141733"/>
                  </a:lnTo>
                  <a:lnTo>
                    <a:pt x="2093475" y="1145979"/>
                  </a:lnTo>
                  <a:lnTo>
                    <a:pt x="2094330" y="1117656"/>
                  </a:lnTo>
                  <a:lnTo>
                    <a:pt x="2095186" y="1160370"/>
                  </a:lnTo>
                  <a:lnTo>
                    <a:pt x="2096041" y="1134813"/>
                  </a:lnTo>
                  <a:lnTo>
                    <a:pt x="2096897" y="1110602"/>
                  </a:lnTo>
                  <a:lnTo>
                    <a:pt x="2097752" y="1067146"/>
                  </a:lnTo>
                  <a:lnTo>
                    <a:pt x="2098608" y="1063320"/>
                  </a:lnTo>
                  <a:lnTo>
                    <a:pt x="2099463" y="958762"/>
                  </a:lnTo>
                  <a:lnTo>
                    <a:pt x="2100319" y="930951"/>
                  </a:lnTo>
                  <a:lnTo>
                    <a:pt x="2101174" y="943703"/>
                  </a:lnTo>
                  <a:lnTo>
                    <a:pt x="2102030" y="1026117"/>
                  </a:lnTo>
                  <a:lnTo>
                    <a:pt x="2102885" y="1075587"/>
                  </a:lnTo>
                  <a:lnTo>
                    <a:pt x="2103741" y="1135990"/>
                  </a:lnTo>
                  <a:lnTo>
                    <a:pt x="2104596" y="1189771"/>
                  </a:lnTo>
                  <a:lnTo>
                    <a:pt x="2105452" y="1175702"/>
                  </a:lnTo>
                  <a:lnTo>
                    <a:pt x="2106307" y="1217594"/>
                  </a:lnTo>
                  <a:lnTo>
                    <a:pt x="2107163" y="1228513"/>
                  </a:lnTo>
                  <a:lnTo>
                    <a:pt x="2108019" y="1448020"/>
                  </a:lnTo>
                  <a:lnTo>
                    <a:pt x="2108874" y="1447750"/>
                  </a:lnTo>
                  <a:lnTo>
                    <a:pt x="2109730" y="1395932"/>
                  </a:lnTo>
                  <a:lnTo>
                    <a:pt x="2110585" y="1402891"/>
                  </a:lnTo>
                  <a:lnTo>
                    <a:pt x="2111441" y="1457779"/>
                  </a:lnTo>
                  <a:lnTo>
                    <a:pt x="2112296" y="1428397"/>
                  </a:lnTo>
                  <a:lnTo>
                    <a:pt x="2113152" y="1476040"/>
                  </a:lnTo>
                  <a:lnTo>
                    <a:pt x="2114007" y="1460481"/>
                  </a:lnTo>
                  <a:lnTo>
                    <a:pt x="2114863" y="1450612"/>
                  </a:lnTo>
                  <a:lnTo>
                    <a:pt x="2115718" y="1529871"/>
                  </a:lnTo>
                  <a:lnTo>
                    <a:pt x="2116574" y="1427819"/>
                  </a:lnTo>
                  <a:lnTo>
                    <a:pt x="2117429" y="1488637"/>
                  </a:lnTo>
                  <a:lnTo>
                    <a:pt x="2118285" y="1479336"/>
                  </a:lnTo>
                  <a:lnTo>
                    <a:pt x="2119140" y="1413903"/>
                  </a:lnTo>
                  <a:lnTo>
                    <a:pt x="2119996" y="1438605"/>
                  </a:lnTo>
                  <a:lnTo>
                    <a:pt x="2120851" y="1371601"/>
                  </a:lnTo>
                  <a:lnTo>
                    <a:pt x="2121707" y="1505347"/>
                  </a:lnTo>
                  <a:lnTo>
                    <a:pt x="2122562" y="1586571"/>
                  </a:lnTo>
                  <a:lnTo>
                    <a:pt x="2123418" y="1560670"/>
                  </a:lnTo>
                  <a:lnTo>
                    <a:pt x="2124274" y="1649851"/>
                  </a:lnTo>
                  <a:lnTo>
                    <a:pt x="2125129" y="1667559"/>
                  </a:lnTo>
                  <a:lnTo>
                    <a:pt x="2125985" y="1794780"/>
                  </a:lnTo>
                  <a:lnTo>
                    <a:pt x="2126840" y="1812760"/>
                  </a:lnTo>
                  <a:lnTo>
                    <a:pt x="2127696" y="1728412"/>
                  </a:lnTo>
                  <a:lnTo>
                    <a:pt x="2128551" y="1724697"/>
                  </a:lnTo>
                  <a:lnTo>
                    <a:pt x="2129407" y="1711457"/>
                  </a:lnTo>
                  <a:lnTo>
                    <a:pt x="2130262" y="1723982"/>
                  </a:lnTo>
                  <a:lnTo>
                    <a:pt x="2131118" y="1733739"/>
                  </a:lnTo>
                  <a:lnTo>
                    <a:pt x="2131973" y="1822375"/>
                  </a:lnTo>
                  <a:lnTo>
                    <a:pt x="2132829" y="1823627"/>
                  </a:lnTo>
                  <a:lnTo>
                    <a:pt x="2133684" y="1801039"/>
                  </a:lnTo>
                  <a:lnTo>
                    <a:pt x="2134540" y="1752172"/>
                  </a:lnTo>
                  <a:lnTo>
                    <a:pt x="2135395" y="1703118"/>
                  </a:lnTo>
                  <a:lnTo>
                    <a:pt x="2136251" y="1744264"/>
                  </a:lnTo>
                  <a:lnTo>
                    <a:pt x="2137106" y="1729541"/>
                  </a:lnTo>
                  <a:lnTo>
                    <a:pt x="2137962" y="1717609"/>
                  </a:lnTo>
                  <a:lnTo>
                    <a:pt x="2138818" y="1732427"/>
                  </a:lnTo>
                  <a:lnTo>
                    <a:pt x="2139673" y="1681405"/>
                  </a:lnTo>
                  <a:lnTo>
                    <a:pt x="2140529" y="1721061"/>
                  </a:lnTo>
                  <a:lnTo>
                    <a:pt x="2141384" y="1660497"/>
                  </a:lnTo>
                  <a:lnTo>
                    <a:pt x="2142240" y="1661111"/>
                  </a:lnTo>
                  <a:lnTo>
                    <a:pt x="2143095" y="1684687"/>
                  </a:lnTo>
                  <a:lnTo>
                    <a:pt x="2143951" y="1667139"/>
                  </a:lnTo>
                  <a:lnTo>
                    <a:pt x="2144806" y="1689249"/>
                  </a:lnTo>
                  <a:lnTo>
                    <a:pt x="2145662" y="1690149"/>
                  </a:lnTo>
                  <a:lnTo>
                    <a:pt x="2146517" y="1658855"/>
                  </a:lnTo>
                  <a:lnTo>
                    <a:pt x="2147373" y="1640837"/>
                  </a:lnTo>
                  <a:lnTo>
                    <a:pt x="2148228" y="1593695"/>
                  </a:lnTo>
                  <a:lnTo>
                    <a:pt x="2149084" y="1613685"/>
                  </a:lnTo>
                  <a:lnTo>
                    <a:pt x="2149939" y="1683188"/>
                  </a:lnTo>
                  <a:lnTo>
                    <a:pt x="2150795" y="1587838"/>
                  </a:lnTo>
                  <a:lnTo>
                    <a:pt x="2151650" y="1671670"/>
                  </a:lnTo>
                  <a:lnTo>
                    <a:pt x="2152506" y="1706505"/>
                  </a:lnTo>
                  <a:lnTo>
                    <a:pt x="2153361" y="1686167"/>
                  </a:lnTo>
                  <a:lnTo>
                    <a:pt x="2154217" y="1703852"/>
                  </a:lnTo>
                  <a:lnTo>
                    <a:pt x="2155073" y="1582208"/>
                  </a:lnTo>
                  <a:lnTo>
                    <a:pt x="2155928" y="1562526"/>
                  </a:lnTo>
                  <a:lnTo>
                    <a:pt x="2156784" y="1595810"/>
                  </a:lnTo>
                  <a:lnTo>
                    <a:pt x="2157639" y="1529953"/>
                  </a:lnTo>
                  <a:lnTo>
                    <a:pt x="2158495" y="1542654"/>
                  </a:lnTo>
                  <a:lnTo>
                    <a:pt x="2159350" y="1544061"/>
                  </a:lnTo>
                  <a:lnTo>
                    <a:pt x="2160206" y="1554847"/>
                  </a:lnTo>
                  <a:lnTo>
                    <a:pt x="2161061" y="1604609"/>
                  </a:lnTo>
                  <a:lnTo>
                    <a:pt x="2161917" y="1643952"/>
                  </a:lnTo>
                  <a:lnTo>
                    <a:pt x="2162772" y="1656978"/>
                  </a:lnTo>
                  <a:lnTo>
                    <a:pt x="2163628" y="1790265"/>
                  </a:lnTo>
                  <a:lnTo>
                    <a:pt x="2164483" y="1892893"/>
                  </a:lnTo>
                  <a:lnTo>
                    <a:pt x="2165339" y="1975015"/>
                  </a:lnTo>
                  <a:lnTo>
                    <a:pt x="2166194" y="2008539"/>
                  </a:lnTo>
                  <a:lnTo>
                    <a:pt x="2167050" y="2008068"/>
                  </a:lnTo>
                  <a:lnTo>
                    <a:pt x="2167905" y="2043965"/>
                  </a:lnTo>
                  <a:lnTo>
                    <a:pt x="2168761" y="2018370"/>
                  </a:lnTo>
                  <a:lnTo>
                    <a:pt x="2169616" y="2033322"/>
                  </a:lnTo>
                  <a:lnTo>
                    <a:pt x="2170472" y="1965664"/>
                  </a:lnTo>
                  <a:lnTo>
                    <a:pt x="2171328" y="1939542"/>
                  </a:lnTo>
                  <a:lnTo>
                    <a:pt x="2172183" y="2018822"/>
                  </a:lnTo>
                  <a:lnTo>
                    <a:pt x="2173039" y="2101741"/>
                  </a:lnTo>
                  <a:lnTo>
                    <a:pt x="2173894" y="2072121"/>
                  </a:lnTo>
                  <a:lnTo>
                    <a:pt x="2174750" y="2136467"/>
                  </a:lnTo>
                  <a:lnTo>
                    <a:pt x="2175605" y="2150902"/>
                  </a:lnTo>
                  <a:lnTo>
                    <a:pt x="2176461" y="2140336"/>
                  </a:lnTo>
                  <a:lnTo>
                    <a:pt x="2177316" y="2126972"/>
                  </a:lnTo>
                  <a:lnTo>
                    <a:pt x="2178172" y="2116374"/>
                  </a:lnTo>
                  <a:lnTo>
                    <a:pt x="2179027" y="2105279"/>
                  </a:lnTo>
                  <a:lnTo>
                    <a:pt x="2179883" y="2103915"/>
                  </a:lnTo>
                  <a:lnTo>
                    <a:pt x="2180738" y="2077441"/>
                  </a:lnTo>
                  <a:lnTo>
                    <a:pt x="2181594" y="2088623"/>
                  </a:lnTo>
                  <a:lnTo>
                    <a:pt x="2182449" y="2072833"/>
                  </a:lnTo>
                  <a:lnTo>
                    <a:pt x="2183305" y="2044019"/>
                  </a:lnTo>
                  <a:lnTo>
                    <a:pt x="2184160" y="1957202"/>
                  </a:lnTo>
                  <a:lnTo>
                    <a:pt x="2185016" y="1994966"/>
                  </a:lnTo>
                  <a:lnTo>
                    <a:pt x="2185872" y="1952229"/>
                  </a:lnTo>
                  <a:lnTo>
                    <a:pt x="2186727" y="1950312"/>
                  </a:lnTo>
                  <a:lnTo>
                    <a:pt x="2187583" y="1948106"/>
                  </a:lnTo>
                  <a:lnTo>
                    <a:pt x="2188438" y="2045087"/>
                  </a:lnTo>
                  <a:lnTo>
                    <a:pt x="2189294" y="2039794"/>
                  </a:lnTo>
                  <a:lnTo>
                    <a:pt x="2190149" y="1991522"/>
                  </a:lnTo>
                  <a:lnTo>
                    <a:pt x="2191005" y="2002017"/>
                  </a:lnTo>
                  <a:lnTo>
                    <a:pt x="2191860" y="1970845"/>
                  </a:lnTo>
                  <a:lnTo>
                    <a:pt x="2192716" y="1952060"/>
                  </a:lnTo>
                  <a:lnTo>
                    <a:pt x="2193571" y="1855678"/>
                  </a:lnTo>
                  <a:lnTo>
                    <a:pt x="2194427" y="1789500"/>
                  </a:lnTo>
                  <a:lnTo>
                    <a:pt x="2195282" y="1851069"/>
                  </a:lnTo>
                  <a:lnTo>
                    <a:pt x="2196138" y="1903425"/>
                  </a:lnTo>
                  <a:lnTo>
                    <a:pt x="2196993" y="1972679"/>
                  </a:lnTo>
                  <a:lnTo>
                    <a:pt x="2197849" y="2031404"/>
                  </a:lnTo>
                  <a:lnTo>
                    <a:pt x="2198704" y="2079341"/>
                  </a:lnTo>
                  <a:lnTo>
                    <a:pt x="2199560" y="2126223"/>
                  </a:lnTo>
                  <a:lnTo>
                    <a:pt x="2200415" y="2146075"/>
                  </a:lnTo>
                  <a:lnTo>
                    <a:pt x="2201271" y="2109077"/>
                  </a:lnTo>
                  <a:lnTo>
                    <a:pt x="2202127" y="2120492"/>
                  </a:lnTo>
                  <a:lnTo>
                    <a:pt x="2202982" y="2100305"/>
                  </a:lnTo>
                  <a:lnTo>
                    <a:pt x="2203838" y="2129274"/>
                  </a:lnTo>
                  <a:lnTo>
                    <a:pt x="2204693" y="2092330"/>
                  </a:lnTo>
                  <a:lnTo>
                    <a:pt x="2205549" y="2105581"/>
                  </a:lnTo>
                  <a:lnTo>
                    <a:pt x="2206404" y="2120319"/>
                  </a:lnTo>
                  <a:lnTo>
                    <a:pt x="2207260" y="2113719"/>
                  </a:lnTo>
                  <a:lnTo>
                    <a:pt x="2208115" y="2088634"/>
                  </a:lnTo>
                  <a:lnTo>
                    <a:pt x="2208971" y="2132797"/>
                  </a:lnTo>
                  <a:lnTo>
                    <a:pt x="2209826" y="2124699"/>
                  </a:lnTo>
                  <a:lnTo>
                    <a:pt x="2210682" y="2110722"/>
                  </a:lnTo>
                  <a:lnTo>
                    <a:pt x="2211537" y="2138006"/>
                  </a:lnTo>
                  <a:lnTo>
                    <a:pt x="2212393" y="2132681"/>
                  </a:lnTo>
                  <a:lnTo>
                    <a:pt x="2213248" y="2130716"/>
                  </a:lnTo>
                  <a:lnTo>
                    <a:pt x="2214104" y="2122176"/>
                  </a:lnTo>
                  <a:lnTo>
                    <a:pt x="2214959" y="2072441"/>
                  </a:lnTo>
                  <a:lnTo>
                    <a:pt x="2215815" y="2078046"/>
                  </a:lnTo>
                  <a:lnTo>
                    <a:pt x="2216670" y="2094868"/>
                  </a:lnTo>
                  <a:lnTo>
                    <a:pt x="2217526" y="2000541"/>
                  </a:lnTo>
                  <a:lnTo>
                    <a:pt x="2218382" y="1931913"/>
                  </a:lnTo>
                  <a:lnTo>
                    <a:pt x="2219237" y="1944273"/>
                  </a:lnTo>
                  <a:lnTo>
                    <a:pt x="2220093" y="1968429"/>
                  </a:lnTo>
                  <a:lnTo>
                    <a:pt x="2220948" y="1899068"/>
                  </a:lnTo>
                  <a:lnTo>
                    <a:pt x="2221804" y="1850382"/>
                  </a:lnTo>
                  <a:lnTo>
                    <a:pt x="2222659" y="1865732"/>
                  </a:lnTo>
                  <a:lnTo>
                    <a:pt x="2223515" y="1882939"/>
                  </a:lnTo>
                  <a:lnTo>
                    <a:pt x="2224370" y="1894958"/>
                  </a:lnTo>
                  <a:lnTo>
                    <a:pt x="2225226" y="1829484"/>
                  </a:lnTo>
                  <a:lnTo>
                    <a:pt x="2226081" y="1818169"/>
                  </a:lnTo>
                  <a:lnTo>
                    <a:pt x="2226937" y="1774274"/>
                  </a:lnTo>
                  <a:lnTo>
                    <a:pt x="2227792" y="1740842"/>
                  </a:lnTo>
                  <a:lnTo>
                    <a:pt x="2228648" y="1801262"/>
                  </a:lnTo>
                  <a:lnTo>
                    <a:pt x="2229503" y="1714199"/>
                  </a:lnTo>
                  <a:lnTo>
                    <a:pt x="2230359" y="1648398"/>
                  </a:lnTo>
                  <a:lnTo>
                    <a:pt x="2231214" y="1655276"/>
                  </a:lnTo>
                  <a:lnTo>
                    <a:pt x="2232070" y="1683647"/>
                  </a:lnTo>
                  <a:lnTo>
                    <a:pt x="2232925" y="1727781"/>
                  </a:lnTo>
                  <a:lnTo>
                    <a:pt x="2233781" y="1634600"/>
                  </a:lnTo>
                  <a:lnTo>
                    <a:pt x="2234637" y="1597961"/>
                  </a:lnTo>
                  <a:lnTo>
                    <a:pt x="2235492" y="1589395"/>
                  </a:lnTo>
                  <a:lnTo>
                    <a:pt x="2236348" y="1601329"/>
                  </a:lnTo>
                  <a:lnTo>
                    <a:pt x="2237203" y="1577288"/>
                  </a:lnTo>
                  <a:lnTo>
                    <a:pt x="2238059" y="1591557"/>
                  </a:lnTo>
                  <a:lnTo>
                    <a:pt x="2238914" y="1598472"/>
                  </a:lnTo>
                  <a:lnTo>
                    <a:pt x="2239770" y="1604326"/>
                  </a:lnTo>
                  <a:lnTo>
                    <a:pt x="2240625" y="1675880"/>
                  </a:lnTo>
                  <a:lnTo>
                    <a:pt x="2241481" y="1657263"/>
                  </a:lnTo>
                  <a:lnTo>
                    <a:pt x="2242336" y="1712605"/>
                  </a:lnTo>
                  <a:lnTo>
                    <a:pt x="2243192" y="1795719"/>
                  </a:lnTo>
                  <a:lnTo>
                    <a:pt x="2244047" y="1758143"/>
                  </a:lnTo>
                  <a:lnTo>
                    <a:pt x="2244903" y="1820024"/>
                  </a:lnTo>
                  <a:lnTo>
                    <a:pt x="2245758" y="1864044"/>
                  </a:lnTo>
                  <a:lnTo>
                    <a:pt x="2246614" y="1937790"/>
                  </a:lnTo>
                  <a:lnTo>
                    <a:pt x="2247469" y="2033807"/>
                  </a:lnTo>
                  <a:lnTo>
                    <a:pt x="2248325" y="2020524"/>
                  </a:lnTo>
                  <a:lnTo>
                    <a:pt x="2249181" y="2003635"/>
                  </a:lnTo>
                  <a:lnTo>
                    <a:pt x="2250036" y="2003843"/>
                  </a:lnTo>
                  <a:lnTo>
                    <a:pt x="2250892" y="2006023"/>
                  </a:lnTo>
                  <a:lnTo>
                    <a:pt x="2251747" y="2046519"/>
                  </a:lnTo>
                  <a:lnTo>
                    <a:pt x="2252603" y="2059290"/>
                  </a:lnTo>
                  <a:lnTo>
                    <a:pt x="2253458" y="2111551"/>
                  </a:lnTo>
                  <a:lnTo>
                    <a:pt x="2254314" y="2144760"/>
                  </a:lnTo>
                  <a:lnTo>
                    <a:pt x="2255169" y="2133585"/>
                  </a:lnTo>
                  <a:lnTo>
                    <a:pt x="2256025" y="2106604"/>
                  </a:lnTo>
                  <a:lnTo>
                    <a:pt x="2256880" y="2070617"/>
                  </a:lnTo>
                  <a:lnTo>
                    <a:pt x="2257736" y="1990190"/>
                  </a:lnTo>
                  <a:lnTo>
                    <a:pt x="2258591" y="1991756"/>
                  </a:lnTo>
                  <a:lnTo>
                    <a:pt x="2259447" y="2028469"/>
                  </a:lnTo>
                  <a:lnTo>
                    <a:pt x="2260302" y="2084327"/>
                  </a:lnTo>
                  <a:lnTo>
                    <a:pt x="2261158" y="2124658"/>
                  </a:lnTo>
                  <a:lnTo>
                    <a:pt x="2262013" y="2137889"/>
                  </a:lnTo>
                  <a:lnTo>
                    <a:pt x="2262869" y="2142081"/>
                  </a:lnTo>
                  <a:lnTo>
                    <a:pt x="2263724" y="2024799"/>
                  </a:lnTo>
                  <a:lnTo>
                    <a:pt x="2264580" y="1936044"/>
                  </a:lnTo>
                  <a:lnTo>
                    <a:pt x="2265436" y="1900327"/>
                  </a:lnTo>
                  <a:lnTo>
                    <a:pt x="2266291" y="1909361"/>
                  </a:lnTo>
                  <a:lnTo>
                    <a:pt x="2267147" y="1848664"/>
                  </a:lnTo>
                  <a:lnTo>
                    <a:pt x="2268002" y="1761776"/>
                  </a:lnTo>
                  <a:lnTo>
                    <a:pt x="2268858" y="1737174"/>
                  </a:lnTo>
                  <a:lnTo>
                    <a:pt x="2269713" y="1774455"/>
                  </a:lnTo>
                  <a:lnTo>
                    <a:pt x="2270569" y="1739136"/>
                  </a:lnTo>
                  <a:lnTo>
                    <a:pt x="2271424" y="1701889"/>
                  </a:lnTo>
                  <a:lnTo>
                    <a:pt x="2272280" y="1796524"/>
                  </a:lnTo>
                  <a:lnTo>
                    <a:pt x="2273135" y="1840441"/>
                  </a:lnTo>
                  <a:lnTo>
                    <a:pt x="2273991" y="1880913"/>
                  </a:lnTo>
                  <a:lnTo>
                    <a:pt x="2274846" y="1945886"/>
                  </a:lnTo>
                  <a:lnTo>
                    <a:pt x="2275702" y="1976265"/>
                  </a:lnTo>
                  <a:lnTo>
                    <a:pt x="2276557" y="2094991"/>
                  </a:lnTo>
                  <a:lnTo>
                    <a:pt x="2277413" y="2072720"/>
                  </a:lnTo>
                  <a:lnTo>
                    <a:pt x="2278268" y="1998230"/>
                  </a:lnTo>
                  <a:lnTo>
                    <a:pt x="2279124" y="1960909"/>
                  </a:lnTo>
                  <a:lnTo>
                    <a:pt x="2279979" y="1974800"/>
                  </a:lnTo>
                  <a:lnTo>
                    <a:pt x="2280835" y="2025714"/>
                  </a:lnTo>
                  <a:lnTo>
                    <a:pt x="2281691" y="2011530"/>
                  </a:lnTo>
                  <a:lnTo>
                    <a:pt x="2282546" y="1896636"/>
                  </a:lnTo>
                  <a:lnTo>
                    <a:pt x="2283402" y="1811258"/>
                  </a:lnTo>
                  <a:lnTo>
                    <a:pt x="2284257" y="1792282"/>
                  </a:lnTo>
                  <a:lnTo>
                    <a:pt x="2285113" y="1787263"/>
                  </a:lnTo>
                  <a:lnTo>
                    <a:pt x="2285968" y="1728114"/>
                  </a:lnTo>
                  <a:lnTo>
                    <a:pt x="2286824" y="1678024"/>
                  </a:lnTo>
                  <a:lnTo>
                    <a:pt x="2287679" y="1684959"/>
                  </a:lnTo>
                  <a:lnTo>
                    <a:pt x="2288535" y="1636474"/>
                  </a:lnTo>
                  <a:lnTo>
                    <a:pt x="2289390" y="1583348"/>
                  </a:lnTo>
                  <a:lnTo>
                    <a:pt x="2290246" y="1569518"/>
                  </a:lnTo>
                  <a:lnTo>
                    <a:pt x="2291101" y="1543585"/>
                  </a:lnTo>
                  <a:lnTo>
                    <a:pt x="2291957" y="1557738"/>
                  </a:lnTo>
                  <a:lnTo>
                    <a:pt x="2292812" y="1558571"/>
                  </a:lnTo>
                  <a:lnTo>
                    <a:pt x="2293668" y="1530886"/>
                  </a:lnTo>
                  <a:lnTo>
                    <a:pt x="2294523" y="1554657"/>
                  </a:lnTo>
                  <a:lnTo>
                    <a:pt x="2295379" y="1581921"/>
                  </a:lnTo>
                  <a:lnTo>
                    <a:pt x="2296235" y="1590633"/>
                  </a:lnTo>
                  <a:lnTo>
                    <a:pt x="2297090" y="1624123"/>
                  </a:lnTo>
                  <a:lnTo>
                    <a:pt x="2297946" y="1654478"/>
                  </a:lnTo>
                  <a:lnTo>
                    <a:pt x="2298801" y="1692926"/>
                  </a:lnTo>
                  <a:lnTo>
                    <a:pt x="2299657" y="1787329"/>
                  </a:lnTo>
                  <a:lnTo>
                    <a:pt x="2300512" y="1808009"/>
                  </a:lnTo>
                  <a:lnTo>
                    <a:pt x="2301368" y="1908431"/>
                  </a:lnTo>
                  <a:lnTo>
                    <a:pt x="2302223" y="2002096"/>
                  </a:lnTo>
                  <a:lnTo>
                    <a:pt x="2303079" y="2071247"/>
                  </a:lnTo>
                  <a:lnTo>
                    <a:pt x="2303934" y="2125903"/>
                  </a:lnTo>
                  <a:lnTo>
                    <a:pt x="2304790" y="2145809"/>
                  </a:lnTo>
                  <a:lnTo>
                    <a:pt x="2305645" y="2162958"/>
                  </a:lnTo>
                  <a:lnTo>
                    <a:pt x="2306501" y="2148438"/>
                  </a:lnTo>
                  <a:lnTo>
                    <a:pt x="2307356" y="2128677"/>
                  </a:lnTo>
                  <a:lnTo>
                    <a:pt x="2308212" y="2135400"/>
                  </a:lnTo>
                  <a:lnTo>
                    <a:pt x="2309067" y="2142584"/>
                  </a:lnTo>
                  <a:lnTo>
                    <a:pt x="2309923" y="2116874"/>
                  </a:lnTo>
                  <a:lnTo>
                    <a:pt x="2310778" y="2105339"/>
                  </a:lnTo>
                  <a:lnTo>
                    <a:pt x="2311634" y="2023709"/>
                  </a:lnTo>
                  <a:lnTo>
                    <a:pt x="2312490" y="1958356"/>
                  </a:lnTo>
                  <a:lnTo>
                    <a:pt x="2313345" y="1842993"/>
                  </a:lnTo>
                  <a:lnTo>
                    <a:pt x="2314201" y="1745335"/>
                  </a:lnTo>
                  <a:lnTo>
                    <a:pt x="2315056" y="1739291"/>
                  </a:lnTo>
                  <a:lnTo>
                    <a:pt x="2315912" y="1753357"/>
                  </a:lnTo>
                  <a:lnTo>
                    <a:pt x="2316767" y="1790880"/>
                  </a:lnTo>
                  <a:lnTo>
                    <a:pt x="2317623" y="1767213"/>
                  </a:lnTo>
                  <a:lnTo>
                    <a:pt x="2318478" y="1717420"/>
                  </a:lnTo>
                  <a:lnTo>
                    <a:pt x="2319334" y="1748813"/>
                  </a:lnTo>
                  <a:lnTo>
                    <a:pt x="2320189" y="1739353"/>
                  </a:lnTo>
                  <a:lnTo>
                    <a:pt x="2321045" y="1749286"/>
                  </a:lnTo>
                  <a:lnTo>
                    <a:pt x="2321900" y="1748508"/>
                  </a:lnTo>
                  <a:lnTo>
                    <a:pt x="2322756" y="1683892"/>
                  </a:lnTo>
                  <a:lnTo>
                    <a:pt x="2323611" y="1686144"/>
                  </a:lnTo>
                  <a:lnTo>
                    <a:pt x="2324467" y="1702556"/>
                  </a:lnTo>
                  <a:lnTo>
                    <a:pt x="2325322" y="1710482"/>
                  </a:lnTo>
                  <a:lnTo>
                    <a:pt x="2326178" y="1677753"/>
                  </a:lnTo>
                  <a:lnTo>
                    <a:pt x="2327033" y="1615061"/>
                  </a:lnTo>
                  <a:lnTo>
                    <a:pt x="2327889" y="1611332"/>
                  </a:lnTo>
                  <a:lnTo>
                    <a:pt x="2328745" y="1643619"/>
                  </a:lnTo>
                  <a:lnTo>
                    <a:pt x="2329600" y="1719526"/>
                  </a:lnTo>
                  <a:lnTo>
                    <a:pt x="2330456" y="1654100"/>
                  </a:lnTo>
                  <a:lnTo>
                    <a:pt x="2331311" y="1758829"/>
                  </a:lnTo>
                  <a:lnTo>
                    <a:pt x="2332167" y="1812633"/>
                  </a:lnTo>
                  <a:lnTo>
                    <a:pt x="2333022" y="1978217"/>
                  </a:lnTo>
                  <a:lnTo>
                    <a:pt x="2333878" y="2011527"/>
                  </a:lnTo>
                  <a:lnTo>
                    <a:pt x="2334733" y="2023827"/>
                  </a:lnTo>
                  <a:lnTo>
                    <a:pt x="2335589" y="2094281"/>
                  </a:lnTo>
                  <a:lnTo>
                    <a:pt x="2336444" y="2062991"/>
                  </a:lnTo>
                  <a:lnTo>
                    <a:pt x="2337300" y="2101967"/>
                  </a:lnTo>
                  <a:lnTo>
                    <a:pt x="2338155" y="2072760"/>
                  </a:lnTo>
                  <a:lnTo>
                    <a:pt x="2339011" y="2097787"/>
                  </a:lnTo>
                  <a:lnTo>
                    <a:pt x="2339866" y="2023534"/>
                  </a:lnTo>
                  <a:lnTo>
                    <a:pt x="2340722" y="2026642"/>
                  </a:lnTo>
                  <a:lnTo>
                    <a:pt x="2341577" y="2043938"/>
                  </a:lnTo>
                  <a:lnTo>
                    <a:pt x="2342433" y="2061784"/>
                  </a:lnTo>
                  <a:lnTo>
                    <a:pt x="2343289" y="2068730"/>
                  </a:lnTo>
                  <a:lnTo>
                    <a:pt x="2344144" y="2014743"/>
                  </a:lnTo>
                  <a:lnTo>
                    <a:pt x="2345000" y="1916883"/>
                  </a:lnTo>
                  <a:lnTo>
                    <a:pt x="2345855" y="1852771"/>
                  </a:lnTo>
                  <a:lnTo>
                    <a:pt x="2346711" y="1849320"/>
                  </a:lnTo>
                  <a:lnTo>
                    <a:pt x="2347566" y="1932351"/>
                  </a:lnTo>
                  <a:lnTo>
                    <a:pt x="2348422" y="1926192"/>
                  </a:lnTo>
                  <a:lnTo>
                    <a:pt x="2349277" y="1984487"/>
                  </a:lnTo>
                  <a:lnTo>
                    <a:pt x="2350133" y="1989344"/>
                  </a:lnTo>
                  <a:lnTo>
                    <a:pt x="2350988" y="1924004"/>
                  </a:lnTo>
                  <a:lnTo>
                    <a:pt x="2351844" y="1882705"/>
                  </a:lnTo>
                  <a:lnTo>
                    <a:pt x="2352699" y="1783205"/>
                  </a:lnTo>
                  <a:lnTo>
                    <a:pt x="2353555" y="1814887"/>
                  </a:lnTo>
                  <a:lnTo>
                    <a:pt x="2354410" y="1875837"/>
                  </a:lnTo>
                  <a:lnTo>
                    <a:pt x="2355266" y="1858470"/>
                  </a:lnTo>
                  <a:lnTo>
                    <a:pt x="2356121" y="1925344"/>
                  </a:lnTo>
                  <a:lnTo>
                    <a:pt x="2356977" y="2028047"/>
                  </a:lnTo>
                  <a:lnTo>
                    <a:pt x="2357832" y="2067089"/>
                  </a:lnTo>
                  <a:lnTo>
                    <a:pt x="2358688" y="2105722"/>
                  </a:lnTo>
                  <a:lnTo>
                    <a:pt x="2359544" y="2068276"/>
                  </a:lnTo>
                  <a:lnTo>
                    <a:pt x="2360399" y="2039034"/>
                  </a:lnTo>
                  <a:lnTo>
                    <a:pt x="2361255" y="2047495"/>
                  </a:lnTo>
                  <a:lnTo>
                    <a:pt x="2362110" y="2013639"/>
                  </a:lnTo>
                  <a:lnTo>
                    <a:pt x="2362966" y="1950210"/>
                  </a:lnTo>
                  <a:lnTo>
                    <a:pt x="2363821" y="1889737"/>
                  </a:lnTo>
                  <a:lnTo>
                    <a:pt x="2364677" y="1841751"/>
                  </a:lnTo>
                  <a:lnTo>
                    <a:pt x="2365532" y="1865716"/>
                  </a:lnTo>
                  <a:lnTo>
                    <a:pt x="2366388" y="1865521"/>
                  </a:lnTo>
                  <a:lnTo>
                    <a:pt x="2367243" y="1862197"/>
                  </a:lnTo>
                  <a:lnTo>
                    <a:pt x="2368099" y="1757866"/>
                  </a:lnTo>
                  <a:lnTo>
                    <a:pt x="2368954" y="1707317"/>
                  </a:lnTo>
                  <a:lnTo>
                    <a:pt x="2369810" y="1776991"/>
                  </a:lnTo>
                  <a:lnTo>
                    <a:pt x="2370665" y="1771693"/>
                  </a:lnTo>
                  <a:lnTo>
                    <a:pt x="2371521" y="1856637"/>
                  </a:lnTo>
                  <a:lnTo>
                    <a:pt x="2372376" y="1757774"/>
                  </a:lnTo>
                  <a:lnTo>
                    <a:pt x="2373232" y="1786186"/>
                  </a:lnTo>
                  <a:lnTo>
                    <a:pt x="2374087" y="1866575"/>
                  </a:lnTo>
                  <a:lnTo>
                    <a:pt x="2374943" y="1875515"/>
                  </a:lnTo>
                  <a:lnTo>
                    <a:pt x="2375799" y="1859373"/>
                  </a:lnTo>
                  <a:lnTo>
                    <a:pt x="2376654" y="1798514"/>
                  </a:lnTo>
                  <a:lnTo>
                    <a:pt x="2377510" y="1780191"/>
                  </a:lnTo>
                  <a:lnTo>
                    <a:pt x="2378365" y="1840005"/>
                  </a:lnTo>
                  <a:lnTo>
                    <a:pt x="2379221" y="1759555"/>
                  </a:lnTo>
                  <a:lnTo>
                    <a:pt x="2380076" y="1851931"/>
                  </a:lnTo>
                  <a:lnTo>
                    <a:pt x="2380932" y="1851396"/>
                  </a:lnTo>
                  <a:lnTo>
                    <a:pt x="2381787" y="1860558"/>
                  </a:lnTo>
                  <a:lnTo>
                    <a:pt x="2382643" y="1860624"/>
                  </a:lnTo>
                  <a:lnTo>
                    <a:pt x="2383498" y="1805839"/>
                  </a:lnTo>
                  <a:lnTo>
                    <a:pt x="2384354" y="1863275"/>
                  </a:lnTo>
                  <a:lnTo>
                    <a:pt x="2385209" y="1827467"/>
                  </a:lnTo>
                  <a:lnTo>
                    <a:pt x="2386065" y="1765511"/>
                  </a:lnTo>
                  <a:lnTo>
                    <a:pt x="2386920" y="1813384"/>
                  </a:lnTo>
                  <a:lnTo>
                    <a:pt x="2387776" y="1833473"/>
                  </a:lnTo>
                  <a:lnTo>
                    <a:pt x="2388631" y="1858775"/>
                  </a:lnTo>
                  <a:lnTo>
                    <a:pt x="2389487" y="1900066"/>
                  </a:lnTo>
                  <a:lnTo>
                    <a:pt x="2390343" y="1766350"/>
                  </a:lnTo>
                  <a:lnTo>
                    <a:pt x="2391198" y="1845467"/>
                  </a:lnTo>
                  <a:lnTo>
                    <a:pt x="2392054" y="1843213"/>
                  </a:lnTo>
                  <a:lnTo>
                    <a:pt x="2392909" y="1793340"/>
                  </a:lnTo>
                  <a:lnTo>
                    <a:pt x="2393765" y="1794703"/>
                  </a:lnTo>
                  <a:lnTo>
                    <a:pt x="2394620" y="1709200"/>
                  </a:lnTo>
                  <a:lnTo>
                    <a:pt x="2395476" y="1756951"/>
                  </a:lnTo>
                  <a:lnTo>
                    <a:pt x="2396331" y="1738593"/>
                  </a:lnTo>
                  <a:lnTo>
                    <a:pt x="2397187" y="1730992"/>
                  </a:lnTo>
                  <a:lnTo>
                    <a:pt x="2398042" y="1739325"/>
                  </a:lnTo>
                  <a:lnTo>
                    <a:pt x="2398898" y="1798584"/>
                  </a:lnTo>
                  <a:lnTo>
                    <a:pt x="2399753" y="1846406"/>
                  </a:lnTo>
                  <a:lnTo>
                    <a:pt x="2400609" y="1898022"/>
                  </a:lnTo>
                  <a:lnTo>
                    <a:pt x="2401464" y="1893043"/>
                  </a:lnTo>
                  <a:lnTo>
                    <a:pt x="2402320" y="1913523"/>
                  </a:lnTo>
                  <a:lnTo>
                    <a:pt x="2403175" y="1934141"/>
                  </a:lnTo>
                  <a:lnTo>
                    <a:pt x="2404031" y="1970172"/>
                  </a:lnTo>
                  <a:lnTo>
                    <a:pt x="2404886" y="2060350"/>
                  </a:lnTo>
                  <a:lnTo>
                    <a:pt x="2405742" y="1935343"/>
                  </a:lnTo>
                  <a:lnTo>
                    <a:pt x="2406598" y="1894196"/>
                  </a:lnTo>
                  <a:lnTo>
                    <a:pt x="2407453" y="1888234"/>
                  </a:lnTo>
                  <a:lnTo>
                    <a:pt x="2408309" y="1828046"/>
                  </a:lnTo>
                  <a:lnTo>
                    <a:pt x="2409164" y="1876796"/>
                  </a:lnTo>
                  <a:lnTo>
                    <a:pt x="2410020" y="1939911"/>
                  </a:lnTo>
                  <a:lnTo>
                    <a:pt x="2410875" y="1938417"/>
                  </a:lnTo>
                  <a:lnTo>
                    <a:pt x="2411731" y="1859663"/>
                  </a:lnTo>
                  <a:lnTo>
                    <a:pt x="2412586" y="1842185"/>
                  </a:lnTo>
                  <a:lnTo>
                    <a:pt x="2413442" y="1839122"/>
                  </a:lnTo>
                  <a:lnTo>
                    <a:pt x="2414297" y="1844216"/>
                  </a:lnTo>
                  <a:lnTo>
                    <a:pt x="2415153" y="1905376"/>
                  </a:lnTo>
                  <a:lnTo>
                    <a:pt x="2416008" y="2034721"/>
                  </a:lnTo>
                  <a:lnTo>
                    <a:pt x="2416864" y="2115685"/>
                  </a:lnTo>
                  <a:lnTo>
                    <a:pt x="2417719" y="2139455"/>
                  </a:lnTo>
                  <a:lnTo>
                    <a:pt x="2418575" y="2171225"/>
                  </a:lnTo>
                  <a:lnTo>
                    <a:pt x="2419430" y="2209394"/>
                  </a:lnTo>
                  <a:lnTo>
                    <a:pt x="2420286" y="2226695"/>
                  </a:lnTo>
                  <a:lnTo>
                    <a:pt x="2421141" y="2209907"/>
                  </a:lnTo>
                  <a:lnTo>
                    <a:pt x="2421997" y="2231640"/>
                  </a:lnTo>
                  <a:lnTo>
                    <a:pt x="2422853" y="2212955"/>
                  </a:lnTo>
                  <a:lnTo>
                    <a:pt x="2423708" y="2195493"/>
                  </a:lnTo>
                  <a:lnTo>
                    <a:pt x="2424564" y="2197234"/>
                  </a:lnTo>
                  <a:lnTo>
                    <a:pt x="2425419" y="2196555"/>
                  </a:lnTo>
                  <a:lnTo>
                    <a:pt x="2426275" y="2212516"/>
                  </a:lnTo>
                  <a:lnTo>
                    <a:pt x="2427130" y="2181328"/>
                  </a:lnTo>
                  <a:lnTo>
                    <a:pt x="2427986" y="2172961"/>
                  </a:lnTo>
                  <a:lnTo>
                    <a:pt x="2428841" y="2112432"/>
                  </a:lnTo>
                  <a:lnTo>
                    <a:pt x="2429697" y="2123210"/>
                  </a:lnTo>
                  <a:lnTo>
                    <a:pt x="2430552" y="2120782"/>
                  </a:lnTo>
                  <a:lnTo>
                    <a:pt x="2431408" y="2157110"/>
                  </a:lnTo>
                  <a:lnTo>
                    <a:pt x="2432263" y="2211498"/>
                  </a:lnTo>
                  <a:lnTo>
                    <a:pt x="2433119" y="2215805"/>
                  </a:lnTo>
                  <a:lnTo>
                    <a:pt x="2433974" y="2215033"/>
                  </a:lnTo>
                  <a:lnTo>
                    <a:pt x="2434830" y="2229539"/>
                  </a:lnTo>
                  <a:lnTo>
                    <a:pt x="2435685" y="2254384"/>
                  </a:lnTo>
                  <a:lnTo>
                    <a:pt x="2436541" y="2263107"/>
                  </a:lnTo>
                  <a:lnTo>
                    <a:pt x="2437396" y="2200157"/>
                  </a:lnTo>
                  <a:lnTo>
                    <a:pt x="2438252" y="2176753"/>
                  </a:lnTo>
                  <a:lnTo>
                    <a:pt x="2439108" y="2146050"/>
                  </a:lnTo>
                  <a:lnTo>
                    <a:pt x="2439963" y="2115092"/>
                  </a:lnTo>
                  <a:lnTo>
                    <a:pt x="2440819" y="2001068"/>
                  </a:lnTo>
                  <a:lnTo>
                    <a:pt x="2441674" y="1879865"/>
                  </a:lnTo>
                  <a:lnTo>
                    <a:pt x="2442530" y="1809624"/>
                  </a:lnTo>
                  <a:lnTo>
                    <a:pt x="2443385" y="1799824"/>
                  </a:lnTo>
                  <a:lnTo>
                    <a:pt x="2444241" y="1806272"/>
                  </a:lnTo>
                  <a:lnTo>
                    <a:pt x="2445096" y="1845516"/>
                  </a:lnTo>
                  <a:lnTo>
                    <a:pt x="2445952" y="1791110"/>
                  </a:lnTo>
                  <a:lnTo>
                    <a:pt x="2446807" y="1707716"/>
                  </a:lnTo>
                  <a:lnTo>
                    <a:pt x="2447663" y="1734619"/>
                  </a:lnTo>
                  <a:lnTo>
                    <a:pt x="2448518" y="1750074"/>
                  </a:lnTo>
                  <a:lnTo>
                    <a:pt x="2449374" y="1722853"/>
                  </a:lnTo>
                  <a:lnTo>
                    <a:pt x="2450229" y="1961482"/>
                  </a:lnTo>
                  <a:lnTo>
                    <a:pt x="2451085" y="1991742"/>
                  </a:lnTo>
                  <a:lnTo>
                    <a:pt x="2451940" y="1962882"/>
                  </a:lnTo>
                  <a:lnTo>
                    <a:pt x="2452796" y="1956092"/>
                  </a:lnTo>
                  <a:lnTo>
                    <a:pt x="2453652" y="1948195"/>
                  </a:lnTo>
                  <a:lnTo>
                    <a:pt x="2454507" y="1912601"/>
                  </a:lnTo>
                  <a:lnTo>
                    <a:pt x="2455363" y="1935657"/>
                  </a:lnTo>
                  <a:lnTo>
                    <a:pt x="2456218" y="1870485"/>
                  </a:lnTo>
                  <a:lnTo>
                    <a:pt x="2457074" y="1890672"/>
                  </a:lnTo>
                  <a:lnTo>
                    <a:pt x="2457929" y="1887738"/>
                  </a:lnTo>
                  <a:lnTo>
                    <a:pt x="2458785" y="1912010"/>
                  </a:lnTo>
                  <a:lnTo>
                    <a:pt x="2459640" y="1914944"/>
                  </a:lnTo>
                  <a:lnTo>
                    <a:pt x="2460496" y="1935565"/>
                  </a:lnTo>
                  <a:lnTo>
                    <a:pt x="2461351" y="1949509"/>
                  </a:lnTo>
                  <a:lnTo>
                    <a:pt x="2462207" y="1947114"/>
                  </a:lnTo>
                  <a:lnTo>
                    <a:pt x="2463062" y="1993596"/>
                  </a:lnTo>
                  <a:lnTo>
                    <a:pt x="2463918" y="1993727"/>
                  </a:lnTo>
                  <a:lnTo>
                    <a:pt x="2464773" y="2074295"/>
                  </a:lnTo>
                  <a:lnTo>
                    <a:pt x="2465629" y="2106749"/>
                  </a:lnTo>
                  <a:lnTo>
                    <a:pt x="2466484" y="2144866"/>
                  </a:lnTo>
                  <a:lnTo>
                    <a:pt x="2467340" y="2194278"/>
                  </a:lnTo>
                  <a:lnTo>
                    <a:pt x="2468195" y="2197254"/>
                  </a:lnTo>
                  <a:lnTo>
                    <a:pt x="2469051" y="2228126"/>
                  </a:lnTo>
                  <a:lnTo>
                    <a:pt x="2469907" y="2215990"/>
                  </a:lnTo>
                  <a:lnTo>
                    <a:pt x="2470762" y="2161994"/>
                  </a:lnTo>
                  <a:lnTo>
                    <a:pt x="2471618" y="2158001"/>
                  </a:lnTo>
                  <a:lnTo>
                    <a:pt x="2472473" y="2149019"/>
                  </a:lnTo>
                  <a:lnTo>
                    <a:pt x="2473329" y="2124442"/>
                  </a:lnTo>
                  <a:lnTo>
                    <a:pt x="2474184" y="2140447"/>
                  </a:lnTo>
                  <a:lnTo>
                    <a:pt x="2475040" y="2140415"/>
                  </a:lnTo>
                  <a:lnTo>
                    <a:pt x="2475895" y="2153159"/>
                  </a:lnTo>
                  <a:lnTo>
                    <a:pt x="2476751" y="2117208"/>
                  </a:lnTo>
                  <a:lnTo>
                    <a:pt x="2477606" y="2078761"/>
                  </a:lnTo>
                  <a:lnTo>
                    <a:pt x="2478462" y="2086541"/>
                  </a:lnTo>
                  <a:lnTo>
                    <a:pt x="2479317" y="2078881"/>
                  </a:lnTo>
                  <a:lnTo>
                    <a:pt x="2480173" y="2068328"/>
                  </a:lnTo>
                  <a:lnTo>
                    <a:pt x="2481028" y="2114295"/>
                  </a:lnTo>
                  <a:lnTo>
                    <a:pt x="2481884" y="2100485"/>
                  </a:lnTo>
                  <a:lnTo>
                    <a:pt x="2482739" y="2141195"/>
                  </a:lnTo>
                  <a:lnTo>
                    <a:pt x="2483595" y="2144222"/>
                  </a:lnTo>
                  <a:lnTo>
                    <a:pt x="2484450" y="2121382"/>
                  </a:lnTo>
                  <a:lnTo>
                    <a:pt x="2485306" y="2103136"/>
                  </a:lnTo>
                  <a:lnTo>
                    <a:pt x="2486162" y="2107088"/>
                  </a:lnTo>
                  <a:lnTo>
                    <a:pt x="2487017" y="2145280"/>
                  </a:lnTo>
                  <a:lnTo>
                    <a:pt x="2487873" y="2148312"/>
                  </a:lnTo>
                  <a:lnTo>
                    <a:pt x="2488728" y="2154228"/>
                  </a:lnTo>
                  <a:lnTo>
                    <a:pt x="2489584" y="2178510"/>
                  </a:lnTo>
                  <a:lnTo>
                    <a:pt x="2490439" y="2147153"/>
                  </a:lnTo>
                  <a:lnTo>
                    <a:pt x="2491295" y="2153359"/>
                  </a:lnTo>
                  <a:lnTo>
                    <a:pt x="2492150" y="2168613"/>
                  </a:lnTo>
                  <a:lnTo>
                    <a:pt x="2493006" y="2197153"/>
                  </a:lnTo>
                  <a:lnTo>
                    <a:pt x="2493861" y="2205486"/>
                  </a:lnTo>
                  <a:lnTo>
                    <a:pt x="2494717" y="2263989"/>
                  </a:lnTo>
                  <a:lnTo>
                    <a:pt x="2495572" y="2285223"/>
                  </a:lnTo>
                  <a:lnTo>
                    <a:pt x="2496428" y="2282797"/>
                  </a:lnTo>
                  <a:lnTo>
                    <a:pt x="2497283" y="2296451"/>
                  </a:lnTo>
                  <a:lnTo>
                    <a:pt x="2498139" y="2282682"/>
                  </a:lnTo>
                  <a:lnTo>
                    <a:pt x="2498994" y="2276527"/>
                  </a:lnTo>
                  <a:lnTo>
                    <a:pt x="2499850" y="2277897"/>
                  </a:lnTo>
                  <a:lnTo>
                    <a:pt x="2500706" y="2239859"/>
                  </a:lnTo>
                  <a:lnTo>
                    <a:pt x="2501561" y="2246339"/>
                  </a:lnTo>
                  <a:lnTo>
                    <a:pt x="2502417" y="2272323"/>
                  </a:lnTo>
                  <a:lnTo>
                    <a:pt x="2503272" y="2283596"/>
                  </a:lnTo>
                  <a:lnTo>
                    <a:pt x="2504128" y="2292149"/>
                  </a:lnTo>
                  <a:lnTo>
                    <a:pt x="2504983" y="2287146"/>
                  </a:lnTo>
                  <a:lnTo>
                    <a:pt x="2505839" y="2256458"/>
                  </a:lnTo>
                  <a:lnTo>
                    <a:pt x="2506694" y="2232906"/>
                  </a:lnTo>
                  <a:lnTo>
                    <a:pt x="2507550" y="2247979"/>
                  </a:lnTo>
                  <a:lnTo>
                    <a:pt x="2508405" y="2261455"/>
                  </a:lnTo>
                  <a:lnTo>
                    <a:pt x="2509261" y="2263496"/>
                  </a:lnTo>
                  <a:lnTo>
                    <a:pt x="2510116" y="2303669"/>
                  </a:lnTo>
                  <a:lnTo>
                    <a:pt x="2510972" y="2288395"/>
                  </a:lnTo>
                  <a:lnTo>
                    <a:pt x="2511827" y="2285772"/>
                  </a:lnTo>
                  <a:lnTo>
                    <a:pt x="2512683" y="2277591"/>
                  </a:lnTo>
                  <a:lnTo>
                    <a:pt x="2513538" y="2280726"/>
                  </a:lnTo>
                  <a:lnTo>
                    <a:pt x="2514394" y="2301387"/>
                  </a:lnTo>
                  <a:lnTo>
                    <a:pt x="2515249" y="2300670"/>
                  </a:lnTo>
                  <a:lnTo>
                    <a:pt x="2516105" y="2310655"/>
                  </a:lnTo>
                  <a:lnTo>
                    <a:pt x="2516961" y="2324665"/>
                  </a:lnTo>
                  <a:lnTo>
                    <a:pt x="2517816" y="2328386"/>
                  </a:lnTo>
                  <a:lnTo>
                    <a:pt x="2518672" y="2328386"/>
                  </a:lnTo>
                  <a:lnTo>
                    <a:pt x="2519527" y="2328386"/>
                  </a:lnTo>
                  <a:lnTo>
                    <a:pt x="2520383" y="2328386"/>
                  </a:lnTo>
                  <a:lnTo>
                    <a:pt x="2521238" y="2328386"/>
                  </a:lnTo>
                  <a:lnTo>
                    <a:pt x="2522094" y="2327119"/>
                  </a:lnTo>
                  <a:lnTo>
                    <a:pt x="2522949" y="2328386"/>
                  </a:lnTo>
                  <a:lnTo>
                    <a:pt x="2523805" y="2328386"/>
                  </a:lnTo>
                  <a:lnTo>
                    <a:pt x="2524660" y="2328386"/>
                  </a:lnTo>
                  <a:lnTo>
                    <a:pt x="2525516" y="2328386"/>
                  </a:lnTo>
                  <a:lnTo>
                    <a:pt x="2526371" y="2306888"/>
                  </a:lnTo>
                  <a:lnTo>
                    <a:pt x="2527227" y="2310848"/>
                  </a:lnTo>
                  <a:lnTo>
                    <a:pt x="2528082" y="2311934"/>
                  </a:lnTo>
                  <a:lnTo>
                    <a:pt x="2528938" y="2328386"/>
                  </a:lnTo>
                  <a:lnTo>
                    <a:pt x="2529793" y="2319148"/>
                  </a:lnTo>
                  <a:lnTo>
                    <a:pt x="2530649" y="2328386"/>
                  </a:lnTo>
                  <a:lnTo>
                    <a:pt x="2531504" y="2328386"/>
                  </a:lnTo>
                  <a:lnTo>
                    <a:pt x="2532360" y="2328386"/>
                  </a:lnTo>
                  <a:lnTo>
                    <a:pt x="2533216" y="2328386"/>
                  </a:lnTo>
                  <a:lnTo>
                    <a:pt x="2534071" y="2328386"/>
                  </a:lnTo>
                  <a:lnTo>
                    <a:pt x="2534927" y="2321429"/>
                  </a:lnTo>
                  <a:lnTo>
                    <a:pt x="2535782" y="2322173"/>
                  </a:lnTo>
                  <a:lnTo>
                    <a:pt x="2536638" y="2297249"/>
                  </a:lnTo>
                  <a:lnTo>
                    <a:pt x="2537493" y="2298423"/>
                  </a:lnTo>
                  <a:lnTo>
                    <a:pt x="2538349" y="2296793"/>
                  </a:lnTo>
                  <a:lnTo>
                    <a:pt x="2539204" y="2286614"/>
                  </a:lnTo>
                  <a:lnTo>
                    <a:pt x="2540060" y="2295459"/>
                  </a:lnTo>
                  <a:lnTo>
                    <a:pt x="2540915" y="2263898"/>
                  </a:lnTo>
                  <a:lnTo>
                    <a:pt x="2541771" y="2269963"/>
                  </a:lnTo>
                  <a:lnTo>
                    <a:pt x="2542626" y="2243014"/>
                  </a:lnTo>
                  <a:lnTo>
                    <a:pt x="2543482" y="2204726"/>
                  </a:lnTo>
                  <a:lnTo>
                    <a:pt x="2544337" y="2208767"/>
                  </a:lnTo>
                  <a:lnTo>
                    <a:pt x="2545193" y="2227322"/>
                  </a:lnTo>
                  <a:lnTo>
                    <a:pt x="2546048" y="2238434"/>
                  </a:lnTo>
                  <a:lnTo>
                    <a:pt x="2546904" y="2213531"/>
                  </a:lnTo>
                  <a:lnTo>
                    <a:pt x="2547760" y="2175646"/>
                  </a:lnTo>
                  <a:lnTo>
                    <a:pt x="2548615" y="2255074"/>
                  </a:lnTo>
                  <a:lnTo>
                    <a:pt x="2549471" y="2286428"/>
                  </a:lnTo>
                  <a:lnTo>
                    <a:pt x="2550326" y="2265915"/>
                  </a:lnTo>
                  <a:lnTo>
                    <a:pt x="2551182" y="2307930"/>
                  </a:lnTo>
                  <a:lnTo>
                    <a:pt x="2552037" y="2324681"/>
                  </a:lnTo>
                  <a:lnTo>
                    <a:pt x="2552893" y="2320239"/>
                  </a:lnTo>
                  <a:lnTo>
                    <a:pt x="2553748" y="2320247"/>
                  </a:lnTo>
                  <a:lnTo>
                    <a:pt x="2554604" y="2301905"/>
                  </a:lnTo>
                  <a:lnTo>
                    <a:pt x="2555459" y="2328386"/>
                  </a:lnTo>
                  <a:lnTo>
                    <a:pt x="2556315" y="2328386"/>
                  </a:lnTo>
                  <a:lnTo>
                    <a:pt x="2557170" y="2322842"/>
                  </a:lnTo>
                  <a:lnTo>
                    <a:pt x="2558026" y="2328386"/>
                  </a:lnTo>
                  <a:lnTo>
                    <a:pt x="2558881" y="2328386"/>
                  </a:lnTo>
                  <a:lnTo>
                    <a:pt x="2559737" y="2328386"/>
                  </a:lnTo>
                  <a:lnTo>
                    <a:pt x="2560592" y="2328386"/>
                  </a:lnTo>
                  <a:lnTo>
                    <a:pt x="2561448" y="2328386"/>
                  </a:lnTo>
                  <a:lnTo>
                    <a:pt x="2562303" y="2328386"/>
                  </a:lnTo>
                  <a:lnTo>
                    <a:pt x="2563159" y="2328386"/>
                  </a:lnTo>
                  <a:lnTo>
                    <a:pt x="2564015" y="2328386"/>
                  </a:lnTo>
                  <a:lnTo>
                    <a:pt x="2564870" y="2328386"/>
                  </a:lnTo>
                  <a:lnTo>
                    <a:pt x="2565726" y="2328386"/>
                  </a:lnTo>
                  <a:lnTo>
                    <a:pt x="2566581" y="2328386"/>
                  </a:lnTo>
                  <a:lnTo>
                    <a:pt x="2567437" y="2328386"/>
                  </a:lnTo>
                  <a:lnTo>
                    <a:pt x="2568292" y="2328386"/>
                  </a:lnTo>
                  <a:lnTo>
                    <a:pt x="2569148" y="2328386"/>
                  </a:lnTo>
                  <a:lnTo>
                    <a:pt x="2570003" y="2328386"/>
                  </a:lnTo>
                  <a:lnTo>
                    <a:pt x="2570859" y="2328386"/>
                  </a:lnTo>
                  <a:lnTo>
                    <a:pt x="2571714" y="2328386"/>
                  </a:lnTo>
                  <a:lnTo>
                    <a:pt x="2572570" y="2328386"/>
                  </a:lnTo>
                  <a:lnTo>
                    <a:pt x="2573425" y="2328386"/>
                  </a:lnTo>
                  <a:lnTo>
                    <a:pt x="2574281" y="2328386"/>
                  </a:lnTo>
                  <a:lnTo>
                    <a:pt x="2575136" y="2328386"/>
                  </a:lnTo>
                  <a:lnTo>
                    <a:pt x="2575992" y="2328386"/>
                  </a:lnTo>
                  <a:lnTo>
                    <a:pt x="2576847" y="2328386"/>
                  </a:lnTo>
                  <a:lnTo>
                    <a:pt x="2577703" y="2328386"/>
                  </a:lnTo>
                  <a:lnTo>
                    <a:pt x="2578558" y="2328386"/>
                  </a:lnTo>
                  <a:lnTo>
                    <a:pt x="2579414" y="2328386"/>
                  </a:lnTo>
                  <a:lnTo>
                    <a:pt x="2580270" y="2328386"/>
                  </a:lnTo>
                  <a:lnTo>
                    <a:pt x="2581125" y="2328386"/>
                  </a:lnTo>
                  <a:lnTo>
                    <a:pt x="2581981" y="2328386"/>
                  </a:lnTo>
                  <a:lnTo>
                    <a:pt x="2582836" y="2328386"/>
                  </a:lnTo>
                  <a:lnTo>
                    <a:pt x="2583692" y="2328386"/>
                  </a:lnTo>
                  <a:lnTo>
                    <a:pt x="2584547" y="2328386"/>
                  </a:lnTo>
                  <a:lnTo>
                    <a:pt x="2585403" y="2328386"/>
                  </a:lnTo>
                  <a:lnTo>
                    <a:pt x="2586258" y="2328386"/>
                  </a:lnTo>
                  <a:lnTo>
                    <a:pt x="2587114" y="2328386"/>
                  </a:lnTo>
                  <a:lnTo>
                    <a:pt x="2587969" y="2328386"/>
                  </a:lnTo>
                  <a:lnTo>
                    <a:pt x="2588825" y="2328386"/>
                  </a:lnTo>
                  <a:lnTo>
                    <a:pt x="2589680" y="2328386"/>
                  </a:lnTo>
                  <a:lnTo>
                    <a:pt x="2590536" y="2328386"/>
                  </a:lnTo>
                  <a:lnTo>
                    <a:pt x="2591391" y="2328386"/>
                  </a:lnTo>
                  <a:lnTo>
                    <a:pt x="2592247" y="2328386"/>
                  </a:lnTo>
                  <a:lnTo>
                    <a:pt x="2593102" y="2328386"/>
                  </a:lnTo>
                  <a:lnTo>
                    <a:pt x="2593958" y="2328386"/>
                  </a:lnTo>
                  <a:lnTo>
                    <a:pt x="2594814" y="2328386"/>
                  </a:lnTo>
                  <a:lnTo>
                    <a:pt x="2595669" y="2328386"/>
                  </a:lnTo>
                  <a:lnTo>
                    <a:pt x="2596525" y="2328386"/>
                  </a:lnTo>
                  <a:lnTo>
                    <a:pt x="2597380" y="2328386"/>
                  </a:lnTo>
                  <a:lnTo>
                    <a:pt x="2598236" y="2328386"/>
                  </a:lnTo>
                  <a:lnTo>
                    <a:pt x="2599091" y="2328386"/>
                  </a:lnTo>
                  <a:lnTo>
                    <a:pt x="2599947" y="2328386"/>
                  </a:lnTo>
                  <a:lnTo>
                    <a:pt x="2600802" y="2328386"/>
                  </a:lnTo>
                  <a:lnTo>
                    <a:pt x="2601658" y="2328386"/>
                  </a:lnTo>
                  <a:lnTo>
                    <a:pt x="2602513" y="2328386"/>
                  </a:lnTo>
                  <a:lnTo>
                    <a:pt x="2603369" y="2328386"/>
                  </a:lnTo>
                  <a:lnTo>
                    <a:pt x="2604224" y="2328386"/>
                  </a:lnTo>
                  <a:lnTo>
                    <a:pt x="2605080" y="2328386"/>
                  </a:lnTo>
                  <a:lnTo>
                    <a:pt x="2605935" y="2328386"/>
                  </a:lnTo>
                  <a:lnTo>
                    <a:pt x="2606791" y="2328386"/>
                  </a:lnTo>
                  <a:lnTo>
                    <a:pt x="2607646" y="2328386"/>
                  </a:lnTo>
                  <a:lnTo>
                    <a:pt x="2608502" y="2328386"/>
                  </a:lnTo>
                  <a:lnTo>
                    <a:pt x="2609357" y="2328386"/>
                  </a:lnTo>
                  <a:lnTo>
                    <a:pt x="2610213" y="2328386"/>
                  </a:lnTo>
                  <a:lnTo>
                    <a:pt x="2611069" y="2328386"/>
                  </a:lnTo>
                  <a:lnTo>
                    <a:pt x="2611924" y="2328386"/>
                  </a:lnTo>
                  <a:lnTo>
                    <a:pt x="2612780" y="2328386"/>
                  </a:lnTo>
                  <a:lnTo>
                    <a:pt x="2613635" y="2328386"/>
                  </a:lnTo>
                  <a:lnTo>
                    <a:pt x="2614491" y="2328386"/>
                  </a:lnTo>
                  <a:lnTo>
                    <a:pt x="2615346" y="2328386"/>
                  </a:lnTo>
                  <a:lnTo>
                    <a:pt x="2616202" y="2328386"/>
                  </a:lnTo>
                  <a:lnTo>
                    <a:pt x="2617057" y="2328386"/>
                  </a:lnTo>
                  <a:lnTo>
                    <a:pt x="2617913" y="2328386"/>
                  </a:lnTo>
                  <a:lnTo>
                    <a:pt x="2618768" y="2328386"/>
                  </a:lnTo>
                  <a:lnTo>
                    <a:pt x="2619624" y="2328386"/>
                  </a:lnTo>
                  <a:lnTo>
                    <a:pt x="2620479" y="2328386"/>
                  </a:lnTo>
                  <a:lnTo>
                    <a:pt x="2621335" y="2328386"/>
                  </a:lnTo>
                  <a:lnTo>
                    <a:pt x="2622190" y="2328386"/>
                  </a:lnTo>
                  <a:lnTo>
                    <a:pt x="2623046" y="2328386"/>
                  </a:lnTo>
                  <a:lnTo>
                    <a:pt x="2623901" y="2328386"/>
                  </a:lnTo>
                  <a:lnTo>
                    <a:pt x="2624757" y="2328386"/>
                  </a:lnTo>
                  <a:lnTo>
                    <a:pt x="2625612" y="2328386"/>
                  </a:lnTo>
                  <a:lnTo>
                    <a:pt x="2626468" y="2328386"/>
                  </a:lnTo>
                  <a:lnTo>
                    <a:pt x="2627324" y="2328386"/>
                  </a:lnTo>
                  <a:lnTo>
                    <a:pt x="2628179" y="2328386"/>
                  </a:lnTo>
                  <a:lnTo>
                    <a:pt x="2629035" y="2328386"/>
                  </a:lnTo>
                  <a:lnTo>
                    <a:pt x="2629890" y="2328386"/>
                  </a:lnTo>
                  <a:lnTo>
                    <a:pt x="2630746" y="2328386"/>
                  </a:lnTo>
                  <a:lnTo>
                    <a:pt x="2631601" y="2328386"/>
                  </a:lnTo>
                  <a:lnTo>
                    <a:pt x="2632457" y="2328386"/>
                  </a:lnTo>
                  <a:lnTo>
                    <a:pt x="2633312" y="2328386"/>
                  </a:lnTo>
                  <a:lnTo>
                    <a:pt x="2634168" y="2328386"/>
                  </a:lnTo>
                  <a:lnTo>
                    <a:pt x="2635023" y="2328386"/>
                  </a:lnTo>
                  <a:lnTo>
                    <a:pt x="2635879" y="2328386"/>
                  </a:lnTo>
                  <a:lnTo>
                    <a:pt x="2636734" y="2328386"/>
                  </a:lnTo>
                  <a:lnTo>
                    <a:pt x="2637590" y="2328386"/>
                  </a:lnTo>
                  <a:lnTo>
                    <a:pt x="2638445" y="2328386"/>
                  </a:lnTo>
                  <a:lnTo>
                    <a:pt x="2639301" y="2328386"/>
                  </a:lnTo>
                  <a:lnTo>
                    <a:pt x="2640156" y="2328386"/>
                  </a:lnTo>
                  <a:lnTo>
                    <a:pt x="2641012" y="2328386"/>
                  </a:lnTo>
                  <a:lnTo>
                    <a:pt x="2641868" y="2328386"/>
                  </a:lnTo>
                  <a:lnTo>
                    <a:pt x="2642723" y="2328386"/>
                  </a:lnTo>
                  <a:lnTo>
                    <a:pt x="2643579" y="2328386"/>
                  </a:lnTo>
                  <a:lnTo>
                    <a:pt x="2644434" y="2328386"/>
                  </a:lnTo>
                  <a:lnTo>
                    <a:pt x="2645290" y="2328386"/>
                  </a:lnTo>
                  <a:lnTo>
                    <a:pt x="2646145" y="2328386"/>
                  </a:lnTo>
                  <a:lnTo>
                    <a:pt x="2647001" y="2328386"/>
                  </a:lnTo>
                  <a:lnTo>
                    <a:pt x="2647856" y="2328386"/>
                  </a:lnTo>
                  <a:lnTo>
                    <a:pt x="2648712" y="2328386"/>
                  </a:lnTo>
                  <a:lnTo>
                    <a:pt x="2649567" y="2328386"/>
                  </a:lnTo>
                  <a:lnTo>
                    <a:pt x="2650423" y="2328386"/>
                  </a:lnTo>
                  <a:lnTo>
                    <a:pt x="2651278" y="2328386"/>
                  </a:lnTo>
                  <a:lnTo>
                    <a:pt x="2652134" y="2328386"/>
                  </a:lnTo>
                  <a:lnTo>
                    <a:pt x="2652989" y="2328386"/>
                  </a:lnTo>
                  <a:lnTo>
                    <a:pt x="2653845" y="2328386"/>
                  </a:lnTo>
                  <a:lnTo>
                    <a:pt x="2654700" y="2328386"/>
                  </a:lnTo>
                  <a:lnTo>
                    <a:pt x="2655556" y="2328386"/>
                  </a:lnTo>
                  <a:lnTo>
                    <a:pt x="2656411" y="2328386"/>
                  </a:lnTo>
                  <a:lnTo>
                    <a:pt x="2657267" y="2328386"/>
                  </a:lnTo>
                  <a:lnTo>
                    <a:pt x="2658123" y="2328386"/>
                  </a:lnTo>
                  <a:lnTo>
                    <a:pt x="2658978" y="2328386"/>
                  </a:lnTo>
                  <a:lnTo>
                    <a:pt x="2659834" y="2328386"/>
                  </a:lnTo>
                  <a:lnTo>
                    <a:pt x="2660689" y="2328386"/>
                  </a:lnTo>
                  <a:lnTo>
                    <a:pt x="2661545" y="2328386"/>
                  </a:lnTo>
                  <a:lnTo>
                    <a:pt x="2662400" y="2328386"/>
                  </a:lnTo>
                  <a:lnTo>
                    <a:pt x="2663256" y="2328386"/>
                  </a:lnTo>
                  <a:lnTo>
                    <a:pt x="2664111" y="2328386"/>
                  </a:lnTo>
                  <a:lnTo>
                    <a:pt x="2664967" y="2328386"/>
                  </a:lnTo>
                  <a:lnTo>
                    <a:pt x="2665822" y="2328386"/>
                  </a:lnTo>
                  <a:lnTo>
                    <a:pt x="2666678" y="2328386"/>
                  </a:lnTo>
                  <a:lnTo>
                    <a:pt x="2667533" y="2328386"/>
                  </a:lnTo>
                  <a:lnTo>
                    <a:pt x="2668389" y="2328386"/>
                  </a:lnTo>
                  <a:lnTo>
                    <a:pt x="2669244" y="2328386"/>
                  </a:lnTo>
                  <a:lnTo>
                    <a:pt x="2670100" y="2328386"/>
                  </a:lnTo>
                  <a:lnTo>
                    <a:pt x="2670955" y="2328386"/>
                  </a:lnTo>
                  <a:lnTo>
                    <a:pt x="2671811" y="2328386"/>
                  </a:lnTo>
                  <a:lnTo>
                    <a:pt x="2672666" y="2328386"/>
                  </a:lnTo>
                  <a:lnTo>
                    <a:pt x="2673522" y="2328386"/>
                  </a:lnTo>
                  <a:lnTo>
                    <a:pt x="2674378" y="2328386"/>
                  </a:lnTo>
                  <a:lnTo>
                    <a:pt x="2675233" y="2328386"/>
                  </a:lnTo>
                  <a:lnTo>
                    <a:pt x="2676089" y="2328386"/>
                  </a:lnTo>
                  <a:lnTo>
                    <a:pt x="2676944" y="2328386"/>
                  </a:lnTo>
                  <a:lnTo>
                    <a:pt x="2677800" y="2328386"/>
                  </a:lnTo>
                  <a:lnTo>
                    <a:pt x="2678655" y="2328386"/>
                  </a:lnTo>
                  <a:lnTo>
                    <a:pt x="2679511" y="2328386"/>
                  </a:lnTo>
                  <a:lnTo>
                    <a:pt x="2680366" y="2328386"/>
                  </a:lnTo>
                  <a:lnTo>
                    <a:pt x="2681222" y="2328386"/>
                  </a:lnTo>
                  <a:lnTo>
                    <a:pt x="2682077" y="2328386"/>
                  </a:lnTo>
                  <a:lnTo>
                    <a:pt x="2682933" y="2328386"/>
                  </a:lnTo>
                  <a:lnTo>
                    <a:pt x="2683788" y="2328386"/>
                  </a:lnTo>
                  <a:lnTo>
                    <a:pt x="2684644" y="2328386"/>
                  </a:lnTo>
                  <a:lnTo>
                    <a:pt x="2685499" y="2328386"/>
                  </a:lnTo>
                  <a:lnTo>
                    <a:pt x="2686355" y="2328386"/>
                  </a:lnTo>
                  <a:lnTo>
                    <a:pt x="2687210" y="2328386"/>
                  </a:lnTo>
                  <a:lnTo>
                    <a:pt x="2688066" y="2328386"/>
                  </a:lnTo>
                  <a:lnTo>
                    <a:pt x="2688921" y="2328386"/>
                  </a:lnTo>
                  <a:lnTo>
                    <a:pt x="2689777" y="2328386"/>
                  </a:lnTo>
                  <a:lnTo>
                    <a:pt x="2690633" y="2328386"/>
                  </a:lnTo>
                  <a:lnTo>
                    <a:pt x="2691488" y="2328386"/>
                  </a:lnTo>
                  <a:lnTo>
                    <a:pt x="2692344" y="2328386"/>
                  </a:lnTo>
                  <a:lnTo>
                    <a:pt x="2693199" y="2328386"/>
                  </a:lnTo>
                  <a:lnTo>
                    <a:pt x="2694055" y="2328386"/>
                  </a:lnTo>
                  <a:lnTo>
                    <a:pt x="2694910" y="2328386"/>
                  </a:lnTo>
                  <a:lnTo>
                    <a:pt x="2695766" y="2328386"/>
                  </a:lnTo>
                  <a:lnTo>
                    <a:pt x="2696621" y="2328386"/>
                  </a:lnTo>
                  <a:lnTo>
                    <a:pt x="2697477" y="2328386"/>
                  </a:lnTo>
                  <a:lnTo>
                    <a:pt x="2698332" y="2328386"/>
                  </a:lnTo>
                  <a:lnTo>
                    <a:pt x="2699188" y="2328386"/>
                  </a:lnTo>
                  <a:lnTo>
                    <a:pt x="2700043" y="2328386"/>
                  </a:lnTo>
                  <a:lnTo>
                    <a:pt x="2700899" y="2328386"/>
                  </a:lnTo>
                  <a:lnTo>
                    <a:pt x="2701754" y="2328386"/>
                  </a:lnTo>
                  <a:lnTo>
                    <a:pt x="2702610" y="2328386"/>
                  </a:lnTo>
                  <a:lnTo>
                    <a:pt x="2703465" y="2328386"/>
                  </a:lnTo>
                  <a:lnTo>
                    <a:pt x="2704321" y="2328386"/>
                  </a:lnTo>
                  <a:lnTo>
                    <a:pt x="2705177" y="2328386"/>
                  </a:lnTo>
                  <a:lnTo>
                    <a:pt x="2706032" y="2328386"/>
                  </a:lnTo>
                  <a:lnTo>
                    <a:pt x="2706888" y="2328386"/>
                  </a:lnTo>
                  <a:lnTo>
                    <a:pt x="2707743" y="2328386"/>
                  </a:lnTo>
                  <a:lnTo>
                    <a:pt x="2708599" y="2328386"/>
                  </a:lnTo>
                  <a:lnTo>
                    <a:pt x="2709454" y="2328386"/>
                  </a:lnTo>
                  <a:lnTo>
                    <a:pt x="2710310" y="2328386"/>
                  </a:lnTo>
                  <a:lnTo>
                    <a:pt x="2711165" y="2328386"/>
                  </a:lnTo>
                  <a:lnTo>
                    <a:pt x="2712021" y="2328386"/>
                  </a:lnTo>
                  <a:lnTo>
                    <a:pt x="2712876" y="2328386"/>
                  </a:lnTo>
                  <a:lnTo>
                    <a:pt x="2713732" y="2328386"/>
                  </a:lnTo>
                  <a:lnTo>
                    <a:pt x="2714587" y="2328386"/>
                  </a:lnTo>
                  <a:lnTo>
                    <a:pt x="2715443" y="2328386"/>
                  </a:lnTo>
                  <a:lnTo>
                    <a:pt x="2716298" y="2328386"/>
                  </a:lnTo>
                  <a:lnTo>
                    <a:pt x="2717154" y="2328386"/>
                  </a:lnTo>
                  <a:lnTo>
                    <a:pt x="2718009" y="2328386"/>
                  </a:lnTo>
                  <a:lnTo>
                    <a:pt x="2718865" y="2328386"/>
                  </a:lnTo>
                  <a:lnTo>
                    <a:pt x="2719720" y="2328386"/>
                  </a:lnTo>
                  <a:lnTo>
                    <a:pt x="2720576" y="2328386"/>
                  </a:lnTo>
                  <a:lnTo>
                    <a:pt x="2721432" y="2328386"/>
                  </a:lnTo>
                  <a:lnTo>
                    <a:pt x="2722287" y="2328386"/>
                  </a:lnTo>
                  <a:lnTo>
                    <a:pt x="2723143" y="2328386"/>
                  </a:lnTo>
                  <a:lnTo>
                    <a:pt x="2723998" y="2328386"/>
                  </a:lnTo>
                  <a:lnTo>
                    <a:pt x="2724854" y="2328386"/>
                  </a:lnTo>
                  <a:lnTo>
                    <a:pt x="2725709" y="2328386"/>
                  </a:lnTo>
                  <a:lnTo>
                    <a:pt x="2726565" y="2328386"/>
                  </a:lnTo>
                  <a:lnTo>
                    <a:pt x="2727420" y="2328386"/>
                  </a:lnTo>
                  <a:lnTo>
                    <a:pt x="2728276" y="2328386"/>
                  </a:lnTo>
                  <a:lnTo>
                    <a:pt x="2729131" y="2328386"/>
                  </a:lnTo>
                  <a:lnTo>
                    <a:pt x="2729987" y="2328386"/>
                  </a:lnTo>
                  <a:lnTo>
                    <a:pt x="2730842" y="2328386"/>
                  </a:lnTo>
                  <a:lnTo>
                    <a:pt x="2731698" y="2328386"/>
                  </a:lnTo>
                  <a:lnTo>
                    <a:pt x="2732553" y="2328386"/>
                  </a:lnTo>
                  <a:lnTo>
                    <a:pt x="2733409" y="2328386"/>
                  </a:lnTo>
                  <a:lnTo>
                    <a:pt x="2734264" y="2328386"/>
                  </a:lnTo>
                  <a:lnTo>
                    <a:pt x="2735120" y="2328386"/>
                  </a:lnTo>
                  <a:lnTo>
                    <a:pt x="2735975" y="2328386"/>
                  </a:lnTo>
                  <a:lnTo>
                    <a:pt x="2736831" y="2328386"/>
                  </a:lnTo>
                  <a:lnTo>
                    <a:pt x="2737687" y="2328386"/>
                  </a:lnTo>
                  <a:lnTo>
                    <a:pt x="2738542" y="2328386"/>
                  </a:lnTo>
                  <a:lnTo>
                    <a:pt x="2739398" y="2328386"/>
                  </a:lnTo>
                  <a:lnTo>
                    <a:pt x="2740253" y="2328386"/>
                  </a:lnTo>
                  <a:lnTo>
                    <a:pt x="2741109" y="2328386"/>
                  </a:lnTo>
                  <a:lnTo>
                    <a:pt x="2741964" y="2328386"/>
                  </a:lnTo>
                  <a:lnTo>
                    <a:pt x="2742820" y="2328386"/>
                  </a:lnTo>
                  <a:lnTo>
                    <a:pt x="2743675" y="2328386"/>
                  </a:lnTo>
                  <a:lnTo>
                    <a:pt x="2744531" y="2328386"/>
                  </a:lnTo>
                  <a:lnTo>
                    <a:pt x="2745386" y="2328386"/>
                  </a:lnTo>
                  <a:lnTo>
                    <a:pt x="2746242" y="2328386"/>
                  </a:lnTo>
                  <a:lnTo>
                    <a:pt x="2747097" y="2328386"/>
                  </a:lnTo>
                  <a:lnTo>
                    <a:pt x="2747953" y="2328386"/>
                  </a:lnTo>
                  <a:lnTo>
                    <a:pt x="2748808" y="2328386"/>
                  </a:lnTo>
                  <a:lnTo>
                    <a:pt x="2749664" y="2328386"/>
                  </a:lnTo>
                  <a:lnTo>
                    <a:pt x="2750519" y="2328386"/>
                  </a:lnTo>
                  <a:lnTo>
                    <a:pt x="2751375" y="2328386"/>
                  </a:lnTo>
                  <a:lnTo>
                    <a:pt x="2752231" y="2328386"/>
                  </a:lnTo>
                  <a:lnTo>
                    <a:pt x="2753086" y="2328386"/>
                  </a:lnTo>
                  <a:lnTo>
                    <a:pt x="2753942" y="2328386"/>
                  </a:lnTo>
                  <a:lnTo>
                    <a:pt x="2754797" y="2328386"/>
                  </a:lnTo>
                  <a:lnTo>
                    <a:pt x="2755653" y="2328386"/>
                  </a:lnTo>
                  <a:lnTo>
                    <a:pt x="2756508" y="2328386"/>
                  </a:lnTo>
                  <a:lnTo>
                    <a:pt x="2757364" y="2328386"/>
                  </a:lnTo>
                  <a:lnTo>
                    <a:pt x="2758219" y="2328386"/>
                  </a:lnTo>
                  <a:lnTo>
                    <a:pt x="2759075" y="2328386"/>
                  </a:lnTo>
                  <a:lnTo>
                    <a:pt x="2759930" y="2328386"/>
                  </a:lnTo>
                  <a:lnTo>
                    <a:pt x="2760786" y="2328386"/>
                  </a:lnTo>
                  <a:lnTo>
                    <a:pt x="2761641" y="2328386"/>
                  </a:lnTo>
                  <a:lnTo>
                    <a:pt x="2762497" y="2328386"/>
                  </a:lnTo>
                  <a:lnTo>
                    <a:pt x="2763352" y="2328386"/>
                  </a:lnTo>
                  <a:lnTo>
                    <a:pt x="2764208" y="2328386"/>
                  </a:lnTo>
                  <a:lnTo>
                    <a:pt x="2765063" y="2328386"/>
                  </a:lnTo>
                  <a:lnTo>
                    <a:pt x="2765919" y="2328386"/>
                  </a:lnTo>
                  <a:lnTo>
                    <a:pt x="2766774" y="2328386"/>
                  </a:lnTo>
                  <a:lnTo>
                    <a:pt x="2767630" y="2328386"/>
                  </a:lnTo>
                  <a:lnTo>
                    <a:pt x="2768486" y="2328386"/>
                  </a:lnTo>
                  <a:lnTo>
                    <a:pt x="2769341" y="2328386"/>
                  </a:lnTo>
                  <a:lnTo>
                    <a:pt x="2770197" y="2328386"/>
                  </a:lnTo>
                  <a:lnTo>
                    <a:pt x="2771052" y="2328386"/>
                  </a:lnTo>
                  <a:lnTo>
                    <a:pt x="2771908" y="2328386"/>
                  </a:lnTo>
                  <a:lnTo>
                    <a:pt x="2772763" y="2328386"/>
                  </a:lnTo>
                  <a:lnTo>
                    <a:pt x="2773619" y="2328386"/>
                  </a:lnTo>
                  <a:lnTo>
                    <a:pt x="2774474" y="2328386"/>
                  </a:lnTo>
                  <a:lnTo>
                    <a:pt x="2775330" y="2328386"/>
                  </a:lnTo>
                  <a:lnTo>
                    <a:pt x="2776185" y="2328386"/>
                  </a:lnTo>
                  <a:lnTo>
                    <a:pt x="2777041" y="2328386"/>
                  </a:lnTo>
                  <a:lnTo>
                    <a:pt x="2777896" y="2328386"/>
                  </a:lnTo>
                  <a:lnTo>
                    <a:pt x="2778752" y="2328386"/>
                  </a:lnTo>
                  <a:lnTo>
                    <a:pt x="2779607" y="2328386"/>
                  </a:lnTo>
                  <a:lnTo>
                    <a:pt x="2780463" y="2328386"/>
                  </a:lnTo>
                  <a:lnTo>
                    <a:pt x="2781318" y="2328386"/>
                  </a:lnTo>
                  <a:lnTo>
                    <a:pt x="2782174" y="2328386"/>
                  </a:lnTo>
                  <a:lnTo>
                    <a:pt x="2783029" y="2328386"/>
                  </a:lnTo>
                  <a:lnTo>
                    <a:pt x="2783885" y="2328386"/>
                  </a:lnTo>
                  <a:lnTo>
                    <a:pt x="2784741" y="2328386"/>
                  </a:lnTo>
                  <a:lnTo>
                    <a:pt x="2785596" y="2328386"/>
                  </a:lnTo>
                  <a:lnTo>
                    <a:pt x="2786452" y="2328386"/>
                  </a:lnTo>
                  <a:lnTo>
                    <a:pt x="2787307" y="2328386"/>
                  </a:lnTo>
                  <a:lnTo>
                    <a:pt x="2788163" y="2328386"/>
                  </a:lnTo>
                  <a:lnTo>
                    <a:pt x="2789018" y="2328386"/>
                  </a:lnTo>
                  <a:lnTo>
                    <a:pt x="2789874" y="2328386"/>
                  </a:lnTo>
                  <a:lnTo>
                    <a:pt x="2790729" y="2328386"/>
                  </a:lnTo>
                  <a:lnTo>
                    <a:pt x="2791585" y="2328386"/>
                  </a:lnTo>
                  <a:lnTo>
                    <a:pt x="2792440" y="2328386"/>
                  </a:lnTo>
                  <a:lnTo>
                    <a:pt x="2793296" y="2328386"/>
                  </a:lnTo>
                  <a:lnTo>
                    <a:pt x="2794151" y="2328386"/>
                  </a:lnTo>
                  <a:lnTo>
                    <a:pt x="2795007" y="2328386"/>
                  </a:lnTo>
                  <a:lnTo>
                    <a:pt x="2795862" y="2328386"/>
                  </a:lnTo>
                  <a:lnTo>
                    <a:pt x="2796718" y="2328386"/>
                  </a:lnTo>
                  <a:lnTo>
                    <a:pt x="2797573" y="2328386"/>
                  </a:lnTo>
                  <a:lnTo>
                    <a:pt x="2798429" y="2328386"/>
                  </a:lnTo>
                  <a:lnTo>
                    <a:pt x="2799285" y="2328386"/>
                  </a:lnTo>
                  <a:lnTo>
                    <a:pt x="2800140" y="2328386"/>
                  </a:lnTo>
                  <a:lnTo>
                    <a:pt x="2800996" y="2328386"/>
                  </a:lnTo>
                  <a:lnTo>
                    <a:pt x="2801851" y="2328386"/>
                  </a:lnTo>
                  <a:lnTo>
                    <a:pt x="2802707" y="2328386"/>
                  </a:lnTo>
                  <a:lnTo>
                    <a:pt x="2803562" y="2328386"/>
                  </a:lnTo>
                  <a:lnTo>
                    <a:pt x="2804418" y="2328386"/>
                  </a:lnTo>
                  <a:lnTo>
                    <a:pt x="2805273" y="2328386"/>
                  </a:lnTo>
                  <a:lnTo>
                    <a:pt x="2806129" y="2328386"/>
                  </a:lnTo>
                  <a:lnTo>
                    <a:pt x="2806984" y="2328386"/>
                  </a:lnTo>
                  <a:lnTo>
                    <a:pt x="2807840" y="2328386"/>
                  </a:lnTo>
                  <a:lnTo>
                    <a:pt x="2808695" y="2328386"/>
                  </a:lnTo>
                  <a:lnTo>
                    <a:pt x="2809551" y="2328386"/>
                  </a:lnTo>
                  <a:lnTo>
                    <a:pt x="2810406" y="2328386"/>
                  </a:lnTo>
                  <a:lnTo>
                    <a:pt x="2811262" y="2328386"/>
                  </a:lnTo>
                  <a:lnTo>
                    <a:pt x="2812117" y="2328386"/>
                  </a:lnTo>
                  <a:lnTo>
                    <a:pt x="2812973" y="2328386"/>
                  </a:lnTo>
                  <a:lnTo>
                    <a:pt x="2813828" y="2328386"/>
                  </a:lnTo>
                  <a:lnTo>
                    <a:pt x="2814684" y="2328386"/>
                  </a:lnTo>
                  <a:lnTo>
                    <a:pt x="2815540" y="2328386"/>
                  </a:lnTo>
                  <a:lnTo>
                    <a:pt x="2816395" y="2328386"/>
                  </a:lnTo>
                  <a:lnTo>
                    <a:pt x="2817251" y="2328386"/>
                  </a:lnTo>
                  <a:lnTo>
                    <a:pt x="2818106" y="2328386"/>
                  </a:lnTo>
                  <a:lnTo>
                    <a:pt x="2818962" y="2328386"/>
                  </a:lnTo>
                  <a:lnTo>
                    <a:pt x="2819817" y="2328386"/>
                  </a:lnTo>
                  <a:lnTo>
                    <a:pt x="2820673" y="2328386"/>
                  </a:lnTo>
                  <a:lnTo>
                    <a:pt x="2821528" y="2328386"/>
                  </a:lnTo>
                  <a:lnTo>
                    <a:pt x="2822384" y="2328386"/>
                  </a:lnTo>
                  <a:lnTo>
                    <a:pt x="2823239" y="2328386"/>
                  </a:lnTo>
                  <a:lnTo>
                    <a:pt x="2824095" y="2328386"/>
                  </a:lnTo>
                  <a:lnTo>
                    <a:pt x="2824950" y="2328386"/>
                  </a:lnTo>
                  <a:lnTo>
                    <a:pt x="2825806" y="2328386"/>
                  </a:lnTo>
                  <a:lnTo>
                    <a:pt x="2826661" y="2328386"/>
                  </a:lnTo>
                  <a:lnTo>
                    <a:pt x="2827517" y="2328386"/>
                  </a:lnTo>
                  <a:lnTo>
                    <a:pt x="2828372" y="2328386"/>
                  </a:lnTo>
                  <a:lnTo>
                    <a:pt x="2829228" y="2328386"/>
                  </a:lnTo>
                  <a:lnTo>
                    <a:pt x="2830083" y="2328386"/>
                  </a:lnTo>
                  <a:lnTo>
                    <a:pt x="2830939" y="2328386"/>
                  </a:lnTo>
                  <a:lnTo>
                    <a:pt x="2831795" y="2328386"/>
                  </a:lnTo>
                  <a:lnTo>
                    <a:pt x="2832650" y="2328386"/>
                  </a:lnTo>
                  <a:lnTo>
                    <a:pt x="2833506" y="2328386"/>
                  </a:lnTo>
                  <a:lnTo>
                    <a:pt x="2834361" y="2328386"/>
                  </a:lnTo>
                  <a:lnTo>
                    <a:pt x="2835217" y="2328386"/>
                  </a:lnTo>
                  <a:lnTo>
                    <a:pt x="2836072" y="2328386"/>
                  </a:lnTo>
                  <a:lnTo>
                    <a:pt x="2836928" y="2328386"/>
                  </a:lnTo>
                  <a:lnTo>
                    <a:pt x="2837783" y="2328386"/>
                  </a:lnTo>
                  <a:lnTo>
                    <a:pt x="2838639" y="2328386"/>
                  </a:lnTo>
                  <a:lnTo>
                    <a:pt x="2839494" y="2328386"/>
                  </a:lnTo>
                  <a:lnTo>
                    <a:pt x="2840350" y="2328386"/>
                  </a:lnTo>
                  <a:lnTo>
                    <a:pt x="2841205" y="2328386"/>
                  </a:lnTo>
                  <a:lnTo>
                    <a:pt x="2842061" y="2328386"/>
                  </a:lnTo>
                  <a:lnTo>
                    <a:pt x="2842916" y="2328386"/>
                  </a:lnTo>
                  <a:lnTo>
                    <a:pt x="2843772" y="2328386"/>
                  </a:lnTo>
                  <a:lnTo>
                    <a:pt x="2844627" y="2328386"/>
                  </a:lnTo>
                  <a:lnTo>
                    <a:pt x="2845483" y="2328386"/>
                  </a:lnTo>
                  <a:lnTo>
                    <a:pt x="2846339" y="2328386"/>
                  </a:lnTo>
                  <a:lnTo>
                    <a:pt x="2847194" y="2328386"/>
                  </a:lnTo>
                  <a:lnTo>
                    <a:pt x="2848050" y="2328386"/>
                  </a:lnTo>
                  <a:lnTo>
                    <a:pt x="2848905" y="2328386"/>
                  </a:lnTo>
                  <a:lnTo>
                    <a:pt x="2849761" y="2328386"/>
                  </a:lnTo>
                  <a:lnTo>
                    <a:pt x="2850616" y="2328386"/>
                  </a:lnTo>
                  <a:lnTo>
                    <a:pt x="2851472" y="2328386"/>
                  </a:lnTo>
                  <a:lnTo>
                    <a:pt x="2852327" y="2328386"/>
                  </a:lnTo>
                  <a:lnTo>
                    <a:pt x="2853183" y="2328386"/>
                  </a:lnTo>
                  <a:lnTo>
                    <a:pt x="2854038" y="2328386"/>
                  </a:lnTo>
                  <a:lnTo>
                    <a:pt x="2854894" y="2328386"/>
                  </a:lnTo>
                  <a:lnTo>
                    <a:pt x="2855749" y="2328386"/>
                  </a:lnTo>
                  <a:lnTo>
                    <a:pt x="2856605" y="2328386"/>
                  </a:lnTo>
                  <a:lnTo>
                    <a:pt x="2857460" y="2328386"/>
                  </a:lnTo>
                  <a:lnTo>
                    <a:pt x="2858316" y="2328386"/>
                  </a:lnTo>
                  <a:lnTo>
                    <a:pt x="2859171" y="2328386"/>
                  </a:lnTo>
                  <a:lnTo>
                    <a:pt x="2860027" y="2328386"/>
                  </a:lnTo>
                  <a:lnTo>
                    <a:pt x="2860882" y="2328386"/>
                  </a:lnTo>
                  <a:lnTo>
                    <a:pt x="2861738" y="2328386"/>
                  </a:lnTo>
                  <a:lnTo>
                    <a:pt x="2862594" y="2328386"/>
                  </a:lnTo>
                  <a:lnTo>
                    <a:pt x="2863449" y="2328386"/>
                  </a:lnTo>
                  <a:lnTo>
                    <a:pt x="2864305" y="2320864"/>
                  </a:lnTo>
                  <a:lnTo>
                    <a:pt x="2865160" y="2328386"/>
                  </a:lnTo>
                  <a:lnTo>
                    <a:pt x="2866016" y="2328386"/>
                  </a:lnTo>
                  <a:lnTo>
                    <a:pt x="2866871" y="2320321"/>
                  </a:lnTo>
                  <a:lnTo>
                    <a:pt x="2867727" y="2328386"/>
                  </a:lnTo>
                  <a:lnTo>
                    <a:pt x="2868582" y="2328386"/>
                  </a:lnTo>
                  <a:lnTo>
                    <a:pt x="2869438" y="2328386"/>
                  </a:lnTo>
                  <a:lnTo>
                    <a:pt x="2870293" y="2328386"/>
                  </a:lnTo>
                  <a:lnTo>
                    <a:pt x="2871149" y="2328386"/>
                  </a:lnTo>
                  <a:lnTo>
                    <a:pt x="2872004" y="2328386"/>
                  </a:lnTo>
                  <a:lnTo>
                    <a:pt x="2872860" y="2311071"/>
                  </a:lnTo>
                  <a:lnTo>
                    <a:pt x="2873715" y="2317643"/>
                  </a:lnTo>
                  <a:lnTo>
                    <a:pt x="2874571" y="2328386"/>
                  </a:lnTo>
                  <a:lnTo>
                    <a:pt x="2875426" y="2328386"/>
                  </a:lnTo>
                  <a:lnTo>
                    <a:pt x="2876282" y="2328386"/>
                  </a:lnTo>
                  <a:lnTo>
                    <a:pt x="2877137" y="2284724"/>
                  </a:lnTo>
                  <a:lnTo>
                    <a:pt x="2877993" y="2284250"/>
                  </a:lnTo>
                  <a:lnTo>
                    <a:pt x="2878849" y="2279015"/>
                  </a:lnTo>
                  <a:lnTo>
                    <a:pt x="2879704" y="2277831"/>
                  </a:lnTo>
                  <a:lnTo>
                    <a:pt x="2880560" y="2305306"/>
                  </a:lnTo>
                  <a:lnTo>
                    <a:pt x="2881415" y="2307177"/>
                  </a:lnTo>
                  <a:lnTo>
                    <a:pt x="2882271" y="2328386"/>
                  </a:lnTo>
                  <a:lnTo>
                    <a:pt x="2883126" y="2328386"/>
                  </a:lnTo>
                  <a:lnTo>
                    <a:pt x="2883982" y="2310922"/>
                  </a:lnTo>
                  <a:lnTo>
                    <a:pt x="2884837" y="2284687"/>
                  </a:lnTo>
                  <a:lnTo>
                    <a:pt x="2885693" y="2320775"/>
                  </a:lnTo>
                  <a:lnTo>
                    <a:pt x="2886548" y="2309307"/>
                  </a:lnTo>
                  <a:lnTo>
                    <a:pt x="2887404" y="2318858"/>
                  </a:lnTo>
                  <a:lnTo>
                    <a:pt x="2888259" y="2312358"/>
                  </a:lnTo>
                  <a:lnTo>
                    <a:pt x="2889115" y="2288713"/>
                  </a:lnTo>
                  <a:lnTo>
                    <a:pt x="2889970" y="2309318"/>
                  </a:lnTo>
                  <a:lnTo>
                    <a:pt x="2890826" y="2272489"/>
                  </a:lnTo>
                  <a:lnTo>
                    <a:pt x="2891681" y="2248488"/>
                  </a:lnTo>
                  <a:lnTo>
                    <a:pt x="2892537" y="2265165"/>
                  </a:lnTo>
                  <a:lnTo>
                    <a:pt x="2893392" y="2280964"/>
                  </a:lnTo>
                  <a:lnTo>
                    <a:pt x="2894248" y="2277251"/>
                  </a:lnTo>
                  <a:lnTo>
                    <a:pt x="2895104" y="2271835"/>
                  </a:lnTo>
                  <a:lnTo>
                    <a:pt x="2895959" y="2300209"/>
                  </a:lnTo>
                  <a:lnTo>
                    <a:pt x="2896815" y="2298152"/>
                  </a:lnTo>
                  <a:lnTo>
                    <a:pt x="2897670" y="2278458"/>
                  </a:lnTo>
                  <a:lnTo>
                    <a:pt x="2898526" y="2283223"/>
                  </a:lnTo>
                  <a:lnTo>
                    <a:pt x="2899381" y="2301179"/>
                  </a:lnTo>
                  <a:lnTo>
                    <a:pt x="2900237" y="2328386"/>
                  </a:lnTo>
                  <a:lnTo>
                    <a:pt x="2901092" y="2328386"/>
                  </a:lnTo>
                  <a:lnTo>
                    <a:pt x="2901948" y="2328386"/>
                  </a:lnTo>
                  <a:lnTo>
                    <a:pt x="2902803" y="2314609"/>
                  </a:lnTo>
                  <a:lnTo>
                    <a:pt x="2903659" y="2308636"/>
                  </a:lnTo>
                  <a:lnTo>
                    <a:pt x="2904514" y="2293574"/>
                  </a:lnTo>
                  <a:lnTo>
                    <a:pt x="2905370" y="2309323"/>
                  </a:lnTo>
                  <a:lnTo>
                    <a:pt x="2906225" y="2328386"/>
                  </a:lnTo>
                  <a:lnTo>
                    <a:pt x="2907081" y="2323798"/>
                  </a:lnTo>
                  <a:lnTo>
                    <a:pt x="2907936" y="2309304"/>
                  </a:lnTo>
                  <a:lnTo>
                    <a:pt x="2908792" y="2291851"/>
                  </a:lnTo>
                  <a:lnTo>
                    <a:pt x="2909648" y="2281738"/>
                  </a:lnTo>
                  <a:lnTo>
                    <a:pt x="2910503" y="2311604"/>
                  </a:lnTo>
                  <a:lnTo>
                    <a:pt x="2911359" y="2291717"/>
                  </a:lnTo>
                  <a:lnTo>
                    <a:pt x="2912214" y="2293263"/>
                  </a:lnTo>
                  <a:lnTo>
                    <a:pt x="2913070" y="2311696"/>
                  </a:lnTo>
                  <a:lnTo>
                    <a:pt x="2913925" y="2309861"/>
                  </a:lnTo>
                  <a:lnTo>
                    <a:pt x="2914781" y="2302508"/>
                  </a:lnTo>
                  <a:lnTo>
                    <a:pt x="2915636" y="2271080"/>
                  </a:lnTo>
                  <a:lnTo>
                    <a:pt x="2916492" y="2289100"/>
                  </a:lnTo>
                  <a:lnTo>
                    <a:pt x="2917347" y="2304201"/>
                  </a:lnTo>
                  <a:lnTo>
                    <a:pt x="2918203" y="2319610"/>
                  </a:lnTo>
                  <a:lnTo>
                    <a:pt x="2919058" y="2328386"/>
                  </a:lnTo>
                  <a:lnTo>
                    <a:pt x="2919914" y="2328386"/>
                  </a:lnTo>
                  <a:lnTo>
                    <a:pt x="2920769" y="2328386"/>
                  </a:lnTo>
                  <a:lnTo>
                    <a:pt x="2921625" y="2328386"/>
                  </a:lnTo>
                  <a:lnTo>
                    <a:pt x="2922480" y="2266173"/>
                  </a:lnTo>
                  <a:lnTo>
                    <a:pt x="2923336" y="2284438"/>
                  </a:lnTo>
                  <a:lnTo>
                    <a:pt x="2924191" y="2291224"/>
                  </a:lnTo>
                  <a:lnTo>
                    <a:pt x="2925047" y="2276391"/>
                  </a:lnTo>
                  <a:lnTo>
                    <a:pt x="2925903" y="2276892"/>
                  </a:lnTo>
                  <a:lnTo>
                    <a:pt x="2926758" y="2244442"/>
                  </a:lnTo>
                  <a:lnTo>
                    <a:pt x="2927614" y="2239824"/>
                  </a:lnTo>
                  <a:lnTo>
                    <a:pt x="2928469" y="2235865"/>
                  </a:lnTo>
                  <a:lnTo>
                    <a:pt x="2929325" y="2240569"/>
                  </a:lnTo>
                  <a:lnTo>
                    <a:pt x="2930180" y="2264080"/>
                  </a:lnTo>
                  <a:lnTo>
                    <a:pt x="2931036" y="2309476"/>
                  </a:lnTo>
                  <a:lnTo>
                    <a:pt x="2931891" y="2328386"/>
                  </a:lnTo>
                  <a:lnTo>
                    <a:pt x="2932747" y="2328386"/>
                  </a:lnTo>
                  <a:lnTo>
                    <a:pt x="2933602" y="2328386"/>
                  </a:lnTo>
                  <a:lnTo>
                    <a:pt x="2934458" y="2328386"/>
                  </a:lnTo>
                  <a:lnTo>
                    <a:pt x="2935313" y="2328386"/>
                  </a:lnTo>
                  <a:lnTo>
                    <a:pt x="2936169" y="2328386"/>
                  </a:lnTo>
                  <a:lnTo>
                    <a:pt x="2937024" y="2326312"/>
                  </a:lnTo>
                  <a:lnTo>
                    <a:pt x="2937880" y="2328386"/>
                  </a:lnTo>
                  <a:lnTo>
                    <a:pt x="2938735" y="2328386"/>
                  </a:lnTo>
                  <a:lnTo>
                    <a:pt x="2939591" y="2314453"/>
                  </a:lnTo>
                  <a:lnTo>
                    <a:pt x="2940446" y="2328386"/>
                  </a:lnTo>
                  <a:lnTo>
                    <a:pt x="2941302" y="2328386"/>
                  </a:lnTo>
                  <a:lnTo>
                    <a:pt x="2942158" y="2328386"/>
                  </a:lnTo>
                  <a:lnTo>
                    <a:pt x="2943013" y="2328386"/>
                  </a:lnTo>
                  <a:lnTo>
                    <a:pt x="2943869" y="2306154"/>
                  </a:lnTo>
                  <a:lnTo>
                    <a:pt x="2944724" y="2314859"/>
                  </a:lnTo>
                  <a:lnTo>
                    <a:pt x="2945580" y="2324431"/>
                  </a:lnTo>
                  <a:lnTo>
                    <a:pt x="2946435" y="2312172"/>
                  </a:lnTo>
                  <a:lnTo>
                    <a:pt x="2947291" y="2327946"/>
                  </a:lnTo>
                  <a:lnTo>
                    <a:pt x="2948146" y="2328386"/>
                  </a:lnTo>
                  <a:lnTo>
                    <a:pt x="2949002" y="2314227"/>
                  </a:lnTo>
                  <a:lnTo>
                    <a:pt x="2949857" y="2305604"/>
                  </a:lnTo>
                  <a:lnTo>
                    <a:pt x="2950713" y="2308205"/>
                  </a:lnTo>
                  <a:lnTo>
                    <a:pt x="2951568" y="2293823"/>
                  </a:lnTo>
                  <a:lnTo>
                    <a:pt x="2952424" y="2258934"/>
                  </a:lnTo>
                  <a:lnTo>
                    <a:pt x="2953279" y="2282491"/>
                  </a:lnTo>
                  <a:lnTo>
                    <a:pt x="2954135" y="2268695"/>
                  </a:lnTo>
                  <a:lnTo>
                    <a:pt x="2954990" y="2321302"/>
                  </a:lnTo>
                  <a:lnTo>
                    <a:pt x="2955846" y="2309404"/>
                  </a:lnTo>
                  <a:lnTo>
                    <a:pt x="2956702" y="2257248"/>
                  </a:lnTo>
                  <a:lnTo>
                    <a:pt x="2957557" y="2319407"/>
                  </a:lnTo>
                  <a:lnTo>
                    <a:pt x="2958413" y="2279857"/>
                  </a:lnTo>
                  <a:lnTo>
                    <a:pt x="2959268" y="2286141"/>
                  </a:lnTo>
                  <a:lnTo>
                    <a:pt x="2960124" y="2296887"/>
                  </a:lnTo>
                  <a:lnTo>
                    <a:pt x="2960979" y="2305606"/>
                  </a:lnTo>
                  <a:lnTo>
                    <a:pt x="2961835" y="2328386"/>
                  </a:lnTo>
                  <a:lnTo>
                    <a:pt x="2962690" y="2328386"/>
                  </a:lnTo>
                  <a:lnTo>
                    <a:pt x="2963546" y="2328386"/>
                  </a:lnTo>
                  <a:lnTo>
                    <a:pt x="2964401" y="2328386"/>
                  </a:lnTo>
                  <a:lnTo>
                    <a:pt x="2965257" y="2328386"/>
                  </a:lnTo>
                  <a:lnTo>
                    <a:pt x="2966112" y="2326736"/>
                  </a:lnTo>
                  <a:lnTo>
                    <a:pt x="2966968" y="2308251"/>
                  </a:lnTo>
                  <a:lnTo>
                    <a:pt x="2967823" y="2328386"/>
                  </a:lnTo>
                  <a:lnTo>
                    <a:pt x="2968679" y="2328386"/>
                  </a:lnTo>
                  <a:lnTo>
                    <a:pt x="2969534" y="2328386"/>
                  </a:lnTo>
                  <a:lnTo>
                    <a:pt x="2970390" y="2328386"/>
                  </a:lnTo>
                  <a:lnTo>
                    <a:pt x="2971245" y="2324385"/>
                  </a:lnTo>
                  <a:lnTo>
                    <a:pt x="2972101" y="2328386"/>
                  </a:lnTo>
                  <a:lnTo>
                    <a:pt x="2972957" y="2328386"/>
                  </a:lnTo>
                  <a:lnTo>
                    <a:pt x="2973812" y="2328386"/>
                  </a:lnTo>
                  <a:lnTo>
                    <a:pt x="2974668" y="2328386"/>
                  </a:lnTo>
                  <a:lnTo>
                    <a:pt x="2975523" y="2328386"/>
                  </a:lnTo>
                  <a:lnTo>
                    <a:pt x="2976379" y="2328386"/>
                  </a:lnTo>
                  <a:lnTo>
                    <a:pt x="2977234" y="2328386"/>
                  </a:lnTo>
                  <a:lnTo>
                    <a:pt x="2978090" y="2328386"/>
                  </a:lnTo>
                  <a:lnTo>
                    <a:pt x="2978945" y="2328386"/>
                  </a:lnTo>
                  <a:lnTo>
                    <a:pt x="2979801" y="2328386"/>
                  </a:lnTo>
                  <a:lnTo>
                    <a:pt x="2980656" y="2328386"/>
                  </a:lnTo>
                  <a:lnTo>
                    <a:pt x="2981512" y="2328386"/>
                  </a:lnTo>
                  <a:lnTo>
                    <a:pt x="2982367" y="2328386"/>
                  </a:lnTo>
                  <a:lnTo>
                    <a:pt x="2983223" y="2328386"/>
                  </a:lnTo>
                  <a:lnTo>
                    <a:pt x="2984078" y="2328386"/>
                  </a:lnTo>
                  <a:lnTo>
                    <a:pt x="2984934" y="2328386"/>
                  </a:lnTo>
                  <a:lnTo>
                    <a:pt x="2985789" y="2328220"/>
                  </a:lnTo>
                  <a:lnTo>
                    <a:pt x="2986645" y="2325693"/>
                  </a:lnTo>
                  <a:lnTo>
                    <a:pt x="2987500" y="2328386"/>
                  </a:lnTo>
                  <a:lnTo>
                    <a:pt x="2988356" y="2311236"/>
                  </a:lnTo>
                  <a:lnTo>
                    <a:pt x="2989212" y="2312642"/>
                  </a:lnTo>
                  <a:lnTo>
                    <a:pt x="2990067" y="2299000"/>
                  </a:lnTo>
                  <a:lnTo>
                    <a:pt x="2990923" y="2262136"/>
                  </a:lnTo>
                  <a:lnTo>
                    <a:pt x="2991778" y="2279896"/>
                  </a:lnTo>
                  <a:lnTo>
                    <a:pt x="2992634" y="2234231"/>
                  </a:lnTo>
                  <a:lnTo>
                    <a:pt x="2993489" y="2237213"/>
                  </a:lnTo>
                  <a:lnTo>
                    <a:pt x="2994345" y="2269668"/>
                  </a:lnTo>
                  <a:lnTo>
                    <a:pt x="2995200" y="2254432"/>
                  </a:lnTo>
                  <a:lnTo>
                    <a:pt x="2996056" y="2261564"/>
                  </a:lnTo>
                  <a:lnTo>
                    <a:pt x="2996911" y="2248196"/>
                  </a:lnTo>
                  <a:lnTo>
                    <a:pt x="2997767" y="2261489"/>
                  </a:lnTo>
                  <a:lnTo>
                    <a:pt x="2998622" y="2241452"/>
                  </a:lnTo>
                  <a:lnTo>
                    <a:pt x="2999478" y="2209211"/>
                  </a:lnTo>
                  <a:lnTo>
                    <a:pt x="3000333" y="2231296"/>
                  </a:lnTo>
                  <a:lnTo>
                    <a:pt x="3001189" y="2264512"/>
                  </a:lnTo>
                  <a:lnTo>
                    <a:pt x="3002044" y="2245311"/>
                  </a:lnTo>
                  <a:lnTo>
                    <a:pt x="3002900" y="2283898"/>
                  </a:lnTo>
                  <a:lnTo>
                    <a:pt x="3003756" y="2328386"/>
                  </a:lnTo>
                  <a:lnTo>
                    <a:pt x="3004611" y="2328386"/>
                  </a:lnTo>
                  <a:lnTo>
                    <a:pt x="3005467" y="2328386"/>
                  </a:lnTo>
                  <a:lnTo>
                    <a:pt x="3006322" y="2328386"/>
                  </a:lnTo>
                  <a:lnTo>
                    <a:pt x="3007178" y="2328386"/>
                  </a:lnTo>
                  <a:lnTo>
                    <a:pt x="3008033" y="2328386"/>
                  </a:lnTo>
                  <a:lnTo>
                    <a:pt x="3008889" y="2328386"/>
                  </a:lnTo>
                  <a:lnTo>
                    <a:pt x="3009744" y="2328386"/>
                  </a:lnTo>
                  <a:lnTo>
                    <a:pt x="3010600" y="2328386"/>
                  </a:lnTo>
                  <a:lnTo>
                    <a:pt x="3011455" y="2318599"/>
                  </a:lnTo>
                  <a:lnTo>
                    <a:pt x="3012311" y="2320772"/>
                  </a:lnTo>
                  <a:lnTo>
                    <a:pt x="3013166" y="2328386"/>
                  </a:lnTo>
                  <a:lnTo>
                    <a:pt x="3014022" y="2328386"/>
                  </a:lnTo>
                  <a:lnTo>
                    <a:pt x="3014877" y="2328386"/>
                  </a:lnTo>
                  <a:lnTo>
                    <a:pt x="3015733" y="2328386"/>
                  </a:lnTo>
                  <a:lnTo>
                    <a:pt x="3016588" y="2328386"/>
                  </a:lnTo>
                  <a:lnTo>
                    <a:pt x="3017444" y="2328386"/>
                  </a:lnTo>
                  <a:lnTo>
                    <a:pt x="3018299" y="2328386"/>
                  </a:lnTo>
                  <a:lnTo>
                    <a:pt x="3019155" y="2328386"/>
                  </a:lnTo>
                  <a:lnTo>
                    <a:pt x="3020011" y="2328386"/>
                  </a:lnTo>
                  <a:lnTo>
                    <a:pt x="3020866" y="2328386"/>
                  </a:lnTo>
                  <a:lnTo>
                    <a:pt x="3021722" y="2328386"/>
                  </a:lnTo>
                  <a:lnTo>
                    <a:pt x="3022577" y="2328386"/>
                  </a:lnTo>
                  <a:lnTo>
                    <a:pt x="3023433" y="2328386"/>
                  </a:lnTo>
                  <a:lnTo>
                    <a:pt x="3024288" y="2328386"/>
                  </a:lnTo>
                  <a:lnTo>
                    <a:pt x="3025144" y="2328386"/>
                  </a:lnTo>
                  <a:lnTo>
                    <a:pt x="3025999" y="2328386"/>
                  </a:lnTo>
                  <a:lnTo>
                    <a:pt x="3026855" y="2328386"/>
                  </a:lnTo>
                  <a:lnTo>
                    <a:pt x="3027710" y="2328386"/>
                  </a:lnTo>
                  <a:lnTo>
                    <a:pt x="3028566" y="2328386"/>
                  </a:lnTo>
                  <a:lnTo>
                    <a:pt x="3029421" y="2328386"/>
                  </a:lnTo>
                  <a:lnTo>
                    <a:pt x="3030277" y="2328386"/>
                  </a:lnTo>
                  <a:lnTo>
                    <a:pt x="3031132" y="2328386"/>
                  </a:lnTo>
                  <a:lnTo>
                    <a:pt x="3031988" y="2328386"/>
                  </a:lnTo>
                  <a:lnTo>
                    <a:pt x="3032843" y="2328386"/>
                  </a:lnTo>
                  <a:lnTo>
                    <a:pt x="3033699" y="2328386"/>
                  </a:lnTo>
                  <a:lnTo>
                    <a:pt x="3034554" y="2328386"/>
                  </a:lnTo>
                  <a:lnTo>
                    <a:pt x="3035410" y="2328386"/>
                  </a:lnTo>
                  <a:lnTo>
                    <a:pt x="3036266" y="2328386"/>
                  </a:lnTo>
                  <a:lnTo>
                    <a:pt x="3037121" y="2328386"/>
                  </a:lnTo>
                  <a:lnTo>
                    <a:pt x="3037977" y="2328386"/>
                  </a:lnTo>
                  <a:lnTo>
                    <a:pt x="3038832" y="2328386"/>
                  </a:lnTo>
                  <a:lnTo>
                    <a:pt x="3039688" y="2328386"/>
                  </a:lnTo>
                  <a:lnTo>
                    <a:pt x="3040543" y="2328386"/>
                  </a:lnTo>
                  <a:lnTo>
                    <a:pt x="3041399" y="2328386"/>
                  </a:lnTo>
                  <a:lnTo>
                    <a:pt x="3042254" y="2328386"/>
                  </a:lnTo>
                  <a:lnTo>
                    <a:pt x="3043110" y="2328386"/>
                  </a:lnTo>
                  <a:lnTo>
                    <a:pt x="3043965" y="2328386"/>
                  </a:lnTo>
                  <a:lnTo>
                    <a:pt x="3044821" y="2328386"/>
                  </a:lnTo>
                  <a:lnTo>
                    <a:pt x="3045676" y="2328386"/>
                  </a:lnTo>
                  <a:lnTo>
                    <a:pt x="3046532" y="2328386"/>
                  </a:lnTo>
                  <a:lnTo>
                    <a:pt x="3047387" y="2328386"/>
                  </a:lnTo>
                  <a:lnTo>
                    <a:pt x="3048243" y="2328386"/>
                  </a:lnTo>
                  <a:lnTo>
                    <a:pt x="3049098" y="2328122"/>
                  </a:lnTo>
                  <a:lnTo>
                    <a:pt x="3049954" y="2328386"/>
                  </a:lnTo>
                  <a:lnTo>
                    <a:pt x="3050810" y="2328386"/>
                  </a:lnTo>
                  <a:lnTo>
                    <a:pt x="3051665" y="2328386"/>
                  </a:lnTo>
                  <a:lnTo>
                    <a:pt x="3052521" y="2328386"/>
                  </a:lnTo>
                  <a:lnTo>
                    <a:pt x="3053376" y="2328386"/>
                  </a:lnTo>
                  <a:lnTo>
                    <a:pt x="3054232" y="2328386"/>
                  </a:lnTo>
                  <a:lnTo>
                    <a:pt x="3055087" y="2328386"/>
                  </a:lnTo>
                  <a:lnTo>
                    <a:pt x="3055943" y="2328386"/>
                  </a:lnTo>
                  <a:lnTo>
                    <a:pt x="3056798" y="2328386"/>
                  </a:lnTo>
                  <a:lnTo>
                    <a:pt x="3057654" y="2328386"/>
                  </a:lnTo>
                  <a:lnTo>
                    <a:pt x="3058509" y="2328386"/>
                  </a:lnTo>
                  <a:lnTo>
                    <a:pt x="3059365" y="2328386"/>
                  </a:lnTo>
                  <a:lnTo>
                    <a:pt x="3060220" y="2328386"/>
                  </a:lnTo>
                  <a:lnTo>
                    <a:pt x="3061076" y="2328386"/>
                  </a:lnTo>
                  <a:lnTo>
                    <a:pt x="3061931" y="2328386"/>
                  </a:lnTo>
                  <a:lnTo>
                    <a:pt x="3062787" y="2328386"/>
                  </a:lnTo>
                  <a:lnTo>
                    <a:pt x="3063642" y="2328386"/>
                  </a:lnTo>
                  <a:lnTo>
                    <a:pt x="3064498" y="2328386"/>
                  </a:lnTo>
                  <a:lnTo>
                    <a:pt x="3065353" y="2328386"/>
                  </a:lnTo>
                  <a:lnTo>
                    <a:pt x="3066209" y="2328386"/>
                  </a:lnTo>
                  <a:lnTo>
                    <a:pt x="3067065" y="2328386"/>
                  </a:lnTo>
                  <a:lnTo>
                    <a:pt x="3067920" y="2328386"/>
                  </a:lnTo>
                  <a:lnTo>
                    <a:pt x="3068776" y="2328386"/>
                  </a:lnTo>
                  <a:lnTo>
                    <a:pt x="3069631" y="2328386"/>
                  </a:lnTo>
                  <a:lnTo>
                    <a:pt x="3070487" y="2328386"/>
                  </a:lnTo>
                  <a:lnTo>
                    <a:pt x="3071342" y="2328386"/>
                  </a:lnTo>
                  <a:lnTo>
                    <a:pt x="3072198" y="2309613"/>
                  </a:lnTo>
                  <a:lnTo>
                    <a:pt x="3073053" y="2321829"/>
                  </a:lnTo>
                  <a:lnTo>
                    <a:pt x="3073909" y="2296964"/>
                  </a:lnTo>
                  <a:lnTo>
                    <a:pt x="3074764" y="2291641"/>
                  </a:lnTo>
                  <a:lnTo>
                    <a:pt x="3075620" y="2313711"/>
                  </a:lnTo>
                  <a:lnTo>
                    <a:pt x="3076475" y="2309153"/>
                  </a:lnTo>
                  <a:lnTo>
                    <a:pt x="3077331" y="2328386"/>
                  </a:lnTo>
                  <a:lnTo>
                    <a:pt x="3078186" y="2328386"/>
                  </a:lnTo>
                  <a:lnTo>
                    <a:pt x="3079042" y="2328386"/>
                  </a:lnTo>
                  <a:lnTo>
                    <a:pt x="3079897" y="2328386"/>
                  </a:lnTo>
                  <a:lnTo>
                    <a:pt x="3080753" y="2328386"/>
                  </a:lnTo>
                  <a:lnTo>
                    <a:pt x="3081608" y="2328386"/>
                  </a:lnTo>
                  <a:lnTo>
                    <a:pt x="3082464" y="2328386"/>
                  </a:lnTo>
                  <a:lnTo>
                    <a:pt x="3083320" y="2328386"/>
                  </a:lnTo>
                  <a:lnTo>
                    <a:pt x="3084175" y="2328386"/>
                  </a:lnTo>
                  <a:lnTo>
                    <a:pt x="3085031" y="2328386"/>
                  </a:lnTo>
                  <a:lnTo>
                    <a:pt x="3085886" y="2328386"/>
                  </a:lnTo>
                  <a:lnTo>
                    <a:pt x="3086742" y="2318299"/>
                  </a:lnTo>
                  <a:lnTo>
                    <a:pt x="3087597" y="2283939"/>
                  </a:lnTo>
                  <a:lnTo>
                    <a:pt x="3088453" y="2277418"/>
                  </a:lnTo>
                  <a:lnTo>
                    <a:pt x="3089308" y="2281419"/>
                  </a:lnTo>
                  <a:lnTo>
                    <a:pt x="3090164" y="2282817"/>
                  </a:lnTo>
                  <a:lnTo>
                    <a:pt x="3091019" y="2259364"/>
                  </a:lnTo>
                  <a:lnTo>
                    <a:pt x="3091875" y="2256566"/>
                  </a:lnTo>
                  <a:lnTo>
                    <a:pt x="3092730" y="2285050"/>
                  </a:lnTo>
                  <a:lnTo>
                    <a:pt x="3093586" y="2304178"/>
                  </a:lnTo>
                  <a:lnTo>
                    <a:pt x="3094441" y="2316141"/>
                  </a:lnTo>
                  <a:lnTo>
                    <a:pt x="3095297" y="2257787"/>
                  </a:lnTo>
                  <a:lnTo>
                    <a:pt x="3096152" y="2278734"/>
                  </a:lnTo>
                  <a:lnTo>
                    <a:pt x="3097008" y="2261315"/>
                  </a:lnTo>
                  <a:lnTo>
                    <a:pt x="3097864" y="2259296"/>
                  </a:lnTo>
                  <a:lnTo>
                    <a:pt x="3098719" y="2267663"/>
                  </a:lnTo>
                  <a:lnTo>
                    <a:pt x="3099575" y="2234928"/>
                  </a:lnTo>
                  <a:lnTo>
                    <a:pt x="3100430" y="2202100"/>
                  </a:lnTo>
                  <a:lnTo>
                    <a:pt x="3101286" y="2200813"/>
                  </a:lnTo>
                  <a:lnTo>
                    <a:pt x="3102141" y="2193581"/>
                  </a:lnTo>
                  <a:lnTo>
                    <a:pt x="3102997" y="2229380"/>
                  </a:lnTo>
                  <a:lnTo>
                    <a:pt x="3103852" y="2202136"/>
                  </a:lnTo>
                  <a:lnTo>
                    <a:pt x="3104708" y="2223608"/>
                  </a:lnTo>
                  <a:lnTo>
                    <a:pt x="3105563" y="2214655"/>
                  </a:lnTo>
                  <a:lnTo>
                    <a:pt x="3106419" y="2240668"/>
                  </a:lnTo>
                  <a:lnTo>
                    <a:pt x="3107274" y="2239786"/>
                  </a:lnTo>
                  <a:lnTo>
                    <a:pt x="3108130" y="2266506"/>
                  </a:lnTo>
                  <a:lnTo>
                    <a:pt x="3108985" y="2260207"/>
                  </a:lnTo>
                  <a:lnTo>
                    <a:pt x="3109841" y="2255869"/>
                  </a:lnTo>
                  <a:lnTo>
                    <a:pt x="3110696" y="2266792"/>
                  </a:lnTo>
                  <a:lnTo>
                    <a:pt x="3111552" y="2261790"/>
                  </a:lnTo>
                  <a:lnTo>
                    <a:pt x="3112407" y="2234940"/>
                  </a:lnTo>
                  <a:lnTo>
                    <a:pt x="3113263" y="2224218"/>
                  </a:lnTo>
                  <a:lnTo>
                    <a:pt x="3114119" y="2244203"/>
                  </a:lnTo>
                  <a:lnTo>
                    <a:pt x="3114974" y="2213530"/>
                  </a:lnTo>
                  <a:lnTo>
                    <a:pt x="3115830" y="2209472"/>
                  </a:lnTo>
                  <a:lnTo>
                    <a:pt x="3116685" y="2149101"/>
                  </a:lnTo>
                  <a:lnTo>
                    <a:pt x="3117541" y="2131373"/>
                  </a:lnTo>
                  <a:lnTo>
                    <a:pt x="3118396" y="2156366"/>
                  </a:lnTo>
                  <a:lnTo>
                    <a:pt x="3119252" y="2169957"/>
                  </a:lnTo>
                  <a:lnTo>
                    <a:pt x="3120107" y="2198448"/>
                  </a:lnTo>
                  <a:lnTo>
                    <a:pt x="3120963" y="2210441"/>
                  </a:lnTo>
                  <a:lnTo>
                    <a:pt x="3121818" y="2246706"/>
                  </a:lnTo>
                  <a:lnTo>
                    <a:pt x="3122674" y="2245449"/>
                  </a:lnTo>
                  <a:lnTo>
                    <a:pt x="3123529" y="2280775"/>
                  </a:lnTo>
                  <a:lnTo>
                    <a:pt x="3124385" y="2287836"/>
                  </a:lnTo>
                  <a:lnTo>
                    <a:pt x="3125240" y="2270163"/>
                  </a:lnTo>
                  <a:lnTo>
                    <a:pt x="3126096" y="2230280"/>
                  </a:lnTo>
                  <a:lnTo>
                    <a:pt x="3126951" y="2231013"/>
                  </a:lnTo>
                  <a:lnTo>
                    <a:pt x="3127807" y="2282193"/>
                  </a:lnTo>
                  <a:lnTo>
                    <a:pt x="3128662" y="2272261"/>
                  </a:lnTo>
                  <a:lnTo>
                    <a:pt x="3129518" y="2253665"/>
                  </a:lnTo>
                  <a:lnTo>
                    <a:pt x="3130374" y="2228880"/>
                  </a:lnTo>
                  <a:lnTo>
                    <a:pt x="3131229" y="2264748"/>
                  </a:lnTo>
                  <a:lnTo>
                    <a:pt x="3132085" y="2261133"/>
                  </a:lnTo>
                  <a:lnTo>
                    <a:pt x="3132940" y="2254616"/>
                  </a:lnTo>
                  <a:lnTo>
                    <a:pt x="3133796" y="2216525"/>
                  </a:lnTo>
                  <a:lnTo>
                    <a:pt x="3134651" y="2216557"/>
                  </a:lnTo>
                  <a:lnTo>
                    <a:pt x="3135507" y="2205134"/>
                  </a:lnTo>
                  <a:lnTo>
                    <a:pt x="3136362" y="2235262"/>
                  </a:lnTo>
                  <a:lnTo>
                    <a:pt x="3137218" y="2213983"/>
                  </a:lnTo>
                  <a:lnTo>
                    <a:pt x="3138073" y="2218205"/>
                  </a:lnTo>
                  <a:lnTo>
                    <a:pt x="3138929" y="2197416"/>
                  </a:lnTo>
                  <a:lnTo>
                    <a:pt x="3139784" y="2222679"/>
                  </a:lnTo>
                  <a:lnTo>
                    <a:pt x="3140640" y="2192875"/>
                  </a:lnTo>
                  <a:lnTo>
                    <a:pt x="3141495" y="2159176"/>
                  </a:lnTo>
                  <a:lnTo>
                    <a:pt x="3142351" y="2173242"/>
                  </a:lnTo>
                  <a:lnTo>
                    <a:pt x="3143206" y="2141657"/>
                  </a:lnTo>
                  <a:lnTo>
                    <a:pt x="3144062" y="2158173"/>
                  </a:lnTo>
                  <a:lnTo>
                    <a:pt x="3144917" y="2156526"/>
                  </a:lnTo>
                  <a:lnTo>
                    <a:pt x="3145773" y="2125718"/>
                  </a:lnTo>
                  <a:lnTo>
                    <a:pt x="3146629" y="2137561"/>
                  </a:lnTo>
                  <a:lnTo>
                    <a:pt x="3147484" y="2107192"/>
                  </a:lnTo>
                  <a:lnTo>
                    <a:pt x="3148340" y="2076932"/>
                  </a:lnTo>
                  <a:lnTo>
                    <a:pt x="3149195" y="2123479"/>
                  </a:lnTo>
                  <a:lnTo>
                    <a:pt x="3150051" y="2112225"/>
                  </a:lnTo>
                  <a:lnTo>
                    <a:pt x="3150906" y="2075386"/>
                  </a:lnTo>
                  <a:lnTo>
                    <a:pt x="3151762" y="2074279"/>
                  </a:lnTo>
                  <a:lnTo>
                    <a:pt x="3152617" y="2074898"/>
                  </a:lnTo>
                  <a:lnTo>
                    <a:pt x="3153473" y="2099583"/>
                  </a:lnTo>
                  <a:lnTo>
                    <a:pt x="3154328" y="2100669"/>
                  </a:lnTo>
                  <a:lnTo>
                    <a:pt x="3155184" y="2094463"/>
                  </a:lnTo>
                  <a:lnTo>
                    <a:pt x="3156039" y="2117482"/>
                  </a:lnTo>
                  <a:lnTo>
                    <a:pt x="3156895" y="2097373"/>
                  </a:lnTo>
                  <a:lnTo>
                    <a:pt x="3157750" y="2122504"/>
                  </a:lnTo>
                  <a:lnTo>
                    <a:pt x="3158606" y="2145001"/>
                  </a:lnTo>
                  <a:lnTo>
                    <a:pt x="3159461" y="2164223"/>
                  </a:lnTo>
                  <a:lnTo>
                    <a:pt x="3160317" y="2160553"/>
                  </a:lnTo>
                  <a:lnTo>
                    <a:pt x="3161173" y="2202187"/>
                  </a:lnTo>
                  <a:lnTo>
                    <a:pt x="3162028" y="2202236"/>
                  </a:lnTo>
                  <a:lnTo>
                    <a:pt x="3162884" y="2197538"/>
                  </a:lnTo>
                  <a:lnTo>
                    <a:pt x="3163739" y="2134921"/>
                  </a:lnTo>
                  <a:lnTo>
                    <a:pt x="3164595" y="2146588"/>
                  </a:lnTo>
                  <a:lnTo>
                    <a:pt x="3165450" y="2092412"/>
                  </a:lnTo>
                  <a:lnTo>
                    <a:pt x="3166306" y="2115114"/>
                  </a:lnTo>
                  <a:lnTo>
                    <a:pt x="3167161" y="2078669"/>
                  </a:lnTo>
                  <a:lnTo>
                    <a:pt x="3168017" y="2089941"/>
                  </a:lnTo>
                  <a:lnTo>
                    <a:pt x="3168872" y="2057630"/>
                  </a:lnTo>
                  <a:lnTo>
                    <a:pt x="3169728" y="2080197"/>
                  </a:lnTo>
                  <a:lnTo>
                    <a:pt x="3170583" y="2102056"/>
                  </a:lnTo>
                  <a:lnTo>
                    <a:pt x="3171439" y="2114067"/>
                  </a:lnTo>
                  <a:lnTo>
                    <a:pt x="3172294" y="2158646"/>
                  </a:lnTo>
                  <a:lnTo>
                    <a:pt x="3173150" y="2135138"/>
                  </a:lnTo>
                  <a:lnTo>
                    <a:pt x="3174005" y="2080051"/>
                  </a:lnTo>
                  <a:lnTo>
                    <a:pt x="3174861" y="2045293"/>
                  </a:lnTo>
                  <a:lnTo>
                    <a:pt x="3175716" y="2007596"/>
                  </a:lnTo>
                  <a:lnTo>
                    <a:pt x="3176572" y="1951712"/>
                  </a:lnTo>
                  <a:lnTo>
                    <a:pt x="3177428" y="1936284"/>
                  </a:lnTo>
                  <a:lnTo>
                    <a:pt x="3178283" y="1900965"/>
                  </a:lnTo>
                  <a:lnTo>
                    <a:pt x="3179139" y="1898207"/>
                  </a:lnTo>
                  <a:lnTo>
                    <a:pt x="3179994" y="1901361"/>
                  </a:lnTo>
                  <a:lnTo>
                    <a:pt x="3180850" y="1890538"/>
                  </a:lnTo>
                  <a:lnTo>
                    <a:pt x="3181705" y="1856362"/>
                  </a:lnTo>
                  <a:lnTo>
                    <a:pt x="3182561" y="1877231"/>
                  </a:lnTo>
                  <a:lnTo>
                    <a:pt x="3183416" y="1930267"/>
                  </a:lnTo>
                  <a:lnTo>
                    <a:pt x="3184272" y="1897546"/>
                  </a:lnTo>
                  <a:lnTo>
                    <a:pt x="3185127" y="1888031"/>
                  </a:lnTo>
                  <a:lnTo>
                    <a:pt x="3185983" y="1918349"/>
                  </a:lnTo>
                  <a:lnTo>
                    <a:pt x="3186838" y="1921856"/>
                  </a:lnTo>
                  <a:lnTo>
                    <a:pt x="3187694" y="1953032"/>
                  </a:lnTo>
                  <a:lnTo>
                    <a:pt x="3188549" y="1981940"/>
                  </a:lnTo>
                  <a:lnTo>
                    <a:pt x="3189405" y="1955884"/>
                  </a:lnTo>
                  <a:lnTo>
                    <a:pt x="3190260" y="1973855"/>
                  </a:lnTo>
                  <a:lnTo>
                    <a:pt x="3191116" y="1955102"/>
                  </a:lnTo>
                  <a:lnTo>
                    <a:pt x="3191971" y="1930847"/>
                  </a:lnTo>
                  <a:lnTo>
                    <a:pt x="3192827" y="1925963"/>
                  </a:lnTo>
                  <a:lnTo>
                    <a:pt x="3193683" y="1921540"/>
                  </a:lnTo>
                  <a:lnTo>
                    <a:pt x="3194538" y="1889895"/>
                  </a:lnTo>
                  <a:lnTo>
                    <a:pt x="3195394" y="1904362"/>
                  </a:lnTo>
                  <a:lnTo>
                    <a:pt x="3196249" y="1895006"/>
                  </a:lnTo>
                  <a:lnTo>
                    <a:pt x="3197105" y="1912413"/>
                  </a:lnTo>
                  <a:lnTo>
                    <a:pt x="3197960" y="1960449"/>
                  </a:lnTo>
                  <a:lnTo>
                    <a:pt x="3198816" y="1955351"/>
                  </a:lnTo>
                  <a:lnTo>
                    <a:pt x="3199671" y="1992287"/>
                  </a:lnTo>
                  <a:lnTo>
                    <a:pt x="3200527" y="2063878"/>
                  </a:lnTo>
                  <a:lnTo>
                    <a:pt x="3201382" y="2053609"/>
                  </a:lnTo>
                  <a:lnTo>
                    <a:pt x="3202238" y="2069022"/>
                  </a:lnTo>
                  <a:lnTo>
                    <a:pt x="3203093" y="2072834"/>
                  </a:lnTo>
                  <a:lnTo>
                    <a:pt x="3203949" y="2091768"/>
                  </a:lnTo>
                  <a:lnTo>
                    <a:pt x="3204804" y="2072786"/>
                  </a:lnTo>
                  <a:lnTo>
                    <a:pt x="3205660" y="2019683"/>
                  </a:lnTo>
                  <a:lnTo>
                    <a:pt x="3206515" y="2006516"/>
                  </a:lnTo>
                  <a:lnTo>
                    <a:pt x="3207371" y="2027521"/>
                  </a:lnTo>
                  <a:lnTo>
                    <a:pt x="3208227" y="2030628"/>
                  </a:lnTo>
                  <a:lnTo>
                    <a:pt x="3209082" y="2063952"/>
                  </a:lnTo>
                  <a:lnTo>
                    <a:pt x="3209938" y="2016597"/>
                  </a:lnTo>
                  <a:lnTo>
                    <a:pt x="3210793" y="2013173"/>
                  </a:lnTo>
                  <a:lnTo>
                    <a:pt x="3211649" y="1994721"/>
                  </a:lnTo>
                  <a:lnTo>
                    <a:pt x="3212504" y="1986268"/>
                  </a:lnTo>
                  <a:lnTo>
                    <a:pt x="3213360" y="2020464"/>
                  </a:lnTo>
                  <a:lnTo>
                    <a:pt x="3214215" y="1977390"/>
                  </a:lnTo>
                  <a:lnTo>
                    <a:pt x="3215071" y="1895486"/>
                  </a:lnTo>
                  <a:lnTo>
                    <a:pt x="3215926" y="2031133"/>
                  </a:lnTo>
                  <a:lnTo>
                    <a:pt x="3216782" y="2007645"/>
                  </a:lnTo>
                  <a:lnTo>
                    <a:pt x="3217637" y="2004783"/>
                  </a:lnTo>
                  <a:lnTo>
                    <a:pt x="3218493" y="2006881"/>
                  </a:lnTo>
                  <a:lnTo>
                    <a:pt x="3219348" y="1965116"/>
                  </a:lnTo>
                  <a:lnTo>
                    <a:pt x="3220204" y="2016135"/>
                  </a:lnTo>
                  <a:lnTo>
                    <a:pt x="3221059" y="2019041"/>
                  </a:lnTo>
                  <a:lnTo>
                    <a:pt x="3221915" y="1989506"/>
                  </a:lnTo>
                  <a:lnTo>
                    <a:pt x="3222770" y="1963366"/>
                  </a:lnTo>
                  <a:lnTo>
                    <a:pt x="3223626" y="2012708"/>
                  </a:lnTo>
                  <a:lnTo>
                    <a:pt x="3224482" y="2025465"/>
                  </a:lnTo>
                  <a:lnTo>
                    <a:pt x="3225337" y="1997649"/>
                  </a:lnTo>
                  <a:lnTo>
                    <a:pt x="3226193" y="1919784"/>
                  </a:lnTo>
                  <a:lnTo>
                    <a:pt x="3227048" y="1915879"/>
                  </a:lnTo>
                  <a:lnTo>
                    <a:pt x="3227904" y="1901124"/>
                  </a:lnTo>
                  <a:lnTo>
                    <a:pt x="3228759" y="1919499"/>
                  </a:lnTo>
                  <a:lnTo>
                    <a:pt x="3229615" y="1882120"/>
                  </a:lnTo>
                  <a:lnTo>
                    <a:pt x="3230470" y="1915274"/>
                  </a:lnTo>
                  <a:lnTo>
                    <a:pt x="3231326" y="1950340"/>
                  </a:lnTo>
                  <a:lnTo>
                    <a:pt x="3232181" y="1972770"/>
                  </a:lnTo>
                  <a:lnTo>
                    <a:pt x="3233037" y="2034487"/>
                  </a:lnTo>
                  <a:lnTo>
                    <a:pt x="3233892" y="2004688"/>
                  </a:lnTo>
                  <a:lnTo>
                    <a:pt x="3234748" y="2017974"/>
                  </a:lnTo>
                  <a:lnTo>
                    <a:pt x="3235603" y="2042714"/>
                  </a:lnTo>
                  <a:lnTo>
                    <a:pt x="3236459" y="2027154"/>
                  </a:lnTo>
                  <a:lnTo>
                    <a:pt x="3237314" y="2072648"/>
                  </a:lnTo>
                  <a:lnTo>
                    <a:pt x="3238170" y="2053936"/>
                  </a:lnTo>
                  <a:lnTo>
                    <a:pt x="3239025" y="2042552"/>
                  </a:lnTo>
                  <a:lnTo>
                    <a:pt x="3239881" y="1999869"/>
                  </a:lnTo>
                  <a:lnTo>
                    <a:pt x="3240737" y="2010443"/>
                  </a:lnTo>
                  <a:lnTo>
                    <a:pt x="3241592" y="1979159"/>
                  </a:lnTo>
                  <a:lnTo>
                    <a:pt x="3242448" y="1974230"/>
                  </a:lnTo>
                  <a:lnTo>
                    <a:pt x="3243303" y="1927076"/>
                  </a:lnTo>
                  <a:lnTo>
                    <a:pt x="3244159" y="1894492"/>
                  </a:lnTo>
                  <a:lnTo>
                    <a:pt x="3245014" y="1907521"/>
                  </a:lnTo>
                  <a:lnTo>
                    <a:pt x="3245870" y="1901640"/>
                  </a:lnTo>
                  <a:lnTo>
                    <a:pt x="3246725" y="1927411"/>
                  </a:lnTo>
                  <a:lnTo>
                    <a:pt x="3247581" y="1710403"/>
                  </a:lnTo>
                  <a:lnTo>
                    <a:pt x="3248436" y="1727171"/>
                  </a:lnTo>
                  <a:lnTo>
                    <a:pt x="3249292" y="1773023"/>
                  </a:lnTo>
                  <a:lnTo>
                    <a:pt x="3250147" y="1793462"/>
                  </a:lnTo>
                  <a:lnTo>
                    <a:pt x="3251003" y="1895558"/>
                  </a:lnTo>
                  <a:lnTo>
                    <a:pt x="3251858" y="1858476"/>
                  </a:lnTo>
                  <a:lnTo>
                    <a:pt x="3252714" y="1884948"/>
                  </a:lnTo>
                  <a:lnTo>
                    <a:pt x="3253569" y="1862823"/>
                  </a:lnTo>
                  <a:lnTo>
                    <a:pt x="3254425" y="1925769"/>
                  </a:lnTo>
                  <a:lnTo>
                    <a:pt x="3255281" y="1968087"/>
                  </a:lnTo>
                  <a:lnTo>
                    <a:pt x="3256136" y="1933724"/>
                  </a:lnTo>
                  <a:lnTo>
                    <a:pt x="3256992" y="1938138"/>
                  </a:lnTo>
                  <a:lnTo>
                    <a:pt x="3257847" y="1912980"/>
                  </a:lnTo>
                  <a:lnTo>
                    <a:pt x="3258703" y="1995887"/>
                  </a:lnTo>
                  <a:lnTo>
                    <a:pt x="3259558" y="1932544"/>
                  </a:lnTo>
                  <a:lnTo>
                    <a:pt x="3260414" y="1873093"/>
                  </a:lnTo>
                  <a:lnTo>
                    <a:pt x="3261269" y="1951760"/>
                  </a:lnTo>
                  <a:lnTo>
                    <a:pt x="3262125" y="1932841"/>
                  </a:lnTo>
                  <a:lnTo>
                    <a:pt x="3262980" y="1894629"/>
                  </a:lnTo>
                  <a:lnTo>
                    <a:pt x="3263836" y="1847757"/>
                  </a:lnTo>
                  <a:lnTo>
                    <a:pt x="3264691" y="1866187"/>
                  </a:lnTo>
                  <a:lnTo>
                    <a:pt x="3265547" y="1811266"/>
                  </a:lnTo>
                  <a:lnTo>
                    <a:pt x="3266402" y="1781730"/>
                  </a:lnTo>
                  <a:lnTo>
                    <a:pt x="3267258" y="1754570"/>
                  </a:lnTo>
                  <a:lnTo>
                    <a:pt x="3268113" y="1732929"/>
                  </a:lnTo>
                  <a:lnTo>
                    <a:pt x="3268969" y="1711026"/>
                  </a:lnTo>
                  <a:lnTo>
                    <a:pt x="3269824" y="1781626"/>
                  </a:lnTo>
                  <a:lnTo>
                    <a:pt x="3270680" y="1789476"/>
                  </a:lnTo>
                  <a:lnTo>
                    <a:pt x="3271536" y="1812703"/>
                  </a:lnTo>
                  <a:lnTo>
                    <a:pt x="3272391" y="1828892"/>
                  </a:lnTo>
                  <a:lnTo>
                    <a:pt x="3273247" y="1846236"/>
                  </a:lnTo>
                  <a:lnTo>
                    <a:pt x="3274102" y="1798566"/>
                  </a:lnTo>
                  <a:lnTo>
                    <a:pt x="3274958" y="1679917"/>
                  </a:lnTo>
                  <a:lnTo>
                    <a:pt x="3275813" y="1710709"/>
                  </a:lnTo>
                  <a:lnTo>
                    <a:pt x="3276669" y="1758331"/>
                  </a:lnTo>
                  <a:lnTo>
                    <a:pt x="3277524" y="1646510"/>
                  </a:lnTo>
                  <a:lnTo>
                    <a:pt x="3278380" y="1638973"/>
                  </a:lnTo>
                  <a:lnTo>
                    <a:pt x="3279235" y="1644906"/>
                  </a:lnTo>
                  <a:lnTo>
                    <a:pt x="3280091" y="1591126"/>
                  </a:lnTo>
                  <a:lnTo>
                    <a:pt x="3280946" y="1650288"/>
                  </a:lnTo>
                  <a:lnTo>
                    <a:pt x="3281802" y="1627399"/>
                  </a:lnTo>
                  <a:lnTo>
                    <a:pt x="3282657" y="1629508"/>
                  </a:lnTo>
                  <a:lnTo>
                    <a:pt x="3283513" y="1598868"/>
                  </a:lnTo>
                  <a:lnTo>
                    <a:pt x="3284368" y="1656202"/>
                  </a:lnTo>
                  <a:lnTo>
                    <a:pt x="3285224" y="1696674"/>
                  </a:lnTo>
                  <a:lnTo>
                    <a:pt x="3286079" y="1754094"/>
                  </a:lnTo>
                  <a:lnTo>
                    <a:pt x="3286935" y="1679906"/>
                  </a:lnTo>
                  <a:lnTo>
                    <a:pt x="3287791" y="1596006"/>
                  </a:lnTo>
                  <a:lnTo>
                    <a:pt x="3288646" y="1661499"/>
                  </a:lnTo>
                  <a:lnTo>
                    <a:pt x="3289502" y="1674421"/>
                  </a:lnTo>
                  <a:lnTo>
                    <a:pt x="3290357" y="1571952"/>
                  </a:lnTo>
                  <a:lnTo>
                    <a:pt x="3291213" y="1635407"/>
                  </a:lnTo>
                  <a:lnTo>
                    <a:pt x="3292068" y="1714364"/>
                  </a:lnTo>
                  <a:lnTo>
                    <a:pt x="3292924" y="1844636"/>
                  </a:lnTo>
                  <a:lnTo>
                    <a:pt x="3293779" y="1778736"/>
                  </a:lnTo>
                  <a:lnTo>
                    <a:pt x="3294635" y="1691706"/>
                  </a:lnTo>
                  <a:lnTo>
                    <a:pt x="3295490" y="1753498"/>
                  </a:lnTo>
                  <a:lnTo>
                    <a:pt x="3296346" y="1759001"/>
                  </a:lnTo>
                  <a:lnTo>
                    <a:pt x="3297201" y="1796859"/>
                  </a:lnTo>
                  <a:lnTo>
                    <a:pt x="3298057" y="1808947"/>
                  </a:lnTo>
                  <a:lnTo>
                    <a:pt x="3298912" y="1749641"/>
                  </a:lnTo>
                  <a:lnTo>
                    <a:pt x="3299768" y="1733093"/>
                  </a:lnTo>
                  <a:lnTo>
                    <a:pt x="3300623" y="1763214"/>
                  </a:lnTo>
                  <a:lnTo>
                    <a:pt x="3301479" y="1787090"/>
                  </a:lnTo>
                  <a:lnTo>
                    <a:pt x="3302335" y="1871667"/>
                  </a:lnTo>
                  <a:lnTo>
                    <a:pt x="3303190" y="1814794"/>
                  </a:lnTo>
                  <a:lnTo>
                    <a:pt x="3304046" y="1728822"/>
                  </a:lnTo>
                  <a:lnTo>
                    <a:pt x="3304901" y="1690834"/>
                  </a:lnTo>
                  <a:lnTo>
                    <a:pt x="3305757" y="1578629"/>
                  </a:lnTo>
                  <a:lnTo>
                    <a:pt x="3306612" y="1558442"/>
                  </a:lnTo>
                  <a:lnTo>
                    <a:pt x="3307468" y="1501437"/>
                  </a:lnTo>
                  <a:lnTo>
                    <a:pt x="3308323" y="1523954"/>
                  </a:lnTo>
                  <a:lnTo>
                    <a:pt x="3309179" y="1536388"/>
                  </a:lnTo>
                  <a:lnTo>
                    <a:pt x="3310034" y="1518996"/>
                  </a:lnTo>
                  <a:lnTo>
                    <a:pt x="3310890" y="1566227"/>
                  </a:lnTo>
                  <a:lnTo>
                    <a:pt x="3311745" y="1551200"/>
                  </a:lnTo>
                  <a:lnTo>
                    <a:pt x="3312601" y="1651668"/>
                  </a:lnTo>
                  <a:lnTo>
                    <a:pt x="3313456" y="1626498"/>
                  </a:lnTo>
                  <a:lnTo>
                    <a:pt x="3314312" y="1628987"/>
                  </a:lnTo>
                  <a:lnTo>
                    <a:pt x="3315167" y="1663765"/>
                  </a:lnTo>
                  <a:lnTo>
                    <a:pt x="3316023" y="1667260"/>
                  </a:lnTo>
                  <a:lnTo>
                    <a:pt x="3316878" y="1689366"/>
                  </a:lnTo>
                  <a:lnTo>
                    <a:pt x="3317734" y="1646812"/>
                  </a:lnTo>
                  <a:lnTo>
                    <a:pt x="3318590" y="1615923"/>
                  </a:lnTo>
                  <a:lnTo>
                    <a:pt x="3319445" y="1612559"/>
                  </a:lnTo>
                  <a:lnTo>
                    <a:pt x="3320301" y="1632568"/>
                  </a:lnTo>
                  <a:lnTo>
                    <a:pt x="3321156" y="1560471"/>
                  </a:lnTo>
                  <a:lnTo>
                    <a:pt x="3322012" y="1554513"/>
                  </a:lnTo>
                  <a:lnTo>
                    <a:pt x="3322867" y="1565175"/>
                  </a:lnTo>
                  <a:lnTo>
                    <a:pt x="3323723" y="1546954"/>
                  </a:lnTo>
                  <a:lnTo>
                    <a:pt x="3324578" y="1550047"/>
                  </a:lnTo>
                  <a:lnTo>
                    <a:pt x="3325434" y="1526885"/>
                  </a:lnTo>
                  <a:lnTo>
                    <a:pt x="3326289" y="1533960"/>
                  </a:lnTo>
                  <a:lnTo>
                    <a:pt x="3327145" y="1629784"/>
                  </a:lnTo>
                  <a:lnTo>
                    <a:pt x="3328000" y="1595152"/>
                  </a:lnTo>
                  <a:lnTo>
                    <a:pt x="3328856" y="1623010"/>
                  </a:lnTo>
                  <a:lnTo>
                    <a:pt x="3329711" y="1647794"/>
                  </a:lnTo>
                  <a:lnTo>
                    <a:pt x="3330567" y="1642602"/>
                  </a:lnTo>
                  <a:lnTo>
                    <a:pt x="3331422" y="1767686"/>
                  </a:lnTo>
                  <a:lnTo>
                    <a:pt x="3332278" y="1765340"/>
                  </a:lnTo>
                  <a:lnTo>
                    <a:pt x="3333133" y="1949533"/>
                  </a:lnTo>
                  <a:lnTo>
                    <a:pt x="3333989" y="1979246"/>
                  </a:lnTo>
                  <a:lnTo>
                    <a:pt x="3334845" y="1944059"/>
                  </a:lnTo>
                  <a:lnTo>
                    <a:pt x="3335700" y="1943571"/>
                  </a:lnTo>
                  <a:lnTo>
                    <a:pt x="3336556" y="1994088"/>
                  </a:lnTo>
                  <a:lnTo>
                    <a:pt x="3337411" y="1949688"/>
                  </a:lnTo>
                  <a:lnTo>
                    <a:pt x="3338267" y="1914857"/>
                  </a:lnTo>
                  <a:lnTo>
                    <a:pt x="3339122" y="1869228"/>
                  </a:lnTo>
                  <a:lnTo>
                    <a:pt x="3339978" y="1953100"/>
                  </a:lnTo>
                  <a:lnTo>
                    <a:pt x="3340833" y="2057052"/>
                  </a:lnTo>
                  <a:lnTo>
                    <a:pt x="3341689" y="2053591"/>
                  </a:lnTo>
                  <a:lnTo>
                    <a:pt x="3342544" y="2106614"/>
                  </a:lnTo>
                  <a:lnTo>
                    <a:pt x="3343400" y="2077948"/>
                  </a:lnTo>
                  <a:lnTo>
                    <a:pt x="3344255" y="2098313"/>
                  </a:lnTo>
                  <a:lnTo>
                    <a:pt x="3345111" y="2074591"/>
                  </a:lnTo>
                  <a:lnTo>
                    <a:pt x="3345966" y="2019738"/>
                  </a:lnTo>
                  <a:lnTo>
                    <a:pt x="3346822" y="2037388"/>
                  </a:lnTo>
                  <a:lnTo>
                    <a:pt x="3347677" y="1963298"/>
                  </a:lnTo>
                  <a:lnTo>
                    <a:pt x="3348533" y="1883515"/>
                  </a:lnTo>
                  <a:lnTo>
                    <a:pt x="3349388" y="1809781"/>
                  </a:lnTo>
                  <a:lnTo>
                    <a:pt x="3350244" y="1728146"/>
                  </a:lnTo>
                  <a:lnTo>
                    <a:pt x="3351100" y="1779598"/>
                  </a:lnTo>
                  <a:lnTo>
                    <a:pt x="3351955" y="1666580"/>
                  </a:lnTo>
                  <a:lnTo>
                    <a:pt x="3352811" y="1693425"/>
                  </a:lnTo>
                  <a:lnTo>
                    <a:pt x="3353666" y="1681229"/>
                  </a:lnTo>
                  <a:lnTo>
                    <a:pt x="3354522" y="1681410"/>
                  </a:lnTo>
                  <a:lnTo>
                    <a:pt x="3355377" y="1751067"/>
                  </a:lnTo>
                  <a:lnTo>
                    <a:pt x="3356233" y="1741890"/>
                  </a:lnTo>
                  <a:lnTo>
                    <a:pt x="3357088" y="1774699"/>
                  </a:lnTo>
                  <a:lnTo>
                    <a:pt x="3357944" y="1724302"/>
                  </a:lnTo>
                  <a:lnTo>
                    <a:pt x="3358799" y="1855613"/>
                  </a:lnTo>
                  <a:lnTo>
                    <a:pt x="3359655" y="1970463"/>
                  </a:lnTo>
                  <a:lnTo>
                    <a:pt x="3360510" y="2001262"/>
                  </a:lnTo>
                  <a:lnTo>
                    <a:pt x="3361366" y="2039664"/>
                  </a:lnTo>
                  <a:lnTo>
                    <a:pt x="3362221" y="2031352"/>
                  </a:lnTo>
                  <a:lnTo>
                    <a:pt x="3363077" y="2079198"/>
                  </a:lnTo>
                  <a:lnTo>
                    <a:pt x="3363932" y="2056524"/>
                  </a:lnTo>
                  <a:lnTo>
                    <a:pt x="3364788" y="1972391"/>
                  </a:lnTo>
                  <a:lnTo>
                    <a:pt x="3365644" y="1872026"/>
                  </a:lnTo>
                  <a:lnTo>
                    <a:pt x="3366499" y="1865259"/>
                  </a:lnTo>
                  <a:lnTo>
                    <a:pt x="3367355" y="1864765"/>
                  </a:lnTo>
                  <a:lnTo>
                    <a:pt x="3368210" y="1765853"/>
                  </a:lnTo>
                  <a:lnTo>
                    <a:pt x="3369066" y="1754945"/>
                  </a:lnTo>
                  <a:lnTo>
                    <a:pt x="3369921" y="1716451"/>
                  </a:lnTo>
                  <a:lnTo>
                    <a:pt x="3370777" y="1731884"/>
                  </a:lnTo>
                  <a:lnTo>
                    <a:pt x="3371632" y="1780708"/>
                  </a:lnTo>
                  <a:lnTo>
                    <a:pt x="3372488" y="1784649"/>
                  </a:lnTo>
                  <a:lnTo>
                    <a:pt x="3373343" y="1815414"/>
                  </a:lnTo>
                  <a:lnTo>
                    <a:pt x="3374199" y="1776167"/>
                  </a:lnTo>
                  <a:lnTo>
                    <a:pt x="3375054" y="1865938"/>
                  </a:lnTo>
                  <a:lnTo>
                    <a:pt x="3375910" y="1934961"/>
                  </a:lnTo>
                  <a:lnTo>
                    <a:pt x="3376765" y="2025333"/>
                  </a:lnTo>
                  <a:lnTo>
                    <a:pt x="3377621" y="2058756"/>
                  </a:lnTo>
                  <a:lnTo>
                    <a:pt x="3378476" y="2076566"/>
                  </a:lnTo>
                  <a:lnTo>
                    <a:pt x="3379332" y="2091416"/>
                  </a:lnTo>
                  <a:lnTo>
                    <a:pt x="3380187" y="1994757"/>
                  </a:lnTo>
                  <a:lnTo>
                    <a:pt x="3381043" y="1904626"/>
                  </a:lnTo>
                  <a:lnTo>
                    <a:pt x="3381899" y="1859667"/>
                  </a:lnTo>
                  <a:lnTo>
                    <a:pt x="3382754" y="1841961"/>
                  </a:lnTo>
                  <a:lnTo>
                    <a:pt x="3383610" y="1835214"/>
                  </a:lnTo>
                  <a:lnTo>
                    <a:pt x="3384465" y="1844921"/>
                  </a:lnTo>
                  <a:lnTo>
                    <a:pt x="3385321" y="1875783"/>
                  </a:lnTo>
                  <a:lnTo>
                    <a:pt x="3386176" y="1924837"/>
                  </a:lnTo>
                  <a:lnTo>
                    <a:pt x="3387032" y="2040709"/>
                  </a:lnTo>
                  <a:lnTo>
                    <a:pt x="3387887" y="2013394"/>
                  </a:lnTo>
                  <a:lnTo>
                    <a:pt x="3388743" y="2016684"/>
                  </a:lnTo>
                  <a:lnTo>
                    <a:pt x="3389598" y="1987559"/>
                  </a:lnTo>
                  <a:lnTo>
                    <a:pt x="3390454" y="1987251"/>
                  </a:lnTo>
                  <a:lnTo>
                    <a:pt x="3391309" y="1996848"/>
                  </a:lnTo>
                  <a:lnTo>
                    <a:pt x="3392165" y="2028936"/>
                  </a:lnTo>
                  <a:lnTo>
                    <a:pt x="3393020" y="2059555"/>
                  </a:lnTo>
                  <a:lnTo>
                    <a:pt x="3393876" y="2056687"/>
                  </a:lnTo>
                  <a:lnTo>
                    <a:pt x="3394731" y="1947764"/>
                  </a:lnTo>
                  <a:lnTo>
                    <a:pt x="3395587" y="1987001"/>
                  </a:lnTo>
                  <a:lnTo>
                    <a:pt x="3396442" y="1886171"/>
                  </a:lnTo>
                  <a:lnTo>
                    <a:pt x="3397298" y="1919833"/>
                  </a:lnTo>
                  <a:lnTo>
                    <a:pt x="3398154" y="1931800"/>
                  </a:lnTo>
                  <a:lnTo>
                    <a:pt x="3399009" y="1972766"/>
                  </a:lnTo>
                  <a:lnTo>
                    <a:pt x="3399865" y="2003263"/>
                  </a:lnTo>
                  <a:lnTo>
                    <a:pt x="3400720" y="1975141"/>
                  </a:lnTo>
                  <a:lnTo>
                    <a:pt x="3401576" y="1963072"/>
                  </a:lnTo>
                  <a:lnTo>
                    <a:pt x="3402431" y="1960942"/>
                  </a:lnTo>
                  <a:lnTo>
                    <a:pt x="3403287" y="1931565"/>
                  </a:lnTo>
                  <a:lnTo>
                    <a:pt x="3404142" y="1816670"/>
                  </a:lnTo>
                  <a:lnTo>
                    <a:pt x="3404998" y="1809693"/>
                  </a:lnTo>
                  <a:lnTo>
                    <a:pt x="3405853" y="1867016"/>
                  </a:lnTo>
                  <a:lnTo>
                    <a:pt x="3406709" y="1845233"/>
                  </a:lnTo>
                  <a:lnTo>
                    <a:pt x="3407564" y="1756320"/>
                  </a:lnTo>
                  <a:lnTo>
                    <a:pt x="3408420" y="1687986"/>
                  </a:lnTo>
                  <a:lnTo>
                    <a:pt x="3409275" y="1724826"/>
                  </a:lnTo>
                  <a:lnTo>
                    <a:pt x="3410131" y="1652044"/>
                  </a:lnTo>
                  <a:lnTo>
                    <a:pt x="3410986" y="1591191"/>
                  </a:lnTo>
                  <a:lnTo>
                    <a:pt x="3411842" y="1525747"/>
                  </a:lnTo>
                  <a:lnTo>
                    <a:pt x="3412698" y="1547625"/>
                  </a:lnTo>
                  <a:lnTo>
                    <a:pt x="3413553" y="1623377"/>
                  </a:lnTo>
                  <a:lnTo>
                    <a:pt x="3414409" y="1560479"/>
                  </a:lnTo>
                  <a:lnTo>
                    <a:pt x="3415264" y="1588065"/>
                  </a:lnTo>
                  <a:lnTo>
                    <a:pt x="3416120" y="1594430"/>
                  </a:lnTo>
                  <a:lnTo>
                    <a:pt x="3416975" y="1617867"/>
                  </a:lnTo>
                  <a:lnTo>
                    <a:pt x="3417831" y="1690987"/>
                  </a:lnTo>
                  <a:lnTo>
                    <a:pt x="3418686" y="1660379"/>
                  </a:lnTo>
                  <a:lnTo>
                    <a:pt x="3419542" y="1681963"/>
                  </a:lnTo>
                  <a:lnTo>
                    <a:pt x="3420397" y="1733709"/>
                  </a:lnTo>
                  <a:lnTo>
                    <a:pt x="3421253" y="1823563"/>
                  </a:lnTo>
                  <a:lnTo>
                    <a:pt x="3422108" y="1841706"/>
                  </a:lnTo>
                  <a:lnTo>
                    <a:pt x="3422964" y="1798101"/>
                  </a:lnTo>
                  <a:lnTo>
                    <a:pt x="3423819" y="1756679"/>
                  </a:lnTo>
                  <a:lnTo>
                    <a:pt x="3424675" y="1760480"/>
                  </a:lnTo>
                  <a:lnTo>
                    <a:pt x="3425530" y="1719814"/>
                  </a:lnTo>
                  <a:lnTo>
                    <a:pt x="3426386" y="1745005"/>
                  </a:lnTo>
                  <a:lnTo>
                    <a:pt x="3427241" y="1756276"/>
                  </a:lnTo>
                  <a:lnTo>
                    <a:pt x="3428097" y="1714668"/>
                  </a:lnTo>
                  <a:lnTo>
                    <a:pt x="3428953" y="1753673"/>
                  </a:lnTo>
                  <a:lnTo>
                    <a:pt x="3429808" y="1799072"/>
                  </a:lnTo>
                  <a:lnTo>
                    <a:pt x="3430664" y="1770782"/>
                  </a:lnTo>
                  <a:lnTo>
                    <a:pt x="3431519" y="1788194"/>
                  </a:lnTo>
                  <a:lnTo>
                    <a:pt x="3432375" y="1810371"/>
                  </a:lnTo>
                  <a:lnTo>
                    <a:pt x="3433230" y="1810960"/>
                  </a:lnTo>
                  <a:lnTo>
                    <a:pt x="3434086" y="1859925"/>
                  </a:lnTo>
                  <a:lnTo>
                    <a:pt x="3434941" y="1852562"/>
                  </a:lnTo>
                  <a:lnTo>
                    <a:pt x="3435797" y="1845907"/>
                  </a:lnTo>
                  <a:lnTo>
                    <a:pt x="3436652" y="1884480"/>
                  </a:lnTo>
                  <a:lnTo>
                    <a:pt x="3437508" y="1891399"/>
                  </a:lnTo>
                  <a:lnTo>
                    <a:pt x="3438363" y="1803163"/>
                  </a:lnTo>
                  <a:lnTo>
                    <a:pt x="3439219" y="1776452"/>
                  </a:lnTo>
                  <a:lnTo>
                    <a:pt x="3440074" y="1734098"/>
                  </a:lnTo>
                  <a:lnTo>
                    <a:pt x="3440930" y="1760503"/>
                  </a:lnTo>
                  <a:lnTo>
                    <a:pt x="3441785" y="1715867"/>
                  </a:lnTo>
                  <a:lnTo>
                    <a:pt x="3442641" y="1723381"/>
                  </a:lnTo>
                  <a:lnTo>
                    <a:pt x="3443496" y="1779633"/>
                  </a:lnTo>
                  <a:lnTo>
                    <a:pt x="3444352" y="1780062"/>
                  </a:lnTo>
                  <a:lnTo>
                    <a:pt x="3445208" y="1862610"/>
                  </a:lnTo>
                  <a:lnTo>
                    <a:pt x="3446063" y="1860573"/>
                  </a:lnTo>
                  <a:lnTo>
                    <a:pt x="3446919" y="1766969"/>
                  </a:lnTo>
                  <a:lnTo>
                    <a:pt x="3447774" y="1721793"/>
                  </a:lnTo>
                  <a:lnTo>
                    <a:pt x="3448630" y="1661598"/>
                  </a:lnTo>
                  <a:lnTo>
                    <a:pt x="3449485" y="1640073"/>
                  </a:lnTo>
                  <a:lnTo>
                    <a:pt x="3450341" y="1623756"/>
                  </a:lnTo>
                  <a:lnTo>
                    <a:pt x="3451196" y="1661456"/>
                  </a:lnTo>
                  <a:lnTo>
                    <a:pt x="3452052" y="1712350"/>
                  </a:lnTo>
                  <a:lnTo>
                    <a:pt x="3452907" y="1807815"/>
                  </a:lnTo>
                  <a:lnTo>
                    <a:pt x="3453763" y="1837432"/>
                  </a:lnTo>
                  <a:lnTo>
                    <a:pt x="3454618" y="1773176"/>
                  </a:lnTo>
                  <a:lnTo>
                    <a:pt x="3455474" y="1678825"/>
                  </a:lnTo>
                  <a:lnTo>
                    <a:pt x="3456329" y="1633395"/>
                  </a:lnTo>
                  <a:lnTo>
                    <a:pt x="3457185" y="1639368"/>
                  </a:lnTo>
                  <a:lnTo>
                    <a:pt x="3458040" y="1586072"/>
                  </a:lnTo>
                  <a:lnTo>
                    <a:pt x="3458896" y="1578755"/>
                  </a:lnTo>
                  <a:lnTo>
                    <a:pt x="3459752" y="1549309"/>
                  </a:lnTo>
                  <a:lnTo>
                    <a:pt x="3460607" y="1460588"/>
                  </a:lnTo>
                  <a:lnTo>
                    <a:pt x="3461463" y="1436109"/>
                  </a:lnTo>
                  <a:lnTo>
                    <a:pt x="3462318" y="1391883"/>
                  </a:lnTo>
                  <a:lnTo>
                    <a:pt x="3463174" y="1264446"/>
                  </a:lnTo>
                  <a:lnTo>
                    <a:pt x="3464029" y="1340081"/>
                  </a:lnTo>
                  <a:lnTo>
                    <a:pt x="3464885" y="1250623"/>
                  </a:lnTo>
                  <a:lnTo>
                    <a:pt x="3465740" y="1138422"/>
                  </a:lnTo>
                  <a:lnTo>
                    <a:pt x="3466596" y="1150602"/>
                  </a:lnTo>
                  <a:lnTo>
                    <a:pt x="3467451" y="1037895"/>
                  </a:lnTo>
                  <a:lnTo>
                    <a:pt x="3468307" y="1068615"/>
                  </a:lnTo>
                  <a:lnTo>
                    <a:pt x="3469162" y="990012"/>
                  </a:lnTo>
                  <a:lnTo>
                    <a:pt x="3470018" y="947768"/>
                  </a:lnTo>
                  <a:lnTo>
                    <a:pt x="3470873" y="962074"/>
                  </a:lnTo>
                  <a:lnTo>
                    <a:pt x="3471729" y="933987"/>
                  </a:lnTo>
                  <a:lnTo>
                    <a:pt x="3472584" y="956726"/>
                  </a:lnTo>
                  <a:lnTo>
                    <a:pt x="3473440" y="887042"/>
                  </a:lnTo>
                  <a:lnTo>
                    <a:pt x="3474295" y="774050"/>
                  </a:lnTo>
                  <a:lnTo>
                    <a:pt x="3475151" y="770649"/>
                  </a:lnTo>
                  <a:lnTo>
                    <a:pt x="3476007" y="795226"/>
                  </a:lnTo>
                  <a:lnTo>
                    <a:pt x="3476862" y="667922"/>
                  </a:lnTo>
                  <a:lnTo>
                    <a:pt x="3477718" y="749900"/>
                  </a:lnTo>
                  <a:lnTo>
                    <a:pt x="3478573" y="679775"/>
                  </a:lnTo>
                  <a:lnTo>
                    <a:pt x="3479429" y="699879"/>
                  </a:lnTo>
                  <a:lnTo>
                    <a:pt x="3480284" y="759483"/>
                  </a:lnTo>
                  <a:lnTo>
                    <a:pt x="3481140" y="769254"/>
                  </a:lnTo>
                  <a:lnTo>
                    <a:pt x="3481995" y="900196"/>
                  </a:lnTo>
                  <a:lnTo>
                    <a:pt x="3482851" y="849984"/>
                  </a:lnTo>
                  <a:lnTo>
                    <a:pt x="3483706" y="827087"/>
                  </a:lnTo>
                  <a:lnTo>
                    <a:pt x="3484562" y="836258"/>
                  </a:lnTo>
                  <a:lnTo>
                    <a:pt x="3485417" y="925789"/>
                  </a:lnTo>
                  <a:lnTo>
                    <a:pt x="3486273" y="961052"/>
                  </a:lnTo>
                  <a:lnTo>
                    <a:pt x="3487128" y="1003574"/>
                  </a:lnTo>
                  <a:lnTo>
                    <a:pt x="3487984" y="950728"/>
                  </a:lnTo>
                  <a:lnTo>
                    <a:pt x="3488839" y="995340"/>
                  </a:lnTo>
                  <a:lnTo>
                    <a:pt x="3489695" y="973225"/>
                  </a:lnTo>
                  <a:lnTo>
                    <a:pt x="3490550" y="947673"/>
                  </a:lnTo>
                  <a:lnTo>
                    <a:pt x="3491406" y="912354"/>
                  </a:lnTo>
                  <a:lnTo>
                    <a:pt x="3492262" y="829369"/>
                  </a:lnTo>
                  <a:lnTo>
                    <a:pt x="3493117" y="817781"/>
                  </a:lnTo>
                  <a:lnTo>
                    <a:pt x="3493973" y="767935"/>
                  </a:lnTo>
                  <a:lnTo>
                    <a:pt x="3494828" y="708764"/>
                  </a:lnTo>
                  <a:lnTo>
                    <a:pt x="3495684" y="631922"/>
                  </a:lnTo>
                  <a:lnTo>
                    <a:pt x="3496539" y="583377"/>
                  </a:lnTo>
                  <a:lnTo>
                    <a:pt x="3497395" y="631113"/>
                  </a:lnTo>
                  <a:lnTo>
                    <a:pt x="3498250" y="689254"/>
                  </a:lnTo>
                  <a:lnTo>
                    <a:pt x="3499106" y="703711"/>
                  </a:lnTo>
                  <a:lnTo>
                    <a:pt x="3499961" y="736887"/>
                  </a:lnTo>
                  <a:lnTo>
                    <a:pt x="3500817" y="748775"/>
                  </a:lnTo>
                  <a:lnTo>
                    <a:pt x="3501672" y="766808"/>
                  </a:lnTo>
                  <a:lnTo>
                    <a:pt x="3502528" y="847755"/>
                  </a:lnTo>
                  <a:lnTo>
                    <a:pt x="3503383" y="900945"/>
                  </a:lnTo>
                  <a:lnTo>
                    <a:pt x="3504239" y="967214"/>
                  </a:lnTo>
                  <a:lnTo>
                    <a:pt x="3505094" y="1036498"/>
                  </a:lnTo>
                  <a:lnTo>
                    <a:pt x="3505950" y="955894"/>
                  </a:lnTo>
                  <a:lnTo>
                    <a:pt x="3506806" y="1060759"/>
                  </a:lnTo>
                  <a:lnTo>
                    <a:pt x="3507661" y="1045383"/>
                  </a:lnTo>
                  <a:lnTo>
                    <a:pt x="3508517" y="999767"/>
                  </a:lnTo>
                  <a:lnTo>
                    <a:pt x="3509372" y="1006317"/>
                  </a:lnTo>
                  <a:lnTo>
                    <a:pt x="3510228" y="1063728"/>
                  </a:lnTo>
                  <a:lnTo>
                    <a:pt x="3511083" y="1072263"/>
                  </a:lnTo>
                  <a:lnTo>
                    <a:pt x="3511939" y="1118737"/>
                  </a:lnTo>
                  <a:lnTo>
                    <a:pt x="3512794" y="1127715"/>
                  </a:lnTo>
                  <a:lnTo>
                    <a:pt x="3513650" y="1180251"/>
                  </a:lnTo>
                  <a:lnTo>
                    <a:pt x="3514505" y="1181512"/>
                  </a:lnTo>
                  <a:lnTo>
                    <a:pt x="3515361" y="1247629"/>
                  </a:lnTo>
                  <a:lnTo>
                    <a:pt x="3516216" y="1228997"/>
                  </a:lnTo>
                  <a:lnTo>
                    <a:pt x="3517072" y="1337757"/>
                  </a:lnTo>
                  <a:lnTo>
                    <a:pt x="3517927" y="1527316"/>
                  </a:lnTo>
                  <a:lnTo>
                    <a:pt x="3518783" y="1550331"/>
                  </a:lnTo>
                  <a:lnTo>
                    <a:pt x="3519638" y="1494955"/>
                  </a:lnTo>
                  <a:lnTo>
                    <a:pt x="3520494" y="1532054"/>
                  </a:lnTo>
                  <a:lnTo>
                    <a:pt x="3521349" y="1485290"/>
                  </a:lnTo>
                  <a:lnTo>
                    <a:pt x="3522205" y="1450792"/>
                  </a:lnTo>
                  <a:lnTo>
                    <a:pt x="3523061" y="1401216"/>
                  </a:lnTo>
                  <a:lnTo>
                    <a:pt x="3523916" y="1314973"/>
                  </a:lnTo>
                  <a:lnTo>
                    <a:pt x="3524772" y="1428726"/>
                  </a:lnTo>
                  <a:lnTo>
                    <a:pt x="3525627" y="1370632"/>
                  </a:lnTo>
                  <a:lnTo>
                    <a:pt x="3526483" y="1415326"/>
                  </a:lnTo>
                  <a:lnTo>
                    <a:pt x="3527338" y="1423275"/>
                  </a:lnTo>
                  <a:lnTo>
                    <a:pt x="3528194" y="1442086"/>
                  </a:lnTo>
                  <a:lnTo>
                    <a:pt x="3529049" y="1505352"/>
                  </a:lnTo>
                  <a:lnTo>
                    <a:pt x="3529905" y="1477846"/>
                  </a:lnTo>
                  <a:lnTo>
                    <a:pt x="3530760" y="1636431"/>
                  </a:lnTo>
                  <a:lnTo>
                    <a:pt x="3531616" y="1591603"/>
                  </a:lnTo>
                  <a:lnTo>
                    <a:pt x="3532471" y="1550015"/>
                  </a:lnTo>
                  <a:lnTo>
                    <a:pt x="3533327" y="1470120"/>
                  </a:lnTo>
                  <a:lnTo>
                    <a:pt x="3534182" y="1416278"/>
                  </a:lnTo>
                  <a:lnTo>
                    <a:pt x="3535038" y="1325919"/>
                  </a:lnTo>
                  <a:lnTo>
                    <a:pt x="3535893" y="1259406"/>
                  </a:lnTo>
                  <a:lnTo>
                    <a:pt x="3536749" y="1140843"/>
                  </a:lnTo>
                  <a:lnTo>
                    <a:pt x="3537604" y="1088959"/>
                  </a:lnTo>
                  <a:lnTo>
                    <a:pt x="3538460" y="1108293"/>
                  </a:lnTo>
                  <a:lnTo>
                    <a:pt x="3539316" y="1059384"/>
                  </a:lnTo>
                  <a:lnTo>
                    <a:pt x="3540171" y="1061912"/>
                  </a:lnTo>
                  <a:lnTo>
                    <a:pt x="3541027" y="1089754"/>
                  </a:lnTo>
                  <a:lnTo>
                    <a:pt x="3541882" y="1100297"/>
                  </a:lnTo>
                  <a:lnTo>
                    <a:pt x="3542738" y="1072310"/>
                  </a:lnTo>
                  <a:lnTo>
                    <a:pt x="3543593" y="1080236"/>
                  </a:lnTo>
                  <a:lnTo>
                    <a:pt x="3544449" y="1092245"/>
                  </a:lnTo>
                  <a:lnTo>
                    <a:pt x="3545304" y="1007009"/>
                  </a:lnTo>
                  <a:lnTo>
                    <a:pt x="3546160" y="1105843"/>
                  </a:lnTo>
                  <a:lnTo>
                    <a:pt x="3547015" y="1049555"/>
                  </a:lnTo>
                  <a:lnTo>
                    <a:pt x="3547871" y="1060054"/>
                  </a:lnTo>
                  <a:lnTo>
                    <a:pt x="3548726" y="1104415"/>
                  </a:lnTo>
                  <a:lnTo>
                    <a:pt x="3549582" y="1089530"/>
                  </a:lnTo>
                  <a:lnTo>
                    <a:pt x="3550437" y="1048140"/>
                  </a:lnTo>
                  <a:lnTo>
                    <a:pt x="3551293" y="875225"/>
                  </a:lnTo>
                  <a:lnTo>
                    <a:pt x="3552148" y="845651"/>
                  </a:lnTo>
                  <a:lnTo>
                    <a:pt x="3553004" y="795672"/>
                  </a:lnTo>
                  <a:lnTo>
                    <a:pt x="3553859" y="741010"/>
                  </a:lnTo>
                  <a:lnTo>
                    <a:pt x="3554715" y="699054"/>
                  </a:lnTo>
                  <a:lnTo>
                    <a:pt x="3555571" y="675669"/>
                  </a:lnTo>
                  <a:lnTo>
                    <a:pt x="3556426" y="683598"/>
                  </a:lnTo>
                  <a:lnTo>
                    <a:pt x="3557282" y="586776"/>
                  </a:lnTo>
                  <a:lnTo>
                    <a:pt x="3558137" y="631570"/>
                  </a:lnTo>
                  <a:lnTo>
                    <a:pt x="3558993" y="473477"/>
                  </a:lnTo>
                  <a:lnTo>
                    <a:pt x="3559848" y="508989"/>
                  </a:lnTo>
                  <a:lnTo>
                    <a:pt x="3560704" y="398377"/>
                  </a:lnTo>
                  <a:lnTo>
                    <a:pt x="3561559" y="380392"/>
                  </a:lnTo>
                  <a:lnTo>
                    <a:pt x="3562415" y="348511"/>
                  </a:lnTo>
                  <a:lnTo>
                    <a:pt x="3563270" y="217704"/>
                  </a:lnTo>
                  <a:lnTo>
                    <a:pt x="3564126" y="319863"/>
                  </a:lnTo>
                  <a:lnTo>
                    <a:pt x="3564981" y="298475"/>
                  </a:lnTo>
                  <a:lnTo>
                    <a:pt x="3565837" y="310541"/>
                  </a:lnTo>
                  <a:lnTo>
                    <a:pt x="3566692" y="335321"/>
                  </a:lnTo>
                  <a:lnTo>
                    <a:pt x="3567548" y="304150"/>
                  </a:lnTo>
                  <a:lnTo>
                    <a:pt x="3568403" y="400487"/>
                  </a:lnTo>
                  <a:lnTo>
                    <a:pt x="3569259" y="411750"/>
                  </a:lnTo>
                  <a:lnTo>
                    <a:pt x="3570115" y="434945"/>
                  </a:lnTo>
                  <a:lnTo>
                    <a:pt x="3570970" y="519239"/>
                  </a:lnTo>
                  <a:lnTo>
                    <a:pt x="3571826" y="603701"/>
                  </a:lnTo>
                  <a:lnTo>
                    <a:pt x="3572681" y="614680"/>
                  </a:lnTo>
                  <a:lnTo>
                    <a:pt x="3573537" y="630584"/>
                  </a:lnTo>
                  <a:lnTo>
                    <a:pt x="3574392" y="261043"/>
                  </a:lnTo>
                  <a:lnTo>
                    <a:pt x="3575248" y="280385"/>
                  </a:lnTo>
                  <a:lnTo>
                    <a:pt x="3576103" y="319841"/>
                  </a:lnTo>
                  <a:lnTo>
                    <a:pt x="3576959" y="258177"/>
                  </a:lnTo>
                  <a:lnTo>
                    <a:pt x="3577814" y="516514"/>
                  </a:lnTo>
                  <a:lnTo>
                    <a:pt x="3578670" y="492570"/>
                  </a:lnTo>
                  <a:lnTo>
                    <a:pt x="3579525" y="484768"/>
                  </a:lnTo>
                  <a:lnTo>
                    <a:pt x="3580381" y="553818"/>
                  </a:lnTo>
                  <a:lnTo>
                    <a:pt x="3581236" y="492452"/>
                  </a:lnTo>
                  <a:lnTo>
                    <a:pt x="3582092" y="417477"/>
                  </a:lnTo>
                  <a:lnTo>
                    <a:pt x="3582947" y="433663"/>
                  </a:lnTo>
                  <a:lnTo>
                    <a:pt x="3583803" y="575584"/>
                  </a:lnTo>
                  <a:lnTo>
                    <a:pt x="3584658" y="643938"/>
                  </a:lnTo>
                  <a:lnTo>
                    <a:pt x="3585514" y="646269"/>
                  </a:lnTo>
                  <a:lnTo>
                    <a:pt x="3586370" y="684596"/>
                  </a:lnTo>
                  <a:lnTo>
                    <a:pt x="3587225" y="664666"/>
                  </a:lnTo>
                  <a:lnTo>
                    <a:pt x="3588081" y="640580"/>
                  </a:lnTo>
                  <a:lnTo>
                    <a:pt x="3588936" y="619815"/>
                  </a:lnTo>
                  <a:lnTo>
                    <a:pt x="3589792" y="573586"/>
                  </a:lnTo>
                  <a:lnTo>
                    <a:pt x="3590647" y="427212"/>
                  </a:lnTo>
                  <a:lnTo>
                    <a:pt x="3591503" y="392263"/>
                  </a:lnTo>
                  <a:lnTo>
                    <a:pt x="3592358" y="168400"/>
                  </a:lnTo>
                  <a:lnTo>
                    <a:pt x="3593214" y="177573"/>
                  </a:lnTo>
                  <a:lnTo>
                    <a:pt x="3594069" y="135712"/>
                  </a:lnTo>
                  <a:lnTo>
                    <a:pt x="3594925" y="206058"/>
                  </a:lnTo>
                  <a:lnTo>
                    <a:pt x="3595780" y="230893"/>
                  </a:lnTo>
                  <a:lnTo>
                    <a:pt x="3596636" y="308837"/>
                  </a:lnTo>
                  <a:lnTo>
                    <a:pt x="3597491" y="348943"/>
                  </a:lnTo>
                  <a:lnTo>
                    <a:pt x="3598347" y="296511"/>
                  </a:lnTo>
                  <a:lnTo>
                    <a:pt x="3599202" y="360702"/>
                  </a:lnTo>
                  <a:lnTo>
                    <a:pt x="3600058" y="326012"/>
                  </a:lnTo>
                  <a:lnTo>
                    <a:pt x="3600913" y="466603"/>
                  </a:lnTo>
                  <a:lnTo>
                    <a:pt x="3601769" y="468695"/>
                  </a:lnTo>
                  <a:lnTo>
                    <a:pt x="3602625" y="479460"/>
                  </a:lnTo>
                  <a:lnTo>
                    <a:pt x="3603480" y="662033"/>
                  </a:lnTo>
                  <a:lnTo>
                    <a:pt x="3604336" y="586997"/>
                  </a:lnTo>
                  <a:lnTo>
                    <a:pt x="3605191" y="726118"/>
                  </a:lnTo>
                  <a:lnTo>
                    <a:pt x="3606047" y="744838"/>
                  </a:lnTo>
                  <a:lnTo>
                    <a:pt x="3606902" y="645777"/>
                  </a:lnTo>
                  <a:lnTo>
                    <a:pt x="3607758" y="726949"/>
                  </a:lnTo>
                  <a:lnTo>
                    <a:pt x="3608613" y="685376"/>
                  </a:lnTo>
                  <a:lnTo>
                    <a:pt x="3609469" y="680439"/>
                  </a:lnTo>
                  <a:lnTo>
                    <a:pt x="3610324" y="672663"/>
                  </a:lnTo>
                  <a:lnTo>
                    <a:pt x="3611180" y="679077"/>
                  </a:lnTo>
                  <a:lnTo>
                    <a:pt x="3612035" y="635646"/>
                  </a:lnTo>
                  <a:lnTo>
                    <a:pt x="3612891" y="599673"/>
                  </a:lnTo>
                  <a:lnTo>
                    <a:pt x="3613746" y="643956"/>
                  </a:lnTo>
                  <a:lnTo>
                    <a:pt x="3614602" y="660507"/>
                  </a:lnTo>
                  <a:lnTo>
                    <a:pt x="3615457" y="720513"/>
                  </a:lnTo>
                  <a:lnTo>
                    <a:pt x="3616313" y="716768"/>
                  </a:lnTo>
                  <a:lnTo>
                    <a:pt x="3617169" y="764979"/>
                  </a:lnTo>
                  <a:lnTo>
                    <a:pt x="3618024" y="781355"/>
                  </a:lnTo>
                  <a:lnTo>
                    <a:pt x="3618880" y="789741"/>
                  </a:lnTo>
                  <a:lnTo>
                    <a:pt x="3619735" y="748821"/>
                  </a:lnTo>
                  <a:lnTo>
                    <a:pt x="3620591" y="703745"/>
                  </a:lnTo>
                  <a:lnTo>
                    <a:pt x="3621446" y="724324"/>
                  </a:lnTo>
                  <a:lnTo>
                    <a:pt x="3622302" y="703669"/>
                  </a:lnTo>
                  <a:lnTo>
                    <a:pt x="3623157" y="711559"/>
                  </a:lnTo>
                  <a:lnTo>
                    <a:pt x="3624013" y="658907"/>
                  </a:lnTo>
                  <a:lnTo>
                    <a:pt x="3624868" y="617243"/>
                  </a:lnTo>
                  <a:lnTo>
                    <a:pt x="3625724" y="631368"/>
                  </a:lnTo>
                  <a:lnTo>
                    <a:pt x="3626579" y="675999"/>
                  </a:lnTo>
                  <a:lnTo>
                    <a:pt x="3627435" y="754359"/>
                  </a:lnTo>
                  <a:lnTo>
                    <a:pt x="3628290" y="800934"/>
                  </a:lnTo>
                  <a:lnTo>
                    <a:pt x="3629146" y="789202"/>
                  </a:lnTo>
                  <a:lnTo>
                    <a:pt x="3630001" y="818125"/>
                  </a:lnTo>
                  <a:lnTo>
                    <a:pt x="3630857" y="810694"/>
                  </a:lnTo>
                  <a:lnTo>
                    <a:pt x="3631712" y="878500"/>
                  </a:lnTo>
                  <a:lnTo>
                    <a:pt x="3632568" y="843175"/>
                  </a:lnTo>
                  <a:lnTo>
                    <a:pt x="3633424" y="885223"/>
                  </a:lnTo>
                  <a:lnTo>
                    <a:pt x="3634279" y="986827"/>
                  </a:lnTo>
                  <a:lnTo>
                    <a:pt x="3635135" y="1018516"/>
                  </a:lnTo>
                  <a:lnTo>
                    <a:pt x="3635990" y="1154742"/>
                  </a:lnTo>
                  <a:lnTo>
                    <a:pt x="3636846" y="1109370"/>
                  </a:lnTo>
                  <a:lnTo>
                    <a:pt x="3637701" y="1147665"/>
                  </a:lnTo>
                  <a:lnTo>
                    <a:pt x="3638557" y="1163326"/>
                  </a:lnTo>
                  <a:lnTo>
                    <a:pt x="3639412" y="1202972"/>
                  </a:lnTo>
                  <a:lnTo>
                    <a:pt x="3640268" y="1253489"/>
                  </a:lnTo>
                  <a:lnTo>
                    <a:pt x="3641123" y="1278327"/>
                  </a:lnTo>
                  <a:lnTo>
                    <a:pt x="3641979" y="1335439"/>
                  </a:lnTo>
                  <a:lnTo>
                    <a:pt x="3642834" y="1385159"/>
                  </a:lnTo>
                  <a:lnTo>
                    <a:pt x="3643690" y="1488090"/>
                  </a:lnTo>
                  <a:lnTo>
                    <a:pt x="3644545" y="1633548"/>
                  </a:lnTo>
                  <a:lnTo>
                    <a:pt x="3645401" y="1636898"/>
                  </a:lnTo>
                  <a:lnTo>
                    <a:pt x="3646256" y="1618576"/>
                  </a:lnTo>
                  <a:lnTo>
                    <a:pt x="3647112" y="1626458"/>
                  </a:lnTo>
                  <a:lnTo>
                    <a:pt x="3647967" y="1652829"/>
                  </a:lnTo>
                  <a:lnTo>
                    <a:pt x="3648823" y="1549965"/>
                  </a:lnTo>
                  <a:lnTo>
                    <a:pt x="3649679" y="1557049"/>
                  </a:lnTo>
                  <a:lnTo>
                    <a:pt x="3650534" y="1594551"/>
                  </a:lnTo>
                  <a:lnTo>
                    <a:pt x="3651390" y="1623828"/>
                  </a:lnTo>
                  <a:lnTo>
                    <a:pt x="3652245" y="1560418"/>
                  </a:lnTo>
                  <a:lnTo>
                    <a:pt x="3653101" y="1423944"/>
                  </a:lnTo>
                  <a:lnTo>
                    <a:pt x="3653956" y="1480929"/>
                  </a:lnTo>
                  <a:lnTo>
                    <a:pt x="3654812" y="1506542"/>
                  </a:lnTo>
                  <a:lnTo>
                    <a:pt x="3655667" y="1589943"/>
                  </a:lnTo>
                  <a:lnTo>
                    <a:pt x="3656523" y="1610904"/>
                  </a:lnTo>
                  <a:lnTo>
                    <a:pt x="3657378" y="1394828"/>
                  </a:lnTo>
                  <a:lnTo>
                    <a:pt x="3658234" y="1330312"/>
                  </a:lnTo>
                  <a:lnTo>
                    <a:pt x="3659089" y="1275547"/>
                  </a:lnTo>
                  <a:lnTo>
                    <a:pt x="3659945" y="1276100"/>
                  </a:lnTo>
                  <a:lnTo>
                    <a:pt x="3660800" y="1325588"/>
                  </a:lnTo>
                  <a:lnTo>
                    <a:pt x="3661656" y="1270272"/>
                  </a:lnTo>
                  <a:lnTo>
                    <a:pt x="3662511" y="1261352"/>
                  </a:lnTo>
                  <a:lnTo>
                    <a:pt x="3663367" y="1234728"/>
                  </a:lnTo>
                  <a:lnTo>
                    <a:pt x="3664223" y="1325409"/>
                  </a:lnTo>
                  <a:lnTo>
                    <a:pt x="3665078" y="1292632"/>
                  </a:lnTo>
                  <a:lnTo>
                    <a:pt x="3665934" y="1316366"/>
                  </a:lnTo>
                  <a:lnTo>
                    <a:pt x="3666789" y="1375464"/>
                  </a:lnTo>
                  <a:lnTo>
                    <a:pt x="3667645" y="1381544"/>
                  </a:lnTo>
                  <a:lnTo>
                    <a:pt x="3668500" y="1374427"/>
                  </a:lnTo>
                  <a:lnTo>
                    <a:pt x="3669356" y="1350210"/>
                  </a:lnTo>
                  <a:lnTo>
                    <a:pt x="3670211" y="1365712"/>
                  </a:lnTo>
                  <a:lnTo>
                    <a:pt x="3671067" y="1419740"/>
                  </a:lnTo>
                  <a:lnTo>
                    <a:pt x="3671922" y="1360040"/>
                  </a:lnTo>
                  <a:lnTo>
                    <a:pt x="3672778" y="1361693"/>
                  </a:lnTo>
                  <a:lnTo>
                    <a:pt x="3673633" y="1371344"/>
                  </a:lnTo>
                  <a:lnTo>
                    <a:pt x="3674489" y="1379936"/>
                  </a:lnTo>
                  <a:lnTo>
                    <a:pt x="3675344" y="1330265"/>
                  </a:lnTo>
                  <a:lnTo>
                    <a:pt x="3676200" y="1337773"/>
                  </a:lnTo>
                  <a:lnTo>
                    <a:pt x="3677055" y="1464863"/>
                  </a:lnTo>
                  <a:lnTo>
                    <a:pt x="3677911" y="1418708"/>
                  </a:lnTo>
                  <a:lnTo>
                    <a:pt x="3678766" y="1369765"/>
                  </a:lnTo>
                  <a:lnTo>
                    <a:pt x="3679622" y="1274570"/>
                  </a:lnTo>
                  <a:lnTo>
                    <a:pt x="3680478" y="1239833"/>
                  </a:lnTo>
                  <a:lnTo>
                    <a:pt x="3681333" y="1269759"/>
                  </a:lnTo>
                  <a:lnTo>
                    <a:pt x="3682189" y="1201034"/>
                  </a:lnTo>
                  <a:lnTo>
                    <a:pt x="3683044" y="1217070"/>
                  </a:lnTo>
                  <a:lnTo>
                    <a:pt x="3683900" y="1193391"/>
                  </a:lnTo>
                  <a:lnTo>
                    <a:pt x="3684755" y="1189577"/>
                  </a:lnTo>
                  <a:lnTo>
                    <a:pt x="3685611" y="1184713"/>
                  </a:lnTo>
                  <a:lnTo>
                    <a:pt x="3686466" y="1202991"/>
                  </a:lnTo>
                  <a:lnTo>
                    <a:pt x="3687322" y="1254551"/>
                  </a:lnTo>
                  <a:lnTo>
                    <a:pt x="3688177" y="1264900"/>
                  </a:lnTo>
                  <a:lnTo>
                    <a:pt x="3689033" y="1264239"/>
                  </a:lnTo>
                  <a:lnTo>
                    <a:pt x="3689888" y="1280622"/>
                  </a:lnTo>
                  <a:lnTo>
                    <a:pt x="3690744" y="1317635"/>
                  </a:lnTo>
                  <a:lnTo>
                    <a:pt x="3691599" y="1301143"/>
                  </a:lnTo>
                  <a:lnTo>
                    <a:pt x="3692455" y="1328144"/>
                  </a:lnTo>
                  <a:lnTo>
                    <a:pt x="3693310" y="1340864"/>
                  </a:lnTo>
                  <a:lnTo>
                    <a:pt x="3694166" y="1357405"/>
                  </a:lnTo>
                  <a:lnTo>
                    <a:pt x="3695021" y="1358585"/>
                  </a:lnTo>
                  <a:lnTo>
                    <a:pt x="3695877" y="1361138"/>
                  </a:lnTo>
                  <a:lnTo>
                    <a:pt x="3696733" y="1421161"/>
                  </a:lnTo>
                  <a:lnTo>
                    <a:pt x="3697588" y="1438506"/>
                  </a:lnTo>
                  <a:lnTo>
                    <a:pt x="3698444" y="1444032"/>
                  </a:lnTo>
                  <a:lnTo>
                    <a:pt x="3699299" y="1536404"/>
                  </a:lnTo>
                  <a:lnTo>
                    <a:pt x="3700155" y="1590521"/>
                  </a:lnTo>
                  <a:lnTo>
                    <a:pt x="3701010" y="1594415"/>
                  </a:lnTo>
                  <a:lnTo>
                    <a:pt x="3701866" y="1590715"/>
                  </a:lnTo>
                  <a:lnTo>
                    <a:pt x="3702721" y="1535739"/>
                  </a:lnTo>
                  <a:lnTo>
                    <a:pt x="3703577" y="1439913"/>
                  </a:lnTo>
                  <a:lnTo>
                    <a:pt x="3704432" y="1441268"/>
                  </a:lnTo>
                  <a:lnTo>
                    <a:pt x="3705288" y="1459768"/>
                  </a:lnTo>
                  <a:lnTo>
                    <a:pt x="3706143" y="1436851"/>
                  </a:lnTo>
                  <a:lnTo>
                    <a:pt x="3706999" y="1426968"/>
                  </a:lnTo>
                  <a:lnTo>
                    <a:pt x="3707854" y="1412285"/>
                  </a:lnTo>
                  <a:lnTo>
                    <a:pt x="3708710" y="1431833"/>
                  </a:lnTo>
                  <a:lnTo>
                    <a:pt x="3709565" y="1423365"/>
                  </a:lnTo>
                  <a:lnTo>
                    <a:pt x="3710421" y="1399656"/>
                  </a:lnTo>
                  <a:lnTo>
                    <a:pt x="3711277" y="1378994"/>
                  </a:lnTo>
                  <a:lnTo>
                    <a:pt x="3712132" y="1378547"/>
                  </a:lnTo>
                  <a:lnTo>
                    <a:pt x="3712988" y="1386207"/>
                  </a:lnTo>
                  <a:lnTo>
                    <a:pt x="3713843" y="1391743"/>
                  </a:lnTo>
                  <a:lnTo>
                    <a:pt x="3714699" y="1365660"/>
                  </a:lnTo>
                  <a:lnTo>
                    <a:pt x="3715554" y="1380544"/>
                  </a:lnTo>
                  <a:lnTo>
                    <a:pt x="3716410" y="1367448"/>
                  </a:lnTo>
                  <a:lnTo>
                    <a:pt x="3717265" y="1395050"/>
                  </a:lnTo>
                  <a:lnTo>
                    <a:pt x="3718121" y="1413489"/>
                  </a:lnTo>
                  <a:lnTo>
                    <a:pt x="3718976" y="1378886"/>
                  </a:lnTo>
                  <a:lnTo>
                    <a:pt x="3719832" y="1410766"/>
                  </a:lnTo>
                  <a:lnTo>
                    <a:pt x="3720687" y="1461263"/>
                  </a:lnTo>
                  <a:lnTo>
                    <a:pt x="3721543" y="1538284"/>
                  </a:lnTo>
                  <a:lnTo>
                    <a:pt x="3722398" y="1538103"/>
                  </a:lnTo>
                  <a:lnTo>
                    <a:pt x="3723254" y="1534330"/>
                  </a:lnTo>
                  <a:lnTo>
                    <a:pt x="3724109" y="1553457"/>
                  </a:lnTo>
                  <a:lnTo>
                    <a:pt x="3724965" y="1602251"/>
                  </a:lnTo>
                  <a:lnTo>
                    <a:pt x="3725820" y="1595768"/>
                  </a:lnTo>
                  <a:lnTo>
                    <a:pt x="3726676" y="1703571"/>
                  </a:lnTo>
                  <a:lnTo>
                    <a:pt x="3727532" y="1724687"/>
                  </a:lnTo>
                  <a:lnTo>
                    <a:pt x="3728387" y="1725252"/>
                  </a:lnTo>
                  <a:lnTo>
                    <a:pt x="3729243" y="1802669"/>
                  </a:lnTo>
                  <a:lnTo>
                    <a:pt x="3730098" y="1742920"/>
                  </a:lnTo>
                  <a:lnTo>
                    <a:pt x="3730954" y="1757657"/>
                  </a:lnTo>
                  <a:lnTo>
                    <a:pt x="3731809" y="1749333"/>
                  </a:lnTo>
                  <a:lnTo>
                    <a:pt x="3732665" y="1811896"/>
                  </a:lnTo>
                  <a:lnTo>
                    <a:pt x="3733520" y="1905090"/>
                  </a:lnTo>
                  <a:lnTo>
                    <a:pt x="3734376" y="1852936"/>
                  </a:lnTo>
                  <a:lnTo>
                    <a:pt x="3735231" y="1876607"/>
                  </a:lnTo>
                  <a:lnTo>
                    <a:pt x="3736087" y="1937605"/>
                  </a:lnTo>
                  <a:lnTo>
                    <a:pt x="3736942" y="2059391"/>
                  </a:lnTo>
                  <a:lnTo>
                    <a:pt x="3737798" y="2064498"/>
                  </a:lnTo>
                  <a:lnTo>
                    <a:pt x="3738653" y="1993983"/>
                  </a:lnTo>
                  <a:lnTo>
                    <a:pt x="3739509" y="1945142"/>
                  </a:lnTo>
                  <a:lnTo>
                    <a:pt x="3740364" y="1846436"/>
                  </a:lnTo>
                  <a:lnTo>
                    <a:pt x="3741220" y="1772041"/>
                  </a:lnTo>
                  <a:lnTo>
                    <a:pt x="3742075" y="1842415"/>
                  </a:lnTo>
                  <a:lnTo>
                    <a:pt x="3742931" y="1845032"/>
                  </a:lnTo>
                  <a:lnTo>
                    <a:pt x="3743787" y="1764159"/>
                  </a:lnTo>
                  <a:lnTo>
                    <a:pt x="3744642" y="1705856"/>
                  </a:lnTo>
                  <a:lnTo>
                    <a:pt x="3745498" y="1681250"/>
                  </a:lnTo>
                  <a:lnTo>
                    <a:pt x="3746353" y="1589314"/>
                  </a:lnTo>
                  <a:lnTo>
                    <a:pt x="3747209" y="1552247"/>
                  </a:lnTo>
                  <a:lnTo>
                    <a:pt x="3748064" y="1574449"/>
                  </a:lnTo>
                  <a:lnTo>
                    <a:pt x="3748920" y="1504242"/>
                  </a:lnTo>
                  <a:lnTo>
                    <a:pt x="3749775" y="1462336"/>
                  </a:lnTo>
                  <a:lnTo>
                    <a:pt x="3750631" y="1478260"/>
                  </a:lnTo>
                  <a:lnTo>
                    <a:pt x="3751486" y="1442106"/>
                  </a:lnTo>
                  <a:lnTo>
                    <a:pt x="3752342" y="1501372"/>
                  </a:lnTo>
                  <a:lnTo>
                    <a:pt x="3753197" y="1504581"/>
                  </a:lnTo>
                  <a:lnTo>
                    <a:pt x="3754053" y="1547417"/>
                  </a:lnTo>
                  <a:lnTo>
                    <a:pt x="3754908" y="1602289"/>
                  </a:lnTo>
                  <a:lnTo>
                    <a:pt x="3755764" y="1605874"/>
                  </a:lnTo>
                  <a:lnTo>
                    <a:pt x="3756619" y="1703651"/>
                  </a:lnTo>
                  <a:lnTo>
                    <a:pt x="3757475" y="1846824"/>
                  </a:lnTo>
                  <a:lnTo>
                    <a:pt x="3758331" y="1858889"/>
                  </a:lnTo>
                  <a:lnTo>
                    <a:pt x="3759186" y="1785551"/>
                  </a:lnTo>
                  <a:lnTo>
                    <a:pt x="3760042" y="1742741"/>
                  </a:lnTo>
                  <a:lnTo>
                    <a:pt x="3760897" y="1615299"/>
                  </a:lnTo>
                  <a:lnTo>
                    <a:pt x="3761753" y="1647465"/>
                  </a:lnTo>
                  <a:lnTo>
                    <a:pt x="3762608" y="1659591"/>
                  </a:lnTo>
                  <a:lnTo>
                    <a:pt x="3763464" y="1510698"/>
                  </a:lnTo>
                  <a:lnTo>
                    <a:pt x="3764319" y="1511538"/>
                  </a:lnTo>
                  <a:lnTo>
                    <a:pt x="3765175" y="1452355"/>
                  </a:lnTo>
                  <a:lnTo>
                    <a:pt x="3766030" y="1490243"/>
                  </a:lnTo>
                  <a:lnTo>
                    <a:pt x="3766886" y="1513037"/>
                  </a:lnTo>
                  <a:lnTo>
                    <a:pt x="3767741" y="1452910"/>
                  </a:lnTo>
                  <a:lnTo>
                    <a:pt x="3768597" y="1531195"/>
                  </a:lnTo>
                  <a:lnTo>
                    <a:pt x="3769452" y="1587781"/>
                  </a:lnTo>
                  <a:lnTo>
                    <a:pt x="3770308" y="1631396"/>
                  </a:lnTo>
                  <a:lnTo>
                    <a:pt x="3771163" y="1637446"/>
                  </a:lnTo>
                  <a:lnTo>
                    <a:pt x="3772019" y="1616179"/>
                  </a:lnTo>
                  <a:lnTo>
                    <a:pt x="3772874" y="1732529"/>
                  </a:lnTo>
                  <a:lnTo>
                    <a:pt x="3773730" y="1754666"/>
                  </a:lnTo>
                  <a:lnTo>
                    <a:pt x="3774586" y="1798953"/>
                  </a:lnTo>
                  <a:lnTo>
                    <a:pt x="3775441" y="1813407"/>
                  </a:lnTo>
                  <a:lnTo>
                    <a:pt x="3776297" y="1771089"/>
                  </a:lnTo>
                  <a:lnTo>
                    <a:pt x="3777152" y="1750918"/>
                  </a:lnTo>
                  <a:lnTo>
                    <a:pt x="3778008" y="1739715"/>
                  </a:lnTo>
                  <a:lnTo>
                    <a:pt x="3778863" y="1787401"/>
                  </a:lnTo>
                  <a:lnTo>
                    <a:pt x="3779719" y="1804419"/>
                  </a:lnTo>
                  <a:lnTo>
                    <a:pt x="3780574" y="1829664"/>
                  </a:lnTo>
                  <a:lnTo>
                    <a:pt x="3781430" y="1820978"/>
                  </a:lnTo>
                  <a:lnTo>
                    <a:pt x="3782285" y="1832688"/>
                  </a:lnTo>
                  <a:lnTo>
                    <a:pt x="3783141" y="1860533"/>
                  </a:lnTo>
                  <a:lnTo>
                    <a:pt x="3783996" y="1944266"/>
                  </a:lnTo>
                  <a:lnTo>
                    <a:pt x="3784852" y="2015660"/>
                  </a:lnTo>
                  <a:lnTo>
                    <a:pt x="3785707" y="1950852"/>
                  </a:lnTo>
                  <a:lnTo>
                    <a:pt x="3786563" y="1943206"/>
                  </a:lnTo>
                  <a:lnTo>
                    <a:pt x="3787418" y="1814740"/>
                  </a:lnTo>
                  <a:lnTo>
                    <a:pt x="3788274" y="1812640"/>
                  </a:lnTo>
                  <a:lnTo>
                    <a:pt x="3789129" y="1821322"/>
                  </a:lnTo>
                  <a:lnTo>
                    <a:pt x="3789985" y="1846596"/>
                  </a:lnTo>
                  <a:lnTo>
                    <a:pt x="3790841" y="1901574"/>
                  </a:lnTo>
                  <a:lnTo>
                    <a:pt x="3791696" y="1898253"/>
                  </a:lnTo>
                  <a:lnTo>
                    <a:pt x="3792552" y="1925612"/>
                  </a:lnTo>
                  <a:lnTo>
                    <a:pt x="3793407" y="1903488"/>
                  </a:lnTo>
                  <a:lnTo>
                    <a:pt x="3794263" y="1880357"/>
                  </a:lnTo>
                  <a:lnTo>
                    <a:pt x="3795118" y="1858544"/>
                  </a:lnTo>
                  <a:lnTo>
                    <a:pt x="3795974" y="1763915"/>
                  </a:lnTo>
                  <a:lnTo>
                    <a:pt x="3796829" y="1779861"/>
                  </a:lnTo>
                  <a:lnTo>
                    <a:pt x="3797685" y="1802113"/>
                  </a:lnTo>
                  <a:lnTo>
                    <a:pt x="3798540" y="1805283"/>
                  </a:lnTo>
                  <a:lnTo>
                    <a:pt x="3799396" y="1877583"/>
                  </a:lnTo>
                  <a:lnTo>
                    <a:pt x="3800251" y="1922977"/>
                  </a:lnTo>
                  <a:lnTo>
                    <a:pt x="3801107" y="2010847"/>
                  </a:lnTo>
                  <a:lnTo>
                    <a:pt x="3801962" y="1974307"/>
                  </a:lnTo>
                  <a:lnTo>
                    <a:pt x="3802818" y="1908976"/>
                  </a:lnTo>
                  <a:lnTo>
                    <a:pt x="3803673" y="1933572"/>
                  </a:lnTo>
                  <a:lnTo>
                    <a:pt x="3804529" y="1849361"/>
                  </a:lnTo>
                  <a:lnTo>
                    <a:pt x="3805384" y="1840902"/>
                  </a:lnTo>
                  <a:lnTo>
                    <a:pt x="3806240" y="1814836"/>
                  </a:lnTo>
                  <a:lnTo>
                    <a:pt x="3807096" y="1738314"/>
                  </a:lnTo>
                  <a:lnTo>
                    <a:pt x="3807951" y="1778895"/>
                  </a:lnTo>
                  <a:lnTo>
                    <a:pt x="3808807" y="1870742"/>
                  </a:lnTo>
                  <a:lnTo>
                    <a:pt x="3809662" y="1882678"/>
                  </a:lnTo>
                  <a:lnTo>
                    <a:pt x="3810518" y="1969992"/>
                  </a:lnTo>
                  <a:lnTo>
                    <a:pt x="3811373" y="2059651"/>
                  </a:lnTo>
                  <a:lnTo>
                    <a:pt x="3812229" y="2092446"/>
                  </a:lnTo>
                  <a:lnTo>
                    <a:pt x="3813084" y="2103737"/>
                  </a:lnTo>
                  <a:lnTo>
                    <a:pt x="3813940" y="2119419"/>
                  </a:lnTo>
                  <a:lnTo>
                    <a:pt x="3814795" y="2113389"/>
                  </a:lnTo>
                  <a:lnTo>
                    <a:pt x="3815651" y="2097898"/>
                  </a:lnTo>
                  <a:lnTo>
                    <a:pt x="3816506" y="2025834"/>
                  </a:lnTo>
                  <a:lnTo>
                    <a:pt x="3817362" y="2019899"/>
                  </a:lnTo>
                  <a:lnTo>
                    <a:pt x="3818217" y="2023630"/>
                  </a:lnTo>
                  <a:lnTo>
                    <a:pt x="3819073" y="2007460"/>
                  </a:lnTo>
                  <a:lnTo>
                    <a:pt x="3819928" y="1988969"/>
                  </a:lnTo>
                  <a:lnTo>
                    <a:pt x="3820784" y="2045884"/>
                  </a:lnTo>
                  <a:lnTo>
                    <a:pt x="3821640" y="1972326"/>
                  </a:lnTo>
                  <a:lnTo>
                    <a:pt x="3822495" y="1948095"/>
                  </a:lnTo>
                  <a:lnTo>
                    <a:pt x="3823351" y="1949446"/>
                  </a:lnTo>
                  <a:lnTo>
                    <a:pt x="3824206" y="1933366"/>
                  </a:lnTo>
                  <a:lnTo>
                    <a:pt x="3825062" y="1971827"/>
                  </a:lnTo>
                  <a:lnTo>
                    <a:pt x="3825917" y="1973304"/>
                  </a:lnTo>
                  <a:lnTo>
                    <a:pt x="3826773" y="1918674"/>
                  </a:lnTo>
                  <a:lnTo>
                    <a:pt x="3827628" y="1907258"/>
                  </a:lnTo>
                  <a:lnTo>
                    <a:pt x="3828484" y="1926523"/>
                  </a:lnTo>
                  <a:lnTo>
                    <a:pt x="3829339" y="1937376"/>
                  </a:lnTo>
                  <a:lnTo>
                    <a:pt x="3830195" y="1956654"/>
                  </a:lnTo>
                  <a:lnTo>
                    <a:pt x="3831050" y="1845280"/>
                  </a:lnTo>
                  <a:lnTo>
                    <a:pt x="3831906" y="1793021"/>
                  </a:lnTo>
                  <a:lnTo>
                    <a:pt x="3832761" y="1867226"/>
                  </a:lnTo>
                  <a:lnTo>
                    <a:pt x="3833617" y="1879932"/>
                  </a:lnTo>
                  <a:lnTo>
                    <a:pt x="3834472" y="1830058"/>
                  </a:lnTo>
                  <a:lnTo>
                    <a:pt x="3835328" y="1827902"/>
                  </a:lnTo>
                  <a:lnTo>
                    <a:pt x="3836183" y="1838312"/>
                  </a:lnTo>
                  <a:lnTo>
                    <a:pt x="3837039" y="1849070"/>
                  </a:lnTo>
                  <a:lnTo>
                    <a:pt x="3837895" y="1817983"/>
                  </a:lnTo>
                  <a:lnTo>
                    <a:pt x="3838750" y="1776092"/>
                  </a:lnTo>
                  <a:lnTo>
                    <a:pt x="3839606" y="1811606"/>
                  </a:lnTo>
                  <a:lnTo>
                    <a:pt x="3840461" y="1790048"/>
                  </a:lnTo>
                  <a:lnTo>
                    <a:pt x="3841317" y="1880424"/>
                  </a:lnTo>
                  <a:lnTo>
                    <a:pt x="3842172" y="1891579"/>
                  </a:lnTo>
                  <a:lnTo>
                    <a:pt x="3843028" y="1925868"/>
                  </a:lnTo>
                  <a:lnTo>
                    <a:pt x="3843883" y="1935665"/>
                  </a:lnTo>
                  <a:lnTo>
                    <a:pt x="3844739" y="1998718"/>
                  </a:lnTo>
                  <a:lnTo>
                    <a:pt x="3845594" y="2084700"/>
                  </a:lnTo>
                  <a:lnTo>
                    <a:pt x="3846450" y="2058200"/>
                  </a:lnTo>
                  <a:lnTo>
                    <a:pt x="3847305" y="2012806"/>
                  </a:lnTo>
                  <a:lnTo>
                    <a:pt x="3848161" y="2004193"/>
                  </a:lnTo>
                  <a:lnTo>
                    <a:pt x="3849016" y="1954513"/>
                  </a:lnTo>
                  <a:lnTo>
                    <a:pt x="3849872" y="1973827"/>
                  </a:lnTo>
                  <a:lnTo>
                    <a:pt x="3850727" y="1987722"/>
                  </a:lnTo>
                  <a:lnTo>
                    <a:pt x="3851583" y="1929181"/>
                  </a:lnTo>
                  <a:lnTo>
                    <a:pt x="3852438" y="1980404"/>
                  </a:lnTo>
                  <a:lnTo>
                    <a:pt x="3853294" y="2087187"/>
                  </a:lnTo>
                  <a:lnTo>
                    <a:pt x="3854150" y="2163418"/>
                  </a:lnTo>
                  <a:lnTo>
                    <a:pt x="3855005" y="2130156"/>
                  </a:lnTo>
                  <a:lnTo>
                    <a:pt x="3855861" y="2093789"/>
                  </a:lnTo>
                  <a:lnTo>
                    <a:pt x="3856716" y="2105790"/>
                  </a:lnTo>
                  <a:lnTo>
                    <a:pt x="3857572" y="2088109"/>
                  </a:lnTo>
                  <a:lnTo>
                    <a:pt x="3858427" y="2103212"/>
                  </a:lnTo>
                  <a:lnTo>
                    <a:pt x="3859283" y="2065115"/>
                  </a:lnTo>
                  <a:lnTo>
                    <a:pt x="3860138" y="2078118"/>
                  </a:lnTo>
                  <a:lnTo>
                    <a:pt x="3860994" y="1988245"/>
                  </a:lnTo>
                  <a:lnTo>
                    <a:pt x="3861849" y="2004488"/>
                  </a:lnTo>
                  <a:lnTo>
                    <a:pt x="3862705" y="1952114"/>
                  </a:lnTo>
                  <a:lnTo>
                    <a:pt x="3863560" y="1883042"/>
                  </a:lnTo>
                  <a:lnTo>
                    <a:pt x="3864416" y="1896443"/>
                  </a:lnTo>
                  <a:lnTo>
                    <a:pt x="3865271" y="1902644"/>
                  </a:lnTo>
                  <a:lnTo>
                    <a:pt x="3866127" y="1929364"/>
                  </a:lnTo>
                  <a:lnTo>
                    <a:pt x="3866982" y="1962693"/>
                  </a:lnTo>
                  <a:lnTo>
                    <a:pt x="3867838" y="1925133"/>
                  </a:lnTo>
                  <a:lnTo>
                    <a:pt x="3868694" y="1915117"/>
                  </a:lnTo>
                  <a:lnTo>
                    <a:pt x="3869549" y="1991313"/>
                  </a:lnTo>
                  <a:lnTo>
                    <a:pt x="3870405" y="1975680"/>
                  </a:lnTo>
                  <a:lnTo>
                    <a:pt x="3871260" y="1928127"/>
                  </a:lnTo>
                  <a:lnTo>
                    <a:pt x="3872116" y="1947041"/>
                  </a:lnTo>
                  <a:lnTo>
                    <a:pt x="3872971" y="1950489"/>
                  </a:lnTo>
                  <a:lnTo>
                    <a:pt x="3873827" y="1969989"/>
                  </a:lnTo>
                  <a:lnTo>
                    <a:pt x="3874682" y="1941521"/>
                  </a:lnTo>
                  <a:lnTo>
                    <a:pt x="3875538" y="1944349"/>
                  </a:lnTo>
                  <a:lnTo>
                    <a:pt x="3876393" y="2038639"/>
                  </a:lnTo>
                  <a:lnTo>
                    <a:pt x="3877249" y="2059113"/>
                  </a:lnTo>
                  <a:lnTo>
                    <a:pt x="3878104" y="2021757"/>
                  </a:lnTo>
                  <a:lnTo>
                    <a:pt x="3878960" y="2100625"/>
                  </a:lnTo>
                  <a:lnTo>
                    <a:pt x="3879815" y="2103201"/>
                  </a:lnTo>
                  <a:lnTo>
                    <a:pt x="3880671" y="2173649"/>
                  </a:lnTo>
                  <a:lnTo>
                    <a:pt x="3881526" y="2149554"/>
                  </a:lnTo>
                  <a:lnTo>
                    <a:pt x="3882382" y="2119452"/>
                  </a:lnTo>
                  <a:lnTo>
                    <a:pt x="3883237" y="2122687"/>
                  </a:lnTo>
                  <a:lnTo>
                    <a:pt x="3884093" y="2024332"/>
                  </a:lnTo>
                  <a:lnTo>
                    <a:pt x="3884949" y="2031100"/>
                  </a:lnTo>
                  <a:lnTo>
                    <a:pt x="3885804" y="2034670"/>
                  </a:lnTo>
                  <a:lnTo>
                    <a:pt x="3886660" y="2074383"/>
                  </a:lnTo>
                  <a:lnTo>
                    <a:pt x="3887515" y="2049307"/>
                  </a:lnTo>
                  <a:lnTo>
                    <a:pt x="3888371" y="2083525"/>
                  </a:lnTo>
                  <a:lnTo>
                    <a:pt x="3889226" y="2072719"/>
                  </a:lnTo>
                  <a:lnTo>
                    <a:pt x="3890082" y="2031369"/>
                  </a:lnTo>
                  <a:lnTo>
                    <a:pt x="3890937" y="2038988"/>
                  </a:lnTo>
                  <a:lnTo>
                    <a:pt x="3891793" y="2024925"/>
                  </a:lnTo>
                  <a:lnTo>
                    <a:pt x="3892648" y="2028011"/>
                  </a:lnTo>
                  <a:lnTo>
                    <a:pt x="3893504" y="2073876"/>
                  </a:lnTo>
                  <a:lnTo>
                    <a:pt x="3894359" y="2060009"/>
                  </a:lnTo>
                  <a:lnTo>
                    <a:pt x="3895215" y="2171125"/>
                  </a:lnTo>
                  <a:lnTo>
                    <a:pt x="3896070" y="2144090"/>
                  </a:lnTo>
                  <a:lnTo>
                    <a:pt x="3896926" y="2144525"/>
                  </a:lnTo>
                  <a:lnTo>
                    <a:pt x="3897781" y="2109181"/>
                  </a:lnTo>
                  <a:lnTo>
                    <a:pt x="3898637" y="2055650"/>
                  </a:lnTo>
                  <a:lnTo>
                    <a:pt x="3899492" y="2202452"/>
                  </a:lnTo>
                  <a:lnTo>
                    <a:pt x="3900348" y="2144853"/>
                  </a:lnTo>
                  <a:lnTo>
                    <a:pt x="3901204" y="2137864"/>
                  </a:lnTo>
                  <a:lnTo>
                    <a:pt x="3902059" y="2128228"/>
                  </a:lnTo>
                  <a:lnTo>
                    <a:pt x="3902915" y="2076377"/>
                  </a:lnTo>
                  <a:lnTo>
                    <a:pt x="3903770" y="2162860"/>
                  </a:lnTo>
                  <a:lnTo>
                    <a:pt x="3904626" y="2036636"/>
                  </a:lnTo>
                  <a:lnTo>
                    <a:pt x="3905481" y="2028002"/>
                  </a:lnTo>
                  <a:lnTo>
                    <a:pt x="3906337" y="1971265"/>
                  </a:lnTo>
                  <a:lnTo>
                    <a:pt x="3907192" y="1914561"/>
                  </a:lnTo>
                  <a:lnTo>
                    <a:pt x="3908048" y="2001721"/>
                  </a:lnTo>
                  <a:lnTo>
                    <a:pt x="3908903" y="1925372"/>
                  </a:lnTo>
                  <a:lnTo>
                    <a:pt x="3909759" y="1980707"/>
                  </a:lnTo>
                  <a:lnTo>
                    <a:pt x="3910614" y="2011571"/>
                  </a:lnTo>
                  <a:lnTo>
                    <a:pt x="3911470" y="2056257"/>
                  </a:lnTo>
                  <a:lnTo>
                    <a:pt x="3912325" y="2093759"/>
                  </a:lnTo>
                  <a:lnTo>
                    <a:pt x="3913181" y="2123871"/>
                  </a:lnTo>
                  <a:lnTo>
                    <a:pt x="3914036" y="2141060"/>
                  </a:lnTo>
                  <a:lnTo>
                    <a:pt x="3914892" y="2124267"/>
                  </a:lnTo>
                  <a:lnTo>
                    <a:pt x="3915748" y="2100133"/>
                  </a:lnTo>
                  <a:lnTo>
                    <a:pt x="3916603" y="2158634"/>
                  </a:lnTo>
                  <a:lnTo>
                    <a:pt x="3917459" y="2196590"/>
                  </a:lnTo>
                  <a:lnTo>
                    <a:pt x="3918314" y="2172991"/>
                  </a:lnTo>
                  <a:lnTo>
                    <a:pt x="3919170" y="2098293"/>
                  </a:lnTo>
                  <a:lnTo>
                    <a:pt x="3920025" y="2151579"/>
                  </a:lnTo>
                  <a:lnTo>
                    <a:pt x="3920881" y="2115064"/>
                  </a:lnTo>
                  <a:lnTo>
                    <a:pt x="3921736" y="2101126"/>
                  </a:lnTo>
                  <a:lnTo>
                    <a:pt x="3922592" y="2076106"/>
                  </a:lnTo>
                  <a:lnTo>
                    <a:pt x="3923447" y="2062486"/>
                  </a:lnTo>
                  <a:lnTo>
                    <a:pt x="3924303" y="1971683"/>
                  </a:lnTo>
                  <a:lnTo>
                    <a:pt x="3925158" y="1937920"/>
                  </a:lnTo>
                  <a:lnTo>
                    <a:pt x="3926014" y="1948679"/>
                  </a:lnTo>
                  <a:lnTo>
                    <a:pt x="3926869" y="2021249"/>
                  </a:lnTo>
                  <a:lnTo>
                    <a:pt x="3927725" y="2081810"/>
                  </a:lnTo>
                  <a:lnTo>
                    <a:pt x="3928580" y="2022888"/>
                  </a:lnTo>
                  <a:lnTo>
                    <a:pt x="3929436" y="1965965"/>
                  </a:lnTo>
                  <a:lnTo>
                    <a:pt x="3930291" y="2031539"/>
                  </a:lnTo>
                  <a:lnTo>
                    <a:pt x="3931147" y="2128656"/>
                  </a:lnTo>
                  <a:lnTo>
                    <a:pt x="3932003" y="2124707"/>
                  </a:lnTo>
                  <a:lnTo>
                    <a:pt x="3932858" y="2098649"/>
                  </a:lnTo>
                  <a:lnTo>
                    <a:pt x="3933714" y="2167584"/>
                  </a:lnTo>
                  <a:lnTo>
                    <a:pt x="3934569" y="2131684"/>
                  </a:lnTo>
                  <a:lnTo>
                    <a:pt x="3935425" y="2154735"/>
                  </a:lnTo>
                  <a:lnTo>
                    <a:pt x="3936280" y="2141585"/>
                  </a:lnTo>
                  <a:lnTo>
                    <a:pt x="3937136" y="2125944"/>
                  </a:lnTo>
                  <a:lnTo>
                    <a:pt x="3937991" y="2113093"/>
                  </a:lnTo>
                  <a:lnTo>
                    <a:pt x="3938847" y="2061843"/>
                  </a:lnTo>
                  <a:lnTo>
                    <a:pt x="3939702" y="2137028"/>
                  </a:lnTo>
                  <a:lnTo>
                    <a:pt x="3940558" y="2140484"/>
                  </a:lnTo>
                  <a:lnTo>
                    <a:pt x="3941413" y="2108672"/>
                  </a:lnTo>
                  <a:lnTo>
                    <a:pt x="3942269" y="2101501"/>
                  </a:lnTo>
                  <a:lnTo>
                    <a:pt x="3943124" y="2094155"/>
                  </a:lnTo>
                  <a:lnTo>
                    <a:pt x="3943980" y="2098168"/>
                  </a:lnTo>
                  <a:lnTo>
                    <a:pt x="3944835" y="2089009"/>
                  </a:lnTo>
                  <a:lnTo>
                    <a:pt x="3945691" y="2001152"/>
                  </a:lnTo>
                  <a:lnTo>
                    <a:pt x="3946546" y="1995426"/>
                  </a:lnTo>
                  <a:lnTo>
                    <a:pt x="3947402" y="2074104"/>
                  </a:lnTo>
                  <a:lnTo>
                    <a:pt x="3948258" y="2076990"/>
                  </a:lnTo>
                  <a:lnTo>
                    <a:pt x="3949113" y="2029301"/>
                  </a:lnTo>
                  <a:lnTo>
                    <a:pt x="3949969" y="2058300"/>
                  </a:lnTo>
                  <a:lnTo>
                    <a:pt x="3950824" y="2043623"/>
                  </a:lnTo>
                  <a:lnTo>
                    <a:pt x="3951680" y="2073939"/>
                  </a:lnTo>
                  <a:lnTo>
                    <a:pt x="3952535" y="2020622"/>
                  </a:lnTo>
                  <a:lnTo>
                    <a:pt x="3953391" y="1977500"/>
                  </a:lnTo>
                  <a:lnTo>
                    <a:pt x="3954246" y="2063815"/>
                  </a:lnTo>
                  <a:lnTo>
                    <a:pt x="3955102" y="2099831"/>
                  </a:lnTo>
                  <a:lnTo>
                    <a:pt x="3955957" y="2102595"/>
                  </a:lnTo>
                  <a:lnTo>
                    <a:pt x="3956813" y="2085361"/>
                  </a:lnTo>
                  <a:lnTo>
                    <a:pt x="3957668" y="2023988"/>
                  </a:lnTo>
                  <a:lnTo>
                    <a:pt x="3958524" y="2035747"/>
                  </a:lnTo>
                  <a:lnTo>
                    <a:pt x="3959379" y="2057015"/>
                  </a:lnTo>
                  <a:lnTo>
                    <a:pt x="3960235" y="2014210"/>
                  </a:lnTo>
                  <a:lnTo>
                    <a:pt x="3961090" y="2096187"/>
                  </a:lnTo>
                  <a:lnTo>
                    <a:pt x="3961946" y="2045749"/>
                  </a:lnTo>
                  <a:lnTo>
                    <a:pt x="3962802" y="2088198"/>
                  </a:lnTo>
                  <a:lnTo>
                    <a:pt x="3963657" y="2014837"/>
                  </a:lnTo>
                  <a:lnTo>
                    <a:pt x="3964513" y="1975041"/>
                  </a:lnTo>
                  <a:lnTo>
                    <a:pt x="3965368" y="2067789"/>
                  </a:lnTo>
                  <a:lnTo>
                    <a:pt x="3966224" y="2105131"/>
                  </a:lnTo>
                  <a:lnTo>
                    <a:pt x="3967079" y="2168281"/>
                  </a:lnTo>
                  <a:lnTo>
                    <a:pt x="3967935" y="2225256"/>
                  </a:lnTo>
                  <a:lnTo>
                    <a:pt x="3968790" y="2165519"/>
                  </a:lnTo>
                  <a:lnTo>
                    <a:pt x="3969646" y="2195974"/>
                  </a:lnTo>
                  <a:lnTo>
                    <a:pt x="3970501" y="2181276"/>
                  </a:lnTo>
                  <a:lnTo>
                    <a:pt x="3971357" y="2217807"/>
                  </a:lnTo>
                  <a:lnTo>
                    <a:pt x="3972212" y="2210907"/>
                  </a:lnTo>
                  <a:lnTo>
                    <a:pt x="3973068" y="2208625"/>
                  </a:lnTo>
                  <a:lnTo>
                    <a:pt x="3973923" y="2214532"/>
                  </a:lnTo>
                  <a:lnTo>
                    <a:pt x="3974779" y="2209373"/>
                  </a:lnTo>
                  <a:lnTo>
                    <a:pt x="3975634" y="2229809"/>
                  </a:lnTo>
                  <a:lnTo>
                    <a:pt x="3976490" y="2191196"/>
                  </a:lnTo>
                  <a:lnTo>
                    <a:pt x="3977345" y="2186655"/>
                  </a:lnTo>
                  <a:lnTo>
                    <a:pt x="3978201" y="2209167"/>
                  </a:lnTo>
                  <a:lnTo>
                    <a:pt x="3979057" y="2137834"/>
                  </a:lnTo>
                  <a:lnTo>
                    <a:pt x="3979912" y="2102776"/>
                  </a:lnTo>
                  <a:lnTo>
                    <a:pt x="3980768" y="2137953"/>
                  </a:lnTo>
                  <a:lnTo>
                    <a:pt x="3981623" y="2179783"/>
                  </a:lnTo>
                  <a:lnTo>
                    <a:pt x="3982479" y="2214692"/>
                  </a:lnTo>
                  <a:lnTo>
                    <a:pt x="3983334" y="2182104"/>
                  </a:lnTo>
                  <a:lnTo>
                    <a:pt x="3984190" y="2242360"/>
                  </a:lnTo>
                  <a:lnTo>
                    <a:pt x="3985045" y="2245504"/>
                  </a:lnTo>
                  <a:lnTo>
                    <a:pt x="3985901" y="2227016"/>
                  </a:lnTo>
                  <a:lnTo>
                    <a:pt x="3986756" y="2208679"/>
                  </a:lnTo>
                  <a:lnTo>
                    <a:pt x="3987612" y="2174845"/>
                  </a:lnTo>
                  <a:lnTo>
                    <a:pt x="3988467" y="2217209"/>
                  </a:lnTo>
                  <a:lnTo>
                    <a:pt x="3989323" y="2177628"/>
                  </a:lnTo>
                  <a:lnTo>
                    <a:pt x="3990178" y="2236019"/>
                  </a:lnTo>
                  <a:lnTo>
                    <a:pt x="3991034" y="2183595"/>
                  </a:lnTo>
                  <a:lnTo>
                    <a:pt x="3991889" y="2169302"/>
                  </a:lnTo>
                  <a:lnTo>
                    <a:pt x="3992745" y="2232600"/>
                  </a:lnTo>
                  <a:lnTo>
                    <a:pt x="3993600" y="2192983"/>
                  </a:lnTo>
                  <a:lnTo>
                    <a:pt x="3994456" y="2268131"/>
                  </a:lnTo>
                  <a:lnTo>
                    <a:pt x="3995312" y="2224239"/>
                  </a:lnTo>
                  <a:lnTo>
                    <a:pt x="3996167" y="2140951"/>
                  </a:lnTo>
                  <a:lnTo>
                    <a:pt x="3997023" y="2183286"/>
                  </a:lnTo>
                  <a:lnTo>
                    <a:pt x="3997878" y="2187940"/>
                  </a:lnTo>
                  <a:lnTo>
                    <a:pt x="3998734" y="2179863"/>
                  </a:lnTo>
                  <a:lnTo>
                    <a:pt x="3999589" y="2184389"/>
                  </a:lnTo>
                  <a:lnTo>
                    <a:pt x="4000445" y="2139624"/>
                  </a:lnTo>
                  <a:lnTo>
                    <a:pt x="4001300" y="2143246"/>
                  </a:lnTo>
                  <a:lnTo>
                    <a:pt x="4002156" y="2153611"/>
                  </a:lnTo>
                  <a:lnTo>
                    <a:pt x="4003011" y="2116694"/>
                  </a:lnTo>
                  <a:lnTo>
                    <a:pt x="4003867" y="2058770"/>
                  </a:lnTo>
                  <a:lnTo>
                    <a:pt x="4004722" y="2061214"/>
                  </a:lnTo>
                  <a:lnTo>
                    <a:pt x="4005578" y="2120187"/>
                  </a:lnTo>
                  <a:lnTo>
                    <a:pt x="4006433" y="2127717"/>
                  </a:lnTo>
                  <a:lnTo>
                    <a:pt x="4007289" y="2081863"/>
                  </a:lnTo>
                  <a:lnTo>
                    <a:pt x="4008144" y="2065853"/>
                  </a:lnTo>
                  <a:lnTo>
                    <a:pt x="4009000" y="2051531"/>
                  </a:lnTo>
                  <a:lnTo>
                    <a:pt x="4009855" y="2116477"/>
                  </a:lnTo>
                  <a:lnTo>
                    <a:pt x="4010711" y="2101784"/>
                  </a:lnTo>
                  <a:lnTo>
                    <a:pt x="4011567" y="2067103"/>
                  </a:lnTo>
                  <a:lnTo>
                    <a:pt x="4012422" y="2078332"/>
                  </a:lnTo>
                  <a:lnTo>
                    <a:pt x="4013278" y="2105361"/>
                  </a:lnTo>
                  <a:lnTo>
                    <a:pt x="4014133" y="2133344"/>
                  </a:lnTo>
                  <a:lnTo>
                    <a:pt x="4014989" y="2150466"/>
                  </a:lnTo>
                  <a:lnTo>
                    <a:pt x="4015844" y="2118071"/>
                  </a:lnTo>
                  <a:lnTo>
                    <a:pt x="4016700" y="2154687"/>
                  </a:lnTo>
                  <a:lnTo>
                    <a:pt x="4017555" y="2146082"/>
                  </a:lnTo>
                  <a:lnTo>
                    <a:pt x="4018411" y="2135749"/>
                  </a:lnTo>
                  <a:lnTo>
                    <a:pt x="4019266" y="2170808"/>
                  </a:lnTo>
                  <a:lnTo>
                    <a:pt x="4020122" y="2151578"/>
                  </a:lnTo>
                  <a:lnTo>
                    <a:pt x="4020977" y="2199515"/>
                  </a:lnTo>
                  <a:lnTo>
                    <a:pt x="4021833" y="2184449"/>
                  </a:lnTo>
                  <a:lnTo>
                    <a:pt x="4022688" y="2151484"/>
                  </a:lnTo>
                  <a:lnTo>
                    <a:pt x="4023544" y="2161786"/>
                  </a:lnTo>
                  <a:lnTo>
                    <a:pt x="4024399" y="2117169"/>
                  </a:lnTo>
                  <a:lnTo>
                    <a:pt x="4025255" y="2080383"/>
                  </a:lnTo>
                  <a:lnTo>
                    <a:pt x="4026111" y="1986842"/>
                  </a:lnTo>
                  <a:lnTo>
                    <a:pt x="4026966" y="2017780"/>
                  </a:lnTo>
                  <a:lnTo>
                    <a:pt x="4027822" y="2122165"/>
                  </a:lnTo>
                  <a:lnTo>
                    <a:pt x="4028677" y="2165811"/>
                  </a:lnTo>
                  <a:lnTo>
                    <a:pt x="4029533" y="2182030"/>
                  </a:lnTo>
                  <a:lnTo>
                    <a:pt x="4030388" y="2162613"/>
                  </a:lnTo>
                  <a:lnTo>
                    <a:pt x="4031244" y="2202990"/>
                  </a:lnTo>
                  <a:lnTo>
                    <a:pt x="4032099" y="2185816"/>
                  </a:lnTo>
                  <a:lnTo>
                    <a:pt x="4032955" y="2176984"/>
                  </a:lnTo>
                  <a:lnTo>
                    <a:pt x="4033810" y="2182007"/>
                  </a:lnTo>
                  <a:lnTo>
                    <a:pt x="4034666" y="2178319"/>
                  </a:lnTo>
                  <a:lnTo>
                    <a:pt x="4035521" y="2217870"/>
                  </a:lnTo>
                  <a:lnTo>
                    <a:pt x="4036377" y="2176238"/>
                  </a:lnTo>
                  <a:lnTo>
                    <a:pt x="4037232" y="2184737"/>
                  </a:lnTo>
                  <a:lnTo>
                    <a:pt x="4038088" y="2146693"/>
                  </a:lnTo>
                  <a:lnTo>
                    <a:pt x="4038943" y="2100591"/>
                  </a:lnTo>
                  <a:lnTo>
                    <a:pt x="4039799" y="2064670"/>
                  </a:lnTo>
                  <a:lnTo>
                    <a:pt x="4040654" y="2100862"/>
                  </a:lnTo>
                  <a:lnTo>
                    <a:pt x="4041510" y="2109817"/>
                  </a:lnTo>
                  <a:lnTo>
                    <a:pt x="4042366" y="2125042"/>
                  </a:lnTo>
                  <a:lnTo>
                    <a:pt x="4043221" y="2139587"/>
                  </a:lnTo>
                  <a:lnTo>
                    <a:pt x="4044077" y="2178238"/>
                  </a:lnTo>
                  <a:lnTo>
                    <a:pt x="4044932" y="2194713"/>
                  </a:lnTo>
                  <a:lnTo>
                    <a:pt x="4045788" y="2186536"/>
                  </a:lnTo>
                  <a:lnTo>
                    <a:pt x="4046643" y="2189803"/>
                  </a:lnTo>
                  <a:lnTo>
                    <a:pt x="4047499" y="2175080"/>
                  </a:lnTo>
                  <a:lnTo>
                    <a:pt x="4048354" y="2197057"/>
                  </a:lnTo>
                  <a:lnTo>
                    <a:pt x="4049210" y="2213203"/>
                  </a:lnTo>
                  <a:lnTo>
                    <a:pt x="4050065" y="2164856"/>
                  </a:lnTo>
                  <a:lnTo>
                    <a:pt x="4050921" y="2148698"/>
                  </a:lnTo>
                  <a:lnTo>
                    <a:pt x="4051776" y="2192285"/>
                  </a:lnTo>
                  <a:lnTo>
                    <a:pt x="4052632" y="2165915"/>
                  </a:lnTo>
                  <a:lnTo>
                    <a:pt x="4053487" y="2137389"/>
                  </a:lnTo>
                  <a:lnTo>
                    <a:pt x="4054343" y="2143130"/>
                  </a:lnTo>
                  <a:lnTo>
                    <a:pt x="4055198" y="2176013"/>
                  </a:lnTo>
                  <a:lnTo>
                    <a:pt x="4056054" y="2193711"/>
                  </a:lnTo>
                  <a:lnTo>
                    <a:pt x="4056909" y="2199312"/>
                  </a:lnTo>
                  <a:lnTo>
                    <a:pt x="4057765" y="2154528"/>
                  </a:lnTo>
                  <a:lnTo>
                    <a:pt x="4058621" y="2135859"/>
                  </a:lnTo>
                  <a:lnTo>
                    <a:pt x="4059476" y="2170659"/>
                  </a:lnTo>
                  <a:lnTo>
                    <a:pt x="4060332" y="2204002"/>
                  </a:lnTo>
                  <a:lnTo>
                    <a:pt x="4061187" y="2198641"/>
                  </a:lnTo>
                  <a:lnTo>
                    <a:pt x="4062043" y="2198634"/>
                  </a:lnTo>
                  <a:lnTo>
                    <a:pt x="4062898" y="2234854"/>
                  </a:lnTo>
                  <a:lnTo>
                    <a:pt x="4063754" y="2249922"/>
                  </a:lnTo>
                  <a:lnTo>
                    <a:pt x="4064609" y="2242907"/>
                  </a:lnTo>
                  <a:lnTo>
                    <a:pt x="4065465" y="2249244"/>
                  </a:lnTo>
                  <a:lnTo>
                    <a:pt x="4066320" y="2253535"/>
                  </a:lnTo>
                  <a:lnTo>
                    <a:pt x="4067176" y="2274414"/>
                  </a:lnTo>
                  <a:lnTo>
                    <a:pt x="4068031" y="2274769"/>
                  </a:lnTo>
                  <a:lnTo>
                    <a:pt x="4068887" y="2261158"/>
                  </a:lnTo>
                  <a:lnTo>
                    <a:pt x="4069742" y="2271921"/>
                  </a:lnTo>
                  <a:lnTo>
                    <a:pt x="4070598" y="2236971"/>
                  </a:lnTo>
                  <a:lnTo>
                    <a:pt x="4071453" y="2198758"/>
                  </a:lnTo>
                  <a:lnTo>
                    <a:pt x="4072309" y="2195405"/>
                  </a:lnTo>
                  <a:lnTo>
                    <a:pt x="4073165" y="2171670"/>
                  </a:lnTo>
                  <a:lnTo>
                    <a:pt x="4074020" y="2201865"/>
                  </a:lnTo>
                  <a:lnTo>
                    <a:pt x="4074876" y="2162844"/>
                  </a:lnTo>
                  <a:lnTo>
                    <a:pt x="4075731" y="2160985"/>
                  </a:lnTo>
                  <a:lnTo>
                    <a:pt x="4076587" y="2158209"/>
                  </a:lnTo>
                  <a:lnTo>
                    <a:pt x="4077442" y="2136526"/>
                  </a:lnTo>
                  <a:lnTo>
                    <a:pt x="4078298" y="2039411"/>
                  </a:lnTo>
                  <a:lnTo>
                    <a:pt x="4079153" y="1973798"/>
                  </a:lnTo>
                  <a:lnTo>
                    <a:pt x="4080009" y="1943172"/>
                  </a:lnTo>
                  <a:lnTo>
                    <a:pt x="4080864" y="1938451"/>
                  </a:lnTo>
                  <a:lnTo>
                    <a:pt x="4081720" y="1957445"/>
                  </a:lnTo>
                  <a:lnTo>
                    <a:pt x="4082575" y="1963035"/>
                  </a:lnTo>
                  <a:lnTo>
                    <a:pt x="4083431" y="2127216"/>
                  </a:lnTo>
                  <a:lnTo>
                    <a:pt x="4084286" y="2105326"/>
                  </a:lnTo>
                  <a:lnTo>
                    <a:pt x="4085142" y="2067051"/>
                  </a:lnTo>
                  <a:lnTo>
                    <a:pt x="4085997" y="1993938"/>
                  </a:lnTo>
                  <a:lnTo>
                    <a:pt x="4086853" y="2072595"/>
                  </a:lnTo>
                  <a:lnTo>
                    <a:pt x="4087708" y="2125105"/>
                  </a:lnTo>
                  <a:lnTo>
                    <a:pt x="4088564" y="2109331"/>
                  </a:lnTo>
                  <a:lnTo>
                    <a:pt x="4089420" y="2057166"/>
                  </a:lnTo>
                  <a:lnTo>
                    <a:pt x="4090275" y="2116068"/>
                  </a:lnTo>
                  <a:lnTo>
                    <a:pt x="4091131" y="2182728"/>
                  </a:lnTo>
                  <a:lnTo>
                    <a:pt x="4091986" y="2208750"/>
                  </a:lnTo>
                  <a:lnTo>
                    <a:pt x="4092842" y="2147714"/>
                  </a:lnTo>
                  <a:lnTo>
                    <a:pt x="4093697" y="2168647"/>
                  </a:lnTo>
                  <a:lnTo>
                    <a:pt x="4094553" y="2163821"/>
                  </a:lnTo>
                  <a:lnTo>
                    <a:pt x="4095408" y="2157287"/>
                  </a:lnTo>
                  <a:lnTo>
                    <a:pt x="4096264" y="2185126"/>
                  </a:lnTo>
                  <a:lnTo>
                    <a:pt x="4097119" y="2143145"/>
                  </a:lnTo>
                  <a:lnTo>
                    <a:pt x="4097975" y="2076690"/>
                  </a:lnTo>
                  <a:lnTo>
                    <a:pt x="4098830" y="2077931"/>
                  </a:lnTo>
                  <a:lnTo>
                    <a:pt x="4099686" y="2107625"/>
                  </a:lnTo>
                  <a:lnTo>
                    <a:pt x="4100541" y="2173829"/>
                  </a:lnTo>
                  <a:lnTo>
                    <a:pt x="4101397" y="2067875"/>
                  </a:lnTo>
                  <a:lnTo>
                    <a:pt x="4102252" y="2037481"/>
                  </a:lnTo>
                  <a:lnTo>
                    <a:pt x="4103108" y="2001627"/>
                  </a:lnTo>
                  <a:lnTo>
                    <a:pt x="4103963" y="2050353"/>
                  </a:lnTo>
                  <a:lnTo>
                    <a:pt x="4104819" y="2079826"/>
                  </a:lnTo>
                  <a:lnTo>
                    <a:pt x="4105675" y="2036040"/>
                  </a:lnTo>
                  <a:lnTo>
                    <a:pt x="4106530" y="1970243"/>
                  </a:lnTo>
                  <a:lnTo>
                    <a:pt x="4107386" y="2097195"/>
                  </a:lnTo>
                  <a:lnTo>
                    <a:pt x="4108241" y="2096070"/>
                  </a:lnTo>
                  <a:lnTo>
                    <a:pt x="4109097" y="2060895"/>
                  </a:lnTo>
                  <a:lnTo>
                    <a:pt x="4109952" y="1985908"/>
                  </a:lnTo>
                  <a:lnTo>
                    <a:pt x="4110808" y="1981513"/>
                  </a:lnTo>
                  <a:lnTo>
                    <a:pt x="4111663" y="2047112"/>
                  </a:lnTo>
                  <a:lnTo>
                    <a:pt x="4112519" y="1984931"/>
                  </a:lnTo>
                  <a:lnTo>
                    <a:pt x="4113374" y="1931038"/>
                  </a:lnTo>
                  <a:lnTo>
                    <a:pt x="4114230" y="1916054"/>
                  </a:lnTo>
                  <a:lnTo>
                    <a:pt x="4115085" y="1932313"/>
                  </a:lnTo>
                  <a:lnTo>
                    <a:pt x="4115941" y="1895929"/>
                  </a:lnTo>
                  <a:lnTo>
                    <a:pt x="4116796" y="1878254"/>
                  </a:lnTo>
                  <a:lnTo>
                    <a:pt x="4117652" y="1844294"/>
                  </a:lnTo>
                  <a:lnTo>
                    <a:pt x="4118507" y="1852092"/>
                  </a:lnTo>
                  <a:lnTo>
                    <a:pt x="4119363" y="1896427"/>
                  </a:lnTo>
                  <a:lnTo>
                    <a:pt x="4120219" y="1896061"/>
                  </a:lnTo>
                  <a:lnTo>
                    <a:pt x="4121074" y="1951327"/>
                  </a:lnTo>
                  <a:lnTo>
                    <a:pt x="4121930" y="2001875"/>
                  </a:lnTo>
                  <a:lnTo>
                    <a:pt x="4122785" y="2096434"/>
                  </a:lnTo>
                  <a:lnTo>
                    <a:pt x="4123641" y="2123079"/>
                  </a:lnTo>
                  <a:lnTo>
                    <a:pt x="4124496" y="2133378"/>
                  </a:lnTo>
                  <a:lnTo>
                    <a:pt x="4125352" y="2144582"/>
                  </a:lnTo>
                  <a:lnTo>
                    <a:pt x="4126207" y="2143882"/>
                  </a:lnTo>
                  <a:lnTo>
                    <a:pt x="4127063" y="2101163"/>
                  </a:lnTo>
                  <a:lnTo>
                    <a:pt x="4127918" y="2099302"/>
                  </a:lnTo>
                  <a:lnTo>
                    <a:pt x="4128774" y="2106411"/>
                  </a:lnTo>
                  <a:lnTo>
                    <a:pt x="4129629" y="2077105"/>
                  </a:lnTo>
                  <a:lnTo>
                    <a:pt x="4130485" y="2013129"/>
                  </a:lnTo>
                  <a:lnTo>
                    <a:pt x="4131340" y="2006583"/>
                  </a:lnTo>
                  <a:lnTo>
                    <a:pt x="4132196" y="2047030"/>
                  </a:lnTo>
                  <a:lnTo>
                    <a:pt x="4133051" y="2092746"/>
                  </a:lnTo>
                  <a:lnTo>
                    <a:pt x="4133907" y="2100756"/>
                  </a:lnTo>
                  <a:lnTo>
                    <a:pt x="4134762" y="2109003"/>
                  </a:lnTo>
                  <a:lnTo>
                    <a:pt x="4135618" y="2099774"/>
                  </a:lnTo>
                  <a:lnTo>
                    <a:pt x="4136474" y="2016764"/>
                  </a:lnTo>
                  <a:lnTo>
                    <a:pt x="4137329" y="1977139"/>
                  </a:lnTo>
                  <a:lnTo>
                    <a:pt x="4138185" y="2042596"/>
                  </a:lnTo>
                  <a:lnTo>
                    <a:pt x="4139040" y="2082030"/>
                  </a:lnTo>
                  <a:lnTo>
                    <a:pt x="4139896" y="2050669"/>
                  </a:lnTo>
                  <a:lnTo>
                    <a:pt x="4140751" y="2053764"/>
                  </a:lnTo>
                  <a:lnTo>
                    <a:pt x="4141607" y="2064619"/>
                  </a:lnTo>
                  <a:lnTo>
                    <a:pt x="4142462" y="2083301"/>
                  </a:lnTo>
                  <a:lnTo>
                    <a:pt x="4143318" y="2070695"/>
                  </a:lnTo>
                  <a:lnTo>
                    <a:pt x="4144173" y="1943699"/>
                  </a:lnTo>
                  <a:lnTo>
                    <a:pt x="4145029" y="1954135"/>
                  </a:lnTo>
                  <a:lnTo>
                    <a:pt x="4145884" y="1986612"/>
                  </a:lnTo>
                  <a:lnTo>
                    <a:pt x="4146740" y="2074352"/>
                  </a:lnTo>
                  <a:lnTo>
                    <a:pt x="4147595" y="2067960"/>
                  </a:lnTo>
                  <a:lnTo>
                    <a:pt x="4148451" y="2079428"/>
                  </a:lnTo>
                  <a:lnTo>
                    <a:pt x="4149306" y="2105299"/>
                  </a:lnTo>
                  <a:lnTo>
                    <a:pt x="4150162" y="2049741"/>
                  </a:lnTo>
                  <a:lnTo>
                    <a:pt x="4151017" y="1956418"/>
                  </a:lnTo>
                  <a:lnTo>
                    <a:pt x="4151873" y="1978285"/>
                  </a:lnTo>
                  <a:lnTo>
                    <a:pt x="4152729" y="2048079"/>
                  </a:lnTo>
                  <a:lnTo>
                    <a:pt x="4153584" y="2125868"/>
                  </a:lnTo>
                  <a:lnTo>
                    <a:pt x="4154440" y="2083723"/>
                  </a:lnTo>
                  <a:lnTo>
                    <a:pt x="4155295" y="1997882"/>
                  </a:lnTo>
                  <a:lnTo>
                    <a:pt x="4156151" y="2037794"/>
                  </a:lnTo>
                  <a:lnTo>
                    <a:pt x="4157006" y="2058712"/>
                  </a:lnTo>
                  <a:lnTo>
                    <a:pt x="4157862" y="2081227"/>
                  </a:lnTo>
                  <a:lnTo>
                    <a:pt x="4158717" y="2026112"/>
                  </a:lnTo>
                  <a:lnTo>
                    <a:pt x="4159573" y="2003859"/>
                  </a:lnTo>
                  <a:lnTo>
                    <a:pt x="4160428" y="2117695"/>
                  </a:lnTo>
                  <a:lnTo>
                    <a:pt x="4161284" y="2178581"/>
                  </a:lnTo>
                  <a:lnTo>
                    <a:pt x="4162139" y="2195681"/>
                  </a:lnTo>
                  <a:lnTo>
                    <a:pt x="4162995" y="2198820"/>
                  </a:lnTo>
                  <a:lnTo>
                    <a:pt x="4163850" y="2207288"/>
                  </a:lnTo>
                  <a:lnTo>
                    <a:pt x="4164706" y="2233384"/>
                  </a:lnTo>
                  <a:lnTo>
                    <a:pt x="4165561" y="2233212"/>
                  </a:lnTo>
                  <a:lnTo>
                    <a:pt x="4166417" y="2231121"/>
                  </a:lnTo>
                  <a:lnTo>
                    <a:pt x="4167273" y="2190888"/>
                  </a:lnTo>
                  <a:lnTo>
                    <a:pt x="4168128" y="2166722"/>
                  </a:lnTo>
                  <a:lnTo>
                    <a:pt x="4168984" y="2223045"/>
                  </a:lnTo>
                  <a:lnTo>
                    <a:pt x="4169839" y="2237285"/>
                  </a:lnTo>
                  <a:lnTo>
                    <a:pt x="4170695" y="2263864"/>
                  </a:lnTo>
                  <a:lnTo>
                    <a:pt x="4171550" y="2230486"/>
                  </a:lnTo>
                  <a:lnTo>
                    <a:pt x="4172406" y="2226006"/>
                  </a:lnTo>
                  <a:lnTo>
                    <a:pt x="4173261" y="2228292"/>
                  </a:lnTo>
                  <a:lnTo>
                    <a:pt x="4174117" y="2152607"/>
                  </a:lnTo>
                  <a:lnTo>
                    <a:pt x="4174972" y="2166817"/>
                  </a:lnTo>
                  <a:lnTo>
                    <a:pt x="4175828" y="2173859"/>
                  </a:lnTo>
                  <a:lnTo>
                    <a:pt x="4176683" y="2204409"/>
                  </a:lnTo>
                  <a:lnTo>
                    <a:pt x="4177539" y="2223890"/>
                  </a:lnTo>
                  <a:lnTo>
                    <a:pt x="4178394" y="2215906"/>
                  </a:lnTo>
                  <a:lnTo>
                    <a:pt x="4179250" y="2222126"/>
                  </a:lnTo>
                  <a:lnTo>
                    <a:pt x="4180105" y="2218267"/>
                  </a:lnTo>
                  <a:lnTo>
                    <a:pt x="4180961" y="2219593"/>
                  </a:lnTo>
                  <a:lnTo>
                    <a:pt x="4181816" y="2206969"/>
                  </a:lnTo>
                  <a:lnTo>
                    <a:pt x="4182672" y="2211806"/>
                  </a:lnTo>
                  <a:lnTo>
                    <a:pt x="4183528" y="2226418"/>
                  </a:lnTo>
                  <a:lnTo>
                    <a:pt x="4184383" y="2161895"/>
                  </a:lnTo>
                  <a:lnTo>
                    <a:pt x="4185239" y="2188908"/>
                  </a:lnTo>
                  <a:lnTo>
                    <a:pt x="4186094" y="2212938"/>
                  </a:lnTo>
                  <a:lnTo>
                    <a:pt x="4186950" y="2231507"/>
                  </a:lnTo>
                  <a:lnTo>
                    <a:pt x="4187805" y="2234209"/>
                  </a:lnTo>
                  <a:lnTo>
                    <a:pt x="4188661" y="2236873"/>
                  </a:lnTo>
                  <a:lnTo>
                    <a:pt x="4189516" y="2218881"/>
                  </a:lnTo>
                  <a:lnTo>
                    <a:pt x="4190372" y="2252178"/>
                  </a:lnTo>
                  <a:lnTo>
                    <a:pt x="4191227" y="2206076"/>
                  </a:lnTo>
                  <a:lnTo>
                    <a:pt x="4192083" y="2150193"/>
                  </a:lnTo>
                  <a:lnTo>
                    <a:pt x="4192938" y="2202755"/>
                  </a:lnTo>
                  <a:lnTo>
                    <a:pt x="4193794" y="2214905"/>
                  </a:lnTo>
                  <a:lnTo>
                    <a:pt x="4194649" y="2250930"/>
                  </a:lnTo>
                  <a:lnTo>
                    <a:pt x="4195505" y="2247074"/>
                  </a:lnTo>
                  <a:lnTo>
                    <a:pt x="4196360" y="2243560"/>
                  </a:lnTo>
                  <a:lnTo>
                    <a:pt x="4197216" y="2204934"/>
                  </a:lnTo>
                  <a:lnTo>
                    <a:pt x="4198071" y="2211264"/>
                  </a:lnTo>
                  <a:lnTo>
                    <a:pt x="4198927" y="2193467"/>
                  </a:lnTo>
                  <a:lnTo>
                    <a:pt x="4199783" y="2165890"/>
                  </a:lnTo>
                  <a:lnTo>
                    <a:pt x="4200638" y="2148541"/>
                  </a:lnTo>
                  <a:lnTo>
                    <a:pt x="4201494" y="2132174"/>
                  </a:lnTo>
                  <a:lnTo>
                    <a:pt x="4202349" y="2213000"/>
                  </a:lnTo>
                  <a:lnTo>
                    <a:pt x="4203205" y="2195561"/>
                  </a:lnTo>
                  <a:lnTo>
                    <a:pt x="4204060" y="2211786"/>
                  </a:lnTo>
                  <a:lnTo>
                    <a:pt x="4204916" y="2185324"/>
                  </a:lnTo>
                  <a:lnTo>
                    <a:pt x="4205771" y="2137305"/>
                  </a:lnTo>
                  <a:lnTo>
                    <a:pt x="4206627" y="2184879"/>
                  </a:lnTo>
                  <a:lnTo>
                    <a:pt x="4207482" y="2179300"/>
                  </a:lnTo>
                  <a:lnTo>
                    <a:pt x="4208338" y="2173954"/>
                  </a:lnTo>
                  <a:lnTo>
                    <a:pt x="4209193" y="2166541"/>
                  </a:lnTo>
                  <a:lnTo>
                    <a:pt x="4210049" y="2203968"/>
                  </a:lnTo>
                  <a:lnTo>
                    <a:pt x="4210904" y="2204198"/>
                  </a:lnTo>
                  <a:lnTo>
                    <a:pt x="4211760" y="2176655"/>
                  </a:lnTo>
                  <a:lnTo>
                    <a:pt x="4212615" y="2158144"/>
                  </a:lnTo>
                  <a:lnTo>
                    <a:pt x="4213471" y="2134123"/>
                  </a:lnTo>
                  <a:lnTo>
                    <a:pt x="4214326" y="2132633"/>
                  </a:lnTo>
                  <a:lnTo>
                    <a:pt x="4215182" y="2100427"/>
                  </a:lnTo>
                  <a:lnTo>
                    <a:pt x="4216038" y="1936579"/>
                  </a:lnTo>
                  <a:lnTo>
                    <a:pt x="4216893" y="1878535"/>
                  </a:lnTo>
                  <a:lnTo>
                    <a:pt x="4217749" y="1878855"/>
                  </a:lnTo>
                  <a:lnTo>
                    <a:pt x="4218604" y="1893895"/>
                  </a:lnTo>
                  <a:lnTo>
                    <a:pt x="4219460" y="1967130"/>
                  </a:lnTo>
                  <a:lnTo>
                    <a:pt x="4220315" y="1927927"/>
                  </a:lnTo>
                  <a:lnTo>
                    <a:pt x="4221171" y="2008064"/>
                  </a:lnTo>
                  <a:lnTo>
                    <a:pt x="4222026" y="2041743"/>
                  </a:lnTo>
                  <a:lnTo>
                    <a:pt x="4222882" y="2121337"/>
                  </a:lnTo>
                  <a:lnTo>
                    <a:pt x="4223737" y="2184185"/>
                  </a:lnTo>
                  <a:lnTo>
                    <a:pt x="4224593" y="2181158"/>
                  </a:lnTo>
                  <a:lnTo>
                    <a:pt x="4225448" y="2207932"/>
                  </a:lnTo>
                  <a:lnTo>
                    <a:pt x="4226304" y="2239722"/>
                  </a:lnTo>
                  <a:lnTo>
                    <a:pt x="4227159" y="2219422"/>
                  </a:lnTo>
                  <a:lnTo>
                    <a:pt x="4228015" y="2242028"/>
                  </a:lnTo>
                  <a:lnTo>
                    <a:pt x="4228870" y="2215056"/>
                  </a:lnTo>
                  <a:lnTo>
                    <a:pt x="4229726" y="2182395"/>
                  </a:lnTo>
                  <a:lnTo>
                    <a:pt x="4230582" y="2128219"/>
                  </a:lnTo>
                  <a:lnTo>
                    <a:pt x="4231437" y="2150828"/>
                  </a:lnTo>
                  <a:lnTo>
                    <a:pt x="4232293" y="2171514"/>
                  </a:lnTo>
                  <a:lnTo>
                    <a:pt x="4233148" y="2196132"/>
                  </a:lnTo>
                  <a:lnTo>
                    <a:pt x="4234004" y="2181395"/>
                  </a:lnTo>
                  <a:lnTo>
                    <a:pt x="4234859" y="2184741"/>
                  </a:lnTo>
                  <a:lnTo>
                    <a:pt x="4235715" y="2150079"/>
                  </a:lnTo>
                  <a:lnTo>
                    <a:pt x="4236570" y="2114241"/>
                  </a:lnTo>
                  <a:lnTo>
                    <a:pt x="4237426" y="2107612"/>
                  </a:lnTo>
                  <a:lnTo>
                    <a:pt x="4238281" y="2103733"/>
                  </a:lnTo>
                  <a:lnTo>
                    <a:pt x="4239137" y="2138733"/>
                  </a:lnTo>
                  <a:lnTo>
                    <a:pt x="4239992" y="2170750"/>
                  </a:lnTo>
                  <a:lnTo>
                    <a:pt x="4240848" y="2145599"/>
                  </a:lnTo>
                  <a:lnTo>
                    <a:pt x="4241703" y="2113770"/>
                  </a:lnTo>
                  <a:lnTo>
                    <a:pt x="4242559" y="2135820"/>
                  </a:lnTo>
                  <a:lnTo>
                    <a:pt x="4243414" y="2183233"/>
                  </a:lnTo>
                  <a:lnTo>
                    <a:pt x="4244270" y="2221138"/>
                  </a:lnTo>
                  <a:lnTo>
                    <a:pt x="4245125" y="2197255"/>
                  </a:lnTo>
                  <a:lnTo>
                    <a:pt x="4245981" y="2224048"/>
                  </a:lnTo>
                  <a:lnTo>
                    <a:pt x="4246837" y="2210194"/>
                  </a:lnTo>
                  <a:lnTo>
                    <a:pt x="4247692" y="2217246"/>
                  </a:lnTo>
                  <a:lnTo>
                    <a:pt x="4248548" y="2229874"/>
                  </a:lnTo>
                  <a:lnTo>
                    <a:pt x="4249403" y="2259691"/>
                  </a:lnTo>
                  <a:lnTo>
                    <a:pt x="4250259" y="2231997"/>
                  </a:lnTo>
                  <a:lnTo>
                    <a:pt x="4251114" y="2234598"/>
                  </a:lnTo>
                  <a:lnTo>
                    <a:pt x="4251970" y="2222903"/>
                  </a:lnTo>
                  <a:lnTo>
                    <a:pt x="4252825" y="2203179"/>
                  </a:lnTo>
                  <a:lnTo>
                    <a:pt x="4253681" y="2223486"/>
                  </a:lnTo>
                  <a:lnTo>
                    <a:pt x="4254536" y="2229616"/>
                  </a:lnTo>
                  <a:lnTo>
                    <a:pt x="4255392" y="2186683"/>
                  </a:lnTo>
                  <a:lnTo>
                    <a:pt x="4256247" y="2199108"/>
                  </a:lnTo>
                  <a:lnTo>
                    <a:pt x="4257103" y="2207693"/>
                  </a:lnTo>
                  <a:lnTo>
                    <a:pt x="4257958" y="2165376"/>
                  </a:lnTo>
                  <a:lnTo>
                    <a:pt x="4258814" y="2185628"/>
                  </a:lnTo>
                  <a:lnTo>
                    <a:pt x="4259669" y="2147568"/>
                  </a:lnTo>
                  <a:lnTo>
                    <a:pt x="4260525" y="2195617"/>
                  </a:lnTo>
                  <a:lnTo>
                    <a:pt x="4261380" y="2224918"/>
                  </a:lnTo>
                  <a:lnTo>
                    <a:pt x="4262236" y="2214303"/>
                  </a:lnTo>
                  <a:lnTo>
                    <a:pt x="4263092" y="2234830"/>
                  </a:lnTo>
                  <a:lnTo>
                    <a:pt x="4263947" y="2222069"/>
                  </a:lnTo>
                  <a:lnTo>
                    <a:pt x="4264803" y="2205062"/>
                  </a:lnTo>
                  <a:lnTo>
                    <a:pt x="4265658" y="2227051"/>
                  </a:lnTo>
                  <a:lnTo>
                    <a:pt x="4266514" y="2264420"/>
                  </a:lnTo>
                  <a:lnTo>
                    <a:pt x="4267369" y="2292061"/>
                  </a:lnTo>
                  <a:lnTo>
                    <a:pt x="4268225" y="2288645"/>
                  </a:lnTo>
                  <a:lnTo>
                    <a:pt x="4269080" y="2304130"/>
                  </a:lnTo>
                  <a:lnTo>
                    <a:pt x="4269936" y="2304929"/>
                  </a:lnTo>
                  <a:lnTo>
                    <a:pt x="4270791" y="2311260"/>
                  </a:lnTo>
                  <a:lnTo>
                    <a:pt x="4271647" y="2309219"/>
                  </a:lnTo>
                  <a:lnTo>
                    <a:pt x="4272502" y="2281100"/>
                  </a:lnTo>
                  <a:lnTo>
                    <a:pt x="4273358" y="2281544"/>
                  </a:lnTo>
                  <a:lnTo>
                    <a:pt x="4274213" y="2283096"/>
                  </a:lnTo>
                  <a:lnTo>
                    <a:pt x="4275069" y="2285303"/>
                  </a:lnTo>
                  <a:lnTo>
                    <a:pt x="4275924" y="2273288"/>
                  </a:lnTo>
                  <a:lnTo>
                    <a:pt x="4276780" y="2256888"/>
                  </a:lnTo>
                  <a:lnTo>
                    <a:pt x="4277636" y="2259516"/>
                  </a:lnTo>
                  <a:lnTo>
                    <a:pt x="4278491" y="2289860"/>
                  </a:lnTo>
                  <a:lnTo>
                    <a:pt x="4279347" y="2281388"/>
                  </a:lnTo>
                  <a:lnTo>
                    <a:pt x="4280202" y="2275703"/>
                  </a:lnTo>
                  <a:lnTo>
                    <a:pt x="4281058" y="2281808"/>
                  </a:lnTo>
                  <a:lnTo>
                    <a:pt x="4281913" y="2281133"/>
                  </a:lnTo>
                  <a:lnTo>
                    <a:pt x="4282769" y="2311436"/>
                  </a:lnTo>
                  <a:lnTo>
                    <a:pt x="4283624" y="2298284"/>
                  </a:lnTo>
                  <a:lnTo>
                    <a:pt x="4284480" y="2287094"/>
                  </a:lnTo>
                  <a:lnTo>
                    <a:pt x="4285335" y="2328386"/>
                  </a:lnTo>
                  <a:lnTo>
                    <a:pt x="4286191" y="2319050"/>
                  </a:lnTo>
                  <a:lnTo>
                    <a:pt x="4287046" y="2328386"/>
                  </a:lnTo>
                  <a:lnTo>
                    <a:pt x="4287902" y="2300782"/>
                  </a:lnTo>
                  <a:lnTo>
                    <a:pt x="4288757" y="2318114"/>
                  </a:lnTo>
                  <a:lnTo>
                    <a:pt x="4289613" y="2318048"/>
                  </a:lnTo>
                  <a:lnTo>
                    <a:pt x="4290468" y="2307165"/>
                  </a:lnTo>
                  <a:lnTo>
                    <a:pt x="4291324" y="2308828"/>
                  </a:lnTo>
                  <a:lnTo>
                    <a:pt x="4292179" y="2328386"/>
                  </a:lnTo>
                  <a:lnTo>
                    <a:pt x="4293035" y="2328386"/>
                  </a:lnTo>
                  <a:lnTo>
                    <a:pt x="4293891" y="2316798"/>
                  </a:lnTo>
                  <a:lnTo>
                    <a:pt x="4294746" y="2301396"/>
                  </a:lnTo>
                  <a:lnTo>
                    <a:pt x="4295602" y="2311183"/>
                  </a:lnTo>
                  <a:lnTo>
                    <a:pt x="4296457" y="2319847"/>
                  </a:lnTo>
                  <a:lnTo>
                    <a:pt x="4297313" y="2293984"/>
                  </a:lnTo>
                  <a:lnTo>
                    <a:pt x="4298168" y="2266834"/>
                  </a:lnTo>
                  <a:lnTo>
                    <a:pt x="4299024" y="2254790"/>
                  </a:lnTo>
                  <a:lnTo>
                    <a:pt x="4299879" y="2281808"/>
                  </a:lnTo>
                  <a:lnTo>
                    <a:pt x="4300735" y="2297945"/>
                  </a:lnTo>
                  <a:lnTo>
                    <a:pt x="4301590" y="2275014"/>
                  </a:lnTo>
                  <a:lnTo>
                    <a:pt x="4302446" y="2260472"/>
                  </a:lnTo>
                  <a:lnTo>
                    <a:pt x="4303301" y="2224256"/>
                  </a:lnTo>
                  <a:lnTo>
                    <a:pt x="4304157" y="2232737"/>
                  </a:lnTo>
                  <a:lnTo>
                    <a:pt x="4305012" y="2185176"/>
                  </a:lnTo>
                  <a:lnTo>
                    <a:pt x="4305868" y="2168456"/>
                  </a:lnTo>
                  <a:lnTo>
                    <a:pt x="4306723" y="2179811"/>
                  </a:lnTo>
                  <a:lnTo>
                    <a:pt x="4307579" y="2195188"/>
                  </a:lnTo>
                  <a:lnTo>
                    <a:pt x="4308434" y="2232357"/>
                  </a:lnTo>
                  <a:lnTo>
                    <a:pt x="4309290" y="2250849"/>
                  </a:lnTo>
                  <a:lnTo>
                    <a:pt x="4310146" y="2265994"/>
                  </a:lnTo>
                  <a:lnTo>
                    <a:pt x="4311001" y="2282018"/>
                  </a:lnTo>
                  <a:lnTo>
                    <a:pt x="4311857" y="2259971"/>
                  </a:lnTo>
                  <a:lnTo>
                    <a:pt x="4312712" y="2283698"/>
                  </a:lnTo>
                  <a:lnTo>
                    <a:pt x="4313568" y="2294611"/>
                  </a:lnTo>
                  <a:lnTo>
                    <a:pt x="4314423" y="2284821"/>
                  </a:lnTo>
                  <a:lnTo>
                    <a:pt x="4315279" y="2313441"/>
                  </a:lnTo>
                  <a:lnTo>
                    <a:pt x="4316134" y="2298475"/>
                  </a:lnTo>
                  <a:lnTo>
                    <a:pt x="4316990" y="2315314"/>
                  </a:lnTo>
                  <a:lnTo>
                    <a:pt x="4317845" y="2309472"/>
                  </a:lnTo>
                  <a:lnTo>
                    <a:pt x="4318701" y="2302101"/>
                  </a:lnTo>
                  <a:lnTo>
                    <a:pt x="4319556" y="2328386"/>
                  </a:lnTo>
                  <a:lnTo>
                    <a:pt x="4320412" y="2323493"/>
                  </a:lnTo>
                  <a:lnTo>
                    <a:pt x="4321267" y="2297944"/>
                  </a:lnTo>
                  <a:lnTo>
                    <a:pt x="4322123" y="2306587"/>
                  </a:lnTo>
                  <a:lnTo>
                    <a:pt x="4322978" y="2291403"/>
                  </a:lnTo>
                  <a:lnTo>
                    <a:pt x="4323834" y="2315432"/>
                  </a:lnTo>
                  <a:lnTo>
                    <a:pt x="4324690" y="2303178"/>
                  </a:lnTo>
                  <a:lnTo>
                    <a:pt x="4325545" y="2269189"/>
                  </a:lnTo>
                  <a:lnTo>
                    <a:pt x="4326401" y="2290864"/>
                  </a:lnTo>
                  <a:lnTo>
                    <a:pt x="4327256" y="2283715"/>
                  </a:lnTo>
                  <a:lnTo>
                    <a:pt x="4328112" y="2297986"/>
                  </a:lnTo>
                  <a:lnTo>
                    <a:pt x="4328967" y="2298784"/>
                  </a:lnTo>
                  <a:lnTo>
                    <a:pt x="4329823" y="2269031"/>
                  </a:lnTo>
                  <a:lnTo>
                    <a:pt x="4330678" y="2289312"/>
                  </a:lnTo>
                  <a:lnTo>
                    <a:pt x="4331534" y="2301973"/>
                  </a:lnTo>
                  <a:lnTo>
                    <a:pt x="4332389" y="2304400"/>
                  </a:lnTo>
                  <a:lnTo>
                    <a:pt x="4333245" y="2315210"/>
                  </a:lnTo>
                  <a:lnTo>
                    <a:pt x="4334100" y="2287265"/>
                  </a:lnTo>
                  <a:lnTo>
                    <a:pt x="4334956" y="2250923"/>
                  </a:lnTo>
                  <a:lnTo>
                    <a:pt x="4335811" y="2248140"/>
                  </a:lnTo>
                  <a:lnTo>
                    <a:pt x="4336667" y="2237058"/>
                  </a:lnTo>
                  <a:lnTo>
                    <a:pt x="4337522" y="2234427"/>
                  </a:lnTo>
                  <a:lnTo>
                    <a:pt x="4338378" y="2228579"/>
                  </a:lnTo>
                  <a:lnTo>
                    <a:pt x="4339233" y="2191695"/>
                  </a:lnTo>
                  <a:lnTo>
                    <a:pt x="4340089" y="2224962"/>
                  </a:lnTo>
                  <a:lnTo>
                    <a:pt x="4340945" y="2258674"/>
                  </a:lnTo>
                  <a:lnTo>
                    <a:pt x="4341800" y="2220491"/>
                  </a:lnTo>
                  <a:lnTo>
                    <a:pt x="4342656" y="2216233"/>
                  </a:lnTo>
                  <a:lnTo>
                    <a:pt x="4343511" y="2201484"/>
                  </a:lnTo>
                  <a:lnTo>
                    <a:pt x="4344367" y="2253808"/>
                  </a:lnTo>
                  <a:lnTo>
                    <a:pt x="4345222" y="2254595"/>
                  </a:lnTo>
                  <a:lnTo>
                    <a:pt x="4346078" y="2246399"/>
                  </a:lnTo>
                  <a:lnTo>
                    <a:pt x="4346933" y="2281173"/>
                  </a:lnTo>
                  <a:lnTo>
                    <a:pt x="4347789" y="2262586"/>
                  </a:lnTo>
                  <a:lnTo>
                    <a:pt x="4348644" y="2258259"/>
                  </a:lnTo>
                  <a:lnTo>
                    <a:pt x="4349500" y="2227912"/>
                  </a:lnTo>
                  <a:lnTo>
                    <a:pt x="4350355" y="2209488"/>
                  </a:lnTo>
                  <a:lnTo>
                    <a:pt x="4351211" y="2216681"/>
                  </a:lnTo>
                  <a:lnTo>
                    <a:pt x="4352066" y="2213577"/>
                  </a:lnTo>
                  <a:lnTo>
                    <a:pt x="4352922" y="2208540"/>
                  </a:lnTo>
                  <a:lnTo>
                    <a:pt x="4353777" y="2236508"/>
                  </a:lnTo>
                  <a:lnTo>
                    <a:pt x="4354633" y="2247864"/>
                  </a:lnTo>
                  <a:lnTo>
                    <a:pt x="4355488" y="2264541"/>
                  </a:lnTo>
                  <a:lnTo>
                    <a:pt x="4356344" y="2223686"/>
                  </a:lnTo>
                  <a:lnTo>
                    <a:pt x="4357200" y="2218001"/>
                  </a:lnTo>
                  <a:lnTo>
                    <a:pt x="4358055" y="2217706"/>
                  </a:lnTo>
                  <a:lnTo>
                    <a:pt x="4358911" y="2193758"/>
                  </a:lnTo>
                  <a:lnTo>
                    <a:pt x="4359766" y="2185703"/>
                  </a:lnTo>
                  <a:lnTo>
                    <a:pt x="4360622" y="2172650"/>
                  </a:lnTo>
                  <a:lnTo>
                    <a:pt x="4361477" y="2217342"/>
                  </a:lnTo>
                  <a:lnTo>
                    <a:pt x="4362333" y="2223745"/>
                  </a:lnTo>
                  <a:lnTo>
                    <a:pt x="4363188" y="2163501"/>
                  </a:lnTo>
                  <a:lnTo>
                    <a:pt x="4364044" y="2168440"/>
                  </a:lnTo>
                  <a:lnTo>
                    <a:pt x="4364899" y="2136081"/>
                  </a:lnTo>
                  <a:lnTo>
                    <a:pt x="4365755" y="2141180"/>
                  </a:lnTo>
                  <a:lnTo>
                    <a:pt x="4366610" y="2159731"/>
                  </a:lnTo>
                  <a:lnTo>
                    <a:pt x="4367466" y="2097406"/>
                  </a:lnTo>
                  <a:lnTo>
                    <a:pt x="4368321" y="2116530"/>
                  </a:lnTo>
                  <a:lnTo>
                    <a:pt x="4369177" y="2150457"/>
                  </a:lnTo>
                  <a:lnTo>
                    <a:pt x="4370032" y="2183457"/>
                  </a:lnTo>
                  <a:lnTo>
                    <a:pt x="4370888" y="2231271"/>
                  </a:lnTo>
                  <a:lnTo>
                    <a:pt x="4371744" y="2235070"/>
                  </a:lnTo>
                  <a:lnTo>
                    <a:pt x="4372599" y="2246721"/>
                  </a:lnTo>
                  <a:lnTo>
                    <a:pt x="4373455" y="2273583"/>
                  </a:lnTo>
                  <a:lnTo>
                    <a:pt x="4374310" y="2259063"/>
                  </a:lnTo>
                  <a:lnTo>
                    <a:pt x="4375166" y="2273533"/>
                  </a:lnTo>
                  <a:lnTo>
                    <a:pt x="4376021" y="2264568"/>
                  </a:lnTo>
                  <a:lnTo>
                    <a:pt x="4376877" y="2231951"/>
                  </a:lnTo>
                  <a:lnTo>
                    <a:pt x="4377732" y="2250728"/>
                  </a:lnTo>
                  <a:lnTo>
                    <a:pt x="4378588" y="2260334"/>
                  </a:lnTo>
                  <a:lnTo>
                    <a:pt x="4379443" y="2262502"/>
                  </a:lnTo>
                  <a:lnTo>
                    <a:pt x="4380299" y="2234911"/>
                  </a:lnTo>
                  <a:lnTo>
                    <a:pt x="4381154" y="2218130"/>
                  </a:lnTo>
                  <a:lnTo>
                    <a:pt x="4382010" y="2240337"/>
                  </a:lnTo>
                  <a:lnTo>
                    <a:pt x="4382865" y="2249469"/>
                  </a:lnTo>
                  <a:lnTo>
                    <a:pt x="4383721" y="2248724"/>
                  </a:lnTo>
                  <a:lnTo>
                    <a:pt x="4384576" y="2209874"/>
                  </a:lnTo>
                  <a:lnTo>
                    <a:pt x="4385432" y="2173183"/>
                  </a:lnTo>
                  <a:lnTo>
                    <a:pt x="4386287" y="2218749"/>
                  </a:lnTo>
                  <a:lnTo>
                    <a:pt x="4387143" y="2191461"/>
                  </a:lnTo>
                  <a:lnTo>
                    <a:pt x="4387999" y="2237174"/>
                  </a:lnTo>
                  <a:lnTo>
                    <a:pt x="4388854" y="2232952"/>
                  </a:lnTo>
                  <a:lnTo>
                    <a:pt x="4389710" y="2210230"/>
                  </a:lnTo>
                  <a:lnTo>
                    <a:pt x="4390565" y="2232439"/>
                  </a:lnTo>
                  <a:lnTo>
                    <a:pt x="4391421" y="2214741"/>
                  </a:lnTo>
                  <a:lnTo>
                    <a:pt x="4392276" y="2211960"/>
                  </a:lnTo>
                  <a:lnTo>
                    <a:pt x="4393132" y="2164268"/>
                  </a:lnTo>
                  <a:lnTo>
                    <a:pt x="4393987" y="2172252"/>
                  </a:lnTo>
                  <a:lnTo>
                    <a:pt x="4394843" y="2177057"/>
                  </a:lnTo>
                  <a:lnTo>
                    <a:pt x="4395698" y="2187288"/>
                  </a:lnTo>
                  <a:lnTo>
                    <a:pt x="4396554" y="2229011"/>
                  </a:lnTo>
                  <a:lnTo>
                    <a:pt x="4397409" y="2228719"/>
                  </a:lnTo>
                  <a:lnTo>
                    <a:pt x="4398265" y="2186834"/>
                  </a:lnTo>
                  <a:lnTo>
                    <a:pt x="4399120" y="2197226"/>
                  </a:lnTo>
                  <a:lnTo>
                    <a:pt x="4399976" y="2215034"/>
                  </a:lnTo>
                  <a:lnTo>
                    <a:pt x="4400831" y="2213763"/>
                  </a:lnTo>
                  <a:lnTo>
                    <a:pt x="4401687" y="2252143"/>
                  </a:lnTo>
                  <a:lnTo>
                    <a:pt x="4402542" y="2249198"/>
                  </a:lnTo>
                  <a:lnTo>
                    <a:pt x="4403398" y="2268051"/>
                  </a:lnTo>
                  <a:lnTo>
                    <a:pt x="4404254" y="2273821"/>
                  </a:lnTo>
                  <a:lnTo>
                    <a:pt x="4405109" y="2226485"/>
                  </a:lnTo>
                  <a:lnTo>
                    <a:pt x="4405965" y="2222247"/>
                  </a:lnTo>
                  <a:lnTo>
                    <a:pt x="4406820" y="2186854"/>
                  </a:lnTo>
                  <a:lnTo>
                    <a:pt x="4407676" y="2190225"/>
                  </a:lnTo>
                  <a:lnTo>
                    <a:pt x="4408531" y="2154960"/>
                  </a:lnTo>
                  <a:lnTo>
                    <a:pt x="4409387" y="2153570"/>
                  </a:lnTo>
                  <a:lnTo>
                    <a:pt x="4410242" y="2185543"/>
                  </a:lnTo>
                  <a:lnTo>
                    <a:pt x="4411098" y="2185853"/>
                  </a:lnTo>
                  <a:lnTo>
                    <a:pt x="4411953" y="2145303"/>
                  </a:lnTo>
                  <a:lnTo>
                    <a:pt x="4412809" y="2193527"/>
                  </a:lnTo>
                  <a:lnTo>
                    <a:pt x="4413664" y="2153334"/>
                  </a:lnTo>
                  <a:lnTo>
                    <a:pt x="4414520" y="2189602"/>
                  </a:lnTo>
                  <a:lnTo>
                    <a:pt x="4415375" y="2182955"/>
                  </a:lnTo>
                  <a:lnTo>
                    <a:pt x="4416231" y="2151337"/>
                  </a:lnTo>
                  <a:lnTo>
                    <a:pt x="4417086" y="2171617"/>
                  </a:lnTo>
                  <a:lnTo>
                    <a:pt x="4417942" y="2216725"/>
                  </a:lnTo>
                  <a:lnTo>
                    <a:pt x="4418798" y="2197501"/>
                  </a:lnTo>
                  <a:lnTo>
                    <a:pt x="4419653" y="2215453"/>
                  </a:lnTo>
                  <a:lnTo>
                    <a:pt x="4420509" y="2164289"/>
                  </a:lnTo>
                  <a:lnTo>
                    <a:pt x="4421364" y="2180344"/>
                  </a:lnTo>
                  <a:lnTo>
                    <a:pt x="4422220" y="2207830"/>
                  </a:lnTo>
                  <a:lnTo>
                    <a:pt x="4423075" y="2196519"/>
                  </a:lnTo>
                  <a:lnTo>
                    <a:pt x="4423931" y="2190025"/>
                  </a:lnTo>
                  <a:lnTo>
                    <a:pt x="4424786" y="2209811"/>
                  </a:lnTo>
                  <a:lnTo>
                    <a:pt x="4425642" y="2221420"/>
                  </a:lnTo>
                  <a:lnTo>
                    <a:pt x="4426497" y="2226787"/>
                  </a:lnTo>
                  <a:lnTo>
                    <a:pt x="4427353" y="2231713"/>
                  </a:lnTo>
                  <a:lnTo>
                    <a:pt x="4428208" y="2279929"/>
                  </a:lnTo>
                  <a:lnTo>
                    <a:pt x="4429064" y="2277001"/>
                  </a:lnTo>
                  <a:lnTo>
                    <a:pt x="4429919" y="2275586"/>
                  </a:lnTo>
                  <a:lnTo>
                    <a:pt x="4430775" y="2289086"/>
                  </a:lnTo>
                  <a:lnTo>
                    <a:pt x="4431630" y="2279019"/>
                  </a:lnTo>
                  <a:lnTo>
                    <a:pt x="4432486" y="2307640"/>
                  </a:lnTo>
                  <a:lnTo>
                    <a:pt x="4433341" y="2301845"/>
                  </a:lnTo>
                  <a:lnTo>
                    <a:pt x="4434197" y="2269986"/>
                  </a:lnTo>
                  <a:lnTo>
                    <a:pt x="4435053" y="2271836"/>
                  </a:lnTo>
                  <a:lnTo>
                    <a:pt x="4435908" y="2251860"/>
                  </a:lnTo>
                  <a:lnTo>
                    <a:pt x="4436764" y="2290418"/>
                  </a:lnTo>
                  <a:lnTo>
                    <a:pt x="4437619" y="2295427"/>
                  </a:lnTo>
                  <a:lnTo>
                    <a:pt x="4438475" y="2302965"/>
                  </a:lnTo>
                  <a:lnTo>
                    <a:pt x="4439330" y="2328386"/>
                  </a:lnTo>
                  <a:lnTo>
                    <a:pt x="4440186" y="2309710"/>
                  </a:lnTo>
                  <a:lnTo>
                    <a:pt x="4441041" y="2328386"/>
                  </a:lnTo>
                  <a:lnTo>
                    <a:pt x="4441897" y="2328386"/>
                  </a:lnTo>
                  <a:lnTo>
                    <a:pt x="4442752" y="2328386"/>
                  </a:lnTo>
                  <a:lnTo>
                    <a:pt x="4443608" y="2290382"/>
                  </a:lnTo>
                  <a:lnTo>
                    <a:pt x="4444463" y="2288452"/>
                  </a:lnTo>
                  <a:lnTo>
                    <a:pt x="4445319" y="2318670"/>
                  </a:lnTo>
                  <a:lnTo>
                    <a:pt x="4446174" y="2285445"/>
                  </a:lnTo>
                  <a:lnTo>
                    <a:pt x="4447030" y="2281499"/>
                  </a:lnTo>
                  <a:lnTo>
                    <a:pt x="4447885" y="2294059"/>
                  </a:lnTo>
                  <a:lnTo>
                    <a:pt x="4448741" y="2275008"/>
                  </a:lnTo>
                  <a:lnTo>
                    <a:pt x="4449596" y="2274430"/>
                  </a:lnTo>
                  <a:lnTo>
                    <a:pt x="4450452" y="2239577"/>
                  </a:lnTo>
                  <a:lnTo>
                    <a:pt x="4451308" y="2246269"/>
                  </a:lnTo>
                  <a:lnTo>
                    <a:pt x="4452163" y="2264856"/>
                  </a:lnTo>
                  <a:lnTo>
                    <a:pt x="4453019" y="2287469"/>
                  </a:lnTo>
                  <a:lnTo>
                    <a:pt x="4453874" y="2286294"/>
                  </a:lnTo>
                  <a:lnTo>
                    <a:pt x="4454730" y="2286760"/>
                  </a:lnTo>
                  <a:lnTo>
                    <a:pt x="4455585" y="2304690"/>
                  </a:lnTo>
                  <a:lnTo>
                    <a:pt x="4456441" y="2283679"/>
                  </a:lnTo>
                  <a:lnTo>
                    <a:pt x="4457296" y="2290349"/>
                  </a:lnTo>
                  <a:lnTo>
                    <a:pt x="4458152" y="2258837"/>
                  </a:lnTo>
                  <a:lnTo>
                    <a:pt x="4459007" y="2257327"/>
                  </a:lnTo>
                  <a:lnTo>
                    <a:pt x="4459863" y="2235226"/>
                  </a:lnTo>
                  <a:lnTo>
                    <a:pt x="4460718" y="2214542"/>
                  </a:lnTo>
                  <a:lnTo>
                    <a:pt x="4461574" y="2192706"/>
                  </a:lnTo>
                  <a:lnTo>
                    <a:pt x="4462429" y="2199452"/>
                  </a:lnTo>
                  <a:lnTo>
                    <a:pt x="4463285" y="2222691"/>
                  </a:lnTo>
                  <a:lnTo>
                    <a:pt x="4464140" y="2239275"/>
                  </a:lnTo>
                  <a:lnTo>
                    <a:pt x="4464996" y="2241400"/>
                  </a:lnTo>
                  <a:lnTo>
                    <a:pt x="4465851" y="2241817"/>
                  </a:lnTo>
                  <a:lnTo>
                    <a:pt x="4466707" y="2226479"/>
                  </a:lnTo>
                  <a:lnTo>
                    <a:pt x="4467563" y="2215896"/>
                  </a:lnTo>
                  <a:lnTo>
                    <a:pt x="4468418" y="2249861"/>
                  </a:lnTo>
                  <a:lnTo>
                    <a:pt x="4469274" y="2269223"/>
                  </a:lnTo>
                  <a:lnTo>
                    <a:pt x="4470129" y="2294921"/>
                  </a:lnTo>
                  <a:lnTo>
                    <a:pt x="4470985" y="2266615"/>
                  </a:lnTo>
                  <a:lnTo>
                    <a:pt x="4471840" y="2279505"/>
                  </a:lnTo>
                  <a:lnTo>
                    <a:pt x="4472696" y="2282221"/>
                  </a:lnTo>
                  <a:lnTo>
                    <a:pt x="4473551" y="2275919"/>
                  </a:lnTo>
                  <a:lnTo>
                    <a:pt x="4474407" y="2275924"/>
                  </a:lnTo>
                  <a:lnTo>
                    <a:pt x="4475262" y="2260243"/>
                  </a:lnTo>
                  <a:lnTo>
                    <a:pt x="4476118" y="2264259"/>
                  </a:lnTo>
                  <a:lnTo>
                    <a:pt x="4476973" y="2273749"/>
                  </a:lnTo>
                  <a:lnTo>
                    <a:pt x="4477829" y="2245456"/>
                  </a:lnTo>
                  <a:lnTo>
                    <a:pt x="4478684" y="2223276"/>
                  </a:lnTo>
                  <a:lnTo>
                    <a:pt x="4479540" y="2235345"/>
                  </a:lnTo>
                  <a:lnTo>
                    <a:pt x="4480395" y="2244693"/>
                  </a:lnTo>
                  <a:lnTo>
                    <a:pt x="4481251" y="2225095"/>
                  </a:lnTo>
                  <a:lnTo>
                    <a:pt x="4482107" y="2229516"/>
                  </a:lnTo>
                  <a:lnTo>
                    <a:pt x="4482962" y="2224065"/>
                  </a:lnTo>
                  <a:lnTo>
                    <a:pt x="4483818" y="2253105"/>
                  </a:lnTo>
                  <a:lnTo>
                    <a:pt x="4484673" y="2259318"/>
                  </a:lnTo>
                  <a:lnTo>
                    <a:pt x="4485529" y="2224927"/>
                  </a:lnTo>
                  <a:lnTo>
                    <a:pt x="4486384" y="2191178"/>
                  </a:lnTo>
                  <a:lnTo>
                    <a:pt x="4487240" y="2159601"/>
                  </a:lnTo>
                  <a:lnTo>
                    <a:pt x="4488095" y="2182128"/>
                  </a:lnTo>
                  <a:lnTo>
                    <a:pt x="4488951" y="2212356"/>
                  </a:lnTo>
                  <a:lnTo>
                    <a:pt x="4489806" y="2189688"/>
                  </a:lnTo>
                  <a:lnTo>
                    <a:pt x="4490662" y="2244066"/>
                  </a:lnTo>
                  <a:lnTo>
                    <a:pt x="4491517" y="2243663"/>
                  </a:lnTo>
                  <a:lnTo>
                    <a:pt x="4492373" y="2231660"/>
                  </a:lnTo>
                  <a:lnTo>
                    <a:pt x="4493228" y="2248886"/>
                  </a:lnTo>
                  <a:lnTo>
                    <a:pt x="4494084" y="2231716"/>
                  </a:lnTo>
                  <a:lnTo>
                    <a:pt x="4494939" y="2229680"/>
                  </a:lnTo>
                  <a:lnTo>
                    <a:pt x="4495795" y="2195095"/>
                  </a:lnTo>
                  <a:lnTo>
                    <a:pt x="4496650" y="2170923"/>
                  </a:lnTo>
                  <a:lnTo>
                    <a:pt x="4497506" y="2189729"/>
                  </a:lnTo>
                  <a:lnTo>
                    <a:pt x="4498362" y="2179409"/>
                  </a:lnTo>
                  <a:lnTo>
                    <a:pt x="4499217" y="2157234"/>
                  </a:lnTo>
                  <a:lnTo>
                    <a:pt x="4500073" y="2169598"/>
                  </a:lnTo>
                  <a:lnTo>
                    <a:pt x="4500928" y="2171412"/>
                  </a:lnTo>
                  <a:lnTo>
                    <a:pt x="4501784" y="2165813"/>
                  </a:lnTo>
                  <a:lnTo>
                    <a:pt x="4502639" y="2162814"/>
                  </a:lnTo>
                  <a:lnTo>
                    <a:pt x="4503495" y="2164243"/>
                  </a:lnTo>
                  <a:lnTo>
                    <a:pt x="4504350" y="2175066"/>
                  </a:lnTo>
                  <a:lnTo>
                    <a:pt x="4505206" y="2214418"/>
                  </a:lnTo>
                  <a:lnTo>
                    <a:pt x="4506061" y="2226447"/>
                  </a:lnTo>
                  <a:lnTo>
                    <a:pt x="4506917" y="2205571"/>
                  </a:lnTo>
                  <a:lnTo>
                    <a:pt x="4507772" y="2163704"/>
                  </a:lnTo>
                  <a:lnTo>
                    <a:pt x="4508628" y="2200557"/>
                  </a:lnTo>
                  <a:lnTo>
                    <a:pt x="4509483" y="2205635"/>
                  </a:lnTo>
                  <a:lnTo>
                    <a:pt x="4510339" y="2202647"/>
                  </a:lnTo>
                  <a:lnTo>
                    <a:pt x="4511194" y="2226918"/>
                  </a:lnTo>
                  <a:lnTo>
                    <a:pt x="4512050" y="2240763"/>
                  </a:lnTo>
                  <a:lnTo>
                    <a:pt x="4512905" y="2225191"/>
                  </a:lnTo>
                  <a:lnTo>
                    <a:pt x="4513761" y="2248160"/>
                  </a:lnTo>
                  <a:lnTo>
                    <a:pt x="4514617" y="2201711"/>
                  </a:lnTo>
                  <a:lnTo>
                    <a:pt x="4515472" y="2254477"/>
                  </a:lnTo>
                  <a:lnTo>
                    <a:pt x="4516328" y="2255072"/>
                  </a:lnTo>
                  <a:lnTo>
                    <a:pt x="4517183" y="2249592"/>
                  </a:lnTo>
                  <a:lnTo>
                    <a:pt x="4518039" y="2249503"/>
                  </a:lnTo>
                  <a:lnTo>
                    <a:pt x="4518894" y="2229669"/>
                  </a:lnTo>
                  <a:lnTo>
                    <a:pt x="4519750" y="2275111"/>
                  </a:lnTo>
                  <a:lnTo>
                    <a:pt x="4520605" y="2284855"/>
                  </a:lnTo>
                  <a:lnTo>
                    <a:pt x="4521461" y="2267863"/>
                  </a:lnTo>
                  <a:lnTo>
                    <a:pt x="4522316" y="2265714"/>
                  </a:lnTo>
                  <a:lnTo>
                    <a:pt x="4523172" y="2236615"/>
                  </a:lnTo>
                  <a:lnTo>
                    <a:pt x="4524027" y="2276665"/>
                  </a:lnTo>
                  <a:lnTo>
                    <a:pt x="4524883" y="2285201"/>
                  </a:lnTo>
                  <a:lnTo>
                    <a:pt x="4525738" y="2284240"/>
                  </a:lnTo>
                  <a:lnTo>
                    <a:pt x="4526594" y="2323196"/>
                  </a:lnTo>
                  <a:lnTo>
                    <a:pt x="4527449" y="2309489"/>
                  </a:lnTo>
                  <a:lnTo>
                    <a:pt x="4528305" y="2308700"/>
                  </a:lnTo>
                  <a:lnTo>
                    <a:pt x="4529161" y="2279512"/>
                  </a:lnTo>
                  <a:lnTo>
                    <a:pt x="4530016" y="2257320"/>
                  </a:lnTo>
                  <a:lnTo>
                    <a:pt x="4530872" y="2287522"/>
                  </a:lnTo>
                  <a:lnTo>
                    <a:pt x="4531727" y="2288090"/>
                  </a:lnTo>
                  <a:lnTo>
                    <a:pt x="4532583" y="2274845"/>
                  </a:lnTo>
                  <a:lnTo>
                    <a:pt x="4533438" y="2213870"/>
                  </a:lnTo>
                  <a:lnTo>
                    <a:pt x="4534294" y="2221655"/>
                  </a:lnTo>
                  <a:lnTo>
                    <a:pt x="4535149" y="2205436"/>
                  </a:lnTo>
                  <a:lnTo>
                    <a:pt x="4536005" y="2197559"/>
                  </a:lnTo>
                  <a:lnTo>
                    <a:pt x="4536860" y="2144743"/>
                  </a:lnTo>
                  <a:lnTo>
                    <a:pt x="4537716" y="2088115"/>
                  </a:lnTo>
                  <a:lnTo>
                    <a:pt x="4538571" y="2051583"/>
                  </a:lnTo>
                  <a:lnTo>
                    <a:pt x="4539427" y="2047169"/>
                  </a:lnTo>
                  <a:lnTo>
                    <a:pt x="4540282" y="2086084"/>
                  </a:lnTo>
                  <a:lnTo>
                    <a:pt x="4541138" y="2060521"/>
                  </a:lnTo>
                  <a:lnTo>
                    <a:pt x="4541993" y="2077079"/>
                  </a:lnTo>
                  <a:lnTo>
                    <a:pt x="4542849" y="2089975"/>
                  </a:lnTo>
                  <a:lnTo>
                    <a:pt x="4543704" y="2121246"/>
                  </a:lnTo>
                  <a:lnTo>
                    <a:pt x="4544560" y="2155024"/>
                  </a:lnTo>
                  <a:lnTo>
                    <a:pt x="4545416" y="2128734"/>
                  </a:lnTo>
                  <a:lnTo>
                    <a:pt x="4546271" y="2188162"/>
                  </a:lnTo>
                  <a:lnTo>
                    <a:pt x="4547127" y="2201822"/>
                  </a:lnTo>
                  <a:lnTo>
                    <a:pt x="4547982" y="2202869"/>
                  </a:lnTo>
                  <a:lnTo>
                    <a:pt x="4548838" y="2199597"/>
                  </a:lnTo>
                  <a:lnTo>
                    <a:pt x="4549693" y="2194505"/>
                  </a:lnTo>
                  <a:lnTo>
                    <a:pt x="4550549" y="2213428"/>
                  </a:lnTo>
                  <a:lnTo>
                    <a:pt x="4551404" y="2245949"/>
                  </a:lnTo>
                  <a:lnTo>
                    <a:pt x="4552260" y="2217250"/>
                  </a:lnTo>
                  <a:lnTo>
                    <a:pt x="4553115" y="2235977"/>
                  </a:lnTo>
                  <a:lnTo>
                    <a:pt x="4553971" y="2254886"/>
                  </a:lnTo>
                  <a:lnTo>
                    <a:pt x="4554826" y="2259043"/>
                  </a:lnTo>
                  <a:lnTo>
                    <a:pt x="4555682" y="2233663"/>
                  </a:lnTo>
                  <a:lnTo>
                    <a:pt x="4556537" y="2188433"/>
                  </a:lnTo>
                  <a:lnTo>
                    <a:pt x="4557393" y="2190132"/>
                  </a:lnTo>
                  <a:lnTo>
                    <a:pt x="4558248" y="2230890"/>
                  </a:lnTo>
                  <a:lnTo>
                    <a:pt x="4559104" y="2179861"/>
                  </a:lnTo>
                  <a:lnTo>
                    <a:pt x="4559959" y="2189487"/>
                  </a:lnTo>
                  <a:lnTo>
                    <a:pt x="4560815" y="2195357"/>
                  </a:lnTo>
                  <a:lnTo>
                    <a:pt x="4561671" y="2223173"/>
                  </a:lnTo>
                  <a:lnTo>
                    <a:pt x="4562526" y="2272965"/>
                  </a:lnTo>
                  <a:lnTo>
                    <a:pt x="4563382" y="2255773"/>
                  </a:lnTo>
                  <a:lnTo>
                    <a:pt x="4564237" y="2276634"/>
                  </a:lnTo>
                  <a:lnTo>
                    <a:pt x="4565093" y="2270025"/>
                  </a:lnTo>
                  <a:lnTo>
                    <a:pt x="4565948" y="2253187"/>
                  </a:lnTo>
                  <a:lnTo>
                    <a:pt x="4566804" y="2252210"/>
                  </a:lnTo>
                  <a:lnTo>
                    <a:pt x="4567659" y="2218426"/>
                  </a:lnTo>
                  <a:lnTo>
                    <a:pt x="4568515" y="2240037"/>
                  </a:lnTo>
                  <a:lnTo>
                    <a:pt x="4569370" y="2237632"/>
                  </a:lnTo>
                  <a:lnTo>
                    <a:pt x="4570226" y="2270998"/>
                  </a:lnTo>
                  <a:lnTo>
                    <a:pt x="4571081" y="2259759"/>
                  </a:lnTo>
                  <a:lnTo>
                    <a:pt x="4571937" y="2238822"/>
                  </a:lnTo>
                  <a:lnTo>
                    <a:pt x="4572792" y="2235965"/>
                  </a:lnTo>
                  <a:lnTo>
                    <a:pt x="4573648" y="2210286"/>
                  </a:lnTo>
                  <a:lnTo>
                    <a:pt x="4574503" y="2232853"/>
                  </a:lnTo>
                  <a:lnTo>
                    <a:pt x="4575359" y="2192441"/>
                  </a:lnTo>
                  <a:lnTo>
                    <a:pt x="4576215" y="2213382"/>
                  </a:lnTo>
                  <a:lnTo>
                    <a:pt x="4577070" y="2193786"/>
                  </a:lnTo>
                  <a:lnTo>
                    <a:pt x="4577926" y="2209042"/>
                  </a:lnTo>
                  <a:lnTo>
                    <a:pt x="4578781" y="2207149"/>
                  </a:lnTo>
                  <a:lnTo>
                    <a:pt x="4579637" y="2173875"/>
                  </a:lnTo>
                  <a:lnTo>
                    <a:pt x="4580492" y="2165979"/>
                  </a:lnTo>
                  <a:lnTo>
                    <a:pt x="4581348" y="2101502"/>
                  </a:lnTo>
                  <a:lnTo>
                    <a:pt x="4582203" y="2133868"/>
                  </a:lnTo>
                  <a:lnTo>
                    <a:pt x="4583059" y="2155885"/>
                  </a:lnTo>
                  <a:lnTo>
                    <a:pt x="4583914" y="2127061"/>
                  </a:lnTo>
                  <a:lnTo>
                    <a:pt x="4584770" y="2155442"/>
                  </a:lnTo>
                  <a:lnTo>
                    <a:pt x="4585625" y="2152087"/>
                  </a:lnTo>
                  <a:lnTo>
                    <a:pt x="4586481" y="2192776"/>
                  </a:lnTo>
                  <a:lnTo>
                    <a:pt x="4587336" y="2195263"/>
                  </a:lnTo>
                  <a:lnTo>
                    <a:pt x="4588192" y="2177047"/>
                  </a:lnTo>
                  <a:lnTo>
                    <a:pt x="4589047" y="2219709"/>
                  </a:lnTo>
                  <a:lnTo>
                    <a:pt x="4589903" y="2131150"/>
                  </a:lnTo>
                  <a:lnTo>
                    <a:pt x="4590758" y="2165992"/>
                  </a:lnTo>
                  <a:lnTo>
                    <a:pt x="4591614" y="2153525"/>
                  </a:lnTo>
                  <a:lnTo>
                    <a:pt x="4592470" y="2117627"/>
                  </a:lnTo>
                  <a:lnTo>
                    <a:pt x="4593325" y="2148947"/>
                  </a:lnTo>
                  <a:lnTo>
                    <a:pt x="4594181" y="2120607"/>
                  </a:lnTo>
                  <a:lnTo>
                    <a:pt x="4595036" y="2119000"/>
                  </a:lnTo>
                  <a:lnTo>
                    <a:pt x="4595892" y="2097003"/>
                  </a:lnTo>
                  <a:lnTo>
                    <a:pt x="4596747" y="2077106"/>
                  </a:lnTo>
                  <a:lnTo>
                    <a:pt x="4597603" y="2098555"/>
                  </a:lnTo>
                  <a:lnTo>
                    <a:pt x="4598458" y="2119348"/>
                  </a:lnTo>
                  <a:lnTo>
                    <a:pt x="4599314" y="2064249"/>
                  </a:lnTo>
                  <a:lnTo>
                    <a:pt x="4600169" y="2106640"/>
                  </a:lnTo>
                  <a:lnTo>
                    <a:pt x="4601025" y="2061166"/>
                  </a:lnTo>
                  <a:lnTo>
                    <a:pt x="4601880" y="2101889"/>
                  </a:lnTo>
                  <a:lnTo>
                    <a:pt x="4602736" y="2107099"/>
                  </a:lnTo>
                  <a:lnTo>
                    <a:pt x="4603591" y="2105190"/>
                  </a:lnTo>
                  <a:lnTo>
                    <a:pt x="4604447" y="2105374"/>
                  </a:lnTo>
                  <a:lnTo>
                    <a:pt x="4605302" y="2102930"/>
                  </a:lnTo>
                  <a:lnTo>
                    <a:pt x="4606158" y="2172550"/>
                  </a:lnTo>
                  <a:lnTo>
                    <a:pt x="4607013" y="2134037"/>
                  </a:lnTo>
                  <a:lnTo>
                    <a:pt x="4607869" y="2104780"/>
                  </a:lnTo>
                  <a:lnTo>
                    <a:pt x="4608725" y="2108433"/>
                  </a:lnTo>
                  <a:lnTo>
                    <a:pt x="4609580" y="2159945"/>
                  </a:lnTo>
                  <a:lnTo>
                    <a:pt x="4610436" y="2167911"/>
                  </a:lnTo>
                  <a:lnTo>
                    <a:pt x="4611291" y="2176654"/>
                  </a:lnTo>
                  <a:lnTo>
                    <a:pt x="4612147" y="2128372"/>
                  </a:lnTo>
                  <a:lnTo>
                    <a:pt x="4613002" y="2183781"/>
                  </a:lnTo>
                  <a:lnTo>
                    <a:pt x="4613858" y="2185406"/>
                  </a:lnTo>
                  <a:lnTo>
                    <a:pt x="4614713" y="2173485"/>
                  </a:lnTo>
                  <a:lnTo>
                    <a:pt x="4615569" y="2170462"/>
                  </a:lnTo>
                  <a:lnTo>
                    <a:pt x="4616424" y="2165073"/>
                  </a:lnTo>
                  <a:lnTo>
                    <a:pt x="4617280" y="2211021"/>
                  </a:lnTo>
                  <a:lnTo>
                    <a:pt x="4618135" y="2213498"/>
                  </a:lnTo>
                  <a:lnTo>
                    <a:pt x="4618991" y="2174176"/>
                  </a:lnTo>
                  <a:lnTo>
                    <a:pt x="4619846" y="2172819"/>
                  </a:lnTo>
                  <a:lnTo>
                    <a:pt x="4620702" y="2190228"/>
                  </a:lnTo>
                  <a:lnTo>
                    <a:pt x="4621557" y="2188849"/>
                  </a:lnTo>
                  <a:lnTo>
                    <a:pt x="4622413" y="2200834"/>
                  </a:lnTo>
                  <a:lnTo>
                    <a:pt x="4623269" y="2220206"/>
                  </a:lnTo>
                  <a:lnTo>
                    <a:pt x="4624124" y="2214201"/>
                  </a:lnTo>
                  <a:lnTo>
                    <a:pt x="4624980" y="2226343"/>
                  </a:lnTo>
                  <a:lnTo>
                    <a:pt x="4625835" y="2221872"/>
                  </a:lnTo>
                  <a:lnTo>
                    <a:pt x="4626691" y="2182910"/>
                  </a:lnTo>
                  <a:lnTo>
                    <a:pt x="4627546" y="2196684"/>
                  </a:lnTo>
                  <a:lnTo>
                    <a:pt x="4628402" y="2147746"/>
                  </a:lnTo>
                  <a:lnTo>
                    <a:pt x="4629257" y="2170135"/>
                  </a:lnTo>
                  <a:lnTo>
                    <a:pt x="4630113" y="2141472"/>
                  </a:lnTo>
                  <a:lnTo>
                    <a:pt x="4630968" y="2155058"/>
                  </a:lnTo>
                  <a:lnTo>
                    <a:pt x="4631824" y="2211943"/>
                  </a:lnTo>
                  <a:lnTo>
                    <a:pt x="4632679" y="2223948"/>
                  </a:lnTo>
                  <a:lnTo>
                    <a:pt x="4633535" y="2254784"/>
                  </a:lnTo>
                  <a:lnTo>
                    <a:pt x="4634390" y="2228000"/>
                  </a:lnTo>
                  <a:lnTo>
                    <a:pt x="4635246" y="2211645"/>
                  </a:lnTo>
                  <a:lnTo>
                    <a:pt x="4636101" y="2192615"/>
                  </a:lnTo>
                  <a:lnTo>
                    <a:pt x="4636957" y="2194832"/>
                  </a:lnTo>
                  <a:lnTo>
                    <a:pt x="4637812" y="2219817"/>
                  </a:lnTo>
                  <a:lnTo>
                    <a:pt x="4638668" y="2181115"/>
                  </a:lnTo>
                  <a:lnTo>
                    <a:pt x="4639524" y="2152984"/>
                  </a:lnTo>
                  <a:lnTo>
                    <a:pt x="4640379" y="2156364"/>
                  </a:lnTo>
                  <a:lnTo>
                    <a:pt x="4641235" y="2094011"/>
                  </a:lnTo>
                  <a:lnTo>
                    <a:pt x="4642090" y="2074362"/>
                  </a:lnTo>
                  <a:lnTo>
                    <a:pt x="4642946" y="2038862"/>
                  </a:lnTo>
                  <a:lnTo>
                    <a:pt x="4643801" y="2062638"/>
                  </a:lnTo>
                  <a:lnTo>
                    <a:pt x="4644657" y="2037858"/>
                  </a:lnTo>
                  <a:lnTo>
                    <a:pt x="4645512" y="2017064"/>
                  </a:lnTo>
                  <a:lnTo>
                    <a:pt x="4646368" y="2061595"/>
                  </a:lnTo>
                  <a:lnTo>
                    <a:pt x="4647223" y="2038902"/>
                  </a:lnTo>
                  <a:lnTo>
                    <a:pt x="4648079" y="2045111"/>
                  </a:lnTo>
                  <a:lnTo>
                    <a:pt x="4648934" y="2044382"/>
                  </a:lnTo>
                  <a:lnTo>
                    <a:pt x="4649790" y="2050539"/>
                  </a:lnTo>
                  <a:lnTo>
                    <a:pt x="4650645" y="2121607"/>
                  </a:lnTo>
                  <a:lnTo>
                    <a:pt x="4651501" y="2113670"/>
                  </a:lnTo>
                  <a:lnTo>
                    <a:pt x="4652356" y="2153490"/>
                  </a:lnTo>
                  <a:lnTo>
                    <a:pt x="4653212" y="2153533"/>
                  </a:lnTo>
                  <a:lnTo>
                    <a:pt x="4654067" y="2164627"/>
                  </a:lnTo>
                  <a:lnTo>
                    <a:pt x="4654923" y="2176013"/>
                  </a:lnTo>
                  <a:lnTo>
                    <a:pt x="4655779" y="2203229"/>
                  </a:lnTo>
                  <a:lnTo>
                    <a:pt x="4656634" y="2230715"/>
                  </a:lnTo>
                  <a:lnTo>
                    <a:pt x="4657490" y="2244240"/>
                  </a:lnTo>
                  <a:lnTo>
                    <a:pt x="4658345" y="2243395"/>
                  </a:lnTo>
                  <a:lnTo>
                    <a:pt x="4659201" y="2257599"/>
                  </a:lnTo>
                  <a:lnTo>
                    <a:pt x="4660056" y="2242858"/>
                  </a:lnTo>
                  <a:lnTo>
                    <a:pt x="4660912" y="2230172"/>
                  </a:lnTo>
                  <a:lnTo>
                    <a:pt x="4661767" y="2239712"/>
                  </a:lnTo>
                  <a:lnTo>
                    <a:pt x="4662623" y="2234211"/>
                  </a:lnTo>
                  <a:lnTo>
                    <a:pt x="4663478" y="2240800"/>
                  </a:lnTo>
                  <a:lnTo>
                    <a:pt x="4664334" y="2235874"/>
                  </a:lnTo>
                  <a:lnTo>
                    <a:pt x="4665189" y="2281965"/>
                  </a:lnTo>
                  <a:lnTo>
                    <a:pt x="4666045" y="2280604"/>
                  </a:lnTo>
                  <a:lnTo>
                    <a:pt x="4666900" y="2257136"/>
                  </a:lnTo>
                  <a:lnTo>
                    <a:pt x="4667756" y="2234563"/>
                  </a:lnTo>
                  <a:lnTo>
                    <a:pt x="4668611" y="2238080"/>
                  </a:lnTo>
                  <a:lnTo>
                    <a:pt x="4669467" y="2290011"/>
                  </a:lnTo>
                  <a:lnTo>
                    <a:pt x="4670322" y="2294147"/>
                  </a:lnTo>
                  <a:lnTo>
                    <a:pt x="4671178" y="2241449"/>
                  </a:lnTo>
                  <a:lnTo>
                    <a:pt x="4672034" y="2200172"/>
                  </a:lnTo>
                  <a:lnTo>
                    <a:pt x="4672889" y="2269111"/>
                  </a:lnTo>
                  <a:lnTo>
                    <a:pt x="4673745" y="2278504"/>
                  </a:lnTo>
                  <a:lnTo>
                    <a:pt x="4674600" y="2258276"/>
                  </a:lnTo>
                  <a:lnTo>
                    <a:pt x="4675456" y="2237259"/>
                  </a:lnTo>
                  <a:lnTo>
                    <a:pt x="4676311" y="2252370"/>
                  </a:lnTo>
                  <a:lnTo>
                    <a:pt x="4677167" y="2271425"/>
                  </a:lnTo>
                  <a:lnTo>
                    <a:pt x="4678022" y="2260083"/>
                  </a:lnTo>
                  <a:lnTo>
                    <a:pt x="4678878" y="2275540"/>
                  </a:lnTo>
                  <a:lnTo>
                    <a:pt x="4679733" y="2255534"/>
                  </a:lnTo>
                  <a:lnTo>
                    <a:pt x="4680589" y="2237837"/>
                  </a:lnTo>
                  <a:lnTo>
                    <a:pt x="4681444" y="2243560"/>
                  </a:lnTo>
                  <a:lnTo>
                    <a:pt x="4682300" y="2235752"/>
                  </a:lnTo>
                  <a:lnTo>
                    <a:pt x="4683155" y="2287940"/>
                  </a:lnTo>
                  <a:lnTo>
                    <a:pt x="4684011" y="2263285"/>
                  </a:lnTo>
                  <a:lnTo>
                    <a:pt x="4684866" y="2290971"/>
                  </a:lnTo>
                  <a:lnTo>
                    <a:pt x="4685722" y="2280605"/>
                  </a:lnTo>
                  <a:lnTo>
                    <a:pt x="4686578" y="2279890"/>
                  </a:lnTo>
                  <a:lnTo>
                    <a:pt x="4687433" y="2243374"/>
                  </a:lnTo>
                  <a:lnTo>
                    <a:pt x="4688289" y="2231201"/>
                  </a:lnTo>
                  <a:lnTo>
                    <a:pt x="4689144" y="2222146"/>
                  </a:lnTo>
                  <a:lnTo>
                    <a:pt x="4690000" y="2205054"/>
                  </a:lnTo>
                  <a:lnTo>
                    <a:pt x="4690855" y="2205295"/>
                  </a:lnTo>
                  <a:lnTo>
                    <a:pt x="4691711" y="2167948"/>
                  </a:lnTo>
                  <a:lnTo>
                    <a:pt x="4692566" y="2212374"/>
                  </a:lnTo>
                  <a:lnTo>
                    <a:pt x="4693422" y="2200431"/>
                  </a:lnTo>
                  <a:lnTo>
                    <a:pt x="4694277" y="2232075"/>
                  </a:lnTo>
                  <a:lnTo>
                    <a:pt x="4695133" y="2172603"/>
                  </a:lnTo>
                  <a:lnTo>
                    <a:pt x="4695988" y="2113008"/>
                  </a:lnTo>
                  <a:lnTo>
                    <a:pt x="4696844" y="2116643"/>
                  </a:lnTo>
                  <a:lnTo>
                    <a:pt x="4697699" y="2085337"/>
                  </a:lnTo>
                  <a:lnTo>
                    <a:pt x="4698555" y="2099339"/>
                  </a:lnTo>
                  <a:lnTo>
                    <a:pt x="4699410" y="2091140"/>
                  </a:lnTo>
                  <a:lnTo>
                    <a:pt x="4700266" y="2070341"/>
                  </a:lnTo>
                  <a:lnTo>
                    <a:pt x="4701121" y="2090707"/>
                  </a:lnTo>
                  <a:lnTo>
                    <a:pt x="4701977" y="2071744"/>
                  </a:lnTo>
                  <a:lnTo>
                    <a:pt x="4702833" y="2058082"/>
                  </a:lnTo>
                  <a:lnTo>
                    <a:pt x="4703688" y="2071740"/>
                  </a:lnTo>
                  <a:lnTo>
                    <a:pt x="4704544" y="2019780"/>
                  </a:lnTo>
                  <a:lnTo>
                    <a:pt x="4705399" y="2041112"/>
                  </a:lnTo>
                  <a:lnTo>
                    <a:pt x="4706255" y="2051126"/>
                  </a:lnTo>
                  <a:lnTo>
                    <a:pt x="4707110" y="1978940"/>
                  </a:lnTo>
                  <a:lnTo>
                    <a:pt x="4707966" y="1967474"/>
                  </a:lnTo>
                  <a:lnTo>
                    <a:pt x="4708821" y="1951876"/>
                  </a:lnTo>
                  <a:lnTo>
                    <a:pt x="4709677" y="1941393"/>
                  </a:lnTo>
                  <a:lnTo>
                    <a:pt x="4710532" y="1996721"/>
                  </a:lnTo>
                  <a:lnTo>
                    <a:pt x="4711388" y="1941378"/>
                  </a:lnTo>
                  <a:lnTo>
                    <a:pt x="4712243" y="1975705"/>
                  </a:lnTo>
                  <a:lnTo>
                    <a:pt x="4713099" y="2078997"/>
                  </a:lnTo>
                  <a:lnTo>
                    <a:pt x="4713954" y="2069332"/>
                  </a:lnTo>
                  <a:lnTo>
                    <a:pt x="4714810" y="2035145"/>
                  </a:lnTo>
                  <a:lnTo>
                    <a:pt x="4715665" y="2012607"/>
                  </a:lnTo>
                  <a:lnTo>
                    <a:pt x="4716521" y="2118250"/>
                  </a:lnTo>
                  <a:lnTo>
                    <a:pt x="4717376" y="2098265"/>
                  </a:lnTo>
                  <a:lnTo>
                    <a:pt x="4718232" y="2128202"/>
                  </a:lnTo>
                  <a:lnTo>
                    <a:pt x="4719088" y="2164489"/>
                  </a:lnTo>
                  <a:lnTo>
                    <a:pt x="4719943" y="2204404"/>
                  </a:lnTo>
                  <a:lnTo>
                    <a:pt x="4720799" y="2257841"/>
                  </a:lnTo>
                  <a:lnTo>
                    <a:pt x="4721654" y="2230787"/>
                  </a:lnTo>
                  <a:lnTo>
                    <a:pt x="4722510" y="2238582"/>
                  </a:lnTo>
                  <a:lnTo>
                    <a:pt x="4723365" y="2232552"/>
                  </a:lnTo>
                  <a:lnTo>
                    <a:pt x="4724221" y="2224817"/>
                  </a:lnTo>
                  <a:lnTo>
                    <a:pt x="4725076" y="2243243"/>
                  </a:lnTo>
                  <a:lnTo>
                    <a:pt x="4725932" y="2223919"/>
                  </a:lnTo>
                  <a:lnTo>
                    <a:pt x="4726787" y="2231366"/>
                  </a:lnTo>
                  <a:lnTo>
                    <a:pt x="4727643" y="2219666"/>
                  </a:lnTo>
                  <a:lnTo>
                    <a:pt x="4728498" y="2235833"/>
                  </a:lnTo>
                  <a:lnTo>
                    <a:pt x="4729354" y="2248111"/>
                  </a:lnTo>
                  <a:lnTo>
                    <a:pt x="4730209" y="2238204"/>
                  </a:lnTo>
                  <a:lnTo>
                    <a:pt x="4731065" y="2252699"/>
                  </a:lnTo>
                  <a:lnTo>
                    <a:pt x="4731920" y="2245931"/>
                  </a:lnTo>
                  <a:lnTo>
                    <a:pt x="4732776" y="2219294"/>
                  </a:lnTo>
                  <a:lnTo>
                    <a:pt x="4733632" y="2225435"/>
                  </a:lnTo>
                  <a:lnTo>
                    <a:pt x="4734487" y="2233045"/>
                  </a:lnTo>
                  <a:lnTo>
                    <a:pt x="4735343" y="2247172"/>
                  </a:lnTo>
                  <a:lnTo>
                    <a:pt x="4736198" y="2248002"/>
                  </a:lnTo>
                  <a:lnTo>
                    <a:pt x="4737054" y="2271660"/>
                  </a:lnTo>
                  <a:lnTo>
                    <a:pt x="4737909" y="2312009"/>
                  </a:lnTo>
                  <a:lnTo>
                    <a:pt x="4738765" y="2269006"/>
                  </a:lnTo>
                  <a:lnTo>
                    <a:pt x="4739620" y="2241496"/>
                  </a:lnTo>
                  <a:lnTo>
                    <a:pt x="4740476" y="2227212"/>
                  </a:lnTo>
                  <a:lnTo>
                    <a:pt x="4741331" y="2229851"/>
                  </a:lnTo>
                  <a:lnTo>
                    <a:pt x="4742187" y="2305652"/>
                  </a:lnTo>
                  <a:lnTo>
                    <a:pt x="4743042" y="2299677"/>
                  </a:lnTo>
                  <a:lnTo>
                    <a:pt x="4743898" y="2241699"/>
                  </a:lnTo>
                  <a:lnTo>
                    <a:pt x="4744753" y="2235653"/>
                  </a:lnTo>
                  <a:lnTo>
                    <a:pt x="4745609" y="2181755"/>
                  </a:lnTo>
                  <a:lnTo>
                    <a:pt x="4746464" y="2254802"/>
                  </a:lnTo>
                  <a:lnTo>
                    <a:pt x="4747320" y="2228506"/>
                  </a:lnTo>
                  <a:lnTo>
                    <a:pt x="4748175" y="2204533"/>
                  </a:lnTo>
                  <a:lnTo>
                    <a:pt x="4749031" y="2210199"/>
                  </a:lnTo>
                  <a:lnTo>
                    <a:pt x="4749887" y="2220375"/>
                  </a:lnTo>
                  <a:lnTo>
                    <a:pt x="4750742" y="2254414"/>
                  </a:lnTo>
                  <a:lnTo>
                    <a:pt x="4751598" y="2266781"/>
                  </a:lnTo>
                  <a:lnTo>
                    <a:pt x="4752453" y="2306505"/>
                  </a:lnTo>
                  <a:lnTo>
                    <a:pt x="4753309" y="2280139"/>
                  </a:lnTo>
                  <a:lnTo>
                    <a:pt x="4754164" y="2245831"/>
                  </a:lnTo>
                  <a:lnTo>
                    <a:pt x="4755020" y="2263540"/>
                  </a:lnTo>
                  <a:lnTo>
                    <a:pt x="4755875" y="2256496"/>
                  </a:lnTo>
                  <a:lnTo>
                    <a:pt x="4756731" y="2261394"/>
                  </a:lnTo>
                  <a:lnTo>
                    <a:pt x="4757586" y="2269490"/>
                  </a:lnTo>
                  <a:lnTo>
                    <a:pt x="4758442" y="2261820"/>
                  </a:lnTo>
                  <a:lnTo>
                    <a:pt x="4759297" y="2256721"/>
                  </a:lnTo>
                  <a:lnTo>
                    <a:pt x="4760153" y="2256454"/>
                  </a:lnTo>
                  <a:lnTo>
                    <a:pt x="4761008" y="2219307"/>
                  </a:lnTo>
                  <a:lnTo>
                    <a:pt x="4761864" y="2253506"/>
                  </a:lnTo>
                  <a:lnTo>
                    <a:pt x="4762719" y="2229590"/>
                  </a:lnTo>
                  <a:lnTo>
                    <a:pt x="4763575" y="2233156"/>
                  </a:lnTo>
                  <a:lnTo>
                    <a:pt x="4764430" y="2206273"/>
                  </a:lnTo>
                  <a:lnTo>
                    <a:pt x="4765286" y="2184765"/>
                  </a:lnTo>
                  <a:lnTo>
                    <a:pt x="4766142" y="2208464"/>
                  </a:lnTo>
                  <a:lnTo>
                    <a:pt x="4766997" y="2164663"/>
                  </a:lnTo>
                  <a:lnTo>
                    <a:pt x="4767853" y="2152946"/>
                  </a:lnTo>
                  <a:lnTo>
                    <a:pt x="4768708" y="2101506"/>
                  </a:lnTo>
                  <a:lnTo>
                    <a:pt x="4769564" y="2176768"/>
                  </a:lnTo>
                  <a:lnTo>
                    <a:pt x="4770419" y="2194041"/>
                  </a:lnTo>
                  <a:lnTo>
                    <a:pt x="4771275" y="2178137"/>
                  </a:lnTo>
                  <a:lnTo>
                    <a:pt x="4772130" y="2148568"/>
                  </a:lnTo>
                  <a:lnTo>
                    <a:pt x="4772986" y="2156430"/>
                  </a:lnTo>
                  <a:lnTo>
                    <a:pt x="4773841" y="2167278"/>
                  </a:lnTo>
                  <a:lnTo>
                    <a:pt x="4774697" y="2210077"/>
                  </a:lnTo>
                  <a:lnTo>
                    <a:pt x="4775552" y="2198876"/>
                  </a:lnTo>
                  <a:lnTo>
                    <a:pt x="4776408" y="2195938"/>
                  </a:lnTo>
                  <a:lnTo>
                    <a:pt x="4777263" y="2178043"/>
                  </a:lnTo>
                  <a:lnTo>
                    <a:pt x="4778119" y="2195394"/>
                  </a:lnTo>
                  <a:lnTo>
                    <a:pt x="4778974" y="2227689"/>
                  </a:lnTo>
                  <a:lnTo>
                    <a:pt x="4779830" y="2222209"/>
                  </a:lnTo>
                  <a:lnTo>
                    <a:pt x="4780686" y="2226180"/>
                  </a:lnTo>
                  <a:lnTo>
                    <a:pt x="4781541" y="2242794"/>
                  </a:lnTo>
                  <a:lnTo>
                    <a:pt x="4782397" y="2246416"/>
                  </a:lnTo>
                  <a:lnTo>
                    <a:pt x="4783252" y="2242330"/>
                  </a:lnTo>
                  <a:lnTo>
                    <a:pt x="4784108" y="2234948"/>
                  </a:lnTo>
                  <a:lnTo>
                    <a:pt x="4784963" y="2219545"/>
                  </a:lnTo>
                  <a:lnTo>
                    <a:pt x="4785819" y="2168219"/>
                  </a:lnTo>
                  <a:lnTo>
                    <a:pt x="4786674" y="2161071"/>
                  </a:lnTo>
                  <a:lnTo>
                    <a:pt x="4787530" y="2161389"/>
                  </a:lnTo>
                  <a:lnTo>
                    <a:pt x="4788385" y="2152349"/>
                  </a:lnTo>
                  <a:lnTo>
                    <a:pt x="4789241" y="2140792"/>
                  </a:lnTo>
                  <a:lnTo>
                    <a:pt x="4790096" y="2104662"/>
                  </a:lnTo>
                  <a:lnTo>
                    <a:pt x="4790952" y="2137613"/>
                  </a:lnTo>
                  <a:lnTo>
                    <a:pt x="4791807" y="2168596"/>
                  </a:lnTo>
                  <a:lnTo>
                    <a:pt x="4792663" y="2151232"/>
                  </a:lnTo>
                  <a:lnTo>
                    <a:pt x="4793518" y="2130727"/>
                  </a:lnTo>
                  <a:lnTo>
                    <a:pt x="4794374" y="2114016"/>
                  </a:lnTo>
                  <a:lnTo>
                    <a:pt x="4795229" y="2167507"/>
                  </a:lnTo>
                  <a:lnTo>
                    <a:pt x="4796085" y="2212300"/>
                  </a:lnTo>
                  <a:lnTo>
                    <a:pt x="4796941" y="2227047"/>
                  </a:lnTo>
                  <a:lnTo>
                    <a:pt x="4797796" y="2233635"/>
                  </a:lnTo>
                  <a:lnTo>
                    <a:pt x="4798652" y="2201169"/>
                  </a:lnTo>
                  <a:lnTo>
                    <a:pt x="4799507" y="2216162"/>
                  </a:lnTo>
                  <a:lnTo>
                    <a:pt x="4800363" y="2199601"/>
                  </a:lnTo>
                  <a:lnTo>
                    <a:pt x="4801218" y="2152282"/>
                  </a:lnTo>
                  <a:lnTo>
                    <a:pt x="4802074" y="2147328"/>
                  </a:lnTo>
                  <a:lnTo>
                    <a:pt x="4802929" y="2137456"/>
                  </a:lnTo>
                  <a:lnTo>
                    <a:pt x="4803785" y="2205122"/>
                  </a:lnTo>
                  <a:lnTo>
                    <a:pt x="4804640" y="2225498"/>
                  </a:lnTo>
                  <a:lnTo>
                    <a:pt x="4805496" y="2175230"/>
                  </a:lnTo>
                  <a:lnTo>
                    <a:pt x="4806351" y="2177503"/>
                  </a:lnTo>
                  <a:lnTo>
                    <a:pt x="4807207" y="2116334"/>
                  </a:lnTo>
                  <a:lnTo>
                    <a:pt x="4808062" y="2130020"/>
                  </a:lnTo>
                  <a:lnTo>
                    <a:pt x="4808918" y="2117819"/>
                  </a:lnTo>
                  <a:lnTo>
                    <a:pt x="4809773" y="2114930"/>
                  </a:lnTo>
                  <a:lnTo>
                    <a:pt x="4810629" y="2185790"/>
                  </a:lnTo>
                  <a:lnTo>
                    <a:pt x="4811484" y="2198044"/>
                  </a:lnTo>
                  <a:lnTo>
                    <a:pt x="4812340" y="2224281"/>
                  </a:lnTo>
                  <a:lnTo>
                    <a:pt x="4813196" y="2241653"/>
                  </a:lnTo>
                  <a:lnTo>
                    <a:pt x="4814051" y="2192652"/>
                  </a:lnTo>
                  <a:lnTo>
                    <a:pt x="4814907" y="2240129"/>
                  </a:lnTo>
                  <a:lnTo>
                    <a:pt x="4815762" y="2272010"/>
                  </a:lnTo>
                  <a:lnTo>
                    <a:pt x="4816618" y="2242460"/>
                  </a:lnTo>
                  <a:lnTo>
                    <a:pt x="4817473" y="2231100"/>
                  </a:lnTo>
                  <a:lnTo>
                    <a:pt x="4818329" y="2181697"/>
                  </a:lnTo>
                  <a:lnTo>
                    <a:pt x="4819184" y="2264403"/>
                  </a:lnTo>
                  <a:lnTo>
                    <a:pt x="4820040" y="2187625"/>
                  </a:lnTo>
                  <a:lnTo>
                    <a:pt x="4820895" y="2181217"/>
                  </a:lnTo>
                  <a:lnTo>
                    <a:pt x="4821751" y="2158458"/>
                  </a:lnTo>
                  <a:lnTo>
                    <a:pt x="4822606" y="2110950"/>
                  </a:lnTo>
                  <a:lnTo>
                    <a:pt x="4823462" y="2120671"/>
                  </a:lnTo>
                  <a:lnTo>
                    <a:pt x="4824317" y="2080113"/>
                  </a:lnTo>
                  <a:lnTo>
                    <a:pt x="4825173" y="2036070"/>
                  </a:lnTo>
                  <a:lnTo>
                    <a:pt x="4826028" y="2068656"/>
                  </a:lnTo>
                  <a:lnTo>
                    <a:pt x="4826884" y="2081657"/>
                  </a:lnTo>
                  <a:lnTo>
                    <a:pt x="4827740" y="2107653"/>
                  </a:lnTo>
                  <a:lnTo>
                    <a:pt x="4828595" y="2060786"/>
                  </a:lnTo>
                  <a:lnTo>
                    <a:pt x="4829451" y="2076178"/>
                  </a:lnTo>
                  <a:lnTo>
                    <a:pt x="4830306" y="2111283"/>
                  </a:lnTo>
                  <a:lnTo>
                    <a:pt x="4831162" y="2121930"/>
                  </a:lnTo>
                  <a:lnTo>
                    <a:pt x="4832017" y="2079387"/>
                  </a:lnTo>
                  <a:lnTo>
                    <a:pt x="4832873" y="2030435"/>
                  </a:lnTo>
                  <a:lnTo>
                    <a:pt x="4833728" y="2061896"/>
                  </a:lnTo>
                  <a:lnTo>
                    <a:pt x="4834584" y="2050394"/>
                  </a:lnTo>
                  <a:lnTo>
                    <a:pt x="4835439" y="2110846"/>
                  </a:lnTo>
                  <a:lnTo>
                    <a:pt x="4836295" y="2099368"/>
                  </a:lnTo>
                  <a:lnTo>
                    <a:pt x="4837150" y="2116142"/>
                  </a:lnTo>
                  <a:lnTo>
                    <a:pt x="4838006" y="2164585"/>
                  </a:lnTo>
                  <a:lnTo>
                    <a:pt x="4838861" y="2169913"/>
                  </a:lnTo>
                  <a:lnTo>
                    <a:pt x="4839717" y="2196369"/>
                  </a:lnTo>
                  <a:lnTo>
                    <a:pt x="4840572" y="2215601"/>
                  </a:lnTo>
                  <a:lnTo>
                    <a:pt x="4841428" y="2239766"/>
                  </a:lnTo>
                  <a:lnTo>
                    <a:pt x="4842283" y="2228096"/>
                  </a:lnTo>
                  <a:lnTo>
                    <a:pt x="4843139" y="2211605"/>
                  </a:lnTo>
                  <a:lnTo>
                    <a:pt x="4843995" y="2242867"/>
                  </a:lnTo>
                  <a:lnTo>
                    <a:pt x="4844850" y="2185159"/>
                  </a:lnTo>
                  <a:lnTo>
                    <a:pt x="4845706" y="2212381"/>
                  </a:lnTo>
                  <a:lnTo>
                    <a:pt x="4846561" y="2253495"/>
                  </a:lnTo>
                  <a:lnTo>
                    <a:pt x="4847417" y="2237384"/>
                  </a:lnTo>
                  <a:lnTo>
                    <a:pt x="4848272" y="2234971"/>
                  </a:lnTo>
                  <a:lnTo>
                    <a:pt x="4849128" y="2238285"/>
                  </a:lnTo>
                  <a:lnTo>
                    <a:pt x="4849983" y="2203426"/>
                  </a:lnTo>
                  <a:lnTo>
                    <a:pt x="4850839" y="2205653"/>
                  </a:lnTo>
                  <a:lnTo>
                    <a:pt x="4851694" y="2135829"/>
                  </a:lnTo>
                  <a:lnTo>
                    <a:pt x="4852550" y="2091411"/>
                  </a:lnTo>
                  <a:lnTo>
                    <a:pt x="4853405" y="2110152"/>
                  </a:lnTo>
                  <a:lnTo>
                    <a:pt x="4854261" y="2113889"/>
                  </a:lnTo>
                  <a:lnTo>
                    <a:pt x="4855116" y="2104559"/>
                  </a:lnTo>
                  <a:lnTo>
                    <a:pt x="4855972" y="2176336"/>
                  </a:lnTo>
                  <a:lnTo>
                    <a:pt x="4856827" y="2164897"/>
                  </a:lnTo>
                  <a:lnTo>
                    <a:pt x="4857683" y="2180137"/>
                  </a:lnTo>
                  <a:lnTo>
                    <a:pt x="4858538" y="2142287"/>
                  </a:lnTo>
                  <a:lnTo>
                    <a:pt x="4859394" y="2152407"/>
                  </a:lnTo>
                  <a:lnTo>
                    <a:pt x="4860250" y="2143761"/>
                  </a:lnTo>
                  <a:lnTo>
                    <a:pt x="4861105" y="2096558"/>
                  </a:lnTo>
                  <a:lnTo>
                    <a:pt x="4861961" y="2142388"/>
                  </a:lnTo>
                  <a:lnTo>
                    <a:pt x="4862816" y="2117679"/>
                  </a:lnTo>
                  <a:lnTo>
                    <a:pt x="4863672" y="2153805"/>
                  </a:lnTo>
                  <a:lnTo>
                    <a:pt x="4864527" y="2163506"/>
                  </a:lnTo>
                  <a:lnTo>
                    <a:pt x="4865383" y="2091067"/>
                  </a:lnTo>
                  <a:lnTo>
                    <a:pt x="4866238" y="2186172"/>
                  </a:lnTo>
                  <a:lnTo>
                    <a:pt x="4867094" y="2157218"/>
                  </a:lnTo>
                  <a:lnTo>
                    <a:pt x="4867949" y="2140870"/>
                  </a:lnTo>
                  <a:lnTo>
                    <a:pt x="4868805" y="2211506"/>
                  </a:lnTo>
                  <a:lnTo>
                    <a:pt x="4869660" y="2089548"/>
                  </a:lnTo>
                  <a:lnTo>
                    <a:pt x="4870516" y="2080138"/>
                  </a:lnTo>
                  <a:lnTo>
                    <a:pt x="4871371" y="2086251"/>
                  </a:lnTo>
                  <a:lnTo>
                    <a:pt x="4872227" y="2016084"/>
                  </a:lnTo>
                  <a:lnTo>
                    <a:pt x="4873082" y="2053266"/>
                  </a:lnTo>
                  <a:lnTo>
                    <a:pt x="4873938" y="2025403"/>
                  </a:lnTo>
                  <a:lnTo>
                    <a:pt x="4874793" y="1976381"/>
                  </a:lnTo>
                  <a:lnTo>
                    <a:pt x="4875649" y="1964182"/>
                  </a:lnTo>
                  <a:lnTo>
                    <a:pt x="4876505" y="1929285"/>
                  </a:lnTo>
                  <a:lnTo>
                    <a:pt x="4877360" y="2002035"/>
                  </a:lnTo>
                  <a:lnTo>
                    <a:pt x="4878216" y="1989492"/>
                  </a:lnTo>
                  <a:lnTo>
                    <a:pt x="4879071" y="2004372"/>
                  </a:lnTo>
                  <a:lnTo>
                    <a:pt x="4879927" y="2128518"/>
                  </a:lnTo>
                  <a:lnTo>
                    <a:pt x="4880782" y="2078610"/>
                  </a:lnTo>
                  <a:lnTo>
                    <a:pt x="4881638" y="2062279"/>
                  </a:lnTo>
                  <a:lnTo>
                    <a:pt x="4882493" y="1985354"/>
                  </a:lnTo>
                  <a:lnTo>
                    <a:pt x="4883349" y="1939687"/>
                  </a:lnTo>
                  <a:lnTo>
                    <a:pt x="4884204" y="1967985"/>
                  </a:lnTo>
                  <a:lnTo>
                    <a:pt x="4885060" y="1936730"/>
                  </a:lnTo>
                  <a:lnTo>
                    <a:pt x="4885915" y="1927840"/>
                  </a:lnTo>
                  <a:lnTo>
                    <a:pt x="4886771" y="1908922"/>
                  </a:lnTo>
                  <a:lnTo>
                    <a:pt x="4887626" y="1922298"/>
                  </a:lnTo>
                  <a:lnTo>
                    <a:pt x="4888482" y="2013129"/>
                  </a:lnTo>
                  <a:lnTo>
                    <a:pt x="4889337" y="1992575"/>
                  </a:lnTo>
                  <a:lnTo>
                    <a:pt x="4890193" y="2021412"/>
                  </a:lnTo>
                  <a:lnTo>
                    <a:pt x="4891049" y="1979269"/>
                  </a:lnTo>
                  <a:lnTo>
                    <a:pt x="4891904" y="1959601"/>
                  </a:lnTo>
                  <a:lnTo>
                    <a:pt x="4892760" y="1999410"/>
                  </a:lnTo>
                  <a:lnTo>
                    <a:pt x="4893615" y="1983437"/>
                  </a:lnTo>
                  <a:lnTo>
                    <a:pt x="4894471" y="2074419"/>
                  </a:lnTo>
                  <a:lnTo>
                    <a:pt x="4895326" y="2129815"/>
                  </a:lnTo>
                  <a:lnTo>
                    <a:pt x="4896182" y="2114447"/>
                  </a:lnTo>
                  <a:lnTo>
                    <a:pt x="4897037" y="2064132"/>
                  </a:lnTo>
                  <a:lnTo>
                    <a:pt x="4897893" y="2045785"/>
                  </a:lnTo>
                  <a:lnTo>
                    <a:pt x="4898748" y="2050066"/>
                  </a:lnTo>
                  <a:lnTo>
                    <a:pt x="4899604" y="2007230"/>
                  </a:lnTo>
                  <a:lnTo>
                    <a:pt x="4900459" y="2009841"/>
                  </a:lnTo>
                  <a:lnTo>
                    <a:pt x="4901315" y="2016562"/>
                  </a:lnTo>
                  <a:lnTo>
                    <a:pt x="4902170" y="1942016"/>
                  </a:lnTo>
                  <a:lnTo>
                    <a:pt x="4903026" y="1998006"/>
                  </a:lnTo>
                  <a:lnTo>
                    <a:pt x="4903881" y="1954912"/>
                  </a:lnTo>
                  <a:lnTo>
                    <a:pt x="4904737" y="1947618"/>
                  </a:lnTo>
                  <a:lnTo>
                    <a:pt x="4905592" y="1916191"/>
                  </a:lnTo>
                  <a:lnTo>
                    <a:pt x="4906448" y="1904331"/>
                  </a:lnTo>
                  <a:lnTo>
                    <a:pt x="4907304" y="1919947"/>
                  </a:lnTo>
                  <a:lnTo>
                    <a:pt x="4908159" y="1928139"/>
                  </a:lnTo>
                  <a:lnTo>
                    <a:pt x="4909015" y="1947948"/>
                  </a:lnTo>
                  <a:lnTo>
                    <a:pt x="4909870" y="1943311"/>
                  </a:lnTo>
                  <a:lnTo>
                    <a:pt x="4910726" y="2000446"/>
                  </a:lnTo>
                  <a:lnTo>
                    <a:pt x="4911581" y="2038200"/>
                  </a:lnTo>
                  <a:lnTo>
                    <a:pt x="4912437" y="2022165"/>
                  </a:lnTo>
                  <a:lnTo>
                    <a:pt x="4913292" y="2073026"/>
                  </a:lnTo>
                  <a:lnTo>
                    <a:pt x="4914148" y="2068768"/>
                  </a:lnTo>
                  <a:lnTo>
                    <a:pt x="4915003" y="2054074"/>
                  </a:lnTo>
                  <a:lnTo>
                    <a:pt x="4915859" y="2059804"/>
                  </a:lnTo>
                  <a:lnTo>
                    <a:pt x="4916714" y="2098959"/>
                  </a:lnTo>
                  <a:lnTo>
                    <a:pt x="4917570" y="2125123"/>
                  </a:lnTo>
                  <a:lnTo>
                    <a:pt x="4918425" y="2133950"/>
                  </a:lnTo>
                  <a:lnTo>
                    <a:pt x="4919281" y="2090604"/>
                  </a:lnTo>
                  <a:lnTo>
                    <a:pt x="4920136" y="2132568"/>
                  </a:lnTo>
                  <a:lnTo>
                    <a:pt x="4920992" y="2096960"/>
                  </a:lnTo>
                  <a:lnTo>
                    <a:pt x="4921847" y="2114942"/>
                  </a:lnTo>
                  <a:lnTo>
                    <a:pt x="4922703" y="2159929"/>
                  </a:lnTo>
                  <a:lnTo>
                    <a:pt x="4923559" y="2041576"/>
                  </a:lnTo>
                  <a:lnTo>
                    <a:pt x="4924414" y="2128763"/>
                  </a:lnTo>
                  <a:lnTo>
                    <a:pt x="4925270" y="2070728"/>
                  </a:lnTo>
                  <a:lnTo>
                    <a:pt x="4926125" y="2010508"/>
                  </a:lnTo>
                  <a:lnTo>
                    <a:pt x="4926981" y="2009183"/>
                  </a:lnTo>
                  <a:lnTo>
                    <a:pt x="4927836" y="1957053"/>
                  </a:lnTo>
                  <a:lnTo>
                    <a:pt x="4928692" y="2004787"/>
                  </a:lnTo>
                  <a:lnTo>
                    <a:pt x="4929547" y="1985585"/>
                  </a:lnTo>
                  <a:lnTo>
                    <a:pt x="4930403" y="2019142"/>
                  </a:lnTo>
                  <a:lnTo>
                    <a:pt x="4931258" y="2034243"/>
                  </a:lnTo>
                  <a:lnTo>
                    <a:pt x="4932114" y="2031433"/>
                  </a:lnTo>
                  <a:lnTo>
                    <a:pt x="4932969" y="2032186"/>
                  </a:lnTo>
                  <a:lnTo>
                    <a:pt x="4933825" y="1988426"/>
                  </a:lnTo>
                  <a:lnTo>
                    <a:pt x="4934680" y="1970080"/>
                  </a:lnTo>
                  <a:lnTo>
                    <a:pt x="4935536" y="1996397"/>
                  </a:lnTo>
                  <a:lnTo>
                    <a:pt x="4936391" y="1983913"/>
                  </a:lnTo>
                  <a:lnTo>
                    <a:pt x="4937247" y="1949314"/>
                  </a:lnTo>
                  <a:lnTo>
                    <a:pt x="4938103" y="1946640"/>
                  </a:lnTo>
                  <a:lnTo>
                    <a:pt x="4938958" y="1921585"/>
                  </a:lnTo>
                  <a:lnTo>
                    <a:pt x="4939814" y="1895788"/>
                  </a:lnTo>
                  <a:lnTo>
                    <a:pt x="4940669" y="1858625"/>
                  </a:lnTo>
                  <a:lnTo>
                    <a:pt x="4941525" y="1886219"/>
                  </a:lnTo>
                  <a:lnTo>
                    <a:pt x="4942380" y="1853563"/>
                  </a:lnTo>
                  <a:lnTo>
                    <a:pt x="4943236" y="1888347"/>
                  </a:lnTo>
                  <a:lnTo>
                    <a:pt x="4944091" y="1866576"/>
                  </a:lnTo>
                  <a:lnTo>
                    <a:pt x="4944947" y="1924588"/>
                  </a:lnTo>
                  <a:lnTo>
                    <a:pt x="4945802" y="1896420"/>
                  </a:lnTo>
                  <a:lnTo>
                    <a:pt x="4946658" y="1898076"/>
                  </a:lnTo>
                  <a:lnTo>
                    <a:pt x="4947513" y="1945025"/>
                  </a:lnTo>
                  <a:lnTo>
                    <a:pt x="4948369" y="1871446"/>
                  </a:lnTo>
                  <a:lnTo>
                    <a:pt x="4949224" y="1929731"/>
                  </a:lnTo>
                  <a:lnTo>
                    <a:pt x="4950080" y="1932782"/>
                  </a:lnTo>
                  <a:lnTo>
                    <a:pt x="4950935" y="1925294"/>
                  </a:lnTo>
                  <a:lnTo>
                    <a:pt x="4951791" y="1933585"/>
                  </a:lnTo>
                  <a:lnTo>
                    <a:pt x="4952646" y="1935018"/>
                  </a:lnTo>
                  <a:lnTo>
                    <a:pt x="4953502" y="1951254"/>
                  </a:lnTo>
                  <a:lnTo>
                    <a:pt x="4954358" y="1963992"/>
                  </a:lnTo>
                  <a:lnTo>
                    <a:pt x="4955213" y="1952048"/>
                  </a:lnTo>
                  <a:lnTo>
                    <a:pt x="4956069" y="1936200"/>
                  </a:lnTo>
                  <a:lnTo>
                    <a:pt x="4956924" y="1911356"/>
                  </a:lnTo>
                  <a:lnTo>
                    <a:pt x="4957780" y="1964547"/>
                  </a:lnTo>
                  <a:lnTo>
                    <a:pt x="4958635" y="1923856"/>
                  </a:lnTo>
                  <a:lnTo>
                    <a:pt x="4959491" y="1979334"/>
                  </a:lnTo>
                  <a:lnTo>
                    <a:pt x="4960346" y="1984544"/>
                  </a:lnTo>
                  <a:lnTo>
                    <a:pt x="4961202" y="2006781"/>
                  </a:lnTo>
                  <a:lnTo>
                    <a:pt x="4962057" y="2003862"/>
                  </a:lnTo>
                  <a:lnTo>
                    <a:pt x="4962913" y="1976581"/>
                  </a:lnTo>
                  <a:lnTo>
                    <a:pt x="4963768" y="1999609"/>
                  </a:lnTo>
                  <a:lnTo>
                    <a:pt x="4964624" y="1962882"/>
                  </a:lnTo>
                  <a:lnTo>
                    <a:pt x="4965479" y="1934910"/>
                  </a:lnTo>
                  <a:lnTo>
                    <a:pt x="4966335" y="1975157"/>
                  </a:lnTo>
                  <a:lnTo>
                    <a:pt x="4967190" y="1889772"/>
                  </a:lnTo>
                  <a:lnTo>
                    <a:pt x="4968046" y="1953081"/>
                  </a:lnTo>
                  <a:lnTo>
                    <a:pt x="4968901" y="1931565"/>
                  </a:lnTo>
                  <a:lnTo>
                    <a:pt x="4969757" y="1711014"/>
                  </a:lnTo>
                  <a:lnTo>
                    <a:pt x="4970613" y="1775131"/>
                  </a:lnTo>
                  <a:lnTo>
                    <a:pt x="4971468" y="1728261"/>
                  </a:lnTo>
                  <a:lnTo>
                    <a:pt x="4972324" y="1779360"/>
                  </a:lnTo>
                  <a:lnTo>
                    <a:pt x="4973179" y="1758055"/>
                  </a:lnTo>
                  <a:lnTo>
                    <a:pt x="4974035" y="1708578"/>
                  </a:lnTo>
                  <a:lnTo>
                    <a:pt x="4974890" y="1694659"/>
                  </a:lnTo>
                  <a:lnTo>
                    <a:pt x="4975746" y="1658584"/>
                  </a:lnTo>
                  <a:lnTo>
                    <a:pt x="4976601" y="1654871"/>
                  </a:lnTo>
                  <a:lnTo>
                    <a:pt x="4977457" y="1645636"/>
                  </a:lnTo>
                  <a:lnTo>
                    <a:pt x="4978312" y="1679211"/>
                  </a:lnTo>
                  <a:lnTo>
                    <a:pt x="4979168" y="1686197"/>
                  </a:lnTo>
                  <a:lnTo>
                    <a:pt x="4980023" y="1692782"/>
                  </a:lnTo>
                  <a:lnTo>
                    <a:pt x="4980879" y="1683718"/>
                  </a:lnTo>
                  <a:lnTo>
                    <a:pt x="4981734" y="1633557"/>
                  </a:lnTo>
                  <a:lnTo>
                    <a:pt x="4982590" y="1650233"/>
                  </a:lnTo>
                  <a:lnTo>
                    <a:pt x="4983445" y="1637960"/>
                  </a:lnTo>
                  <a:lnTo>
                    <a:pt x="4984301" y="1622217"/>
                  </a:lnTo>
                  <a:lnTo>
                    <a:pt x="4985157" y="1642886"/>
                  </a:lnTo>
                  <a:lnTo>
                    <a:pt x="4986012" y="1692614"/>
                  </a:lnTo>
                  <a:lnTo>
                    <a:pt x="4986868" y="1740417"/>
                  </a:lnTo>
                  <a:lnTo>
                    <a:pt x="4987723" y="1717199"/>
                  </a:lnTo>
                  <a:lnTo>
                    <a:pt x="4988579" y="1721012"/>
                  </a:lnTo>
                  <a:lnTo>
                    <a:pt x="4989434" y="1712013"/>
                  </a:lnTo>
                  <a:lnTo>
                    <a:pt x="4990290" y="1798324"/>
                  </a:lnTo>
                  <a:lnTo>
                    <a:pt x="4991145" y="1793046"/>
                  </a:lnTo>
                  <a:lnTo>
                    <a:pt x="4992001" y="1820620"/>
                  </a:lnTo>
                  <a:lnTo>
                    <a:pt x="4992856" y="1902219"/>
                  </a:lnTo>
                  <a:lnTo>
                    <a:pt x="4993712" y="1896279"/>
                  </a:lnTo>
                  <a:lnTo>
                    <a:pt x="4994567" y="1884107"/>
                  </a:lnTo>
                  <a:lnTo>
                    <a:pt x="4995423" y="1770732"/>
                  </a:lnTo>
                  <a:lnTo>
                    <a:pt x="4996278" y="1757188"/>
                  </a:lnTo>
                  <a:lnTo>
                    <a:pt x="4997134" y="1749960"/>
                  </a:lnTo>
                  <a:lnTo>
                    <a:pt x="4997989" y="1678343"/>
                  </a:lnTo>
                  <a:lnTo>
                    <a:pt x="4998845" y="1690165"/>
                  </a:lnTo>
                  <a:lnTo>
                    <a:pt x="4999700" y="1645361"/>
                  </a:lnTo>
                  <a:lnTo>
                    <a:pt x="5000556" y="1715682"/>
                  </a:lnTo>
                  <a:lnTo>
                    <a:pt x="5001412" y="1710969"/>
                  </a:lnTo>
                  <a:lnTo>
                    <a:pt x="5002267" y="1684278"/>
                  </a:lnTo>
                  <a:lnTo>
                    <a:pt x="5003123" y="1794716"/>
                  </a:lnTo>
                  <a:lnTo>
                    <a:pt x="5003978" y="1821887"/>
                  </a:lnTo>
                  <a:lnTo>
                    <a:pt x="5004834" y="1911798"/>
                  </a:lnTo>
                  <a:lnTo>
                    <a:pt x="5005689" y="1841255"/>
                  </a:lnTo>
                  <a:lnTo>
                    <a:pt x="5006545" y="1835478"/>
                  </a:lnTo>
                  <a:lnTo>
                    <a:pt x="5007400" y="1819344"/>
                  </a:lnTo>
                  <a:lnTo>
                    <a:pt x="5008256" y="1821885"/>
                  </a:lnTo>
                  <a:lnTo>
                    <a:pt x="5009111" y="1734734"/>
                  </a:lnTo>
                  <a:lnTo>
                    <a:pt x="5009967" y="1620688"/>
                  </a:lnTo>
                  <a:lnTo>
                    <a:pt x="5010822" y="1673612"/>
                  </a:lnTo>
                  <a:lnTo>
                    <a:pt x="5011678" y="1634093"/>
                  </a:lnTo>
                  <a:lnTo>
                    <a:pt x="5012533" y="1559022"/>
                  </a:lnTo>
                  <a:lnTo>
                    <a:pt x="5013389" y="1519877"/>
                  </a:lnTo>
                  <a:lnTo>
                    <a:pt x="5014244" y="1566846"/>
                  </a:lnTo>
                  <a:lnTo>
                    <a:pt x="5015100" y="1523215"/>
                  </a:lnTo>
                  <a:lnTo>
                    <a:pt x="5015955" y="1546306"/>
                  </a:lnTo>
                  <a:lnTo>
                    <a:pt x="5016811" y="1572355"/>
                  </a:lnTo>
                  <a:lnTo>
                    <a:pt x="5017667" y="1496817"/>
                  </a:lnTo>
                  <a:lnTo>
                    <a:pt x="5018522" y="1505637"/>
                  </a:lnTo>
                  <a:lnTo>
                    <a:pt x="5019378" y="1513240"/>
                  </a:lnTo>
                  <a:lnTo>
                    <a:pt x="5020233" y="1505509"/>
                  </a:lnTo>
                  <a:lnTo>
                    <a:pt x="5021089" y="1525938"/>
                  </a:lnTo>
                  <a:lnTo>
                    <a:pt x="5021944" y="1570925"/>
                  </a:lnTo>
                  <a:lnTo>
                    <a:pt x="5022800" y="1611891"/>
                  </a:lnTo>
                  <a:lnTo>
                    <a:pt x="5023655" y="1651648"/>
                  </a:lnTo>
                  <a:lnTo>
                    <a:pt x="5024511" y="1639344"/>
                  </a:lnTo>
                  <a:lnTo>
                    <a:pt x="5025366" y="1672153"/>
                  </a:lnTo>
                  <a:lnTo>
                    <a:pt x="5026222" y="1654984"/>
                  </a:lnTo>
                  <a:lnTo>
                    <a:pt x="5027077" y="1624720"/>
                  </a:lnTo>
                  <a:lnTo>
                    <a:pt x="5027933" y="1645376"/>
                  </a:lnTo>
                  <a:lnTo>
                    <a:pt x="5028788" y="1638071"/>
                  </a:lnTo>
                  <a:lnTo>
                    <a:pt x="5029644" y="1694101"/>
                  </a:lnTo>
                  <a:lnTo>
                    <a:pt x="5030499" y="1637609"/>
                  </a:lnTo>
                  <a:lnTo>
                    <a:pt x="5031355" y="1571781"/>
                  </a:lnTo>
                  <a:lnTo>
                    <a:pt x="5032211" y="1581996"/>
                  </a:lnTo>
                  <a:lnTo>
                    <a:pt x="5033066" y="1588966"/>
                  </a:lnTo>
                  <a:lnTo>
                    <a:pt x="5033922" y="1645208"/>
                  </a:lnTo>
                  <a:lnTo>
                    <a:pt x="5034777" y="1586134"/>
                  </a:lnTo>
                  <a:lnTo>
                    <a:pt x="5035633" y="1598185"/>
                  </a:lnTo>
                  <a:lnTo>
                    <a:pt x="5036488" y="1485525"/>
                  </a:lnTo>
                  <a:lnTo>
                    <a:pt x="5037344" y="1472667"/>
                  </a:lnTo>
                  <a:lnTo>
                    <a:pt x="5038199" y="1458073"/>
                  </a:lnTo>
                  <a:lnTo>
                    <a:pt x="5039055" y="1359495"/>
                  </a:lnTo>
                  <a:lnTo>
                    <a:pt x="5039910" y="1262546"/>
                  </a:lnTo>
                  <a:lnTo>
                    <a:pt x="5040766" y="1297590"/>
                  </a:lnTo>
                  <a:lnTo>
                    <a:pt x="5041621" y="1350658"/>
                  </a:lnTo>
                  <a:lnTo>
                    <a:pt x="5042477" y="1435645"/>
                  </a:lnTo>
                  <a:lnTo>
                    <a:pt x="5043332" y="1375801"/>
                  </a:lnTo>
                  <a:lnTo>
                    <a:pt x="5044188" y="1167248"/>
                  </a:lnTo>
                  <a:lnTo>
                    <a:pt x="5045043" y="1176608"/>
                  </a:lnTo>
                  <a:lnTo>
                    <a:pt x="5045899" y="1191741"/>
                  </a:lnTo>
                  <a:lnTo>
                    <a:pt x="5046754" y="1162014"/>
                  </a:lnTo>
                  <a:lnTo>
                    <a:pt x="5047610" y="1156304"/>
                  </a:lnTo>
                  <a:lnTo>
                    <a:pt x="5048466" y="1159538"/>
                  </a:lnTo>
                  <a:lnTo>
                    <a:pt x="5049321" y="1166219"/>
                  </a:lnTo>
                  <a:lnTo>
                    <a:pt x="5050177" y="1079206"/>
                  </a:lnTo>
                  <a:lnTo>
                    <a:pt x="5051032" y="1014995"/>
                  </a:lnTo>
                  <a:lnTo>
                    <a:pt x="5051888" y="1009595"/>
                  </a:lnTo>
                  <a:lnTo>
                    <a:pt x="5052743" y="994659"/>
                  </a:lnTo>
                  <a:lnTo>
                    <a:pt x="5053599" y="978319"/>
                  </a:lnTo>
                  <a:lnTo>
                    <a:pt x="5054454" y="980171"/>
                  </a:lnTo>
                  <a:lnTo>
                    <a:pt x="5055310" y="1039883"/>
                  </a:lnTo>
                  <a:lnTo>
                    <a:pt x="5056165" y="1052874"/>
                  </a:lnTo>
                  <a:lnTo>
                    <a:pt x="5057021" y="1099348"/>
                  </a:lnTo>
                  <a:lnTo>
                    <a:pt x="5057876" y="1050257"/>
                  </a:lnTo>
                  <a:lnTo>
                    <a:pt x="5058732" y="1019643"/>
                  </a:lnTo>
                  <a:lnTo>
                    <a:pt x="5059587" y="1049608"/>
                  </a:lnTo>
                  <a:lnTo>
                    <a:pt x="5060443" y="981258"/>
                  </a:lnTo>
                  <a:lnTo>
                    <a:pt x="5061298" y="973978"/>
                  </a:lnTo>
                  <a:lnTo>
                    <a:pt x="5062154" y="1024826"/>
                  </a:lnTo>
                  <a:lnTo>
                    <a:pt x="5063009" y="932041"/>
                  </a:lnTo>
                  <a:lnTo>
                    <a:pt x="5063865" y="1013099"/>
                  </a:lnTo>
                  <a:lnTo>
                    <a:pt x="5064721" y="948595"/>
                  </a:lnTo>
                  <a:lnTo>
                    <a:pt x="5065576" y="1109294"/>
                  </a:lnTo>
                  <a:lnTo>
                    <a:pt x="5066432" y="1167832"/>
                  </a:lnTo>
                  <a:lnTo>
                    <a:pt x="5067287" y="1112746"/>
                  </a:lnTo>
                  <a:lnTo>
                    <a:pt x="5068143" y="1190534"/>
                  </a:lnTo>
                  <a:lnTo>
                    <a:pt x="5068998" y="1223649"/>
                  </a:lnTo>
                  <a:lnTo>
                    <a:pt x="5069854" y="1257482"/>
                  </a:lnTo>
                  <a:lnTo>
                    <a:pt x="5070709" y="1290670"/>
                  </a:lnTo>
                  <a:lnTo>
                    <a:pt x="5071565" y="1411385"/>
                  </a:lnTo>
                  <a:lnTo>
                    <a:pt x="5072420" y="1513550"/>
                  </a:lnTo>
                  <a:lnTo>
                    <a:pt x="5073276" y="1616199"/>
                  </a:lnTo>
                  <a:lnTo>
                    <a:pt x="5074131" y="1525975"/>
                  </a:lnTo>
                  <a:lnTo>
                    <a:pt x="5074987" y="1609227"/>
                  </a:lnTo>
                  <a:lnTo>
                    <a:pt x="5075842" y="1449516"/>
                  </a:lnTo>
                  <a:lnTo>
                    <a:pt x="5076698" y="1515302"/>
                  </a:lnTo>
                  <a:lnTo>
                    <a:pt x="5077553" y="1542993"/>
                  </a:lnTo>
                  <a:lnTo>
                    <a:pt x="5078409" y="1420381"/>
                  </a:lnTo>
                  <a:lnTo>
                    <a:pt x="5079265" y="1480673"/>
                  </a:lnTo>
                  <a:lnTo>
                    <a:pt x="5080120" y="1372706"/>
                  </a:lnTo>
                  <a:lnTo>
                    <a:pt x="5080976" y="1482300"/>
                  </a:lnTo>
                  <a:lnTo>
                    <a:pt x="5081831" y="1440113"/>
                  </a:lnTo>
                  <a:lnTo>
                    <a:pt x="5082687" y="1379940"/>
                  </a:lnTo>
                  <a:lnTo>
                    <a:pt x="5083542" y="1394434"/>
                  </a:lnTo>
                  <a:lnTo>
                    <a:pt x="5084398" y="1465902"/>
                  </a:lnTo>
                  <a:lnTo>
                    <a:pt x="5085253" y="1563242"/>
                  </a:lnTo>
                  <a:lnTo>
                    <a:pt x="5086109" y="1654483"/>
                  </a:lnTo>
                  <a:lnTo>
                    <a:pt x="5086964" y="1654788"/>
                  </a:lnTo>
                  <a:lnTo>
                    <a:pt x="5087820" y="1599899"/>
                  </a:lnTo>
                  <a:lnTo>
                    <a:pt x="5088675" y="1597248"/>
                  </a:lnTo>
                  <a:lnTo>
                    <a:pt x="5089531" y="1674503"/>
                  </a:lnTo>
                  <a:lnTo>
                    <a:pt x="5090386" y="1730005"/>
                  </a:lnTo>
                  <a:lnTo>
                    <a:pt x="5091242" y="1723512"/>
                  </a:lnTo>
                  <a:lnTo>
                    <a:pt x="5092097" y="1772429"/>
                  </a:lnTo>
                  <a:lnTo>
                    <a:pt x="5092953" y="1870695"/>
                  </a:lnTo>
                  <a:lnTo>
                    <a:pt x="5093808" y="1949231"/>
                  </a:lnTo>
                  <a:lnTo>
                    <a:pt x="5094664" y="1946597"/>
                  </a:lnTo>
                  <a:lnTo>
                    <a:pt x="5095520" y="1998311"/>
                  </a:lnTo>
                  <a:lnTo>
                    <a:pt x="5096375" y="2037113"/>
                  </a:lnTo>
                  <a:lnTo>
                    <a:pt x="5097231" y="2045055"/>
                  </a:lnTo>
                  <a:lnTo>
                    <a:pt x="5098086" y="2100219"/>
                  </a:lnTo>
                  <a:lnTo>
                    <a:pt x="5098942" y="2114907"/>
                  </a:lnTo>
                  <a:lnTo>
                    <a:pt x="5099797" y="2136863"/>
                  </a:lnTo>
                  <a:lnTo>
                    <a:pt x="5100653" y="2133844"/>
                  </a:lnTo>
                  <a:lnTo>
                    <a:pt x="5101508" y="2179218"/>
                  </a:lnTo>
                  <a:lnTo>
                    <a:pt x="5102364" y="2194815"/>
                  </a:lnTo>
                  <a:lnTo>
                    <a:pt x="5103219" y="2179370"/>
                  </a:lnTo>
                  <a:lnTo>
                    <a:pt x="5104075" y="2263564"/>
                  </a:lnTo>
                  <a:lnTo>
                    <a:pt x="5104930" y="2268147"/>
                  </a:lnTo>
                  <a:lnTo>
                    <a:pt x="5105786" y="2244392"/>
                  </a:lnTo>
                  <a:lnTo>
                    <a:pt x="5106641" y="2173768"/>
                  </a:lnTo>
                  <a:lnTo>
                    <a:pt x="5107497" y="2172022"/>
                  </a:lnTo>
                  <a:lnTo>
                    <a:pt x="5108352" y="2183333"/>
                  </a:lnTo>
                  <a:lnTo>
                    <a:pt x="5109208" y="2140224"/>
                  </a:lnTo>
                  <a:lnTo>
                    <a:pt x="5110063" y="2140736"/>
                  </a:lnTo>
                  <a:lnTo>
                    <a:pt x="5110919" y="2118127"/>
                  </a:lnTo>
                  <a:lnTo>
                    <a:pt x="5111775" y="2111713"/>
                  </a:lnTo>
                  <a:lnTo>
                    <a:pt x="5112630" y="2132602"/>
                  </a:lnTo>
                  <a:lnTo>
                    <a:pt x="5113486" y="2125520"/>
                  </a:lnTo>
                  <a:lnTo>
                    <a:pt x="5114341" y="2084921"/>
                  </a:lnTo>
                  <a:lnTo>
                    <a:pt x="5115197" y="2079628"/>
                  </a:lnTo>
                  <a:lnTo>
                    <a:pt x="5116052" y="2061519"/>
                  </a:lnTo>
                  <a:lnTo>
                    <a:pt x="5116908" y="2084487"/>
                  </a:lnTo>
                  <a:lnTo>
                    <a:pt x="5117763" y="2117981"/>
                  </a:lnTo>
                  <a:lnTo>
                    <a:pt x="5118619" y="2076313"/>
                  </a:lnTo>
                  <a:lnTo>
                    <a:pt x="5119474" y="2099999"/>
                  </a:lnTo>
                  <a:lnTo>
                    <a:pt x="5120330" y="2086562"/>
                  </a:lnTo>
                  <a:lnTo>
                    <a:pt x="5121185" y="2084745"/>
                  </a:lnTo>
                  <a:lnTo>
                    <a:pt x="5122041" y="2033788"/>
                  </a:lnTo>
                  <a:lnTo>
                    <a:pt x="5122896" y="1900157"/>
                  </a:lnTo>
                  <a:lnTo>
                    <a:pt x="5123752" y="1885139"/>
                  </a:lnTo>
                  <a:lnTo>
                    <a:pt x="5124607" y="1846723"/>
                  </a:lnTo>
                  <a:lnTo>
                    <a:pt x="5125463" y="1954162"/>
                  </a:lnTo>
                  <a:lnTo>
                    <a:pt x="5126318" y="1873709"/>
                  </a:lnTo>
                  <a:lnTo>
                    <a:pt x="5127174" y="1777494"/>
                  </a:lnTo>
                  <a:lnTo>
                    <a:pt x="5128030" y="1729324"/>
                  </a:lnTo>
                  <a:lnTo>
                    <a:pt x="5128885" y="1694986"/>
                  </a:lnTo>
                  <a:lnTo>
                    <a:pt x="5129741" y="1669768"/>
                  </a:lnTo>
                  <a:lnTo>
                    <a:pt x="5130596" y="1640420"/>
                  </a:lnTo>
                  <a:lnTo>
                    <a:pt x="5131452" y="1586232"/>
                  </a:lnTo>
                  <a:lnTo>
                    <a:pt x="5132307" y="1654941"/>
                  </a:lnTo>
                  <a:lnTo>
                    <a:pt x="5133163" y="1703616"/>
                  </a:lnTo>
                  <a:lnTo>
                    <a:pt x="5134018" y="1714024"/>
                  </a:lnTo>
                  <a:lnTo>
                    <a:pt x="5134874" y="1830791"/>
                  </a:lnTo>
                  <a:lnTo>
                    <a:pt x="5135729" y="1868416"/>
                  </a:lnTo>
                  <a:lnTo>
                    <a:pt x="5136585" y="1948556"/>
                  </a:lnTo>
                  <a:lnTo>
                    <a:pt x="5137440" y="1916072"/>
                  </a:lnTo>
                  <a:lnTo>
                    <a:pt x="5138296" y="1949596"/>
                  </a:lnTo>
                  <a:lnTo>
                    <a:pt x="5139151" y="1893652"/>
                  </a:lnTo>
                  <a:lnTo>
                    <a:pt x="5140007" y="1809159"/>
                  </a:lnTo>
                  <a:lnTo>
                    <a:pt x="5140862" y="1822763"/>
                  </a:lnTo>
                  <a:lnTo>
                    <a:pt x="5141718" y="1781599"/>
                  </a:lnTo>
                  <a:lnTo>
                    <a:pt x="5142574" y="1794721"/>
                  </a:lnTo>
                  <a:lnTo>
                    <a:pt x="5143429" y="1833325"/>
                  </a:lnTo>
                  <a:lnTo>
                    <a:pt x="5144285" y="1884212"/>
                  </a:lnTo>
                  <a:lnTo>
                    <a:pt x="5145140" y="1886336"/>
                  </a:lnTo>
                  <a:lnTo>
                    <a:pt x="5145996" y="1986470"/>
                  </a:lnTo>
                  <a:lnTo>
                    <a:pt x="5146851" y="1902822"/>
                  </a:lnTo>
                  <a:lnTo>
                    <a:pt x="5147707" y="1807925"/>
                  </a:lnTo>
                  <a:lnTo>
                    <a:pt x="5148562" y="1796024"/>
                  </a:lnTo>
                  <a:lnTo>
                    <a:pt x="5149418" y="1780734"/>
                  </a:lnTo>
                  <a:lnTo>
                    <a:pt x="5150273" y="1783372"/>
                  </a:lnTo>
                  <a:lnTo>
                    <a:pt x="5151129" y="1688094"/>
                  </a:lnTo>
                  <a:lnTo>
                    <a:pt x="5151984" y="1663183"/>
                  </a:lnTo>
                  <a:lnTo>
                    <a:pt x="5152840" y="1631914"/>
                  </a:lnTo>
                  <a:lnTo>
                    <a:pt x="5153695" y="1637330"/>
                  </a:lnTo>
                  <a:lnTo>
                    <a:pt x="5154551" y="1674415"/>
                  </a:lnTo>
                  <a:lnTo>
                    <a:pt x="5155406" y="1662837"/>
                  </a:lnTo>
                  <a:lnTo>
                    <a:pt x="5156262" y="1649334"/>
                  </a:lnTo>
                  <a:lnTo>
                    <a:pt x="5157117" y="1739837"/>
                  </a:lnTo>
                  <a:lnTo>
                    <a:pt x="5157973" y="1825559"/>
                  </a:lnTo>
                  <a:lnTo>
                    <a:pt x="5158829" y="1915499"/>
                  </a:lnTo>
                  <a:lnTo>
                    <a:pt x="5159684" y="1866460"/>
                  </a:lnTo>
                  <a:lnTo>
                    <a:pt x="5160540" y="1862707"/>
                  </a:lnTo>
                  <a:lnTo>
                    <a:pt x="5161395" y="1930848"/>
                  </a:lnTo>
                  <a:lnTo>
                    <a:pt x="5162251" y="1934860"/>
                  </a:lnTo>
                  <a:lnTo>
                    <a:pt x="5163106" y="1948954"/>
                  </a:lnTo>
                  <a:lnTo>
                    <a:pt x="5163962" y="1968752"/>
                  </a:lnTo>
                  <a:lnTo>
                    <a:pt x="5164817" y="1982859"/>
                  </a:lnTo>
                  <a:lnTo>
                    <a:pt x="5165673" y="1976465"/>
                  </a:lnTo>
                  <a:lnTo>
                    <a:pt x="5166528" y="2052361"/>
                  </a:lnTo>
                  <a:lnTo>
                    <a:pt x="5167384" y="2092087"/>
                  </a:lnTo>
                  <a:lnTo>
                    <a:pt x="5168239" y="2116718"/>
                  </a:lnTo>
                  <a:lnTo>
                    <a:pt x="5169095" y="2092119"/>
                  </a:lnTo>
                  <a:lnTo>
                    <a:pt x="5169950" y="2095138"/>
                  </a:lnTo>
                  <a:lnTo>
                    <a:pt x="5170806" y="2082998"/>
                  </a:lnTo>
                  <a:lnTo>
                    <a:pt x="5171661" y="2073656"/>
                  </a:lnTo>
                  <a:lnTo>
                    <a:pt x="5172517" y="2068752"/>
                  </a:lnTo>
                  <a:lnTo>
                    <a:pt x="5173372" y="2027354"/>
                  </a:lnTo>
                  <a:lnTo>
                    <a:pt x="5174228" y="1971716"/>
                  </a:lnTo>
                  <a:lnTo>
                    <a:pt x="5175084" y="1968093"/>
                  </a:lnTo>
                  <a:lnTo>
                    <a:pt x="5175939" y="2023656"/>
                  </a:lnTo>
                  <a:lnTo>
                    <a:pt x="5176795" y="2090300"/>
                  </a:lnTo>
                  <a:lnTo>
                    <a:pt x="5177650" y="2087904"/>
                  </a:lnTo>
                  <a:lnTo>
                    <a:pt x="5178506" y="2094304"/>
                  </a:lnTo>
                  <a:lnTo>
                    <a:pt x="5179361" y="2092649"/>
                  </a:lnTo>
                  <a:lnTo>
                    <a:pt x="5180217" y="2154230"/>
                  </a:lnTo>
                  <a:lnTo>
                    <a:pt x="5181072" y="2144431"/>
                  </a:lnTo>
                  <a:lnTo>
                    <a:pt x="5181928" y="2125382"/>
                  </a:lnTo>
                  <a:lnTo>
                    <a:pt x="5182783" y="2142932"/>
                  </a:lnTo>
                  <a:lnTo>
                    <a:pt x="5183639" y="2090192"/>
                  </a:lnTo>
                  <a:lnTo>
                    <a:pt x="5184494" y="2038831"/>
                  </a:lnTo>
                  <a:lnTo>
                    <a:pt x="5185350" y="2016381"/>
                  </a:lnTo>
                  <a:lnTo>
                    <a:pt x="5186205" y="1964255"/>
                  </a:lnTo>
                  <a:lnTo>
                    <a:pt x="5187061" y="1965654"/>
                  </a:lnTo>
                  <a:lnTo>
                    <a:pt x="5187916" y="1930107"/>
                  </a:lnTo>
                  <a:lnTo>
                    <a:pt x="5188772" y="1931520"/>
                  </a:lnTo>
                  <a:lnTo>
                    <a:pt x="5189628" y="1988559"/>
                  </a:lnTo>
                  <a:lnTo>
                    <a:pt x="5190483" y="1847616"/>
                  </a:lnTo>
                  <a:lnTo>
                    <a:pt x="5191339" y="1793866"/>
                  </a:lnTo>
                  <a:lnTo>
                    <a:pt x="5192194" y="1745078"/>
                  </a:lnTo>
                  <a:lnTo>
                    <a:pt x="5193050" y="1757608"/>
                  </a:lnTo>
                  <a:lnTo>
                    <a:pt x="5193905" y="1725883"/>
                  </a:lnTo>
                  <a:lnTo>
                    <a:pt x="5194761" y="1664593"/>
                  </a:lnTo>
                  <a:lnTo>
                    <a:pt x="5195616" y="1647792"/>
                  </a:lnTo>
                  <a:lnTo>
                    <a:pt x="5196472" y="1620165"/>
                  </a:lnTo>
                  <a:lnTo>
                    <a:pt x="5197327" y="1631078"/>
                  </a:lnTo>
                  <a:lnTo>
                    <a:pt x="5198183" y="1674007"/>
                  </a:lnTo>
                  <a:lnTo>
                    <a:pt x="5199038" y="1619552"/>
                  </a:lnTo>
                  <a:lnTo>
                    <a:pt x="5199894" y="1597352"/>
                  </a:lnTo>
                  <a:lnTo>
                    <a:pt x="5200749" y="1794487"/>
                  </a:lnTo>
                  <a:lnTo>
                    <a:pt x="5201605" y="1767384"/>
                  </a:lnTo>
                  <a:lnTo>
                    <a:pt x="5202460" y="1798338"/>
                  </a:lnTo>
                  <a:lnTo>
                    <a:pt x="5203316" y="1736478"/>
                  </a:lnTo>
                  <a:lnTo>
                    <a:pt x="5204171" y="1698295"/>
                  </a:lnTo>
                  <a:lnTo>
                    <a:pt x="5205027" y="1717086"/>
                  </a:lnTo>
                  <a:lnTo>
                    <a:pt x="5205883" y="1680328"/>
                  </a:lnTo>
                  <a:lnTo>
                    <a:pt x="5206738" y="1694449"/>
                  </a:lnTo>
                  <a:lnTo>
                    <a:pt x="5207594" y="1673313"/>
                  </a:lnTo>
                  <a:lnTo>
                    <a:pt x="5208449" y="1685673"/>
                  </a:lnTo>
                  <a:lnTo>
                    <a:pt x="5209305" y="1759348"/>
                  </a:lnTo>
                  <a:lnTo>
                    <a:pt x="5210160" y="1772592"/>
                  </a:lnTo>
                  <a:lnTo>
                    <a:pt x="5211016" y="1820090"/>
                  </a:lnTo>
                  <a:lnTo>
                    <a:pt x="5211871" y="1791666"/>
                  </a:lnTo>
                  <a:lnTo>
                    <a:pt x="5212727" y="1789262"/>
                  </a:lnTo>
                  <a:lnTo>
                    <a:pt x="5213582" y="1731920"/>
                  </a:lnTo>
                  <a:lnTo>
                    <a:pt x="5214438" y="1687814"/>
                  </a:lnTo>
                  <a:lnTo>
                    <a:pt x="5215293" y="1709867"/>
                  </a:lnTo>
                  <a:lnTo>
                    <a:pt x="5216149" y="1730153"/>
                  </a:lnTo>
                  <a:lnTo>
                    <a:pt x="5217004" y="1729453"/>
                  </a:lnTo>
                  <a:lnTo>
                    <a:pt x="5217860" y="1803722"/>
                  </a:lnTo>
                  <a:lnTo>
                    <a:pt x="5218715" y="1903405"/>
                  </a:lnTo>
                  <a:lnTo>
                    <a:pt x="5219571" y="1962260"/>
                  </a:lnTo>
                  <a:lnTo>
                    <a:pt x="5220426" y="1936540"/>
                  </a:lnTo>
                  <a:lnTo>
                    <a:pt x="5221282" y="1958061"/>
                  </a:lnTo>
                  <a:lnTo>
                    <a:pt x="5222138" y="2040325"/>
                  </a:lnTo>
                  <a:lnTo>
                    <a:pt x="5222993" y="2017254"/>
                  </a:lnTo>
                  <a:lnTo>
                    <a:pt x="5223849" y="2009749"/>
                  </a:lnTo>
                  <a:lnTo>
                    <a:pt x="5224704" y="2001282"/>
                  </a:lnTo>
                  <a:lnTo>
                    <a:pt x="5225560" y="1984200"/>
                  </a:lnTo>
                  <a:lnTo>
                    <a:pt x="5226415" y="1913970"/>
                  </a:lnTo>
                  <a:lnTo>
                    <a:pt x="5227271" y="1834958"/>
                  </a:lnTo>
                  <a:lnTo>
                    <a:pt x="5228126" y="1842970"/>
                  </a:lnTo>
                  <a:lnTo>
                    <a:pt x="5228982" y="1800938"/>
                  </a:lnTo>
                  <a:lnTo>
                    <a:pt x="5229837" y="1769659"/>
                  </a:lnTo>
                  <a:lnTo>
                    <a:pt x="5230693" y="1801739"/>
                  </a:lnTo>
                  <a:lnTo>
                    <a:pt x="5231548" y="1769504"/>
                  </a:lnTo>
                  <a:lnTo>
                    <a:pt x="5232404" y="1810314"/>
                  </a:lnTo>
                  <a:lnTo>
                    <a:pt x="5233259" y="1811350"/>
                  </a:lnTo>
                  <a:lnTo>
                    <a:pt x="5234115" y="1774123"/>
                  </a:lnTo>
                  <a:lnTo>
                    <a:pt x="5234970" y="1844919"/>
                  </a:lnTo>
                  <a:lnTo>
                    <a:pt x="5235826" y="1839336"/>
                  </a:lnTo>
                  <a:lnTo>
                    <a:pt x="5236682" y="1845763"/>
                  </a:lnTo>
                  <a:lnTo>
                    <a:pt x="5237537" y="1848953"/>
                  </a:lnTo>
                  <a:lnTo>
                    <a:pt x="5238393" y="1757540"/>
                  </a:lnTo>
                  <a:lnTo>
                    <a:pt x="5239248" y="1830950"/>
                  </a:lnTo>
                  <a:lnTo>
                    <a:pt x="5240104" y="1874523"/>
                  </a:lnTo>
                  <a:lnTo>
                    <a:pt x="5240959" y="1853700"/>
                  </a:lnTo>
                  <a:lnTo>
                    <a:pt x="5241815" y="1881444"/>
                  </a:lnTo>
                  <a:lnTo>
                    <a:pt x="5242670" y="1835213"/>
                  </a:lnTo>
                  <a:lnTo>
                    <a:pt x="5243526" y="1941467"/>
                  </a:lnTo>
                  <a:lnTo>
                    <a:pt x="5244381" y="1932351"/>
                  </a:lnTo>
                  <a:lnTo>
                    <a:pt x="5245237" y="1845876"/>
                  </a:lnTo>
                  <a:lnTo>
                    <a:pt x="5246092" y="1892509"/>
                  </a:lnTo>
                  <a:lnTo>
                    <a:pt x="5246948" y="1952803"/>
                  </a:lnTo>
                  <a:lnTo>
                    <a:pt x="5247803" y="1966171"/>
                  </a:lnTo>
                  <a:lnTo>
                    <a:pt x="5248659" y="1998060"/>
                  </a:lnTo>
                  <a:lnTo>
                    <a:pt x="5249514" y="1894310"/>
                  </a:lnTo>
                  <a:lnTo>
                    <a:pt x="5250370" y="1902155"/>
                  </a:lnTo>
                  <a:lnTo>
                    <a:pt x="5251225" y="1896970"/>
                  </a:lnTo>
                  <a:lnTo>
                    <a:pt x="5252081" y="1805437"/>
                  </a:lnTo>
                  <a:lnTo>
                    <a:pt x="5252937" y="1831216"/>
                  </a:lnTo>
                  <a:lnTo>
                    <a:pt x="5253792" y="1705398"/>
                  </a:lnTo>
                  <a:lnTo>
                    <a:pt x="5254648" y="1758270"/>
                  </a:lnTo>
                  <a:lnTo>
                    <a:pt x="5255503" y="1679050"/>
                  </a:lnTo>
                  <a:lnTo>
                    <a:pt x="5256359" y="1653906"/>
                  </a:lnTo>
                  <a:lnTo>
                    <a:pt x="5257214" y="1695817"/>
                  </a:lnTo>
                  <a:lnTo>
                    <a:pt x="5258070" y="1665198"/>
                  </a:lnTo>
                  <a:lnTo>
                    <a:pt x="5258925" y="1716425"/>
                  </a:lnTo>
                  <a:lnTo>
                    <a:pt x="5259781" y="1639930"/>
                  </a:lnTo>
                  <a:lnTo>
                    <a:pt x="5260636" y="1659945"/>
                  </a:lnTo>
                  <a:lnTo>
                    <a:pt x="5261492" y="1636543"/>
                  </a:lnTo>
                  <a:lnTo>
                    <a:pt x="5262347" y="1604420"/>
                  </a:lnTo>
                  <a:lnTo>
                    <a:pt x="5263203" y="1692266"/>
                  </a:lnTo>
                  <a:lnTo>
                    <a:pt x="5264058" y="1737050"/>
                  </a:lnTo>
                  <a:lnTo>
                    <a:pt x="5264914" y="1792309"/>
                  </a:lnTo>
                  <a:lnTo>
                    <a:pt x="5265769" y="1835763"/>
                  </a:lnTo>
                  <a:lnTo>
                    <a:pt x="5266625" y="1841221"/>
                  </a:lnTo>
                  <a:lnTo>
                    <a:pt x="5267480" y="1765369"/>
                  </a:lnTo>
                  <a:lnTo>
                    <a:pt x="5268336" y="1709975"/>
                  </a:lnTo>
                  <a:lnTo>
                    <a:pt x="5269192" y="1658068"/>
                  </a:lnTo>
                  <a:lnTo>
                    <a:pt x="5270047" y="1762519"/>
                  </a:lnTo>
                  <a:lnTo>
                    <a:pt x="5270903" y="1770206"/>
                  </a:lnTo>
                  <a:lnTo>
                    <a:pt x="5271758" y="1701887"/>
                  </a:lnTo>
                  <a:lnTo>
                    <a:pt x="5272614" y="1778397"/>
                  </a:lnTo>
                  <a:lnTo>
                    <a:pt x="5273469" y="1793841"/>
                  </a:lnTo>
                  <a:lnTo>
                    <a:pt x="5274325" y="1907624"/>
                  </a:lnTo>
                  <a:lnTo>
                    <a:pt x="5275180" y="1957708"/>
                  </a:lnTo>
                  <a:lnTo>
                    <a:pt x="5276036" y="1971082"/>
                  </a:lnTo>
                  <a:lnTo>
                    <a:pt x="5276891" y="1946749"/>
                  </a:lnTo>
                  <a:lnTo>
                    <a:pt x="5277747" y="1989325"/>
                  </a:lnTo>
                  <a:lnTo>
                    <a:pt x="5278602" y="1908049"/>
                  </a:lnTo>
                  <a:lnTo>
                    <a:pt x="5279458" y="1852430"/>
                  </a:lnTo>
                  <a:lnTo>
                    <a:pt x="5280313" y="1847935"/>
                  </a:lnTo>
                  <a:lnTo>
                    <a:pt x="5281169" y="1846190"/>
                  </a:lnTo>
                  <a:lnTo>
                    <a:pt x="5282024" y="1977509"/>
                  </a:lnTo>
                  <a:lnTo>
                    <a:pt x="5282880" y="1994495"/>
                  </a:lnTo>
                  <a:lnTo>
                    <a:pt x="5283736" y="1973333"/>
                  </a:lnTo>
                  <a:lnTo>
                    <a:pt x="5284591" y="1989247"/>
                  </a:lnTo>
                  <a:lnTo>
                    <a:pt x="5285447" y="1936523"/>
                  </a:lnTo>
                  <a:lnTo>
                    <a:pt x="5286302" y="1860939"/>
                  </a:lnTo>
                  <a:lnTo>
                    <a:pt x="5287158" y="1839977"/>
                  </a:lnTo>
                  <a:lnTo>
                    <a:pt x="5288013" y="1818619"/>
                  </a:lnTo>
                  <a:lnTo>
                    <a:pt x="5288869" y="1789396"/>
                  </a:lnTo>
                  <a:lnTo>
                    <a:pt x="5289724" y="1786958"/>
                  </a:lnTo>
                  <a:lnTo>
                    <a:pt x="5290580" y="1767588"/>
                  </a:lnTo>
                  <a:lnTo>
                    <a:pt x="5291435" y="1686863"/>
                  </a:lnTo>
                  <a:lnTo>
                    <a:pt x="5292291" y="1643642"/>
                  </a:lnTo>
                  <a:lnTo>
                    <a:pt x="5293146" y="1646399"/>
                  </a:lnTo>
                  <a:lnTo>
                    <a:pt x="5294002" y="1653332"/>
                  </a:lnTo>
                  <a:lnTo>
                    <a:pt x="5294857" y="1676536"/>
                  </a:lnTo>
                  <a:lnTo>
                    <a:pt x="5295713" y="1670693"/>
                  </a:lnTo>
                  <a:lnTo>
                    <a:pt x="5296568" y="1691676"/>
                  </a:lnTo>
                  <a:lnTo>
                    <a:pt x="5297424" y="1735430"/>
                  </a:lnTo>
                  <a:lnTo>
                    <a:pt x="5298279" y="1730621"/>
                  </a:lnTo>
                  <a:lnTo>
                    <a:pt x="5299135" y="1718771"/>
                  </a:lnTo>
                  <a:lnTo>
                    <a:pt x="5299991" y="1702464"/>
                  </a:lnTo>
                  <a:lnTo>
                    <a:pt x="5300846" y="1722929"/>
                  </a:lnTo>
                  <a:lnTo>
                    <a:pt x="5301702" y="1842893"/>
                  </a:lnTo>
                  <a:lnTo>
                    <a:pt x="5302557" y="1903410"/>
                  </a:lnTo>
                  <a:lnTo>
                    <a:pt x="5303413" y="1948294"/>
                  </a:lnTo>
                  <a:lnTo>
                    <a:pt x="5304268" y="1931031"/>
                  </a:lnTo>
                  <a:lnTo>
                    <a:pt x="5305124" y="1862285"/>
                  </a:lnTo>
                  <a:lnTo>
                    <a:pt x="5305979" y="1916726"/>
                  </a:lnTo>
                  <a:lnTo>
                    <a:pt x="5306835" y="1875848"/>
                  </a:lnTo>
                  <a:lnTo>
                    <a:pt x="5307690" y="1975743"/>
                  </a:lnTo>
                  <a:lnTo>
                    <a:pt x="5308546" y="2027560"/>
                  </a:lnTo>
                  <a:lnTo>
                    <a:pt x="5309401" y="2049085"/>
                  </a:lnTo>
                  <a:lnTo>
                    <a:pt x="5310257" y="2085840"/>
                  </a:lnTo>
                  <a:lnTo>
                    <a:pt x="5311112" y="2008709"/>
                  </a:lnTo>
                  <a:lnTo>
                    <a:pt x="5311968" y="2027346"/>
                  </a:lnTo>
                  <a:lnTo>
                    <a:pt x="5312823" y="2034647"/>
                  </a:lnTo>
                  <a:lnTo>
                    <a:pt x="5313679" y="2053509"/>
                  </a:lnTo>
                  <a:lnTo>
                    <a:pt x="5314534" y="1933432"/>
                  </a:lnTo>
                  <a:lnTo>
                    <a:pt x="5315390" y="1832703"/>
                  </a:lnTo>
                  <a:lnTo>
                    <a:pt x="5316246" y="1867400"/>
                  </a:lnTo>
                  <a:lnTo>
                    <a:pt x="5317101" y="1920621"/>
                  </a:lnTo>
                  <a:lnTo>
                    <a:pt x="5317957" y="1924780"/>
                  </a:lnTo>
                  <a:lnTo>
                    <a:pt x="5318812" y="1890980"/>
                  </a:lnTo>
                  <a:lnTo>
                    <a:pt x="5319668" y="1867893"/>
                  </a:lnTo>
                  <a:lnTo>
                    <a:pt x="5320523" y="1860293"/>
                  </a:lnTo>
                  <a:lnTo>
                    <a:pt x="5321379" y="1848319"/>
                  </a:lnTo>
                  <a:lnTo>
                    <a:pt x="5322234" y="1812197"/>
                  </a:lnTo>
                  <a:lnTo>
                    <a:pt x="5323090" y="1831434"/>
                  </a:lnTo>
                  <a:lnTo>
                    <a:pt x="5323945" y="1791129"/>
                  </a:lnTo>
                  <a:lnTo>
                    <a:pt x="5324801" y="1743529"/>
                  </a:lnTo>
                  <a:lnTo>
                    <a:pt x="5325656" y="1794478"/>
                  </a:lnTo>
                  <a:lnTo>
                    <a:pt x="5326512" y="1811686"/>
                  </a:lnTo>
                  <a:lnTo>
                    <a:pt x="5327367" y="1827526"/>
                  </a:lnTo>
                  <a:lnTo>
                    <a:pt x="5328223" y="1786481"/>
                  </a:lnTo>
                  <a:lnTo>
                    <a:pt x="5329078" y="1765135"/>
                  </a:lnTo>
                  <a:lnTo>
                    <a:pt x="5329934" y="1768814"/>
                  </a:lnTo>
                  <a:lnTo>
                    <a:pt x="5330789" y="1786590"/>
                  </a:lnTo>
                  <a:lnTo>
                    <a:pt x="5331645" y="1782900"/>
                  </a:lnTo>
                  <a:lnTo>
                    <a:pt x="5332501" y="1799770"/>
                  </a:lnTo>
                  <a:lnTo>
                    <a:pt x="5333356" y="1775063"/>
                  </a:lnTo>
                  <a:lnTo>
                    <a:pt x="5334212" y="1691751"/>
                  </a:lnTo>
                  <a:lnTo>
                    <a:pt x="5335067" y="1685916"/>
                  </a:lnTo>
                  <a:lnTo>
                    <a:pt x="5335923" y="1529376"/>
                  </a:lnTo>
                  <a:lnTo>
                    <a:pt x="5336778" y="1511975"/>
                  </a:lnTo>
                  <a:lnTo>
                    <a:pt x="5337634" y="1411366"/>
                  </a:lnTo>
                  <a:lnTo>
                    <a:pt x="5338489" y="1496203"/>
                  </a:lnTo>
                  <a:lnTo>
                    <a:pt x="5339345" y="1482810"/>
                  </a:lnTo>
                  <a:lnTo>
                    <a:pt x="5340200" y="1504514"/>
                  </a:lnTo>
                  <a:lnTo>
                    <a:pt x="5341056" y="1397345"/>
                  </a:lnTo>
                  <a:lnTo>
                    <a:pt x="5341911" y="1407357"/>
                  </a:lnTo>
                  <a:lnTo>
                    <a:pt x="5342767" y="1413119"/>
                  </a:lnTo>
                  <a:lnTo>
                    <a:pt x="5343622" y="1466276"/>
                  </a:lnTo>
                  <a:lnTo>
                    <a:pt x="5344478" y="1384390"/>
                  </a:lnTo>
                  <a:lnTo>
                    <a:pt x="5345333" y="1371779"/>
                  </a:lnTo>
                  <a:lnTo>
                    <a:pt x="5346189" y="1235431"/>
                  </a:lnTo>
                  <a:lnTo>
                    <a:pt x="5347045" y="1300641"/>
                  </a:lnTo>
                  <a:lnTo>
                    <a:pt x="5347900" y="1292084"/>
                  </a:lnTo>
                  <a:lnTo>
                    <a:pt x="5348756" y="1345023"/>
                  </a:lnTo>
                  <a:lnTo>
                    <a:pt x="5349611" y="1330103"/>
                  </a:lnTo>
                  <a:lnTo>
                    <a:pt x="5350467" y="1358175"/>
                  </a:lnTo>
                  <a:lnTo>
                    <a:pt x="5351322" y="1339702"/>
                  </a:lnTo>
                  <a:lnTo>
                    <a:pt x="5352178" y="1421778"/>
                  </a:lnTo>
                  <a:lnTo>
                    <a:pt x="5353033" y="1369594"/>
                  </a:lnTo>
                  <a:lnTo>
                    <a:pt x="5353889" y="1377856"/>
                  </a:lnTo>
                  <a:lnTo>
                    <a:pt x="5354744" y="1358954"/>
                  </a:lnTo>
                  <a:lnTo>
                    <a:pt x="5355600" y="1366750"/>
                  </a:lnTo>
                  <a:lnTo>
                    <a:pt x="5356455" y="1424774"/>
                  </a:lnTo>
                  <a:lnTo>
                    <a:pt x="5357311" y="1421734"/>
                  </a:lnTo>
                  <a:lnTo>
                    <a:pt x="5358166" y="1427413"/>
                  </a:lnTo>
                  <a:lnTo>
                    <a:pt x="5359022" y="1429314"/>
                  </a:lnTo>
                  <a:lnTo>
                    <a:pt x="5359877" y="1530088"/>
                  </a:lnTo>
                  <a:lnTo>
                    <a:pt x="5360733" y="1554967"/>
                  </a:lnTo>
                  <a:lnTo>
                    <a:pt x="5361588" y="1633513"/>
                  </a:lnTo>
                  <a:lnTo>
                    <a:pt x="5362444" y="1740561"/>
                  </a:lnTo>
                  <a:lnTo>
                    <a:pt x="5363300" y="1794905"/>
                  </a:lnTo>
                  <a:lnTo>
                    <a:pt x="5364155" y="1839516"/>
                  </a:lnTo>
                  <a:lnTo>
                    <a:pt x="5365011" y="1855114"/>
                  </a:lnTo>
                  <a:lnTo>
                    <a:pt x="5365866" y="1829971"/>
                  </a:lnTo>
                  <a:lnTo>
                    <a:pt x="5366722" y="1721873"/>
                  </a:lnTo>
                  <a:lnTo>
                    <a:pt x="5367577" y="1574026"/>
                  </a:lnTo>
                  <a:lnTo>
                    <a:pt x="5368433" y="1572146"/>
                  </a:lnTo>
                  <a:lnTo>
                    <a:pt x="5369288" y="1701903"/>
                  </a:lnTo>
                  <a:lnTo>
                    <a:pt x="5370144" y="1748561"/>
                  </a:lnTo>
                  <a:lnTo>
                    <a:pt x="5370999" y="1669151"/>
                  </a:lnTo>
                  <a:lnTo>
                    <a:pt x="5371855" y="1690103"/>
                  </a:lnTo>
                  <a:lnTo>
                    <a:pt x="5372710" y="1725815"/>
                  </a:lnTo>
                  <a:lnTo>
                    <a:pt x="5373566" y="1831663"/>
                  </a:lnTo>
                  <a:lnTo>
                    <a:pt x="5374421" y="1766146"/>
                  </a:lnTo>
                  <a:lnTo>
                    <a:pt x="5375277" y="1676983"/>
                  </a:lnTo>
                  <a:lnTo>
                    <a:pt x="5376132" y="1656588"/>
                  </a:lnTo>
                  <a:lnTo>
                    <a:pt x="5376988" y="1784501"/>
                  </a:lnTo>
                  <a:lnTo>
                    <a:pt x="5377843" y="1903974"/>
                  </a:lnTo>
                  <a:lnTo>
                    <a:pt x="5378699" y="1898756"/>
                  </a:lnTo>
                  <a:lnTo>
                    <a:pt x="5379555" y="1923352"/>
                  </a:lnTo>
                  <a:lnTo>
                    <a:pt x="5380410" y="1858912"/>
                  </a:lnTo>
                  <a:lnTo>
                    <a:pt x="5381266" y="1881516"/>
                  </a:lnTo>
                  <a:lnTo>
                    <a:pt x="5382121" y="1811638"/>
                  </a:lnTo>
                  <a:lnTo>
                    <a:pt x="5382977" y="1618243"/>
                  </a:lnTo>
                  <a:lnTo>
                    <a:pt x="5383832" y="1592901"/>
                  </a:lnTo>
                  <a:lnTo>
                    <a:pt x="5384688" y="1609526"/>
                  </a:lnTo>
                  <a:lnTo>
                    <a:pt x="5385543" y="1646065"/>
                  </a:lnTo>
                  <a:lnTo>
                    <a:pt x="5386399" y="1611673"/>
                  </a:lnTo>
                  <a:lnTo>
                    <a:pt x="5387254" y="1507041"/>
                  </a:lnTo>
                  <a:lnTo>
                    <a:pt x="5388110" y="1499991"/>
                  </a:lnTo>
                  <a:lnTo>
                    <a:pt x="5388965" y="1575804"/>
                  </a:lnTo>
                  <a:lnTo>
                    <a:pt x="5389821" y="1663311"/>
                  </a:lnTo>
                  <a:lnTo>
                    <a:pt x="5390676" y="1692818"/>
                  </a:lnTo>
                  <a:lnTo>
                    <a:pt x="5391532" y="1646125"/>
                  </a:lnTo>
                  <a:lnTo>
                    <a:pt x="5392387" y="1631513"/>
                  </a:lnTo>
                  <a:lnTo>
                    <a:pt x="5393243" y="1544174"/>
                  </a:lnTo>
                  <a:lnTo>
                    <a:pt x="5394099" y="1528425"/>
                  </a:lnTo>
                  <a:lnTo>
                    <a:pt x="5394954" y="1353456"/>
                  </a:lnTo>
                  <a:lnTo>
                    <a:pt x="5395810" y="1276734"/>
                  </a:lnTo>
                  <a:lnTo>
                    <a:pt x="5396665" y="1276712"/>
                  </a:lnTo>
                  <a:lnTo>
                    <a:pt x="5397521" y="1455274"/>
                  </a:lnTo>
                  <a:lnTo>
                    <a:pt x="5398376" y="1570794"/>
                  </a:lnTo>
                  <a:lnTo>
                    <a:pt x="5399232" y="1597258"/>
                  </a:lnTo>
                  <a:lnTo>
                    <a:pt x="5400087" y="1655809"/>
                  </a:lnTo>
                  <a:lnTo>
                    <a:pt x="5400943" y="1652392"/>
                  </a:lnTo>
                  <a:lnTo>
                    <a:pt x="5401798" y="1718073"/>
                  </a:lnTo>
                  <a:lnTo>
                    <a:pt x="5402654" y="1598249"/>
                  </a:lnTo>
                  <a:lnTo>
                    <a:pt x="5403509" y="1610553"/>
                  </a:lnTo>
                  <a:lnTo>
                    <a:pt x="5404365" y="1624392"/>
                  </a:lnTo>
                  <a:lnTo>
                    <a:pt x="5405220" y="1658871"/>
                  </a:lnTo>
                  <a:lnTo>
                    <a:pt x="5406076" y="1651956"/>
                  </a:lnTo>
                  <a:lnTo>
                    <a:pt x="5406931" y="1618305"/>
                  </a:lnTo>
                  <a:lnTo>
                    <a:pt x="5407787" y="1582480"/>
                  </a:lnTo>
                  <a:lnTo>
                    <a:pt x="5408642" y="1550442"/>
                  </a:lnTo>
                  <a:lnTo>
                    <a:pt x="5409498" y="1543039"/>
                  </a:lnTo>
                  <a:lnTo>
                    <a:pt x="5410354" y="1328168"/>
                  </a:lnTo>
                  <a:lnTo>
                    <a:pt x="5411209" y="1128933"/>
                  </a:lnTo>
                  <a:lnTo>
                    <a:pt x="5412065" y="924418"/>
                  </a:lnTo>
                  <a:lnTo>
                    <a:pt x="5412920" y="826321"/>
                  </a:lnTo>
                  <a:lnTo>
                    <a:pt x="5413776" y="800208"/>
                  </a:lnTo>
                  <a:lnTo>
                    <a:pt x="5414631" y="714392"/>
                  </a:lnTo>
                  <a:lnTo>
                    <a:pt x="5415487" y="577050"/>
                  </a:lnTo>
                  <a:lnTo>
                    <a:pt x="5416342" y="508879"/>
                  </a:lnTo>
                  <a:lnTo>
                    <a:pt x="5417198" y="606377"/>
                  </a:lnTo>
                  <a:lnTo>
                    <a:pt x="5418053" y="581916"/>
                  </a:lnTo>
                  <a:lnTo>
                    <a:pt x="5418909" y="686169"/>
                  </a:lnTo>
                  <a:lnTo>
                    <a:pt x="5419764" y="705846"/>
                  </a:lnTo>
                  <a:lnTo>
                    <a:pt x="5420620" y="672533"/>
                  </a:lnTo>
                  <a:lnTo>
                    <a:pt x="5421475" y="807617"/>
                  </a:lnTo>
                  <a:lnTo>
                    <a:pt x="5422331" y="763687"/>
                  </a:lnTo>
                  <a:lnTo>
                    <a:pt x="5423186" y="811986"/>
                  </a:lnTo>
                  <a:lnTo>
                    <a:pt x="5424042" y="910462"/>
                  </a:lnTo>
                  <a:lnTo>
                    <a:pt x="5424897" y="816871"/>
                  </a:lnTo>
                  <a:lnTo>
                    <a:pt x="5425753" y="737977"/>
                  </a:lnTo>
                  <a:lnTo>
                    <a:pt x="5426609" y="722705"/>
                  </a:lnTo>
                  <a:lnTo>
                    <a:pt x="5427464" y="701945"/>
                  </a:lnTo>
                  <a:lnTo>
                    <a:pt x="5428320" y="648323"/>
                  </a:lnTo>
                  <a:lnTo>
                    <a:pt x="5429175" y="642102"/>
                  </a:lnTo>
                  <a:lnTo>
                    <a:pt x="5430031" y="600972"/>
                  </a:lnTo>
                  <a:lnTo>
                    <a:pt x="5430886" y="571593"/>
                  </a:lnTo>
                  <a:lnTo>
                    <a:pt x="5431742" y="686096"/>
                  </a:lnTo>
                  <a:lnTo>
                    <a:pt x="5432597" y="546784"/>
                  </a:lnTo>
                  <a:lnTo>
                    <a:pt x="5433453" y="523513"/>
                  </a:lnTo>
                  <a:lnTo>
                    <a:pt x="5434308" y="637212"/>
                  </a:lnTo>
                  <a:lnTo>
                    <a:pt x="5435164" y="585197"/>
                  </a:lnTo>
                  <a:lnTo>
                    <a:pt x="5436019" y="659252"/>
                  </a:lnTo>
                  <a:lnTo>
                    <a:pt x="5436875" y="687422"/>
                  </a:lnTo>
                  <a:lnTo>
                    <a:pt x="5437730" y="853311"/>
                  </a:lnTo>
                  <a:lnTo>
                    <a:pt x="5438586" y="1061107"/>
                  </a:lnTo>
                  <a:lnTo>
                    <a:pt x="5439441" y="1125620"/>
                  </a:lnTo>
                  <a:lnTo>
                    <a:pt x="5440297" y="1364142"/>
                  </a:lnTo>
                  <a:lnTo>
                    <a:pt x="5441153" y="1408258"/>
                  </a:lnTo>
                  <a:lnTo>
                    <a:pt x="5442008" y="1445165"/>
                  </a:lnTo>
                  <a:lnTo>
                    <a:pt x="5442864" y="1577275"/>
                  </a:lnTo>
                  <a:lnTo>
                    <a:pt x="5443719" y="1377705"/>
                  </a:lnTo>
                  <a:lnTo>
                    <a:pt x="5444575" y="1494267"/>
                  </a:lnTo>
                  <a:lnTo>
                    <a:pt x="5445430" y="1392470"/>
                  </a:lnTo>
                  <a:lnTo>
                    <a:pt x="5446286" y="1354019"/>
                  </a:lnTo>
                  <a:lnTo>
                    <a:pt x="5447141" y="1378740"/>
                  </a:lnTo>
                  <a:lnTo>
                    <a:pt x="5447997" y="1324660"/>
                  </a:lnTo>
                  <a:lnTo>
                    <a:pt x="5448852" y="1375327"/>
                  </a:lnTo>
                  <a:lnTo>
                    <a:pt x="5449708" y="1652638"/>
                  </a:lnTo>
                  <a:lnTo>
                    <a:pt x="5450563" y="1683466"/>
                  </a:lnTo>
                  <a:lnTo>
                    <a:pt x="5451419" y="1805853"/>
                  </a:lnTo>
                  <a:lnTo>
                    <a:pt x="5452274" y="1764812"/>
                  </a:lnTo>
                  <a:lnTo>
                    <a:pt x="5453130" y="1755561"/>
                  </a:lnTo>
                  <a:lnTo>
                    <a:pt x="5453985" y="1867321"/>
                  </a:lnTo>
                  <a:lnTo>
                    <a:pt x="5454841" y="1929229"/>
                  </a:lnTo>
                  <a:lnTo>
                    <a:pt x="5455696" y="1950451"/>
                  </a:lnTo>
                  <a:lnTo>
                    <a:pt x="5456552" y="1982488"/>
                  </a:lnTo>
                  <a:lnTo>
                    <a:pt x="5457408" y="1945406"/>
                  </a:lnTo>
                  <a:lnTo>
                    <a:pt x="5458263" y="1790064"/>
                  </a:lnTo>
                  <a:lnTo>
                    <a:pt x="5459119" y="1700739"/>
                  </a:lnTo>
                  <a:lnTo>
                    <a:pt x="5459974" y="1534165"/>
                  </a:lnTo>
                  <a:lnTo>
                    <a:pt x="5460830" y="1496221"/>
                  </a:lnTo>
                  <a:lnTo>
                    <a:pt x="5461685" y="1541943"/>
                  </a:lnTo>
                  <a:lnTo>
                    <a:pt x="5462541" y="1574245"/>
                  </a:lnTo>
                  <a:lnTo>
                    <a:pt x="5463396" y="1679842"/>
                  </a:lnTo>
                  <a:lnTo>
                    <a:pt x="5464252" y="1732718"/>
                  </a:lnTo>
                  <a:lnTo>
                    <a:pt x="5465107" y="1641173"/>
                  </a:lnTo>
                  <a:lnTo>
                    <a:pt x="5465963" y="1556017"/>
                  </a:lnTo>
                  <a:lnTo>
                    <a:pt x="5466818" y="1550348"/>
                  </a:lnTo>
                  <a:lnTo>
                    <a:pt x="5467674" y="1480352"/>
                  </a:lnTo>
                  <a:lnTo>
                    <a:pt x="5468529" y="1565361"/>
                  </a:lnTo>
                  <a:lnTo>
                    <a:pt x="5469385" y="1614188"/>
                  </a:lnTo>
                  <a:lnTo>
                    <a:pt x="5470240" y="1626883"/>
                  </a:lnTo>
                  <a:lnTo>
                    <a:pt x="5471096" y="1649705"/>
                  </a:lnTo>
                  <a:lnTo>
                    <a:pt x="5471951" y="1545621"/>
                  </a:lnTo>
                  <a:lnTo>
                    <a:pt x="5472807" y="1577388"/>
                  </a:lnTo>
                  <a:lnTo>
                    <a:pt x="5473663" y="1577208"/>
                  </a:lnTo>
                  <a:lnTo>
                    <a:pt x="5474518" y="1580262"/>
                  </a:lnTo>
                  <a:lnTo>
                    <a:pt x="5475374" y="1593468"/>
                  </a:lnTo>
                  <a:lnTo>
                    <a:pt x="5476229" y="1559147"/>
                  </a:lnTo>
                  <a:lnTo>
                    <a:pt x="5477085" y="1614945"/>
                  </a:lnTo>
                  <a:lnTo>
                    <a:pt x="5477940" y="1617580"/>
                  </a:lnTo>
                  <a:lnTo>
                    <a:pt x="5478796" y="1642708"/>
                  </a:lnTo>
                  <a:lnTo>
                    <a:pt x="5479651" y="1647479"/>
                  </a:lnTo>
                  <a:lnTo>
                    <a:pt x="5480507" y="1612048"/>
                  </a:lnTo>
                  <a:lnTo>
                    <a:pt x="5481362" y="1639377"/>
                  </a:lnTo>
                  <a:lnTo>
                    <a:pt x="5482218" y="1802062"/>
                  </a:lnTo>
                  <a:lnTo>
                    <a:pt x="5483073" y="1879687"/>
                  </a:lnTo>
                  <a:lnTo>
                    <a:pt x="5483929" y="1897416"/>
                  </a:lnTo>
                  <a:lnTo>
                    <a:pt x="5484784" y="1945624"/>
                  </a:lnTo>
                  <a:lnTo>
                    <a:pt x="5485640" y="1991666"/>
                  </a:lnTo>
                  <a:lnTo>
                    <a:pt x="5486495" y="2004746"/>
                  </a:lnTo>
                  <a:lnTo>
                    <a:pt x="5487351" y="2002921"/>
                  </a:lnTo>
                  <a:lnTo>
                    <a:pt x="5488207" y="2010340"/>
                  </a:lnTo>
                  <a:lnTo>
                    <a:pt x="5489062" y="2000985"/>
                  </a:lnTo>
                  <a:lnTo>
                    <a:pt x="5489918" y="2038230"/>
                  </a:lnTo>
                  <a:lnTo>
                    <a:pt x="5490773" y="1990798"/>
                  </a:lnTo>
                  <a:lnTo>
                    <a:pt x="5491629" y="2024198"/>
                  </a:lnTo>
                  <a:lnTo>
                    <a:pt x="5492484" y="2043334"/>
                  </a:lnTo>
                  <a:lnTo>
                    <a:pt x="5493340" y="2040297"/>
                  </a:lnTo>
                  <a:lnTo>
                    <a:pt x="5494195" y="2042518"/>
                  </a:lnTo>
                  <a:lnTo>
                    <a:pt x="5495051" y="2062211"/>
                  </a:lnTo>
                  <a:lnTo>
                    <a:pt x="5495906" y="2075652"/>
                  </a:lnTo>
                  <a:lnTo>
                    <a:pt x="5496762" y="2079524"/>
                  </a:lnTo>
                  <a:lnTo>
                    <a:pt x="5497617" y="2082287"/>
                  </a:lnTo>
                  <a:lnTo>
                    <a:pt x="5498473" y="1993833"/>
                  </a:lnTo>
                  <a:lnTo>
                    <a:pt x="5499328" y="1983514"/>
                  </a:lnTo>
                  <a:lnTo>
                    <a:pt x="5500184" y="1997856"/>
                  </a:lnTo>
                  <a:lnTo>
                    <a:pt x="5501039" y="1865199"/>
                  </a:lnTo>
                  <a:lnTo>
                    <a:pt x="5501895" y="1967033"/>
                  </a:lnTo>
                  <a:lnTo>
                    <a:pt x="5502750" y="1948814"/>
                  </a:lnTo>
                  <a:lnTo>
                    <a:pt x="5503606" y="1947487"/>
                  </a:lnTo>
                  <a:lnTo>
                    <a:pt x="5504462" y="2004241"/>
                  </a:lnTo>
                  <a:lnTo>
                    <a:pt x="5505317" y="1902415"/>
                  </a:lnTo>
                  <a:lnTo>
                    <a:pt x="5506173" y="1840924"/>
                  </a:lnTo>
                  <a:lnTo>
                    <a:pt x="5507028" y="1776823"/>
                  </a:lnTo>
                  <a:lnTo>
                    <a:pt x="5507884" y="1900660"/>
                  </a:lnTo>
                  <a:lnTo>
                    <a:pt x="5508739" y="1915946"/>
                  </a:lnTo>
                  <a:lnTo>
                    <a:pt x="5509595" y="1887035"/>
                  </a:lnTo>
                  <a:lnTo>
                    <a:pt x="5510450" y="1985028"/>
                  </a:lnTo>
                  <a:lnTo>
                    <a:pt x="5511306" y="1986193"/>
                  </a:lnTo>
                  <a:lnTo>
                    <a:pt x="5512161" y="2018487"/>
                  </a:lnTo>
                  <a:lnTo>
                    <a:pt x="5513017" y="2027247"/>
                  </a:lnTo>
                  <a:lnTo>
                    <a:pt x="5513872" y="1956532"/>
                  </a:lnTo>
                  <a:lnTo>
                    <a:pt x="5514728" y="2036425"/>
                  </a:lnTo>
                  <a:lnTo>
                    <a:pt x="5515583" y="2070679"/>
                  </a:lnTo>
                  <a:lnTo>
                    <a:pt x="5516439" y="2062683"/>
                  </a:lnTo>
                  <a:lnTo>
                    <a:pt x="5517294" y="2018366"/>
                  </a:lnTo>
                  <a:lnTo>
                    <a:pt x="5518150" y="1969661"/>
                  </a:lnTo>
                  <a:lnTo>
                    <a:pt x="5519005" y="1854166"/>
                  </a:lnTo>
                  <a:lnTo>
                    <a:pt x="5519861" y="1806727"/>
                  </a:lnTo>
                  <a:lnTo>
                    <a:pt x="5520717" y="1747084"/>
                  </a:lnTo>
                  <a:lnTo>
                    <a:pt x="5521572" y="1686458"/>
                  </a:lnTo>
                  <a:lnTo>
                    <a:pt x="5522428" y="1716132"/>
                  </a:lnTo>
                  <a:lnTo>
                    <a:pt x="5523283" y="1725254"/>
                  </a:lnTo>
                  <a:lnTo>
                    <a:pt x="5524139" y="1760984"/>
                  </a:lnTo>
                  <a:lnTo>
                    <a:pt x="5524994" y="1804578"/>
                  </a:lnTo>
                  <a:lnTo>
                    <a:pt x="5525850" y="1920371"/>
                  </a:lnTo>
                  <a:lnTo>
                    <a:pt x="5526705" y="1929961"/>
                  </a:lnTo>
                  <a:lnTo>
                    <a:pt x="5527561" y="1889287"/>
                  </a:lnTo>
                  <a:lnTo>
                    <a:pt x="5528416" y="1866770"/>
                  </a:lnTo>
                  <a:lnTo>
                    <a:pt x="5529272" y="1871485"/>
                  </a:lnTo>
                  <a:lnTo>
                    <a:pt x="5530127" y="1934713"/>
                  </a:lnTo>
                  <a:lnTo>
                    <a:pt x="5530983" y="1966099"/>
                  </a:lnTo>
                  <a:lnTo>
                    <a:pt x="5531838" y="1983256"/>
                  </a:lnTo>
                  <a:lnTo>
                    <a:pt x="5532694" y="2026684"/>
                  </a:lnTo>
                  <a:lnTo>
                    <a:pt x="5533549" y="2034476"/>
                  </a:lnTo>
                  <a:lnTo>
                    <a:pt x="5534405" y="1980888"/>
                  </a:lnTo>
                  <a:lnTo>
                    <a:pt x="5535261" y="1909132"/>
                  </a:lnTo>
                  <a:lnTo>
                    <a:pt x="5536116" y="1903783"/>
                  </a:lnTo>
                  <a:lnTo>
                    <a:pt x="5536972" y="1865403"/>
                  </a:lnTo>
                  <a:lnTo>
                    <a:pt x="5537827" y="1858166"/>
                  </a:lnTo>
                  <a:lnTo>
                    <a:pt x="5538683" y="1961276"/>
                  </a:lnTo>
                  <a:lnTo>
                    <a:pt x="5539538" y="2016753"/>
                  </a:lnTo>
                  <a:lnTo>
                    <a:pt x="5540394" y="2112615"/>
                  </a:lnTo>
                  <a:lnTo>
                    <a:pt x="5541249" y="2124686"/>
                  </a:lnTo>
                  <a:lnTo>
                    <a:pt x="5542105" y="2104039"/>
                  </a:lnTo>
                  <a:lnTo>
                    <a:pt x="5542960" y="2069471"/>
                  </a:lnTo>
                  <a:lnTo>
                    <a:pt x="5543816" y="2035059"/>
                  </a:lnTo>
                  <a:lnTo>
                    <a:pt x="5544671" y="2007462"/>
                  </a:lnTo>
                  <a:lnTo>
                    <a:pt x="5545527" y="2025841"/>
                  </a:lnTo>
                  <a:lnTo>
                    <a:pt x="5546382" y="1974451"/>
                  </a:lnTo>
                  <a:lnTo>
                    <a:pt x="5547238" y="1937422"/>
                  </a:lnTo>
                  <a:lnTo>
                    <a:pt x="5548093" y="1958499"/>
                  </a:lnTo>
                  <a:lnTo>
                    <a:pt x="5548949" y="1989128"/>
                  </a:lnTo>
                  <a:lnTo>
                    <a:pt x="5549804" y="2009987"/>
                  </a:lnTo>
                  <a:lnTo>
                    <a:pt x="5550660" y="2013424"/>
                  </a:lnTo>
                  <a:lnTo>
                    <a:pt x="5551516" y="1967485"/>
                  </a:lnTo>
                  <a:lnTo>
                    <a:pt x="5552371" y="1970819"/>
                  </a:lnTo>
                  <a:lnTo>
                    <a:pt x="5553227" y="1970580"/>
                  </a:lnTo>
                  <a:lnTo>
                    <a:pt x="5554082" y="1976613"/>
                  </a:lnTo>
                  <a:lnTo>
                    <a:pt x="5554938" y="2000423"/>
                  </a:lnTo>
                  <a:lnTo>
                    <a:pt x="5555793" y="1994065"/>
                  </a:lnTo>
                  <a:lnTo>
                    <a:pt x="5556649" y="2011472"/>
                  </a:lnTo>
                  <a:lnTo>
                    <a:pt x="5557504" y="2015910"/>
                  </a:lnTo>
                  <a:lnTo>
                    <a:pt x="5558360" y="2003097"/>
                  </a:lnTo>
                  <a:lnTo>
                    <a:pt x="5559215" y="2050493"/>
                  </a:lnTo>
                  <a:lnTo>
                    <a:pt x="5560071" y="2080297"/>
                  </a:lnTo>
                  <a:lnTo>
                    <a:pt x="5560926" y="2094905"/>
                  </a:lnTo>
                  <a:lnTo>
                    <a:pt x="5561782" y="2089917"/>
                  </a:lnTo>
                  <a:lnTo>
                    <a:pt x="5562637" y="2083398"/>
                  </a:lnTo>
                  <a:lnTo>
                    <a:pt x="5563493" y="2040982"/>
                  </a:lnTo>
                  <a:lnTo>
                    <a:pt x="5564348" y="2047725"/>
                  </a:lnTo>
                  <a:lnTo>
                    <a:pt x="5565204" y="2059152"/>
                  </a:lnTo>
                  <a:lnTo>
                    <a:pt x="5566059" y="2072191"/>
                  </a:lnTo>
                  <a:lnTo>
                    <a:pt x="5566915" y="2075567"/>
                  </a:lnTo>
                  <a:lnTo>
                    <a:pt x="5567771" y="2079062"/>
                  </a:lnTo>
                  <a:lnTo>
                    <a:pt x="5568626" y="2058634"/>
                  </a:lnTo>
                  <a:lnTo>
                    <a:pt x="5569482" y="2035753"/>
                  </a:lnTo>
                  <a:lnTo>
                    <a:pt x="5570337" y="2031214"/>
                  </a:lnTo>
                  <a:lnTo>
                    <a:pt x="5571193" y="1995725"/>
                  </a:lnTo>
                  <a:lnTo>
                    <a:pt x="5572048" y="1960062"/>
                  </a:lnTo>
                  <a:lnTo>
                    <a:pt x="5572904" y="1823388"/>
                  </a:lnTo>
                  <a:lnTo>
                    <a:pt x="5573759" y="1709433"/>
                  </a:lnTo>
                  <a:lnTo>
                    <a:pt x="5574615" y="1739641"/>
                  </a:lnTo>
                  <a:lnTo>
                    <a:pt x="5575470" y="1810800"/>
                  </a:lnTo>
                  <a:lnTo>
                    <a:pt x="5576326" y="1802226"/>
                  </a:lnTo>
                  <a:lnTo>
                    <a:pt x="5577181" y="1767554"/>
                  </a:lnTo>
                  <a:lnTo>
                    <a:pt x="5578037" y="1696311"/>
                  </a:lnTo>
                  <a:lnTo>
                    <a:pt x="5578892" y="1659333"/>
                  </a:lnTo>
                  <a:lnTo>
                    <a:pt x="5579748" y="1627717"/>
                  </a:lnTo>
                  <a:lnTo>
                    <a:pt x="5580603" y="1615522"/>
                  </a:lnTo>
                  <a:lnTo>
                    <a:pt x="5581459" y="1588074"/>
                  </a:lnTo>
                  <a:lnTo>
                    <a:pt x="5582314" y="1699714"/>
                  </a:lnTo>
                  <a:lnTo>
                    <a:pt x="5583170" y="1738519"/>
                  </a:lnTo>
                  <a:lnTo>
                    <a:pt x="5584026" y="1780712"/>
                  </a:lnTo>
                  <a:lnTo>
                    <a:pt x="5584881" y="1882699"/>
                  </a:lnTo>
                  <a:lnTo>
                    <a:pt x="5585737" y="1947493"/>
                  </a:lnTo>
                  <a:lnTo>
                    <a:pt x="5586592" y="1964437"/>
                  </a:lnTo>
                  <a:lnTo>
                    <a:pt x="5587448" y="1908103"/>
                  </a:lnTo>
                  <a:lnTo>
                    <a:pt x="5588303" y="1798191"/>
                  </a:lnTo>
                  <a:lnTo>
                    <a:pt x="5589159" y="1773179"/>
                  </a:lnTo>
                  <a:lnTo>
                    <a:pt x="5590014" y="1784878"/>
                  </a:lnTo>
                  <a:lnTo>
                    <a:pt x="5590870" y="1744975"/>
                  </a:lnTo>
                  <a:lnTo>
                    <a:pt x="5591725" y="1768956"/>
                  </a:lnTo>
                  <a:lnTo>
                    <a:pt x="5592581" y="1763907"/>
                  </a:lnTo>
                  <a:lnTo>
                    <a:pt x="5593436" y="1932825"/>
                  </a:lnTo>
                  <a:lnTo>
                    <a:pt x="5594292" y="1860885"/>
                  </a:lnTo>
                  <a:lnTo>
                    <a:pt x="5595147" y="1833365"/>
                  </a:lnTo>
                  <a:lnTo>
                    <a:pt x="5596003" y="1870317"/>
                  </a:lnTo>
                  <a:lnTo>
                    <a:pt x="5596858" y="1917261"/>
                  </a:lnTo>
                  <a:lnTo>
                    <a:pt x="5597714" y="1923641"/>
                  </a:lnTo>
                  <a:lnTo>
                    <a:pt x="5598570" y="2005583"/>
                  </a:lnTo>
                  <a:lnTo>
                    <a:pt x="5599425" y="2019586"/>
                  </a:lnTo>
                  <a:lnTo>
                    <a:pt x="5600281" y="2012068"/>
                  </a:lnTo>
                  <a:lnTo>
                    <a:pt x="5601136" y="2055922"/>
                  </a:lnTo>
                  <a:lnTo>
                    <a:pt x="5601992" y="2068945"/>
                  </a:lnTo>
                  <a:lnTo>
                    <a:pt x="5602847" y="2095425"/>
                  </a:lnTo>
                  <a:lnTo>
                    <a:pt x="5603703" y="2151436"/>
                  </a:lnTo>
                  <a:lnTo>
                    <a:pt x="5604558" y="2152817"/>
                  </a:lnTo>
                  <a:lnTo>
                    <a:pt x="5605414" y="2183293"/>
                  </a:lnTo>
                  <a:lnTo>
                    <a:pt x="5606269" y="2146369"/>
                  </a:lnTo>
                  <a:lnTo>
                    <a:pt x="5607125" y="2143760"/>
                  </a:lnTo>
                  <a:lnTo>
                    <a:pt x="5607980" y="2145737"/>
                  </a:lnTo>
                  <a:lnTo>
                    <a:pt x="5608836" y="2105662"/>
                  </a:lnTo>
                  <a:lnTo>
                    <a:pt x="5609691" y="2096340"/>
                  </a:lnTo>
                  <a:lnTo>
                    <a:pt x="5610547" y="2044143"/>
                  </a:lnTo>
                  <a:lnTo>
                    <a:pt x="5611402" y="2085939"/>
                  </a:lnTo>
                  <a:lnTo>
                    <a:pt x="5612258" y="2093219"/>
                  </a:lnTo>
                  <a:lnTo>
                    <a:pt x="5613113" y="2019293"/>
                  </a:lnTo>
                  <a:lnTo>
                    <a:pt x="5613969" y="2032879"/>
                  </a:lnTo>
                  <a:lnTo>
                    <a:pt x="5614825" y="2044873"/>
                  </a:lnTo>
                  <a:lnTo>
                    <a:pt x="5615680" y="2057455"/>
                  </a:lnTo>
                  <a:lnTo>
                    <a:pt x="5616536" y="2047159"/>
                  </a:lnTo>
                  <a:lnTo>
                    <a:pt x="5617391" y="2010530"/>
                  </a:lnTo>
                  <a:lnTo>
                    <a:pt x="5618247" y="1967766"/>
                  </a:lnTo>
                  <a:lnTo>
                    <a:pt x="5619102" y="1929127"/>
                  </a:lnTo>
                  <a:lnTo>
                    <a:pt x="5619958" y="1895251"/>
                  </a:lnTo>
                  <a:lnTo>
                    <a:pt x="5620813" y="1828187"/>
                  </a:lnTo>
                  <a:lnTo>
                    <a:pt x="5621669" y="1842158"/>
                  </a:lnTo>
                  <a:lnTo>
                    <a:pt x="5622524" y="1843674"/>
                  </a:lnTo>
                  <a:lnTo>
                    <a:pt x="5623380" y="1800071"/>
                  </a:lnTo>
                  <a:lnTo>
                    <a:pt x="5624235" y="1788326"/>
                  </a:lnTo>
                  <a:lnTo>
                    <a:pt x="5625091" y="1767592"/>
                  </a:lnTo>
                  <a:lnTo>
                    <a:pt x="5625946" y="1752026"/>
                  </a:lnTo>
                  <a:lnTo>
                    <a:pt x="5626802" y="1809787"/>
                  </a:lnTo>
                  <a:lnTo>
                    <a:pt x="5627657" y="1801414"/>
                  </a:lnTo>
                  <a:lnTo>
                    <a:pt x="5628513" y="1786814"/>
                  </a:lnTo>
                  <a:lnTo>
                    <a:pt x="5629368" y="1826311"/>
                  </a:lnTo>
                  <a:lnTo>
                    <a:pt x="5630224" y="1855791"/>
                  </a:lnTo>
                  <a:lnTo>
                    <a:pt x="5631080" y="1880174"/>
                  </a:lnTo>
                  <a:lnTo>
                    <a:pt x="5631935" y="1888120"/>
                  </a:lnTo>
                  <a:lnTo>
                    <a:pt x="5632791" y="1834158"/>
                  </a:lnTo>
                  <a:lnTo>
                    <a:pt x="5633646" y="1919992"/>
                  </a:lnTo>
                  <a:lnTo>
                    <a:pt x="5634502" y="1930355"/>
                  </a:lnTo>
                  <a:lnTo>
                    <a:pt x="5635357" y="1885492"/>
                  </a:lnTo>
                  <a:lnTo>
                    <a:pt x="5636213" y="1911104"/>
                  </a:lnTo>
                  <a:lnTo>
                    <a:pt x="5637068" y="1890460"/>
                  </a:lnTo>
                  <a:lnTo>
                    <a:pt x="5637924" y="1941393"/>
                  </a:lnTo>
                  <a:lnTo>
                    <a:pt x="5638779" y="1957260"/>
                  </a:lnTo>
                  <a:lnTo>
                    <a:pt x="5639635" y="1908137"/>
                  </a:lnTo>
                  <a:lnTo>
                    <a:pt x="5640490" y="1941006"/>
                  </a:lnTo>
                  <a:lnTo>
                    <a:pt x="5641346" y="1924881"/>
                  </a:lnTo>
                  <a:lnTo>
                    <a:pt x="5642201" y="1950904"/>
                  </a:lnTo>
                  <a:lnTo>
                    <a:pt x="5643057" y="1966810"/>
                  </a:lnTo>
                  <a:lnTo>
                    <a:pt x="5643912" y="1931224"/>
                  </a:lnTo>
                  <a:lnTo>
                    <a:pt x="5644768" y="2016046"/>
                  </a:lnTo>
                  <a:lnTo>
                    <a:pt x="5645624" y="2033163"/>
                  </a:lnTo>
                  <a:lnTo>
                    <a:pt x="5646479" y="1998452"/>
                  </a:lnTo>
                  <a:lnTo>
                    <a:pt x="5647335" y="1985337"/>
                  </a:lnTo>
                  <a:lnTo>
                    <a:pt x="5648190" y="1947128"/>
                  </a:lnTo>
                  <a:lnTo>
                    <a:pt x="5649046" y="1988273"/>
                  </a:lnTo>
                  <a:lnTo>
                    <a:pt x="5649901" y="1990105"/>
                  </a:lnTo>
                  <a:lnTo>
                    <a:pt x="5650757" y="1897026"/>
                  </a:lnTo>
                  <a:lnTo>
                    <a:pt x="5651612" y="1950387"/>
                  </a:lnTo>
                  <a:lnTo>
                    <a:pt x="5652468" y="1922424"/>
                  </a:lnTo>
                  <a:lnTo>
                    <a:pt x="5653323" y="1953527"/>
                  </a:lnTo>
                  <a:lnTo>
                    <a:pt x="5654179" y="1980072"/>
                  </a:lnTo>
                  <a:lnTo>
                    <a:pt x="5655034" y="1880536"/>
                  </a:lnTo>
                  <a:lnTo>
                    <a:pt x="5655890" y="1908331"/>
                  </a:lnTo>
                  <a:lnTo>
                    <a:pt x="5656745" y="1886927"/>
                  </a:lnTo>
                  <a:lnTo>
                    <a:pt x="5657601" y="1872182"/>
                  </a:lnTo>
                  <a:lnTo>
                    <a:pt x="5658456" y="1936852"/>
                  </a:lnTo>
                  <a:lnTo>
                    <a:pt x="5659312" y="1885502"/>
                  </a:lnTo>
                  <a:lnTo>
                    <a:pt x="5660167" y="1908761"/>
                  </a:lnTo>
                  <a:lnTo>
                    <a:pt x="5661023" y="1947499"/>
                  </a:lnTo>
                  <a:lnTo>
                    <a:pt x="5661879" y="1889988"/>
                  </a:lnTo>
                  <a:lnTo>
                    <a:pt x="5662734" y="1897129"/>
                  </a:lnTo>
                  <a:lnTo>
                    <a:pt x="5663590" y="1931604"/>
                  </a:lnTo>
                  <a:lnTo>
                    <a:pt x="5664445" y="1972393"/>
                  </a:lnTo>
                  <a:lnTo>
                    <a:pt x="5665301" y="1964051"/>
                  </a:lnTo>
                  <a:lnTo>
                    <a:pt x="5666156" y="1931031"/>
                  </a:lnTo>
                  <a:lnTo>
                    <a:pt x="5667012" y="1967704"/>
                  </a:lnTo>
                  <a:lnTo>
                    <a:pt x="5667867" y="2011151"/>
                  </a:lnTo>
                  <a:lnTo>
                    <a:pt x="5668723" y="2011646"/>
                  </a:lnTo>
                  <a:lnTo>
                    <a:pt x="5669578" y="1996266"/>
                  </a:lnTo>
                  <a:lnTo>
                    <a:pt x="5670434" y="1930665"/>
                  </a:lnTo>
                  <a:lnTo>
                    <a:pt x="5671289" y="1838399"/>
                  </a:lnTo>
                  <a:lnTo>
                    <a:pt x="5672145" y="1892044"/>
                  </a:lnTo>
                  <a:lnTo>
                    <a:pt x="5673000" y="1813770"/>
                  </a:lnTo>
                  <a:lnTo>
                    <a:pt x="5673856" y="1843278"/>
                  </a:lnTo>
                  <a:lnTo>
                    <a:pt x="5674711" y="1879529"/>
                  </a:lnTo>
                  <a:lnTo>
                    <a:pt x="5675567" y="1799957"/>
                  </a:lnTo>
                  <a:lnTo>
                    <a:pt x="5676422" y="1850529"/>
                  </a:lnTo>
                  <a:lnTo>
                    <a:pt x="5677278" y="1829639"/>
                  </a:lnTo>
                  <a:lnTo>
                    <a:pt x="5678134" y="1851322"/>
                  </a:lnTo>
                  <a:lnTo>
                    <a:pt x="5678989" y="1850095"/>
                  </a:lnTo>
                  <a:lnTo>
                    <a:pt x="5679845" y="1850851"/>
                  </a:lnTo>
                  <a:lnTo>
                    <a:pt x="5680700" y="1888023"/>
                  </a:lnTo>
                  <a:lnTo>
                    <a:pt x="5681556" y="1891856"/>
                  </a:lnTo>
                  <a:lnTo>
                    <a:pt x="5682411" y="1954087"/>
                  </a:lnTo>
                  <a:lnTo>
                    <a:pt x="5683267" y="1943770"/>
                  </a:lnTo>
                  <a:lnTo>
                    <a:pt x="5684122" y="1934309"/>
                  </a:lnTo>
                  <a:lnTo>
                    <a:pt x="5684978" y="1928814"/>
                  </a:lnTo>
                  <a:lnTo>
                    <a:pt x="5685833" y="1849426"/>
                  </a:lnTo>
                  <a:lnTo>
                    <a:pt x="5686689" y="1867785"/>
                  </a:lnTo>
                  <a:lnTo>
                    <a:pt x="5687544" y="1873380"/>
                  </a:lnTo>
                  <a:lnTo>
                    <a:pt x="5688400" y="1910653"/>
                  </a:lnTo>
                  <a:lnTo>
                    <a:pt x="5689255" y="1958139"/>
                  </a:lnTo>
                  <a:lnTo>
                    <a:pt x="5690111" y="1935662"/>
                  </a:lnTo>
                  <a:lnTo>
                    <a:pt x="5690966" y="1962950"/>
                  </a:lnTo>
                  <a:lnTo>
                    <a:pt x="5691822" y="1993325"/>
                  </a:lnTo>
                  <a:lnTo>
                    <a:pt x="5692678" y="2027868"/>
                  </a:lnTo>
                  <a:lnTo>
                    <a:pt x="5693533" y="2019021"/>
                  </a:lnTo>
                  <a:lnTo>
                    <a:pt x="5694389" y="1950477"/>
                  </a:lnTo>
                  <a:lnTo>
                    <a:pt x="5695244" y="2075095"/>
                  </a:lnTo>
                  <a:lnTo>
                    <a:pt x="5696100" y="2122165"/>
                  </a:lnTo>
                  <a:lnTo>
                    <a:pt x="5696955" y="2131515"/>
                  </a:lnTo>
                  <a:lnTo>
                    <a:pt x="5697811" y="2145134"/>
                  </a:lnTo>
                  <a:lnTo>
                    <a:pt x="5698666" y="2118100"/>
                  </a:lnTo>
                  <a:lnTo>
                    <a:pt x="5699522" y="2133463"/>
                  </a:lnTo>
                  <a:lnTo>
                    <a:pt x="5700377" y="2089537"/>
                  </a:lnTo>
                  <a:lnTo>
                    <a:pt x="5701233" y="2074219"/>
                  </a:lnTo>
                  <a:lnTo>
                    <a:pt x="5702088" y="2042369"/>
                  </a:lnTo>
                  <a:lnTo>
                    <a:pt x="5702944" y="2097395"/>
                  </a:lnTo>
                  <a:lnTo>
                    <a:pt x="5703799" y="2127862"/>
                  </a:lnTo>
                  <a:lnTo>
                    <a:pt x="5704655" y="2097801"/>
                  </a:lnTo>
                  <a:lnTo>
                    <a:pt x="5705510" y="2050431"/>
                  </a:lnTo>
                  <a:lnTo>
                    <a:pt x="5706366" y="2046050"/>
                  </a:lnTo>
                  <a:lnTo>
                    <a:pt x="5707221" y="2019756"/>
                  </a:lnTo>
                  <a:lnTo>
                    <a:pt x="5708077" y="1933888"/>
                  </a:lnTo>
                  <a:lnTo>
                    <a:pt x="5708933" y="1960791"/>
                  </a:lnTo>
                  <a:lnTo>
                    <a:pt x="5709788" y="1958093"/>
                  </a:lnTo>
                  <a:lnTo>
                    <a:pt x="5710644" y="1936366"/>
                  </a:lnTo>
                  <a:lnTo>
                    <a:pt x="5711499" y="1912125"/>
                  </a:lnTo>
                  <a:lnTo>
                    <a:pt x="5712355" y="1836358"/>
                  </a:lnTo>
                  <a:lnTo>
                    <a:pt x="5713210" y="1807900"/>
                  </a:lnTo>
                  <a:lnTo>
                    <a:pt x="5714066" y="1823511"/>
                  </a:lnTo>
                  <a:lnTo>
                    <a:pt x="5714921" y="1799418"/>
                  </a:lnTo>
                  <a:lnTo>
                    <a:pt x="5715777" y="1851549"/>
                  </a:lnTo>
                  <a:lnTo>
                    <a:pt x="5716632" y="1859425"/>
                  </a:lnTo>
                  <a:lnTo>
                    <a:pt x="5717488" y="1904230"/>
                  </a:lnTo>
                  <a:lnTo>
                    <a:pt x="5718343" y="1972121"/>
                  </a:lnTo>
                  <a:lnTo>
                    <a:pt x="5719199" y="2011930"/>
                  </a:lnTo>
                  <a:lnTo>
                    <a:pt x="5720054" y="2052450"/>
                  </a:lnTo>
                  <a:lnTo>
                    <a:pt x="5720910" y="2071849"/>
                  </a:lnTo>
                  <a:lnTo>
                    <a:pt x="5721765" y="2119594"/>
                  </a:lnTo>
                  <a:lnTo>
                    <a:pt x="5722621" y="2104667"/>
                  </a:lnTo>
                  <a:lnTo>
                    <a:pt x="5723476" y="2108712"/>
                  </a:lnTo>
                  <a:lnTo>
                    <a:pt x="5724332" y="2130942"/>
                  </a:lnTo>
                  <a:lnTo>
                    <a:pt x="5725188" y="2093976"/>
                  </a:lnTo>
                  <a:lnTo>
                    <a:pt x="5726043" y="2073342"/>
                  </a:lnTo>
                  <a:lnTo>
                    <a:pt x="5726899" y="1984977"/>
                  </a:lnTo>
                  <a:lnTo>
                    <a:pt x="5727754" y="1979328"/>
                  </a:lnTo>
                  <a:lnTo>
                    <a:pt x="5728610" y="1944354"/>
                  </a:lnTo>
                  <a:lnTo>
                    <a:pt x="5729465" y="1934442"/>
                  </a:lnTo>
                  <a:lnTo>
                    <a:pt x="5730321" y="1921014"/>
                  </a:lnTo>
                  <a:lnTo>
                    <a:pt x="5731176" y="1884847"/>
                  </a:lnTo>
                  <a:lnTo>
                    <a:pt x="5732032" y="1880347"/>
                  </a:lnTo>
                  <a:lnTo>
                    <a:pt x="5732887" y="1857974"/>
                  </a:lnTo>
                  <a:lnTo>
                    <a:pt x="5733743" y="1845121"/>
                  </a:lnTo>
                  <a:lnTo>
                    <a:pt x="5734598" y="1842747"/>
                  </a:lnTo>
                  <a:lnTo>
                    <a:pt x="5735454" y="1885001"/>
                  </a:lnTo>
                  <a:lnTo>
                    <a:pt x="5736309" y="1875173"/>
                  </a:lnTo>
                  <a:lnTo>
                    <a:pt x="5737165" y="1906974"/>
                  </a:lnTo>
                  <a:lnTo>
                    <a:pt x="5738020" y="1932800"/>
                  </a:lnTo>
                  <a:lnTo>
                    <a:pt x="5738876" y="1995859"/>
                  </a:lnTo>
                  <a:lnTo>
                    <a:pt x="5739732" y="2007516"/>
                  </a:lnTo>
                  <a:lnTo>
                    <a:pt x="5740587" y="1976832"/>
                  </a:lnTo>
                  <a:lnTo>
                    <a:pt x="5741443" y="1972920"/>
                  </a:lnTo>
                  <a:lnTo>
                    <a:pt x="5742298" y="2005980"/>
                  </a:lnTo>
                  <a:lnTo>
                    <a:pt x="5743154" y="1987848"/>
                  </a:lnTo>
                  <a:lnTo>
                    <a:pt x="5744009" y="1939765"/>
                  </a:lnTo>
                  <a:lnTo>
                    <a:pt x="5744865" y="1946424"/>
                  </a:lnTo>
                  <a:lnTo>
                    <a:pt x="5745720" y="1897790"/>
                  </a:lnTo>
                  <a:lnTo>
                    <a:pt x="5746576" y="1877270"/>
                  </a:lnTo>
                  <a:lnTo>
                    <a:pt x="5747431" y="1807070"/>
                  </a:lnTo>
                  <a:lnTo>
                    <a:pt x="5748287" y="1836123"/>
                  </a:lnTo>
                  <a:lnTo>
                    <a:pt x="5749142" y="1794483"/>
                  </a:lnTo>
                  <a:lnTo>
                    <a:pt x="5749998" y="1882991"/>
                  </a:lnTo>
                  <a:lnTo>
                    <a:pt x="5750853" y="1866190"/>
                  </a:lnTo>
                  <a:lnTo>
                    <a:pt x="5751709" y="1872883"/>
                  </a:lnTo>
                  <a:lnTo>
                    <a:pt x="5752564" y="1885342"/>
                  </a:lnTo>
                  <a:lnTo>
                    <a:pt x="5753420" y="1901299"/>
                  </a:lnTo>
                  <a:lnTo>
                    <a:pt x="5754275" y="1945059"/>
                  </a:lnTo>
                  <a:lnTo>
                    <a:pt x="5755131" y="1889382"/>
                  </a:lnTo>
                  <a:lnTo>
                    <a:pt x="5755987" y="1857088"/>
                  </a:lnTo>
                  <a:lnTo>
                    <a:pt x="5756842" y="1925117"/>
                  </a:lnTo>
                  <a:lnTo>
                    <a:pt x="5757698" y="1892998"/>
                  </a:lnTo>
                  <a:lnTo>
                    <a:pt x="5758553" y="1868101"/>
                  </a:lnTo>
                  <a:lnTo>
                    <a:pt x="5759409" y="1805302"/>
                  </a:lnTo>
                  <a:lnTo>
                    <a:pt x="5760264" y="1793901"/>
                  </a:lnTo>
                  <a:lnTo>
                    <a:pt x="5761120" y="1815568"/>
                  </a:lnTo>
                  <a:lnTo>
                    <a:pt x="5761975" y="1814040"/>
                  </a:lnTo>
                  <a:lnTo>
                    <a:pt x="5762831" y="1781835"/>
                  </a:lnTo>
                  <a:lnTo>
                    <a:pt x="5763686" y="1801308"/>
                  </a:lnTo>
                  <a:lnTo>
                    <a:pt x="5764542" y="1813709"/>
                  </a:lnTo>
                  <a:lnTo>
                    <a:pt x="5765397" y="1841276"/>
                  </a:lnTo>
                  <a:lnTo>
                    <a:pt x="5766253" y="1808683"/>
                  </a:lnTo>
                  <a:lnTo>
                    <a:pt x="5767108" y="1784823"/>
                  </a:lnTo>
                  <a:lnTo>
                    <a:pt x="5767964" y="1820532"/>
                  </a:lnTo>
                  <a:lnTo>
                    <a:pt x="5768819" y="1758996"/>
                  </a:lnTo>
                  <a:lnTo>
                    <a:pt x="5769675" y="1780125"/>
                  </a:lnTo>
                  <a:lnTo>
                    <a:pt x="5770530" y="1784315"/>
                  </a:lnTo>
                  <a:lnTo>
                    <a:pt x="5771386" y="1718719"/>
                  </a:lnTo>
                  <a:lnTo>
                    <a:pt x="5772242" y="1702180"/>
                  </a:lnTo>
                  <a:lnTo>
                    <a:pt x="5773097" y="1606628"/>
                  </a:lnTo>
                  <a:lnTo>
                    <a:pt x="5773953" y="1649783"/>
                  </a:lnTo>
                  <a:lnTo>
                    <a:pt x="5774808" y="1657571"/>
                  </a:lnTo>
                  <a:lnTo>
                    <a:pt x="5775664" y="1636566"/>
                  </a:lnTo>
                  <a:lnTo>
                    <a:pt x="5776519" y="1642403"/>
                  </a:lnTo>
                  <a:lnTo>
                    <a:pt x="5777375" y="1632749"/>
                  </a:lnTo>
                  <a:lnTo>
                    <a:pt x="5778230" y="1418426"/>
                  </a:lnTo>
                  <a:lnTo>
                    <a:pt x="5779086" y="1412207"/>
                  </a:lnTo>
                  <a:lnTo>
                    <a:pt x="5779941" y="1384060"/>
                  </a:lnTo>
                  <a:lnTo>
                    <a:pt x="5780797" y="1372915"/>
                  </a:lnTo>
                  <a:lnTo>
                    <a:pt x="5781652" y="1381427"/>
                  </a:lnTo>
                  <a:lnTo>
                    <a:pt x="5782508" y="1358215"/>
                  </a:lnTo>
                  <a:lnTo>
                    <a:pt x="5783363" y="1392856"/>
                  </a:lnTo>
                  <a:lnTo>
                    <a:pt x="5784219" y="1420372"/>
                  </a:lnTo>
                  <a:lnTo>
                    <a:pt x="5785074" y="1416532"/>
                  </a:lnTo>
                  <a:lnTo>
                    <a:pt x="5785930" y="1452903"/>
                  </a:lnTo>
                  <a:lnTo>
                    <a:pt x="5786785" y="1413298"/>
                  </a:lnTo>
                  <a:lnTo>
                    <a:pt x="5787641" y="1477733"/>
                  </a:lnTo>
                  <a:lnTo>
                    <a:pt x="5788497" y="1424423"/>
                  </a:lnTo>
                  <a:lnTo>
                    <a:pt x="5789352" y="1361513"/>
                  </a:lnTo>
                  <a:lnTo>
                    <a:pt x="5790208" y="1324860"/>
                  </a:lnTo>
                  <a:lnTo>
                    <a:pt x="5791063" y="1331352"/>
                  </a:lnTo>
                  <a:lnTo>
                    <a:pt x="5791919" y="1389398"/>
                  </a:lnTo>
                  <a:lnTo>
                    <a:pt x="5792774" y="1385527"/>
                  </a:lnTo>
                  <a:lnTo>
                    <a:pt x="5793630" y="1429036"/>
                  </a:lnTo>
                  <a:lnTo>
                    <a:pt x="5794485" y="1478829"/>
                  </a:lnTo>
                  <a:lnTo>
                    <a:pt x="5795341" y="1491682"/>
                  </a:lnTo>
                  <a:lnTo>
                    <a:pt x="5796196" y="1529681"/>
                  </a:lnTo>
                  <a:lnTo>
                    <a:pt x="5797052" y="1498154"/>
                  </a:lnTo>
                  <a:lnTo>
                    <a:pt x="5797907" y="1559083"/>
                  </a:lnTo>
                  <a:lnTo>
                    <a:pt x="5798763" y="1558018"/>
                  </a:lnTo>
                  <a:lnTo>
                    <a:pt x="5799618" y="1565379"/>
                  </a:lnTo>
                  <a:lnTo>
                    <a:pt x="5800474" y="1636854"/>
                  </a:lnTo>
                  <a:lnTo>
                    <a:pt x="5801329" y="1644737"/>
                  </a:lnTo>
                  <a:lnTo>
                    <a:pt x="5802185" y="1667614"/>
                  </a:lnTo>
                  <a:lnTo>
                    <a:pt x="5803041" y="1679359"/>
                  </a:lnTo>
                  <a:lnTo>
                    <a:pt x="5803896" y="1691983"/>
                  </a:lnTo>
                  <a:lnTo>
                    <a:pt x="5804752" y="1748058"/>
                  </a:lnTo>
                  <a:lnTo>
                    <a:pt x="5805607" y="1802275"/>
                  </a:lnTo>
                  <a:lnTo>
                    <a:pt x="5806463" y="1829130"/>
                  </a:lnTo>
                  <a:lnTo>
                    <a:pt x="5807318" y="1901120"/>
                  </a:lnTo>
                  <a:lnTo>
                    <a:pt x="5808174" y="1900958"/>
                  </a:lnTo>
                  <a:lnTo>
                    <a:pt x="5809029" y="1988445"/>
                  </a:lnTo>
                  <a:lnTo>
                    <a:pt x="5809885" y="1990386"/>
                  </a:lnTo>
                  <a:lnTo>
                    <a:pt x="5810740" y="1955867"/>
                  </a:lnTo>
                  <a:lnTo>
                    <a:pt x="5811596" y="1956931"/>
                  </a:lnTo>
                  <a:lnTo>
                    <a:pt x="5812451" y="1941611"/>
                  </a:lnTo>
                  <a:lnTo>
                    <a:pt x="5813307" y="1978331"/>
                  </a:lnTo>
                  <a:lnTo>
                    <a:pt x="5814162" y="1964970"/>
                  </a:lnTo>
                  <a:lnTo>
                    <a:pt x="5815018" y="1906193"/>
                  </a:lnTo>
                  <a:lnTo>
                    <a:pt x="5815873" y="1797520"/>
                  </a:lnTo>
                  <a:lnTo>
                    <a:pt x="5816729" y="1730045"/>
                  </a:lnTo>
                  <a:lnTo>
                    <a:pt x="5817584" y="1762521"/>
                  </a:lnTo>
                  <a:lnTo>
                    <a:pt x="5818440" y="1699374"/>
                  </a:lnTo>
                  <a:lnTo>
                    <a:pt x="5819296" y="1708031"/>
                  </a:lnTo>
                  <a:lnTo>
                    <a:pt x="5820151" y="1788196"/>
                  </a:lnTo>
                  <a:lnTo>
                    <a:pt x="5821007" y="1752969"/>
                  </a:lnTo>
                  <a:lnTo>
                    <a:pt x="5821862" y="1782385"/>
                  </a:lnTo>
                  <a:lnTo>
                    <a:pt x="5822718" y="1785219"/>
                  </a:lnTo>
                  <a:lnTo>
                    <a:pt x="5823573" y="1899066"/>
                  </a:lnTo>
                  <a:lnTo>
                    <a:pt x="5824429" y="1923376"/>
                  </a:lnTo>
                  <a:lnTo>
                    <a:pt x="5825284" y="1873664"/>
                  </a:lnTo>
                  <a:lnTo>
                    <a:pt x="5826140" y="1761760"/>
                  </a:lnTo>
                  <a:lnTo>
                    <a:pt x="5826995" y="1777212"/>
                  </a:lnTo>
                  <a:lnTo>
                    <a:pt x="5827851" y="1777319"/>
                  </a:lnTo>
                  <a:lnTo>
                    <a:pt x="5828706" y="1883596"/>
                  </a:lnTo>
                  <a:lnTo>
                    <a:pt x="5829562" y="1801615"/>
                  </a:lnTo>
                  <a:lnTo>
                    <a:pt x="5830417" y="1748891"/>
                  </a:lnTo>
                  <a:lnTo>
                    <a:pt x="5831273" y="1730410"/>
                  </a:lnTo>
                  <a:lnTo>
                    <a:pt x="5832128" y="1713788"/>
                  </a:lnTo>
                  <a:lnTo>
                    <a:pt x="5832984" y="1700403"/>
                  </a:lnTo>
                  <a:lnTo>
                    <a:pt x="5833839" y="1669405"/>
                  </a:lnTo>
                  <a:lnTo>
                    <a:pt x="5834695" y="1682881"/>
                  </a:lnTo>
                  <a:lnTo>
                    <a:pt x="5835551" y="1702662"/>
                  </a:lnTo>
                  <a:lnTo>
                    <a:pt x="5836406" y="1742033"/>
                  </a:lnTo>
                  <a:lnTo>
                    <a:pt x="5837262" y="1746314"/>
                  </a:lnTo>
                  <a:lnTo>
                    <a:pt x="5838117" y="1831772"/>
                  </a:lnTo>
                  <a:lnTo>
                    <a:pt x="5838973" y="1904057"/>
                  </a:lnTo>
                  <a:lnTo>
                    <a:pt x="5839828" y="2023921"/>
                  </a:lnTo>
                  <a:lnTo>
                    <a:pt x="5840684" y="2022794"/>
                  </a:lnTo>
                  <a:lnTo>
                    <a:pt x="5841539" y="2008437"/>
                  </a:lnTo>
                  <a:lnTo>
                    <a:pt x="5842395" y="2009465"/>
                  </a:lnTo>
                  <a:lnTo>
                    <a:pt x="5843250" y="1988144"/>
                  </a:lnTo>
                  <a:lnTo>
                    <a:pt x="5844106" y="1872480"/>
                  </a:lnTo>
                  <a:lnTo>
                    <a:pt x="5844961" y="1869803"/>
                  </a:lnTo>
                  <a:lnTo>
                    <a:pt x="5845817" y="1818434"/>
                  </a:lnTo>
                  <a:lnTo>
                    <a:pt x="5846672" y="1812975"/>
                  </a:lnTo>
                  <a:lnTo>
                    <a:pt x="5847528" y="1886951"/>
                  </a:lnTo>
                  <a:lnTo>
                    <a:pt x="5848383" y="1798297"/>
                  </a:lnTo>
                  <a:lnTo>
                    <a:pt x="5849239" y="1789008"/>
                  </a:lnTo>
                  <a:lnTo>
                    <a:pt x="5850095" y="1695945"/>
                  </a:lnTo>
                  <a:lnTo>
                    <a:pt x="5850950" y="1716621"/>
                  </a:lnTo>
                  <a:lnTo>
                    <a:pt x="5851806" y="1655191"/>
                  </a:lnTo>
                  <a:lnTo>
                    <a:pt x="5852661" y="1599165"/>
                  </a:lnTo>
                  <a:lnTo>
                    <a:pt x="5853517" y="1574208"/>
                  </a:lnTo>
                  <a:lnTo>
                    <a:pt x="5854372" y="1606149"/>
                  </a:lnTo>
                  <a:lnTo>
                    <a:pt x="5855228" y="1608320"/>
                  </a:lnTo>
                  <a:lnTo>
                    <a:pt x="5856083" y="1667880"/>
                  </a:lnTo>
                  <a:lnTo>
                    <a:pt x="5856939" y="1774793"/>
                  </a:lnTo>
                  <a:lnTo>
                    <a:pt x="5857794" y="1852574"/>
                  </a:lnTo>
                  <a:lnTo>
                    <a:pt x="5858650" y="1914966"/>
                  </a:lnTo>
                  <a:lnTo>
                    <a:pt x="5859505" y="1859072"/>
                  </a:lnTo>
                  <a:lnTo>
                    <a:pt x="5860361" y="1838107"/>
                  </a:lnTo>
                  <a:lnTo>
                    <a:pt x="5861216" y="1793011"/>
                  </a:lnTo>
                  <a:lnTo>
                    <a:pt x="5862072" y="1777938"/>
                  </a:lnTo>
                  <a:lnTo>
                    <a:pt x="5862927" y="1749868"/>
                  </a:lnTo>
                  <a:lnTo>
                    <a:pt x="5863783" y="1729443"/>
                  </a:lnTo>
                  <a:lnTo>
                    <a:pt x="5864638" y="1811737"/>
                  </a:lnTo>
                  <a:lnTo>
                    <a:pt x="5865494" y="1785488"/>
                  </a:lnTo>
                  <a:lnTo>
                    <a:pt x="5866350" y="1828071"/>
                  </a:lnTo>
                  <a:lnTo>
                    <a:pt x="5867205" y="1881249"/>
                  </a:lnTo>
                  <a:lnTo>
                    <a:pt x="5868061" y="1890886"/>
                  </a:lnTo>
                  <a:lnTo>
                    <a:pt x="5868916" y="1984088"/>
                  </a:lnTo>
                  <a:lnTo>
                    <a:pt x="5869772" y="1870951"/>
                  </a:lnTo>
                  <a:lnTo>
                    <a:pt x="5870627" y="1961506"/>
                  </a:lnTo>
                  <a:lnTo>
                    <a:pt x="5871483" y="2042661"/>
                  </a:lnTo>
                  <a:lnTo>
                    <a:pt x="5872338" y="2034080"/>
                  </a:lnTo>
                  <a:lnTo>
                    <a:pt x="5873194" y="2039420"/>
                  </a:lnTo>
                  <a:lnTo>
                    <a:pt x="5874049" y="2068652"/>
                  </a:lnTo>
                  <a:lnTo>
                    <a:pt x="5874905" y="2083821"/>
                  </a:lnTo>
                  <a:lnTo>
                    <a:pt x="5875760" y="2088991"/>
                  </a:lnTo>
                  <a:lnTo>
                    <a:pt x="5876616" y="2038900"/>
                  </a:lnTo>
                  <a:lnTo>
                    <a:pt x="5877471" y="2005169"/>
                  </a:lnTo>
                  <a:lnTo>
                    <a:pt x="5878327" y="1985010"/>
                  </a:lnTo>
                  <a:lnTo>
                    <a:pt x="5879182" y="1928491"/>
                  </a:lnTo>
                  <a:lnTo>
                    <a:pt x="5880038" y="1969548"/>
                  </a:lnTo>
                  <a:lnTo>
                    <a:pt x="5880893" y="1898022"/>
                  </a:lnTo>
                  <a:lnTo>
                    <a:pt x="5881749" y="1905538"/>
                  </a:lnTo>
                  <a:lnTo>
                    <a:pt x="5882605" y="1857358"/>
                  </a:lnTo>
                  <a:lnTo>
                    <a:pt x="5883460" y="1884961"/>
                  </a:lnTo>
                  <a:lnTo>
                    <a:pt x="5884316" y="1896900"/>
                  </a:lnTo>
                  <a:lnTo>
                    <a:pt x="5885171" y="1696064"/>
                  </a:lnTo>
                  <a:lnTo>
                    <a:pt x="5886027" y="1677615"/>
                  </a:lnTo>
                  <a:lnTo>
                    <a:pt x="5886882" y="1542942"/>
                  </a:lnTo>
                  <a:lnTo>
                    <a:pt x="5887738" y="1509598"/>
                  </a:lnTo>
                  <a:lnTo>
                    <a:pt x="5888593" y="1531257"/>
                  </a:lnTo>
                  <a:lnTo>
                    <a:pt x="5889449" y="1464536"/>
                  </a:lnTo>
                  <a:lnTo>
                    <a:pt x="5890304" y="1464267"/>
                  </a:lnTo>
                  <a:lnTo>
                    <a:pt x="5891160" y="1507495"/>
                  </a:lnTo>
                  <a:lnTo>
                    <a:pt x="5892015" y="1405536"/>
                  </a:lnTo>
                  <a:lnTo>
                    <a:pt x="5892871" y="1434799"/>
                  </a:lnTo>
                  <a:lnTo>
                    <a:pt x="5893726" y="1389476"/>
                  </a:lnTo>
                  <a:lnTo>
                    <a:pt x="5894582" y="1145877"/>
                  </a:lnTo>
                  <a:lnTo>
                    <a:pt x="5895437" y="1114172"/>
                  </a:lnTo>
                  <a:lnTo>
                    <a:pt x="5896293" y="1099570"/>
                  </a:lnTo>
                  <a:lnTo>
                    <a:pt x="5897149" y="1147574"/>
                  </a:lnTo>
                  <a:lnTo>
                    <a:pt x="5898004" y="1080440"/>
                  </a:lnTo>
                  <a:lnTo>
                    <a:pt x="5898860" y="1037844"/>
                  </a:lnTo>
                  <a:lnTo>
                    <a:pt x="5899715" y="1002827"/>
                  </a:lnTo>
                  <a:lnTo>
                    <a:pt x="5900571" y="942869"/>
                  </a:lnTo>
                  <a:lnTo>
                    <a:pt x="5901426" y="955713"/>
                  </a:lnTo>
                  <a:lnTo>
                    <a:pt x="5902282" y="932334"/>
                  </a:lnTo>
                  <a:lnTo>
                    <a:pt x="5903137" y="1021169"/>
                  </a:lnTo>
                  <a:lnTo>
                    <a:pt x="5903993" y="1035000"/>
                  </a:lnTo>
                  <a:lnTo>
                    <a:pt x="5904848" y="1036669"/>
                  </a:lnTo>
                  <a:lnTo>
                    <a:pt x="5905704" y="1143877"/>
                  </a:lnTo>
                  <a:lnTo>
                    <a:pt x="5906559" y="1181897"/>
                  </a:lnTo>
                  <a:lnTo>
                    <a:pt x="5907415" y="1182147"/>
                  </a:lnTo>
                  <a:lnTo>
                    <a:pt x="5908270" y="1243907"/>
                  </a:lnTo>
                  <a:lnTo>
                    <a:pt x="5909126" y="1206618"/>
                  </a:lnTo>
                  <a:lnTo>
                    <a:pt x="5909981" y="1208083"/>
                  </a:lnTo>
                  <a:lnTo>
                    <a:pt x="5910837" y="1182231"/>
                  </a:lnTo>
                  <a:lnTo>
                    <a:pt x="5911692" y="1145147"/>
                  </a:lnTo>
                  <a:lnTo>
                    <a:pt x="5912548" y="1103300"/>
                  </a:lnTo>
                  <a:lnTo>
                    <a:pt x="5913404" y="854514"/>
                  </a:lnTo>
                  <a:lnTo>
                    <a:pt x="5914259" y="816150"/>
                  </a:lnTo>
                  <a:lnTo>
                    <a:pt x="5915115" y="690860"/>
                  </a:lnTo>
                  <a:lnTo>
                    <a:pt x="5915970" y="826501"/>
                  </a:lnTo>
                  <a:lnTo>
                    <a:pt x="5916826" y="870884"/>
                  </a:lnTo>
                  <a:lnTo>
                    <a:pt x="5917681" y="913394"/>
                  </a:lnTo>
                  <a:lnTo>
                    <a:pt x="5918537" y="1031149"/>
                  </a:lnTo>
                  <a:lnTo>
                    <a:pt x="5919392" y="1034987"/>
                  </a:lnTo>
                  <a:lnTo>
                    <a:pt x="5920248" y="1034009"/>
                  </a:lnTo>
                  <a:lnTo>
                    <a:pt x="5921103" y="1033489"/>
                  </a:lnTo>
                  <a:lnTo>
                    <a:pt x="5921959" y="1089154"/>
                  </a:lnTo>
                  <a:lnTo>
                    <a:pt x="5922814" y="1118907"/>
                  </a:lnTo>
                  <a:lnTo>
                    <a:pt x="5923670" y="1155012"/>
                  </a:lnTo>
                  <a:lnTo>
                    <a:pt x="5924525" y="1432972"/>
                  </a:lnTo>
                  <a:lnTo>
                    <a:pt x="5925381" y="1449859"/>
                  </a:lnTo>
                  <a:lnTo>
                    <a:pt x="5926236" y="1446100"/>
                  </a:lnTo>
                  <a:lnTo>
                    <a:pt x="5927092" y="1406045"/>
                  </a:lnTo>
                  <a:lnTo>
                    <a:pt x="5927947" y="1369232"/>
                  </a:lnTo>
                  <a:lnTo>
                    <a:pt x="5928803" y="1414639"/>
                  </a:lnTo>
                  <a:lnTo>
                    <a:pt x="5929659" y="1404410"/>
                  </a:lnTo>
                  <a:lnTo>
                    <a:pt x="5930514" y="1384742"/>
                  </a:lnTo>
                  <a:lnTo>
                    <a:pt x="5931370" y="1469893"/>
                  </a:lnTo>
                  <a:lnTo>
                    <a:pt x="5932225" y="1492772"/>
                  </a:lnTo>
                  <a:lnTo>
                    <a:pt x="5933081" y="1500726"/>
                  </a:lnTo>
                  <a:lnTo>
                    <a:pt x="5933936" y="1527713"/>
                  </a:lnTo>
                  <a:lnTo>
                    <a:pt x="5934792" y="1505624"/>
                  </a:lnTo>
                  <a:lnTo>
                    <a:pt x="5935647" y="1557963"/>
                  </a:lnTo>
                  <a:lnTo>
                    <a:pt x="5936503" y="1529412"/>
                  </a:lnTo>
                  <a:lnTo>
                    <a:pt x="5937358" y="1538781"/>
                  </a:lnTo>
                  <a:lnTo>
                    <a:pt x="5938214" y="1608473"/>
                  </a:lnTo>
                  <a:lnTo>
                    <a:pt x="5939069" y="1544589"/>
                  </a:lnTo>
                  <a:lnTo>
                    <a:pt x="5939925" y="1552989"/>
                  </a:lnTo>
                  <a:lnTo>
                    <a:pt x="5940780" y="1538808"/>
                  </a:lnTo>
                  <a:lnTo>
                    <a:pt x="5941636" y="1472332"/>
                  </a:lnTo>
                  <a:lnTo>
                    <a:pt x="5942491" y="1503680"/>
                  </a:lnTo>
                  <a:lnTo>
                    <a:pt x="5943347" y="1505771"/>
                  </a:lnTo>
                  <a:lnTo>
                    <a:pt x="5944203" y="1531362"/>
                  </a:lnTo>
                  <a:lnTo>
                    <a:pt x="5945058" y="1502045"/>
                  </a:lnTo>
                  <a:lnTo>
                    <a:pt x="5945914" y="1502250"/>
                  </a:lnTo>
                  <a:lnTo>
                    <a:pt x="5946769" y="1538733"/>
                  </a:lnTo>
                  <a:lnTo>
                    <a:pt x="5947625" y="1540809"/>
                  </a:lnTo>
                  <a:lnTo>
                    <a:pt x="5948480" y="1540181"/>
                  </a:lnTo>
                  <a:lnTo>
                    <a:pt x="5949336" y="1530597"/>
                  </a:lnTo>
                  <a:lnTo>
                    <a:pt x="5950191" y="1546918"/>
                  </a:lnTo>
                  <a:lnTo>
                    <a:pt x="5951047" y="1620838"/>
                  </a:lnTo>
                  <a:lnTo>
                    <a:pt x="5951902" y="1651659"/>
                  </a:lnTo>
                  <a:lnTo>
                    <a:pt x="5952758" y="1681958"/>
                  </a:lnTo>
                  <a:lnTo>
                    <a:pt x="5953613" y="1782131"/>
                  </a:lnTo>
                  <a:lnTo>
                    <a:pt x="5954469" y="1737336"/>
                  </a:lnTo>
                  <a:lnTo>
                    <a:pt x="5955324" y="1811441"/>
                  </a:lnTo>
                  <a:lnTo>
                    <a:pt x="5956180" y="1768464"/>
                  </a:lnTo>
                  <a:lnTo>
                    <a:pt x="5957035" y="1818086"/>
                  </a:lnTo>
                  <a:lnTo>
                    <a:pt x="5957891" y="1848879"/>
                  </a:lnTo>
                  <a:lnTo>
                    <a:pt x="5958746" y="1828738"/>
                  </a:lnTo>
                  <a:lnTo>
                    <a:pt x="5959602" y="1841485"/>
                  </a:lnTo>
                  <a:lnTo>
                    <a:pt x="5960458" y="1808048"/>
                  </a:lnTo>
                  <a:lnTo>
                    <a:pt x="5961313" y="1758615"/>
                  </a:lnTo>
                  <a:lnTo>
                    <a:pt x="5962169" y="1822294"/>
                  </a:lnTo>
                  <a:lnTo>
                    <a:pt x="5963024" y="1719181"/>
                  </a:lnTo>
                  <a:lnTo>
                    <a:pt x="5963880" y="1733530"/>
                  </a:lnTo>
                  <a:lnTo>
                    <a:pt x="5964735" y="1747331"/>
                  </a:lnTo>
                  <a:lnTo>
                    <a:pt x="5965591" y="1778691"/>
                  </a:lnTo>
                  <a:lnTo>
                    <a:pt x="5966446" y="1731440"/>
                  </a:lnTo>
                  <a:lnTo>
                    <a:pt x="5967302" y="1710577"/>
                  </a:lnTo>
                  <a:lnTo>
                    <a:pt x="5968157" y="1743744"/>
                  </a:lnTo>
                  <a:lnTo>
                    <a:pt x="5969013" y="1737244"/>
                  </a:lnTo>
                  <a:lnTo>
                    <a:pt x="5969868" y="1712565"/>
                  </a:lnTo>
                  <a:lnTo>
                    <a:pt x="5970724" y="1711534"/>
                  </a:lnTo>
                  <a:lnTo>
                    <a:pt x="5971579" y="1712876"/>
                  </a:lnTo>
                  <a:lnTo>
                    <a:pt x="5972435" y="1704405"/>
                  </a:lnTo>
                  <a:lnTo>
                    <a:pt x="5973290" y="1699320"/>
                  </a:lnTo>
                  <a:lnTo>
                    <a:pt x="5974146" y="1714912"/>
                  </a:lnTo>
                  <a:lnTo>
                    <a:pt x="5975001" y="1744316"/>
                  </a:lnTo>
                  <a:lnTo>
                    <a:pt x="5975857" y="1757562"/>
                  </a:lnTo>
                  <a:lnTo>
                    <a:pt x="5976713" y="1750472"/>
                  </a:lnTo>
                  <a:lnTo>
                    <a:pt x="5977568" y="1781521"/>
                  </a:lnTo>
                  <a:lnTo>
                    <a:pt x="5978424" y="1747905"/>
                  </a:lnTo>
                  <a:lnTo>
                    <a:pt x="5979279" y="1778279"/>
                  </a:lnTo>
                  <a:lnTo>
                    <a:pt x="5980135" y="1849331"/>
                  </a:lnTo>
                  <a:lnTo>
                    <a:pt x="5980990" y="1796970"/>
                  </a:lnTo>
                  <a:lnTo>
                    <a:pt x="5981846" y="1883550"/>
                  </a:lnTo>
                  <a:lnTo>
                    <a:pt x="5982701" y="1938134"/>
                  </a:lnTo>
                  <a:lnTo>
                    <a:pt x="5983557" y="2021089"/>
                  </a:lnTo>
                  <a:lnTo>
                    <a:pt x="5984412" y="2064453"/>
                  </a:lnTo>
                  <a:lnTo>
                    <a:pt x="5985268" y="2031938"/>
                  </a:lnTo>
                  <a:lnTo>
                    <a:pt x="5986123" y="2007331"/>
                  </a:lnTo>
                  <a:lnTo>
                    <a:pt x="5986979" y="1958406"/>
                  </a:lnTo>
                  <a:lnTo>
                    <a:pt x="5987834" y="1991906"/>
                  </a:lnTo>
                  <a:lnTo>
                    <a:pt x="5988690" y="1964985"/>
                  </a:lnTo>
                  <a:lnTo>
                    <a:pt x="5989545" y="2017663"/>
                  </a:lnTo>
                  <a:lnTo>
                    <a:pt x="5990401" y="2037607"/>
                  </a:lnTo>
                  <a:lnTo>
                    <a:pt x="5991256" y="1986028"/>
                  </a:lnTo>
                  <a:lnTo>
                    <a:pt x="5992112" y="1934538"/>
                  </a:lnTo>
                  <a:lnTo>
                    <a:pt x="5992968" y="1821482"/>
                  </a:lnTo>
                  <a:lnTo>
                    <a:pt x="5993823" y="1817277"/>
                  </a:lnTo>
                  <a:lnTo>
                    <a:pt x="5994679" y="1790266"/>
                  </a:lnTo>
                  <a:lnTo>
                    <a:pt x="5995534" y="1747011"/>
                  </a:lnTo>
                  <a:lnTo>
                    <a:pt x="5996390" y="1740391"/>
                  </a:lnTo>
                  <a:lnTo>
                    <a:pt x="5997245" y="1685934"/>
                  </a:lnTo>
                  <a:lnTo>
                    <a:pt x="5998101" y="1700986"/>
                  </a:lnTo>
                  <a:lnTo>
                    <a:pt x="5998956" y="1683215"/>
                  </a:lnTo>
                  <a:lnTo>
                    <a:pt x="5999812" y="1690215"/>
                  </a:lnTo>
                  <a:lnTo>
                    <a:pt x="6000667" y="1733863"/>
                  </a:lnTo>
                  <a:lnTo>
                    <a:pt x="6001523" y="1741438"/>
                  </a:lnTo>
                  <a:lnTo>
                    <a:pt x="6002378" y="1743803"/>
                  </a:lnTo>
                  <a:lnTo>
                    <a:pt x="6003234" y="1744005"/>
                  </a:lnTo>
                  <a:lnTo>
                    <a:pt x="6004089" y="1737554"/>
                  </a:lnTo>
                  <a:lnTo>
                    <a:pt x="6004945" y="1785010"/>
                  </a:lnTo>
                  <a:lnTo>
                    <a:pt x="6005800" y="1795384"/>
                  </a:lnTo>
                  <a:lnTo>
                    <a:pt x="6006656" y="1769468"/>
                  </a:lnTo>
                  <a:lnTo>
                    <a:pt x="6007512" y="1826944"/>
                  </a:lnTo>
                  <a:lnTo>
                    <a:pt x="6008367" y="1806091"/>
                  </a:lnTo>
                  <a:lnTo>
                    <a:pt x="6009223" y="1821729"/>
                  </a:lnTo>
                  <a:lnTo>
                    <a:pt x="6010078" y="1800144"/>
                  </a:lnTo>
                  <a:lnTo>
                    <a:pt x="6010934" y="1800762"/>
                  </a:lnTo>
                  <a:lnTo>
                    <a:pt x="6011789" y="1825485"/>
                  </a:lnTo>
                  <a:lnTo>
                    <a:pt x="6012645" y="1842964"/>
                  </a:lnTo>
                  <a:lnTo>
                    <a:pt x="6013500" y="1892067"/>
                  </a:lnTo>
                  <a:lnTo>
                    <a:pt x="6014356" y="1934853"/>
                  </a:lnTo>
                  <a:lnTo>
                    <a:pt x="6015211" y="2005884"/>
                  </a:lnTo>
                  <a:lnTo>
                    <a:pt x="6016067" y="2085392"/>
                  </a:lnTo>
                  <a:lnTo>
                    <a:pt x="6016922" y="2072921"/>
                  </a:lnTo>
                  <a:lnTo>
                    <a:pt x="6017778" y="2116106"/>
                  </a:lnTo>
                  <a:lnTo>
                    <a:pt x="6018633" y="2105354"/>
                  </a:lnTo>
                  <a:lnTo>
                    <a:pt x="6019489" y="2089202"/>
                  </a:lnTo>
                  <a:lnTo>
                    <a:pt x="6020344" y="2012514"/>
                  </a:lnTo>
                  <a:lnTo>
                    <a:pt x="6021200" y="1894264"/>
                  </a:lnTo>
                  <a:lnTo>
                    <a:pt x="6022055" y="1929665"/>
                  </a:lnTo>
                  <a:lnTo>
                    <a:pt x="6022911" y="1866598"/>
                  </a:lnTo>
                  <a:lnTo>
                    <a:pt x="6023767" y="1934229"/>
                  </a:lnTo>
                  <a:lnTo>
                    <a:pt x="6024622" y="2010385"/>
                  </a:lnTo>
                  <a:lnTo>
                    <a:pt x="6025478" y="2007756"/>
                  </a:lnTo>
                  <a:lnTo>
                    <a:pt x="6026333" y="2086180"/>
                  </a:lnTo>
                  <a:lnTo>
                    <a:pt x="6027189" y="2003958"/>
                  </a:lnTo>
                  <a:lnTo>
                    <a:pt x="6028044" y="1951727"/>
                  </a:lnTo>
                  <a:lnTo>
                    <a:pt x="6028900" y="1941792"/>
                  </a:lnTo>
                  <a:lnTo>
                    <a:pt x="6029755" y="1866483"/>
                  </a:lnTo>
                  <a:lnTo>
                    <a:pt x="6030611" y="1902647"/>
                  </a:lnTo>
                  <a:lnTo>
                    <a:pt x="6031466" y="1794289"/>
                  </a:lnTo>
                  <a:lnTo>
                    <a:pt x="6032322" y="1813342"/>
                  </a:lnTo>
                  <a:lnTo>
                    <a:pt x="6033177" y="1863533"/>
                  </a:lnTo>
                  <a:lnTo>
                    <a:pt x="6034033" y="1820974"/>
                  </a:lnTo>
                  <a:lnTo>
                    <a:pt x="6034888" y="1851990"/>
                  </a:lnTo>
                  <a:lnTo>
                    <a:pt x="6035744" y="1864536"/>
                  </a:lnTo>
                  <a:lnTo>
                    <a:pt x="6036599" y="1870647"/>
                  </a:lnTo>
                  <a:lnTo>
                    <a:pt x="6037455" y="1820006"/>
                  </a:lnTo>
                  <a:lnTo>
                    <a:pt x="6038310" y="1774756"/>
                  </a:lnTo>
                  <a:lnTo>
                    <a:pt x="6039166" y="1767697"/>
                  </a:lnTo>
                  <a:lnTo>
                    <a:pt x="6040022" y="1776685"/>
                  </a:lnTo>
                  <a:lnTo>
                    <a:pt x="6040877" y="1780736"/>
                  </a:lnTo>
                  <a:lnTo>
                    <a:pt x="6041733" y="1848440"/>
                  </a:lnTo>
                  <a:lnTo>
                    <a:pt x="6042588" y="1963435"/>
                  </a:lnTo>
                  <a:lnTo>
                    <a:pt x="6043444" y="1952156"/>
                  </a:lnTo>
                  <a:lnTo>
                    <a:pt x="6044299" y="1975156"/>
                  </a:lnTo>
                  <a:lnTo>
                    <a:pt x="6045155" y="1960278"/>
                  </a:lnTo>
                  <a:lnTo>
                    <a:pt x="6046010" y="1905931"/>
                  </a:lnTo>
                  <a:lnTo>
                    <a:pt x="6046866" y="1830070"/>
                  </a:lnTo>
                  <a:lnTo>
                    <a:pt x="6047721" y="1709341"/>
                  </a:lnTo>
                  <a:lnTo>
                    <a:pt x="6048577" y="1691912"/>
                  </a:lnTo>
                  <a:lnTo>
                    <a:pt x="6049432" y="1639708"/>
                  </a:lnTo>
                  <a:lnTo>
                    <a:pt x="6050288" y="1616481"/>
                  </a:lnTo>
                  <a:lnTo>
                    <a:pt x="6051143" y="1676011"/>
                  </a:lnTo>
                  <a:lnTo>
                    <a:pt x="6051999" y="1649577"/>
                  </a:lnTo>
                  <a:lnTo>
                    <a:pt x="6052854" y="1701773"/>
                  </a:lnTo>
                  <a:lnTo>
                    <a:pt x="6053710" y="1757467"/>
                  </a:lnTo>
                  <a:lnTo>
                    <a:pt x="6054566" y="1790818"/>
                  </a:lnTo>
                  <a:lnTo>
                    <a:pt x="6055421" y="1897294"/>
                  </a:lnTo>
                  <a:lnTo>
                    <a:pt x="6056277" y="1853526"/>
                  </a:lnTo>
                  <a:lnTo>
                    <a:pt x="6057132" y="1917463"/>
                  </a:lnTo>
                  <a:lnTo>
                    <a:pt x="6057988" y="2040248"/>
                  </a:lnTo>
                  <a:lnTo>
                    <a:pt x="6058843" y="2050844"/>
                  </a:lnTo>
                  <a:lnTo>
                    <a:pt x="6059699" y="2149260"/>
                  </a:lnTo>
                  <a:lnTo>
                    <a:pt x="6060554" y="2138856"/>
                  </a:lnTo>
                  <a:lnTo>
                    <a:pt x="6061410" y="2162224"/>
                  </a:lnTo>
                  <a:lnTo>
                    <a:pt x="6062265" y="2168275"/>
                  </a:lnTo>
                  <a:lnTo>
                    <a:pt x="6063121" y="2197078"/>
                  </a:lnTo>
                  <a:lnTo>
                    <a:pt x="6063976" y="2167926"/>
                  </a:lnTo>
                  <a:lnTo>
                    <a:pt x="6064832" y="2178628"/>
                  </a:lnTo>
                  <a:lnTo>
                    <a:pt x="6065687" y="2130494"/>
                  </a:lnTo>
                  <a:lnTo>
                    <a:pt x="6066543" y="2079954"/>
                  </a:lnTo>
                  <a:lnTo>
                    <a:pt x="6067398" y="2026994"/>
                  </a:lnTo>
                  <a:lnTo>
                    <a:pt x="6068254" y="1908559"/>
                  </a:lnTo>
                  <a:lnTo>
                    <a:pt x="6069109" y="1869640"/>
                  </a:lnTo>
                  <a:lnTo>
                    <a:pt x="6069965" y="1769557"/>
                  </a:lnTo>
                  <a:lnTo>
                    <a:pt x="6070821" y="1691663"/>
                  </a:lnTo>
                  <a:lnTo>
                    <a:pt x="6071676" y="1674328"/>
                  </a:lnTo>
                  <a:lnTo>
                    <a:pt x="6072532" y="1634815"/>
                  </a:lnTo>
                  <a:lnTo>
                    <a:pt x="6073387" y="1663815"/>
                  </a:lnTo>
                  <a:lnTo>
                    <a:pt x="6074243" y="1682616"/>
                  </a:lnTo>
                  <a:lnTo>
                    <a:pt x="6075098" y="1696156"/>
                  </a:lnTo>
                  <a:lnTo>
                    <a:pt x="6075954" y="1681603"/>
                  </a:lnTo>
                  <a:lnTo>
                    <a:pt x="6076809" y="1817005"/>
                  </a:lnTo>
                  <a:lnTo>
                    <a:pt x="6077665" y="1774711"/>
                  </a:lnTo>
                  <a:lnTo>
                    <a:pt x="6078520" y="1915023"/>
                  </a:lnTo>
                  <a:lnTo>
                    <a:pt x="6079376" y="1968427"/>
                  </a:lnTo>
                  <a:lnTo>
                    <a:pt x="6080231" y="2079372"/>
                  </a:lnTo>
                  <a:lnTo>
                    <a:pt x="6081087" y="2117941"/>
                  </a:lnTo>
                  <a:lnTo>
                    <a:pt x="6081942" y="2115870"/>
                  </a:lnTo>
                  <a:lnTo>
                    <a:pt x="6082798" y="2158661"/>
                  </a:lnTo>
                  <a:lnTo>
                    <a:pt x="6083653" y="2090330"/>
                  </a:lnTo>
                  <a:lnTo>
                    <a:pt x="6084509" y="2003409"/>
                  </a:lnTo>
                  <a:lnTo>
                    <a:pt x="6085364" y="1960700"/>
                  </a:lnTo>
                  <a:lnTo>
                    <a:pt x="6086220" y="1913892"/>
                  </a:lnTo>
                  <a:lnTo>
                    <a:pt x="6087076" y="1908209"/>
                  </a:lnTo>
                  <a:lnTo>
                    <a:pt x="6087931" y="1855332"/>
                  </a:lnTo>
                  <a:lnTo>
                    <a:pt x="6088787" y="1876280"/>
                  </a:lnTo>
                  <a:lnTo>
                    <a:pt x="6089642" y="1852046"/>
                  </a:lnTo>
                  <a:lnTo>
                    <a:pt x="6090498" y="1846520"/>
                  </a:lnTo>
                  <a:lnTo>
                    <a:pt x="6091353" y="1854374"/>
                  </a:lnTo>
                  <a:lnTo>
                    <a:pt x="6092209" y="1810235"/>
                  </a:lnTo>
                  <a:lnTo>
                    <a:pt x="6093064" y="1812168"/>
                  </a:lnTo>
                  <a:lnTo>
                    <a:pt x="6093920" y="1753283"/>
                  </a:lnTo>
                  <a:lnTo>
                    <a:pt x="6094775" y="1778863"/>
                  </a:lnTo>
                  <a:lnTo>
                    <a:pt x="6095631" y="1992668"/>
                  </a:lnTo>
                  <a:lnTo>
                    <a:pt x="6096486" y="1984983"/>
                  </a:lnTo>
                  <a:lnTo>
                    <a:pt x="6097342" y="2013028"/>
                  </a:lnTo>
                  <a:lnTo>
                    <a:pt x="6098197" y="1947563"/>
                  </a:lnTo>
                  <a:lnTo>
                    <a:pt x="6099053" y="1965693"/>
                  </a:lnTo>
                  <a:lnTo>
                    <a:pt x="6099908" y="2012577"/>
                  </a:lnTo>
                  <a:lnTo>
                    <a:pt x="6100764" y="1965405"/>
                  </a:lnTo>
                  <a:lnTo>
                    <a:pt x="6101620" y="1991031"/>
                  </a:lnTo>
                  <a:lnTo>
                    <a:pt x="6102475" y="1937384"/>
                  </a:lnTo>
                  <a:lnTo>
                    <a:pt x="6103331" y="1965415"/>
                  </a:lnTo>
                  <a:lnTo>
                    <a:pt x="6104186" y="2034009"/>
                  </a:lnTo>
                  <a:lnTo>
                    <a:pt x="6105042" y="1948738"/>
                  </a:lnTo>
                  <a:lnTo>
                    <a:pt x="6105897" y="1968201"/>
                  </a:lnTo>
                  <a:lnTo>
                    <a:pt x="6106753" y="1920622"/>
                  </a:lnTo>
                  <a:lnTo>
                    <a:pt x="6107608" y="1960564"/>
                  </a:lnTo>
                  <a:lnTo>
                    <a:pt x="6108464" y="1988877"/>
                  </a:lnTo>
                  <a:lnTo>
                    <a:pt x="6109319" y="1903246"/>
                  </a:lnTo>
                  <a:lnTo>
                    <a:pt x="6110175" y="1909518"/>
                  </a:lnTo>
                  <a:lnTo>
                    <a:pt x="6111030" y="1906583"/>
                  </a:lnTo>
                  <a:lnTo>
                    <a:pt x="6111886" y="1925889"/>
                  </a:lnTo>
                  <a:lnTo>
                    <a:pt x="6112741" y="1940019"/>
                  </a:lnTo>
                  <a:lnTo>
                    <a:pt x="6113597" y="1935238"/>
                  </a:lnTo>
                  <a:lnTo>
                    <a:pt x="6114452" y="2012625"/>
                  </a:lnTo>
                  <a:lnTo>
                    <a:pt x="6115308" y="2039822"/>
                  </a:lnTo>
                  <a:lnTo>
                    <a:pt x="6116163" y="2077468"/>
                  </a:lnTo>
                  <a:lnTo>
                    <a:pt x="6117019" y="2109633"/>
                  </a:lnTo>
                  <a:lnTo>
                    <a:pt x="6117875" y="2121751"/>
                  </a:lnTo>
                  <a:lnTo>
                    <a:pt x="6118730" y="2182587"/>
                  </a:lnTo>
                  <a:lnTo>
                    <a:pt x="6119586" y="2163286"/>
                  </a:lnTo>
                  <a:lnTo>
                    <a:pt x="6120441" y="2174892"/>
                  </a:lnTo>
                  <a:lnTo>
                    <a:pt x="6121297" y="2182679"/>
                  </a:lnTo>
                  <a:lnTo>
                    <a:pt x="6122152" y="2176005"/>
                  </a:lnTo>
                  <a:lnTo>
                    <a:pt x="6123008" y="2170925"/>
                  </a:lnTo>
                  <a:lnTo>
                    <a:pt x="6123863" y="2174117"/>
                  </a:lnTo>
                  <a:lnTo>
                    <a:pt x="6124719" y="2155388"/>
                  </a:lnTo>
                  <a:lnTo>
                    <a:pt x="6125574" y="2156600"/>
                  </a:lnTo>
                  <a:lnTo>
                    <a:pt x="6126430" y="2159397"/>
                  </a:lnTo>
                  <a:lnTo>
                    <a:pt x="6127285" y="2098759"/>
                  </a:lnTo>
                  <a:lnTo>
                    <a:pt x="6128141" y="2075775"/>
                  </a:lnTo>
                  <a:lnTo>
                    <a:pt x="6128996" y="2063148"/>
                  </a:lnTo>
                  <a:lnTo>
                    <a:pt x="6129852" y="2061587"/>
                  </a:lnTo>
                  <a:lnTo>
                    <a:pt x="6130707" y="2029872"/>
                  </a:lnTo>
                  <a:lnTo>
                    <a:pt x="6131563" y="2024971"/>
                  </a:lnTo>
                  <a:lnTo>
                    <a:pt x="6132418" y="2034535"/>
                  </a:lnTo>
                  <a:lnTo>
                    <a:pt x="6133274" y="2032558"/>
                  </a:lnTo>
                  <a:lnTo>
                    <a:pt x="6134130" y="2034221"/>
                  </a:lnTo>
                  <a:lnTo>
                    <a:pt x="6134985" y="2041993"/>
                  </a:lnTo>
                  <a:lnTo>
                    <a:pt x="6135841" y="2048141"/>
                  </a:lnTo>
                  <a:lnTo>
                    <a:pt x="6136696" y="2026548"/>
                  </a:lnTo>
                  <a:lnTo>
                    <a:pt x="6137552" y="1977044"/>
                  </a:lnTo>
                  <a:lnTo>
                    <a:pt x="6138407" y="1972056"/>
                  </a:lnTo>
                  <a:lnTo>
                    <a:pt x="6139263" y="1952338"/>
                  </a:lnTo>
                  <a:lnTo>
                    <a:pt x="6140118" y="1959090"/>
                  </a:lnTo>
                  <a:lnTo>
                    <a:pt x="6140974" y="1948021"/>
                  </a:lnTo>
                  <a:lnTo>
                    <a:pt x="6141829" y="1955061"/>
                  </a:lnTo>
                  <a:lnTo>
                    <a:pt x="6142685" y="1964978"/>
                  </a:lnTo>
                  <a:lnTo>
                    <a:pt x="6143540" y="2015820"/>
                  </a:lnTo>
                  <a:lnTo>
                    <a:pt x="6144396" y="2020758"/>
                  </a:lnTo>
                  <a:lnTo>
                    <a:pt x="6145251" y="1994752"/>
                  </a:lnTo>
                  <a:lnTo>
                    <a:pt x="6146107" y="2003652"/>
                  </a:lnTo>
                  <a:lnTo>
                    <a:pt x="6146962" y="2027287"/>
                  </a:lnTo>
                  <a:lnTo>
                    <a:pt x="6147818" y="2067584"/>
                  </a:lnTo>
                  <a:lnTo>
                    <a:pt x="6148674" y="2055094"/>
                  </a:lnTo>
                  <a:lnTo>
                    <a:pt x="6149529" y="2041108"/>
                  </a:lnTo>
                  <a:lnTo>
                    <a:pt x="6150385" y="2074737"/>
                  </a:lnTo>
                  <a:lnTo>
                    <a:pt x="6151240" y="2062977"/>
                  </a:lnTo>
                  <a:lnTo>
                    <a:pt x="6152096" y="2102759"/>
                  </a:lnTo>
                  <a:lnTo>
                    <a:pt x="6152951" y="2106672"/>
                  </a:lnTo>
                  <a:lnTo>
                    <a:pt x="6153807" y="2107042"/>
                  </a:lnTo>
                  <a:lnTo>
                    <a:pt x="6154662" y="2174247"/>
                  </a:lnTo>
                  <a:lnTo>
                    <a:pt x="6155518" y="2158685"/>
                  </a:lnTo>
                  <a:lnTo>
                    <a:pt x="6156373" y="2179436"/>
                  </a:lnTo>
                  <a:lnTo>
                    <a:pt x="6157229" y="2187082"/>
                  </a:lnTo>
                  <a:lnTo>
                    <a:pt x="6158084" y="2165363"/>
                  </a:lnTo>
                  <a:lnTo>
                    <a:pt x="6158940" y="2180386"/>
                  </a:lnTo>
                  <a:lnTo>
                    <a:pt x="6159795" y="2234806"/>
                  </a:lnTo>
                  <a:lnTo>
                    <a:pt x="6160651" y="2203301"/>
                  </a:lnTo>
                  <a:lnTo>
                    <a:pt x="6161506" y="2148777"/>
                  </a:lnTo>
                  <a:lnTo>
                    <a:pt x="6162362" y="2127049"/>
                  </a:lnTo>
                  <a:lnTo>
                    <a:pt x="6163217" y="2159600"/>
                  </a:lnTo>
                  <a:lnTo>
                    <a:pt x="6164073" y="2123520"/>
                  </a:lnTo>
                  <a:lnTo>
                    <a:pt x="6164929" y="2073650"/>
                  </a:lnTo>
                  <a:lnTo>
                    <a:pt x="6165784" y="2040738"/>
                  </a:lnTo>
                  <a:lnTo>
                    <a:pt x="6166640" y="2028656"/>
                  </a:lnTo>
                  <a:lnTo>
                    <a:pt x="6167495" y="2010375"/>
                  </a:lnTo>
                  <a:lnTo>
                    <a:pt x="6168351" y="1997791"/>
                  </a:lnTo>
                  <a:lnTo>
                    <a:pt x="6169206" y="1949238"/>
                  </a:lnTo>
                  <a:lnTo>
                    <a:pt x="6170062" y="1946192"/>
                  </a:lnTo>
                  <a:lnTo>
                    <a:pt x="6170917" y="2032364"/>
                  </a:lnTo>
                  <a:lnTo>
                    <a:pt x="6171773" y="2066361"/>
                  </a:lnTo>
                  <a:lnTo>
                    <a:pt x="6172628" y="2045693"/>
                  </a:lnTo>
                  <a:lnTo>
                    <a:pt x="6173484" y="2071979"/>
                  </a:lnTo>
                  <a:lnTo>
                    <a:pt x="6174339" y="2102643"/>
                  </a:lnTo>
                  <a:lnTo>
                    <a:pt x="6175195" y="2109521"/>
                  </a:lnTo>
                  <a:lnTo>
                    <a:pt x="6176050" y="2199977"/>
                  </a:lnTo>
                  <a:lnTo>
                    <a:pt x="6176906" y="2163185"/>
                  </a:lnTo>
                  <a:lnTo>
                    <a:pt x="6177761" y="2160350"/>
                  </a:lnTo>
                  <a:lnTo>
                    <a:pt x="6178617" y="2135128"/>
                  </a:lnTo>
                  <a:lnTo>
                    <a:pt x="6179472" y="2167617"/>
                  </a:lnTo>
                  <a:lnTo>
                    <a:pt x="6180328" y="2157117"/>
                  </a:lnTo>
                  <a:lnTo>
                    <a:pt x="6181184" y="2148015"/>
                  </a:lnTo>
                  <a:lnTo>
                    <a:pt x="6182039" y="2187641"/>
                  </a:lnTo>
                  <a:lnTo>
                    <a:pt x="6182895" y="2134102"/>
                  </a:lnTo>
                  <a:lnTo>
                    <a:pt x="6183750" y="2067986"/>
                  </a:lnTo>
                  <a:lnTo>
                    <a:pt x="6184606" y="2091087"/>
                  </a:lnTo>
                  <a:lnTo>
                    <a:pt x="6185461" y="2053845"/>
                  </a:lnTo>
                  <a:lnTo>
                    <a:pt x="6186317" y="2077569"/>
                  </a:lnTo>
                  <a:lnTo>
                    <a:pt x="6187172" y="2076233"/>
                  </a:lnTo>
                  <a:lnTo>
                    <a:pt x="6188028" y="2086230"/>
                  </a:lnTo>
                  <a:lnTo>
                    <a:pt x="6188883" y="2107016"/>
                  </a:lnTo>
                  <a:lnTo>
                    <a:pt x="6189739" y="2052983"/>
                  </a:lnTo>
                  <a:lnTo>
                    <a:pt x="6190594" y="2057303"/>
                  </a:lnTo>
                  <a:lnTo>
                    <a:pt x="6191450" y="1986217"/>
                  </a:lnTo>
                  <a:lnTo>
                    <a:pt x="6192305" y="2052154"/>
                  </a:lnTo>
                  <a:lnTo>
                    <a:pt x="6193161" y="2053298"/>
                  </a:lnTo>
                  <a:lnTo>
                    <a:pt x="6194016" y="2040739"/>
                  </a:lnTo>
                  <a:lnTo>
                    <a:pt x="6194872" y="2081182"/>
                  </a:lnTo>
                  <a:lnTo>
                    <a:pt x="6195728" y="2124849"/>
                  </a:lnTo>
                  <a:lnTo>
                    <a:pt x="6196583" y="2122964"/>
                  </a:lnTo>
                  <a:lnTo>
                    <a:pt x="6197439" y="2186523"/>
                  </a:lnTo>
                  <a:lnTo>
                    <a:pt x="6198294" y="2223619"/>
                  </a:lnTo>
                  <a:lnTo>
                    <a:pt x="6199150" y="2205729"/>
                  </a:lnTo>
                  <a:lnTo>
                    <a:pt x="6200005" y="2190923"/>
                  </a:lnTo>
                  <a:lnTo>
                    <a:pt x="6200861" y="2218804"/>
                  </a:lnTo>
                  <a:lnTo>
                    <a:pt x="6201716" y="2230491"/>
                  </a:lnTo>
                  <a:lnTo>
                    <a:pt x="6202572" y="2224554"/>
                  </a:lnTo>
                  <a:lnTo>
                    <a:pt x="6203427" y="2268665"/>
                  </a:lnTo>
                  <a:lnTo>
                    <a:pt x="6204283" y="2209610"/>
                  </a:lnTo>
                  <a:lnTo>
                    <a:pt x="6205138" y="2211041"/>
                  </a:lnTo>
                  <a:lnTo>
                    <a:pt x="6205994" y="2150960"/>
                  </a:lnTo>
                  <a:lnTo>
                    <a:pt x="6206849" y="2199546"/>
                  </a:lnTo>
                  <a:lnTo>
                    <a:pt x="6207705" y="2185836"/>
                  </a:lnTo>
                  <a:lnTo>
                    <a:pt x="6208560" y="2150174"/>
                  </a:lnTo>
                  <a:lnTo>
                    <a:pt x="6209416" y="2159140"/>
                  </a:lnTo>
                  <a:lnTo>
                    <a:pt x="6210271" y="2185455"/>
                  </a:lnTo>
                  <a:lnTo>
                    <a:pt x="6211127" y="2224800"/>
                  </a:lnTo>
                  <a:lnTo>
                    <a:pt x="6211983" y="2217396"/>
                  </a:lnTo>
                  <a:lnTo>
                    <a:pt x="6212838" y="2211530"/>
                  </a:lnTo>
                  <a:lnTo>
                    <a:pt x="6213694" y="2212444"/>
                  </a:lnTo>
                  <a:lnTo>
                    <a:pt x="6214549" y="2204486"/>
                  </a:lnTo>
                  <a:lnTo>
                    <a:pt x="6215405" y="2230473"/>
                  </a:lnTo>
                  <a:lnTo>
                    <a:pt x="6216260" y="2198911"/>
                  </a:lnTo>
                  <a:lnTo>
                    <a:pt x="6217116" y="2208203"/>
                  </a:lnTo>
                  <a:lnTo>
                    <a:pt x="6217971" y="2237277"/>
                  </a:lnTo>
                  <a:lnTo>
                    <a:pt x="6218827" y="2184007"/>
                  </a:lnTo>
                  <a:lnTo>
                    <a:pt x="6219682" y="2165080"/>
                  </a:lnTo>
                  <a:lnTo>
                    <a:pt x="6220538" y="2172216"/>
                  </a:lnTo>
                  <a:lnTo>
                    <a:pt x="6221393" y="2113742"/>
                  </a:lnTo>
                  <a:lnTo>
                    <a:pt x="6222249" y="2113017"/>
                  </a:lnTo>
                  <a:lnTo>
                    <a:pt x="6223104" y="2125729"/>
                  </a:lnTo>
                  <a:lnTo>
                    <a:pt x="6223960" y="2097723"/>
                  </a:lnTo>
                  <a:lnTo>
                    <a:pt x="6224815" y="2109558"/>
                  </a:lnTo>
                  <a:lnTo>
                    <a:pt x="6225671" y="2139248"/>
                  </a:lnTo>
                  <a:lnTo>
                    <a:pt x="6226526" y="2141404"/>
                  </a:lnTo>
                  <a:lnTo>
                    <a:pt x="6227382" y="2173778"/>
                  </a:lnTo>
                  <a:lnTo>
                    <a:pt x="6228238" y="2160835"/>
                  </a:lnTo>
                  <a:lnTo>
                    <a:pt x="6229093" y="2158873"/>
                  </a:lnTo>
                  <a:lnTo>
                    <a:pt x="6229949" y="2111045"/>
                  </a:lnTo>
                  <a:lnTo>
                    <a:pt x="6230804" y="2115899"/>
                  </a:lnTo>
                  <a:lnTo>
                    <a:pt x="6231660" y="2119054"/>
                  </a:lnTo>
                  <a:lnTo>
                    <a:pt x="6232515" y="2113952"/>
                  </a:lnTo>
                  <a:lnTo>
                    <a:pt x="6233371" y="2132566"/>
                  </a:lnTo>
                  <a:lnTo>
                    <a:pt x="6234226" y="2162708"/>
                  </a:lnTo>
                  <a:lnTo>
                    <a:pt x="6235082" y="2199523"/>
                  </a:lnTo>
                  <a:lnTo>
                    <a:pt x="6235937" y="2246193"/>
                  </a:lnTo>
                  <a:lnTo>
                    <a:pt x="6236793" y="2268870"/>
                  </a:lnTo>
                  <a:lnTo>
                    <a:pt x="6237648" y="2287116"/>
                  </a:lnTo>
                  <a:lnTo>
                    <a:pt x="6238504" y="2278869"/>
                  </a:lnTo>
                  <a:lnTo>
                    <a:pt x="6239359" y="2281021"/>
                  </a:lnTo>
                  <a:lnTo>
                    <a:pt x="6240215" y="2263034"/>
                  </a:lnTo>
                  <a:lnTo>
                    <a:pt x="6241070" y="2247381"/>
                  </a:lnTo>
                  <a:lnTo>
                    <a:pt x="6241926" y="2268781"/>
                  </a:lnTo>
                  <a:lnTo>
                    <a:pt x="6242781" y="2236070"/>
                  </a:lnTo>
                  <a:lnTo>
                    <a:pt x="6243637" y="2241090"/>
                  </a:lnTo>
                  <a:lnTo>
                    <a:pt x="6244493" y="2201811"/>
                  </a:lnTo>
                  <a:lnTo>
                    <a:pt x="6245348" y="2162793"/>
                  </a:lnTo>
                  <a:lnTo>
                    <a:pt x="6246204" y="2150599"/>
                  </a:lnTo>
                  <a:lnTo>
                    <a:pt x="6247059" y="2131571"/>
                  </a:lnTo>
                  <a:lnTo>
                    <a:pt x="6247915" y="2160692"/>
                  </a:lnTo>
                  <a:lnTo>
                    <a:pt x="6248770" y="2138543"/>
                  </a:lnTo>
                  <a:lnTo>
                    <a:pt x="6249626" y="2098898"/>
                  </a:lnTo>
                  <a:lnTo>
                    <a:pt x="6250481" y="2100470"/>
                  </a:lnTo>
                  <a:lnTo>
                    <a:pt x="6251337" y="2098051"/>
                  </a:lnTo>
                  <a:lnTo>
                    <a:pt x="6252192" y="2111681"/>
                  </a:lnTo>
                  <a:lnTo>
                    <a:pt x="6253048" y="2106052"/>
                  </a:lnTo>
                  <a:lnTo>
                    <a:pt x="6253903" y="2050229"/>
                  </a:lnTo>
                  <a:lnTo>
                    <a:pt x="6254759" y="2061538"/>
                  </a:lnTo>
                  <a:lnTo>
                    <a:pt x="6255614" y="2086402"/>
                  </a:lnTo>
                  <a:lnTo>
                    <a:pt x="6256470" y="2150847"/>
                  </a:lnTo>
                  <a:lnTo>
                    <a:pt x="6257325" y="2128333"/>
                  </a:lnTo>
                  <a:lnTo>
                    <a:pt x="6258181" y="2177871"/>
                  </a:lnTo>
                  <a:lnTo>
                    <a:pt x="6259037" y="2239790"/>
                  </a:lnTo>
                  <a:lnTo>
                    <a:pt x="6259892" y="2268426"/>
                  </a:lnTo>
                  <a:lnTo>
                    <a:pt x="6260748" y="2290342"/>
                  </a:lnTo>
                  <a:lnTo>
                    <a:pt x="6261603" y="2230150"/>
                  </a:lnTo>
                  <a:lnTo>
                    <a:pt x="6262459" y="2241399"/>
                  </a:lnTo>
                  <a:lnTo>
                    <a:pt x="6263314" y="2272561"/>
                  </a:lnTo>
                  <a:lnTo>
                    <a:pt x="6264170" y="2228764"/>
                  </a:lnTo>
                  <a:lnTo>
                    <a:pt x="6265025" y="2243209"/>
                  </a:lnTo>
                  <a:lnTo>
                    <a:pt x="6265881" y="2258003"/>
                  </a:lnTo>
                  <a:lnTo>
                    <a:pt x="6266736" y="2240759"/>
                  </a:lnTo>
                  <a:lnTo>
                    <a:pt x="6267592" y="2204918"/>
                  </a:lnTo>
                  <a:lnTo>
                    <a:pt x="6268447" y="2169419"/>
                  </a:lnTo>
                  <a:lnTo>
                    <a:pt x="6269303" y="2232464"/>
                  </a:lnTo>
                  <a:lnTo>
                    <a:pt x="6270158" y="2204934"/>
                  </a:lnTo>
                  <a:lnTo>
                    <a:pt x="6271014" y="2204734"/>
                  </a:lnTo>
                  <a:lnTo>
                    <a:pt x="6271869" y="2099517"/>
                  </a:lnTo>
                  <a:lnTo>
                    <a:pt x="6272725" y="2133211"/>
                  </a:lnTo>
                  <a:lnTo>
                    <a:pt x="6273580" y="2151564"/>
                  </a:lnTo>
                  <a:lnTo>
                    <a:pt x="6274436" y="2097916"/>
                  </a:lnTo>
                  <a:lnTo>
                    <a:pt x="6275292" y="2115270"/>
                  </a:lnTo>
                  <a:lnTo>
                    <a:pt x="6276147" y="2236390"/>
                  </a:lnTo>
                  <a:lnTo>
                    <a:pt x="6277003" y="2237236"/>
                  </a:lnTo>
                  <a:lnTo>
                    <a:pt x="6277858" y="2251139"/>
                  </a:lnTo>
                  <a:lnTo>
                    <a:pt x="6278714" y="2328386"/>
                  </a:lnTo>
                  <a:lnTo>
                    <a:pt x="6279569" y="2328386"/>
                  </a:lnTo>
                  <a:lnTo>
                    <a:pt x="6280425" y="2328386"/>
                  </a:lnTo>
                  <a:lnTo>
                    <a:pt x="6281280" y="2328386"/>
                  </a:lnTo>
                  <a:lnTo>
                    <a:pt x="6282136" y="2328386"/>
                  </a:lnTo>
                  <a:lnTo>
                    <a:pt x="6282991" y="2328386"/>
                  </a:lnTo>
                  <a:lnTo>
                    <a:pt x="6283847" y="2328386"/>
                  </a:lnTo>
                  <a:lnTo>
                    <a:pt x="6284702" y="2294508"/>
                  </a:lnTo>
                  <a:lnTo>
                    <a:pt x="6285558" y="2278233"/>
                  </a:lnTo>
                  <a:lnTo>
                    <a:pt x="6286413" y="2256990"/>
                  </a:lnTo>
                  <a:lnTo>
                    <a:pt x="6287269" y="2261811"/>
                  </a:lnTo>
                  <a:lnTo>
                    <a:pt x="6288124" y="2211640"/>
                  </a:lnTo>
                  <a:lnTo>
                    <a:pt x="6288980" y="2273103"/>
                  </a:lnTo>
                  <a:lnTo>
                    <a:pt x="6289835" y="2252449"/>
                  </a:lnTo>
                  <a:lnTo>
                    <a:pt x="6290691" y="2241604"/>
                  </a:lnTo>
                  <a:lnTo>
                    <a:pt x="6291547" y="2237756"/>
                  </a:lnTo>
                  <a:lnTo>
                    <a:pt x="6292402" y="2252211"/>
                  </a:lnTo>
                  <a:lnTo>
                    <a:pt x="6293258" y="2311590"/>
                  </a:lnTo>
                  <a:lnTo>
                    <a:pt x="6294113" y="2328386"/>
                  </a:lnTo>
                  <a:lnTo>
                    <a:pt x="6294969" y="2328386"/>
                  </a:lnTo>
                  <a:lnTo>
                    <a:pt x="6295824" y="2290588"/>
                  </a:lnTo>
                  <a:lnTo>
                    <a:pt x="6296680" y="2303284"/>
                  </a:lnTo>
                  <a:lnTo>
                    <a:pt x="6297535" y="2242930"/>
                  </a:lnTo>
                  <a:lnTo>
                    <a:pt x="6298391" y="2260109"/>
                  </a:lnTo>
                  <a:lnTo>
                    <a:pt x="6299246" y="2224582"/>
                  </a:lnTo>
                  <a:lnTo>
                    <a:pt x="6300102" y="2207355"/>
                  </a:lnTo>
                  <a:lnTo>
                    <a:pt x="6300957" y="2231357"/>
                  </a:lnTo>
                  <a:lnTo>
                    <a:pt x="6301813" y="2243982"/>
                  </a:lnTo>
                  <a:lnTo>
                    <a:pt x="6302668" y="2272546"/>
                  </a:lnTo>
                  <a:lnTo>
                    <a:pt x="6303524" y="2230505"/>
                  </a:lnTo>
                  <a:lnTo>
                    <a:pt x="6304379" y="2220774"/>
                  </a:lnTo>
                  <a:lnTo>
                    <a:pt x="6305235" y="2272886"/>
                  </a:lnTo>
                  <a:lnTo>
                    <a:pt x="6306091" y="2211446"/>
                  </a:lnTo>
                  <a:lnTo>
                    <a:pt x="6306946" y="2247123"/>
                  </a:lnTo>
                  <a:lnTo>
                    <a:pt x="6307802" y="2254732"/>
                  </a:lnTo>
                  <a:lnTo>
                    <a:pt x="6308657" y="2226070"/>
                  </a:lnTo>
                  <a:lnTo>
                    <a:pt x="6309513" y="2287078"/>
                  </a:lnTo>
                  <a:lnTo>
                    <a:pt x="6310368" y="2264454"/>
                  </a:lnTo>
                  <a:lnTo>
                    <a:pt x="6311224" y="2264861"/>
                  </a:lnTo>
                  <a:lnTo>
                    <a:pt x="6312079" y="2254262"/>
                  </a:lnTo>
                  <a:lnTo>
                    <a:pt x="6312935" y="2253902"/>
                  </a:lnTo>
                  <a:lnTo>
                    <a:pt x="6313790" y="2273473"/>
                  </a:lnTo>
                  <a:lnTo>
                    <a:pt x="6314646" y="2273867"/>
                  </a:lnTo>
                  <a:lnTo>
                    <a:pt x="6315501" y="2251837"/>
                  </a:lnTo>
                  <a:lnTo>
                    <a:pt x="6316357" y="2260134"/>
                  </a:lnTo>
                  <a:lnTo>
                    <a:pt x="6317212" y="2264018"/>
                  </a:lnTo>
                  <a:lnTo>
                    <a:pt x="6318068" y="2271343"/>
                  </a:lnTo>
                  <a:lnTo>
                    <a:pt x="6318923" y="2281389"/>
                  </a:lnTo>
                  <a:lnTo>
                    <a:pt x="6319779" y="2269379"/>
                  </a:lnTo>
                  <a:lnTo>
                    <a:pt x="6320634" y="2282666"/>
                  </a:lnTo>
                  <a:lnTo>
                    <a:pt x="6321490" y="2288019"/>
                  </a:lnTo>
                  <a:lnTo>
                    <a:pt x="6322346" y="2269901"/>
                  </a:lnTo>
                  <a:lnTo>
                    <a:pt x="6323201" y="2254091"/>
                  </a:lnTo>
                  <a:lnTo>
                    <a:pt x="6324057" y="2266027"/>
                  </a:lnTo>
                  <a:lnTo>
                    <a:pt x="6324912" y="2270682"/>
                  </a:lnTo>
                  <a:lnTo>
                    <a:pt x="6325768" y="2290159"/>
                  </a:lnTo>
                  <a:lnTo>
                    <a:pt x="6326623" y="2312511"/>
                  </a:lnTo>
                  <a:lnTo>
                    <a:pt x="6327479" y="2317954"/>
                  </a:lnTo>
                  <a:lnTo>
                    <a:pt x="6328334" y="2328386"/>
                  </a:lnTo>
                  <a:lnTo>
                    <a:pt x="6329190" y="2311206"/>
                  </a:lnTo>
                  <a:lnTo>
                    <a:pt x="6330045" y="2256500"/>
                  </a:lnTo>
                  <a:lnTo>
                    <a:pt x="6330901" y="2277740"/>
                  </a:lnTo>
                  <a:lnTo>
                    <a:pt x="6331756" y="2282559"/>
                  </a:lnTo>
                  <a:lnTo>
                    <a:pt x="6332612" y="2292424"/>
                  </a:lnTo>
                  <a:lnTo>
                    <a:pt x="6333467" y="2277643"/>
                  </a:lnTo>
                  <a:lnTo>
                    <a:pt x="6334323" y="2252838"/>
                  </a:lnTo>
                  <a:lnTo>
                    <a:pt x="6335178" y="2266471"/>
                  </a:lnTo>
                  <a:lnTo>
                    <a:pt x="6336034" y="2310914"/>
                  </a:lnTo>
                  <a:lnTo>
                    <a:pt x="6336889" y="2305009"/>
                  </a:lnTo>
                  <a:lnTo>
                    <a:pt x="6337745" y="2328386"/>
                  </a:lnTo>
                  <a:lnTo>
                    <a:pt x="6338601" y="2328386"/>
                  </a:lnTo>
                  <a:lnTo>
                    <a:pt x="6339456" y="2328386"/>
                  </a:lnTo>
                  <a:lnTo>
                    <a:pt x="6340312" y="2328386"/>
                  </a:lnTo>
                  <a:lnTo>
                    <a:pt x="6341167" y="2328386"/>
                  </a:lnTo>
                  <a:lnTo>
                    <a:pt x="6342023" y="2328386"/>
                  </a:lnTo>
                  <a:lnTo>
                    <a:pt x="6342878" y="2328386"/>
                  </a:lnTo>
                  <a:lnTo>
                    <a:pt x="6343734" y="2328386"/>
                  </a:lnTo>
                  <a:lnTo>
                    <a:pt x="6344589" y="2328386"/>
                  </a:lnTo>
                  <a:lnTo>
                    <a:pt x="6345445" y="2328386"/>
                  </a:lnTo>
                  <a:lnTo>
                    <a:pt x="6346300" y="2328386"/>
                  </a:lnTo>
                  <a:lnTo>
                    <a:pt x="6347156" y="2328386"/>
                  </a:lnTo>
                  <a:lnTo>
                    <a:pt x="6348011" y="2328386"/>
                  </a:lnTo>
                  <a:lnTo>
                    <a:pt x="6348867" y="2328386"/>
                  </a:lnTo>
                  <a:lnTo>
                    <a:pt x="6349722" y="2313854"/>
                  </a:lnTo>
                  <a:lnTo>
                    <a:pt x="6350578" y="2284313"/>
                  </a:lnTo>
                  <a:lnTo>
                    <a:pt x="6351433" y="2241064"/>
                  </a:lnTo>
                  <a:lnTo>
                    <a:pt x="6352289" y="2233252"/>
                  </a:lnTo>
                  <a:lnTo>
                    <a:pt x="6353145" y="2239378"/>
                  </a:lnTo>
                  <a:lnTo>
                    <a:pt x="6354000" y="2245619"/>
                  </a:lnTo>
                  <a:lnTo>
                    <a:pt x="6354856" y="2227517"/>
                  </a:lnTo>
                  <a:lnTo>
                    <a:pt x="6355711" y="2204198"/>
                  </a:lnTo>
                  <a:lnTo>
                    <a:pt x="6356567" y="2190470"/>
                  </a:lnTo>
                  <a:lnTo>
                    <a:pt x="6357422" y="2205028"/>
                  </a:lnTo>
                  <a:lnTo>
                    <a:pt x="6358278" y="2215272"/>
                  </a:lnTo>
                  <a:lnTo>
                    <a:pt x="6359133" y="2222345"/>
                  </a:lnTo>
                  <a:lnTo>
                    <a:pt x="6359989" y="2221115"/>
                  </a:lnTo>
                  <a:lnTo>
                    <a:pt x="6360844" y="2236545"/>
                  </a:lnTo>
                  <a:lnTo>
                    <a:pt x="6361700" y="2219602"/>
                  </a:lnTo>
                  <a:lnTo>
                    <a:pt x="6362555" y="2212416"/>
                  </a:lnTo>
                  <a:lnTo>
                    <a:pt x="6363411" y="2205873"/>
                  </a:lnTo>
                  <a:lnTo>
                    <a:pt x="6364266" y="2205656"/>
                  </a:lnTo>
                  <a:lnTo>
                    <a:pt x="6365122" y="2237832"/>
                  </a:lnTo>
                  <a:lnTo>
                    <a:pt x="6365977" y="2264347"/>
                  </a:lnTo>
                  <a:lnTo>
                    <a:pt x="6366833" y="2279782"/>
                  </a:lnTo>
                  <a:lnTo>
                    <a:pt x="6367688" y="2237366"/>
                  </a:lnTo>
                  <a:lnTo>
                    <a:pt x="6368544" y="2229730"/>
                  </a:lnTo>
                  <a:lnTo>
                    <a:pt x="6369400" y="2223964"/>
                  </a:lnTo>
                  <a:lnTo>
                    <a:pt x="6370255" y="2247446"/>
                  </a:lnTo>
                  <a:lnTo>
                    <a:pt x="6371111" y="2246814"/>
                  </a:lnTo>
                  <a:lnTo>
                    <a:pt x="6371966" y="2302292"/>
                  </a:lnTo>
                  <a:lnTo>
                    <a:pt x="6372822" y="2295640"/>
                  </a:lnTo>
                  <a:lnTo>
                    <a:pt x="6373677" y="2295750"/>
                  </a:lnTo>
                  <a:lnTo>
                    <a:pt x="6374533" y="2328386"/>
                  </a:lnTo>
                  <a:lnTo>
                    <a:pt x="6375388" y="2328386"/>
                  </a:lnTo>
                  <a:lnTo>
                    <a:pt x="6376244" y="2328386"/>
                  </a:lnTo>
                  <a:lnTo>
                    <a:pt x="6377099" y="2290492"/>
                  </a:lnTo>
                  <a:lnTo>
                    <a:pt x="6377955" y="2296570"/>
                  </a:lnTo>
                  <a:lnTo>
                    <a:pt x="6378810" y="2289602"/>
                  </a:lnTo>
                  <a:lnTo>
                    <a:pt x="6379666" y="2259303"/>
                  </a:lnTo>
                  <a:lnTo>
                    <a:pt x="6380521" y="2283119"/>
                  </a:lnTo>
                  <a:lnTo>
                    <a:pt x="6381377" y="2291107"/>
                  </a:lnTo>
                  <a:lnTo>
                    <a:pt x="6382232" y="2250665"/>
                  </a:lnTo>
                  <a:lnTo>
                    <a:pt x="6383088" y="2251122"/>
                  </a:lnTo>
                  <a:lnTo>
                    <a:pt x="6383943" y="2253330"/>
                  </a:lnTo>
                  <a:lnTo>
                    <a:pt x="6384799" y="2266222"/>
                  </a:lnTo>
                  <a:lnTo>
                    <a:pt x="6385655" y="2230506"/>
                  </a:lnTo>
                  <a:lnTo>
                    <a:pt x="6386510" y="2216193"/>
                  </a:lnTo>
                  <a:lnTo>
                    <a:pt x="6387366" y="2211468"/>
                  </a:lnTo>
                  <a:lnTo>
                    <a:pt x="6388221" y="2246386"/>
                  </a:lnTo>
                  <a:lnTo>
                    <a:pt x="6389077" y="2253188"/>
                  </a:lnTo>
                  <a:lnTo>
                    <a:pt x="6389932" y="2222692"/>
                  </a:lnTo>
                  <a:lnTo>
                    <a:pt x="6390788" y="2265145"/>
                  </a:lnTo>
                  <a:lnTo>
                    <a:pt x="6391643" y="2281420"/>
                  </a:lnTo>
                  <a:lnTo>
                    <a:pt x="6392499" y="2250534"/>
                  </a:lnTo>
                  <a:lnTo>
                    <a:pt x="6393354" y="2261753"/>
                  </a:lnTo>
                  <a:lnTo>
                    <a:pt x="6394210" y="2238657"/>
                  </a:lnTo>
                  <a:lnTo>
                    <a:pt x="6395065" y="2239231"/>
                  </a:lnTo>
                  <a:lnTo>
                    <a:pt x="6395921" y="2229372"/>
                  </a:lnTo>
                  <a:lnTo>
                    <a:pt x="6396776" y="2223362"/>
                  </a:lnTo>
                  <a:lnTo>
                    <a:pt x="6397632" y="2227375"/>
                  </a:lnTo>
                  <a:lnTo>
                    <a:pt x="6398487" y="2207184"/>
                  </a:lnTo>
                  <a:lnTo>
                    <a:pt x="6399343" y="2223327"/>
                  </a:lnTo>
                  <a:lnTo>
                    <a:pt x="6400199" y="2234049"/>
                  </a:lnTo>
                  <a:lnTo>
                    <a:pt x="6401054" y="2266031"/>
                  </a:lnTo>
                  <a:lnTo>
                    <a:pt x="6401910" y="2267603"/>
                  </a:lnTo>
                  <a:lnTo>
                    <a:pt x="6402765" y="2261511"/>
                  </a:lnTo>
                  <a:lnTo>
                    <a:pt x="6403621" y="2274210"/>
                  </a:lnTo>
                  <a:lnTo>
                    <a:pt x="6404476" y="2309185"/>
                  </a:lnTo>
                  <a:lnTo>
                    <a:pt x="6405332" y="2328386"/>
                  </a:lnTo>
                  <a:lnTo>
                    <a:pt x="6406187" y="2328386"/>
                  </a:lnTo>
                  <a:lnTo>
                    <a:pt x="6407043" y="2328386"/>
                  </a:lnTo>
                  <a:lnTo>
                    <a:pt x="6407898" y="2328386"/>
                  </a:lnTo>
                  <a:lnTo>
                    <a:pt x="6408754" y="2315240"/>
                  </a:lnTo>
                  <a:lnTo>
                    <a:pt x="6409609" y="2314608"/>
                  </a:lnTo>
                  <a:lnTo>
                    <a:pt x="6410465" y="2302903"/>
                  </a:lnTo>
                  <a:lnTo>
                    <a:pt x="6411320" y="2293594"/>
                  </a:lnTo>
                  <a:lnTo>
                    <a:pt x="6412176" y="2302901"/>
                  </a:lnTo>
                  <a:lnTo>
                    <a:pt x="6413031" y="2267104"/>
                  </a:lnTo>
                  <a:lnTo>
                    <a:pt x="6413887" y="2312281"/>
                  </a:lnTo>
                  <a:lnTo>
                    <a:pt x="6414742" y="2295743"/>
                  </a:lnTo>
                  <a:lnTo>
                    <a:pt x="6415598" y="2328386"/>
                  </a:lnTo>
                  <a:lnTo>
                    <a:pt x="6416454" y="2328386"/>
                  </a:lnTo>
                  <a:lnTo>
                    <a:pt x="6417309" y="2328386"/>
                  </a:lnTo>
                  <a:lnTo>
                    <a:pt x="6418165" y="2328386"/>
                  </a:lnTo>
                  <a:lnTo>
                    <a:pt x="6419020" y="2328386"/>
                  </a:lnTo>
                  <a:lnTo>
                    <a:pt x="6419876" y="2316773"/>
                  </a:lnTo>
                  <a:lnTo>
                    <a:pt x="6420731" y="2328386"/>
                  </a:lnTo>
                  <a:lnTo>
                    <a:pt x="6421587" y="2321259"/>
                  </a:lnTo>
                  <a:lnTo>
                    <a:pt x="6422442" y="2327925"/>
                  </a:lnTo>
                  <a:lnTo>
                    <a:pt x="6423298" y="2328386"/>
                  </a:lnTo>
                  <a:lnTo>
                    <a:pt x="6424153" y="2294992"/>
                  </a:lnTo>
                  <a:lnTo>
                    <a:pt x="6425009" y="2294972"/>
                  </a:lnTo>
                  <a:lnTo>
                    <a:pt x="6425864" y="2328386"/>
                  </a:lnTo>
                  <a:lnTo>
                    <a:pt x="6426720" y="2328386"/>
                  </a:lnTo>
                  <a:lnTo>
                    <a:pt x="6427575" y="2328386"/>
                  </a:lnTo>
                  <a:lnTo>
                    <a:pt x="6428431" y="2328386"/>
                  </a:lnTo>
                  <a:lnTo>
                    <a:pt x="6429286" y="2328386"/>
                  </a:lnTo>
                  <a:lnTo>
                    <a:pt x="6430142" y="2328386"/>
                  </a:lnTo>
                  <a:lnTo>
                    <a:pt x="6430997" y="2328386"/>
                  </a:lnTo>
                  <a:lnTo>
                    <a:pt x="6431853" y="2328386"/>
                  </a:lnTo>
                  <a:lnTo>
                    <a:pt x="6432709" y="2328386"/>
                  </a:lnTo>
                  <a:lnTo>
                    <a:pt x="6433564" y="2328386"/>
                  </a:lnTo>
                  <a:lnTo>
                    <a:pt x="6434420" y="2328386"/>
                  </a:lnTo>
                  <a:lnTo>
                    <a:pt x="6435275" y="2319352"/>
                  </a:lnTo>
                  <a:lnTo>
                    <a:pt x="6436131" y="2328386"/>
                  </a:lnTo>
                  <a:lnTo>
                    <a:pt x="6436986" y="2328386"/>
                  </a:lnTo>
                  <a:lnTo>
                    <a:pt x="6437842" y="2328386"/>
                  </a:lnTo>
                  <a:lnTo>
                    <a:pt x="6438697" y="2328386"/>
                  </a:lnTo>
                  <a:lnTo>
                    <a:pt x="6439553" y="2320062"/>
                  </a:lnTo>
                  <a:lnTo>
                    <a:pt x="6440408" y="2328386"/>
                  </a:lnTo>
                  <a:lnTo>
                    <a:pt x="6441264" y="2327351"/>
                  </a:lnTo>
                  <a:lnTo>
                    <a:pt x="6442119" y="2328386"/>
                  </a:lnTo>
                  <a:lnTo>
                    <a:pt x="6442975" y="2296924"/>
                  </a:lnTo>
                  <a:lnTo>
                    <a:pt x="6443830" y="2310089"/>
                  </a:lnTo>
                  <a:lnTo>
                    <a:pt x="6444686" y="2321372"/>
                  </a:lnTo>
                  <a:lnTo>
                    <a:pt x="6445541" y="2299188"/>
                  </a:lnTo>
                  <a:lnTo>
                    <a:pt x="6446397" y="2290248"/>
                  </a:lnTo>
                  <a:lnTo>
                    <a:pt x="6447252" y="2258765"/>
                  </a:lnTo>
                  <a:lnTo>
                    <a:pt x="6448108" y="2275081"/>
                  </a:lnTo>
                  <a:lnTo>
                    <a:pt x="6448964" y="2289481"/>
                  </a:lnTo>
                  <a:lnTo>
                    <a:pt x="6449819" y="2306934"/>
                  </a:lnTo>
                  <a:lnTo>
                    <a:pt x="6450675" y="2275340"/>
                  </a:lnTo>
                  <a:lnTo>
                    <a:pt x="6451530" y="2242787"/>
                  </a:lnTo>
                  <a:lnTo>
                    <a:pt x="6452386" y="2235566"/>
                  </a:lnTo>
                  <a:lnTo>
                    <a:pt x="6453241" y="2238819"/>
                  </a:lnTo>
                  <a:lnTo>
                    <a:pt x="6454097" y="2235736"/>
                  </a:lnTo>
                  <a:lnTo>
                    <a:pt x="6454952" y="2219937"/>
                  </a:lnTo>
                  <a:lnTo>
                    <a:pt x="6455808" y="2256953"/>
                  </a:lnTo>
                  <a:lnTo>
                    <a:pt x="6456663" y="2202830"/>
                  </a:lnTo>
                  <a:lnTo>
                    <a:pt x="6457519" y="2212305"/>
                  </a:lnTo>
                  <a:lnTo>
                    <a:pt x="6458374" y="2137848"/>
                  </a:lnTo>
                  <a:lnTo>
                    <a:pt x="6459230" y="2106995"/>
                  </a:lnTo>
                  <a:lnTo>
                    <a:pt x="6460085" y="2124417"/>
                  </a:lnTo>
                  <a:lnTo>
                    <a:pt x="6460941" y="2156513"/>
                  </a:lnTo>
                  <a:lnTo>
                    <a:pt x="6461796" y="2158248"/>
                  </a:lnTo>
                  <a:lnTo>
                    <a:pt x="6462652" y="2170830"/>
                  </a:lnTo>
                  <a:lnTo>
                    <a:pt x="6463508" y="2171625"/>
                  </a:lnTo>
                  <a:lnTo>
                    <a:pt x="6464363" y="2215419"/>
                  </a:lnTo>
                  <a:lnTo>
                    <a:pt x="6465219" y="2185853"/>
                  </a:lnTo>
                  <a:lnTo>
                    <a:pt x="6466074" y="2176840"/>
                  </a:lnTo>
                  <a:lnTo>
                    <a:pt x="6466930" y="2172672"/>
                  </a:lnTo>
                  <a:lnTo>
                    <a:pt x="6467785" y="2165497"/>
                  </a:lnTo>
                  <a:lnTo>
                    <a:pt x="6468641" y="2205349"/>
                  </a:lnTo>
                  <a:lnTo>
                    <a:pt x="6469496" y="2154880"/>
                  </a:lnTo>
                  <a:lnTo>
                    <a:pt x="6470352" y="2173710"/>
                  </a:lnTo>
                  <a:lnTo>
                    <a:pt x="6471207" y="2192701"/>
                  </a:lnTo>
                  <a:lnTo>
                    <a:pt x="6472063" y="2206773"/>
                  </a:lnTo>
                  <a:lnTo>
                    <a:pt x="6472918" y="2170941"/>
                  </a:lnTo>
                  <a:lnTo>
                    <a:pt x="6473774" y="2122247"/>
                  </a:lnTo>
                  <a:lnTo>
                    <a:pt x="6474629" y="2119887"/>
                  </a:lnTo>
                  <a:lnTo>
                    <a:pt x="6475485" y="2079823"/>
                  </a:lnTo>
                  <a:lnTo>
                    <a:pt x="6476340" y="2062821"/>
                  </a:lnTo>
                  <a:lnTo>
                    <a:pt x="6477196" y="2074093"/>
                  </a:lnTo>
                  <a:lnTo>
                    <a:pt x="6478051" y="2119883"/>
                  </a:lnTo>
                  <a:lnTo>
                    <a:pt x="6478907" y="2127432"/>
                  </a:lnTo>
                  <a:lnTo>
                    <a:pt x="6479763" y="2133269"/>
                  </a:lnTo>
                  <a:lnTo>
                    <a:pt x="6480618" y="2134015"/>
                  </a:lnTo>
                  <a:lnTo>
                    <a:pt x="6481474" y="2159783"/>
                  </a:lnTo>
                  <a:lnTo>
                    <a:pt x="6482329" y="2155579"/>
                  </a:lnTo>
                  <a:lnTo>
                    <a:pt x="6483185" y="2120716"/>
                  </a:lnTo>
                  <a:lnTo>
                    <a:pt x="6484040" y="2043950"/>
                  </a:lnTo>
                  <a:lnTo>
                    <a:pt x="6484896" y="2043170"/>
                  </a:lnTo>
                  <a:lnTo>
                    <a:pt x="6485751" y="2155710"/>
                  </a:lnTo>
                  <a:lnTo>
                    <a:pt x="6486607" y="2106709"/>
                  </a:lnTo>
                  <a:lnTo>
                    <a:pt x="6487462" y="1984678"/>
                  </a:lnTo>
                  <a:lnTo>
                    <a:pt x="6488318" y="1976138"/>
                  </a:lnTo>
                  <a:lnTo>
                    <a:pt x="6489173" y="1998642"/>
                  </a:lnTo>
                  <a:lnTo>
                    <a:pt x="6490029" y="2024702"/>
                  </a:lnTo>
                  <a:lnTo>
                    <a:pt x="6490884" y="2016394"/>
                  </a:lnTo>
                  <a:lnTo>
                    <a:pt x="6491740" y="2047034"/>
                  </a:lnTo>
                  <a:lnTo>
                    <a:pt x="6492595" y="2142979"/>
                  </a:lnTo>
                  <a:lnTo>
                    <a:pt x="6493451" y="2175595"/>
                  </a:lnTo>
                  <a:lnTo>
                    <a:pt x="6494306" y="2166716"/>
                  </a:lnTo>
                  <a:lnTo>
                    <a:pt x="6495162" y="2161971"/>
                  </a:lnTo>
                  <a:lnTo>
                    <a:pt x="6496018" y="2171844"/>
                  </a:lnTo>
                  <a:lnTo>
                    <a:pt x="6496873" y="2199197"/>
                  </a:lnTo>
                  <a:lnTo>
                    <a:pt x="6497729" y="2095437"/>
                  </a:lnTo>
                  <a:lnTo>
                    <a:pt x="6498584" y="2108205"/>
                  </a:lnTo>
                  <a:lnTo>
                    <a:pt x="6499440" y="2103364"/>
                  </a:lnTo>
                  <a:lnTo>
                    <a:pt x="6500295" y="2199408"/>
                  </a:lnTo>
                  <a:lnTo>
                    <a:pt x="6501151" y="2173617"/>
                  </a:lnTo>
                  <a:lnTo>
                    <a:pt x="6502006" y="2240670"/>
                  </a:lnTo>
                  <a:lnTo>
                    <a:pt x="6502862" y="2276505"/>
                  </a:lnTo>
                  <a:lnTo>
                    <a:pt x="6503717" y="2280429"/>
                  </a:lnTo>
                  <a:lnTo>
                    <a:pt x="6504573" y="2303223"/>
                  </a:lnTo>
                  <a:lnTo>
                    <a:pt x="6505428" y="2218703"/>
                  </a:lnTo>
                  <a:lnTo>
                    <a:pt x="6506284" y="2217833"/>
                  </a:lnTo>
                  <a:lnTo>
                    <a:pt x="6507139" y="2193512"/>
                  </a:lnTo>
                  <a:lnTo>
                    <a:pt x="6507995" y="2208346"/>
                  </a:lnTo>
                  <a:lnTo>
                    <a:pt x="6508850" y="2250287"/>
                  </a:lnTo>
                  <a:lnTo>
                    <a:pt x="6509706" y="2261576"/>
                  </a:lnTo>
                  <a:lnTo>
                    <a:pt x="6510562" y="2278942"/>
                  </a:lnTo>
                  <a:lnTo>
                    <a:pt x="6511417" y="2229774"/>
                  </a:lnTo>
                  <a:lnTo>
                    <a:pt x="6512273" y="2210521"/>
                  </a:lnTo>
                  <a:lnTo>
                    <a:pt x="6513128" y="2125807"/>
                  </a:lnTo>
                  <a:lnTo>
                    <a:pt x="6513984" y="2124042"/>
                  </a:lnTo>
                  <a:lnTo>
                    <a:pt x="6514839" y="2209263"/>
                  </a:lnTo>
                  <a:lnTo>
                    <a:pt x="6515695" y="2205445"/>
                  </a:lnTo>
                  <a:lnTo>
                    <a:pt x="6516550" y="2167976"/>
                  </a:lnTo>
                  <a:lnTo>
                    <a:pt x="6517406" y="2143028"/>
                  </a:lnTo>
                  <a:lnTo>
                    <a:pt x="6518261" y="2160791"/>
                  </a:lnTo>
                  <a:lnTo>
                    <a:pt x="6519117" y="2147689"/>
                  </a:lnTo>
                  <a:lnTo>
                    <a:pt x="6519972" y="2132137"/>
                  </a:lnTo>
                  <a:lnTo>
                    <a:pt x="6520828" y="2138162"/>
                  </a:lnTo>
                  <a:lnTo>
                    <a:pt x="6521683" y="2151876"/>
                  </a:lnTo>
                  <a:lnTo>
                    <a:pt x="6522539" y="2155003"/>
                  </a:lnTo>
                  <a:lnTo>
                    <a:pt x="6523394" y="2206528"/>
                  </a:lnTo>
                  <a:lnTo>
                    <a:pt x="6524250" y="2171719"/>
                  </a:lnTo>
                  <a:lnTo>
                    <a:pt x="6525105" y="2133739"/>
                  </a:lnTo>
                  <a:lnTo>
                    <a:pt x="6525961" y="2080043"/>
                  </a:lnTo>
                  <a:lnTo>
                    <a:pt x="6526817" y="1994644"/>
                  </a:lnTo>
                  <a:lnTo>
                    <a:pt x="6527672" y="1968039"/>
                  </a:lnTo>
                  <a:lnTo>
                    <a:pt x="6528528" y="2059755"/>
                  </a:lnTo>
                  <a:lnTo>
                    <a:pt x="6529383" y="2068336"/>
                  </a:lnTo>
                  <a:lnTo>
                    <a:pt x="6530239" y="2066722"/>
                  </a:lnTo>
                  <a:lnTo>
                    <a:pt x="6531094" y="2088082"/>
                  </a:lnTo>
                  <a:lnTo>
                    <a:pt x="6531950" y="2062166"/>
                  </a:lnTo>
                  <a:lnTo>
                    <a:pt x="6532805" y="2065754"/>
                  </a:lnTo>
                  <a:lnTo>
                    <a:pt x="6533661" y="2041710"/>
                  </a:lnTo>
                  <a:lnTo>
                    <a:pt x="6534516" y="2065298"/>
                  </a:lnTo>
                  <a:lnTo>
                    <a:pt x="6535372" y="2081431"/>
                  </a:lnTo>
                  <a:lnTo>
                    <a:pt x="6536227" y="2016535"/>
                  </a:lnTo>
                  <a:lnTo>
                    <a:pt x="6537083" y="1978612"/>
                  </a:lnTo>
                  <a:lnTo>
                    <a:pt x="6537938" y="1999686"/>
                  </a:lnTo>
                  <a:lnTo>
                    <a:pt x="6538794" y="1962505"/>
                  </a:lnTo>
                  <a:lnTo>
                    <a:pt x="6539649" y="2006236"/>
                  </a:lnTo>
                  <a:lnTo>
                    <a:pt x="6540505" y="1869695"/>
                  </a:lnTo>
                  <a:lnTo>
                    <a:pt x="6541360" y="1785276"/>
                  </a:lnTo>
                  <a:lnTo>
                    <a:pt x="6542216" y="1713935"/>
                  </a:lnTo>
                  <a:lnTo>
                    <a:pt x="6543072" y="1611976"/>
                  </a:lnTo>
                  <a:lnTo>
                    <a:pt x="6543927" y="1600851"/>
                  </a:lnTo>
                  <a:lnTo>
                    <a:pt x="6544783" y="1527922"/>
                  </a:lnTo>
                  <a:lnTo>
                    <a:pt x="6545638" y="1587720"/>
                  </a:lnTo>
                  <a:lnTo>
                    <a:pt x="6546494" y="1630804"/>
                  </a:lnTo>
                  <a:lnTo>
                    <a:pt x="6547349" y="1480182"/>
                  </a:lnTo>
                  <a:lnTo>
                    <a:pt x="6548205" y="1589793"/>
                  </a:lnTo>
                  <a:lnTo>
                    <a:pt x="6549060" y="1456930"/>
                  </a:lnTo>
                  <a:lnTo>
                    <a:pt x="6549916" y="1372774"/>
                  </a:lnTo>
                  <a:lnTo>
                    <a:pt x="6550771" y="1380339"/>
                  </a:lnTo>
                  <a:lnTo>
                    <a:pt x="6551627" y="1326444"/>
                  </a:lnTo>
                  <a:lnTo>
                    <a:pt x="6552482" y="1452071"/>
                  </a:lnTo>
                  <a:lnTo>
                    <a:pt x="6553338" y="1489490"/>
                  </a:lnTo>
                  <a:lnTo>
                    <a:pt x="6554193" y="1329965"/>
                  </a:lnTo>
                  <a:lnTo>
                    <a:pt x="6555049" y="1253077"/>
                  </a:lnTo>
                  <a:lnTo>
                    <a:pt x="6555904" y="1257621"/>
                  </a:lnTo>
                  <a:lnTo>
                    <a:pt x="6556760" y="1350305"/>
                  </a:lnTo>
                  <a:lnTo>
                    <a:pt x="6557616" y="1342629"/>
                  </a:lnTo>
                  <a:lnTo>
                    <a:pt x="6558471" y="1262012"/>
                  </a:lnTo>
                  <a:lnTo>
                    <a:pt x="6559327" y="1267677"/>
                  </a:lnTo>
                  <a:lnTo>
                    <a:pt x="6560182" y="1106364"/>
                  </a:lnTo>
                  <a:lnTo>
                    <a:pt x="6561038" y="1052175"/>
                  </a:lnTo>
                  <a:lnTo>
                    <a:pt x="6561893" y="1166942"/>
                  </a:lnTo>
                  <a:lnTo>
                    <a:pt x="6562749" y="1097967"/>
                  </a:lnTo>
                  <a:lnTo>
                    <a:pt x="6563604" y="1056291"/>
                  </a:lnTo>
                  <a:lnTo>
                    <a:pt x="6564460" y="1020258"/>
                  </a:lnTo>
                  <a:lnTo>
                    <a:pt x="6565315" y="1052245"/>
                  </a:lnTo>
                  <a:lnTo>
                    <a:pt x="6566171" y="1041417"/>
                  </a:lnTo>
                  <a:lnTo>
                    <a:pt x="6567026" y="1031840"/>
                  </a:lnTo>
                  <a:lnTo>
                    <a:pt x="6567882" y="1074401"/>
                  </a:lnTo>
                  <a:lnTo>
                    <a:pt x="6568737" y="1001963"/>
                  </a:lnTo>
                  <a:lnTo>
                    <a:pt x="6569593" y="941080"/>
                  </a:lnTo>
                  <a:lnTo>
                    <a:pt x="6570448" y="957297"/>
                  </a:lnTo>
                  <a:lnTo>
                    <a:pt x="6571304" y="876410"/>
                  </a:lnTo>
                  <a:lnTo>
                    <a:pt x="6572159" y="909753"/>
                  </a:lnTo>
                  <a:lnTo>
                    <a:pt x="6573015" y="804686"/>
                  </a:lnTo>
                  <a:lnTo>
                    <a:pt x="6573871" y="742676"/>
                  </a:lnTo>
                  <a:lnTo>
                    <a:pt x="6574726" y="855634"/>
                  </a:lnTo>
                  <a:lnTo>
                    <a:pt x="6575582" y="798907"/>
                  </a:lnTo>
                  <a:lnTo>
                    <a:pt x="6576437" y="956951"/>
                  </a:lnTo>
                  <a:lnTo>
                    <a:pt x="6577293" y="1064714"/>
                  </a:lnTo>
                  <a:lnTo>
                    <a:pt x="6578148" y="999235"/>
                  </a:lnTo>
                  <a:lnTo>
                    <a:pt x="6579004" y="1080819"/>
                  </a:lnTo>
                  <a:lnTo>
                    <a:pt x="6579859" y="1045328"/>
                  </a:lnTo>
                  <a:lnTo>
                    <a:pt x="6580715" y="1061784"/>
                  </a:lnTo>
                  <a:lnTo>
                    <a:pt x="6581570" y="1105554"/>
                  </a:lnTo>
                  <a:lnTo>
                    <a:pt x="6582426" y="1271775"/>
                  </a:lnTo>
                  <a:lnTo>
                    <a:pt x="6583281" y="1396727"/>
                  </a:lnTo>
                  <a:lnTo>
                    <a:pt x="6584137" y="1299047"/>
                  </a:lnTo>
                  <a:lnTo>
                    <a:pt x="6584992" y="1251608"/>
                  </a:lnTo>
                  <a:lnTo>
                    <a:pt x="6585848" y="1315880"/>
                  </a:lnTo>
                  <a:lnTo>
                    <a:pt x="6586703" y="1254214"/>
                  </a:lnTo>
                  <a:lnTo>
                    <a:pt x="6587559" y="1354855"/>
                  </a:lnTo>
                  <a:lnTo>
                    <a:pt x="6588414" y="1312069"/>
                  </a:lnTo>
                  <a:lnTo>
                    <a:pt x="6589270" y="1313813"/>
                  </a:lnTo>
                  <a:lnTo>
                    <a:pt x="6590126" y="1403310"/>
                  </a:lnTo>
                  <a:lnTo>
                    <a:pt x="6590981" y="1308584"/>
                  </a:lnTo>
                  <a:lnTo>
                    <a:pt x="6591837" y="1345036"/>
                  </a:lnTo>
                  <a:lnTo>
                    <a:pt x="6592692" y="1338618"/>
                  </a:lnTo>
                  <a:lnTo>
                    <a:pt x="6593548" y="1294599"/>
                  </a:lnTo>
                  <a:lnTo>
                    <a:pt x="6594403" y="1336248"/>
                  </a:lnTo>
                  <a:lnTo>
                    <a:pt x="6595259" y="1377015"/>
                  </a:lnTo>
                  <a:lnTo>
                    <a:pt x="6596114" y="1519628"/>
                  </a:lnTo>
                  <a:lnTo>
                    <a:pt x="6596970" y="1548515"/>
                  </a:lnTo>
                  <a:lnTo>
                    <a:pt x="6597825" y="1573782"/>
                  </a:lnTo>
                  <a:lnTo>
                    <a:pt x="6598681" y="1651511"/>
                  </a:lnTo>
                  <a:lnTo>
                    <a:pt x="6599536" y="1644890"/>
                  </a:lnTo>
                  <a:lnTo>
                    <a:pt x="6600392" y="1753303"/>
                  </a:lnTo>
                  <a:lnTo>
                    <a:pt x="6601247" y="1750220"/>
                  </a:lnTo>
                  <a:lnTo>
                    <a:pt x="6602103" y="1721042"/>
                  </a:lnTo>
                  <a:lnTo>
                    <a:pt x="6602958" y="1723766"/>
                  </a:lnTo>
                  <a:lnTo>
                    <a:pt x="6603814" y="1763197"/>
                  </a:lnTo>
                  <a:lnTo>
                    <a:pt x="6604670" y="1730219"/>
                  </a:lnTo>
                  <a:lnTo>
                    <a:pt x="6605525" y="1663327"/>
                  </a:lnTo>
                  <a:lnTo>
                    <a:pt x="6606381" y="1600607"/>
                  </a:lnTo>
                  <a:lnTo>
                    <a:pt x="6607236" y="1580990"/>
                  </a:lnTo>
                  <a:lnTo>
                    <a:pt x="6608092" y="1601998"/>
                  </a:lnTo>
                  <a:lnTo>
                    <a:pt x="6608947" y="1575706"/>
                  </a:lnTo>
                  <a:lnTo>
                    <a:pt x="6609803" y="1576796"/>
                  </a:lnTo>
                  <a:lnTo>
                    <a:pt x="6610658" y="1660086"/>
                  </a:lnTo>
                  <a:lnTo>
                    <a:pt x="6611514" y="1664364"/>
                  </a:lnTo>
                  <a:lnTo>
                    <a:pt x="6612369" y="1727482"/>
                  </a:lnTo>
                  <a:lnTo>
                    <a:pt x="6613225" y="1713840"/>
                  </a:lnTo>
                  <a:lnTo>
                    <a:pt x="6614080" y="1735861"/>
                  </a:lnTo>
                  <a:lnTo>
                    <a:pt x="6614936" y="1792682"/>
                  </a:lnTo>
                  <a:lnTo>
                    <a:pt x="6615791" y="1889836"/>
                  </a:lnTo>
                  <a:lnTo>
                    <a:pt x="6616647" y="1988486"/>
                  </a:lnTo>
                  <a:lnTo>
                    <a:pt x="6617502" y="1950657"/>
                  </a:lnTo>
                  <a:lnTo>
                    <a:pt x="6618358" y="1894329"/>
                  </a:lnTo>
                  <a:lnTo>
                    <a:pt x="6619213" y="1842621"/>
                  </a:lnTo>
                  <a:lnTo>
                    <a:pt x="6620069" y="1878015"/>
                  </a:lnTo>
                  <a:lnTo>
                    <a:pt x="6620925" y="1784284"/>
                  </a:lnTo>
                  <a:lnTo>
                    <a:pt x="6621780" y="1780927"/>
                  </a:lnTo>
                  <a:lnTo>
                    <a:pt x="6622636" y="1790523"/>
                  </a:lnTo>
                  <a:lnTo>
                    <a:pt x="6623491" y="1816330"/>
                  </a:lnTo>
                  <a:lnTo>
                    <a:pt x="6624347" y="1775781"/>
                  </a:lnTo>
                  <a:lnTo>
                    <a:pt x="6625202" y="1677976"/>
                  </a:lnTo>
                  <a:lnTo>
                    <a:pt x="6626058" y="1694872"/>
                  </a:lnTo>
                  <a:lnTo>
                    <a:pt x="6626913" y="1647044"/>
                  </a:lnTo>
                  <a:lnTo>
                    <a:pt x="6627769" y="1618137"/>
                  </a:lnTo>
                  <a:lnTo>
                    <a:pt x="6628624" y="1613720"/>
                  </a:lnTo>
                  <a:lnTo>
                    <a:pt x="6629480" y="1665432"/>
                  </a:lnTo>
                  <a:lnTo>
                    <a:pt x="6630335" y="1666015"/>
                  </a:lnTo>
                  <a:lnTo>
                    <a:pt x="6631191" y="1681310"/>
                  </a:lnTo>
                  <a:lnTo>
                    <a:pt x="6632046" y="1658700"/>
                  </a:lnTo>
                  <a:lnTo>
                    <a:pt x="6632902" y="1635265"/>
                  </a:lnTo>
                  <a:lnTo>
                    <a:pt x="6633757" y="1639226"/>
                  </a:lnTo>
                  <a:lnTo>
                    <a:pt x="6634613" y="1688547"/>
                  </a:lnTo>
                  <a:lnTo>
                    <a:pt x="6635468" y="1749319"/>
                  </a:lnTo>
                  <a:lnTo>
                    <a:pt x="6636324" y="1717753"/>
                  </a:lnTo>
                  <a:lnTo>
                    <a:pt x="6637180" y="1728640"/>
                  </a:lnTo>
                  <a:lnTo>
                    <a:pt x="6638035" y="1724804"/>
                  </a:lnTo>
                  <a:lnTo>
                    <a:pt x="6638891" y="1787465"/>
                  </a:lnTo>
                  <a:lnTo>
                    <a:pt x="6639746" y="1833161"/>
                  </a:lnTo>
                  <a:lnTo>
                    <a:pt x="6640602" y="1725200"/>
                  </a:lnTo>
                  <a:lnTo>
                    <a:pt x="6641457" y="1814922"/>
                  </a:lnTo>
                  <a:lnTo>
                    <a:pt x="6642313" y="1929222"/>
                  </a:lnTo>
                  <a:lnTo>
                    <a:pt x="6643168" y="1914424"/>
                  </a:lnTo>
                  <a:lnTo>
                    <a:pt x="6644024" y="1819528"/>
                  </a:lnTo>
                  <a:lnTo>
                    <a:pt x="6644879" y="1723283"/>
                  </a:lnTo>
                  <a:lnTo>
                    <a:pt x="6645735" y="1814517"/>
                  </a:lnTo>
                  <a:lnTo>
                    <a:pt x="6646590" y="1818485"/>
                  </a:lnTo>
                  <a:lnTo>
                    <a:pt x="6647446" y="1816515"/>
                  </a:lnTo>
                  <a:lnTo>
                    <a:pt x="6648301" y="1834832"/>
                  </a:lnTo>
                  <a:lnTo>
                    <a:pt x="6649157" y="1919712"/>
                  </a:lnTo>
                  <a:lnTo>
                    <a:pt x="6650012" y="1949961"/>
                  </a:lnTo>
                  <a:lnTo>
                    <a:pt x="6650868" y="1969159"/>
                  </a:lnTo>
                  <a:lnTo>
                    <a:pt x="6651723" y="1919398"/>
                  </a:lnTo>
                  <a:lnTo>
                    <a:pt x="6652579" y="1888375"/>
                  </a:lnTo>
                  <a:lnTo>
                    <a:pt x="6653435" y="1794215"/>
                  </a:lnTo>
                  <a:lnTo>
                    <a:pt x="6654290" y="1774424"/>
                  </a:lnTo>
                  <a:lnTo>
                    <a:pt x="6655146" y="1735435"/>
                  </a:lnTo>
                  <a:lnTo>
                    <a:pt x="6656001" y="1745428"/>
                  </a:lnTo>
                  <a:lnTo>
                    <a:pt x="6656857" y="1805411"/>
                  </a:lnTo>
                  <a:lnTo>
                    <a:pt x="6657712" y="1822787"/>
                  </a:lnTo>
                  <a:lnTo>
                    <a:pt x="6658568" y="1888728"/>
                  </a:lnTo>
                  <a:lnTo>
                    <a:pt x="6659423" y="1926850"/>
                  </a:lnTo>
                  <a:lnTo>
                    <a:pt x="6660279" y="1959856"/>
                  </a:lnTo>
                  <a:lnTo>
                    <a:pt x="6661134" y="1828305"/>
                  </a:lnTo>
                  <a:lnTo>
                    <a:pt x="6661990" y="1790661"/>
                  </a:lnTo>
                  <a:lnTo>
                    <a:pt x="6662845" y="1816825"/>
                  </a:lnTo>
                  <a:lnTo>
                    <a:pt x="6663701" y="1834316"/>
                  </a:lnTo>
                  <a:lnTo>
                    <a:pt x="6664556" y="1849858"/>
                  </a:lnTo>
                  <a:lnTo>
                    <a:pt x="6665412" y="1831843"/>
                  </a:lnTo>
                  <a:lnTo>
                    <a:pt x="6666267" y="1957621"/>
                  </a:lnTo>
                  <a:lnTo>
                    <a:pt x="6667123" y="1968282"/>
                  </a:lnTo>
                  <a:lnTo>
                    <a:pt x="6667979" y="1940626"/>
                  </a:lnTo>
                  <a:lnTo>
                    <a:pt x="6668834" y="1799627"/>
                  </a:lnTo>
                  <a:lnTo>
                    <a:pt x="6669690" y="1706478"/>
                  </a:lnTo>
                  <a:lnTo>
                    <a:pt x="6670545" y="1675598"/>
                  </a:lnTo>
                  <a:lnTo>
                    <a:pt x="6671401" y="1658624"/>
                  </a:lnTo>
                  <a:lnTo>
                    <a:pt x="6672256" y="1545582"/>
                  </a:lnTo>
                  <a:lnTo>
                    <a:pt x="6673112" y="1560960"/>
                  </a:lnTo>
                  <a:lnTo>
                    <a:pt x="6673967" y="1550890"/>
                  </a:lnTo>
                  <a:lnTo>
                    <a:pt x="6674823" y="1455259"/>
                  </a:lnTo>
                  <a:lnTo>
                    <a:pt x="6675678" y="1519130"/>
                  </a:lnTo>
                  <a:lnTo>
                    <a:pt x="6676534" y="1461199"/>
                  </a:lnTo>
                  <a:lnTo>
                    <a:pt x="6677389" y="1425445"/>
                  </a:lnTo>
                  <a:lnTo>
                    <a:pt x="6678245" y="1466993"/>
                  </a:lnTo>
                  <a:lnTo>
                    <a:pt x="6679100" y="1389230"/>
                  </a:lnTo>
                  <a:lnTo>
                    <a:pt x="6679956" y="1486461"/>
                  </a:lnTo>
                  <a:lnTo>
                    <a:pt x="6680811" y="1437561"/>
                  </a:lnTo>
                  <a:lnTo>
                    <a:pt x="6681667" y="1441331"/>
                  </a:lnTo>
                  <a:lnTo>
                    <a:pt x="6682522" y="1501254"/>
                  </a:lnTo>
                  <a:lnTo>
                    <a:pt x="6683378" y="1500533"/>
                  </a:lnTo>
                  <a:lnTo>
                    <a:pt x="6684234" y="1548003"/>
                  </a:lnTo>
                  <a:lnTo>
                    <a:pt x="6685089" y="1567403"/>
                  </a:lnTo>
                  <a:lnTo>
                    <a:pt x="6685945" y="1568258"/>
                  </a:lnTo>
                  <a:lnTo>
                    <a:pt x="6686800" y="1602065"/>
                  </a:lnTo>
                  <a:lnTo>
                    <a:pt x="6687656" y="1603545"/>
                  </a:lnTo>
                  <a:lnTo>
                    <a:pt x="6688511" y="1631396"/>
                  </a:lnTo>
                  <a:lnTo>
                    <a:pt x="6689367" y="1607887"/>
                  </a:lnTo>
                  <a:lnTo>
                    <a:pt x="6690222" y="1619460"/>
                  </a:lnTo>
                  <a:lnTo>
                    <a:pt x="6691078" y="1575553"/>
                  </a:lnTo>
                  <a:lnTo>
                    <a:pt x="6691933" y="1674759"/>
                  </a:lnTo>
                  <a:lnTo>
                    <a:pt x="6692789" y="1664546"/>
                  </a:lnTo>
                  <a:lnTo>
                    <a:pt x="6693644" y="1597600"/>
                  </a:lnTo>
                  <a:lnTo>
                    <a:pt x="6694500" y="1601919"/>
                  </a:lnTo>
                  <a:lnTo>
                    <a:pt x="6695355" y="1551540"/>
                  </a:lnTo>
                  <a:lnTo>
                    <a:pt x="6696211" y="1673123"/>
                  </a:lnTo>
                  <a:lnTo>
                    <a:pt x="6697066" y="1615849"/>
                  </a:lnTo>
                  <a:lnTo>
                    <a:pt x="6697922" y="1595354"/>
                  </a:lnTo>
                  <a:lnTo>
                    <a:pt x="6698777" y="1616266"/>
                  </a:lnTo>
                  <a:lnTo>
                    <a:pt x="6699633" y="1567290"/>
                  </a:lnTo>
                  <a:lnTo>
                    <a:pt x="6700489" y="1694054"/>
                  </a:lnTo>
                  <a:lnTo>
                    <a:pt x="6701344" y="1590306"/>
                  </a:lnTo>
                  <a:lnTo>
                    <a:pt x="6702200" y="1638642"/>
                  </a:lnTo>
                  <a:lnTo>
                    <a:pt x="6703055" y="1691585"/>
                  </a:lnTo>
                  <a:lnTo>
                    <a:pt x="6703911" y="1642260"/>
                  </a:lnTo>
                  <a:lnTo>
                    <a:pt x="6704766" y="1760686"/>
                  </a:lnTo>
                  <a:lnTo>
                    <a:pt x="6705622" y="1831936"/>
                  </a:lnTo>
                  <a:lnTo>
                    <a:pt x="6706477" y="1943354"/>
                  </a:lnTo>
                  <a:lnTo>
                    <a:pt x="6707333" y="1967011"/>
                  </a:lnTo>
                  <a:lnTo>
                    <a:pt x="6708188" y="1997822"/>
                  </a:lnTo>
                  <a:lnTo>
                    <a:pt x="6709044" y="1916754"/>
                  </a:lnTo>
                  <a:lnTo>
                    <a:pt x="6709899" y="1902711"/>
                  </a:lnTo>
                  <a:lnTo>
                    <a:pt x="6710755" y="1830889"/>
                  </a:lnTo>
                  <a:lnTo>
                    <a:pt x="6711610" y="1711418"/>
                  </a:lnTo>
                  <a:lnTo>
                    <a:pt x="6712466" y="1677754"/>
                  </a:lnTo>
                  <a:lnTo>
                    <a:pt x="6713321" y="1635045"/>
                  </a:lnTo>
                  <a:lnTo>
                    <a:pt x="6714177" y="1694072"/>
                  </a:lnTo>
                  <a:lnTo>
                    <a:pt x="6715033" y="1686709"/>
                  </a:lnTo>
                  <a:lnTo>
                    <a:pt x="6715888" y="1644897"/>
                  </a:lnTo>
                  <a:lnTo>
                    <a:pt x="6716744" y="1629224"/>
                  </a:lnTo>
                  <a:lnTo>
                    <a:pt x="6717599" y="1648475"/>
                  </a:lnTo>
                  <a:lnTo>
                    <a:pt x="6718455" y="1653507"/>
                  </a:lnTo>
                  <a:lnTo>
                    <a:pt x="6719310" y="1648697"/>
                  </a:lnTo>
                  <a:lnTo>
                    <a:pt x="6720166" y="1707406"/>
                  </a:lnTo>
                  <a:lnTo>
                    <a:pt x="6721021" y="1729566"/>
                  </a:lnTo>
                  <a:lnTo>
                    <a:pt x="6721877" y="1777484"/>
                  </a:lnTo>
                  <a:lnTo>
                    <a:pt x="6722732" y="1827047"/>
                  </a:lnTo>
                  <a:lnTo>
                    <a:pt x="6723588" y="1811289"/>
                  </a:lnTo>
                  <a:lnTo>
                    <a:pt x="6724443" y="1774648"/>
                  </a:lnTo>
                  <a:lnTo>
                    <a:pt x="6725299" y="1711499"/>
                  </a:lnTo>
                  <a:lnTo>
                    <a:pt x="6726154" y="1713763"/>
                  </a:lnTo>
                  <a:lnTo>
                    <a:pt x="6727010" y="1633131"/>
                  </a:lnTo>
                  <a:lnTo>
                    <a:pt x="6727865" y="1682812"/>
                  </a:lnTo>
                  <a:lnTo>
                    <a:pt x="6728721" y="1707215"/>
                  </a:lnTo>
                  <a:lnTo>
                    <a:pt x="6729576" y="1694620"/>
                  </a:lnTo>
                  <a:lnTo>
                    <a:pt x="6730432" y="1798435"/>
                  </a:lnTo>
                  <a:lnTo>
                    <a:pt x="6731288" y="1924007"/>
                  </a:lnTo>
                  <a:lnTo>
                    <a:pt x="6732143" y="1954827"/>
                  </a:lnTo>
                  <a:lnTo>
                    <a:pt x="6732999" y="1954305"/>
                  </a:lnTo>
                  <a:lnTo>
                    <a:pt x="6733854" y="1936562"/>
                  </a:lnTo>
                  <a:lnTo>
                    <a:pt x="6734710" y="1921846"/>
                  </a:lnTo>
                  <a:lnTo>
                    <a:pt x="6735565" y="1860325"/>
                  </a:lnTo>
                  <a:lnTo>
                    <a:pt x="6736421" y="1844503"/>
                  </a:lnTo>
                  <a:lnTo>
                    <a:pt x="6737276" y="1884887"/>
                  </a:lnTo>
                  <a:lnTo>
                    <a:pt x="6738132" y="1943081"/>
                  </a:lnTo>
                  <a:lnTo>
                    <a:pt x="6738987" y="2011903"/>
                  </a:lnTo>
                  <a:lnTo>
                    <a:pt x="6739843" y="2051974"/>
                  </a:lnTo>
                  <a:lnTo>
                    <a:pt x="6740698" y="2045444"/>
                  </a:lnTo>
                  <a:lnTo>
                    <a:pt x="6741554" y="2045063"/>
                  </a:lnTo>
                  <a:lnTo>
                    <a:pt x="6742409" y="2076017"/>
                  </a:lnTo>
                  <a:lnTo>
                    <a:pt x="6743265" y="2111131"/>
                  </a:lnTo>
                  <a:lnTo>
                    <a:pt x="6744120" y="2107019"/>
                  </a:lnTo>
                  <a:lnTo>
                    <a:pt x="6744976" y="2128278"/>
                  </a:lnTo>
                  <a:lnTo>
                    <a:pt x="6745831" y="2095764"/>
                  </a:lnTo>
                  <a:lnTo>
                    <a:pt x="6746687" y="2054818"/>
                  </a:lnTo>
                  <a:lnTo>
                    <a:pt x="6747543" y="1976335"/>
                  </a:lnTo>
                  <a:lnTo>
                    <a:pt x="6748398" y="1947597"/>
                  </a:lnTo>
                  <a:lnTo>
                    <a:pt x="6749254" y="1935582"/>
                  </a:lnTo>
                  <a:lnTo>
                    <a:pt x="6750109" y="1969504"/>
                  </a:lnTo>
                  <a:lnTo>
                    <a:pt x="6750965" y="1990980"/>
                  </a:lnTo>
                  <a:lnTo>
                    <a:pt x="6751820" y="1999429"/>
                  </a:lnTo>
                  <a:lnTo>
                    <a:pt x="6752676" y="2004278"/>
                  </a:lnTo>
                  <a:lnTo>
                    <a:pt x="6753531" y="1987807"/>
                  </a:lnTo>
                  <a:lnTo>
                    <a:pt x="6754387" y="1898144"/>
                  </a:lnTo>
                  <a:lnTo>
                    <a:pt x="6755242" y="1872749"/>
                  </a:lnTo>
                  <a:lnTo>
                    <a:pt x="6756098" y="1782583"/>
                  </a:lnTo>
                  <a:lnTo>
                    <a:pt x="6756953" y="1742736"/>
                  </a:lnTo>
                  <a:lnTo>
                    <a:pt x="6757809" y="1662120"/>
                  </a:lnTo>
                  <a:lnTo>
                    <a:pt x="6758664" y="1601413"/>
                  </a:lnTo>
                  <a:lnTo>
                    <a:pt x="6759520" y="1569080"/>
                  </a:lnTo>
                  <a:lnTo>
                    <a:pt x="6760375" y="1555377"/>
                  </a:lnTo>
                  <a:lnTo>
                    <a:pt x="6761231" y="1472198"/>
                  </a:lnTo>
                  <a:lnTo>
                    <a:pt x="6762087" y="1495795"/>
                  </a:lnTo>
                  <a:lnTo>
                    <a:pt x="6762942" y="1546754"/>
                  </a:lnTo>
                  <a:lnTo>
                    <a:pt x="6763798" y="1502962"/>
                  </a:lnTo>
                  <a:lnTo>
                    <a:pt x="6764653" y="1507277"/>
                  </a:lnTo>
                  <a:lnTo>
                    <a:pt x="6765509" y="1480728"/>
                  </a:lnTo>
                  <a:lnTo>
                    <a:pt x="6766364" y="1509103"/>
                  </a:lnTo>
                  <a:lnTo>
                    <a:pt x="6767220" y="1487992"/>
                  </a:lnTo>
                  <a:lnTo>
                    <a:pt x="6768075" y="1578029"/>
                  </a:lnTo>
                  <a:lnTo>
                    <a:pt x="6768931" y="1474493"/>
                  </a:lnTo>
                  <a:lnTo>
                    <a:pt x="6769786" y="1511267"/>
                  </a:lnTo>
                  <a:lnTo>
                    <a:pt x="6770642" y="1532305"/>
                  </a:lnTo>
                  <a:lnTo>
                    <a:pt x="6771497" y="1489983"/>
                  </a:lnTo>
                  <a:lnTo>
                    <a:pt x="6772353" y="1587806"/>
                  </a:lnTo>
                  <a:lnTo>
                    <a:pt x="6773208" y="1536132"/>
                  </a:lnTo>
                  <a:lnTo>
                    <a:pt x="6774064" y="1598291"/>
                  </a:lnTo>
                  <a:lnTo>
                    <a:pt x="6774919" y="1660721"/>
                  </a:lnTo>
                  <a:lnTo>
                    <a:pt x="6775775" y="1680443"/>
                  </a:lnTo>
                  <a:lnTo>
                    <a:pt x="6776630" y="1657183"/>
                  </a:lnTo>
                  <a:lnTo>
                    <a:pt x="6777486" y="1612505"/>
                  </a:lnTo>
                  <a:lnTo>
                    <a:pt x="6778342" y="1654267"/>
                  </a:lnTo>
                  <a:lnTo>
                    <a:pt x="6779197" y="1693938"/>
                  </a:lnTo>
                  <a:lnTo>
                    <a:pt x="6780053" y="1636163"/>
                  </a:lnTo>
                  <a:lnTo>
                    <a:pt x="6780908" y="1661007"/>
                  </a:lnTo>
                  <a:lnTo>
                    <a:pt x="6781764" y="1654978"/>
                  </a:lnTo>
                  <a:lnTo>
                    <a:pt x="6782619" y="1635513"/>
                  </a:lnTo>
                  <a:lnTo>
                    <a:pt x="6783475" y="1643866"/>
                  </a:lnTo>
                  <a:lnTo>
                    <a:pt x="6784330" y="1568749"/>
                  </a:lnTo>
                  <a:lnTo>
                    <a:pt x="6785186" y="1686254"/>
                  </a:lnTo>
                  <a:lnTo>
                    <a:pt x="6786041" y="1674393"/>
                  </a:lnTo>
                  <a:lnTo>
                    <a:pt x="6786897" y="1605690"/>
                  </a:lnTo>
                  <a:lnTo>
                    <a:pt x="6787752" y="1628692"/>
                  </a:lnTo>
                  <a:lnTo>
                    <a:pt x="6788608" y="1560246"/>
                  </a:lnTo>
                  <a:lnTo>
                    <a:pt x="6789463" y="1556786"/>
                  </a:lnTo>
                  <a:lnTo>
                    <a:pt x="6790319" y="1548776"/>
                  </a:lnTo>
                  <a:lnTo>
                    <a:pt x="6791174" y="1502252"/>
                  </a:lnTo>
                  <a:lnTo>
                    <a:pt x="6792030" y="1522509"/>
                  </a:lnTo>
                  <a:lnTo>
                    <a:pt x="6792885" y="1483752"/>
                  </a:lnTo>
                  <a:lnTo>
                    <a:pt x="6793741" y="1468517"/>
                  </a:lnTo>
                  <a:lnTo>
                    <a:pt x="6794597" y="1473864"/>
                  </a:lnTo>
                  <a:lnTo>
                    <a:pt x="6795452" y="1446673"/>
                  </a:lnTo>
                  <a:lnTo>
                    <a:pt x="6796308" y="1454098"/>
                  </a:lnTo>
                  <a:lnTo>
                    <a:pt x="6797163" y="1442386"/>
                  </a:lnTo>
                  <a:lnTo>
                    <a:pt x="6798019" y="1399671"/>
                  </a:lnTo>
                  <a:lnTo>
                    <a:pt x="6798874" y="1475350"/>
                  </a:lnTo>
                  <a:lnTo>
                    <a:pt x="6799730" y="1464344"/>
                  </a:lnTo>
                  <a:lnTo>
                    <a:pt x="6800585" y="1489651"/>
                  </a:lnTo>
                  <a:lnTo>
                    <a:pt x="6801441" y="1607584"/>
                  </a:lnTo>
                  <a:lnTo>
                    <a:pt x="6802296" y="1555389"/>
                  </a:lnTo>
                  <a:lnTo>
                    <a:pt x="6803152" y="1586347"/>
                  </a:lnTo>
                  <a:lnTo>
                    <a:pt x="6804007" y="1538033"/>
                  </a:lnTo>
                  <a:lnTo>
                    <a:pt x="6804863" y="1516134"/>
                  </a:lnTo>
                  <a:lnTo>
                    <a:pt x="6805718" y="1544786"/>
                  </a:lnTo>
                  <a:lnTo>
                    <a:pt x="6806574" y="1557190"/>
                  </a:lnTo>
                  <a:lnTo>
                    <a:pt x="6807429" y="1589111"/>
                  </a:lnTo>
                  <a:lnTo>
                    <a:pt x="6808285" y="1616433"/>
                  </a:lnTo>
                  <a:lnTo>
                    <a:pt x="6809141" y="1612426"/>
                  </a:lnTo>
                  <a:lnTo>
                    <a:pt x="6809996" y="1616023"/>
                  </a:lnTo>
                  <a:lnTo>
                    <a:pt x="6810852" y="1646343"/>
                  </a:lnTo>
                  <a:lnTo>
                    <a:pt x="6811707" y="1647704"/>
                  </a:lnTo>
                  <a:lnTo>
                    <a:pt x="6812563" y="1622269"/>
                  </a:lnTo>
                  <a:lnTo>
                    <a:pt x="6813418" y="1692987"/>
                  </a:lnTo>
                  <a:lnTo>
                    <a:pt x="6814274" y="1756306"/>
                  </a:lnTo>
                  <a:lnTo>
                    <a:pt x="6815129" y="1789033"/>
                  </a:lnTo>
                  <a:lnTo>
                    <a:pt x="6815985" y="1813845"/>
                  </a:lnTo>
                  <a:lnTo>
                    <a:pt x="6816840" y="1828545"/>
                  </a:lnTo>
                  <a:lnTo>
                    <a:pt x="6817696" y="1840934"/>
                  </a:lnTo>
                  <a:lnTo>
                    <a:pt x="6818551" y="1796431"/>
                  </a:lnTo>
                  <a:lnTo>
                    <a:pt x="6819407" y="1740110"/>
                  </a:lnTo>
                  <a:lnTo>
                    <a:pt x="6820262" y="1653750"/>
                  </a:lnTo>
                  <a:lnTo>
                    <a:pt x="6821118" y="1642560"/>
                  </a:lnTo>
                  <a:lnTo>
                    <a:pt x="6821973" y="1601054"/>
                  </a:lnTo>
                  <a:lnTo>
                    <a:pt x="6822829" y="1597063"/>
                  </a:lnTo>
                  <a:lnTo>
                    <a:pt x="6823684" y="1597076"/>
                  </a:lnTo>
                  <a:lnTo>
                    <a:pt x="6824540" y="1587093"/>
                  </a:lnTo>
                  <a:lnTo>
                    <a:pt x="6825396" y="1622777"/>
                  </a:lnTo>
                  <a:lnTo>
                    <a:pt x="6826251" y="1601734"/>
                  </a:lnTo>
                  <a:lnTo>
                    <a:pt x="6827107" y="1621484"/>
                  </a:lnTo>
                  <a:lnTo>
                    <a:pt x="6827962" y="1638944"/>
                  </a:lnTo>
                  <a:lnTo>
                    <a:pt x="6828818" y="1629679"/>
                  </a:lnTo>
                  <a:lnTo>
                    <a:pt x="6829673" y="1654170"/>
                  </a:lnTo>
                  <a:lnTo>
                    <a:pt x="6830529" y="1642058"/>
                  </a:lnTo>
                  <a:lnTo>
                    <a:pt x="6831384" y="1626065"/>
                  </a:lnTo>
                  <a:lnTo>
                    <a:pt x="6832240" y="1660230"/>
                  </a:lnTo>
                  <a:lnTo>
                    <a:pt x="6833095" y="1664480"/>
                  </a:lnTo>
                  <a:lnTo>
                    <a:pt x="6833951" y="1629567"/>
                  </a:lnTo>
                  <a:lnTo>
                    <a:pt x="6834806" y="1699004"/>
                  </a:lnTo>
                  <a:lnTo>
                    <a:pt x="6835662" y="1668657"/>
                  </a:lnTo>
                  <a:lnTo>
                    <a:pt x="6836517" y="1706553"/>
                  </a:lnTo>
                  <a:lnTo>
                    <a:pt x="6837373" y="1821924"/>
                  </a:lnTo>
                  <a:lnTo>
                    <a:pt x="6838228" y="1784613"/>
                  </a:lnTo>
                  <a:lnTo>
                    <a:pt x="6839084" y="1902227"/>
                  </a:lnTo>
                  <a:lnTo>
                    <a:pt x="6839939" y="1793747"/>
                  </a:lnTo>
                  <a:lnTo>
                    <a:pt x="6840795" y="1764693"/>
                  </a:lnTo>
                  <a:lnTo>
                    <a:pt x="6841651" y="1729246"/>
                  </a:lnTo>
                  <a:lnTo>
                    <a:pt x="6842506" y="1653807"/>
                  </a:lnTo>
                  <a:lnTo>
                    <a:pt x="6843362" y="1673468"/>
                  </a:lnTo>
                  <a:lnTo>
                    <a:pt x="6844217" y="1692639"/>
                  </a:lnTo>
                  <a:lnTo>
                    <a:pt x="6845073" y="1656735"/>
                  </a:lnTo>
                  <a:lnTo>
                    <a:pt x="6845928" y="1655240"/>
                  </a:lnTo>
                  <a:lnTo>
                    <a:pt x="6846784" y="1652903"/>
                  </a:lnTo>
                  <a:lnTo>
                    <a:pt x="6847639" y="1700905"/>
                  </a:lnTo>
                  <a:lnTo>
                    <a:pt x="6848495" y="1580531"/>
                  </a:lnTo>
                  <a:lnTo>
                    <a:pt x="6849350" y="1609183"/>
                  </a:lnTo>
                  <a:lnTo>
                    <a:pt x="6850206" y="1612926"/>
                  </a:lnTo>
                  <a:lnTo>
                    <a:pt x="6851061" y="1599127"/>
                  </a:lnTo>
                  <a:lnTo>
                    <a:pt x="6851917" y="1660173"/>
                  </a:lnTo>
                  <a:lnTo>
                    <a:pt x="6852772" y="1652012"/>
                  </a:lnTo>
                  <a:lnTo>
                    <a:pt x="6853628" y="1662347"/>
                  </a:lnTo>
                  <a:lnTo>
                    <a:pt x="6854483" y="1654860"/>
                  </a:lnTo>
                  <a:lnTo>
                    <a:pt x="6855339" y="1651734"/>
                  </a:lnTo>
                  <a:lnTo>
                    <a:pt x="6856195" y="1659011"/>
                  </a:lnTo>
                  <a:lnTo>
                    <a:pt x="6857050" y="1685480"/>
                  </a:lnTo>
                  <a:lnTo>
                    <a:pt x="6857906" y="1741065"/>
                  </a:lnTo>
                  <a:lnTo>
                    <a:pt x="6858761" y="1723388"/>
                  </a:lnTo>
                  <a:lnTo>
                    <a:pt x="6859617" y="1622143"/>
                  </a:lnTo>
                  <a:lnTo>
                    <a:pt x="6860472" y="1553068"/>
                  </a:lnTo>
                  <a:lnTo>
                    <a:pt x="6861328" y="1511600"/>
                  </a:lnTo>
                  <a:lnTo>
                    <a:pt x="6862183" y="1482355"/>
                  </a:lnTo>
                  <a:lnTo>
                    <a:pt x="6863039" y="1488319"/>
                  </a:lnTo>
                  <a:lnTo>
                    <a:pt x="6863894" y="1405780"/>
                  </a:lnTo>
                  <a:lnTo>
                    <a:pt x="6864750" y="1395204"/>
                  </a:lnTo>
                  <a:lnTo>
                    <a:pt x="6865605" y="1370138"/>
                  </a:lnTo>
                  <a:lnTo>
                    <a:pt x="6866461" y="1412012"/>
                  </a:lnTo>
                  <a:lnTo>
                    <a:pt x="6867316" y="1440897"/>
                  </a:lnTo>
                  <a:lnTo>
                    <a:pt x="6868172" y="1384553"/>
                  </a:lnTo>
                  <a:lnTo>
                    <a:pt x="6869027" y="1402821"/>
                  </a:lnTo>
                  <a:lnTo>
                    <a:pt x="6869883" y="1379477"/>
                  </a:lnTo>
                  <a:lnTo>
                    <a:pt x="6870738" y="1474858"/>
                  </a:lnTo>
                  <a:lnTo>
                    <a:pt x="6871594" y="1516206"/>
                  </a:lnTo>
                  <a:lnTo>
                    <a:pt x="6872450" y="1597738"/>
                  </a:lnTo>
                  <a:lnTo>
                    <a:pt x="6873305" y="1720263"/>
                  </a:lnTo>
                  <a:lnTo>
                    <a:pt x="6874161" y="1827184"/>
                  </a:lnTo>
                  <a:lnTo>
                    <a:pt x="6875016" y="1835633"/>
                  </a:lnTo>
                  <a:lnTo>
                    <a:pt x="6875872" y="1714300"/>
                  </a:lnTo>
                  <a:lnTo>
                    <a:pt x="6876727" y="1698169"/>
                  </a:lnTo>
                  <a:lnTo>
                    <a:pt x="6877583" y="1742503"/>
                  </a:lnTo>
                  <a:lnTo>
                    <a:pt x="6878438" y="1766940"/>
                  </a:lnTo>
                  <a:lnTo>
                    <a:pt x="6879294" y="1763324"/>
                  </a:lnTo>
                  <a:lnTo>
                    <a:pt x="6880149" y="1839462"/>
                  </a:lnTo>
                  <a:lnTo>
                    <a:pt x="6881005" y="1911455"/>
                  </a:lnTo>
                  <a:lnTo>
                    <a:pt x="6881860" y="1955353"/>
                  </a:lnTo>
                  <a:lnTo>
                    <a:pt x="6882716" y="1950854"/>
                  </a:lnTo>
                  <a:lnTo>
                    <a:pt x="6883571" y="1990457"/>
                  </a:lnTo>
                  <a:lnTo>
                    <a:pt x="6884427" y="2023032"/>
                  </a:lnTo>
                  <a:lnTo>
                    <a:pt x="6885282" y="1981833"/>
                  </a:lnTo>
                  <a:lnTo>
                    <a:pt x="6886138" y="1882221"/>
                  </a:lnTo>
                  <a:lnTo>
                    <a:pt x="6886993" y="1858558"/>
                  </a:lnTo>
                  <a:lnTo>
                    <a:pt x="6887849" y="2022083"/>
                  </a:lnTo>
                  <a:lnTo>
                    <a:pt x="6888705" y="2119645"/>
                  </a:lnTo>
                  <a:lnTo>
                    <a:pt x="6889560" y="2105941"/>
                  </a:lnTo>
                  <a:lnTo>
                    <a:pt x="6890416" y="2115876"/>
                  </a:lnTo>
                  <a:lnTo>
                    <a:pt x="6891271" y="2137115"/>
                  </a:lnTo>
                  <a:lnTo>
                    <a:pt x="6892127" y="2115100"/>
                  </a:lnTo>
                  <a:lnTo>
                    <a:pt x="6892982" y="2138062"/>
                  </a:lnTo>
                  <a:lnTo>
                    <a:pt x="6893838" y="2120702"/>
                  </a:lnTo>
                  <a:lnTo>
                    <a:pt x="6894693" y="2105598"/>
                  </a:lnTo>
                  <a:lnTo>
                    <a:pt x="6895549" y="2118266"/>
                  </a:lnTo>
                  <a:lnTo>
                    <a:pt x="6896404" y="2151400"/>
                  </a:lnTo>
                  <a:lnTo>
                    <a:pt x="6897260" y="2138722"/>
                  </a:lnTo>
                  <a:lnTo>
                    <a:pt x="6898115" y="2108885"/>
                  </a:lnTo>
                  <a:lnTo>
                    <a:pt x="6898971" y="2102694"/>
                  </a:lnTo>
                  <a:lnTo>
                    <a:pt x="6899826" y="2060908"/>
                  </a:lnTo>
                  <a:lnTo>
                    <a:pt x="6900682" y="2043966"/>
                  </a:lnTo>
                  <a:lnTo>
                    <a:pt x="6901537" y="2044130"/>
                  </a:lnTo>
                  <a:lnTo>
                    <a:pt x="6902393" y="2063945"/>
                  </a:lnTo>
                  <a:lnTo>
                    <a:pt x="6903248" y="2085870"/>
                  </a:lnTo>
                  <a:lnTo>
                    <a:pt x="6904104" y="2099915"/>
                  </a:lnTo>
                  <a:lnTo>
                    <a:pt x="6904960" y="2073918"/>
                  </a:lnTo>
                  <a:lnTo>
                    <a:pt x="6905815" y="2061703"/>
                  </a:lnTo>
                  <a:lnTo>
                    <a:pt x="6906671" y="2042232"/>
                  </a:lnTo>
                  <a:lnTo>
                    <a:pt x="6907526" y="1974402"/>
                  </a:lnTo>
                  <a:lnTo>
                    <a:pt x="6908382" y="2009969"/>
                  </a:lnTo>
                  <a:lnTo>
                    <a:pt x="6909237" y="1995303"/>
                  </a:lnTo>
                  <a:lnTo>
                    <a:pt x="6910093" y="2055218"/>
                  </a:lnTo>
                  <a:lnTo>
                    <a:pt x="6910948" y="2073680"/>
                  </a:lnTo>
                  <a:lnTo>
                    <a:pt x="6911804" y="2090018"/>
                  </a:lnTo>
                  <a:lnTo>
                    <a:pt x="6912659" y="2036602"/>
                  </a:lnTo>
                  <a:lnTo>
                    <a:pt x="6913515" y="2005501"/>
                  </a:lnTo>
                  <a:lnTo>
                    <a:pt x="6914370" y="1845019"/>
                  </a:lnTo>
                  <a:lnTo>
                    <a:pt x="6915226" y="1881978"/>
                  </a:lnTo>
                  <a:lnTo>
                    <a:pt x="6916081" y="1835359"/>
                  </a:lnTo>
                  <a:lnTo>
                    <a:pt x="6916937" y="1794668"/>
                  </a:lnTo>
                  <a:lnTo>
                    <a:pt x="6917792" y="1776921"/>
                  </a:lnTo>
                  <a:lnTo>
                    <a:pt x="6918648" y="1724936"/>
                  </a:lnTo>
                  <a:lnTo>
                    <a:pt x="6919504" y="1561551"/>
                  </a:lnTo>
                  <a:lnTo>
                    <a:pt x="6920359" y="1470259"/>
                  </a:lnTo>
                  <a:lnTo>
                    <a:pt x="6921215" y="1348384"/>
                  </a:lnTo>
                  <a:lnTo>
                    <a:pt x="6922070" y="1408310"/>
                  </a:lnTo>
                  <a:lnTo>
                    <a:pt x="6922926" y="1458932"/>
                  </a:lnTo>
                  <a:lnTo>
                    <a:pt x="6923781" y="1586567"/>
                  </a:lnTo>
                  <a:lnTo>
                    <a:pt x="6924637" y="1572418"/>
                  </a:lnTo>
                  <a:lnTo>
                    <a:pt x="6925492" y="1516704"/>
                  </a:lnTo>
                  <a:lnTo>
                    <a:pt x="6926348" y="1349480"/>
                  </a:lnTo>
                  <a:lnTo>
                    <a:pt x="6927203" y="1268245"/>
                  </a:lnTo>
                  <a:lnTo>
                    <a:pt x="6928059" y="1249173"/>
                  </a:lnTo>
                  <a:lnTo>
                    <a:pt x="6928914" y="1306235"/>
                  </a:lnTo>
                  <a:lnTo>
                    <a:pt x="6929770" y="1303341"/>
                  </a:lnTo>
                  <a:lnTo>
                    <a:pt x="6930625" y="1364391"/>
                  </a:lnTo>
                  <a:lnTo>
                    <a:pt x="6931481" y="1222198"/>
                  </a:lnTo>
                  <a:lnTo>
                    <a:pt x="6932336" y="1083396"/>
                  </a:lnTo>
                  <a:lnTo>
                    <a:pt x="6933192" y="1106677"/>
                  </a:lnTo>
                  <a:lnTo>
                    <a:pt x="6934047" y="1040525"/>
                  </a:lnTo>
                  <a:lnTo>
                    <a:pt x="6934903" y="960097"/>
                  </a:lnTo>
                  <a:lnTo>
                    <a:pt x="6935759" y="920299"/>
                  </a:lnTo>
                  <a:lnTo>
                    <a:pt x="6936614" y="930678"/>
                  </a:lnTo>
                  <a:lnTo>
                    <a:pt x="6937470" y="959092"/>
                  </a:lnTo>
                  <a:lnTo>
                    <a:pt x="6938325" y="789282"/>
                  </a:lnTo>
                  <a:lnTo>
                    <a:pt x="6939181" y="925648"/>
                  </a:lnTo>
                  <a:lnTo>
                    <a:pt x="6940036" y="1043703"/>
                  </a:lnTo>
                  <a:lnTo>
                    <a:pt x="6940892" y="993459"/>
                  </a:lnTo>
                  <a:lnTo>
                    <a:pt x="6941747" y="838956"/>
                  </a:lnTo>
                  <a:lnTo>
                    <a:pt x="6942603" y="635564"/>
                  </a:lnTo>
                  <a:lnTo>
                    <a:pt x="6943458" y="555130"/>
                  </a:lnTo>
                  <a:lnTo>
                    <a:pt x="6944314" y="398195"/>
                  </a:lnTo>
                  <a:lnTo>
                    <a:pt x="6945169" y="341332"/>
                  </a:lnTo>
                  <a:lnTo>
                    <a:pt x="6946025" y="178303"/>
                  </a:lnTo>
                  <a:lnTo>
                    <a:pt x="6946880" y="111206"/>
                  </a:lnTo>
                  <a:lnTo>
                    <a:pt x="6947736" y="79922"/>
                  </a:lnTo>
                  <a:lnTo>
                    <a:pt x="6948591" y="0"/>
                  </a:lnTo>
                  <a:lnTo>
                    <a:pt x="6949447" y="153454"/>
                  </a:lnTo>
                  <a:lnTo>
                    <a:pt x="6950302" y="73785"/>
                  </a:lnTo>
                  <a:lnTo>
                    <a:pt x="6951158" y="221496"/>
                  </a:lnTo>
                  <a:lnTo>
                    <a:pt x="6952014" y="389635"/>
                  </a:lnTo>
                  <a:lnTo>
                    <a:pt x="6952869" y="432454"/>
                  </a:lnTo>
                  <a:lnTo>
                    <a:pt x="6953725" y="574844"/>
                  </a:lnTo>
                  <a:lnTo>
                    <a:pt x="6954580" y="649305"/>
                  </a:lnTo>
                  <a:lnTo>
                    <a:pt x="6955436" y="670932"/>
                  </a:lnTo>
                  <a:lnTo>
                    <a:pt x="6956291" y="698356"/>
                  </a:lnTo>
                  <a:lnTo>
                    <a:pt x="6957147" y="701321"/>
                  </a:lnTo>
                  <a:lnTo>
                    <a:pt x="6958002" y="653616"/>
                  </a:lnTo>
                  <a:lnTo>
                    <a:pt x="6958858" y="647743"/>
                  </a:lnTo>
                  <a:lnTo>
                    <a:pt x="6959713" y="666074"/>
                  </a:lnTo>
                  <a:lnTo>
                    <a:pt x="6960569" y="437238"/>
                  </a:lnTo>
                  <a:lnTo>
                    <a:pt x="6961424" y="482698"/>
                  </a:lnTo>
                  <a:lnTo>
                    <a:pt x="6962280" y="444944"/>
                  </a:lnTo>
                  <a:lnTo>
                    <a:pt x="6963135" y="392160"/>
                  </a:lnTo>
                  <a:lnTo>
                    <a:pt x="6963991" y="562543"/>
                  </a:lnTo>
                  <a:lnTo>
                    <a:pt x="6964846" y="450836"/>
                  </a:lnTo>
                  <a:lnTo>
                    <a:pt x="6965702" y="448186"/>
                  </a:lnTo>
                  <a:lnTo>
                    <a:pt x="6966558" y="513576"/>
                  </a:lnTo>
                  <a:lnTo>
                    <a:pt x="6967413" y="578861"/>
                  </a:lnTo>
                  <a:lnTo>
                    <a:pt x="6968269" y="632531"/>
                  </a:lnTo>
                  <a:lnTo>
                    <a:pt x="6969124" y="654747"/>
                  </a:lnTo>
                  <a:lnTo>
                    <a:pt x="6969980" y="725716"/>
                  </a:lnTo>
                  <a:lnTo>
                    <a:pt x="6970835" y="818312"/>
                  </a:lnTo>
                  <a:lnTo>
                    <a:pt x="6971691" y="735786"/>
                  </a:lnTo>
                  <a:lnTo>
                    <a:pt x="6972546" y="738055"/>
                  </a:lnTo>
                  <a:lnTo>
                    <a:pt x="6973402" y="755882"/>
                  </a:lnTo>
                  <a:lnTo>
                    <a:pt x="6974257" y="810942"/>
                  </a:lnTo>
                  <a:lnTo>
                    <a:pt x="6975113" y="843287"/>
                  </a:lnTo>
                  <a:lnTo>
                    <a:pt x="6975968" y="899245"/>
                  </a:lnTo>
                  <a:lnTo>
                    <a:pt x="6976824" y="854154"/>
                  </a:lnTo>
                  <a:lnTo>
                    <a:pt x="6977679" y="957964"/>
                  </a:lnTo>
                  <a:lnTo>
                    <a:pt x="6978535" y="1056365"/>
                  </a:lnTo>
                  <a:lnTo>
                    <a:pt x="6979390" y="1085672"/>
                  </a:lnTo>
                  <a:lnTo>
                    <a:pt x="6980246" y="1118671"/>
                  </a:lnTo>
                  <a:lnTo>
                    <a:pt x="6981101" y="1125284"/>
                  </a:lnTo>
                  <a:lnTo>
                    <a:pt x="6981957" y="1099859"/>
                  </a:lnTo>
                  <a:lnTo>
                    <a:pt x="6982813" y="1138580"/>
                  </a:lnTo>
                  <a:lnTo>
                    <a:pt x="6983668" y="1269187"/>
                  </a:lnTo>
                  <a:lnTo>
                    <a:pt x="6984524" y="1421760"/>
                  </a:lnTo>
                  <a:lnTo>
                    <a:pt x="6985379" y="1523702"/>
                  </a:lnTo>
                  <a:lnTo>
                    <a:pt x="6986235" y="1615431"/>
                  </a:lnTo>
                  <a:lnTo>
                    <a:pt x="6987090" y="1575756"/>
                  </a:lnTo>
                  <a:lnTo>
                    <a:pt x="6987946" y="1514522"/>
                  </a:lnTo>
                  <a:lnTo>
                    <a:pt x="6988801" y="1373995"/>
                  </a:lnTo>
                  <a:lnTo>
                    <a:pt x="6989657" y="1287591"/>
                  </a:lnTo>
                  <a:lnTo>
                    <a:pt x="6990512" y="1224802"/>
                  </a:lnTo>
                  <a:lnTo>
                    <a:pt x="6991368" y="1188521"/>
                  </a:lnTo>
                  <a:lnTo>
                    <a:pt x="6992223" y="1273252"/>
                  </a:lnTo>
                  <a:lnTo>
                    <a:pt x="6993079" y="1291713"/>
                  </a:lnTo>
                  <a:lnTo>
                    <a:pt x="6993934" y="1398614"/>
                  </a:lnTo>
                  <a:lnTo>
                    <a:pt x="6994790" y="1427448"/>
                  </a:lnTo>
                  <a:lnTo>
                    <a:pt x="6995645" y="1248678"/>
                  </a:lnTo>
                  <a:lnTo>
                    <a:pt x="6996501" y="1244623"/>
                  </a:lnTo>
                  <a:lnTo>
                    <a:pt x="6997356" y="1257863"/>
                  </a:lnTo>
                  <a:lnTo>
                    <a:pt x="6998212" y="1275654"/>
                  </a:lnTo>
                  <a:lnTo>
                    <a:pt x="6999068" y="1342463"/>
                  </a:lnTo>
                  <a:lnTo>
                    <a:pt x="6999923" y="1380750"/>
                  </a:lnTo>
                  <a:lnTo>
                    <a:pt x="7000779" y="1483489"/>
                  </a:lnTo>
                  <a:lnTo>
                    <a:pt x="7001634" y="1607399"/>
                  </a:lnTo>
                  <a:lnTo>
                    <a:pt x="7002490" y="1665851"/>
                  </a:lnTo>
                  <a:lnTo>
                    <a:pt x="7003345" y="1705875"/>
                  </a:lnTo>
                  <a:lnTo>
                    <a:pt x="7004201" y="1817183"/>
                  </a:lnTo>
                  <a:lnTo>
                    <a:pt x="7005056" y="1797592"/>
                  </a:lnTo>
                  <a:lnTo>
                    <a:pt x="7005912" y="1737569"/>
                  </a:lnTo>
                  <a:lnTo>
                    <a:pt x="7006767" y="1751878"/>
                  </a:lnTo>
                  <a:lnTo>
                    <a:pt x="7007623" y="1764012"/>
                  </a:lnTo>
                  <a:lnTo>
                    <a:pt x="7008478" y="1717794"/>
                  </a:lnTo>
                  <a:lnTo>
                    <a:pt x="7009334" y="1654486"/>
                  </a:lnTo>
                  <a:lnTo>
                    <a:pt x="7010189" y="1716129"/>
                  </a:lnTo>
                  <a:lnTo>
                    <a:pt x="7011045" y="1702230"/>
                  </a:lnTo>
                  <a:lnTo>
                    <a:pt x="7011900" y="1685037"/>
                  </a:lnTo>
                  <a:lnTo>
                    <a:pt x="7012756" y="1620702"/>
                  </a:lnTo>
                  <a:lnTo>
                    <a:pt x="7013612" y="1486193"/>
                  </a:lnTo>
                  <a:lnTo>
                    <a:pt x="7014467" y="1507990"/>
                  </a:lnTo>
                  <a:lnTo>
                    <a:pt x="7015323" y="1508173"/>
                  </a:lnTo>
                  <a:lnTo>
                    <a:pt x="7016178" y="1416596"/>
                  </a:lnTo>
                  <a:lnTo>
                    <a:pt x="7017034" y="1428940"/>
                  </a:lnTo>
                  <a:lnTo>
                    <a:pt x="7017889" y="1350892"/>
                  </a:lnTo>
                  <a:lnTo>
                    <a:pt x="7018745" y="1463274"/>
                  </a:lnTo>
                  <a:lnTo>
                    <a:pt x="7019600" y="1461744"/>
                  </a:lnTo>
                  <a:lnTo>
                    <a:pt x="7020456" y="1322003"/>
                  </a:lnTo>
                  <a:lnTo>
                    <a:pt x="7021311" y="1410579"/>
                  </a:lnTo>
                  <a:lnTo>
                    <a:pt x="7022167" y="1372695"/>
                  </a:lnTo>
                  <a:lnTo>
                    <a:pt x="7023022" y="1423137"/>
                  </a:lnTo>
                  <a:lnTo>
                    <a:pt x="7023878" y="1514902"/>
                  </a:lnTo>
                  <a:lnTo>
                    <a:pt x="7024733" y="1564949"/>
                  </a:lnTo>
                  <a:lnTo>
                    <a:pt x="7025589" y="1693352"/>
                  </a:lnTo>
                  <a:lnTo>
                    <a:pt x="7026444" y="1747244"/>
                  </a:lnTo>
                  <a:lnTo>
                    <a:pt x="7027300" y="1694323"/>
                  </a:lnTo>
                  <a:lnTo>
                    <a:pt x="7028155" y="1604014"/>
                  </a:lnTo>
                  <a:lnTo>
                    <a:pt x="7029011" y="1463513"/>
                  </a:lnTo>
                  <a:lnTo>
                    <a:pt x="7029867" y="1481111"/>
                  </a:lnTo>
                  <a:lnTo>
                    <a:pt x="7030722" y="1538190"/>
                  </a:lnTo>
                  <a:lnTo>
                    <a:pt x="7031578" y="1449831"/>
                  </a:lnTo>
                  <a:lnTo>
                    <a:pt x="7032433" y="1500413"/>
                  </a:lnTo>
                  <a:lnTo>
                    <a:pt x="7033289" y="1453805"/>
                  </a:lnTo>
                  <a:lnTo>
                    <a:pt x="7034144" y="1520077"/>
                  </a:lnTo>
                  <a:lnTo>
                    <a:pt x="7035000" y="1594173"/>
                  </a:lnTo>
                  <a:lnTo>
                    <a:pt x="7035855" y="1572607"/>
                  </a:lnTo>
                  <a:lnTo>
                    <a:pt x="7036711" y="1619642"/>
                  </a:lnTo>
                  <a:lnTo>
                    <a:pt x="7037566" y="1771044"/>
                  </a:lnTo>
                  <a:lnTo>
                    <a:pt x="7038422" y="1898847"/>
                  </a:lnTo>
                  <a:lnTo>
                    <a:pt x="7039277" y="1995171"/>
                  </a:lnTo>
                  <a:lnTo>
                    <a:pt x="7040133" y="1946554"/>
                  </a:lnTo>
                  <a:lnTo>
                    <a:pt x="7040988" y="2028014"/>
                  </a:lnTo>
                  <a:lnTo>
                    <a:pt x="7041844" y="2034801"/>
                  </a:lnTo>
                  <a:lnTo>
                    <a:pt x="7042699" y="2051592"/>
                  </a:lnTo>
                  <a:lnTo>
                    <a:pt x="7043555" y="2077880"/>
                  </a:lnTo>
                  <a:lnTo>
                    <a:pt x="7044410" y="2082841"/>
                  </a:lnTo>
                  <a:lnTo>
                    <a:pt x="7045266" y="2125458"/>
                  </a:lnTo>
                  <a:lnTo>
                    <a:pt x="7046122" y="2105766"/>
                  </a:lnTo>
                  <a:lnTo>
                    <a:pt x="7046977" y="2087069"/>
                  </a:lnTo>
                  <a:lnTo>
                    <a:pt x="7047833" y="2091847"/>
                  </a:lnTo>
                  <a:lnTo>
                    <a:pt x="7048688" y="2069912"/>
                  </a:lnTo>
                  <a:lnTo>
                    <a:pt x="7049544" y="2079559"/>
                  </a:lnTo>
                  <a:lnTo>
                    <a:pt x="7050399" y="1988144"/>
                  </a:lnTo>
                  <a:lnTo>
                    <a:pt x="7051255" y="1909155"/>
                  </a:lnTo>
                  <a:lnTo>
                    <a:pt x="7052110" y="1914958"/>
                  </a:lnTo>
                  <a:lnTo>
                    <a:pt x="7052966" y="1915011"/>
                  </a:lnTo>
                  <a:lnTo>
                    <a:pt x="7053821" y="1847933"/>
                  </a:lnTo>
                  <a:lnTo>
                    <a:pt x="7054677" y="1830935"/>
                  </a:lnTo>
                  <a:lnTo>
                    <a:pt x="7055532" y="1874449"/>
                  </a:lnTo>
                  <a:lnTo>
                    <a:pt x="7056388" y="1869610"/>
                  </a:lnTo>
                  <a:lnTo>
                    <a:pt x="7057243" y="1827546"/>
                  </a:lnTo>
                  <a:lnTo>
                    <a:pt x="7058099" y="1768373"/>
                  </a:lnTo>
                  <a:lnTo>
                    <a:pt x="7058954" y="1683465"/>
                  </a:lnTo>
                  <a:lnTo>
                    <a:pt x="7059810" y="1568155"/>
                  </a:lnTo>
                  <a:lnTo>
                    <a:pt x="7060666" y="1561897"/>
                  </a:lnTo>
                  <a:lnTo>
                    <a:pt x="7061521" y="1524961"/>
                  </a:lnTo>
                  <a:lnTo>
                    <a:pt x="7062377" y="1513451"/>
                  </a:lnTo>
                  <a:lnTo>
                    <a:pt x="7063232" y="1651120"/>
                  </a:lnTo>
                  <a:lnTo>
                    <a:pt x="7064088" y="1633923"/>
                  </a:lnTo>
                  <a:lnTo>
                    <a:pt x="7064943" y="1740749"/>
                  </a:lnTo>
                  <a:lnTo>
                    <a:pt x="7065799" y="1747470"/>
                  </a:lnTo>
                  <a:lnTo>
                    <a:pt x="7066654" y="1739249"/>
                  </a:lnTo>
                  <a:lnTo>
                    <a:pt x="7067510" y="1720002"/>
                  </a:lnTo>
                  <a:lnTo>
                    <a:pt x="7068365" y="1793890"/>
                  </a:lnTo>
                  <a:lnTo>
                    <a:pt x="7069221" y="1896159"/>
                  </a:lnTo>
                  <a:lnTo>
                    <a:pt x="7070076" y="1925202"/>
                  </a:lnTo>
                  <a:lnTo>
                    <a:pt x="7070932" y="1950468"/>
                  </a:lnTo>
                  <a:lnTo>
                    <a:pt x="7071787" y="1942272"/>
                  </a:lnTo>
                  <a:lnTo>
                    <a:pt x="7072643" y="1998557"/>
                  </a:lnTo>
                  <a:lnTo>
                    <a:pt x="7073498" y="1889726"/>
                  </a:lnTo>
                  <a:lnTo>
                    <a:pt x="7074354" y="1761582"/>
                  </a:lnTo>
                  <a:lnTo>
                    <a:pt x="7075209" y="1658220"/>
                  </a:lnTo>
                  <a:lnTo>
                    <a:pt x="7076065" y="1684065"/>
                  </a:lnTo>
                  <a:lnTo>
                    <a:pt x="7076921" y="1729890"/>
                  </a:lnTo>
                  <a:lnTo>
                    <a:pt x="7077776" y="1673518"/>
                  </a:lnTo>
                  <a:lnTo>
                    <a:pt x="7078632" y="1776761"/>
                  </a:lnTo>
                  <a:lnTo>
                    <a:pt x="7079487" y="1777460"/>
                  </a:lnTo>
                  <a:lnTo>
                    <a:pt x="7080343" y="1875500"/>
                  </a:lnTo>
                  <a:lnTo>
                    <a:pt x="7081198" y="1864468"/>
                  </a:lnTo>
                  <a:lnTo>
                    <a:pt x="7082054" y="1760170"/>
                  </a:lnTo>
                  <a:lnTo>
                    <a:pt x="7082909" y="1829843"/>
                  </a:lnTo>
                  <a:lnTo>
                    <a:pt x="7083765" y="1931860"/>
                  </a:lnTo>
                  <a:lnTo>
                    <a:pt x="7084620" y="2016218"/>
                  </a:lnTo>
                  <a:lnTo>
                    <a:pt x="7085476" y="2025072"/>
                  </a:lnTo>
                  <a:lnTo>
                    <a:pt x="7086331" y="1922480"/>
                  </a:lnTo>
                  <a:lnTo>
                    <a:pt x="7087187" y="1941598"/>
                  </a:lnTo>
                  <a:lnTo>
                    <a:pt x="7088042" y="1911069"/>
                  </a:lnTo>
                  <a:lnTo>
                    <a:pt x="7088898" y="2032024"/>
                  </a:lnTo>
                  <a:lnTo>
                    <a:pt x="7089753" y="2076745"/>
                  </a:lnTo>
                  <a:lnTo>
                    <a:pt x="7090609" y="2062266"/>
                  </a:lnTo>
                  <a:lnTo>
                    <a:pt x="7091464" y="2086124"/>
                  </a:lnTo>
                  <a:lnTo>
                    <a:pt x="7092320" y="2060331"/>
                  </a:lnTo>
                  <a:lnTo>
                    <a:pt x="7093176" y="2014735"/>
                  </a:lnTo>
                  <a:lnTo>
                    <a:pt x="7094031" y="1926016"/>
                  </a:lnTo>
                  <a:lnTo>
                    <a:pt x="7094887" y="1797526"/>
                  </a:lnTo>
                  <a:lnTo>
                    <a:pt x="7095742" y="1697423"/>
                  </a:lnTo>
                  <a:lnTo>
                    <a:pt x="7096598" y="1658036"/>
                  </a:lnTo>
                  <a:lnTo>
                    <a:pt x="7097453" y="1735814"/>
                  </a:lnTo>
                  <a:lnTo>
                    <a:pt x="7098309" y="1568167"/>
                  </a:lnTo>
                  <a:lnTo>
                    <a:pt x="7099164" y="1600582"/>
                  </a:lnTo>
                  <a:lnTo>
                    <a:pt x="7100020" y="1610045"/>
                  </a:lnTo>
                  <a:lnTo>
                    <a:pt x="7100875" y="1578169"/>
                  </a:lnTo>
                  <a:lnTo>
                    <a:pt x="7101731" y="1602101"/>
                  </a:lnTo>
                  <a:lnTo>
                    <a:pt x="7102586" y="1587553"/>
                  </a:lnTo>
                  <a:lnTo>
                    <a:pt x="7103442" y="1613018"/>
                  </a:lnTo>
                  <a:lnTo>
                    <a:pt x="7104297" y="1584366"/>
                  </a:lnTo>
                  <a:lnTo>
                    <a:pt x="7105153" y="1621719"/>
                  </a:lnTo>
                  <a:lnTo>
                    <a:pt x="7106008" y="1621084"/>
                  </a:lnTo>
                  <a:lnTo>
                    <a:pt x="7106864" y="1581070"/>
                  </a:lnTo>
                  <a:lnTo>
                    <a:pt x="7107719" y="1677313"/>
                  </a:lnTo>
                  <a:lnTo>
                    <a:pt x="7108575" y="1652037"/>
                  </a:lnTo>
                  <a:lnTo>
                    <a:pt x="7109431" y="1640181"/>
                  </a:lnTo>
                  <a:lnTo>
                    <a:pt x="7110286" y="1583773"/>
                  </a:lnTo>
                  <a:lnTo>
                    <a:pt x="7111142" y="1616850"/>
                  </a:lnTo>
                  <a:lnTo>
                    <a:pt x="7111997" y="1679519"/>
                  </a:lnTo>
                  <a:lnTo>
                    <a:pt x="7112853" y="1631985"/>
                  </a:lnTo>
                  <a:lnTo>
                    <a:pt x="7113708" y="1643533"/>
                  </a:lnTo>
                  <a:lnTo>
                    <a:pt x="7114564" y="1652622"/>
                  </a:lnTo>
                  <a:lnTo>
                    <a:pt x="7115419" y="1664686"/>
                  </a:lnTo>
                  <a:lnTo>
                    <a:pt x="7116275" y="1640362"/>
                  </a:lnTo>
                  <a:lnTo>
                    <a:pt x="7117130" y="1629223"/>
                  </a:lnTo>
                  <a:lnTo>
                    <a:pt x="7117986" y="1605862"/>
                  </a:lnTo>
                  <a:lnTo>
                    <a:pt x="7118841" y="1588022"/>
                  </a:lnTo>
                  <a:lnTo>
                    <a:pt x="7119697" y="1560777"/>
                  </a:lnTo>
                  <a:lnTo>
                    <a:pt x="7120552" y="1592451"/>
                  </a:lnTo>
                  <a:lnTo>
                    <a:pt x="7121408" y="1613909"/>
                  </a:lnTo>
                  <a:lnTo>
                    <a:pt x="7122263" y="1564951"/>
                  </a:lnTo>
                  <a:lnTo>
                    <a:pt x="7123119" y="1571756"/>
                  </a:lnTo>
                  <a:lnTo>
                    <a:pt x="7123975" y="1571540"/>
                  </a:lnTo>
                  <a:lnTo>
                    <a:pt x="7124830" y="1594838"/>
                  </a:lnTo>
                  <a:lnTo>
                    <a:pt x="7125686" y="1605899"/>
                  </a:lnTo>
                  <a:lnTo>
                    <a:pt x="7126541" y="1624676"/>
                  </a:lnTo>
                  <a:lnTo>
                    <a:pt x="7127397" y="1651096"/>
                  </a:lnTo>
                  <a:lnTo>
                    <a:pt x="7128252" y="1607040"/>
                  </a:lnTo>
                  <a:lnTo>
                    <a:pt x="7129108" y="1656969"/>
                  </a:lnTo>
                  <a:lnTo>
                    <a:pt x="7129963" y="1688294"/>
                  </a:lnTo>
                  <a:lnTo>
                    <a:pt x="7130819" y="1734048"/>
                  </a:lnTo>
                  <a:lnTo>
                    <a:pt x="7131674" y="1763370"/>
                  </a:lnTo>
                  <a:lnTo>
                    <a:pt x="7132530" y="1806137"/>
                  </a:lnTo>
                  <a:lnTo>
                    <a:pt x="7133385" y="1759203"/>
                  </a:lnTo>
                  <a:lnTo>
                    <a:pt x="7134241" y="1694602"/>
                  </a:lnTo>
                  <a:lnTo>
                    <a:pt x="7135096" y="1718466"/>
                  </a:lnTo>
                  <a:lnTo>
                    <a:pt x="7135952" y="1674993"/>
                  </a:lnTo>
                  <a:lnTo>
                    <a:pt x="7136807" y="1657852"/>
                  </a:lnTo>
                  <a:lnTo>
                    <a:pt x="7137663" y="1606501"/>
                  </a:lnTo>
                  <a:lnTo>
                    <a:pt x="7138518" y="1631350"/>
                  </a:lnTo>
                  <a:lnTo>
                    <a:pt x="7139374" y="1631118"/>
                  </a:lnTo>
                  <a:lnTo>
                    <a:pt x="7140230" y="1655340"/>
                  </a:lnTo>
                  <a:lnTo>
                    <a:pt x="7141085" y="1784725"/>
                  </a:lnTo>
                  <a:lnTo>
                    <a:pt x="7141941" y="1900119"/>
                  </a:lnTo>
                  <a:lnTo>
                    <a:pt x="7142796" y="1915670"/>
                  </a:lnTo>
                  <a:lnTo>
                    <a:pt x="7143652" y="1854410"/>
                  </a:lnTo>
                  <a:lnTo>
                    <a:pt x="7144507" y="1781852"/>
                  </a:lnTo>
                  <a:lnTo>
                    <a:pt x="7145363" y="1835176"/>
                  </a:lnTo>
                  <a:lnTo>
                    <a:pt x="7146218" y="1832180"/>
                  </a:lnTo>
                  <a:lnTo>
                    <a:pt x="7147074" y="1916318"/>
                  </a:lnTo>
                  <a:lnTo>
                    <a:pt x="7147929" y="1940856"/>
                  </a:lnTo>
                  <a:lnTo>
                    <a:pt x="7148785" y="1994495"/>
                  </a:lnTo>
                  <a:lnTo>
                    <a:pt x="7149640" y="1947271"/>
                  </a:lnTo>
                  <a:lnTo>
                    <a:pt x="7150496" y="1922372"/>
                  </a:lnTo>
                  <a:lnTo>
                    <a:pt x="7151351" y="1958249"/>
                  </a:lnTo>
                  <a:lnTo>
                    <a:pt x="7152207" y="1848660"/>
                  </a:lnTo>
                  <a:lnTo>
                    <a:pt x="7153062" y="1809275"/>
                  </a:lnTo>
                  <a:lnTo>
                    <a:pt x="7153918" y="1731553"/>
                  </a:lnTo>
                  <a:lnTo>
                    <a:pt x="7154773" y="1929405"/>
                  </a:lnTo>
                  <a:lnTo>
                    <a:pt x="7155629" y="1881540"/>
                  </a:lnTo>
                  <a:lnTo>
                    <a:pt x="7156485" y="1805432"/>
                  </a:lnTo>
                  <a:lnTo>
                    <a:pt x="7157340" y="1830695"/>
                  </a:lnTo>
                  <a:lnTo>
                    <a:pt x="7158196" y="1901769"/>
                  </a:lnTo>
                  <a:lnTo>
                    <a:pt x="7159051" y="1991509"/>
                  </a:lnTo>
                  <a:lnTo>
                    <a:pt x="7159907" y="1881264"/>
                  </a:lnTo>
                  <a:lnTo>
                    <a:pt x="7160762" y="1806263"/>
                  </a:lnTo>
                  <a:lnTo>
                    <a:pt x="7161618" y="1782705"/>
                  </a:lnTo>
                  <a:lnTo>
                    <a:pt x="7162473" y="1685637"/>
                  </a:lnTo>
                  <a:lnTo>
                    <a:pt x="7163329" y="1685732"/>
                  </a:lnTo>
                  <a:lnTo>
                    <a:pt x="7164184" y="1645968"/>
                  </a:lnTo>
                  <a:lnTo>
                    <a:pt x="7165040" y="1761698"/>
                  </a:lnTo>
                  <a:lnTo>
                    <a:pt x="7165895" y="1874685"/>
                  </a:lnTo>
                  <a:lnTo>
                    <a:pt x="7166751" y="1934311"/>
                  </a:lnTo>
                  <a:lnTo>
                    <a:pt x="7167606" y="1973700"/>
                  </a:lnTo>
                  <a:lnTo>
                    <a:pt x="7168462" y="1962875"/>
                  </a:lnTo>
                  <a:lnTo>
                    <a:pt x="7169317" y="2011676"/>
                  </a:lnTo>
                  <a:lnTo>
                    <a:pt x="7170173" y="2028104"/>
                  </a:lnTo>
                  <a:lnTo>
                    <a:pt x="7171029" y="2014542"/>
                  </a:lnTo>
                  <a:lnTo>
                    <a:pt x="7171884" y="2094088"/>
                  </a:lnTo>
                  <a:lnTo>
                    <a:pt x="7172740" y="2140025"/>
                  </a:lnTo>
                  <a:lnTo>
                    <a:pt x="7173595" y="2157058"/>
                  </a:lnTo>
                  <a:lnTo>
                    <a:pt x="7174451" y="2099988"/>
                  </a:lnTo>
                  <a:lnTo>
                    <a:pt x="7175306" y="2077906"/>
                  </a:lnTo>
                  <a:lnTo>
                    <a:pt x="7176162" y="2020078"/>
                  </a:lnTo>
                  <a:lnTo>
                    <a:pt x="7177017" y="1975992"/>
                  </a:lnTo>
                  <a:lnTo>
                    <a:pt x="7177873" y="1946835"/>
                  </a:lnTo>
                  <a:lnTo>
                    <a:pt x="7178728" y="1946823"/>
                  </a:lnTo>
                  <a:lnTo>
                    <a:pt x="7179584" y="2001157"/>
                  </a:lnTo>
                  <a:lnTo>
                    <a:pt x="7180439" y="1990341"/>
                  </a:lnTo>
                  <a:lnTo>
                    <a:pt x="7181295" y="1936595"/>
                  </a:lnTo>
                  <a:lnTo>
                    <a:pt x="7182150" y="1949240"/>
                  </a:lnTo>
                  <a:lnTo>
                    <a:pt x="7183006" y="1941379"/>
                  </a:lnTo>
                  <a:lnTo>
                    <a:pt x="7183861" y="1849525"/>
                  </a:lnTo>
                  <a:lnTo>
                    <a:pt x="7184717" y="1811645"/>
                  </a:lnTo>
                  <a:lnTo>
                    <a:pt x="7185572" y="1748532"/>
                  </a:lnTo>
                  <a:lnTo>
                    <a:pt x="7186428" y="1760666"/>
                  </a:lnTo>
                  <a:lnTo>
                    <a:pt x="7187284" y="1705642"/>
                  </a:lnTo>
                  <a:lnTo>
                    <a:pt x="7188139" y="1702881"/>
                  </a:lnTo>
                  <a:lnTo>
                    <a:pt x="7188995" y="1749318"/>
                  </a:lnTo>
                  <a:lnTo>
                    <a:pt x="7189850" y="1782692"/>
                  </a:lnTo>
                  <a:lnTo>
                    <a:pt x="7190706" y="1881161"/>
                  </a:lnTo>
                  <a:lnTo>
                    <a:pt x="7191561" y="1999870"/>
                  </a:lnTo>
                  <a:lnTo>
                    <a:pt x="7192417" y="1941593"/>
                  </a:lnTo>
                  <a:lnTo>
                    <a:pt x="7193272" y="2040151"/>
                  </a:lnTo>
                  <a:lnTo>
                    <a:pt x="7194128" y="1946221"/>
                  </a:lnTo>
                  <a:lnTo>
                    <a:pt x="7194983" y="1971401"/>
                  </a:lnTo>
                  <a:lnTo>
                    <a:pt x="7195839" y="1932930"/>
                  </a:lnTo>
                  <a:lnTo>
                    <a:pt x="7196694" y="1953998"/>
                  </a:lnTo>
                  <a:lnTo>
                    <a:pt x="7197550" y="2008808"/>
                  </a:lnTo>
                  <a:lnTo>
                    <a:pt x="7198405" y="1974798"/>
                  </a:lnTo>
                  <a:lnTo>
                    <a:pt x="7199261" y="2056710"/>
                  </a:lnTo>
                  <a:lnTo>
                    <a:pt x="7200116" y="2003466"/>
                  </a:lnTo>
                  <a:lnTo>
                    <a:pt x="7200972" y="1981915"/>
                  </a:lnTo>
                  <a:lnTo>
                    <a:pt x="7201827" y="1885342"/>
                  </a:lnTo>
                  <a:lnTo>
                    <a:pt x="7202683" y="1812682"/>
                  </a:lnTo>
                  <a:lnTo>
                    <a:pt x="7203539" y="1762248"/>
                  </a:lnTo>
                  <a:lnTo>
                    <a:pt x="7204394" y="1727857"/>
                  </a:lnTo>
                  <a:lnTo>
                    <a:pt x="7205250" y="1657280"/>
                  </a:lnTo>
                  <a:lnTo>
                    <a:pt x="7206105" y="1688056"/>
                  </a:lnTo>
                  <a:lnTo>
                    <a:pt x="7206961" y="1632245"/>
                  </a:lnTo>
                  <a:lnTo>
                    <a:pt x="7207816" y="1630796"/>
                  </a:lnTo>
                  <a:lnTo>
                    <a:pt x="7208672" y="1664207"/>
                  </a:lnTo>
                  <a:lnTo>
                    <a:pt x="7209527" y="1679358"/>
                  </a:lnTo>
                  <a:lnTo>
                    <a:pt x="7210383" y="1695936"/>
                  </a:lnTo>
                  <a:lnTo>
                    <a:pt x="7211238" y="1691289"/>
                  </a:lnTo>
                  <a:lnTo>
                    <a:pt x="7212094" y="1717595"/>
                  </a:lnTo>
                  <a:lnTo>
                    <a:pt x="7212949" y="1764497"/>
                  </a:lnTo>
                  <a:lnTo>
                    <a:pt x="7213805" y="1795412"/>
                  </a:lnTo>
                  <a:lnTo>
                    <a:pt x="7214660" y="1810201"/>
                  </a:lnTo>
                  <a:lnTo>
                    <a:pt x="7215516" y="1811313"/>
                  </a:lnTo>
                  <a:lnTo>
                    <a:pt x="7216371" y="1879411"/>
                  </a:lnTo>
                  <a:lnTo>
                    <a:pt x="7217227" y="1847947"/>
                  </a:lnTo>
                  <a:lnTo>
                    <a:pt x="7218083" y="1860542"/>
                  </a:lnTo>
                  <a:lnTo>
                    <a:pt x="7218938" y="1840043"/>
                  </a:lnTo>
                  <a:lnTo>
                    <a:pt x="7219794" y="1922558"/>
                  </a:lnTo>
                  <a:lnTo>
                    <a:pt x="7220649" y="1973679"/>
                  </a:lnTo>
                  <a:lnTo>
                    <a:pt x="7221505" y="1929823"/>
                  </a:lnTo>
                  <a:lnTo>
                    <a:pt x="7222360" y="1857300"/>
                  </a:lnTo>
                  <a:lnTo>
                    <a:pt x="7223216" y="1833114"/>
                  </a:lnTo>
                  <a:lnTo>
                    <a:pt x="7224071" y="1768420"/>
                  </a:lnTo>
                  <a:lnTo>
                    <a:pt x="7224927" y="1780269"/>
                  </a:lnTo>
                  <a:lnTo>
                    <a:pt x="7225782" y="1750862"/>
                  </a:lnTo>
                  <a:lnTo>
                    <a:pt x="7226638" y="1719537"/>
                  </a:lnTo>
                  <a:lnTo>
                    <a:pt x="7227493" y="1662046"/>
                  </a:lnTo>
                  <a:lnTo>
                    <a:pt x="7228349" y="1680882"/>
                  </a:lnTo>
                  <a:lnTo>
                    <a:pt x="7229204" y="1656599"/>
                  </a:lnTo>
                  <a:lnTo>
                    <a:pt x="7230060" y="1641351"/>
                  </a:lnTo>
                  <a:lnTo>
                    <a:pt x="7230915" y="1625438"/>
                  </a:lnTo>
                  <a:lnTo>
                    <a:pt x="7231771" y="1652351"/>
                  </a:lnTo>
                  <a:lnTo>
                    <a:pt x="7232626" y="1689841"/>
                  </a:lnTo>
                  <a:lnTo>
                    <a:pt x="7233482" y="1687816"/>
                  </a:lnTo>
                  <a:lnTo>
                    <a:pt x="7234338" y="1698332"/>
                  </a:lnTo>
                  <a:lnTo>
                    <a:pt x="7235193" y="1681791"/>
                  </a:lnTo>
                  <a:lnTo>
                    <a:pt x="7236049" y="1784920"/>
                  </a:lnTo>
                  <a:lnTo>
                    <a:pt x="7236904" y="1807050"/>
                  </a:lnTo>
                  <a:lnTo>
                    <a:pt x="7237760" y="1795096"/>
                  </a:lnTo>
                  <a:lnTo>
                    <a:pt x="7238615" y="1801750"/>
                  </a:lnTo>
                  <a:lnTo>
                    <a:pt x="7239471" y="1892733"/>
                  </a:lnTo>
                  <a:lnTo>
                    <a:pt x="7240326" y="1918987"/>
                  </a:lnTo>
                  <a:lnTo>
                    <a:pt x="7241182" y="1950495"/>
                  </a:lnTo>
                  <a:lnTo>
                    <a:pt x="7242037" y="1965709"/>
                  </a:lnTo>
                  <a:lnTo>
                    <a:pt x="7242893" y="1998600"/>
                  </a:lnTo>
                  <a:lnTo>
                    <a:pt x="7243748" y="2060036"/>
                  </a:lnTo>
                  <a:lnTo>
                    <a:pt x="7244604" y="1982436"/>
                  </a:lnTo>
                  <a:lnTo>
                    <a:pt x="7245459" y="1947719"/>
                  </a:lnTo>
                  <a:lnTo>
                    <a:pt x="7246315" y="1865309"/>
                  </a:lnTo>
                  <a:lnTo>
                    <a:pt x="7247170" y="1843506"/>
                  </a:lnTo>
                  <a:lnTo>
                    <a:pt x="7248026" y="1787804"/>
                  </a:lnTo>
                  <a:lnTo>
                    <a:pt x="7248881" y="1719269"/>
                  </a:lnTo>
                  <a:lnTo>
                    <a:pt x="7249737" y="1758914"/>
                  </a:lnTo>
                  <a:lnTo>
                    <a:pt x="7250593" y="1759560"/>
                  </a:lnTo>
                  <a:lnTo>
                    <a:pt x="7251448" y="1765323"/>
                  </a:lnTo>
                  <a:lnTo>
                    <a:pt x="7252304" y="1749793"/>
                  </a:lnTo>
                  <a:lnTo>
                    <a:pt x="7253159" y="1740273"/>
                  </a:lnTo>
                  <a:lnTo>
                    <a:pt x="7254015" y="1854712"/>
                  </a:lnTo>
                  <a:lnTo>
                    <a:pt x="7254870" y="1922150"/>
                  </a:lnTo>
                  <a:lnTo>
                    <a:pt x="7255726" y="1917167"/>
                  </a:lnTo>
                  <a:lnTo>
                    <a:pt x="7256581" y="1917630"/>
                  </a:lnTo>
                  <a:lnTo>
                    <a:pt x="7257437" y="1917831"/>
                  </a:lnTo>
                  <a:lnTo>
                    <a:pt x="7258292" y="1865661"/>
                  </a:lnTo>
                  <a:lnTo>
                    <a:pt x="7259148" y="1878891"/>
                  </a:lnTo>
                  <a:lnTo>
                    <a:pt x="7260003" y="1824676"/>
                  </a:lnTo>
                  <a:lnTo>
                    <a:pt x="7260859" y="1823850"/>
                  </a:lnTo>
                  <a:lnTo>
                    <a:pt x="7261714" y="1835117"/>
                  </a:lnTo>
                  <a:lnTo>
                    <a:pt x="7262570" y="1817398"/>
                  </a:lnTo>
                  <a:lnTo>
                    <a:pt x="7263425" y="1826343"/>
                  </a:lnTo>
                  <a:lnTo>
                    <a:pt x="7264281" y="1824902"/>
                  </a:lnTo>
                  <a:lnTo>
                    <a:pt x="7265137" y="1804222"/>
                  </a:lnTo>
                  <a:lnTo>
                    <a:pt x="7265992" y="1819507"/>
                  </a:lnTo>
                  <a:lnTo>
                    <a:pt x="7266848" y="1847881"/>
                  </a:lnTo>
                  <a:lnTo>
                    <a:pt x="7267703" y="1836670"/>
                  </a:lnTo>
                  <a:lnTo>
                    <a:pt x="7268559" y="1833630"/>
                  </a:lnTo>
                  <a:lnTo>
                    <a:pt x="7269414" y="1835823"/>
                  </a:lnTo>
                  <a:lnTo>
                    <a:pt x="7270270" y="1828025"/>
                  </a:lnTo>
                  <a:lnTo>
                    <a:pt x="7271125" y="1826904"/>
                  </a:lnTo>
                  <a:lnTo>
                    <a:pt x="7271981" y="1812734"/>
                  </a:lnTo>
                  <a:lnTo>
                    <a:pt x="7272836" y="1820320"/>
                  </a:lnTo>
                  <a:lnTo>
                    <a:pt x="7273692" y="1781167"/>
                  </a:lnTo>
                  <a:lnTo>
                    <a:pt x="7274547" y="1746690"/>
                  </a:lnTo>
                  <a:lnTo>
                    <a:pt x="7275403" y="1733432"/>
                  </a:lnTo>
                  <a:lnTo>
                    <a:pt x="7276258" y="1757339"/>
                  </a:lnTo>
                  <a:lnTo>
                    <a:pt x="7277114" y="1723157"/>
                  </a:lnTo>
                  <a:lnTo>
                    <a:pt x="7277969" y="1710294"/>
                  </a:lnTo>
                  <a:lnTo>
                    <a:pt x="7278825" y="1667502"/>
                  </a:lnTo>
                  <a:lnTo>
                    <a:pt x="7279680" y="1684229"/>
                  </a:lnTo>
                  <a:lnTo>
                    <a:pt x="7280536" y="1714336"/>
                  </a:lnTo>
                  <a:lnTo>
                    <a:pt x="7281392" y="1681268"/>
                  </a:lnTo>
                  <a:lnTo>
                    <a:pt x="7282247" y="1732550"/>
                  </a:lnTo>
                  <a:lnTo>
                    <a:pt x="7283103" y="1834901"/>
                  </a:lnTo>
                  <a:lnTo>
                    <a:pt x="7283958" y="1919887"/>
                  </a:lnTo>
                  <a:lnTo>
                    <a:pt x="7284814" y="1985491"/>
                  </a:lnTo>
                  <a:lnTo>
                    <a:pt x="7285669" y="1921425"/>
                  </a:lnTo>
                  <a:lnTo>
                    <a:pt x="7286525" y="1825227"/>
                  </a:lnTo>
                  <a:lnTo>
                    <a:pt x="7287380" y="1821035"/>
                  </a:lnTo>
                  <a:lnTo>
                    <a:pt x="7288236" y="1725636"/>
                  </a:lnTo>
                  <a:lnTo>
                    <a:pt x="7289091" y="1741000"/>
                  </a:lnTo>
                  <a:lnTo>
                    <a:pt x="7289947" y="1677699"/>
                  </a:lnTo>
                  <a:lnTo>
                    <a:pt x="7290802" y="1669779"/>
                  </a:lnTo>
                  <a:lnTo>
                    <a:pt x="7291658" y="1670415"/>
                  </a:lnTo>
                  <a:lnTo>
                    <a:pt x="7292513" y="1640000"/>
                  </a:lnTo>
                  <a:lnTo>
                    <a:pt x="7293369" y="1578498"/>
                  </a:lnTo>
                  <a:lnTo>
                    <a:pt x="7294224" y="1555754"/>
                  </a:lnTo>
                  <a:lnTo>
                    <a:pt x="7295080" y="1537949"/>
                  </a:lnTo>
                  <a:lnTo>
                    <a:pt x="7295935" y="1518010"/>
                  </a:lnTo>
                  <a:lnTo>
                    <a:pt x="7296791" y="1518274"/>
                  </a:lnTo>
                  <a:lnTo>
                    <a:pt x="7297647" y="1514169"/>
                  </a:lnTo>
                  <a:lnTo>
                    <a:pt x="7298502" y="1493917"/>
                  </a:lnTo>
                  <a:lnTo>
                    <a:pt x="7299358" y="1502278"/>
                  </a:lnTo>
                  <a:lnTo>
                    <a:pt x="7300213" y="1506403"/>
                  </a:lnTo>
                  <a:lnTo>
                    <a:pt x="7301069" y="1532527"/>
                  </a:lnTo>
                  <a:lnTo>
                    <a:pt x="7301924" y="1563045"/>
                  </a:lnTo>
                  <a:lnTo>
                    <a:pt x="7302780" y="1560784"/>
                  </a:lnTo>
                  <a:lnTo>
                    <a:pt x="7303635" y="1634872"/>
                  </a:lnTo>
                  <a:lnTo>
                    <a:pt x="7304491" y="1658403"/>
                  </a:lnTo>
                  <a:lnTo>
                    <a:pt x="7305346" y="1665147"/>
                  </a:lnTo>
                  <a:lnTo>
                    <a:pt x="7306202" y="1635469"/>
                  </a:lnTo>
                  <a:lnTo>
                    <a:pt x="7307057" y="1651675"/>
                  </a:lnTo>
                  <a:lnTo>
                    <a:pt x="7307913" y="1670376"/>
                  </a:lnTo>
                  <a:lnTo>
                    <a:pt x="7308768" y="1674346"/>
                  </a:lnTo>
                  <a:lnTo>
                    <a:pt x="7309624" y="1684456"/>
                  </a:lnTo>
                  <a:lnTo>
                    <a:pt x="7310479" y="1663833"/>
                  </a:lnTo>
                  <a:lnTo>
                    <a:pt x="7311335" y="1679519"/>
                  </a:lnTo>
                  <a:lnTo>
                    <a:pt x="7312190" y="1687969"/>
                  </a:lnTo>
                  <a:lnTo>
                    <a:pt x="7313046" y="1738678"/>
                  </a:lnTo>
                  <a:lnTo>
                    <a:pt x="7313902" y="1712583"/>
                  </a:lnTo>
                  <a:lnTo>
                    <a:pt x="7314757" y="1743041"/>
                  </a:lnTo>
                  <a:lnTo>
                    <a:pt x="7315613" y="1716261"/>
                  </a:lnTo>
                  <a:lnTo>
                    <a:pt x="7316468" y="1796457"/>
                  </a:lnTo>
                  <a:lnTo>
                    <a:pt x="7317324" y="1795311"/>
                  </a:lnTo>
                  <a:lnTo>
                    <a:pt x="7318179" y="1765640"/>
                  </a:lnTo>
                  <a:lnTo>
                    <a:pt x="7319035" y="1768770"/>
                  </a:lnTo>
                  <a:lnTo>
                    <a:pt x="7319890" y="1766267"/>
                  </a:lnTo>
                  <a:lnTo>
                    <a:pt x="7320746" y="1783212"/>
                  </a:lnTo>
                  <a:lnTo>
                    <a:pt x="7321601" y="1775109"/>
                  </a:lnTo>
                  <a:lnTo>
                    <a:pt x="7322457" y="1788864"/>
                  </a:lnTo>
                  <a:lnTo>
                    <a:pt x="7323312" y="1813330"/>
                  </a:lnTo>
                  <a:lnTo>
                    <a:pt x="7324168" y="1743685"/>
                  </a:lnTo>
                  <a:lnTo>
                    <a:pt x="7325023" y="1707746"/>
                  </a:lnTo>
                  <a:lnTo>
                    <a:pt x="7325879" y="1705670"/>
                  </a:lnTo>
                  <a:lnTo>
                    <a:pt x="7326734" y="1710426"/>
                  </a:lnTo>
                  <a:lnTo>
                    <a:pt x="7327590" y="1699103"/>
                  </a:lnTo>
                  <a:lnTo>
                    <a:pt x="7328446" y="1616776"/>
                  </a:lnTo>
                  <a:lnTo>
                    <a:pt x="7329301" y="1608599"/>
                  </a:lnTo>
                  <a:lnTo>
                    <a:pt x="7330157" y="1591029"/>
                  </a:lnTo>
                  <a:lnTo>
                    <a:pt x="7331012" y="1652095"/>
                  </a:lnTo>
                  <a:lnTo>
                    <a:pt x="7331868" y="1640149"/>
                  </a:lnTo>
                  <a:lnTo>
                    <a:pt x="7332723" y="1687565"/>
                  </a:lnTo>
                  <a:lnTo>
                    <a:pt x="7333579" y="1712775"/>
                  </a:lnTo>
                  <a:lnTo>
                    <a:pt x="7334434" y="1770780"/>
                  </a:lnTo>
                  <a:lnTo>
                    <a:pt x="7335290" y="1830591"/>
                  </a:lnTo>
                  <a:lnTo>
                    <a:pt x="7336145" y="1798308"/>
                  </a:lnTo>
                  <a:lnTo>
                    <a:pt x="7337001" y="1852885"/>
                  </a:lnTo>
                  <a:lnTo>
                    <a:pt x="7337856" y="1894991"/>
                  </a:lnTo>
                  <a:lnTo>
                    <a:pt x="7338712" y="1969128"/>
                  </a:lnTo>
                  <a:lnTo>
                    <a:pt x="7339567" y="1942492"/>
                  </a:lnTo>
                  <a:lnTo>
                    <a:pt x="7340423" y="1941089"/>
                  </a:lnTo>
                  <a:lnTo>
                    <a:pt x="7341278" y="1941963"/>
                  </a:lnTo>
                  <a:lnTo>
                    <a:pt x="7342134" y="1970227"/>
                  </a:lnTo>
                  <a:lnTo>
                    <a:pt x="7342989" y="1954436"/>
                  </a:lnTo>
                  <a:lnTo>
                    <a:pt x="7343845" y="1903137"/>
                  </a:lnTo>
                  <a:lnTo>
                    <a:pt x="7344701" y="1867685"/>
                  </a:lnTo>
                  <a:lnTo>
                    <a:pt x="7345556" y="1856158"/>
                  </a:lnTo>
                  <a:lnTo>
                    <a:pt x="7346412" y="1805191"/>
                  </a:lnTo>
                  <a:lnTo>
                    <a:pt x="7347267" y="1789599"/>
                  </a:lnTo>
                  <a:lnTo>
                    <a:pt x="7348123" y="1720701"/>
                  </a:lnTo>
                  <a:lnTo>
                    <a:pt x="7348978" y="1755505"/>
                  </a:lnTo>
                  <a:lnTo>
                    <a:pt x="7349834" y="1792336"/>
                  </a:lnTo>
                  <a:lnTo>
                    <a:pt x="7350689" y="1813075"/>
                  </a:lnTo>
                  <a:lnTo>
                    <a:pt x="7351545" y="1847737"/>
                  </a:lnTo>
                  <a:lnTo>
                    <a:pt x="7352400" y="1891397"/>
                  </a:lnTo>
                  <a:lnTo>
                    <a:pt x="7353256" y="1965019"/>
                  </a:lnTo>
                  <a:lnTo>
                    <a:pt x="7354111" y="1954468"/>
                  </a:lnTo>
                  <a:lnTo>
                    <a:pt x="7354967" y="1917361"/>
                  </a:lnTo>
                  <a:lnTo>
                    <a:pt x="7355822" y="1895088"/>
                  </a:lnTo>
                  <a:lnTo>
                    <a:pt x="7356678" y="1890331"/>
                  </a:lnTo>
                  <a:lnTo>
                    <a:pt x="7357533" y="1943187"/>
                  </a:lnTo>
                  <a:lnTo>
                    <a:pt x="7358389" y="1960990"/>
                  </a:lnTo>
                  <a:lnTo>
                    <a:pt x="7359244" y="1894623"/>
                  </a:lnTo>
                  <a:lnTo>
                    <a:pt x="7360100" y="1935733"/>
                  </a:lnTo>
                  <a:lnTo>
                    <a:pt x="7360956" y="1976345"/>
                  </a:lnTo>
                  <a:lnTo>
                    <a:pt x="7361811" y="2059327"/>
                  </a:lnTo>
                  <a:lnTo>
                    <a:pt x="7362667" y="2022144"/>
                  </a:lnTo>
                  <a:lnTo>
                    <a:pt x="7363522" y="2012921"/>
                  </a:lnTo>
                  <a:lnTo>
                    <a:pt x="7364378" y="2045222"/>
                  </a:lnTo>
                  <a:lnTo>
                    <a:pt x="7365233" y="2143549"/>
                  </a:lnTo>
                  <a:lnTo>
                    <a:pt x="7366089" y="2145574"/>
                  </a:lnTo>
                  <a:lnTo>
                    <a:pt x="7366944" y="2167991"/>
                  </a:lnTo>
                  <a:lnTo>
                    <a:pt x="7367800" y="2155973"/>
                  </a:lnTo>
                  <a:lnTo>
                    <a:pt x="7368655" y="2169776"/>
                  </a:lnTo>
                  <a:lnTo>
                    <a:pt x="7369511" y="2214537"/>
                  </a:lnTo>
                  <a:lnTo>
                    <a:pt x="7370366" y="2227066"/>
                  </a:lnTo>
                  <a:lnTo>
                    <a:pt x="7371222" y="2235163"/>
                  </a:lnTo>
                  <a:lnTo>
                    <a:pt x="7372077" y="2251700"/>
                  </a:lnTo>
                  <a:lnTo>
                    <a:pt x="7372933" y="2227138"/>
                  </a:lnTo>
                  <a:lnTo>
                    <a:pt x="7373788" y="2285061"/>
                  </a:lnTo>
                  <a:lnTo>
                    <a:pt x="7374644" y="2258686"/>
                  </a:lnTo>
                  <a:lnTo>
                    <a:pt x="7375500" y="2243652"/>
                  </a:lnTo>
                  <a:lnTo>
                    <a:pt x="7376355" y="2225927"/>
                  </a:lnTo>
                  <a:lnTo>
                    <a:pt x="7377211" y="2178014"/>
                  </a:lnTo>
                  <a:lnTo>
                    <a:pt x="7378066" y="2109184"/>
                  </a:lnTo>
                  <a:lnTo>
                    <a:pt x="7378922" y="2162986"/>
                  </a:lnTo>
                  <a:lnTo>
                    <a:pt x="7379777" y="2165578"/>
                  </a:lnTo>
                  <a:lnTo>
                    <a:pt x="7380633" y="2181625"/>
                  </a:lnTo>
                  <a:lnTo>
                    <a:pt x="7381488" y="2181237"/>
                  </a:lnTo>
                  <a:lnTo>
                    <a:pt x="7382344" y="2230631"/>
                  </a:lnTo>
                  <a:lnTo>
                    <a:pt x="7383199" y="2241616"/>
                  </a:lnTo>
                  <a:lnTo>
                    <a:pt x="7384055" y="2268500"/>
                  </a:lnTo>
                  <a:lnTo>
                    <a:pt x="7384910" y="2272896"/>
                  </a:lnTo>
                  <a:lnTo>
                    <a:pt x="7385766" y="2279576"/>
                  </a:lnTo>
                  <a:lnTo>
                    <a:pt x="7386621" y="2306913"/>
                  </a:lnTo>
                  <a:lnTo>
                    <a:pt x="7387477" y="2319144"/>
                  </a:lnTo>
                  <a:lnTo>
                    <a:pt x="7388332" y="2324091"/>
                  </a:lnTo>
                  <a:lnTo>
                    <a:pt x="7389188" y="2324038"/>
                  </a:lnTo>
                  <a:lnTo>
                    <a:pt x="7390043" y="2326010"/>
                  </a:lnTo>
                  <a:lnTo>
                    <a:pt x="7390899" y="2305684"/>
                  </a:lnTo>
                  <a:lnTo>
                    <a:pt x="7391755" y="2283202"/>
                  </a:lnTo>
                  <a:lnTo>
                    <a:pt x="7392610" y="2273326"/>
                  </a:lnTo>
                  <a:lnTo>
                    <a:pt x="7393466" y="2268381"/>
                  </a:lnTo>
                  <a:lnTo>
                    <a:pt x="7394321" y="2244641"/>
                  </a:lnTo>
                  <a:lnTo>
                    <a:pt x="7395177" y="2214921"/>
                  </a:lnTo>
                  <a:lnTo>
                    <a:pt x="7396032" y="2189451"/>
                  </a:lnTo>
                  <a:lnTo>
                    <a:pt x="7396888" y="2154008"/>
                  </a:lnTo>
                  <a:lnTo>
                    <a:pt x="7397743" y="2112858"/>
                  </a:lnTo>
                  <a:lnTo>
                    <a:pt x="7398599" y="2058030"/>
                  </a:lnTo>
                  <a:lnTo>
                    <a:pt x="7399454" y="1937201"/>
                  </a:lnTo>
                  <a:lnTo>
                    <a:pt x="7400310" y="1915073"/>
                  </a:lnTo>
                  <a:lnTo>
                    <a:pt x="7401165" y="1897839"/>
                  </a:lnTo>
                  <a:lnTo>
                    <a:pt x="7402021" y="1850427"/>
                  </a:lnTo>
                  <a:lnTo>
                    <a:pt x="7402876" y="1883481"/>
                  </a:lnTo>
                  <a:lnTo>
                    <a:pt x="7403732" y="1854895"/>
                  </a:lnTo>
                  <a:lnTo>
                    <a:pt x="7404587" y="1824090"/>
                  </a:lnTo>
                  <a:lnTo>
                    <a:pt x="7405443" y="1911609"/>
                  </a:lnTo>
                  <a:lnTo>
                    <a:pt x="7406298" y="1930482"/>
                  </a:lnTo>
                  <a:lnTo>
                    <a:pt x="7407154" y="1936555"/>
                  </a:lnTo>
                  <a:lnTo>
                    <a:pt x="7408010" y="1922627"/>
                  </a:lnTo>
                  <a:lnTo>
                    <a:pt x="7408865" y="1917726"/>
                  </a:lnTo>
                  <a:lnTo>
                    <a:pt x="7409721" y="1979382"/>
                  </a:lnTo>
                  <a:lnTo>
                    <a:pt x="7410576" y="2004642"/>
                  </a:lnTo>
                  <a:lnTo>
                    <a:pt x="7411432" y="2034460"/>
                  </a:lnTo>
                  <a:lnTo>
                    <a:pt x="7412287" y="2112394"/>
                  </a:lnTo>
                  <a:lnTo>
                    <a:pt x="7413143" y="2124450"/>
                  </a:lnTo>
                  <a:lnTo>
                    <a:pt x="7413998" y="2171914"/>
                  </a:lnTo>
                  <a:lnTo>
                    <a:pt x="7414854" y="2136435"/>
                  </a:lnTo>
                  <a:lnTo>
                    <a:pt x="7415709" y="2095318"/>
                  </a:lnTo>
                  <a:lnTo>
                    <a:pt x="7416565" y="2081456"/>
                  </a:lnTo>
                  <a:lnTo>
                    <a:pt x="7417420" y="2068053"/>
                  </a:lnTo>
                  <a:lnTo>
                    <a:pt x="7418276" y="1987626"/>
                  </a:lnTo>
                  <a:lnTo>
                    <a:pt x="7419131" y="1941006"/>
                  </a:lnTo>
                  <a:lnTo>
                    <a:pt x="7419987" y="1955051"/>
                  </a:lnTo>
                  <a:lnTo>
                    <a:pt x="7420842" y="1974898"/>
                  </a:lnTo>
                  <a:lnTo>
                    <a:pt x="7421698" y="1971340"/>
                  </a:lnTo>
                  <a:lnTo>
                    <a:pt x="7422554" y="1917808"/>
                  </a:lnTo>
                  <a:lnTo>
                    <a:pt x="7423409" y="1971944"/>
                  </a:lnTo>
                  <a:lnTo>
                    <a:pt x="7424265" y="2013042"/>
                  </a:lnTo>
                  <a:lnTo>
                    <a:pt x="7425120" y="2123464"/>
                  </a:lnTo>
                  <a:lnTo>
                    <a:pt x="7425976" y="2153329"/>
                  </a:lnTo>
                  <a:lnTo>
                    <a:pt x="7426831" y="2141114"/>
                  </a:lnTo>
                  <a:lnTo>
                    <a:pt x="7427687" y="2169193"/>
                  </a:lnTo>
                  <a:lnTo>
                    <a:pt x="7428542" y="2162569"/>
                  </a:lnTo>
                  <a:lnTo>
                    <a:pt x="7429398" y="2216790"/>
                  </a:lnTo>
                  <a:lnTo>
                    <a:pt x="7430253" y="2191657"/>
                  </a:lnTo>
                  <a:lnTo>
                    <a:pt x="7431109" y="2142957"/>
                  </a:lnTo>
                  <a:lnTo>
                    <a:pt x="7431964" y="2143850"/>
                  </a:lnTo>
                  <a:lnTo>
                    <a:pt x="7432820" y="2174035"/>
                  </a:lnTo>
                  <a:lnTo>
                    <a:pt x="7433675" y="2193887"/>
                  </a:lnTo>
                  <a:lnTo>
                    <a:pt x="7434531" y="2176287"/>
                  </a:lnTo>
                  <a:lnTo>
                    <a:pt x="7435386" y="2110339"/>
                  </a:lnTo>
                  <a:lnTo>
                    <a:pt x="7436242" y="2113124"/>
                  </a:lnTo>
                  <a:lnTo>
                    <a:pt x="7437097" y="2178296"/>
                  </a:lnTo>
                  <a:lnTo>
                    <a:pt x="7437953" y="2162985"/>
                  </a:lnTo>
                  <a:lnTo>
                    <a:pt x="7438809" y="2166870"/>
                  </a:lnTo>
                  <a:lnTo>
                    <a:pt x="7439664" y="2161349"/>
                  </a:lnTo>
                  <a:lnTo>
                    <a:pt x="7440520" y="2174295"/>
                  </a:lnTo>
                  <a:lnTo>
                    <a:pt x="7441375" y="2202600"/>
                  </a:lnTo>
                  <a:lnTo>
                    <a:pt x="7442231" y="2194127"/>
                  </a:lnTo>
                  <a:lnTo>
                    <a:pt x="7443086" y="2191088"/>
                  </a:lnTo>
                  <a:lnTo>
                    <a:pt x="7443942" y="2192878"/>
                  </a:lnTo>
                  <a:lnTo>
                    <a:pt x="7444797" y="2199621"/>
                  </a:lnTo>
                  <a:lnTo>
                    <a:pt x="7445653" y="2181872"/>
                  </a:lnTo>
                  <a:lnTo>
                    <a:pt x="7446508" y="2116198"/>
                  </a:lnTo>
                  <a:lnTo>
                    <a:pt x="7447364" y="2099530"/>
                  </a:lnTo>
                  <a:lnTo>
                    <a:pt x="7448219" y="2102396"/>
                  </a:lnTo>
                  <a:lnTo>
                    <a:pt x="7449075" y="2111279"/>
                  </a:lnTo>
                  <a:lnTo>
                    <a:pt x="7449930" y="2093718"/>
                  </a:lnTo>
                  <a:lnTo>
                    <a:pt x="7450786" y="2099196"/>
                  </a:lnTo>
                  <a:lnTo>
                    <a:pt x="7451641" y="2122048"/>
                  </a:lnTo>
                  <a:lnTo>
                    <a:pt x="7452497" y="2125008"/>
                  </a:lnTo>
                  <a:lnTo>
                    <a:pt x="7453352" y="2109426"/>
                  </a:lnTo>
                  <a:lnTo>
                    <a:pt x="7454208" y="2112005"/>
                  </a:lnTo>
                  <a:lnTo>
                    <a:pt x="7455064" y="2082265"/>
                  </a:lnTo>
                  <a:lnTo>
                    <a:pt x="7455919" y="2039530"/>
                  </a:lnTo>
                  <a:lnTo>
                    <a:pt x="7456775" y="2070741"/>
                  </a:lnTo>
                  <a:lnTo>
                    <a:pt x="7457630" y="2052411"/>
                  </a:lnTo>
                  <a:lnTo>
                    <a:pt x="7458486" y="2035586"/>
                  </a:lnTo>
                  <a:lnTo>
                    <a:pt x="7459341" y="2087017"/>
                  </a:lnTo>
                  <a:lnTo>
                    <a:pt x="7460197" y="2039157"/>
                  </a:lnTo>
                  <a:lnTo>
                    <a:pt x="7461052" y="2066707"/>
                  </a:lnTo>
                  <a:lnTo>
                    <a:pt x="7461908" y="2068410"/>
                  </a:lnTo>
                  <a:lnTo>
                    <a:pt x="7462763" y="2082872"/>
                  </a:lnTo>
                  <a:lnTo>
                    <a:pt x="7463619" y="2104833"/>
                  </a:lnTo>
                  <a:lnTo>
                    <a:pt x="7464474" y="2115359"/>
                  </a:lnTo>
                  <a:lnTo>
                    <a:pt x="7465330" y="2165301"/>
                  </a:lnTo>
                  <a:lnTo>
                    <a:pt x="7466185" y="2186104"/>
                  </a:lnTo>
                  <a:lnTo>
                    <a:pt x="7467041" y="2235193"/>
                  </a:lnTo>
                  <a:lnTo>
                    <a:pt x="7467896" y="2249601"/>
                  </a:lnTo>
                  <a:lnTo>
                    <a:pt x="7468752" y="2255623"/>
                  </a:lnTo>
                  <a:lnTo>
                    <a:pt x="7469608" y="2274518"/>
                  </a:lnTo>
                  <a:lnTo>
                    <a:pt x="7470463" y="2282272"/>
                  </a:lnTo>
                  <a:lnTo>
                    <a:pt x="7471319" y="2282365"/>
                  </a:lnTo>
                  <a:lnTo>
                    <a:pt x="7472174" y="2290050"/>
                  </a:lnTo>
                  <a:lnTo>
                    <a:pt x="7473030" y="2296072"/>
                  </a:lnTo>
                  <a:lnTo>
                    <a:pt x="7473885" y="2291013"/>
                  </a:lnTo>
                  <a:lnTo>
                    <a:pt x="7474741" y="2293764"/>
                  </a:lnTo>
                  <a:lnTo>
                    <a:pt x="7475596" y="2293766"/>
                  </a:lnTo>
                  <a:lnTo>
                    <a:pt x="7476452" y="2309133"/>
                  </a:lnTo>
                  <a:lnTo>
                    <a:pt x="7477307" y="2313507"/>
                  </a:lnTo>
                  <a:lnTo>
                    <a:pt x="7478163" y="2289132"/>
                  </a:lnTo>
                  <a:lnTo>
                    <a:pt x="7479018" y="2299279"/>
                  </a:lnTo>
                  <a:lnTo>
                    <a:pt x="7479874" y="2309211"/>
                  </a:lnTo>
                  <a:lnTo>
                    <a:pt x="7480729" y="2317576"/>
                  </a:lnTo>
                  <a:lnTo>
                    <a:pt x="7481585" y="2305672"/>
                  </a:lnTo>
                  <a:lnTo>
                    <a:pt x="7482440" y="2287672"/>
                  </a:lnTo>
                  <a:lnTo>
                    <a:pt x="7483296" y="2307125"/>
                  </a:lnTo>
                  <a:lnTo>
                    <a:pt x="7484151" y="2309675"/>
                  </a:lnTo>
                  <a:lnTo>
                    <a:pt x="7485007" y="2298140"/>
                  </a:lnTo>
                  <a:lnTo>
                    <a:pt x="7485863" y="2269680"/>
                  </a:lnTo>
                  <a:lnTo>
                    <a:pt x="7486718" y="2257840"/>
                  </a:lnTo>
                  <a:lnTo>
                    <a:pt x="7487574" y="2243992"/>
                  </a:lnTo>
                  <a:lnTo>
                    <a:pt x="7488429" y="2211141"/>
                  </a:lnTo>
                  <a:lnTo>
                    <a:pt x="7489285" y="2203144"/>
                  </a:lnTo>
                  <a:lnTo>
                    <a:pt x="7490140" y="2210091"/>
                  </a:lnTo>
                  <a:lnTo>
                    <a:pt x="7490996" y="2238353"/>
                  </a:lnTo>
                  <a:lnTo>
                    <a:pt x="7491851" y="2224941"/>
                  </a:lnTo>
                  <a:lnTo>
                    <a:pt x="7492707" y="2224549"/>
                  </a:lnTo>
                  <a:lnTo>
                    <a:pt x="7493562" y="2243046"/>
                  </a:lnTo>
                  <a:lnTo>
                    <a:pt x="7494418" y="2267809"/>
                  </a:lnTo>
                  <a:lnTo>
                    <a:pt x="7495273" y="2278421"/>
                  </a:lnTo>
                  <a:lnTo>
                    <a:pt x="7496129" y="2290608"/>
                  </a:lnTo>
                  <a:lnTo>
                    <a:pt x="7496984" y="2292823"/>
                  </a:lnTo>
                  <a:lnTo>
                    <a:pt x="7497840" y="2285269"/>
                  </a:lnTo>
                  <a:lnTo>
                    <a:pt x="7498695" y="2300671"/>
                  </a:lnTo>
                  <a:lnTo>
                    <a:pt x="7499551" y="2252592"/>
                  </a:lnTo>
                  <a:lnTo>
                    <a:pt x="7500406" y="2272658"/>
                  </a:lnTo>
                  <a:lnTo>
                    <a:pt x="7501262" y="2262497"/>
                  </a:lnTo>
                  <a:lnTo>
                    <a:pt x="7502118" y="2259901"/>
                  </a:lnTo>
                  <a:lnTo>
                    <a:pt x="7502973" y="2306472"/>
                  </a:lnTo>
                  <a:lnTo>
                    <a:pt x="7503829" y="2268763"/>
                  </a:lnTo>
                  <a:lnTo>
                    <a:pt x="7504684" y="2279012"/>
                  </a:lnTo>
                  <a:lnTo>
                    <a:pt x="7505540" y="2275191"/>
                  </a:lnTo>
                  <a:lnTo>
                    <a:pt x="7506395" y="2226915"/>
                  </a:lnTo>
                  <a:lnTo>
                    <a:pt x="7507251" y="2261606"/>
                  </a:lnTo>
                  <a:lnTo>
                    <a:pt x="7508106" y="2199907"/>
                  </a:lnTo>
                  <a:lnTo>
                    <a:pt x="7508962" y="2165262"/>
                  </a:lnTo>
                  <a:lnTo>
                    <a:pt x="7509817" y="2153182"/>
                  </a:lnTo>
                  <a:lnTo>
                    <a:pt x="7510673" y="2103302"/>
                  </a:lnTo>
                  <a:lnTo>
                    <a:pt x="7511528" y="2171590"/>
                  </a:lnTo>
                  <a:lnTo>
                    <a:pt x="7512384" y="2133899"/>
                  </a:lnTo>
                  <a:lnTo>
                    <a:pt x="7513239" y="2151957"/>
                  </a:lnTo>
                  <a:lnTo>
                    <a:pt x="7514095" y="2178531"/>
                  </a:lnTo>
                  <a:lnTo>
                    <a:pt x="7514950" y="2155304"/>
                  </a:lnTo>
                  <a:lnTo>
                    <a:pt x="7515806" y="2205572"/>
                  </a:lnTo>
                  <a:lnTo>
                    <a:pt x="7516662" y="2245242"/>
                  </a:lnTo>
                  <a:lnTo>
                    <a:pt x="7517517" y="2246406"/>
                  </a:lnTo>
                  <a:lnTo>
                    <a:pt x="7518373" y="2266353"/>
                  </a:lnTo>
                  <a:lnTo>
                    <a:pt x="7519228" y="2241600"/>
                  </a:lnTo>
                  <a:lnTo>
                    <a:pt x="7520084" y="2248422"/>
                  </a:lnTo>
                  <a:lnTo>
                    <a:pt x="7520939" y="2269013"/>
                  </a:lnTo>
                  <a:lnTo>
                    <a:pt x="7521795" y="2227647"/>
                  </a:lnTo>
                  <a:lnTo>
                    <a:pt x="7522650" y="2196732"/>
                  </a:lnTo>
                  <a:lnTo>
                    <a:pt x="7523506" y="2178555"/>
                  </a:lnTo>
                  <a:lnTo>
                    <a:pt x="7524361" y="2211175"/>
                  </a:lnTo>
                  <a:lnTo>
                    <a:pt x="7525217" y="2255135"/>
                  </a:lnTo>
                  <a:lnTo>
                    <a:pt x="7526072" y="2226407"/>
                  </a:lnTo>
                  <a:lnTo>
                    <a:pt x="7526928" y="2260752"/>
                  </a:lnTo>
                  <a:lnTo>
                    <a:pt x="7527783" y="2244586"/>
                  </a:lnTo>
                  <a:lnTo>
                    <a:pt x="7528639" y="2228202"/>
                  </a:lnTo>
                  <a:lnTo>
                    <a:pt x="7529494" y="2226868"/>
                  </a:lnTo>
                  <a:lnTo>
                    <a:pt x="7530350" y="2205882"/>
                  </a:lnTo>
                  <a:lnTo>
                    <a:pt x="7531205" y="2216260"/>
                  </a:lnTo>
                  <a:lnTo>
                    <a:pt x="7532061" y="2215082"/>
                  </a:lnTo>
                  <a:lnTo>
                    <a:pt x="7532917" y="2186404"/>
                  </a:lnTo>
                  <a:lnTo>
                    <a:pt x="7533772" y="2159395"/>
                  </a:lnTo>
                  <a:lnTo>
                    <a:pt x="7534628" y="2126311"/>
                  </a:lnTo>
                  <a:lnTo>
                    <a:pt x="7535483" y="2111773"/>
                  </a:lnTo>
                  <a:lnTo>
                    <a:pt x="7536339" y="2066048"/>
                  </a:lnTo>
                  <a:lnTo>
                    <a:pt x="7537194" y="2051285"/>
                  </a:lnTo>
                  <a:lnTo>
                    <a:pt x="7538050" y="2082112"/>
                  </a:lnTo>
                  <a:lnTo>
                    <a:pt x="7538905" y="2107766"/>
                  </a:lnTo>
                  <a:lnTo>
                    <a:pt x="7539761" y="2096230"/>
                  </a:lnTo>
                  <a:lnTo>
                    <a:pt x="7540616" y="2130923"/>
                  </a:lnTo>
                  <a:lnTo>
                    <a:pt x="7541472" y="2124189"/>
                  </a:lnTo>
                  <a:lnTo>
                    <a:pt x="7542327" y="2095500"/>
                  </a:lnTo>
                  <a:lnTo>
                    <a:pt x="7543183" y="2086363"/>
                  </a:lnTo>
                  <a:lnTo>
                    <a:pt x="7544038" y="2089250"/>
                  </a:lnTo>
                  <a:lnTo>
                    <a:pt x="7544894" y="2122683"/>
                  </a:lnTo>
                  <a:lnTo>
                    <a:pt x="7545749" y="2120941"/>
                  </a:lnTo>
                  <a:lnTo>
                    <a:pt x="7546605" y="2125362"/>
                  </a:lnTo>
                  <a:lnTo>
                    <a:pt x="7547460" y="2156091"/>
                  </a:lnTo>
                  <a:lnTo>
                    <a:pt x="7548316" y="2139752"/>
                  </a:lnTo>
                  <a:lnTo>
                    <a:pt x="7549172" y="2149105"/>
                  </a:lnTo>
                  <a:lnTo>
                    <a:pt x="7550027" y="2144356"/>
                  </a:lnTo>
                  <a:lnTo>
                    <a:pt x="7550883" y="2143574"/>
                  </a:lnTo>
                  <a:lnTo>
                    <a:pt x="7551738" y="2193503"/>
                  </a:lnTo>
                  <a:lnTo>
                    <a:pt x="7552594" y="2172236"/>
                  </a:lnTo>
                  <a:lnTo>
                    <a:pt x="7553449" y="2164844"/>
                  </a:lnTo>
                  <a:lnTo>
                    <a:pt x="7554305" y="2167070"/>
                  </a:lnTo>
                  <a:lnTo>
                    <a:pt x="7555160" y="2151421"/>
                  </a:lnTo>
                  <a:lnTo>
                    <a:pt x="7556016" y="2158032"/>
                  </a:lnTo>
                  <a:lnTo>
                    <a:pt x="7556871" y="2169021"/>
                  </a:lnTo>
                  <a:lnTo>
                    <a:pt x="7557727" y="2149258"/>
                  </a:lnTo>
                  <a:lnTo>
                    <a:pt x="7558582" y="2144678"/>
                  </a:lnTo>
                  <a:lnTo>
                    <a:pt x="7559438" y="2123508"/>
                  </a:lnTo>
                  <a:lnTo>
                    <a:pt x="7560293" y="2112352"/>
                  </a:lnTo>
                  <a:lnTo>
                    <a:pt x="7561149" y="2111309"/>
                  </a:lnTo>
                  <a:lnTo>
                    <a:pt x="7562004" y="2109325"/>
                  </a:lnTo>
                  <a:lnTo>
                    <a:pt x="7562860" y="2148530"/>
                  </a:lnTo>
                  <a:lnTo>
                    <a:pt x="7563715" y="2137268"/>
                  </a:lnTo>
                  <a:lnTo>
                    <a:pt x="7564571" y="2131570"/>
                  </a:lnTo>
                  <a:lnTo>
                    <a:pt x="7565427" y="2137139"/>
                  </a:lnTo>
                  <a:lnTo>
                    <a:pt x="7566282" y="2126160"/>
                  </a:lnTo>
                  <a:lnTo>
                    <a:pt x="7567138" y="2133695"/>
                  </a:lnTo>
                  <a:lnTo>
                    <a:pt x="7567993" y="2140721"/>
                  </a:lnTo>
                  <a:lnTo>
                    <a:pt x="7568849" y="2166160"/>
                  </a:lnTo>
                  <a:lnTo>
                    <a:pt x="7569704" y="2165684"/>
                  </a:lnTo>
                  <a:lnTo>
                    <a:pt x="7570560" y="2149297"/>
                  </a:lnTo>
                  <a:lnTo>
                    <a:pt x="7571415" y="2178654"/>
                  </a:lnTo>
                  <a:lnTo>
                    <a:pt x="7572271" y="2192172"/>
                  </a:lnTo>
                  <a:lnTo>
                    <a:pt x="7573126" y="2219486"/>
                  </a:lnTo>
                  <a:lnTo>
                    <a:pt x="7573982" y="2201258"/>
                  </a:lnTo>
                  <a:lnTo>
                    <a:pt x="7574837" y="2206703"/>
                  </a:lnTo>
                  <a:lnTo>
                    <a:pt x="7575693" y="2233255"/>
                  </a:lnTo>
                  <a:lnTo>
                    <a:pt x="7576548" y="2242761"/>
                  </a:lnTo>
                  <a:lnTo>
                    <a:pt x="7577404" y="2250185"/>
                  </a:lnTo>
                  <a:lnTo>
                    <a:pt x="7578259" y="2229195"/>
                  </a:lnTo>
                  <a:lnTo>
                    <a:pt x="7579115" y="2245643"/>
                  </a:lnTo>
                  <a:lnTo>
                    <a:pt x="7579971" y="2253536"/>
                  </a:lnTo>
                  <a:lnTo>
                    <a:pt x="7580826" y="2220719"/>
                  </a:lnTo>
                  <a:lnTo>
                    <a:pt x="7581682" y="2203769"/>
                  </a:lnTo>
                  <a:lnTo>
                    <a:pt x="7582537" y="2203878"/>
                  </a:lnTo>
                  <a:lnTo>
                    <a:pt x="7583393" y="2194569"/>
                  </a:lnTo>
                  <a:lnTo>
                    <a:pt x="7584248" y="2183808"/>
                  </a:lnTo>
                  <a:lnTo>
                    <a:pt x="7585104" y="2142505"/>
                  </a:lnTo>
                  <a:lnTo>
                    <a:pt x="7585959" y="2146343"/>
                  </a:lnTo>
                  <a:lnTo>
                    <a:pt x="7586815" y="2151837"/>
                  </a:lnTo>
                  <a:lnTo>
                    <a:pt x="7587670" y="2159819"/>
                  </a:lnTo>
                  <a:lnTo>
                    <a:pt x="7588526" y="2158845"/>
                  </a:lnTo>
                  <a:lnTo>
                    <a:pt x="7589381" y="2170497"/>
                  </a:lnTo>
                  <a:lnTo>
                    <a:pt x="7590237" y="2191332"/>
                  </a:lnTo>
                  <a:lnTo>
                    <a:pt x="7591092" y="2229699"/>
                  </a:lnTo>
                  <a:lnTo>
                    <a:pt x="7591948" y="2252712"/>
                  </a:lnTo>
                  <a:lnTo>
                    <a:pt x="7592803" y="2265910"/>
                  </a:lnTo>
                  <a:lnTo>
                    <a:pt x="7593659" y="2272640"/>
                  </a:lnTo>
                  <a:lnTo>
                    <a:pt x="7594514" y="2260829"/>
                  </a:lnTo>
                  <a:lnTo>
                    <a:pt x="7595370" y="2242227"/>
                  </a:lnTo>
                  <a:lnTo>
                    <a:pt x="7596226" y="2248894"/>
                  </a:lnTo>
                  <a:lnTo>
                    <a:pt x="7597081" y="2245280"/>
                  </a:lnTo>
                  <a:lnTo>
                    <a:pt x="7597937" y="2275577"/>
                  </a:lnTo>
                  <a:lnTo>
                    <a:pt x="7598792" y="2260361"/>
                  </a:lnTo>
                  <a:lnTo>
                    <a:pt x="7599648" y="2266606"/>
                  </a:lnTo>
                  <a:lnTo>
                    <a:pt x="7600503" y="2287320"/>
                  </a:lnTo>
                  <a:lnTo>
                    <a:pt x="7601359" y="2270471"/>
                  </a:lnTo>
                  <a:lnTo>
                    <a:pt x="7602214" y="2285335"/>
                  </a:lnTo>
                  <a:lnTo>
                    <a:pt x="7603070" y="2265963"/>
                  </a:lnTo>
                  <a:lnTo>
                    <a:pt x="7603925" y="2246586"/>
                  </a:lnTo>
                  <a:lnTo>
                    <a:pt x="7604781" y="2266286"/>
                  </a:lnTo>
                  <a:lnTo>
                    <a:pt x="7605636" y="2254637"/>
                  </a:lnTo>
                  <a:lnTo>
                    <a:pt x="7606492" y="2281257"/>
                  </a:lnTo>
                  <a:lnTo>
                    <a:pt x="7607347" y="2261277"/>
                  </a:lnTo>
                  <a:lnTo>
                    <a:pt x="7608203" y="2257153"/>
                  </a:lnTo>
                  <a:lnTo>
                    <a:pt x="7609058" y="2251285"/>
                  </a:lnTo>
                  <a:lnTo>
                    <a:pt x="7609914" y="2227654"/>
                  </a:lnTo>
                  <a:lnTo>
                    <a:pt x="7610769" y="2224750"/>
                  </a:lnTo>
                  <a:lnTo>
                    <a:pt x="7611625" y="2194260"/>
                  </a:lnTo>
                  <a:lnTo>
                    <a:pt x="7612481" y="2174495"/>
                  </a:lnTo>
                  <a:lnTo>
                    <a:pt x="7613336" y="2198516"/>
                  </a:lnTo>
                  <a:lnTo>
                    <a:pt x="7614192" y="2182224"/>
                  </a:lnTo>
                  <a:lnTo>
                    <a:pt x="7615047" y="2161522"/>
                  </a:lnTo>
                  <a:lnTo>
                    <a:pt x="7615903" y="2175188"/>
                  </a:lnTo>
                  <a:lnTo>
                    <a:pt x="7616758" y="2190414"/>
                  </a:lnTo>
                  <a:lnTo>
                    <a:pt x="7617614" y="2221979"/>
                  </a:lnTo>
                  <a:lnTo>
                    <a:pt x="7618469" y="2220955"/>
                  </a:lnTo>
                  <a:lnTo>
                    <a:pt x="7619325" y="2262326"/>
                  </a:lnTo>
                  <a:lnTo>
                    <a:pt x="7620180" y="2278914"/>
                  </a:lnTo>
                  <a:lnTo>
                    <a:pt x="7621036" y="2275268"/>
                  </a:lnTo>
                  <a:lnTo>
                    <a:pt x="7621891" y="2281457"/>
                  </a:lnTo>
                  <a:lnTo>
                    <a:pt x="7622747" y="2267544"/>
                  </a:lnTo>
                  <a:lnTo>
                    <a:pt x="7623602" y="2284085"/>
                  </a:lnTo>
                  <a:lnTo>
                    <a:pt x="7624458" y="2308321"/>
                  </a:lnTo>
                  <a:lnTo>
                    <a:pt x="7625313" y="2302047"/>
                  </a:lnTo>
                  <a:lnTo>
                    <a:pt x="7626169" y="2279542"/>
                  </a:lnTo>
                  <a:lnTo>
                    <a:pt x="7627025" y="2281405"/>
                  </a:lnTo>
                  <a:lnTo>
                    <a:pt x="7627880" y="2270201"/>
                  </a:lnTo>
                  <a:lnTo>
                    <a:pt x="7628736" y="2263987"/>
                  </a:lnTo>
                  <a:lnTo>
                    <a:pt x="7629591" y="2239481"/>
                  </a:lnTo>
                  <a:lnTo>
                    <a:pt x="7630447" y="2194052"/>
                  </a:lnTo>
                  <a:lnTo>
                    <a:pt x="7631302" y="2187342"/>
                  </a:lnTo>
                  <a:lnTo>
                    <a:pt x="7632158" y="2214971"/>
                  </a:lnTo>
                  <a:lnTo>
                    <a:pt x="7633013" y="2242013"/>
                  </a:lnTo>
                  <a:lnTo>
                    <a:pt x="7633869" y="2262811"/>
                  </a:lnTo>
                  <a:lnTo>
                    <a:pt x="7634724" y="2217863"/>
                  </a:lnTo>
                  <a:lnTo>
                    <a:pt x="7635580" y="2267096"/>
                  </a:lnTo>
                  <a:lnTo>
                    <a:pt x="7636435" y="2227190"/>
                  </a:lnTo>
                  <a:lnTo>
                    <a:pt x="7637291" y="2233284"/>
                  </a:lnTo>
                  <a:lnTo>
                    <a:pt x="7638146" y="2204429"/>
                  </a:lnTo>
                  <a:lnTo>
                    <a:pt x="7639002" y="2178159"/>
                  </a:lnTo>
                  <a:lnTo>
                    <a:pt x="7639857" y="2227963"/>
                  </a:lnTo>
                  <a:lnTo>
                    <a:pt x="7640713" y="2199113"/>
                  </a:lnTo>
                  <a:lnTo>
                    <a:pt x="7641568" y="2207620"/>
                  </a:lnTo>
                  <a:lnTo>
                    <a:pt x="7642424" y="2196299"/>
                  </a:lnTo>
                  <a:lnTo>
                    <a:pt x="7643280" y="2151164"/>
                  </a:lnTo>
                  <a:lnTo>
                    <a:pt x="7644135" y="2136201"/>
                  </a:lnTo>
                  <a:lnTo>
                    <a:pt x="7644991" y="2105678"/>
                  </a:lnTo>
                  <a:lnTo>
                    <a:pt x="7645846" y="2103085"/>
                  </a:lnTo>
                  <a:lnTo>
                    <a:pt x="7646702" y="2069944"/>
                  </a:lnTo>
                  <a:lnTo>
                    <a:pt x="7647557" y="2043278"/>
                  </a:lnTo>
                  <a:lnTo>
                    <a:pt x="7648413" y="1992821"/>
                  </a:lnTo>
                  <a:lnTo>
                    <a:pt x="7649268" y="1998269"/>
                  </a:lnTo>
                  <a:lnTo>
                    <a:pt x="7650124" y="1991789"/>
                  </a:lnTo>
                  <a:lnTo>
                    <a:pt x="7650979" y="2054998"/>
                  </a:lnTo>
                  <a:lnTo>
                    <a:pt x="7651835" y="2089866"/>
                  </a:lnTo>
                  <a:lnTo>
                    <a:pt x="7652690" y="2096480"/>
                  </a:lnTo>
                  <a:lnTo>
                    <a:pt x="7653546" y="2086967"/>
                  </a:lnTo>
                  <a:lnTo>
                    <a:pt x="7654401" y="2098217"/>
                  </a:lnTo>
                  <a:lnTo>
                    <a:pt x="7655257" y="2112305"/>
                  </a:lnTo>
                  <a:lnTo>
                    <a:pt x="7656112" y="2074577"/>
                  </a:lnTo>
                  <a:lnTo>
                    <a:pt x="7656968" y="2052686"/>
                  </a:lnTo>
                  <a:lnTo>
                    <a:pt x="7657823" y="2079720"/>
                  </a:lnTo>
                  <a:lnTo>
                    <a:pt x="7658679" y="2070622"/>
                  </a:lnTo>
                  <a:lnTo>
                    <a:pt x="7659535" y="2092990"/>
                  </a:lnTo>
                  <a:lnTo>
                    <a:pt x="7660390" y="2073637"/>
                  </a:lnTo>
                  <a:lnTo>
                    <a:pt x="7661246" y="2086962"/>
                  </a:lnTo>
                  <a:lnTo>
                    <a:pt x="7662101" y="2095988"/>
                  </a:lnTo>
                  <a:lnTo>
                    <a:pt x="7662957" y="2095053"/>
                  </a:lnTo>
                  <a:lnTo>
                    <a:pt x="7663812" y="2136446"/>
                  </a:lnTo>
                  <a:lnTo>
                    <a:pt x="7664668" y="2130972"/>
                  </a:lnTo>
                  <a:lnTo>
                    <a:pt x="7665523" y="2162000"/>
                  </a:lnTo>
                  <a:lnTo>
                    <a:pt x="7666379" y="2172728"/>
                  </a:lnTo>
                  <a:lnTo>
                    <a:pt x="7667234" y="2172338"/>
                  </a:lnTo>
                  <a:lnTo>
                    <a:pt x="7668090" y="2184118"/>
                  </a:lnTo>
                  <a:lnTo>
                    <a:pt x="7668945" y="2216265"/>
                  </a:lnTo>
                  <a:lnTo>
                    <a:pt x="7669801" y="2214968"/>
                  </a:lnTo>
                  <a:lnTo>
                    <a:pt x="7670656" y="2226275"/>
                  </a:lnTo>
                  <a:lnTo>
                    <a:pt x="7671512" y="2194520"/>
                  </a:lnTo>
                  <a:lnTo>
                    <a:pt x="7672367" y="2172822"/>
                  </a:lnTo>
                  <a:lnTo>
                    <a:pt x="7673223" y="2155159"/>
                  </a:lnTo>
                  <a:lnTo>
                    <a:pt x="7674079" y="2117639"/>
                  </a:lnTo>
                  <a:lnTo>
                    <a:pt x="7674934" y="2091728"/>
                  </a:lnTo>
                  <a:lnTo>
                    <a:pt x="7675790" y="2080911"/>
                  </a:lnTo>
                  <a:lnTo>
                    <a:pt x="7676645" y="2044403"/>
                  </a:lnTo>
                  <a:lnTo>
                    <a:pt x="7677501" y="2009724"/>
                  </a:lnTo>
                  <a:lnTo>
                    <a:pt x="7678356" y="2002233"/>
                  </a:lnTo>
                  <a:lnTo>
                    <a:pt x="7679212" y="2018787"/>
                  </a:lnTo>
                  <a:lnTo>
                    <a:pt x="7680067" y="2025609"/>
                  </a:lnTo>
                  <a:lnTo>
                    <a:pt x="7680923" y="1992376"/>
                  </a:lnTo>
                  <a:lnTo>
                    <a:pt x="7681778" y="2017172"/>
                  </a:lnTo>
                  <a:lnTo>
                    <a:pt x="7682634" y="2045227"/>
                  </a:lnTo>
                  <a:lnTo>
                    <a:pt x="7683489" y="1995677"/>
                  </a:lnTo>
                  <a:lnTo>
                    <a:pt x="7684345" y="1971008"/>
                  </a:lnTo>
                  <a:lnTo>
                    <a:pt x="7685200" y="1946386"/>
                  </a:lnTo>
                  <a:lnTo>
                    <a:pt x="7686056" y="1933626"/>
                  </a:lnTo>
                  <a:lnTo>
                    <a:pt x="7686911" y="1939608"/>
                  </a:lnTo>
                  <a:lnTo>
                    <a:pt x="7687767" y="1989211"/>
                  </a:lnTo>
                  <a:lnTo>
                    <a:pt x="7688622" y="1980400"/>
                  </a:lnTo>
                  <a:lnTo>
                    <a:pt x="7689478" y="1995758"/>
                  </a:lnTo>
                  <a:lnTo>
                    <a:pt x="7690334" y="2030590"/>
                  </a:lnTo>
                  <a:lnTo>
                    <a:pt x="7691189" y="2098757"/>
                  </a:lnTo>
                  <a:lnTo>
                    <a:pt x="7692045" y="2125236"/>
                  </a:lnTo>
                  <a:lnTo>
                    <a:pt x="7692900" y="2069963"/>
                  </a:lnTo>
                  <a:lnTo>
                    <a:pt x="7693756" y="2071375"/>
                  </a:lnTo>
                  <a:lnTo>
                    <a:pt x="7694611" y="2028206"/>
                  </a:lnTo>
                  <a:lnTo>
                    <a:pt x="7695467" y="2071112"/>
                  </a:lnTo>
                  <a:lnTo>
                    <a:pt x="7696322" y="2062777"/>
                  </a:lnTo>
                  <a:lnTo>
                    <a:pt x="7697178" y="2026524"/>
                  </a:lnTo>
                  <a:lnTo>
                    <a:pt x="7698033" y="2088307"/>
                  </a:lnTo>
                  <a:lnTo>
                    <a:pt x="7698889" y="2089826"/>
                  </a:lnTo>
                  <a:lnTo>
                    <a:pt x="7699744" y="2043431"/>
                  </a:lnTo>
                  <a:lnTo>
                    <a:pt x="7700600" y="2047522"/>
                  </a:lnTo>
                  <a:lnTo>
                    <a:pt x="7701455" y="2033719"/>
                  </a:lnTo>
                  <a:lnTo>
                    <a:pt x="7702311" y="2055729"/>
                  </a:lnTo>
                  <a:lnTo>
                    <a:pt x="7703166" y="2058943"/>
                  </a:lnTo>
                  <a:lnTo>
                    <a:pt x="7704022" y="2094287"/>
                  </a:lnTo>
                  <a:lnTo>
                    <a:pt x="7704877" y="2074304"/>
                  </a:lnTo>
                  <a:lnTo>
                    <a:pt x="7705733" y="2126899"/>
                  </a:lnTo>
                  <a:lnTo>
                    <a:pt x="7706589" y="2143182"/>
                  </a:lnTo>
                  <a:lnTo>
                    <a:pt x="7707444" y="2184362"/>
                  </a:lnTo>
                  <a:lnTo>
                    <a:pt x="7708300" y="2173815"/>
                  </a:lnTo>
                  <a:lnTo>
                    <a:pt x="7709155" y="2209863"/>
                  </a:lnTo>
                  <a:lnTo>
                    <a:pt x="7710011" y="2192515"/>
                  </a:lnTo>
                  <a:lnTo>
                    <a:pt x="7710866" y="2181052"/>
                  </a:lnTo>
                  <a:lnTo>
                    <a:pt x="7711722" y="2221393"/>
                  </a:lnTo>
                  <a:lnTo>
                    <a:pt x="7712577" y="2232933"/>
                  </a:lnTo>
                  <a:lnTo>
                    <a:pt x="7713433" y="2285447"/>
                  </a:lnTo>
                  <a:lnTo>
                    <a:pt x="7714288" y="2301610"/>
                  </a:lnTo>
                  <a:lnTo>
                    <a:pt x="7715144" y="2310414"/>
                  </a:lnTo>
                  <a:lnTo>
                    <a:pt x="7715999" y="2305484"/>
                  </a:lnTo>
                  <a:lnTo>
                    <a:pt x="7716855" y="2314318"/>
                  </a:lnTo>
                  <a:lnTo>
                    <a:pt x="7717710" y="2318631"/>
                  </a:lnTo>
                  <a:lnTo>
                    <a:pt x="7718566" y="2295392"/>
                  </a:lnTo>
                  <a:lnTo>
                    <a:pt x="7719421" y="2288101"/>
                  </a:lnTo>
                  <a:lnTo>
                    <a:pt x="7720277" y="2287501"/>
                  </a:lnTo>
                  <a:lnTo>
                    <a:pt x="7721133" y="2281178"/>
                  </a:lnTo>
                  <a:lnTo>
                    <a:pt x="7721988" y="2287877"/>
                  </a:lnTo>
                  <a:lnTo>
                    <a:pt x="7722844" y="2297475"/>
                  </a:lnTo>
                  <a:lnTo>
                    <a:pt x="7723699" y="2296389"/>
                  </a:lnTo>
                  <a:lnTo>
                    <a:pt x="7724555" y="2308151"/>
                  </a:lnTo>
                  <a:lnTo>
                    <a:pt x="7725410" y="2299469"/>
                  </a:lnTo>
                  <a:lnTo>
                    <a:pt x="7726266" y="2297449"/>
                  </a:lnTo>
                  <a:lnTo>
                    <a:pt x="7727121" y="2291357"/>
                  </a:lnTo>
                  <a:lnTo>
                    <a:pt x="7727977" y="2265528"/>
                  </a:lnTo>
                  <a:lnTo>
                    <a:pt x="7728832" y="2274861"/>
                  </a:lnTo>
                  <a:lnTo>
                    <a:pt x="7729688" y="2238813"/>
                  </a:lnTo>
                  <a:lnTo>
                    <a:pt x="7730543" y="2225686"/>
                  </a:lnTo>
                  <a:lnTo>
                    <a:pt x="7731399" y="2204060"/>
                  </a:lnTo>
                  <a:lnTo>
                    <a:pt x="7732254" y="2201890"/>
                  </a:lnTo>
                  <a:lnTo>
                    <a:pt x="7733110" y="2202150"/>
                  </a:lnTo>
                  <a:lnTo>
                    <a:pt x="7733965" y="2156470"/>
                  </a:lnTo>
                  <a:lnTo>
                    <a:pt x="7734821" y="2154361"/>
                  </a:lnTo>
                  <a:lnTo>
                    <a:pt x="7735676" y="2183851"/>
                  </a:lnTo>
                  <a:lnTo>
                    <a:pt x="7736532" y="2166971"/>
                  </a:lnTo>
                  <a:lnTo>
                    <a:pt x="7737388" y="2221755"/>
                  </a:lnTo>
                  <a:lnTo>
                    <a:pt x="7738243" y="2211283"/>
                  </a:lnTo>
                  <a:lnTo>
                    <a:pt x="7739099" y="2269315"/>
                  </a:lnTo>
                  <a:lnTo>
                    <a:pt x="7739954" y="2274598"/>
                  </a:lnTo>
                  <a:lnTo>
                    <a:pt x="7740810" y="2275898"/>
                  </a:lnTo>
                  <a:lnTo>
                    <a:pt x="7741665" y="2260106"/>
                  </a:lnTo>
                  <a:lnTo>
                    <a:pt x="7742521" y="2251670"/>
                  </a:lnTo>
                  <a:lnTo>
                    <a:pt x="7743376" y="2257468"/>
                  </a:lnTo>
                  <a:lnTo>
                    <a:pt x="7744232" y="2203607"/>
                  </a:lnTo>
                  <a:lnTo>
                    <a:pt x="7745087" y="2186011"/>
                  </a:lnTo>
                  <a:lnTo>
                    <a:pt x="7745943" y="2214874"/>
                  </a:lnTo>
                  <a:lnTo>
                    <a:pt x="7746798" y="2233215"/>
                  </a:lnTo>
                  <a:lnTo>
                    <a:pt x="7747654" y="2251583"/>
                  </a:lnTo>
                  <a:lnTo>
                    <a:pt x="7748509" y="2238005"/>
                  </a:lnTo>
                  <a:lnTo>
                    <a:pt x="7749365" y="2225144"/>
                  </a:lnTo>
                  <a:lnTo>
                    <a:pt x="7750220" y="2220533"/>
                  </a:lnTo>
                  <a:lnTo>
                    <a:pt x="7751076" y="2219393"/>
                  </a:lnTo>
                  <a:lnTo>
                    <a:pt x="7751931" y="2193591"/>
                  </a:lnTo>
                  <a:lnTo>
                    <a:pt x="7752787" y="2159647"/>
                  </a:lnTo>
                  <a:lnTo>
                    <a:pt x="7753643" y="2188383"/>
                  </a:lnTo>
                  <a:lnTo>
                    <a:pt x="7754498" y="2170663"/>
                  </a:lnTo>
                  <a:lnTo>
                    <a:pt x="7755354" y="2131480"/>
                  </a:lnTo>
                  <a:lnTo>
                    <a:pt x="7756209" y="2148063"/>
                  </a:lnTo>
                  <a:lnTo>
                    <a:pt x="7757065" y="2147144"/>
                  </a:lnTo>
                  <a:lnTo>
                    <a:pt x="7757920" y="2158585"/>
                  </a:lnTo>
                  <a:lnTo>
                    <a:pt x="7758776" y="2168713"/>
                  </a:lnTo>
                  <a:lnTo>
                    <a:pt x="7759631" y="2139879"/>
                  </a:lnTo>
                  <a:lnTo>
                    <a:pt x="7760487" y="2205134"/>
                  </a:lnTo>
                  <a:lnTo>
                    <a:pt x="7761342" y="2219838"/>
                  </a:lnTo>
                  <a:lnTo>
                    <a:pt x="7762198" y="2201936"/>
                  </a:lnTo>
                  <a:lnTo>
                    <a:pt x="7763053" y="2214974"/>
                  </a:lnTo>
                  <a:lnTo>
                    <a:pt x="7763909" y="2202746"/>
                  </a:lnTo>
                  <a:lnTo>
                    <a:pt x="7764764" y="2213560"/>
                  </a:lnTo>
                  <a:lnTo>
                    <a:pt x="7765620" y="2256407"/>
                  </a:lnTo>
                  <a:lnTo>
                    <a:pt x="7766475" y="2205279"/>
                  </a:lnTo>
                  <a:lnTo>
                    <a:pt x="7767331" y="2218179"/>
                  </a:lnTo>
                  <a:lnTo>
                    <a:pt x="7768186" y="2179045"/>
                  </a:lnTo>
                  <a:lnTo>
                    <a:pt x="7769042" y="2175563"/>
                  </a:lnTo>
                  <a:lnTo>
                    <a:pt x="7769898" y="2201769"/>
                  </a:lnTo>
                  <a:lnTo>
                    <a:pt x="7770753" y="2177947"/>
                  </a:lnTo>
                  <a:lnTo>
                    <a:pt x="7771609" y="2187833"/>
                  </a:lnTo>
                  <a:lnTo>
                    <a:pt x="7772464" y="2135790"/>
                  </a:lnTo>
                  <a:lnTo>
                    <a:pt x="7773320" y="2110966"/>
                  </a:lnTo>
                  <a:lnTo>
                    <a:pt x="7774175" y="2128911"/>
                  </a:lnTo>
                  <a:lnTo>
                    <a:pt x="7775031" y="2158863"/>
                  </a:lnTo>
                  <a:lnTo>
                    <a:pt x="7775886" y="2156045"/>
                  </a:lnTo>
                  <a:lnTo>
                    <a:pt x="7776742" y="2142900"/>
                  </a:lnTo>
                  <a:lnTo>
                    <a:pt x="7777597" y="2135496"/>
                  </a:lnTo>
                  <a:lnTo>
                    <a:pt x="7778453" y="2171118"/>
                  </a:lnTo>
                  <a:lnTo>
                    <a:pt x="7779308" y="2189236"/>
                  </a:lnTo>
                  <a:lnTo>
                    <a:pt x="7780164" y="2225899"/>
                  </a:lnTo>
                  <a:lnTo>
                    <a:pt x="7781019" y="2203290"/>
                  </a:lnTo>
                  <a:lnTo>
                    <a:pt x="7781875" y="2227551"/>
                  </a:lnTo>
                  <a:lnTo>
                    <a:pt x="7782730" y="2208311"/>
                  </a:lnTo>
                  <a:lnTo>
                    <a:pt x="7783586" y="2197027"/>
                  </a:lnTo>
                  <a:lnTo>
                    <a:pt x="7784442" y="2208385"/>
                  </a:lnTo>
                  <a:lnTo>
                    <a:pt x="7785297" y="2213012"/>
                  </a:lnTo>
                  <a:lnTo>
                    <a:pt x="7786153" y="2258707"/>
                  </a:lnTo>
                  <a:lnTo>
                    <a:pt x="7787008" y="2242676"/>
                  </a:lnTo>
                  <a:lnTo>
                    <a:pt x="7787864" y="2240598"/>
                  </a:lnTo>
                  <a:lnTo>
                    <a:pt x="7788719" y="2252014"/>
                  </a:lnTo>
                  <a:lnTo>
                    <a:pt x="7789575" y="2249181"/>
                  </a:lnTo>
                  <a:lnTo>
                    <a:pt x="7790430" y="2234708"/>
                  </a:lnTo>
                  <a:lnTo>
                    <a:pt x="7791286" y="2180070"/>
                  </a:lnTo>
                  <a:lnTo>
                    <a:pt x="7792141" y="2131040"/>
                  </a:lnTo>
                  <a:lnTo>
                    <a:pt x="7792997" y="2141419"/>
                  </a:lnTo>
                  <a:lnTo>
                    <a:pt x="7793852" y="2129716"/>
                  </a:lnTo>
                  <a:lnTo>
                    <a:pt x="7794708" y="2125281"/>
                  </a:lnTo>
                  <a:lnTo>
                    <a:pt x="7795563" y="2100428"/>
                  </a:lnTo>
                  <a:lnTo>
                    <a:pt x="7796419" y="2099588"/>
                  </a:lnTo>
                  <a:lnTo>
                    <a:pt x="7797274" y="2105572"/>
                  </a:lnTo>
                  <a:lnTo>
                    <a:pt x="7798130" y="2085713"/>
                  </a:lnTo>
                  <a:lnTo>
                    <a:pt x="7798985" y="2113831"/>
                  </a:lnTo>
                  <a:lnTo>
                    <a:pt x="7799841" y="2122074"/>
                  </a:lnTo>
                  <a:lnTo>
                    <a:pt x="7800697" y="2154485"/>
                  </a:lnTo>
                  <a:lnTo>
                    <a:pt x="7801552" y="2151700"/>
                  </a:lnTo>
                  <a:lnTo>
                    <a:pt x="7802408" y="2139280"/>
                  </a:lnTo>
                  <a:lnTo>
                    <a:pt x="7803263" y="2189648"/>
                  </a:lnTo>
                  <a:lnTo>
                    <a:pt x="7804119" y="2159507"/>
                  </a:lnTo>
                  <a:lnTo>
                    <a:pt x="7804974" y="2127842"/>
                  </a:lnTo>
                  <a:lnTo>
                    <a:pt x="7805830" y="2106294"/>
                  </a:lnTo>
                  <a:lnTo>
                    <a:pt x="7806685" y="2094142"/>
                  </a:lnTo>
                  <a:lnTo>
                    <a:pt x="7807541" y="2131824"/>
                  </a:lnTo>
                  <a:lnTo>
                    <a:pt x="7808396" y="2145083"/>
                  </a:lnTo>
                  <a:lnTo>
                    <a:pt x="7809252" y="2158688"/>
                  </a:lnTo>
                  <a:lnTo>
                    <a:pt x="7810107" y="2176770"/>
                  </a:lnTo>
                  <a:lnTo>
                    <a:pt x="7810963" y="2193447"/>
                  </a:lnTo>
                  <a:lnTo>
                    <a:pt x="7811818" y="2209966"/>
                  </a:lnTo>
                  <a:lnTo>
                    <a:pt x="7812674" y="2234997"/>
                  </a:lnTo>
                  <a:lnTo>
                    <a:pt x="7813529" y="2252256"/>
                  </a:lnTo>
                  <a:lnTo>
                    <a:pt x="7814385" y="2285725"/>
                  </a:lnTo>
                  <a:lnTo>
                    <a:pt x="7815240" y="2246736"/>
                  </a:lnTo>
                  <a:lnTo>
                    <a:pt x="7816096" y="2248978"/>
                  </a:lnTo>
                  <a:lnTo>
                    <a:pt x="7816952" y="2245977"/>
                  </a:lnTo>
                  <a:lnTo>
                    <a:pt x="7817807" y="2259097"/>
                  </a:lnTo>
                  <a:lnTo>
                    <a:pt x="7818663" y="2289040"/>
                  </a:lnTo>
                  <a:lnTo>
                    <a:pt x="7819518" y="2244805"/>
                  </a:lnTo>
                  <a:lnTo>
                    <a:pt x="7820374" y="2297560"/>
                  </a:lnTo>
                  <a:lnTo>
                    <a:pt x="7821229" y="2265267"/>
                  </a:lnTo>
                  <a:lnTo>
                    <a:pt x="7822085" y="2286316"/>
                  </a:lnTo>
                  <a:lnTo>
                    <a:pt x="7822940" y="2272143"/>
                  </a:lnTo>
                  <a:lnTo>
                    <a:pt x="7823796" y="2239852"/>
                  </a:lnTo>
                  <a:lnTo>
                    <a:pt x="7824651" y="2245263"/>
                  </a:lnTo>
                  <a:lnTo>
                    <a:pt x="7825507" y="2242004"/>
                  </a:lnTo>
                  <a:lnTo>
                    <a:pt x="7826362" y="2256061"/>
                  </a:lnTo>
                  <a:lnTo>
                    <a:pt x="7827218" y="2241805"/>
                  </a:lnTo>
                  <a:lnTo>
                    <a:pt x="7828073" y="2199289"/>
                  </a:lnTo>
                  <a:lnTo>
                    <a:pt x="7828929" y="2223925"/>
                  </a:lnTo>
                  <a:lnTo>
                    <a:pt x="7829784" y="2235682"/>
                  </a:lnTo>
                  <a:lnTo>
                    <a:pt x="7830640" y="2262805"/>
                  </a:lnTo>
                  <a:lnTo>
                    <a:pt x="7831496" y="2250960"/>
                  </a:lnTo>
                  <a:lnTo>
                    <a:pt x="7832351" y="2236529"/>
                  </a:lnTo>
                  <a:lnTo>
                    <a:pt x="7833207" y="2251281"/>
                  </a:lnTo>
                  <a:lnTo>
                    <a:pt x="7834062" y="2233012"/>
                  </a:lnTo>
                  <a:lnTo>
                    <a:pt x="7834918" y="2231651"/>
                  </a:lnTo>
                  <a:lnTo>
                    <a:pt x="7835773" y="2208336"/>
                  </a:lnTo>
                  <a:lnTo>
                    <a:pt x="7836629" y="2180677"/>
                  </a:lnTo>
                  <a:lnTo>
                    <a:pt x="7837484" y="2194581"/>
                  </a:lnTo>
                  <a:lnTo>
                    <a:pt x="7838340" y="2185466"/>
                  </a:lnTo>
                  <a:lnTo>
                    <a:pt x="7839195" y="2200648"/>
                  </a:lnTo>
                  <a:lnTo>
                    <a:pt x="7840051" y="2257713"/>
                  </a:lnTo>
                  <a:lnTo>
                    <a:pt x="7840906" y="2246510"/>
                  </a:lnTo>
                  <a:lnTo>
                    <a:pt x="7841762" y="2259354"/>
                  </a:lnTo>
                  <a:lnTo>
                    <a:pt x="7842617" y="2233755"/>
                  </a:lnTo>
                  <a:lnTo>
                    <a:pt x="7843473" y="2231351"/>
                  </a:lnTo>
                  <a:lnTo>
                    <a:pt x="7844328" y="2238624"/>
                  </a:lnTo>
                  <a:lnTo>
                    <a:pt x="7845184" y="2244218"/>
                  </a:lnTo>
                  <a:lnTo>
                    <a:pt x="7846039" y="2234852"/>
                  </a:lnTo>
                  <a:lnTo>
                    <a:pt x="7846895" y="2260036"/>
                  </a:lnTo>
                  <a:lnTo>
                    <a:pt x="7847751" y="2257542"/>
                  </a:lnTo>
                  <a:lnTo>
                    <a:pt x="7848606" y="2245532"/>
                  </a:lnTo>
                  <a:lnTo>
                    <a:pt x="7849462" y="2288779"/>
                  </a:lnTo>
                  <a:lnTo>
                    <a:pt x="7850317" y="2277465"/>
                  </a:lnTo>
                  <a:lnTo>
                    <a:pt x="7851173" y="2290008"/>
                  </a:lnTo>
                  <a:lnTo>
                    <a:pt x="7852028" y="2277549"/>
                  </a:lnTo>
                  <a:lnTo>
                    <a:pt x="7852884" y="2225991"/>
                  </a:lnTo>
                  <a:lnTo>
                    <a:pt x="7853739" y="2258119"/>
                  </a:lnTo>
                  <a:lnTo>
                    <a:pt x="7854595" y="2217162"/>
                  </a:lnTo>
                  <a:lnTo>
                    <a:pt x="7855450" y="2223525"/>
                  </a:lnTo>
                  <a:lnTo>
                    <a:pt x="7856306" y="2221512"/>
                  </a:lnTo>
                  <a:lnTo>
                    <a:pt x="7857161" y="2182385"/>
                  </a:lnTo>
                  <a:lnTo>
                    <a:pt x="7858017" y="2221968"/>
                  </a:lnTo>
                  <a:lnTo>
                    <a:pt x="7858872" y="2182090"/>
                  </a:lnTo>
                  <a:lnTo>
                    <a:pt x="7859728" y="2174061"/>
                  </a:lnTo>
                  <a:lnTo>
                    <a:pt x="7860583" y="2170678"/>
                  </a:lnTo>
                  <a:lnTo>
                    <a:pt x="7861439" y="2200512"/>
                  </a:lnTo>
                  <a:lnTo>
                    <a:pt x="7862294" y="2211718"/>
                  </a:lnTo>
                  <a:lnTo>
                    <a:pt x="7863150" y="2184772"/>
                  </a:lnTo>
                  <a:lnTo>
                    <a:pt x="7864006" y="2171871"/>
                  </a:lnTo>
                  <a:lnTo>
                    <a:pt x="7864861" y="2208343"/>
                  </a:lnTo>
                  <a:lnTo>
                    <a:pt x="7865717" y="2237627"/>
                  </a:lnTo>
                  <a:lnTo>
                    <a:pt x="7866572" y="2225473"/>
                  </a:lnTo>
                  <a:lnTo>
                    <a:pt x="7867428" y="2199400"/>
                  </a:lnTo>
                  <a:lnTo>
                    <a:pt x="7868283" y="2174410"/>
                  </a:lnTo>
                  <a:lnTo>
                    <a:pt x="7869139" y="2208081"/>
                  </a:lnTo>
                  <a:lnTo>
                    <a:pt x="7869994" y="2181214"/>
                  </a:lnTo>
                  <a:lnTo>
                    <a:pt x="7870850" y="2162345"/>
                  </a:lnTo>
                  <a:lnTo>
                    <a:pt x="7871705" y="2163654"/>
                  </a:lnTo>
                  <a:lnTo>
                    <a:pt x="7872561" y="2177742"/>
                  </a:lnTo>
                  <a:lnTo>
                    <a:pt x="7873416" y="2190792"/>
                  </a:lnTo>
                  <a:lnTo>
                    <a:pt x="7874272" y="2191032"/>
                  </a:lnTo>
                  <a:lnTo>
                    <a:pt x="7875127" y="2204685"/>
                  </a:lnTo>
                  <a:lnTo>
                    <a:pt x="7875983" y="2199603"/>
                  </a:lnTo>
                  <a:lnTo>
                    <a:pt x="7876838" y="2173799"/>
                  </a:lnTo>
                  <a:lnTo>
                    <a:pt x="7877694" y="2200807"/>
                  </a:lnTo>
                  <a:lnTo>
                    <a:pt x="7878550" y="2196879"/>
                  </a:lnTo>
                  <a:lnTo>
                    <a:pt x="7879405" y="2179086"/>
                  </a:lnTo>
                  <a:lnTo>
                    <a:pt x="7880261" y="2218574"/>
                  </a:lnTo>
                  <a:lnTo>
                    <a:pt x="7881116" y="2224388"/>
                  </a:lnTo>
                  <a:lnTo>
                    <a:pt x="7881972" y="2241699"/>
                  </a:lnTo>
                  <a:lnTo>
                    <a:pt x="7882827" y="2262232"/>
                  </a:lnTo>
                  <a:lnTo>
                    <a:pt x="7883683" y="2256219"/>
                  </a:lnTo>
                  <a:lnTo>
                    <a:pt x="7884538" y="2267352"/>
                  </a:lnTo>
                  <a:lnTo>
                    <a:pt x="7885394" y="2282013"/>
                  </a:lnTo>
                  <a:lnTo>
                    <a:pt x="7886249" y="2282664"/>
                  </a:lnTo>
                  <a:lnTo>
                    <a:pt x="7887105" y="2277378"/>
                  </a:lnTo>
                  <a:lnTo>
                    <a:pt x="7887960" y="2256513"/>
                  </a:lnTo>
                  <a:lnTo>
                    <a:pt x="7888816" y="2258918"/>
                  </a:lnTo>
                  <a:lnTo>
                    <a:pt x="7889671" y="2282719"/>
                  </a:lnTo>
                  <a:lnTo>
                    <a:pt x="7890527" y="2310475"/>
                  </a:lnTo>
                  <a:lnTo>
                    <a:pt x="7891382" y="2322198"/>
                  </a:lnTo>
                  <a:lnTo>
                    <a:pt x="7892238" y="2312435"/>
                  </a:lnTo>
                  <a:lnTo>
                    <a:pt x="7893093" y="2311533"/>
                  </a:lnTo>
                  <a:lnTo>
                    <a:pt x="7893949" y="2310665"/>
                  </a:lnTo>
                  <a:lnTo>
                    <a:pt x="7894805" y="2319726"/>
                  </a:lnTo>
                  <a:lnTo>
                    <a:pt x="7895660" y="2308330"/>
                  </a:lnTo>
                  <a:lnTo>
                    <a:pt x="7896516" y="2298263"/>
                  </a:lnTo>
                  <a:lnTo>
                    <a:pt x="7897371" y="2311150"/>
                  </a:lnTo>
                  <a:lnTo>
                    <a:pt x="7898227" y="2328386"/>
                  </a:lnTo>
                  <a:lnTo>
                    <a:pt x="7899082" y="2322584"/>
                  </a:lnTo>
                  <a:lnTo>
                    <a:pt x="7899938" y="2328386"/>
                  </a:lnTo>
                  <a:lnTo>
                    <a:pt x="7900793" y="2309245"/>
                  </a:lnTo>
                  <a:lnTo>
                    <a:pt x="7901649" y="2328250"/>
                  </a:lnTo>
                  <a:lnTo>
                    <a:pt x="7902504" y="2328386"/>
                  </a:lnTo>
                  <a:lnTo>
                    <a:pt x="7903360" y="2325523"/>
                  </a:lnTo>
                  <a:lnTo>
                    <a:pt x="7904215" y="2326452"/>
                  </a:lnTo>
                  <a:lnTo>
                    <a:pt x="7905071" y="2309952"/>
                  </a:lnTo>
                  <a:lnTo>
                    <a:pt x="7905926" y="2311989"/>
                  </a:lnTo>
                  <a:lnTo>
                    <a:pt x="7906782" y="2312221"/>
                  </a:lnTo>
                  <a:lnTo>
                    <a:pt x="7907637" y="2301176"/>
                  </a:lnTo>
                  <a:lnTo>
                    <a:pt x="7908493" y="2300917"/>
                  </a:lnTo>
                  <a:lnTo>
                    <a:pt x="7909348" y="2280073"/>
                  </a:lnTo>
                  <a:lnTo>
                    <a:pt x="7910204" y="2317186"/>
                  </a:lnTo>
                  <a:lnTo>
                    <a:pt x="7911060" y="2328386"/>
                  </a:lnTo>
                  <a:lnTo>
                    <a:pt x="7911915" y="2320071"/>
                  </a:lnTo>
                  <a:lnTo>
                    <a:pt x="7912771" y="2291020"/>
                  </a:lnTo>
                  <a:lnTo>
                    <a:pt x="7913626" y="2275618"/>
                  </a:lnTo>
                  <a:lnTo>
                    <a:pt x="7914482" y="2278577"/>
                  </a:lnTo>
                  <a:lnTo>
                    <a:pt x="7915337" y="2262924"/>
                  </a:lnTo>
                  <a:lnTo>
                    <a:pt x="7916193" y="2226387"/>
                  </a:lnTo>
                  <a:lnTo>
                    <a:pt x="7917048" y="2233986"/>
                  </a:lnTo>
                  <a:lnTo>
                    <a:pt x="7917904" y="2216739"/>
                  </a:lnTo>
                  <a:lnTo>
                    <a:pt x="7918759" y="2200212"/>
                  </a:lnTo>
                  <a:lnTo>
                    <a:pt x="7919615" y="2189482"/>
                  </a:lnTo>
                  <a:lnTo>
                    <a:pt x="7920470" y="2181696"/>
                  </a:lnTo>
                  <a:lnTo>
                    <a:pt x="7921326" y="2198585"/>
                  </a:lnTo>
                  <a:lnTo>
                    <a:pt x="7922181" y="2185763"/>
                  </a:lnTo>
                  <a:lnTo>
                    <a:pt x="7923037" y="2193087"/>
                  </a:lnTo>
                  <a:lnTo>
                    <a:pt x="7923892" y="2190144"/>
                  </a:lnTo>
                  <a:lnTo>
                    <a:pt x="7924748" y="2219989"/>
                  </a:lnTo>
                  <a:lnTo>
                    <a:pt x="7925604" y="2209597"/>
                  </a:lnTo>
                  <a:lnTo>
                    <a:pt x="7926459" y="2185310"/>
                  </a:lnTo>
                  <a:lnTo>
                    <a:pt x="7927315" y="2214287"/>
                  </a:lnTo>
                  <a:lnTo>
                    <a:pt x="7928170" y="2230247"/>
                  </a:lnTo>
                  <a:lnTo>
                    <a:pt x="7929026" y="2223843"/>
                  </a:lnTo>
                  <a:lnTo>
                    <a:pt x="7929881" y="2212748"/>
                  </a:lnTo>
                  <a:lnTo>
                    <a:pt x="7930737" y="2211864"/>
                  </a:lnTo>
                  <a:lnTo>
                    <a:pt x="7931592" y="2186352"/>
                  </a:lnTo>
                  <a:lnTo>
                    <a:pt x="7932448" y="2180381"/>
                  </a:lnTo>
                  <a:lnTo>
                    <a:pt x="7933303" y="2168496"/>
                  </a:lnTo>
                  <a:lnTo>
                    <a:pt x="7934159" y="2176117"/>
                  </a:lnTo>
                  <a:lnTo>
                    <a:pt x="7935014" y="2202868"/>
                  </a:lnTo>
                  <a:lnTo>
                    <a:pt x="7935870" y="2238194"/>
                  </a:lnTo>
                  <a:lnTo>
                    <a:pt x="7936725" y="2244090"/>
                  </a:lnTo>
                  <a:lnTo>
                    <a:pt x="7937581" y="2232954"/>
                  </a:lnTo>
                  <a:lnTo>
                    <a:pt x="7938436" y="2237726"/>
                  </a:lnTo>
                  <a:lnTo>
                    <a:pt x="7939292" y="2257122"/>
                  </a:lnTo>
                  <a:lnTo>
                    <a:pt x="7940147" y="2244952"/>
                  </a:lnTo>
                  <a:lnTo>
                    <a:pt x="7941003" y="2255832"/>
                  </a:lnTo>
                  <a:lnTo>
                    <a:pt x="7941859" y="2200570"/>
                  </a:lnTo>
                  <a:lnTo>
                    <a:pt x="7942714" y="2220666"/>
                  </a:lnTo>
                  <a:lnTo>
                    <a:pt x="7943570" y="2226250"/>
                  </a:lnTo>
                  <a:lnTo>
                    <a:pt x="7944425" y="2213862"/>
                  </a:lnTo>
                  <a:lnTo>
                    <a:pt x="7945281" y="2240920"/>
                  </a:lnTo>
                  <a:lnTo>
                    <a:pt x="7946136" y="2188401"/>
                  </a:lnTo>
                  <a:lnTo>
                    <a:pt x="7946992" y="2200510"/>
                  </a:lnTo>
                  <a:lnTo>
                    <a:pt x="7947847" y="2211221"/>
                  </a:lnTo>
                  <a:lnTo>
                    <a:pt x="7948703" y="2244386"/>
                  </a:lnTo>
                  <a:lnTo>
                    <a:pt x="7949558" y="2328386"/>
                  </a:lnTo>
                  <a:lnTo>
                    <a:pt x="7950414" y="2309254"/>
                  </a:lnTo>
                  <a:lnTo>
                    <a:pt x="7951269" y="2320696"/>
                  </a:lnTo>
                  <a:lnTo>
                    <a:pt x="7952125" y="2327881"/>
                  </a:lnTo>
                  <a:lnTo>
                    <a:pt x="7952980" y="2284436"/>
                  </a:lnTo>
                  <a:lnTo>
                    <a:pt x="7953836" y="2271807"/>
                  </a:lnTo>
                  <a:lnTo>
                    <a:pt x="7954691" y="2233158"/>
                  </a:lnTo>
                  <a:lnTo>
                    <a:pt x="7955547" y="2194547"/>
                  </a:lnTo>
                  <a:lnTo>
                    <a:pt x="7956402" y="2204824"/>
                  </a:lnTo>
                  <a:lnTo>
                    <a:pt x="7957258" y="2170045"/>
                  </a:lnTo>
                  <a:lnTo>
                    <a:pt x="7958114" y="2149546"/>
                  </a:lnTo>
                  <a:lnTo>
                    <a:pt x="7958969" y="2160461"/>
                  </a:lnTo>
                  <a:lnTo>
                    <a:pt x="7959825" y="2147708"/>
                  </a:lnTo>
                  <a:lnTo>
                    <a:pt x="7960680" y="2181549"/>
                  </a:lnTo>
                  <a:lnTo>
                    <a:pt x="7961536" y="2162093"/>
                  </a:lnTo>
                  <a:lnTo>
                    <a:pt x="7962391" y="2158174"/>
                  </a:lnTo>
                  <a:lnTo>
                    <a:pt x="7963247" y="2161683"/>
                  </a:lnTo>
                  <a:lnTo>
                    <a:pt x="7964102" y="2163994"/>
                  </a:lnTo>
                  <a:lnTo>
                    <a:pt x="7964958" y="2162372"/>
                  </a:lnTo>
                  <a:lnTo>
                    <a:pt x="7965813" y="2172713"/>
                  </a:lnTo>
                  <a:lnTo>
                    <a:pt x="7966669" y="2190689"/>
                  </a:lnTo>
                  <a:lnTo>
                    <a:pt x="7967524" y="2175409"/>
                  </a:lnTo>
                  <a:lnTo>
                    <a:pt x="7968380" y="2176997"/>
                  </a:lnTo>
                  <a:lnTo>
                    <a:pt x="7969235" y="2193520"/>
                  </a:lnTo>
                  <a:lnTo>
                    <a:pt x="7970091" y="2181750"/>
                  </a:lnTo>
                  <a:lnTo>
                    <a:pt x="7970946" y="2187708"/>
                  </a:lnTo>
                  <a:lnTo>
                    <a:pt x="7971802" y="2185884"/>
                  </a:lnTo>
                  <a:lnTo>
                    <a:pt x="7972658" y="2165787"/>
                  </a:lnTo>
                  <a:lnTo>
                    <a:pt x="7973513" y="2166744"/>
                  </a:lnTo>
                  <a:lnTo>
                    <a:pt x="7974369" y="2147691"/>
                  </a:lnTo>
                  <a:lnTo>
                    <a:pt x="7975224" y="2149994"/>
                  </a:lnTo>
                  <a:lnTo>
                    <a:pt x="7976080" y="2159876"/>
                  </a:lnTo>
                  <a:lnTo>
                    <a:pt x="7976935" y="2189947"/>
                  </a:lnTo>
                  <a:lnTo>
                    <a:pt x="7977791" y="2148456"/>
                  </a:lnTo>
                  <a:lnTo>
                    <a:pt x="7978646" y="2140002"/>
                  </a:lnTo>
                  <a:lnTo>
                    <a:pt x="7979502" y="2140236"/>
                  </a:lnTo>
                  <a:lnTo>
                    <a:pt x="7980357" y="2150351"/>
                  </a:lnTo>
                  <a:lnTo>
                    <a:pt x="7981213" y="2176968"/>
                  </a:lnTo>
                  <a:lnTo>
                    <a:pt x="7982068" y="2155268"/>
                  </a:lnTo>
                  <a:lnTo>
                    <a:pt x="7982924" y="2142716"/>
                  </a:lnTo>
                  <a:lnTo>
                    <a:pt x="7983779" y="2138513"/>
                  </a:lnTo>
                  <a:lnTo>
                    <a:pt x="7984635" y="2148621"/>
                  </a:lnTo>
                  <a:lnTo>
                    <a:pt x="7985490" y="2147726"/>
                  </a:lnTo>
                  <a:lnTo>
                    <a:pt x="7986346" y="2162581"/>
                  </a:lnTo>
                  <a:lnTo>
                    <a:pt x="7987201" y="2169889"/>
                  </a:lnTo>
                  <a:lnTo>
                    <a:pt x="7988057" y="2172490"/>
                  </a:lnTo>
                  <a:lnTo>
                    <a:pt x="7988913" y="2151205"/>
                  </a:lnTo>
                  <a:lnTo>
                    <a:pt x="7989768" y="2177051"/>
                  </a:lnTo>
                  <a:lnTo>
                    <a:pt x="7990624" y="2204331"/>
                  </a:lnTo>
                  <a:lnTo>
                    <a:pt x="7991479" y="2183892"/>
                  </a:lnTo>
                  <a:lnTo>
                    <a:pt x="7992335" y="2239918"/>
                  </a:lnTo>
                  <a:lnTo>
                    <a:pt x="7993190" y="2259700"/>
                  </a:lnTo>
                  <a:lnTo>
                    <a:pt x="7994046" y="2231912"/>
                  </a:lnTo>
                  <a:lnTo>
                    <a:pt x="7994901" y="2229076"/>
                  </a:lnTo>
                  <a:lnTo>
                    <a:pt x="7995757" y="2229728"/>
                  </a:lnTo>
                  <a:lnTo>
                    <a:pt x="7996612" y="2230735"/>
                  </a:lnTo>
                  <a:lnTo>
                    <a:pt x="7997468" y="2199786"/>
                  </a:lnTo>
                  <a:lnTo>
                    <a:pt x="7998323" y="2175173"/>
                  </a:lnTo>
                  <a:lnTo>
                    <a:pt x="7999179" y="2192193"/>
                  </a:lnTo>
                  <a:lnTo>
                    <a:pt x="8000034" y="2208946"/>
                  </a:lnTo>
                  <a:lnTo>
                    <a:pt x="8000890" y="2229396"/>
                  </a:lnTo>
                  <a:lnTo>
                    <a:pt x="8001745" y="2194917"/>
                  </a:lnTo>
                  <a:lnTo>
                    <a:pt x="8002601" y="2220938"/>
                  </a:lnTo>
                  <a:lnTo>
                    <a:pt x="8003456" y="2215726"/>
                  </a:lnTo>
                  <a:lnTo>
                    <a:pt x="8004312" y="2156522"/>
                  </a:lnTo>
                  <a:lnTo>
                    <a:pt x="8005168" y="2141653"/>
                  </a:lnTo>
                  <a:lnTo>
                    <a:pt x="8006023" y="2147644"/>
                  </a:lnTo>
                  <a:lnTo>
                    <a:pt x="8006879" y="2188856"/>
                  </a:lnTo>
                  <a:lnTo>
                    <a:pt x="8007734" y="2189981"/>
                  </a:lnTo>
                  <a:lnTo>
                    <a:pt x="8008590" y="2169359"/>
                  </a:lnTo>
                  <a:lnTo>
                    <a:pt x="8009445" y="2158534"/>
                  </a:lnTo>
                  <a:lnTo>
                    <a:pt x="8010301" y="2190987"/>
                  </a:lnTo>
                  <a:lnTo>
                    <a:pt x="8011156" y="2172087"/>
                  </a:lnTo>
                  <a:lnTo>
                    <a:pt x="8012012" y="2184353"/>
                  </a:lnTo>
                  <a:lnTo>
                    <a:pt x="8012867" y="2172661"/>
                  </a:lnTo>
                  <a:lnTo>
                    <a:pt x="8013723" y="2180135"/>
                  </a:lnTo>
                  <a:lnTo>
                    <a:pt x="8014578" y="2211682"/>
                  </a:lnTo>
                  <a:lnTo>
                    <a:pt x="8015434" y="2196663"/>
                  </a:lnTo>
                  <a:lnTo>
                    <a:pt x="8016289" y="2209773"/>
                  </a:lnTo>
                  <a:lnTo>
                    <a:pt x="8017145" y="2212439"/>
                  </a:lnTo>
                  <a:lnTo>
                    <a:pt x="8018000" y="2238869"/>
                  </a:lnTo>
                  <a:lnTo>
                    <a:pt x="8018856" y="2264177"/>
                  </a:lnTo>
                  <a:lnTo>
                    <a:pt x="8019711" y="2229081"/>
                  </a:lnTo>
                  <a:lnTo>
                    <a:pt x="8020567" y="2248720"/>
                  </a:lnTo>
                  <a:lnTo>
                    <a:pt x="8021423" y="2232133"/>
                  </a:lnTo>
                  <a:lnTo>
                    <a:pt x="8022278" y="2257140"/>
                  </a:lnTo>
                  <a:lnTo>
                    <a:pt x="8023134" y="2239172"/>
                  </a:lnTo>
                  <a:lnTo>
                    <a:pt x="8023989" y="2218123"/>
                  </a:lnTo>
                  <a:lnTo>
                    <a:pt x="8024845" y="2233322"/>
                  </a:lnTo>
                  <a:lnTo>
                    <a:pt x="8025700" y="2210246"/>
                  </a:lnTo>
                  <a:lnTo>
                    <a:pt x="8026556" y="2242628"/>
                  </a:lnTo>
                  <a:lnTo>
                    <a:pt x="8027411" y="2235226"/>
                  </a:lnTo>
                  <a:lnTo>
                    <a:pt x="8028267" y="2203414"/>
                  </a:lnTo>
                  <a:lnTo>
                    <a:pt x="8029122" y="2212180"/>
                  </a:lnTo>
                  <a:lnTo>
                    <a:pt x="8029978" y="2212955"/>
                  </a:lnTo>
                  <a:lnTo>
                    <a:pt x="8030833" y="2235172"/>
                  </a:lnTo>
                  <a:lnTo>
                    <a:pt x="8031689" y="2226305"/>
                  </a:lnTo>
                  <a:lnTo>
                    <a:pt x="8032544" y="2224794"/>
                  </a:lnTo>
                  <a:lnTo>
                    <a:pt x="8033400" y="2230578"/>
                  </a:lnTo>
                  <a:lnTo>
                    <a:pt x="8034255" y="2248190"/>
                  </a:lnTo>
                  <a:lnTo>
                    <a:pt x="8035111" y="2267664"/>
                  </a:lnTo>
                  <a:lnTo>
                    <a:pt x="8035967" y="2260574"/>
                  </a:lnTo>
                  <a:lnTo>
                    <a:pt x="8036822" y="2268012"/>
                  </a:lnTo>
                  <a:lnTo>
                    <a:pt x="8037678" y="2273434"/>
                  </a:lnTo>
                  <a:lnTo>
                    <a:pt x="8038533" y="2247585"/>
                  </a:lnTo>
                  <a:lnTo>
                    <a:pt x="8039389" y="2230444"/>
                  </a:lnTo>
                  <a:lnTo>
                    <a:pt x="8040244" y="2228941"/>
                  </a:lnTo>
                  <a:lnTo>
                    <a:pt x="8041100" y="2237190"/>
                  </a:lnTo>
                  <a:lnTo>
                    <a:pt x="8041955" y="2255809"/>
                  </a:lnTo>
                  <a:lnTo>
                    <a:pt x="8042811" y="2234942"/>
                  </a:lnTo>
                  <a:lnTo>
                    <a:pt x="8043666" y="2230784"/>
                  </a:lnTo>
                  <a:lnTo>
                    <a:pt x="8044522" y="2238883"/>
                  </a:lnTo>
                  <a:lnTo>
                    <a:pt x="8045377" y="2269048"/>
                  </a:lnTo>
                  <a:lnTo>
                    <a:pt x="8046233" y="2264930"/>
                  </a:lnTo>
                  <a:lnTo>
                    <a:pt x="8047088" y="2248251"/>
                  </a:lnTo>
                  <a:lnTo>
                    <a:pt x="8047944" y="2250741"/>
                  </a:lnTo>
                  <a:lnTo>
                    <a:pt x="8048799" y="2277686"/>
                  </a:lnTo>
                  <a:lnTo>
                    <a:pt x="8049655" y="2269988"/>
                  </a:lnTo>
                  <a:lnTo>
                    <a:pt x="8050510" y="2273317"/>
                  </a:lnTo>
                  <a:lnTo>
                    <a:pt x="8051366" y="2280948"/>
                  </a:lnTo>
                  <a:lnTo>
                    <a:pt x="8052222" y="2286572"/>
                  </a:lnTo>
                  <a:lnTo>
                    <a:pt x="8053077" y="2281779"/>
                  </a:lnTo>
                  <a:lnTo>
                    <a:pt x="8053933" y="2212105"/>
                  </a:lnTo>
                  <a:lnTo>
                    <a:pt x="8054788" y="2182782"/>
                  </a:lnTo>
                  <a:lnTo>
                    <a:pt x="8055644" y="2159959"/>
                  </a:lnTo>
                  <a:lnTo>
                    <a:pt x="8056499" y="2121352"/>
                  </a:lnTo>
                  <a:lnTo>
                    <a:pt x="8057355" y="2149648"/>
                  </a:lnTo>
                  <a:lnTo>
                    <a:pt x="8058210" y="2099701"/>
                  </a:lnTo>
                  <a:lnTo>
                    <a:pt x="8059066" y="2107802"/>
                  </a:lnTo>
                  <a:lnTo>
                    <a:pt x="8059921" y="2107621"/>
                  </a:lnTo>
                  <a:lnTo>
                    <a:pt x="8060777" y="2086641"/>
                  </a:lnTo>
                  <a:lnTo>
                    <a:pt x="8061632" y="2065172"/>
                  </a:lnTo>
                  <a:lnTo>
                    <a:pt x="8062488" y="2046072"/>
                  </a:lnTo>
                  <a:lnTo>
                    <a:pt x="8063343" y="2058562"/>
                  </a:lnTo>
                  <a:lnTo>
                    <a:pt x="8064199" y="2076014"/>
                  </a:lnTo>
                  <a:lnTo>
                    <a:pt x="8065054" y="2065949"/>
                  </a:lnTo>
                  <a:lnTo>
                    <a:pt x="8065910" y="2070201"/>
                  </a:lnTo>
                  <a:lnTo>
                    <a:pt x="8066765" y="2036797"/>
                  </a:lnTo>
                  <a:lnTo>
                    <a:pt x="8067621" y="2083637"/>
                  </a:lnTo>
                  <a:lnTo>
                    <a:pt x="8068477" y="2134478"/>
                  </a:lnTo>
                  <a:lnTo>
                    <a:pt x="8069332" y="2171954"/>
                  </a:lnTo>
                  <a:lnTo>
                    <a:pt x="8070188" y="2178713"/>
                  </a:lnTo>
                  <a:lnTo>
                    <a:pt x="8071043" y="2205388"/>
                  </a:lnTo>
                  <a:lnTo>
                    <a:pt x="8071899" y="2214771"/>
                  </a:lnTo>
                  <a:lnTo>
                    <a:pt x="8072754" y="2215330"/>
                  </a:lnTo>
                  <a:lnTo>
                    <a:pt x="8073610" y="2217567"/>
                  </a:lnTo>
                  <a:lnTo>
                    <a:pt x="8074465" y="2203333"/>
                  </a:lnTo>
                  <a:lnTo>
                    <a:pt x="8075321" y="2213127"/>
                  </a:lnTo>
                  <a:lnTo>
                    <a:pt x="8076176" y="2210072"/>
                  </a:lnTo>
                  <a:lnTo>
                    <a:pt x="8077032" y="2178319"/>
                  </a:lnTo>
                  <a:lnTo>
                    <a:pt x="8077887" y="2148793"/>
                  </a:lnTo>
                  <a:lnTo>
                    <a:pt x="8078743" y="2117192"/>
                  </a:lnTo>
                  <a:lnTo>
                    <a:pt x="8079598" y="2126475"/>
                  </a:lnTo>
                  <a:lnTo>
                    <a:pt x="8080454" y="2171467"/>
                  </a:lnTo>
                  <a:lnTo>
                    <a:pt x="8081309" y="2152319"/>
                  </a:lnTo>
                  <a:lnTo>
                    <a:pt x="8082165" y="2017168"/>
                  </a:lnTo>
                  <a:lnTo>
                    <a:pt x="8083021" y="1994163"/>
                  </a:lnTo>
                  <a:lnTo>
                    <a:pt x="8083876" y="2008034"/>
                  </a:lnTo>
                  <a:lnTo>
                    <a:pt x="8084732" y="2012541"/>
                  </a:lnTo>
                  <a:lnTo>
                    <a:pt x="8085587" y="2000799"/>
                  </a:lnTo>
                  <a:lnTo>
                    <a:pt x="8086443" y="1993173"/>
                  </a:lnTo>
                  <a:lnTo>
                    <a:pt x="8087298" y="2123452"/>
                  </a:lnTo>
                  <a:lnTo>
                    <a:pt x="8088154" y="2163572"/>
                  </a:lnTo>
                  <a:lnTo>
                    <a:pt x="8089009" y="2153094"/>
                  </a:lnTo>
                  <a:lnTo>
                    <a:pt x="8089865" y="2171379"/>
                  </a:lnTo>
                  <a:lnTo>
                    <a:pt x="8090720" y="2139040"/>
                  </a:lnTo>
                  <a:lnTo>
                    <a:pt x="8091576" y="2108254"/>
                  </a:lnTo>
                  <a:lnTo>
                    <a:pt x="8092431" y="2110192"/>
                  </a:lnTo>
                  <a:lnTo>
                    <a:pt x="8093287" y="2081843"/>
                  </a:lnTo>
                  <a:lnTo>
                    <a:pt x="8094142" y="2084441"/>
                  </a:lnTo>
                  <a:lnTo>
                    <a:pt x="8094998" y="2106304"/>
                  </a:lnTo>
                  <a:lnTo>
                    <a:pt x="8095853" y="2110996"/>
                  </a:lnTo>
                  <a:lnTo>
                    <a:pt x="8096709" y="2161755"/>
                  </a:lnTo>
                  <a:lnTo>
                    <a:pt x="8097564" y="2119241"/>
                  </a:lnTo>
                  <a:lnTo>
                    <a:pt x="8098420" y="2115964"/>
                  </a:lnTo>
                  <a:lnTo>
                    <a:pt x="8099276" y="2042745"/>
                  </a:lnTo>
                  <a:lnTo>
                    <a:pt x="8100131" y="1965694"/>
                  </a:lnTo>
                  <a:lnTo>
                    <a:pt x="8100987" y="1946401"/>
                  </a:lnTo>
                  <a:lnTo>
                    <a:pt x="8101842" y="1975660"/>
                  </a:lnTo>
                  <a:lnTo>
                    <a:pt x="8102698" y="1982035"/>
                  </a:lnTo>
                  <a:lnTo>
                    <a:pt x="8103553" y="1988834"/>
                  </a:lnTo>
                  <a:lnTo>
                    <a:pt x="8104409" y="1979495"/>
                  </a:lnTo>
                  <a:lnTo>
                    <a:pt x="8105264" y="2004057"/>
                  </a:lnTo>
                  <a:lnTo>
                    <a:pt x="8106120" y="2011169"/>
                  </a:lnTo>
                  <a:lnTo>
                    <a:pt x="8106975" y="2013016"/>
                  </a:lnTo>
                  <a:lnTo>
                    <a:pt x="8107831" y="1930253"/>
                  </a:lnTo>
                  <a:lnTo>
                    <a:pt x="8108686" y="1893794"/>
                  </a:lnTo>
                  <a:lnTo>
                    <a:pt x="8109542" y="1869358"/>
                  </a:lnTo>
                  <a:lnTo>
                    <a:pt x="8110397" y="1827826"/>
                  </a:lnTo>
                  <a:lnTo>
                    <a:pt x="8111253" y="1769975"/>
                  </a:lnTo>
                  <a:lnTo>
                    <a:pt x="8112108" y="1800565"/>
                  </a:lnTo>
                  <a:lnTo>
                    <a:pt x="8112964" y="1735616"/>
                  </a:lnTo>
                  <a:lnTo>
                    <a:pt x="8113819" y="1739179"/>
                  </a:lnTo>
                  <a:lnTo>
                    <a:pt x="8114675" y="1771167"/>
                  </a:lnTo>
                  <a:lnTo>
                    <a:pt x="8115531" y="1738324"/>
                  </a:lnTo>
                  <a:lnTo>
                    <a:pt x="8116386" y="1861244"/>
                  </a:lnTo>
                  <a:lnTo>
                    <a:pt x="8117242" y="1844558"/>
                  </a:lnTo>
                  <a:lnTo>
                    <a:pt x="8118097" y="1982156"/>
                  </a:lnTo>
                  <a:lnTo>
                    <a:pt x="8118953" y="2015125"/>
                  </a:lnTo>
                  <a:lnTo>
                    <a:pt x="8119808" y="1957204"/>
                  </a:lnTo>
                  <a:lnTo>
                    <a:pt x="8120664" y="2018307"/>
                  </a:lnTo>
                  <a:lnTo>
                    <a:pt x="8121519" y="2106866"/>
                  </a:lnTo>
                  <a:lnTo>
                    <a:pt x="8122375" y="2114436"/>
                  </a:lnTo>
                  <a:lnTo>
                    <a:pt x="8123230" y="2145359"/>
                  </a:lnTo>
                  <a:lnTo>
                    <a:pt x="8124086" y="2154526"/>
                  </a:lnTo>
                  <a:lnTo>
                    <a:pt x="8124941" y="2170351"/>
                  </a:lnTo>
                  <a:lnTo>
                    <a:pt x="8125797" y="2142224"/>
                  </a:lnTo>
                  <a:lnTo>
                    <a:pt x="8126652" y="2116660"/>
                  </a:lnTo>
                  <a:lnTo>
                    <a:pt x="8127508" y="2069617"/>
                  </a:lnTo>
                  <a:lnTo>
                    <a:pt x="8128363" y="2042968"/>
                  </a:lnTo>
                  <a:lnTo>
                    <a:pt x="8129219" y="2080480"/>
                  </a:lnTo>
                  <a:lnTo>
                    <a:pt x="8130075" y="2075312"/>
                  </a:lnTo>
                  <a:lnTo>
                    <a:pt x="8130930" y="2042301"/>
                  </a:lnTo>
                  <a:lnTo>
                    <a:pt x="8131786" y="1965222"/>
                  </a:lnTo>
                  <a:lnTo>
                    <a:pt x="8132641" y="1929161"/>
                  </a:lnTo>
                  <a:lnTo>
                    <a:pt x="8133497" y="1882299"/>
                  </a:lnTo>
                  <a:lnTo>
                    <a:pt x="8134352" y="1893556"/>
                  </a:lnTo>
                  <a:lnTo>
                    <a:pt x="8135208" y="1790559"/>
                  </a:lnTo>
                  <a:lnTo>
                    <a:pt x="8136063" y="1762861"/>
                  </a:lnTo>
                  <a:lnTo>
                    <a:pt x="8136919" y="1845880"/>
                  </a:lnTo>
                  <a:lnTo>
                    <a:pt x="8137774" y="1850347"/>
                  </a:lnTo>
                  <a:lnTo>
                    <a:pt x="8138630" y="1934447"/>
                  </a:lnTo>
                  <a:lnTo>
                    <a:pt x="8139485" y="1916935"/>
                  </a:lnTo>
                  <a:lnTo>
                    <a:pt x="8140341" y="1905406"/>
                  </a:lnTo>
                  <a:lnTo>
                    <a:pt x="8141196" y="1923214"/>
                  </a:lnTo>
                  <a:lnTo>
                    <a:pt x="8142052" y="1986366"/>
                  </a:lnTo>
                  <a:lnTo>
                    <a:pt x="8142907" y="1964713"/>
                  </a:lnTo>
                  <a:lnTo>
                    <a:pt x="8143763" y="1927809"/>
                  </a:lnTo>
                  <a:lnTo>
                    <a:pt x="8144618" y="1900327"/>
                  </a:lnTo>
                  <a:lnTo>
                    <a:pt x="8145474" y="1892541"/>
                  </a:lnTo>
                  <a:lnTo>
                    <a:pt x="8146330" y="1858470"/>
                  </a:lnTo>
                  <a:lnTo>
                    <a:pt x="8147185" y="1867937"/>
                  </a:lnTo>
                  <a:lnTo>
                    <a:pt x="8148041" y="1867954"/>
                  </a:lnTo>
                  <a:lnTo>
                    <a:pt x="8148896" y="1908112"/>
                  </a:lnTo>
                  <a:lnTo>
                    <a:pt x="8149752" y="1889288"/>
                  </a:lnTo>
                  <a:lnTo>
                    <a:pt x="8150607" y="1843667"/>
                  </a:lnTo>
                  <a:lnTo>
                    <a:pt x="8151463" y="1830254"/>
                  </a:lnTo>
                  <a:lnTo>
                    <a:pt x="8152318" y="1807760"/>
                  </a:lnTo>
                  <a:lnTo>
                    <a:pt x="8153174" y="1872558"/>
                  </a:lnTo>
                  <a:lnTo>
                    <a:pt x="8154029" y="1836109"/>
                  </a:lnTo>
                  <a:lnTo>
                    <a:pt x="8154885" y="1906736"/>
                  </a:lnTo>
                  <a:lnTo>
                    <a:pt x="8155740" y="1948386"/>
                  </a:lnTo>
                  <a:lnTo>
                    <a:pt x="8156596" y="1988195"/>
                  </a:lnTo>
                  <a:lnTo>
                    <a:pt x="8157451" y="2080716"/>
                  </a:lnTo>
                  <a:lnTo>
                    <a:pt x="8158307" y="2015319"/>
                  </a:lnTo>
                  <a:lnTo>
                    <a:pt x="8159162" y="1967320"/>
                  </a:lnTo>
                  <a:lnTo>
                    <a:pt x="8160018" y="1861619"/>
                  </a:lnTo>
                  <a:lnTo>
                    <a:pt x="8160873" y="1789512"/>
                  </a:lnTo>
                  <a:lnTo>
                    <a:pt x="8161729" y="1869987"/>
                  </a:lnTo>
                  <a:lnTo>
                    <a:pt x="8162585" y="1948997"/>
                  </a:lnTo>
                  <a:lnTo>
                    <a:pt x="8163440" y="1930814"/>
                  </a:lnTo>
                  <a:lnTo>
                    <a:pt x="8164296" y="1981755"/>
                  </a:lnTo>
                  <a:lnTo>
                    <a:pt x="8165151" y="1960019"/>
                  </a:lnTo>
                  <a:lnTo>
                    <a:pt x="8166007" y="1961870"/>
                  </a:lnTo>
                  <a:lnTo>
                    <a:pt x="8166862" y="1911322"/>
                  </a:lnTo>
                  <a:lnTo>
                    <a:pt x="8167718" y="1799237"/>
                  </a:lnTo>
                  <a:lnTo>
                    <a:pt x="8168573" y="1801690"/>
                  </a:lnTo>
                  <a:lnTo>
                    <a:pt x="8169429" y="1704841"/>
                  </a:lnTo>
                  <a:lnTo>
                    <a:pt x="8170284" y="1747329"/>
                  </a:lnTo>
                  <a:lnTo>
                    <a:pt x="8171140" y="1690297"/>
                  </a:lnTo>
                  <a:lnTo>
                    <a:pt x="8171995" y="1674347"/>
                  </a:lnTo>
                  <a:lnTo>
                    <a:pt x="8172851" y="1682778"/>
                  </a:lnTo>
                  <a:lnTo>
                    <a:pt x="8173706" y="1580385"/>
                  </a:lnTo>
                  <a:lnTo>
                    <a:pt x="8174562" y="1628947"/>
                  </a:lnTo>
                  <a:lnTo>
                    <a:pt x="8175417" y="1556035"/>
                  </a:lnTo>
                  <a:lnTo>
                    <a:pt x="8176273" y="1557001"/>
                  </a:lnTo>
                  <a:lnTo>
                    <a:pt x="8177129" y="1599605"/>
                  </a:lnTo>
                  <a:lnTo>
                    <a:pt x="8177984" y="1597793"/>
                  </a:lnTo>
                  <a:lnTo>
                    <a:pt x="8178840" y="1540174"/>
                  </a:lnTo>
                  <a:lnTo>
                    <a:pt x="8179695" y="1533042"/>
                  </a:lnTo>
                  <a:lnTo>
                    <a:pt x="8180551" y="1450289"/>
                  </a:lnTo>
                  <a:lnTo>
                    <a:pt x="8181406" y="1391765"/>
                  </a:lnTo>
                  <a:lnTo>
                    <a:pt x="8182262" y="1344494"/>
                  </a:lnTo>
                  <a:lnTo>
                    <a:pt x="8183117" y="1335146"/>
                  </a:lnTo>
                  <a:lnTo>
                    <a:pt x="8183973" y="1306264"/>
                  </a:lnTo>
                  <a:lnTo>
                    <a:pt x="8184828" y="1314728"/>
                  </a:lnTo>
                  <a:lnTo>
                    <a:pt x="8185684" y="1319320"/>
                  </a:lnTo>
                  <a:lnTo>
                    <a:pt x="8186539" y="1320025"/>
                  </a:lnTo>
                  <a:lnTo>
                    <a:pt x="8187395" y="1369103"/>
                  </a:lnTo>
                  <a:lnTo>
                    <a:pt x="8188250" y="1242022"/>
                  </a:lnTo>
                  <a:lnTo>
                    <a:pt x="8189106" y="1239079"/>
                  </a:lnTo>
                  <a:lnTo>
                    <a:pt x="8189961" y="1246095"/>
                  </a:lnTo>
                  <a:lnTo>
                    <a:pt x="8190817" y="1248292"/>
                  </a:lnTo>
                  <a:lnTo>
                    <a:pt x="8191672" y="1271982"/>
                  </a:lnTo>
                  <a:lnTo>
                    <a:pt x="8192528" y="1265635"/>
                  </a:lnTo>
                  <a:lnTo>
                    <a:pt x="8193384" y="1178939"/>
                  </a:lnTo>
                  <a:lnTo>
                    <a:pt x="8194239" y="1160662"/>
                  </a:lnTo>
                  <a:lnTo>
                    <a:pt x="8195095" y="1132007"/>
                  </a:lnTo>
                  <a:lnTo>
                    <a:pt x="8195950" y="1130450"/>
                  </a:lnTo>
                  <a:lnTo>
                    <a:pt x="8196806" y="1175741"/>
                  </a:lnTo>
                  <a:lnTo>
                    <a:pt x="8197661" y="1207324"/>
                  </a:lnTo>
                  <a:lnTo>
                    <a:pt x="8198517" y="1156608"/>
                  </a:lnTo>
                  <a:lnTo>
                    <a:pt x="8199372" y="1164120"/>
                  </a:lnTo>
                  <a:lnTo>
                    <a:pt x="8200228" y="1140060"/>
                  </a:lnTo>
                  <a:lnTo>
                    <a:pt x="8201083" y="1144842"/>
                  </a:lnTo>
                  <a:lnTo>
                    <a:pt x="8201939" y="1139169"/>
                  </a:lnTo>
                  <a:lnTo>
                    <a:pt x="8202794" y="1106102"/>
                  </a:lnTo>
                  <a:lnTo>
                    <a:pt x="8203650" y="1073710"/>
                  </a:lnTo>
                  <a:lnTo>
                    <a:pt x="8204505" y="1097302"/>
                  </a:lnTo>
                  <a:lnTo>
                    <a:pt x="8205361" y="1049960"/>
                  </a:lnTo>
                  <a:lnTo>
                    <a:pt x="8206216" y="1086175"/>
                  </a:lnTo>
                  <a:lnTo>
                    <a:pt x="8207072" y="1129501"/>
                  </a:lnTo>
                  <a:lnTo>
                    <a:pt x="8207927" y="1049055"/>
                  </a:lnTo>
                  <a:lnTo>
                    <a:pt x="8208783" y="1120343"/>
                  </a:lnTo>
                  <a:lnTo>
                    <a:pt x="8209639" y="1170636"/>
                  </a:lnTo>
                  <a:lnTo>
                    <a:pt x="8210494" y="1283769"/>
                  </a:lnTo>
                  <a:lnTo>
                    <a:pt x="8211350" y="1423795"/>
                  </a:lnTo>
                  <a:lnTo>
                    <a:pt x="8212205" y="1379599"/>
                  </a:lnTo>
                  <a:lnTo>
                    <a:pt x="8213061" y="1312855"/>
                  </a:lnTo>
                  <a:lnTo>
                    <a:pt x="8213916" y="1435317"/>
                  </a:lnTo>
                  <a:lnTo>
                    <a:pt x="8214772" y="1591427"/>
                  </a:lnTo>
                  <a:lnTo>
                    <a:pt x="8215627" y="1582404"/>
                  </a:lnTo>
                  <a:lnTo>
                    <a:pt x="8216483" y="1566470"/>
                  </a:lnTo>
                  <a:lnTo>
                    <a:pt x="8217338" y="1680118"/>
                  </a:lnTo>
                  <a:lnTo>
                    <a:pt x="8218194" y="1709969"/>
                  </a:lnTo>
                  <a:lnTo>
                    <a:pt x="8219049" y="1735014"/>
                  </a:lnTo>
                  <a:lnTo>
                    <a:pt x="8219905" y="1782121"/>
                  </a:lnTo>
                  <a:lnTo>
                    <a:pt x="8220760" y="1894928"/>
                  </a:lnTo>
                  <a:lnTo>
                    <a:pt x="8221616" y="1853532"/>
                  </a:lnTo>
                  <a:lnTo>
                    <a:pt x="8222471" y="1854850"/>
                  </a:lnTo>
                  <a:lnTo>
                    <a:pt x="8223327" y="1761258"/>
                  </a:lnTo>
                  <a:lnTo>
                    <a:pt x="8224182" y="1803050"/>
                  </a:lnTo>
                  <a:lnTo>
                    <a:pt x="8225038" y="1884049"/>
                  </a:lnTo>
                  <a:lnTo>
                    <a:pt x="8225894" y="1870892"/>
                  </a:lnTo>
                  <a:lnTo>
                    <a:pt x="8226749" y="1882348"/>
                  </a:lnTo>
                  <a:lnTo>
                    <a:pt x="8227605" y="1866249"/>
                  </a:lnTo>
                  <a:lnTo>
                    <a:pt x="8228460" y="1941746"/>
                  </a:lnTo>
                  <a:lnTo>
                    <a:pt x="8229316" y="1922511"/>
                  </a:lnTo>
                  <a:lnTo>
                    <a:pt x="8230171" y="1839685"/>
                  </a:lnTo>
                  <a:lnTo>
                    <a:pt x="8231027" y="1784946"/>
                  </a:lnTo>
                  <a:lnTo>
                    <a:pt x="8231882" y="1780893"/>
                  </a:lnTo>
                  <a:lnTo>
                    <a:pt x="8232738" y="1837877"/>
                  </a:lnTo>
                  <a:lnTo>
                    <a:pt x="8233593" y="1772457"/>
                  </a:lnTo>
                  <a:lnTo>
                    <a:pt x="8234449" y="1830529"/>
                  </a:lnTo>
                  <a:lnTo>
                    <a:pt x="8235304" y="1788773"/>
                  </a:lnTo>
                  <a:lnTo>
                    <a:pt x="8236160" y="1821378"/>
                  </a:lnTo>
                  <a:lnTo>
                    <a:pt x="8237015" y="1810398"/>
                  </a:lnTo>
                  <a:lnTo>
                    <a:pt x="8237871" y="1791506"/>
                  </a:lnTo>
                  <a:lnTo>
                    <a:pt x="8238726" y="1908528"/>
                  </a:lnTo>
                  <a:lnTo>
                    <a:pt x="8239582" y="1981862"/>
                  </a:lnTo>
                  <a:lnTo>
                    <a:pt x="8240438" y="2006080"/>
                  </a:lnTo>
                  <a:lnTo>
                    <a:pt x="8241293" y="2002252"/>
                  </a:lnTo>
                  <a:lnTo>
                    <a:pt x="8242149" y="2062466"/>
                  </a:lnTo>
                  <a:lnTo>
                    <a:pt x="8243004" y="2114033"/>
                  </a:lnTo>
                  <a:lnTo>
                    <a:pt x="8243860" y="2146823"/>
                  </a:lnTo>
                  <a:lnTo>
                    <a:pt x="8244715" y="2129854"/>
                  </a:lnTo>
                  <a:lnTo>
                    <a:pt x="8245571" y="2119486"/>
                  </a:lnTo>
                  <a:lnTo>
                    <a:pt x="8246426" y="2124557"/>
                  </a:lnTo>
                  <a:lnTo>
                    <a:pt x="8247282" y="2155748"/>
                  </a:lnTo>
                  <a:lnTo>
                    <a:pt x="8248137" y="2148082"/>
                  </a:lnTo>
                  <a:lnTo>
                    <a:pt x="8248993" y="2138240"/>
                  </a:lnTo>
                  <a:lnTo>
                    <a:pt x="8249848" y="2149249"/>
                  </a:lnTo>
                  <a:lnTo>
                    <a:pt x="8250704" y="2191179"/>
                  </a:lnTo>
                  <a:lnTo>
                    <a:pt x="8251559" y="2256064"/>
                  </a:lnTo>
                  <a:lnTo>
                    <a:pt x="8252415" y="2260222"/>
                  </a:lnTo>
                  <a:lnTo>
                    <a:pt x="8253270" y="2295915"/>
                  </a:lnTo>
                  <a:lnTo>
                    <a:pt x="8254126" y="2268301"/>
                  </a:lnTo>
                  <a:lnTo>
                    <a:pt x="8254981" y="2283348"/>
                  </a:lnTo>
                  <a:lnTo>
                    <a:pt x="8255837" y="2313297"/>
                  </a:lnTo>
                  <a:lnTo>
                    <a:pt x="8256693" y="2295352"/>
                  </a:lnTo>
                  <a:lnTo>
                    <a:pt x="8257548" y="2300144"/>
                  </a:lnTo>
                  <a:lnTo>
                    <a:pt x="8258404" y="2257223"/>
                  </a:lnTo>
                  <a:lnTo>
                    <a:pt x="8259259" y="2237383"/>
                  </a:lnTo>
                  <a:lnTo>
                    <a:pt x="8260115" y="2221790"/>
                  </a:lnTo>
                  <a:lnTo>
                    <a:pt x="8260970" y="2131345"/>
                  </a:lnTo>
                  <a:lnTo>
                    <a:pt x="8261826" y="2163233"/>
                  </a:lnTo>
                  <a:lnTo>
                    <a:pt x="8262681" y="2151115"/>
                  </a:lnTo>
                  <a:lnTo>
                    <a:pt x="8263537" y="2166520"/>
                  </a:lnTo>
                  <a:lnTo>
                    <a:pt x="8264392" y="2206667"/>
                  </a:lnTo>
                  <a:lnTo>
                    <a:pt x="8265248" y="2168341"/>
                  </a:lnTo>
                  <a:lnTo>
                    <a:pt x="8266103" y="2191040"/>
                  </a:lnTo>
                  <a:lnTo>
                    <a:pt x="8266959" y="2211572"/>
                  </a:lnTo>
                  <a:lnTo>
                    <a:pt x="8267814" y="2250717"/>
                  </a:lnTo>
                  <a:lnTo>
                    <a:pt x="8268670" y="2328386"/>
                  </a:lnTo>
                  <a:lnTo>
                    <a:pt x="8269525" y="2293573"/>
                  </a:lnTo>
                  <a:lnTo>
                    <a:pt x="8270381" y="2280735"/>
                  </a:lnTo>
                  <a:lnTo>
                    <a:pt x="8271236" y="2287657"/>
                  </a:lnTo>
                  <a:lnTo>
                    <a:pt x="8272092" y="2250931"/>
                  </a:lnTo>
                  <a:lnTo>
                    <a:pt x="8272948" y="2240341"/>
                  </a:lnTo>
                  <a:lnTo>
                    <a:pt x="8273803" y="2257945"/>
                  </a:lnTo>
                  <a:lnTo>
                    <a:pt x="8274659" y="2230143"/>
                  </a:lnTo>
                  <a:lnTo>
                    <a:pt x="8275514" y="2224720"/>
                  </a:lnTo>
                  <a:lnTo>
                    <a:pt x="8276370" y="2261806"/>
                  </a:lnTo>
                  <a:lnTo>
                    <a:pt x="8277225" y="2306778"/>
                  </a:lnTo>
                  <a:lnTo>
                    <a:pt x="8278081" y="2328386"/>
                  </a:lnTo>
                  <a:lnTo>
                    <a:pt x="8278936" y="2289800"/>
                  </a:lnTo>
                  <a:lnTo>
                    <a:pt x="8279792" y="2289586"/>
                  </a:lnTo>
                  <a:lnTo>
                    <a:pt x="8280647" y="2298758"/>
                  </a:lnTo>
                  <a:lnTo>
                    <a:pt x="8281503" y="2307276"/>
                  </a:lnTo>
                  <a:lnTo>
                    <a:pt x="8282358" y="2310200"/>
                  </a:lnTo>
                  <a:lnTo>
                    <a:pt x="8283214" y="2264631"/>
                  </a:lnTo>
                  <a:lnTo>
                    <a:pt x="8284069" y="2259909"/>
                  </a:lnTo>
                  <a:lnTo>
                    <a:pt x="8284925" y="2295363"/>
                  </a:lnTo>
                  <a:lnTo>
                    <a:pt x="8285780" y="2277257"/>
                  </a:lnTo>
                  <a:lnTo>
                    <a:pt x="8286636" y="2303458"/>
                  </a:lnTo>
                  <a:lnTo>
                    <a:pt x="8287492" y="2293985"/>
                  </a:lnTo>
                  <a:lnTo>
                    <a:pt x="8288347" y="2267988"/>
                  </a:lnTo>
                  <a:lnTo>
                    <a:pt x="8289203" y="2257854"/>
                  </a:lnTo>
                  <a:lnTo>
                    <a:pt x="8290058" y="2266634"/>
                  </a:lnTo>
                  <a:lnTo>
                    <a:pt x="8290914" y="2293108"/>
                  </a:lnTo>
                  <a:lnTo>
                    <a:pt x="8291769" y="2305764"/>
                  </a:lnTo>
                  <a:lnTo>
                    <a:pt x="8292625" y="2315785"/>
                  </a:lnTo>
                  <a:lnTo>
                    <a:pt x="8293480" y="2311453"/>
                  </a:lnTo>
                  <a:lnTo>
                    <a:pt x="8294336" y="2328386"/>
                  </a:lnTo>
                  <a:lnTo>
                    <a:pt x="8295191" y="2314577"/>
                  </a:lnTo>
                  <a:lnTo>
                    <a:pt x="8296047" y="2288758"/>
                  </a:lnTo>
                  <a:lnTo>
                    <a:pt x="8296902" y="2282584"/>
                  </a:lnTo>
                  <a:lnTo>
                    <a:pt x="8297758" y="2262117"/>
                  </a:lnTo>
                  <a:lnTo>
                    <a:pt x="8298613" y="2218113"/>
                  </a:lnTo>
                  <a:lnTo>
                    <a:pt x="8299469" y="2185572"/>
                  </a:lnTo>
                  <a:lnTo>
                    <a:pt x="8300324" y="2180790"/>
                  </a:lnTo>
                  <a:lnTo>
                    <a:pt x="8301180" y="2249158"/>
                  </a:lnTo>
                  <a:lnTo>
                    <a:pt x="8302035" y="2261739"/>
                  </a:lnTo>
                  <a:lnTo>
                    <a:pt x="8302891" y="2264085"/>
                  </a:lnTo>
                  <a:lnTo>
                    <a:pt x="8303747" y="2255290"/>
                  </a:lnTo>
                  <a:lnTo>
                    <a:pt x="8304602" y="2274582"/>
                  </a:lnTo>
                  <a:lnTo>
                    <a:pt x="8305458" y="2298624"/>
                  </a:lnTo>
                  <a:lnTo>
                    <a:pt x="8306313" y="2292591"/>
                  </a:lnTo>
                  <a:lnTo>
                    <a:pt x="8307169" y="2260505"/>
                  </a:lnTo>
                  <a:lnTo>
                    <a:pt x="8308024" y="2211493"/>
                  </a:lnTo>
                  <a:lnTo>
                    <a:pt x="8308880" y="2214881"/>
                  </a:lnTo>
                  <a:lnTo>
                    <a:pt x="8309735" y="2223088"/>
                  </a:lnTo>
                  <a:lnTo>
                    <a:pt x="8310591" y="2280380"/>
                  </a:lnTo>
                  <a:lnTo>
                    <a:pt x="8311446" y="2245220"/>
                  </a:lnTo>
                  <a:lnTo>
                    <a:pt x="8312302" y="2276338"/>
                  </a:lnTo>
                  <a:lnTo>
                    <a:pt x="8313157" y="2297803"/>
                  </a:lnTo>
                  <a:lnTo>
                    <a:pt x="8314013" y="2313367"/>
                  </a:lnTo>
                  <a:lnTo>
                    <a:pt x="8314868" y="2267069"/>
                  </a:lnTo>
                  <a:lnTo>
                    <a:pt x="8315724" y="2189350"/>
                  </a:lnTo>
                  <a:lnTo>
                    <a:pt x="8316579" y="2162242"/>
                  </a:lnTo>
                  <a:lnTo>
                    <a:pt x="8317435" y="2161053"/>
                  </a:lnTo>
                  <a:lnTo>
                    <a:pt x="8318290" y="2161975"/>
                  </a:lnTo>
                  <a:lnTo>
                    <a:pt x="8319146" y="2191486"/>
                  </a:lnTo>
                  <a:lnTo>
                    <a:pt x="8320002" y="2157081"/>
                  </a:lnTo>
                  <a:lnTo>
                    <a:pt x="8320857" y="2192511"/>
                  </a:lnTo>
                  <a:lnTo>
                    <a:pt x="8321713" y="2289869"/>
                  </a:lnTo>
                  <a:lnTo>
                    <a:pt x="8322568" y="2261629"/>
                  </a:lnTo>
                  <a:lnTo>
                    <a:pt x="8323424" y="2249909"/>
                  </a:lnTo>
                  <a:lnTo>
                    <a:pt x="8324279" y="2239732"/>
                  </a:lnTo>
                  <a:lnTo>
                    <a:pt x="8325135" y="2243143"/>
                  </a:lnTo>
                  <a:lnTo>
                    <a:pt x="8325990" y="2243522"/>
                  </a:lnTo>
                  <a:lnTo>
                    <a:pt x="8326846" y="2260122"/>
                  </a:lnTo>
                  <a:lnTo>
                    <a:pt x="8327701" y="2237674"/>
                  </a:lnTo>
                  <a:lnTo>
                    <a:pt x="8328557" y="2259173"/>
                  </a:lnTo>
                  <a:lnTo>
                    <a:pt x="8329412" y="2260849"/>
                  </a:lnTo>
                  <a:lnTo>
                    <a:pt x="8330268" y="2264996"/>
                  </a:lnTo>
                  <a:lnTo>
                    <a:pt x="8331123" y="2280121"/>
                  </a:lnTo>
                  <a:lnTo>
                    <a:pt x="8331979" y="2273117"/>
                  </a:lnTo>
                  <a:lnTo>
                    <a:pt x="8332834" y="2280707"/>
                  </a:lnTo>
                  <a:lnTo>
                    <a:pt x="8333690" y="2275592"/>
                  </a:lnTo>
                  <a:lnTo>
                    <a:pt x="8334546" y="2267946"/>
                  </a:lnTo>
                  <a:lnTo>
                    <a:pt x="8335401" y="2311552"/>
                  </a:lnTo>
                  <a:lnTo>
                    <a:pt x="8336257" y="2288928"/>
                  </a:lnTo>
                  <a:lnTo>
                    <a:pt x="8337112" y="2287312"/>
                  </a:lnTo>
                  <a:lnTo>
                    <a:pt x="8337968" y="2294062"/>
                  </a:lnTo>
                  <a:lnTo>
                    <a:pt x="8338823" y="2284747"/>
                  </a:lnTo>
                  <a:lnTo>
                    <a:pt x="8339679" y="2260449"/>
                  </a:lnTo>
                  <a:lnTo>
                    <a:pt x="8340534" y="2247071"/>
                  </a:lnTo>
                  <a:lnTo>
                    <a:pt x="8341390" y="2253728"/>
                  </a:lnTo>
                  <a:lnTo>
                    <a:pt x="8342245" y="2273129"/>
                  </a:lnTo>
                  <a:lnTo>
                    <a:pt x="8343101" y="2269699"/>
                  </a:lnTo>
                  <a:lnTo>
                    <a:pt x="8343956" y="2258954"/>
                  </a:lnTo>
                  <a:lnTo>
                    <a:pt x="8344812" y="2226518"/>
                  </a:lnTo>
                  <a:lnTo>
                    <a:pt x="8345667" y="2178502"/>
                  </a:lnTo>
                  <a:lnTo>
                    <a:pt x="8346523" y="2198818"/>
                  </a:lnTo>
                  <a:lnTo>
                    <a:pt x="8347378" y="2247751"/>
                  </a:lnTo>
                  <a:lnTo>
                    <a:pt x="8348234" y="2259474"/>
                  </a:lnTo>
                  <a:lnTo>
                    <a:pt x="8349089" y="2262459"/>
                  </a:lnTo>
                  <a:lnTo>
                    <a:pt x="8349945" y="2291643"/>
                  </a:lnTo>
                  <a:lnTo>
                    <a:pt x="8350801" y="2299981"/>
                  </a:lnTo>
                  <a:lnTo>
                    <a:pt x="8351656" y="2327616"/>
                  </a:lnTo>
                  <a:lnTo>
                    <a:pt x="8352512" y="2304332"/>
                  </a:lnTo>
                  <a:lnTo>
                    <a:pt x="8353367" y="2325671"/>
                  </a:lnTo>
                  <a:lnTo>
                    <a:pt x="8354223" y="2328386"/>
                  </a:lnTo>
                  <a:lnTo>
                    <a:pt x="8355078" y="2317550"/>
                  </a:lnTo>
                  <a:lnTo>
                    <a:pt x="8355934" y="2303750"/>
                  </a:lnTo>
                  <a:lnTo>
                    <a:pt x="8356789" y="2301914"/>
                  </a:lnTo>
                  <a:lnTo>
                    <a:pt x="8357645" y="2328386"/>
                  </a:lnTo>
                  <a:lnTo>
                    <a:pt x="8358500" y="2328386"/>
                  </a:lnTo>
                  <a:lnTo>
                    <a:pt x="8359356" y="2328386"/>
                  </a:lnTo>
                  <a:lnTo>
                    <a:pt x="8360211" y="2328386"/>
                  </a:lnTo>
                  <a:lnTo>
                    <a:pt x="8361067" y="2328386"/>
                  </a:lnTo>
                  <a:lnTo>
                    <a:pt x="8361922" y="2328386"/>
                  </a:lnTo>
                  <a:lnTo>
                    <a:pt x="8362778" y="2328386"/>
                  </a:lnTo>
                  <a:lnTo>
                    <a:pt x="8363633" y="2328386"/>
                  </a:lnTo>
                  <a:lnTo>
                    <a:pt x="8364489" y="2328386"/>
                  </a:lnTo>
                  <a:lnTo>
                    <a:pt x="8365344" y="2328386"/>
                  </a:lnTo>
                  <a:lnTo>
                    <a:pt x="8366200" y="2328386"/>
                  </a:lnTo>
                  <a:lnTo>
                    <a:pt x="8367056" y="2328386"/>
                  </a:lnTo>
                  <a:lnTo>
                    <a:pt x="8367911" y="2328386"/>
                  </a:lnTo>
                  <a:lnTo>
                    <a:pt x="8368767" y="2328386"/>
                  </a:lnTo>
                  <a:lnTo>
                    <a:pt x="8369622" y="2328386"/>
                  </a:lnTo>
                  <a:lnTo>
                    <a:pt x="8370478" y="2328386"/>
                  </a:lnTo>
                  <a:lnTo>
                    <a:pt x="8371333" y="2328386"/>
                  </a:lnTo>
                  <a:lnTo>
                    <a:pt x="8372189" y="2328386"/>
                  </a:lnTo>
                  <a:lnTo>
                    <a:pt x="8373044" y="2328386"/>
                  </a:lnTo>
                  <a:lnTo>
                    <a:pt x="8373900" y="2328386"/>
                  </a:lnTo>
                  <a:lnTo>
                    <a:pt x="8374755" y="2328386"/>
                  </a:lnTo>
                  <a:lnTo>
                    <a:pt x="8375611" y="2292873"/>
                  </a:lnTo>
                  <a:lnTo>
                    <a:pt x="8376466" y="2328386"/>
                  </a:lnTo>
                  <a:lnTo>
                    <a:pt x="8377322" y="2328386"/>
                  </a:lnTo>
                  <a:lnTo>
                    <a:pt x="8378177" y="2328386"/>
                  </a:lnTo>
                  <a:lnTo>
                    <a:pt x="8379033" y="2292614"/>
                  </a:lnTo>
                  <a:lnTo>
                    <a:pt x="8379888" y="2240488"/>
                  </a:lnTo>
                  <a:lnTo>
                    <a:pt x="8380744" y="2229521"/>
                  </a:lnTo>
                  <a:lnTo>
                    <a:pt x="8381600" y="2191438"/>
                  </a:lnTo>
                  <a:lnTo>
                    <a:pt x="8382455" y="2170121"/>
                  </a:lnTo>
                  <a:lnTo>
                    <a:pt x="8383311" y="2190986"/>
                  </a:lnTo>
                  <a:lnTo>
                    <a:pt x="8384166" y="2155161"/>
                  </a:lnTo>
                  <a:lnTo>
                    <a:pt x="8385022" y="2159476"/>
                  </a:lnTo>
                  <a:lnTo>
                    <a:pt x="8385877" y="2168200"/>
                  </a:lnTo>
                  <a:lnTo>
                    <a:pt x="8386733" y="2170504"/>
                  </a:lnTo>
                  <a:lnTo>
                    <a:pt x="8387588" y="2235121"/>
                  </a:lnTo>
                  <a:lnTo>
                    <a:pt x="8388444" y="2246459"/>
                  </a:lnTo>
                  <a:lnTo>
                    <a:pt x="8389299" y="2248089"/>
                  </a:lnTo>
                  <a:lnTo>
                    <a:pt x="8390155" y="2248852"/>
                  </a:lnTo>
                  <a:lnTo>
                    <a:pt x="8391010" y="2209805"/>
                  </a:lnTo>
                  <a:lnTo>
                    <a:pt x="8391866" y="2221936"/>
                  </a:lnTo>
                  <a:lnTo>
                    <a:pt x="8392721" y="2241807"/>
                  </a:lnTo>
                  <a:lnTo>
                    <a:pt x="8393577" y="2244076"/>
                  </a:lnTo>
                  <a:lnTo>
                    <a:pt x="8394432" y="2268964"/>
                  </a:lnTo>
                  <a:lnTo>
                    <a:pt x="8395288" y="2268976"/>
                  </a:lnTo>
                  <a:lnTo>
                    <a:pt x="8396143" y="2259251"/>
                  </a:lnTo>
                  <a:lnTo>
                    <a:pt x="8396999" y="2231911"/>
                  </a:lnTo>
                  <a:lnTo>
                    <a:pt x="8397855" y="2250862"/>
                  </a:lnTo>
                  <a:lnTo>
                    <a:pt x="8398710" y="2281960"/>
                  </a:lnTo>
                  <a:lnTo>
                    <a:pt x="8399566" y="2318289"/>
                  </a:lnTo>
                  <a:lnTo>
                    <a:pt x="8400421" y="2314624"/>
                  </a:lnTo>
                  <a:lnTo>
                    <a:pt x="8401277" y="2289770"/>
                  </a:lnTo>
                  <a:lnTo>
                    <a:pt x="8402132" y="2260872"/>
                  </a:lnTo>
                  <a:lnTo>
                    <a:pt x="8402988" y="2219030"/>
                  </a:lnTo>
                  <a:lnTo>
                    <a:pt x="8403843" y="2206417"/>
                  </a:lnTo>
                  <a:lnTo>
                    <a:pt x="8404699" y="2302138"/>
                  </a:lnTo>
                  <a:lnTo>
                    <a:pt x="8405554" y="2267195"/>
                  </a:lnTo>
                  <a:lnTo>
                    <a:pt x="8406410" y="2270948"/>
                  </a:lnTo>
                  <a:lnTo>
                    <a:pt x="8407265" y="2270413"/>
                  </a:lnTo>
                  <a:lnTo>
                    <a:pt x="8408121" y="2241988"/>
                  </a:lnTo>
                  <a:lnTo>
                    <a:pt x="8408976" y="2232087"/>
                  </a:lnTo>
                  <a:lnTo>
                    <a:pt x="8409832" y="2255581"/>
                  </a:lnTo>
                  <a:lnTo>
                    <a:pt x="8410687" y="2263415"/>
                  </a:lnTo>
                  <a:lnTo>
                    <a:pt x="8411543" y="2285338"/>
                  </a:lnTo>
                  <a:lnTo>
                    <a:pt x="8412398" y="2232106"/>
                  </a:lnTo>
                  <a:lnTo>
                    <a:pt x="8413254" y="2192459"/>
                  </a:lnTo>
                  <a:lnTo>
                    <a:pt x="8414110" y="2225216"/>
                  </a:lnTo>
                  <a:lnTo>
                    <a:pt x="8414965" y="2230174"/>
                  </a:lnTo>
                  <a:lnTo>
                    <a:pt x="8415821" y="2238475"/>
                  </a:lnTo>
                  <a:lnTo>
                    <a:pt x="8416676" y="2242407"/>
                  </a:lnTo>
                  <a:lnTo>
                    <a:pt x="8417532" y="2238210"/>
                  </a:lnTo>
                  <a:lnTo>
                    <a:pt x="8418387" y="2255862"/>
                  </a:lnTo>
                  <a:lnTo>
                    <a:pt x="8419243" y="2273618"/>
                  </a:lnTo>
                  <a:lnTo>
                    <a:pt x="8420098" y="2325186"/>
                  </a:lnTo>
                  <a:lnTo>
                    <a:pt x="8420954" y="2325776"/>
                  </a:lnTo>
                  <a:lnTo>
                    <a:pt x="8421809" y="2264966"/>
                  </a:lnTo>
                  <a:lnTo>
                    <a:pt x="8422665" y="2248410"/>
                  </a:lnTo>
                  <a:lnTo>
                    <a:pt x="8423520" y="2256213"/>
                  </a:lnTo>
                  <a:lnTo>
                    <a:pt x="8424376" y="2271073"/>
                  </a:lnTo>
                  <a:lnTo>
                    <a:pt x="8425231" y="2305678"/>
                  </a:lnTo>
                  <a:lnTo>
                    <a:pt x="8426087" y="2328386"/>
                  </a:lnTo>
                  <a:lnTo>
                    <a:pt x="8426942" y="2313802"/>
                  </a:lnTo>
                  <a:lnTo>
                    <a:pt x="8427798" y="2322305"/>
                  </a:lnTo>
                  <a:lnTo>
                    <a:pt x="8428653" y="2317945"/>
                  </a:lnTo>
                  <a:lnTo>
                    <a:pt x="8429509" y="2314408"/>
                  </a:lnTo>
                  <a:lnTo>
                    <a:pt x="8430365" y="2328386"/>
                  </a:lnTo>
                  <a:lnTo>
                    <a:pt x="8431220" y="2325299"/>
                  </a:lnTo>
                  <a:lnTo>
                    <a:pt x="8432076" y="2304190"/>
                  </a:lnTo>
                  <a:lnTo>
                    <a:pt x="8432931" y="2276498"/>
                  </a:lnTo>
                  <a:lnTo>
                    <a:pt x="8433787" y="2247927"/>
                  </a:lnTo>
                  <a:lnTo>
                    <a:pt x="8434642" y="2267274"/>
                  </a:lnTo>
                  <a:lnTo>
                    <a:pt x="8435498" y="2231619"/>
                  </a:lnTo>
                  <a:lnTo>
                    <a:pt x="8436353" y="2235389"/>
                  </a:lnTo>
                  <a:lnTo>
                    <a:pt x="8437209" y="2233780"/>
                  </a:lnTo>
                  <a:lnTo>
                    <a:pt x="8438064" y="2230037"/>
                  </a:lnTo>
                  <a:lnTo>
                    <a:pt x="8438920" y="2244097"/>
                  </a:lnTo>
                  <a:lnTo>
                    <a:pt x="8439775" y="2241901"/>
                  </a:lnTo>
                  <a:lnTo>
                    <a:pt x="8440631" y="2279229"/>
                  </a:lnTo>
                  <a:lnTo>
                    <a:pt x="8441486" y="2259944"/>
                  </a:lnTo>
                  <a:lnTo>
                    <a:pt x="8442342" y="2255827"/>
                  </a:lnTo>
                  <a:lnTo>
                    <a:pt x="8443197" y="2289190"/>
                  </a:lnTo>
                  <a:lnTo>
                    <a:pt x="8444053" y="2277875"/>
                  </a:lnTo>
                  <a:lnTo>
                    <a:pt x="8444909" y="2288322"/>
                  </a:lnTo>
                  <a:lnTo>
                    <a:pt x="8445764" y="2328386"/>
                  </a:lnTo>
                  <a:lnTo>
                    <a:pt x="8446620" y="2328282"/>
                  </a:lnTo>
                  <a:lnTo>
                    <a:pt x="8447475" y="2312322"/>
                  </a:lnTo>
                  <a:lnTo>
                    <a:pt x="8448331" y="2328386"/>
                  </a:lnTo>
                  <a:lnTo>
                    <a:pt x="8449186" y="2328386"/>
                  </a:lnTo>
                  <a:lnTo>
                    <a:pt x="8450042" y="2328386"/>
                  </a:lnTo>
                  <a:lnTo>
                    <a:pt x="8450897" y="2297414"/>
                  </a:lnTo>
                  <a:lnTo>
                    <a:pt x="8451753" y="2328386"/>
                  </a:lnTo>
                  <a:lnTo>
                    <a:pt x="8452608" y="2328386"/>
                  </a:lnTo>
                  <a:lnTo>
                    <a:pt x="8453464" y="2328386"/>
                  </a:lnTo>
                  <a:lnTo>
                    <a:pt x="8454319" y="2328386"/>
                  </a:lnTo>
                  <a:lnTo>
                    <a:pt x="8455175" y="2328386"/>
                  </a:lnTo>
                  <a:lnTo>
                    <a:pt x="8456030" y="2304567"/>
                  </a:lnTo>
                  <a:lnTo>
                    <a:pt x="8456886" y="2301231"/>
                  </a:lnTo>
                  <a:lnTo>
                    <a:pt x="8457741" y="2306217"/>
                  </a:lnTo>
                  <a:lnTo>
                    <a:pt x="8458597" y="2284092"/>
                  </a:lnTo>
                  <a:lnTo>
                    <a:pt x="8459452" y="2278393"/>
                  </a:lnTo>
                  <a:lnTo>
                    <a:pt x="8460308" y="2291372"/>
                  </a:lnTo>
                  <a:lnTo>
                    <a:pt x="8461164" y="2291120"/>
                  </a:lnTo>
                  <a:lnTo>
                    <a:pt x="8462019" y="2292499"/>
                  </a:lnTo>
                  <a:lnTo>
                    <a:pt x="8462875" y="2281036"/>
                  </a:lnTo>
                  <a:lnTo>
                    <a:pt x="8463730" y="2298656"/>
                  </a:lnTo>
                  <a:lnTo>
                    <a:pt x="8464586" y="2290664"/>
                  </a:lnTo>
                  <a:lnTo>
                    <a:pt x="8465441" y="2271368"/>
                  </a:lnTo>
                  <a:lnTo>
                    <a:pt x="8466297" y="2328386"/>
                  </a:lnTo>
                  <a:lnTo>
                    <a:pt x="8467152" y="2328386"/>
                  </a:lnTo>
                  <a:lnTo>
                    <a:pt x="8468008" y="2328386"/>
                  </a:lnTo>
                  <a:lnTo>
                    <a:pt x="8468863" y="2328386"/>
                  </a:lnTo>
                  <a:lnTo>
                    <a:pt x="8469719" y="2328386"/>
                  </a:lnTo>
                  <a:lnTo>
                    <a:pt x="8470574" y="2326274"/>
                  </a:lnTo>
                  <a:lnTo>
                    <a:pt x="8471430" y="2255673"/>
                  </a:lnTo>
                  <a:lnTo>
                    <a:pt x="8472285" y="2268388"/>
                  </a:lnTo>
                  <a:lnTo>
                    <a:pt x="8473141" y="2193409"/>
                  </a:lnTo>
                  <a:lnTo>
                    <a:pt x="8473996" y="2172353"/>
                  </a:lnTo>
                  <a:lnTo>
                    <a:pt x="8474852" y="2181462"/>
                  </a:lnTo>
                  <a:lnTo>
                    <a:pt x="8475707" y="2171263"/>
                  </a:lnTo>
                  <a:lnTo>
                    <a:pt x="8476563" y="2184788"/>
                  </a:lnTo>
                  <a:lnTo>
                    <a:pt x="8477419" y="2146608"/>
                  </a:lnTo>
                  <a:lnTo>
                    <a:pt x="8478274" y="2161511"/>
                  </a:lnTo>
                  <a:lnTo>
                    <a:pt x="8479130" y="2170716"/>
                  </a:lnTo>
                  <a:lnTo>
                    <a:pt x="8479985" y="2175065"/>
                  </a:lnTo>
                  <a:lnTo>
                    <a:pt x="8480841" y="2207471"/>
                  </a:lnTo>
                  <a:lnTo>
                    <a:pt x="8481696" y="2213695"/>
                  </a:lnTo>
                  <a:lnTo>
                    <a:pt x="8482552" y="2187057"/>
                  </a:lnTo>
                  <a:lnTo>
                    <a:pt x="8483407" y="2135669"/>
                  </a:lnTo>
                  <a:lnTo>
                    <a:pt x="8484263" y="2104478"/>
                  </a:lnTo>
                  <a:lnTo>
                    <a:pt x="8485118" y="2153570"/>
                  </a:lnTo>
                  <a:lnTo>
                    <a:pt x="8485974" y="2171102"/>
                  </a:lnTo>
                  <a:lnTo>
                    <a:pt x="8486829" y="2142445"/>
                  </a:lnTo>
                  <a:lnTo>
                    <a:pt x="8487685" y="2105899"/>
                  </a:lnTo>
                  <a:lnTo>
                    <a:pt x="8488540" y="2092094"/>
                  </a:lnTo>
                  <a:lnTo>
                    <a:pt x="8489396" y="2113694"/>
                  </a:lnTo>
                  <a:lnTo>
                    <a:pt x="8490251" y="2115714"/>
                  </a:lnTo>
                  <a:lnTo>
                    <a:pt x="8491107" y="2125713"/>
                  </a:lnTo>
                  <a:lnTo>
                    <a:pt x="8491963" y="2115013"/>
                  </a:lnTo>
                  <a:lnTo>
                    <a:pt x="8492818" y="2118994"/>
                  </a:lnTo>
                  <a:lnTo>
                    <a:pt x="8493674" y="2166846"/>
                  </a:lnTo>
                  <a:lnTo>
                    <a:pt x="8494529" y="2191653"/>
                  </a:lnTo>
                  <a:lnTo>
                    <a:pt x="8495385" y="2185937"/>
                  </a:lnTo>
                  <a:lnTo>
                    <a:pt x="8496240" y="2176894"/>
                  </a:lnTo>
                  <a:lnTo>
                    <a:pt x="8497096" y="2139874"/>
                  </a:lnTo>
                  <a:lnTo>
                    <a:pt x="8497951" y="2186375"/>
                  </a:lnTo>
                  <a:lnTo>
                    <a:pt x="8498807" y="2146123"/>
                  </a:lnTo>
                  <a:lnTo>
                    <a:pt x="8499662" y="2118927"/>
                  </a:lnTo>
                  <a:lnTo>
                    <a:pt x="8500518" y="2130860"/>
                  </a:lnTo>
                  <a:lnTo>
                    <a:pt x="8501373" y="2114820"/>
                  </a:lnTo>
                  <a:lnTo>
                    <a:pt x="8502229" y="2133524"/>
                  </a:lnTo>
                  <a:lnTo>
                    <a:pt x="8503084" y="2130755"/>
                  </a:lnTo>
                  <a:lnTo>
                    <a:pt x="8503940" y="2096221"/>
                  </a:lnTo>
                  <a:lnTo>
                    <a:pt x="8504795" y="2148131"/>
                  </a:lnTo>
                  <a:lnTo>
                    <a:pt x="8505651" y="2121235"/>
                  </a:lnTo>
                  <a:lnTo>
                    <a:pt x="8506506" y="2100110"/>
                  </a:lnTo>
                  <a:lnTo>
                    <a:pt x="8507362" y="2075460"/>
                  </a:lnTo>
                  <a:lnTo>
                    <a:pt x="8508218" y="2061914"/>
                  </a:lnTo>
                  <a:lnTo>
                    <a:pt x="8509073" y="2085564"/>
                  </a:lnTo>
                  <a:lnTo>
                    <a:pt x="8509929" y="2072923"/>
                  </a:lnTo>
                  <a:lnTo>
                    <a:pt x="8510784" y="2069874"/>
                  </a:lnTo>
                  <a:lnTo>
                    <a:pt x="8511640" y="2074107"/>
                  </a:lnTo>
                  <a:lnTo>
                    <a:pt x="8512495" y="2075024"/>
                  </a:lnTo>
                  <a:lnTo>
                    <a:pt x="8513351" y="2142884"/>
                  </a:lnTo>
                  <a:lnTo>
                    <a:pt x="8514206" y="2162201"/>
                  </a:lnTo>
                  <a:lnTo>
                    <a:pt x="8515062" y="2125269"/>
                  </a:lnTo>
                  <a:lnTo>
                    <a:pt x="8515917" y="2138681"/>
                  </a:lnTo>
                  <a:lnTo>
                    <a:pt x="8516773" y="2142879"/>
                  </a:lnTo>
                  <a:lnTo>
                    <a:pt x="8517628" y="2150002"/>
                  </a:lnTo>
                  <a:lnTo>
                    <a:pt x="8518484" y="2121616"/>
                  </a:lnTo>
                  <a:lnTo>
                    <a:pt x="8519339" y="2126928"/>
                  </a:lnTo>
                  <a:lnTo>
                    <a:pt x="8520195" y="2153133"/>
                  </a:lnTo>
                  <a:lnTo>
                    <a:pt x="8521050" y="2123733"/>
                  </a:lnTo>
                  <a:lnTo>
                    <a:pt x="8521906" y="2110229"/>
                  </a:lnTo>
                  <a:lnTo>
                    <a:pt x="8522761" y="2100321"/>
                  </a:lnTo>
                  <a:lnTo>
                    <a:pt x="8523617" y="2123242"/>
                  </a:lnTo>
                  <a:lnTo>
                    <a:pt x="8524473" y="2122632"/>
                  </a:lnTo>
                  <a:lnTo>
                    <a:pt x="8525328" y="1941245"/>
                  </a:lnTo>
                  <a:lnTo>
                    <a:pt x="8526184" y="1938629"/>
                  </a:lnTo>
                  <a:lnTo>
                    <a:pt x="8527039" y="1980869"/>
                  </a:lnTo>
                  <a:lnTo>
                    <a:pt x="8527895" y="2049092"/>
                  </a:lnTo>
                  <a:lnTo>
                    <a:pt x="8528750" y="2026504"/>
                  </a:lnTo>
                  <a:lnTo>
                    <a:pt x="8529606" y="2030498"/>
                  </a:lnTo>
                  <a:lnTo>
                    <a:pt x="8530461" y="2068958"/>
                  </a:lnTo>
                  <a:lnTo>
                    <a:pt x="8531317" y="2087212"/>
                  </a:lnTo>
                  <a:lnTo>
                    <a:pt x="8532172" y="2149826"/>
                  </a:lnTo>
                  <a:lnTo>
                    <a:pt x="8533028" y="2178283"/>
                  </a:lnTo>
                  <a:lnTo>
                    <a:pt x="8533883" y="2172795"/>
                  </a:lnTo>
                  <a:lnTo>
                    <a:pt x="8534739" y="2170276"/>
                  </a:lnTo>
                  <a:lnTo>
                    <a:pt x="8535594" y="2099149"/>
                  </a:lnTo>
                  <a:lnTo>
                    <a:pt x="8536450" y="2078489"/>
                  </a:lnTo>
                  <a:lnTo>
                    <a:pt x="8537305" y="2040135"/>
                  </a:lnTo>
                  <a:lnTo>
                    <a:pt x="8538161" y="2082920"/>
                  </a:lnTo>
                  <a:lnTo>
                    <a:pt x="8539017" y="2109423"/>
                  </a:lnTo>
                  <a:lnTo>
                    <a:pt x="8539872" y="2095766"/>
                  </a:lnTo>
                  <a:lnTo>
                    <a:pt x="8540728" y="2104676"/>
                  </a:lnTo>
                  <a:lnTo>
                    <a:pt x="8541583" y="2004471"/>
                  </a:lnTo>
                  <a:lnTo>
                    <a:pt x="8542439" y="2005492"/>
                  </a:lnTo>
                  <a:lnTo>
                    <a:pt x="8543294" y="1967389"/>
                  </a:lnTo>
                  <a:lnTo>
                    <a:pt x="8544150" y="2022560"/>
                  </a:lnTo>
                  <a:lnTo>
                    <a:pt x="8545005" y="2058233"/>
                  </a:lnTo>
                  <a:lnTo>
                    <a:pt x="8545861" y="2101835"/>
                  </a:lnTo>
                  <a:lnTo>
                    <a:pt x="8546716" y="2109371"/>
                  </a:lnTo>
                  <a:lnTo>
                    <a:pt x="8547572" y="2034348"/>
                  </a:lnTo>
                  <a:lnTo>
                    <a:pt x="8548427" y="1978222"/>
                  </a:lnTo>
                  <a:lnTo>
                    <a:pt x="8549283" y="1891779"/>
                  </a:lnTo>
                  <a:lnTo>
                    <a:pt x="8550138" y="1806094"/>
                  </a:lnTo>
                  <a:lnTo>
                    <a:pt x="8550994" y="1816824"/>
                  </a:lnTo>
                  <a:lnTo>
                    <a:pt x="8551849" y="1788653"/>
                  </a:lnTo>
                  <a:lnTo>
                    <a:pt x="8552705" y="1739774"/>
                  </a:lnTo>
                  <a:lnTo>
                    <a:pt x="8553560" y="1708072"/>
                  </a:lnTo>
                  <a:lnTo>
                    <a:pt x="8553560" y="2328386"/>
                  </a:lnTo>
                  <a:lnTo>
                    <a:pt x="8552705" y="2328386"/>
                  </a:lnTo>
                  <a:lnTo>
                    <a:pt x="8551849" y="2328386"/>
                  </a:lnTo>
                  <a:lnTo>
                    <a:pt x="8550994" y="2328386"/>
                  </a:lnTo>
                  <a:lnTo>
                    <a:pt x="8550138" y="2328386"/>
                  </a:lnTo>
                  <a:lnTo>
                    <a:pt x="8549283" y="2328386"/>
                  </a:lnTo>
                  <a:lnTo>
                    <a:pt x="8548427" y="2328386"/>
                  </a:lnTo>
                  <a:lnTo>
                    <a:pt x="8547572" y="2328386"/>
                  </a:lnTo>
                  <a:lnTo>
                    <a:pt x="8546716" y="2328386"/>
                  </a:lnTo>
                  <a:lnTo>
                    <a:pt x="8545861" y="2328386"/>
                  </a:lnTo>
                  <a:lnTo>
                    <a:pt x="8545005" y="2328386"/>
                  </a:lnTo>
                  <a:lnTo>
                    <a:pt x="8544150" y="2328386"/>
                  </a:lnTo>
                  <a:lnTo>
                    <a:pt x="8543294" y="2328386"/>
                  </a:lnTo>
                  <a:lnTo>
                    <a:pt x="8542439" y="2328386"/>
                  </a:lnTo>
                  <a:lnTo>
                    <a:pt x="8541583" y="2328386"/>
                  </a:lnTo>
                  <a:lnTo>
                    <a:pt x="8540728" y="2328386"/>
                  </a:lnTo>
                  <a:lnTo>
                    <a:pt x="8539872" y="2328386"/>
                  </a:lnTo>
                  <a:lnTo>
                    <a:pt x="8539017" y="2328386"/>
                  </a:lnTo>
                  <a:lnTo>
                    <a:pt x="8538161" y="2328386"/>
                  </a:lnTo>
                  <a:lnTo>
                    <a:pt x="8537305" y="2328386"/>
                  </a:lnTo>
                  <a:lnTo>
                    <a:pt x="8536450" y="2328386"/>
                  </a:lnTo>
                  <a:lnTo>
                    <a:pt x="8535594" y="2328386"/>
                  </a:lnTo>
                  <a:lnTo>
                    <a:pt x="8534739" y="2328386"/>
                  </a:lnTo>
                  <a:lnTo>
                    <a:pt x="8533883" y="2328386"/>
                  </a:lnTo>
                  <a:lnTo>
                    <a:pt x="8533028" y="2328386"/>
                  </a:lnTo>
                  <a:lnTo>
                    <a:pt x="8532172" y="2328386"/>
                  </a:lnTo>
                  <a:lnTo>
                    <a:pt x="8531317" y="2328386"/>
                  </a:lnTo>
                  <a:lnTo>
                    <a:pt x="8530461" y="2328386"/>
                  </a:lnTo>
                  <a:lnTo>
                    <a:pt x="8529606" y="2328386"/>
                  </a:lnTo>
                  <a:lnTo>
                    <a:pt x="8528750" y="2328386"/>
                  </a:lnTo>
                  <a:lnTo>
                    <a:pt x="8527895" y="2328386"/>
                  </a:lnTo>
                  <a:lnTo>
                    <a:pt x="8527039" y="2328386"/>
                  </a:lnTo>
                  <a:lnTo>
                    <a:pt x="8526184" y="2328386"/>
                  </a:lnTo>
                  <a:lnTo>
                    <a:pt x="8525328" y="2328386"/>
                  </a:lnTo>
                  <a:lnTo>
                    <a:pt x="8524473" y="2328386"/>
                  </a:lnTo>
                  <a:lnTo>
                    <a:pt x="8523617" y="2328386"/>
                  </a:lnTo>
                  <a:lnTo>
                    <a:pt x="8522761" y="2328386"/>
                  </a:lnTo>
                  <a:lnTo>
                    <a:pt x="8521906" y="2328386"/>
                  </a:lnTo>
                  <a:lnTo>
                    <a:pt x="8521050" y="2328386"/>
                  </a:lnTo>
                  <a:lnTo>
                    <a:pt x="8520195" y="2328386"/>
                  </a:lnTo>
                  <a:lnTo>
                    <a:pt x="8519339" y="2328386"/>
                  </a:lnTo>
                  <a:lnTo>
                    <a:pt x="8518484" y="2328386"/>
                  </a:lnTo>
                  <a:lnTo>
                    <a:pt x="8517628" y="2328386"/>
                  </a:lnTo>
                  <a:lnTo>
                    <a:pt x="8516773" y="2328386"/>
                  </a:lnTo>
                  <a:lnTo>
                    <a:pt x="8515917" y="2328386"/>
                  </a:lnTo>
                  <a:lnTo>
                    <a:pt x="8515062" y="2328386"/>
                  </a:lnTo>
                  <a:lnTo>
                    <a:pt x="8514206" y="2328386"/>
                  </a:lnTo>
                  <a:lnTo>
                    <a:pt x="8513351" y="2328386"/>
                  </a:lnTo>
                  <a:lnTo>
                    <a:pt x="8512495" y="2328386"/>
                  </a:lnTo>
                  <a:lnTo>
                    <a:pt x="8511640" y="2328386"/>
                  </a:lnTo>
                  <a:lnTo>
                    <a:pt x="8510784" y="2328386"/>
                  </a:lnTo>
                  <a:lnTo>
                    <a:pt x="8509929" y="2328386"/>
                  </a:lnTo>
                  <a:lnTo>
                    <a:pt x="8509073" y="2328386"/>
                  </a:lnTo>
                  <a:lnTo>
                    <a:pt x="8508218" y="2328386"/>
                  </a:lnTo>
                  <a:lnTo>
                    <a:pt x="8507362" y="2328386"/>
                  </a:lnTo>
                  <a:lnTo>
                    <a:pt x="8506506" y="2328386"/>
                  </a:lnTo>
                  <a:lnTo>
                    <a:pt x="8505651" y="2328386"/>
                  </a:lnTo>
                  <a:lnTo>
                    <a:pt x="8504795" y="2328386"/>
                  </a:lnTo>
                  <a:lnTo>
                    <a:pt x="8503940" y="2328386"/>
                  </a:lnTo>
                  <a:lnTo>
                    <a:pt x="8503084" y="2328386"/>
                  </a:lnTo>
                  <a:lnTo>
                    <a:pt x="8502229" y="2328386"/>
                  </a:lnTo>
                  <a:lnTo>
                    <a:pt x="8501373" y="2328386"/>
                  </a:lnTo>
                  <a:lnTo>
                    <a:pt x="8500518" y="2328386"/>
                  </a:lnTo>
                  <a:lnTo>
                    <a:pt x="8499662" y="2328386"/>
                  </a:lnTo>
                  <a:lnTo>
                    <a:pt x="8498807" y="2328386"/>
                  </a:lnTo>
                  <a:lnTo>
                    <a:pt x="8497951" y="2328386"/>
                  </a:lnTo>
                  <a:lnTo>
                    <a:pt x="8497096" y="2328386"/>
                  </a:lnTo>
                  <a:lnTo>
                    <a:pt x="8496240" y="2328386"/>
                  </a:lnTo>
                  <a:lnTo>
                    <a:pt x="8495385" y="2328386"/>
                  </a:lnTo>
                  <a:lnTo>
                    <a:pt x="8494529" y="2328386"/>
                  </a:lnTo>
                  <a:lnTo>
                    <a:pt x="8493674" y="2328386"/>
                  </a:lnTo>
                  <a:lnTo>
                    <a:pt x="8492818" y="2328386"/>
                  </a:lnTo>
                  <a:lnTo>
                    <a:pt x="8491963" y="2328386"/>
                  </a:lnTo>
                  <a:lnTo>
                    <a:pt x="8491107" y="2328386"/>
                  </a:lnTo>
                  <a:lnTo>
                    <a:pt x="8490251" y="2328386"/>
                  </a:lnTo>
                  <a:lnTo>
                    <a:pt x="8489396" y="2328386"/>
                  </a:lnTo>
                  <a:lnTo>
                    <a:pt x="8488540" y="2328386"/>
                  </a:lnTo>
                  <a:lnTo>
                    <a:pt x="8487685" y="2328386"/>
                  </a:lnTo>
                  <a:lnTo>
                    <a:pt x="8486829" y="2328386"/>
                  </a:lnTo>
                  <a:lnTo>
                    <a:pt x="8485974" y="2328386"/>
                  </a:lnTo>
                  <a:lnTo>
                    <a:pt x="8485118" y="2328386"/>
                  </a:lnTo>
                  <a:lnTo>
                    <a:pt x="8484263" y="2328386"/>
                  </a:lnTo>
                  <a:lnTo>
                    <a:pt x="8483407" y="2328386"/>
                  </a:lnTo>
                  <a:lnTo>
                    <a:pt x="8482552" y="2328386"/>
                  </a:lnTo>
                  <a:lnTo>
                    <a:pt x="8481696" y="2328386"/>
                  </a:lnTo>
                  <a:lnTo>
                    <a:pt x="8480841" y="2328386"/>
                  </a:lnTo>
                  <a:lnTo>
                    <a:pt x="8479985" y="2328386"/>
                  </a:lnTo>
                  <a:lnTo>
                    <a:pt x="8479130" y="2328386"/>
                  </a:lnTo>
                  <a:lnTo>
                    <a:pt x="8478274" y="2328386"/>
                  </a:lnTo>
                  <a:lnTo>
                    <a:pt x="8477419" y="2328386"/>
                  </a:lnTo>
                  <a:lnTo>
                    <a:pt x="8476563" y="2328386"/>
                  </a:lnTo>
                  <a:lnTo>
                    <a:pt x="8475707" y="2328386"/>
                  </a:lnTo>
                  <a:lnTo>
                    <a:pt x="8474852" y="2328386"/>
                  </a:lnTo>
                  <a:lnTo>
                    <a:pt x="8473996" y="2328386"/>
                  </a:lnTo>
                  <a:lnTo>
                    <a:pt x="8473141" y="2328386"/>
                  </a:lnTo>
                  <a:lnTo>
                    <a:pt x="8472285" y="2328386"/>
                  </a:lnTo>
                  <a:lnTo>
                    <a:pt x="8471430" y="2328386"/>
                  </a:lnTo>
                  <a:lnTo>
                    <a:pt x="8470574" y="2328386"/>
                  </a:lnTo>
                  <a:lnTo>
                    <a:pt x="8469719" y="2328386"/>
                  </a:lnTo>
                  <a:lnTo>
                    <a:pt x="8468863" y="2328386"/>
                  </a:lnTo>
                  <a:lnTo>
                    <a:pt x="8468008" y="2328386"/>
                  </a:lnTo>
                  <a:lnTo>
                    <a:pt x="8467152" y="2328386"/>
                  </a:lnTo>
                  <a:lnTo>
                    <a:pt x="8466297" y="2328386"/>
                  </a:lnTo>
                  <a:lnTo>
                    <a:pt x="8465441" y="2328386"/>
                  </a:lnTo>
                  <a:lnTo>
                    <a:pt x="8464586" y="2328386"/>
                  </a:lnTo>
                  <a:lnTo>
                    <a:pt x="8463730" y="2328386"/>
                  </a:lnTo>
                  <a:lnTo>
                    <a:pt x="8462875" y="2328386"/>
                  </a:lnTo>
                  <a:lnTo>
                    <a:pt x="8462019" y="2328386"/>
                  </a:lnTo>
                  <a:lnTo>
                    <a:pt x="8461164" y="2328386"/>
                  </a:lnTo>
                  <a:lnTo>
                    <a:pt x="8460308" y="2328386"/>
                  </a:lnTo>
                  <a:lnTo>
                    <a:pt x="8459452" y="2328386"/>
                  </a:lnTo>
                  <a:lnTo>
                    <a:pt x="8458597" y="2328386"/>
                  </a:lnTo>
                  <a:lnTo>
                    <a:pt x="8457741" y="2328386"/>
                  </a:lnTo>
                  <a:lnTo>
                    <a:pt x="8456886" y="2328386"/>
                  </a:lnTo>
                  <a:lnTo>
                    <a:pt x="8456030" y="2328386"/>
                  </a:lnTo>
                  <a:lnTo>
                    <a:pt x="8455175" y="2328386"/>
                  </a:lnTo>
                  <a:lnTo>
                    <a:pt x="8454319" y="2328386"/>
                  </a:lnTo>
                  <a:lnTo>
                    <a:pt x="8453464" y="2328386"/>
                  </a:lnTo>
                  <a:lnTo>
                    <a:pt x="8452608" y="2328386"/>
                  </a:lnTo>
                  <a:lnTo>
                    <a:pt x="8451753" y="2328386"/>
                  </a:lnTo>
                  <a:lnTo>
                    <a:pt x="8450897" y="2328386"/>
                  </a:lnTo>
                  <a:lnTo>
                    <a:pt x="8450042" y="2328386"/>
                  </a:lnTo>
                  <a:lnTo>
                    <a:pt x="8449186" y="2328386"/>
                  </a:lnTo>
                  <a:lnTo>
                    <a:pt x="8448331" y="2328386"/>
                  </a:lnTo>
                  <a:lnTo>
                    <a:pt x="8447475" y="2328386"/>
                  </a:lnTo>
                  <a:lnTo>
                    <a:pt x="8446620" y="2328386"/>
                  </a:lnTo>
                  <a:lnTo>
                    <a:pt x="8445764" y="2328386"/>
                  </a:lnTo>
                  <a:lnTo>
                    <a:pt x="8444909" y="2328386"/>
                  </a:lnTo>
                  <a:lnTo>
                    <a:pt x="8444053" y="2328386"/>
                  </a:lnTo>
                  <a:lnTo>
                    <a:pt x="8443197" y="2328386"/>
                  </a:lnTo>
                  <a:lnTo>
                    <a:pt x="8442342" y="2328386"/>
                  </a:lnTo>
                  <a:lnTo>
                    <a:pt x="8441486" y="2328386"/>
                  </a:lnTo>
                  <a:lnTo>
                    <a:pt x="8440631" y="2328386"/>
                  </a:lnTo>
                  <a:lnTo>
                    <a:pt x="8439775" y="2328386"/>
                  </a:lnTo>
                  <a:lnTo>
                    <a:pt x="8438920" y="2328386"/>
                  </a:lnTo>
                  <a:lnTo>
                    <a:pt x="8438064" y="2328386"/>
                  </a:lnTo>
                  <a:lnTo>
                    <a:pt x="8437209" y="2328386"/>
                  </a:lnTo>
                  <a:lnTo>
                    <a:pt x="8436353" y="2328386"/>
                  </a:lnTo>
                  <a:lnTo>
                    <a:pt x="8435498" y="2328386"/>
                  </a:lnTo>
                  <a:lnTo>
                    <a:pt x="8434642" y="2328386"/>
                  </a:lnTo>
                  <a:lnTo>
                    <a:pt x="8433787" y="2328386"/>
                  </a:lnTo>
                  <a:lnTo>
                    <a:pt x="8432931" y="2328386"/>
                  </a:lnTo>
                  <a:lnTo>
                    <a:pt x="8432076" y="2328386"/>
                  </a:lnTo>
                  <a:lnTo>
                    <a:pt x="8431220" y="2328386"/>
                  </a:lnTo>
                  <a:lnTo>
                    <a:pt x="8430365" y="2328386"/>
                  </a:lnTo>
                  <a:lnTo>
                    <a:pt x="8429509" y="2328386"/>
                  </a:lnTo>
                  <a:lnTo>
                    <a:pt x="8428653" y="2328386"/>
                  </a:lnTo>
                  <a:lnTo>
                    <a:pt x="8427798" y="2328386"/>
                  </a:lnTo>
                  <a:lnTo>
                    <a:pt x="8426942" y="2328386"/>
                  </a:lnTo>
                  <a:lnTo>
                    <a:pt x="8426087" y="2328386"/>
                  </a:lnTo>
                  <a:lnTo>
                    <a:pt x="8425231" y="2328386"/>
                  </a:lnTo>
                  <a:lnTo>
                    <a:pt x="8424376" y="2328386"/>
                  </a:lnTo>
                  <a:lnTo>
                    <a:pt x="8423520" y="2328386"/>
                  </a:lnTo>
                  <a:lnTo>
                    <a:pt x="8422665" y="2328386"/>
                  </a:lnTo>
                  <a:lnTo>
                    <a:pt x="8421809" y="2328386"/>
                  </a:lnTo>
                  <a:lnTo>
                    <a:pt x="8420954" y="2328386"/>
                  </a:lnTo>
                  <a:lnTo>
                    <a:pt x="8420098" y="2328386"/>
                  </a:lnTo>
                  <a:lnTo>
                    <a:pt x="8419243" y="2328386"/>
                  </a:lnTo>
                  <a:lnTo>
                    <a:pt x="8418387" y="2328386"/>
                  </a:lnTo>
                  <a:lnTo>
                    <a:pt x="8417532" y="2328386"/>
                  </a:lnTo>
                  <a:lnTo>
                    <a:pt x="8416676" y="2328386"/>
                  </a:lnTo>
                  <a:lnTo>
                    <a:pt x="8415821" y="2328386"/>
                  </a:lnTo>
                  <a:lnTo>
                    <a:pt x="8414965" y="2328386"/>
                  </a:lnTo>
                  <a:lnTo>
                    <a:pt x="8414110" y="2328386"/>
                  </a:lnTo>
                  <a:lnTo>
                    <a:pt x="8413254" y="2328386"/>
                  </a:lnTo>
                  <a:lnTo>
                    <a:pt x="8412398" y="2328386"/>
                  </a:lnTo>
                  <a:lnTo>
                    <a:pt x="8411543" y="2328386"/>
                  </a:lnTo>
                  <a:lnTo>
                    <a:pt x="8410687" y="2328386"/>
                  </a:lnTo>
                  <a:lnTo>
                    <a:pt x="8409832" y="2328386"/>
                  </a:lnTo>
                  <a:lnTo>
                    <a:pt x="8408976" y="2328386"/>
                  </a:lnTo>
                  <a:lnTo>
                    <a:pt x="8408121" y="2328386"/>
                  </a:lnTo>
                  <a:lnTo>
                    <a:pt x="8407265" y="2328386"/>
                  </a:lnTo>
                  <a:lnTo>
                    <a:pt x="8406410" y="2328386"/>
                  </a:lnTo>
                  <a:lnTo>
                    <a:pt x="8405554" y="2328386"/>
                  </a:lnTo>
                  <a:lnTo>
                    <a:pt x="8404699" y="2328386"/>
                  </a:lnTo>
                  <a:lnTo>
                    <a:pt x="8403843" y="2328386"/>
                  </a:lnTo>
                  <a:lnTo>
                    <a:pt x="8402988" y="2328386"/>
                  </a:lnTo>
                  <a:lnTo>
                    <a:pt x="8402132" y="2328386"/>
                  </a:lnTo>
                  <a:lnTo>
                    <a:pt x="8401277" y="2328386"/>
                  </a:lnTo>
                  <a:lnTo>
                    <a:pt x="8400421" y="2328386"/>
                  </a:lnTo>
                  <a:lnTo>
                    <a:pt x="8399566" y="2328386"/>
                  </a:lnTo>
                  <a:lnTo>
                    <a:pt x="8398710" y="2328386"/>
                  </a:lnTo>
                  <a:lnTo>
                    <a:pt x="8397855" y="2328386"/>
                  </a:lnTo>
                  <a:lnTo>
                    <a:pt x="8396999" y="2328386"/>
                  </a:lnTo>
                  <a:lnTo>
                    <a:pt x="8396143" y="2328386"/>
                  </a:lnTo>
                  <a:lnTo>
                    <a:pt x="8395288" y="2328386"/>
                  </a:lnTo>
                  <a:lnTo>
                    <a:pt x="8394432" y="2328386"/>
                  </a:lnTo>
                  <a:lnTo>
                    <a:pt x="8393577" y="2328386"/>
                  </a:lnTo>
                  <a:lnTo>
                    <a:pt x="8392721" y="2328386"/>
                  </a:lnTo>
                  <a:lnTo>
                    <a:pt x="8391866" y="2328386"/>
                  </a:lnTo>
                  <a:lnTo>
                    <a:pt x="8391010" y="2328386"/>
                  </a:lnTo>
                  <a:lnTo>
                    <a:pt x="8390155" y="2328386"/>
                  </a:lnTo>
                  <a:lnTo>
                    <a:pt x="8389299" y="2328386"/>
                  </a:lnTo>
                  <a:lnTo>
                    <a:pt x="8388444" y="2328386"/>
                  </a:lnTo>
                  <a:lnTo>
                    <a:pt x="8387588" y="2328386"/>
                  </a:lnTo>
                  <a:lnTo>
                    <a:pt x="8386733" y="2328386"/>
                  </a:lnTo>
                  <a:lnTo>
                    <a:pt x="8385877" y="2328386"/>
                  </a:lnTo>
                  <a:lnTo>
                    <a:pt x="8385022" y="2328386"/>
                  </a:lnTo>
                  <a:lnTo>
                    <a:pt x="8384166" y="2328386"/>
                  </a:lnTo>
                  <a:lnTo>
                    <a:pt x="8383311" y="2328386"/>
                  </a:lnTo>
                  <a:lnTo>
                    <a:pt x="8382455" y="2328386"/>
                  </a:lnTo>
                  <a:lnTo>
                    <a:pt x="8381600" y="2328386"/>
                  </a:lnTo>
                  <a:lnTo>
                    <a:pt x="8380744" y="2328386"/>
                  </a:lnTo>
                  <a:lnTo>
                    <a:pt x="8379888" y="2328386"/>
                  </a:lnTo>
                  <a:lnTo>
                    <a:pt x="8379033" y="2328386"/>
                  </a:lnTo>
                  <a:lnTo>
                    <a:pt x="8378177" y="2328386"/>
                  </a:lnTo>
                  <a:lnTo>
                    <a:pt x="8377322" y="2328386"/>
                  </a:lnTo>
                  <a:lnTo>
                    <a:pt x="8376466" y="2328386"/>
                  </a:lnTo>
                  <a:lnTo>
                    <a:pt x="8375611" y="2328386"/>
                  </a:lnTo>
                  <a:lnTo>
                    <a:pt x="8374755" y="2328386"/>
                  </a:lnTo>
                  <a:lnTo>
                    <a:pt x="8373900" y="2328386"/>
                  </a:lnTo>
                  <a:lnTo>
                    <a:pt x="8373044" y="2328386"/>
                  </a:lnTo>
                  <a:lnTo>
                    <a:pt x="8372189" y="2328386"/>
                  </a:lnTo>
                  <a:lnTo>
                    <a:pt x="8371333" y="2328386"/>
                  </a:lnTo>
                  <a:lnTo>
                    <a:pt x="8370478" y="2328386"/>
                  </a:lnTo>
                  <a:lnTo>
                    <a:pt x="8369622" y="2328386"/>
                  </a:lnTo>
                  <a:lnTo>
                    <a:pt x="8368767" y="2328386"/>
                  </a:lnTo>
                  <a:lnTo>
                    <a:pt x="8367911" y="2328386"/>
                  </a:lnTo>
                  <a:lnTo>
                    <a:pt x="8367056" y="2328386"/>
                  </a:lnTo>
                  <a:lnTo>
                    <a:pt x="8366200" y="2328386"/>
                  </a:lnTo>
                  <a:lnTo>
                    <a:pt x="8365344" y="2328386"/>
                  </a:lnTo>
                  <a:lnTo>
                    <a:pt x="8364489" y="2328386"/>
                  </a:lnTo>
                  <a:lnTo>
                    <a:pt x="8363633" y="2328386"/>
                  </a:lnTo>
                  <a:lnTo>
                    <a:pt x="8362778" y="2328386"/>
                  </a:lnTo>
                  <a:lnTo>
                    <a:pt x="8361922" y="2328386"/>
                  </a:lnTo>
                  <a:lnTo>
                    <a:pt x="8361067" y="2328386"/>
                  </a:lnTo>
                  <a:lnTo>
                    <a:pt x="8360211" y="2328386"/>
                  </a:lnTo>
                  <a:lnTo>
                    <a:pt x="8359356" y="2328386"/>
                  </a:lnTo>
                  <a:lnTo>
                    <a:pt x="8358500" y="2328386"/>
                  </a:lnTo>
                  <a:lnTo>
                    <a:pt x="8357645" y="2328386"/>
                  </a:lnTo>
                  <a:lnTo>
                    <a:pt x="8356789" y="2328386"/>
                  </a:lnTo>
                  <a:lnTo>
                    <a:pt x="8355934" y="2328386"/>
                  </a:lnTo>
                  <a:lnTo>
                    <a:pt x="8355078" y="2328386"/>
                  </a:lnTo>
                  <a:lnTo>
                    <a:pt x="8354223" y="2328386"/>
                  </a:lnTo>
                  <a:lnTo>
                    <a:pt x="8353367" y="2328386"/>
                  </a:lnTo>
                  <a:lnTo>
                    <a:pt x="8352512" y="2328386"/>
                  </a:lnTo>
                  <a:lnTo>
                    <a:pt x="8351656" y="2328386"/>
                  </a:lnTo>
                  <a:lnTo>
                    <a:pt x="8350801" y="2328386"/>
                  </a:lnTo>
                  <a:lnTo>
                    <a:pt x="8349945" y="2328386"/>
                  </a:lnTo>
                  <a:lnTo>
                    <a:pt x="8349089" y="2328386"/>
                  </a:lnTo>
                  <a:lnTo>
                    <a:pt x="8348234" y="2328386"/>
                  </a:lnTo>
                  <a:lnTo>
                    <a:pt x="8347378" y="2328386"/>
                  </a:lnTo>
                  <a:lnTo>
                    <a:pt x="8346523" y="2328386"/>
                  </a:lnTo>
                  <a:lnTo>
                    <a:pt x="8345667" y="2328386"/>
                  </a:lnTo>
                  <a:lnTo>
                    <a:pt x="8344812" y="2328386"/>
                  </a:lnTo>
                  <a:lnTo>
                    <a:pt x="8343956" y="2328386"/>
                  </a:lnTo>
                  <a:lnTo>
                    <a:pt x="8343101" y="2328386"/>
                  </a:lnTo>
                  <a:lnTo>
                    <a:pt x="8342245" y="2328386"/>
                  </a:lnTo>
                  <a:lnTo>
                    <a:pt x="8341390" y="2328386"/>
                  </a:lnTo>
                  <a:lnTo>
                    <a:pt x="8340534" y="2328386"/>
                  </a:lnTo>
                  <a:lnTo>
                    <a:pt x="8339679" y="2328386"/>
                  </a:lnTo>
                  <a:lnTo>
                    <a:pt x="8338823" y="2328386"/>
                  </a:lnTo>
                  <a:lnTo>
                    <a:pt x="8337968" y="2328386"/>
                  </a:lnTo>
                  <a:lnTo>
                    <a:pt x="8337112" y="2328386"/>
                  </a:lnTo>
                  <a:lnTo>
                    <a:pt x="8336257" y="2328386"/>
                  </a:lnTo>
                  <a:lnTo>
                    <a:pt x="8335401" y="2328386"/>
                  </a:lnTo>
                  <a:lnTo>
                    <a:pt x="8334546" y="2328386"/>
                  </a:lnTo>
                  <a:lnTo>
                    <a:pt x="8333690" y="2328386"/>
                  </a:lnTo>
                  <a:lnTo>
                    <a:pt x="8332834" y="2328386"/>
                  </a:lnTo>
                  <a:lnTo>
                    <a:pt x="8331979" y="2328386"/>
                  </a:lnTo>
                  <a:lnTo>
                    <a:pt x="8331123" y="2328386"/>
                  </a:lnTo>
                  <a:lnTo>
                    <a:pt x="8330268" y="2328386"/>
                  </a:lnTo>
                  <a:lnTo>
                    <a:pt x="8329412" y="2328386"/>
                  </a:lnTo>
                  <a:lnTo>
                    <a:pt x="8328557" y="2328386"/>
                  </a:lnTo>
                  <a:lnTo>
                    <a:pt x="8327701" y="2328386"/>
                  </a:lnTo>
                  <a:lnTo>
                    <a:pt x="8326846" y="2328386"/>
                  </a:lnTo>
                  <a:lnTo>
                    <a:pt x="8325990" y="2328386"/>
                  </a:lnTo>
                  <a:lnTo>
                    <a:pt x="8325135" y="2328386"/>
                  </a:lnTo>
                  <a:lnTo>
                    <a:pt x="8324279" y="2328386"/>
                  </a:lnTo>
                  <a:lnTo>
                    <a:pt x="8323424" y="2328386"/>
                  </a:lnTo>
                  <a:lnTo>
                    <a:pt x="8322568" y="2328386"/>
                  </a:lnTo>
                  <a:lnTo>
                    <a:pt x="8321713" y="2328386"/>
                  </a:lnTo>
                  <a:lnTo>
                    <a:pt x="8320857" y="2328386"/>
                  </a:lnTo>
                  <a:lnTo>
                    <a:pt x="8320002" y="2328386"/>
                  </a:lnTo>
                  <a:lnTo>
                    <a:pt x="8319146" y="2328386"/>
                  </a:lnTo>
                  <a:lnTo>
                    <a:pt x="8318290" y="2328386"/>
                  </a:lnTo>
                  <a:lnTo>
                    <a:pt x="8317435" y="2328386"/>
                  </a:lnTo>
                  <a:lnTo>
                    <a:pt x="8316579" y="2328386"/>
                  </a:lnTo>
                  <a:lnTo>
                    <a:pt x="8315724" y="2328386"/>
                  </a:lnTo>
                  <a:lnTo>
                    <a:pt x="8314868" y="2328386"/>
                  </a:lnTo>
                  <a:lnTo>
                    <a:pt x="8314013" y="2328386"/>
                  </a:lnTo>
                  <a:lnTo>
                    <a:pt x="8313157" y="2328386"/>
                  </a:lnTo>
                  <a:lnTo>
                    <a:pt x="8312302" y="2328386"/>
                  </a:lnTo>
                  <a:lnTo>
                    <a:pt x="8311446" y="2328386"/>
                  </a:lnTo>
                  <a:lnTo>
                    <a:pt x="8310591" y="2328386"/>
                  </a:lnTo>
                  <a:lnTo>
                    <a:pt x="8309735" y="2328386"/>
                  </a:lnTo>
                  <a:lnTo>
                    <a:pt x="8308880" y="2328386"/>
                  </a:lnTo>
                  <a:lnTo>
                    <a:pt x="8308024" y="2328386"/>
                  </a:lnTo>
                  <a:lnTo>
                    <a:pt x="8307169" y="2328386"/>
                  </a:lnTo>
                  <a:lnTo>
                    <a:pt x="8306313" y="2328386"/>
                  </a:lnTo>
                  <a:lnTo>
                    <a:pt x="8305458" y="2328386"/>
                  </a:lnTo>
                  <a:lnTo>
                    <a:pt x="8304602" y="2328386"/>
                  </a:lnTo>
                  <a:lnTo>
                    <a:pt x="8303747" y="2328386"/>
                  </a:lnTo>
                  <a:lnTo>
                    <a:pt x="8302891" y="2328386"/>
                  </a:lnTo>
                  <a:lnTo>
                    <a:pt x="8302035" y="2328386"/>
                  </a:lnTo>
                  <a:lnTo>
                    <a:pt x="8301180" y="2328386"/>
                  </a:lnTo>
                  <a:lnTo>
                    <a:pt x="8300324" y="2328386"/>
                  </a:lnTo>
                  <a:lnTo>
                    <a:pt x="8299469" y="2328386"/>
                  </a:lnTo>
                  <a:lnTo>
                    <a:pt x="8298613" y="2328386"/>
                  </a:lnTo>
                  <a:lnTo>
                    <a:pt x="8297758" y="2328386"/>
                  </a:lnTo>
                  <a:lnTo>
                    <a:pt x="8296902" y="2328386"/>
                  </a:lnTo>
                  <a:lnTo>
                    <a:pt x="8296047" y="2328386"/>
                  </a:lnTo>
                  <a:lnTo>
                    <a:pt x="8295191" y="2328386"/>
                  </a:lnTo>
                  <a:lnTo>
                    <a:pt x="8294336" y="2328386"/>
                  </a:lnTo>
                  <a:lnTo>
                    <a:pt x="8293480" y="2328386"/>
                  </a:lnTo>
                  <a:lnTo>
                    <a:pt x="8292625" y="2328386"/>
                  </a:lnTo>
                  <a:lnTo>
                    <a:pt x="8291769" y="2328386"/>
                  </a:lnTo>
                  <a:lnTo>
                    <a:pt x="8290914" y="2328386"/>
                  </a:lnTo>
                  <a:lnTo>
                    <a:pt x="8290058" y="2328386"/>
                  </a:lnTo>
                  <a:lnTo>
                    <a:pt x="8289203" y="2328386"/>
                  </a:lnTo>
                  <a:lnTo>
                    <a:pt x="8288347" y="2328386"/>
                  </a:lnTo>
                  <a:lnTo>
                    <a:pt x="8287492" y="2328386"/>
                  </a:lnTo>
                  <a:lnTo>
                    <a:pt x="8286636" y="2328386"/>
                  </a:lnTo>
                  <a:lnTo>
                    <a:pt x="8285780" y="2328386"/>
                  </a:lnTo>
                  <a:lnTo>
                    <a:pt x="8284925" y="2328386"/>
                  </a:lnTo>
                  <a:lnTo>
                    <a:pt x="8284069" y="2328386"/>
                  </a:lnTo>
                  <a:lnTo>
                    <a:pt x="8283214" y="2328386"/>
                  </a:lnTo>
                  <a:lnTo>
                    <a:pt x="8282358" y="2328386"/>
                  </a:lnTo>
                  <a:lnTo>
                    <a:pt x="8281503" y="2328386"/>
                  </a:lnTo>
                  <a:lnTo>
                    <a:pt x="8280647" y="2328386"/>
                  </a:lnTo>
                  <a:lnTo>
                    <a:pt x="8279792" y="2328386"/>
                  </a:lnTo>
                  <a:lnTo>
                    <a:pt x="8278936" y="2328386"/>
                  </a:lnTo>
                  <a:lnTo>
                    <a:pt x="8278081" y="2328386"/>
                  </a:lnTo>
                  <a:lnTo>
                    <a:pt x="8277225" y="2328386"/>
                  </a:lnTo>
                  <a:lnTo>
                    <a:pt x="8276370" y="2328386"/>
                  </a:lnTo>
                  <a:lnTo>
                    <a:pt x="8275514" y="2328386"/>
                  </a:lnTo>
                  <a:lnTo>
                    <a:pt x="8274659" y="2328386"/>
                  </a:lnTo>
                  <a:lnTo>
                    <a:pt x="8273803" y="2328386"/>
                  </a:lnTo>
                  <a:lnTo>
                    <a:pt x="8272948" y="2328386"/>
                  </a:lnTo>
                  <a:lnTo>
                    <a:pt x="8272092" y="2328386"/>
                  </a:lnTo>
                  <a:lnTo>
                    <a:pt x="8271236" y="2328386"/>
                  </a:lnTo>
                  <a:lnTo>
                    <a:pt x="8270381" y="2328386"/>
                  </a:lnTo>
                  <a:lnTo>
                    <a:pt x="8269525" y="2328386"/>
                  </a:lnTo>
                  <a:lnTo>
                    <a:pt x="8268670" y="2328386"/>
                  </a:lnTo>
                  <a:lnTo>
                    <a:pt x="8267814" y="2328386"/>
                  </a:lnTo>
                  <a:lnTo>
                    <a:pt x="8266959" y="2328386"/>
                  </a:lnTo>
                  <a:lnTo>
                    <a:pt x="8266103" y="2328386"/>
                  </a:lnTo>
                  <a:lnTo>
                    <a:pt x="8265248" y="2328386"/>
                  </a:lnTo>
                  <a:lnTo>
                    <a:pt x="8264392" y="2328386"/>
                  </a:lnTo>
                  <a:lnTo>
                    <a:pt x="8263537" y="2328386"/>
                  </a:lnTo>
                  <a:lnTo>
                    <a:pt x="8262681" y="2328386"/>
                  </a:lnTo>
                  <a:lnTo>
                    <a:pt x="8261826" y="2328386"/>
                  </a:lnTo>
                  <a:lnTo>
                    <a:pt x="8260970" y="2328386"/>
                  </a:lnTo>
                  <a:lnTo>
                    <a:pt x="8260115" y="2328386"/>
                  </a:lnTo>
                  <a:lnTo>
                    <a:pt x="8259259" y="2328386"/>
                  </a:lnTo>
                  <a:lnTo>
                    <a:pt x="8258404" y="2328386"/>
                  </a:lnTo>
                  <a:lnTo>
                    <a:pt x="8257548" y="2328386"/>
                  </a:lnTo>
                  <a:lnTo>
                    <a:pt x="8256693" y="2328386"/>
                  </a:lnTo>
                  <a:lnTo>
                    <a:pt x="8255837" y="2328386"/>
                  </a:lnTo>
                  <a:lnTo>
                    <a:pt x="8254981" y="2328386"/>
                  </a:lnTo>
                  <a:lnTo>
                    <a:pt x="8254126" y="2328386"/>
                  </a:lnTo>
                  <a:lnTo>
                    <a:pt x="8253270" y="2328386"/>
                  </a:lnTo>
                  <a:lnTo>
                    <a:pt x="8252415" y="2328386"/>
                  </a:lnTo>
                  <a:lnTo>
                    <a:pt x="8251559" y="2328386"/>
                  </a:lnTo>
                  <a:lnTo>
                    <a:pt x="8250704" y="2328386"/>
                  </a:lnTo>
                  <a:lnTo>
                    <a:pt x="8249848" y="2328386"/>
                  </a:lnTo>
                  <a:lnTo>
                    <a:pt x="8248993" y="2328386"/>
                  </a:lnTo>
                  <a:lnTo>
                    <a:pt x="8248137" y="2328386"/>
                  </a:lnTo>
                  <a:lnTo>
                    <a:pt x="8247282" y="2328386"/>
                  </a:lnTo>
                  <a:lnTo>
                    <a:pt x="8246426" y="2328386"/>
                  </a:lnTo>
                  <a:lnTo>
                    <a:pt x="8245571" y="2328386"/>
                  </a:lnTo>
                  <a:lnTo>
                    <a:pt x="8244715" y="2328386"/>
                  </a:lnTo>
                  <a:lnTo>
                    <a:pt x="8243860" y="2328386"/>
                  </a:lnTo>
                  <a:lnTo>
                    <a:pt x="8243004" y="2328386"/>
                  </a:lnTo>
                  <a:lnTo>
                    <a:pt x="8242149" y="2328386"/>
                  </a:lnTo>
                  <a:lnTo>
                    <a:pt x="8241293" y="2328386"/>
                  </a:lnTo>
                  <a:lnTo>
                    <a:pt x="8240438" y="2328386"/>
                  </a:lnTo>
                  <a:lnTo>
                    <a:pt x="8239582" y="2328386"/>
                  </a:lnTo>
                  <a:lnTo>
                    <a:pt x="8238726" y="2328386"/>
                  </a:lnTo>
                  <a:lnTo>
                    <a:pt x="8237871" y="2328386"/>
                  </a:lnTo>
                  <a:lnTo>
                    <a:pt x="8237015" y="2328386"/>
                  </a:lnTo>
                  <a:lnTo>
                    <a:pt x="8236160" y="2328386"/>
                  </a:lnTo>
                  <a:lnTo>
                    <a:pt x="8235304" y="2328386"/>
                  </a:lnTo>
                  <a:lnTo>
                    <a:pt x="8234449" y="2328386"/>
                  </a:lnTo>
                  <a:lnTo>
                    <a:pt x="8233593" y="2328386"/>
                  </a:lnTo>
                  <a:lnTo>
                    <a:pt x="8232738" y="2328386"/>
                  </a:lnTo>
                  <a:lnTo>
                    <a:pt x="8231882" y="2328386"/>
                  </a:lnTo>
                  <a:lnTo>
                    <a:pt x="8231027" y="2328386"/>
                  </a:lnTo>
                  <a:lnTo>
                    <a:pt x="8230171" y="2328386"/>
                  </a:lnTo>
                  <a:lnTo>
                    <a:pt x="8229316" y="2328386"/>
                  </a:lnTo>
                  <a:lnTo>
                    <a:pt x="8228460" y="2328386"/>
                  </a:lnTo>
                  <a:lnTo>
                    <a:pt x="8227605" y="2328386"/>
                  </a:lnTo>
                  <a:lnTo>
                    <a:pt x="8226749" y="2328386"/>
                  </a:lnTo>
                  <a:lnTo>
                    <a:pt x="8225894" y="2328386"/>
                  </a:lnTo>
                  <a:lnTo>
                    <a:pt x="8225038" y="2328386"/>
                  </a:lnTo>
                  <a:lnTo>
                    <a:pt x="8224182" y="2328386"/>
                  </a:lnTo>
                  <a:lnTo>
                    <a:pt x="8223327" y="2328386"/>
                  </a:lnTo>
                  <a:lnTo>
                    <a:pt x="8222471" y="2328386"/>
                  </a:lnTo>
                  <a:lnTo>
                    <a:pt x="8221616" y="2328386"/>
                  </a:lnTo>
                  <a:lnTo>
                    <a:pt x="8220760" y="2328386"/>
                  </a:lnTo>
                  <a:lnTo>
                    <a:pt x="8219905" y="2328386"/>
                  </a:lnTo>
                  <a:lnTo>
                    <a:pt x="8219049" y="2328386"/>
                  </a:lnTo>
                  <a:lnTo>
                    <a:pt x="8218194" y="2328386"/>
                  </a:lnTo>
                  <a:lnTo>
                    <a:pt x="8217338" y="2328386"/>
                  </a:lnTo>
                  <a:lnTo>
                    <a:pt x="8216483" y="2328386"/>
                  </a:lnTo>
                  <a:lnTo>
                    <a:pt x="8215627" y="2328386"/>
                  </a:lnTo>
                  <a:lnTo>
                    <a:pt x="8214772" y="2328386"/>
                  </a:lnTo>
                  <a:lnTo>
                    <a:pt x="8213916" y="2328386"/>
                  </a:lnTo>
                  <a:lnTo>
                    <a:pt x="8213061" y="2328386"/>
                  </a:lnTo>
                  <a:lnTo>
                    <a:pt x="8212205" y="2328386"/>
                  </a:lnTo>
                  <a:lnTo>
                    <a:pt x="8211350" y="2328386"/>
                  </a:lnTo>
                  <a:lnTo>
                    <a:pt x="8210494" y="2328386"/>
                  </a:lnTo>
                  <a:lnTo>
                    <a:pt x="8209639" y="2328386"/>
                  </a:lnTo>
                  <a:lnTo>
                    <a:pt x="8208783" y="2328386"/>
                  </a:lnTo>
                  <a:lnTo>
                    <a:pt x="8207927" y="2328386"/>
                  </a:lnTo>
                  <a:lnTo>
                    <a:pt x="8207072" y="2328386"/>
                  </a:lnTo>
                  <a:lnTo>
                    <a:pt x="8206216" y="2328386"/>
                  </a:lnTo>
                  <a:lnTo>
                    <a:pt x="8205361" y="2328386"/>
                  </a:lnTo>
                  <a:lnTo>
                    <a:pt x="8204505" y="2328386"/>
                  </a:lnTo>
                  <a:lnTo>
                    <a:pt x="8203650" y="2328386"/>
                  </a:lnTo>
                  <a:lnTo>
                    <a:pt x="8202794" y="2328386"/>
                  </a:lnTo>
                  <a:lnTo>
                    <a:pt x="8201939" y="2328386"/>
                  </a:lnTo>
                  <a:lnTo>
                    <a:pt x="8201083" y="2328386"/>
                  </a:lnTo>
                  <a:lnTo>
                    <a:pt x="8200228" y="2328386"/>
                  </a:lnTo>
                  <a:lnTo>
                    <a:pt x="8199372" y="2328386"/>
                  </a:lnTo>
                  <a:lnTo>
                    <a:pt x="8198517" y="2328386"/>
                  </a:lnTo>
                  <a:lnTo>
                    <a:pt x="8197661" y="2328386"/>
                  </a:lnTo>
                  <a:lnTo>
                    <a:pt x="8196806" y="2328386"/>
                  </a:lnTo>
                  <a:lnTo>
                    <a:pt x="8195950" y="2328386"/>
                  </a:lnTo>
                  <a:lnTo>
                    <a:pt x="8195095" y="2328386"/>
                  </a:lnTo>
                  <a:lnTo>
                    <a:pt x="8194239" y="2328386"/>
                  </a:lnTo>
                  <a:lnTo>
                    <a:pt x="8193384" y="2328386"/>
                  </a:lnTo>
                  <a:lnTo>
                    <a:pt x="8192528" y="2328386"/>
                  </a:lnTo>
                  <a:lnTo>
                    <a:pt x="8191672" y="2328386"/>
                  </a:lnTo>
                  <a:lnTo>
                    <a:pt x="8190817" y="2328386"/>
                  </a:lnTo>
                  <a:lnTo>
                    <a:pt x="8189961" y="2328386"/>
                  </a:lnTo>
                  <a:lnTo>
                    <a:pt x="8189106" y="2328386"/>
                  </a:lnTo>
                  <a:lnTo>
                    <a:pt x="8188250" y="2328386"/>
                  </a:lnTo>
                  <a:lnTo>
                    <a:pt x="8187395" y="2328386"/>
                  </a:lnTo>
                  <a:lnTo>
                    <a:pt x="8186539" y="2328386"/>
                  </a:lnTo>
                  <a:lnTo>
                    <a:pt x="8185684" y="2328386"/>
                  </a:lnTo>
                  <a:lnTo>
                    <a:pt x="8184828" y="2328386"/>
                  </a:lnTo>
                  <a:lnTo>
                    <a:pt x="8183973" y="2328386"/>
                  </a:lnTo>
                  <a:lnTo>
                    <a:pt x="8183117" y="2328386"/>
                  </a:lnTo>
                  <a:lnTo>
                    <a:pt x="8182262" y="2328386"/>
                  </a:lnTo>
                  <a:lnTo>
                    <a:pt x="8181406" y="2328386"/>
                  </a:lnTo>
                  <a:lnTo>
                    <a:pt x="8180551" y="2328386"/>
                  </a:lnTo>
                  <a:lnTo>
                    <a:pt x="8179695" y="2328386"/>
                  </a:lnTo>
                  <a:lnTo>
                    <a:pt x="8178840" y="2328386"/>
                  </a:lnTo>
                  <a:lnTo>
                    <a:pt x="8177984" y="2328386"/>
                  </a:lnTo>
                  <a:lnTo>
                    <a:pt x="8177129" y="2328386"/>
                  </a:lnTo>
                  <a:lnTo>
                    <a:pt x="8176273" y="2328386"/>
                  </a:lnTo>
                  <a:lnTo>
                    <a:pt x="8175417" y="2328386"/>
                  </a:lnTo>
                  <a:lnTo>
                    <a:pt x="8174562" y="2328386"/>
                  </a:lnTo>
                  <a:lnTo>
                    <a:pt x="8173706" y="2328386"/>
                  </a:lnTo>
                  <a:lnTo>
                    <a:pt x="8172851" y="2328386"/>
                  </a:lnTo>
                  <a:lnTo>
                    <a:pt x="8171995" y="2328386"/>
                  </a:lnTo>
                  <a:lnTo>
                    <a:pt x="8171140" y="2328386"/>
                  </a:lnTo>
                  <a:lnTo>
                    <a:pt x="8170284" y="2328386"/>
                  </a:lnTo>
                  <a:lnTo>
                    <a:pt x="8169429" y="2328386"/>
                  </a:lnTo>
                  <a:lnTo>
                    <a:pt x="8168573" y="2328386"/>
                  </a:lnTo>
                  <a:lnTo>
                    <a:pt x="8167718" y="2328386"/>
                  </a:lnTo>
                  <a:lnTo>
                    <a:pt x="8166862" y="2328386"/>
                  </a:lnTo>
                  <a:lnTo>
                    <a:pt x="8166007" y="2328386"/>
                  </a:lnTo>
                  <a:lnTo>
                    <a:pt x="8165151" y="2328386"/>
                  </a:lnTo>
                  <a:lnTo>
                    <a:pt x="8164296" y="2328386"/>
                  </a:lnTo>
                  <a:lnTo>
                    <a:pt x="8163440" y="2328386"/>
                  </a:lnTo>
                  <a:lnTo>
                    <a:pt x="8162585" y="2328386"/>
                  </a:lnTo>
                  <a:lnTo>
                    <a:pt x="8161729" y="2328386"/>
                  </a:lnTo>
                  <a:lnTo>
                    <a:pt x="8160873" y="2328386"/>
                  </a:lnTo>
                  <a:lnTo>
                    <a:pt x="8160018" y="2328386"/>
                  </a:lnTo>
                  <a:lnTo>
                    <a:pt x="8159162" y="2328386"/>
                  </a:lnTo>
                  <a:lnTo>
                    <a:pt x="8158307" y="2328386"/>
                  </a:lnTo>
                  <a:lnTo>
                    <a:pt x="8157451" y="2328386"/>
                  </a:lnTo>
                  <a:lnTo>
                    <a:pt x="8156596" y="2328386"/>
                  </a:lnTo>
                  <a:lnTo>
                    <a:pt x="8155740" y="2328386"/>
                  </a:lnTo>
                  <a:lnTo>
                    <a:pt x="8154885" y="2328386"/>
                  </a:lnTo>
                  <a:lnTo>
                    <a:pt x="8154029" y="2328386"/>
                  </a:lnTo>
                  <a:lnTo>
                    <a:pt x="8153174" y="2328386"/>
                  </a:lnTo>
                  <a:lnTo>
                    <a:pt x="8152318" y="2328386"/>
                  </a:lnTo>
                  <a:lnTo>
                    <a:pt x="8151463" y="2328386"/>
                  </a:lnTo>
                  <a:lnTo>
                    <a:pt x="8150607" y="2328386"/>
                  </a:lnTo>
                  <a:lnTo>
                    <a:pt x="8149752" y="2328386"/>
                  </a:lnTo>
                  <a:lnTo>
                    <a:pt x="8148896" y="2328386"/>
                  </a:lnTo>
                  <a:lnTo>
                    <a:pt x="8148041" y="2328386"/>
                  </a:lnTo>
                  <a:lnTo>
                    <a:pt x="8147185" y="2328386"/>
                  </a:lnTo>
                  <a:lnTo>
                    <a:pt x="8146330" y="2328386"/>
                  </a:lnTo>
                  <a:lnTo>
                    <a:pt x="8145474" y="2328386"/>
                  </a:lnTo>
                  <a:lnTo>
                    <a:pt x="8144618" y="2328386"/>
                  </a:lnTo>
                  <a:lnTo>
                    <a:pt x="8143763" y="2328386"/>
                  </a:lnTo>
                  <a:lnTo>
                    <a:pt x="8142907" y="2328386"/>
                  </a:lnTo>
                  <a:lnTo>
                    <a:pt x="8142052" y="2328386"/>
                  </a:lnTo>
                  <a:lnTo>
                    <a:pt x="8141196" y="2328386"/>
                  </a:lnTo>
                  <a:lnTo>
                    <a:pt x="8140341" y="2328386"/>
                  </a:lnTo>
                  <a:lnTo>
                    <a:pt x="8139485" y="2328386"/>
                  </a:lnTo>
                  <a:lnTo>
                    <a:pt x="8138630" y="2328386"/>
                  </a:lnTo>
                  <a:lnTo>
                    <a:pt x="8137774" y="2328386"/>
                  </a:lnTo>
                  <a:lnTo>
                    <a:pt x="8136919" y="2328386"/>
                  </a:lnTo>
                  <a:lnTo>
                    <a:pt x="8136063" y="2328386"/>
                  </a:lnTo>
                  <a:lnTo>
                    <a:pt x="8135208" y="2328386"/>
                  </a:lnTo>
                  <a:lnTo>
                    <a:pt x="8134352" y="2328386"/>
                  </a:lnTo>
                  <a:lnTo>
                    <a:pt x="8133497" y="2328386"/>
                  </a:lnTo>
                  <a:lnTo>
                    <a:pt x="8132641" y="2328386"/>
                  </a:lnTo>
                  <a:lnTo>
                    <a:pt x="8131786" y="2328386"/>
                  </a:lnTo>
                  <a:lnTo>
                    <a:pt x="8130930" y="2328386"/>
                  </a:lnTo>
                  <a:lnTo>
                    <a:pt x="8130075" y="2328386"/>
                  </a:lnTo>
                  <a:lnTo>
                    <a:pt x="8129219" y="2328386"/>
                  </a:lnTo>
                  <a:lnTo>
                    <a:pt x="8128363" y="2328386"/>
                  </a:lnTo>
                  <a:lnTo>
                    <a:pt x="8127508" y="2328386"/>
                  </a:lnTo>
                  <a:lnTo>
                    <a:pt x="8126652" y="2328386"/>
                  </a:lnTo>
                  <a:lnTo>
                    <a:pt x="8125797" y="2328386"/>
                  </a:lnTo>
                  <a:lnTo>
                    <a:pt x="8124941" y="2328386"/>
                  </a:lnTo>
                  <a:lnTo>
                    <a:pt x="8124086" y="2328386"/>
                  </a:lnTo>
                  <a:lnTo>
                    <a:pt x="8123230" y="2328386"/>
                  </a:lnTo>
                  <a:lnTo>
                    <a:pt x="8122375" y="2328386"/>
                  </a:lnTo>
                  <a:lnTo>
                    <a:pt x="8121519" y="2328386"/>
                  </a:lnTo>
                  <a:lnTo>
                    <a:pt x="8120664" y="2328386"/>
                  </a:lnTo>
                  <a:lnTo>
                    <a:pt x="8119808" y="2328386"/>
                  </a:lnTo>
                  <a:lnTo>
                    <a:pt x="8118953" y="2328386"/>
                  </a:lnTo>
                  <a:lnTo>
                    <a:pt x="8118097" y="2328386"/>
                  </a:lnTo>
                  <a:lnTo>
                    <a:pt x="8117242" y="2328386"/>
                  </a:lnTo>
                  <a:lnTo>
                    <a:pt x="8116386" y="2328386"/>
                  </a:lnTo>
                  <a:lnTo>
                    <a:pt x="8115531" y="2328386"/>
                  </a:lnTo>
                  <a:lnTo>
                    <a:pt x="8114675" y="2328386"/>
                  </a:lnTo>
                  <a:lnTo>
                    <a:pt x="8113819" y="2328386"/>
                  </a:lnTo>
                  <a:lnTo>
                    <a:pt x="8112964" y="2328386"/>
                  </a:lnTo>
                  <a:lnTo>
                    <a:pt x="8112108" y="2328386"/>
                  </a:lnTo>
                  <a:lnTo>
                    <a:pt x="8111253" y="2328386"/>
                  </a:lnTo>
                  <a:lnTo>
                    <a:pt x="8110397" y="2328386"/>
                  </a:lnTo>
                  <a:lnTo>
                    <a:pt x="8109542" y="2328386"/>
                  </a:lnTo>
                  <a:lnTo>
                    <a:pt x="8108686" y="2328386"/>
                  </a:lnTo>
                  <a:lnTo>
                    <a:pt x="8107831" y="2328386"/>
                  </a:lnTo>
                  <a:lnTo>
                    <a:pt x="8106975" y="2328386"/>
                  </a:lnTo>
                  <a:lnTo>
                    <a:pt x="8106120" y="2328386"/>
                  </a:lnTo>
                  <a:lnTo>
                    <a:pt x="8105264" y="2328386"/>
                  </a:lnTo>
                  <a:lnTo>
                    <a:pt x="8104409" y="2328386"/>
                  </a:lnTo>
                  <a:lnTo>
                    <a:pt x="8103553" y="2328386"/>
                  </a:lnTo>
                  <a:lnTo>
                    <a:pt x="8102698" y="2328386"/>
                  </a:lnTo>
                  <a:lnTo>
                    <a:pt x="8101842" y="2328386"/>
                  </a:lnTo>
                  <a:lnTo>
                    <a:pt x="8100987" y="2328386"/>
                  </a:lnTo>
                  <a:lnTo>
                    <a:pt x="8100131" y="2328386"/>
                  </a:lnTo>
                  <a:lnTo>
                    <a:pt x="8099276" y="2328386"/>
                  </a:lnTo>
                  <a:lnTo>
                    <a:pt x="8098420" y="2328386"/>
                  </a:lnTo>
                  <a:lnTo>
                    <a:pt x="8097564" y="2328386"/>
                  </a:lnTo>
                  <a:lnTo>
                    <a:pt x="8096709" y="2328386"/>
                  </a:lnTo>
                  <a:lnTo>
                    <a:pt x="8095853" y="2328386"/>
                  </a:lnTo>
                  <a:lnTo>
                    <a:pt x="8094998" y="2328386"/>
                  </a:lnTo>
                  <a:lnTo>
                    <a:pt x="8094142" y="2328386"/>
                  </a:lnTo>
                  <a:lnTo>
                    <a:pt x="8093287" y="2328386"/>
                  </a:lnTo>
                  <a:lnTo>
                    <a:pt x="8092431" y="2328386"/>
                  </a:lnTo>
                  <a:lnTo>
                    <a:pt x="8091576" y="2328386"/>
                  </a:lnTo>
                  <a:lnTo>
                    <a:pt x="8090720" y="2328386"/>
                  </a:lnTo>
                  <a:lnTo>
                    <a:pt x="8089865" y="2328386"/>
                  </a:lnTo>
                  <a:lnTo>
                    <a:pt x="8089009" y="2328386"/>
                  </a:lnTo>
                  <a:lnTo>
                    <a:pt x="8088154" y="2328386"/>
                  </a:lnTo>
                  <a:lnTo>
                    <a:pt x="8087298" y="2328386"/>
                  </a:lnTo>
                  <a:lnTo>
                    <a:pt x="8086443" y="2328386"/>
                  </a:lnTo>
                  <a:lnTo>
                    <a:pt x="8085587" y="2328386"/>
                  </a:lnTo>
                  <a:lnTo>
                    <a:pt x="8084732" y="2328386"/>
                  </a:lnTo>
                  <a:lnTo>
                    <a:pt x="8083876" y="2328386"/>
                  </a:lnTo>
                  <a:lnTo>
                    <a:pt x="8083021" y="2328386"/>
                  </a:lnTo>
                  <a:lnTo>
                    <a:pt x="8082165" y="2328386"/>
                  </a:lnTo>
                  <a:lnTo>
                    <a:pt x="8081309" y="2328386"/>
                  </a:lnTo>
                  <a:lnTo>
                    <a:pt x="8080454" y="2328386"/>
                  </a:lnTo>
                  <a:lnTo>
                    <a:pt x="8079598" y="2328386"/>
                  </a:lnTo>
                  <a:lnTo>
                    <a:pt x="8078743" y="2328386"/>
                  </a:lnTo>
                  <a:lnTo>
                    <a:pt x="8077887" y="2328386"/>
                  </a:lnTo>
                  <a:lnTo>
                    <a:pt x="8077032" y="2328386"/>
                  </a:lnTo>
                  <a:lnTo>
                    <a:pt x="8076176" y="2328386"/>
                  </a:lnTo>
                  <a:lnTo>
                    <a:pt x="8075321" y="2328386"/>
                  </a:lnTo>
                  <a:lnTo>
                    <a:pt x="8074465" y="2328386"/>
                  </a:lnTo>
                  <a:lnTo>
                    <a:pt x="8073610" y="2328386"/>
                  </a:lnTo>
                  <a:lnTo>
                    <a:pt x="8072754" y="2328386"/>
                  </a:lnTo>
                  <a:lnTo>
                    <a:pt x="8071899" y="2328386"/>
                  </a:lnTo>
                  <a:lnTo>
                    <a:pt x="8071043" y="2328386"/>
                  </a:lnTo>
                  <a:lnTo>
                    <a:pt x="8070188" y="2328386"/>
                  </a:lnTo>
                  <a:lnTo>
                    <a:pt x="8069332" y="2328386"/>
                  </a:lnTo>
                  <a:lnTo>
                    <a:pt x="8068477" y="2328386"/>
                  </a:lnTo>
                  <a:lnTo>
                    <a:pt x="8067621" y="2328386"/>
                  </a:lnTo>
                  <a:lnTo>
                    <a:pt x="8066765" y="2328386"/>
                  </a:lnTo>
                  <a:lnTo>
                    <a:pt x="8065910" y="2328386"/>
                  </a:lnTo>
                  <a:lnTo>
                    <a:pt x="8065054" y="2328386"/>
                  </a:lnTo>
                  <a:lnTo>
                    <a:pt x="8064199" y="2328386"/>
                  </a:lnTo>
                  <a:lnTo>
                    <a:pt x="8063343" y="2328386"/>
                  </a:lnTo>
                  <a:lnTo>
                    <a:pt x="8062488" y="2328386"/>
                  </a:lnTo>
                  <a:lnTo>
                    <a:pt x="8061632" y="2328386"/>
                  </a:lnTo>
                  <a:lnTo>
                    <a:pt x="8060777" y="2328386"/>
                  </a:lnTo>
                  <a:lnTo>
                    <a:pt x="8059921" y="2328386"/>
                  </a:lnTo>
                  <a:lnTo>
                    <a:pt x="8059066" y="2328386"/>
                  </a:lnTo>
                  <a:lnTo>
                    <a:pt x="8058210" y="2328386"/>
                  </a:lnTo>
                  <a:lnTo>
                    <a:pt x="8057355" y="2328386"/>
                  </a:lnTo>
                  <a:lnTo>
                    <a:pt x="8056499" y="2328386"/>
                  </a:lnTo>
                  <a:lnTo>
                    <a:pt x="8055644" y="2328386"/>
                  </a:lnTo>
                  <a:lnTo>
                    <a:pt x="8054788" y="2328386"/>
                  </a:lnTo>
                  <a:lnTo>
                    <a:pt x="8053933" y="2328386"/>
                  </a:lnTo>
                  <a:lnTo>
                    <a:pt x="8053077" y="2328386"/>
                  </a:lnTo>
                  <a:lnTo>
                    <a:pt x="8052222" y="2328386"/>
                  </a:lnTo>
                  <a:lnTo>
                    <a:pt x="8051366" y="2328386"/>
                  </a:lnTo>
                  <a:lnTo>
                    <a:pt x="8050510" y="2328386"/>
                  </a:lnTo>
                  <a:lnTo>
                    <a:pt x="8049655" y="2328386"/>
                  </a:lnTo>
                  <a:lnTo>
                    <a:pt x="8048799" y="2328386"/>
                  </a:lnTo>
                  <a:lnTo>
                    <a:pt x="8047944" y="2328386"/>
                  </a:lnTo>
                  <a:lnTo>
                    <a:pt x="8047088" y="2328386"/>
                  </a:lnTo>
                  <a:lnTo>
                    <a:pt x="8046233" y="2328386"/>
                  </a:lnTo>
                  <a:lnTo>
                    <a:pt x="8045377" y="2328386"/>
                  </a:lnTo>
                  <a:lnTo>
                    <a:pt x="8044522" y="2328386"/>
                  </a:lnTo>
                  <a:lnTo>
                    <a:pt x="8043666" y="2328386"/>
                  </a:lnTo>
                  <a:lnTo>
                    <a:pt x="8042811" y="2328386"/>
                  </a:lnTo>
                  <a:lnTo>
                    <a:pt x="8041955" y="2328386"/>
                  </a:lnTo>
                  <a:lnTo>
                    <a:pt x="8041100" y="2328386"/>
                  </a:lnTo>
                  <a:lnTo>
                    <a:pt x="8040244" y="2328386"/>
                  </a:lnTo>
                  <a:lnTo>
                    <a:pt x="8039389" y="2328386"/>
                  </a:lnTo>
                  <a:lnTo>
                    <a:pt x="8038533" y="2328386"/>
                  </a:lnTo>
                  <a:lnTo>
                    <a:pt x="8037678" y="2328386"/>
                  </a:lnTo>
                  <a:lnTo>
                    <a:pt x="8036822" y="2328386"/>
                  </a:lnTo>
                  <a:lnTo>
                    <a:pt x="8035967" y="2328386"/>
                  </a:lnTo>
                  <a:lnTo>
                    <a:pt x="8035111" y="2328386"/>
                  </a:lnTo>
                  <a:lnTo>
                    <a:pt x="8034255" y="2328386"/>
                  </a:lnTo>
                  <a:lnTo>
                    <a:pt x="8033400" y="2328386"/>
                  </a:lnTo>
                  <a:lnTo>
                    <a:pt x="8032544" y="2328386"/>
                  </a:lnTo>
                  <a:lnTo>
                    <a:pt x="8031689" y="2328386"/>
                  </a:lnTo>
                  <a:lnTo>
                    <a:pt x="8030833" y="2328386"/>
                  </a:lnTo>
                  <a:lnTo>
                    <a:pt x="8029978" y="2328386"/>
                  </a:lnTo>
                  <a:lnTo>
                    <a:pt x="8029122" y="2328386"/>
                  </a:lnTo>
                  <a:lnTo>
                    <a:pt x="8028267" y="2328386"/>
                  </a:lnTo>
                  <a:lnTo>
                    <a:pt x="8027411" y="2328386"/>
                  </a:lnTo>
                  <a:lnTo>
                    <a:pt x="8026556" y="2328386"/>
                  </a:lnTo>
                  <a:lnTo>
                    <a:pt x="8025700" y="2328386"/>
                  </a:lnTo>
                  <a:lnTo>
                    <a:pt x="8024845" y="2328386"/>
                  </a:lnTo>
                  <a:lnTo>
                    <a:pt x="8023989" y="2328386"/>
                  </a:lnTo>
                  <a:lnTo>
                    <a:pt x="8023134" y="2328386"/>
                  </a:lnTo>
                  <a:lnTo>
                    <a:pt x="8022278" y="2328386"/>
                  </a:lnTo>
                  <a:lnTo>
                    <a:pt x="8021423" y="2328386"/>
                  </a:lnTo>
                  <a:lnTo>
                    <a:pt x="8020567" y="2328386"/>
                  </a:lnTo>
                  <a:lnTo>
                    <a:pt x="8019711" y="2328386"/>
                  </a:lnTo>
                  <a:lnTo>
                    <a:pt x="8018856" y="2328386"/>
                  </a:lnTo>
                  <a:lnTo>
                    <a:pt x="8018000" y="2328386"/>
                  </a:lnTo>
                  <a:lnTo>
                    <a:pt x="8017145" y="2328386"/>
                  </a:lnTo>
                  <a:lnTo>
                    <a:pt x="8016289" y="2328386"/>
                  </a:lnTo>
                  <a:lnTo>
                    <a:pt x="8015434" y="2328386"/>
                  </a:lnTo>
                  <a:lnTo>
                    <a:pt x="8014578" y="2328386"/>
                  </a:lnTo>
                  <a:lnTo>
                    <a:pt x="8013723" y="2328386"/>
                  </a:lnTo>
                  <a:lnTo>
                    <a:pt x="8012867" y="2328386"/>
                  </a:lnTo>
                  <a:lnTo>
                    <a:pt x="8012012" y="2328386"/>
                  </a:lnTo>
                  <a:lnTo>
                    <a:pt x="8011156" y="2328386"/>
                  </a:lnTo>
                  <a:lnTo>
                    <a:pt x="8010301" y="2328386"/>
                  </a:lnTo>
                  <a:lnTo>
                    <a:pt x="8009445" y="2328386"/>
                  </a:lnTo>
                  <a:lnTo>
                    <a:pt x="8008590" y="2328386"/>
                  </a:lnTo>
                  <a:lnTo>
                    <a:pt x="8007734" y="2328386"/>
                  </a:lnTo>
                  <a:lnTo>
                    <a:pt x="8006879" y="2328386"/>
                  </a:lnTo>
                  <a:lnTo>
                    <a:pt x="8006023" y="2328386"/>
                  </a:lnTo>
                  <a:lnTo>
                    <a:pt x="8005168" y="2328386"/>
                  </a:lnTo>
                  <a:lnTo>
                    <a:pt x="8004312" y="2328386"/>
                  </a:lnTo>
                  <a:lnTo>
                    <a:pt x="8003456" y="2328386"/>
                  </a:lnTo>
                  <a:lnTo>
                    <a:pt x="8002601" y="2328386"/>
                  </a:lnTo>
                  <a:lnTo>
                    <a:pt x="8001745" y="2328386"/>
                  </a:lnTo>
                  <a:lnTo>
                    <a:pt x="8000890" y="2328386"/>
                  </a:lnTo>
                  <a:lnTo>
                    <a:pt x="8000034" y="2328386"/>
                  </a:lnTo>
                  <a:lnTo>
                    <a:pt x="7999179" y="2328386"/>
                  </a:lnTo>
                  <a:lnTo>
                    <a:pt x="7998323" y="2328386"/>
                  </a:lnTo>
                  <a:lnTo>
                    <a:pt x="7997468" y="2328386"/>
                  </a:lnTo>
                  <a:lnTo>
                    <a:pt x="7996612" y="2328386"/>
                  </a:lnTo>
                  <a:lnTo>
                    <a:pt x="7995757" y="2328386"/>
                  </a:lnTo>
                  <a:lnTo>
                    <a:pt x="7994901" y="2328386"/>
                  </a:lnTo>
                  <a:lnTo>
                    <a:pt x="7994046" y="2328386"/>
                  </a:lnTo>
                  <a:lnTo>
                    <a:pt x="7993190" y="2328386"/>
                  </a:lnTo>
                  <a:lnTo>
                    <a:pt x="7992335" y="2328386"/>
                  </a:lnTo>
                  <a:lnTo>
                    <a:pt x="7991479" y="2328386"/>
                  </a:lnTo>
                  <a:lnTo>
                    <a:pt x="7990624" y="2328386"/>
                  </a:lnTo>
                  <a:lnTo>
                    <a:pt x="7989768" y="2328386"/>
                  </a:lnTo>
                  <a:lnTo>
                    <a:pt x="7988913" y="2328386"/>
                  </a:lnTo>
                  <a:lnTo>
                    <a:pt x="7988057" y="2328386"/>
                  </a:lnTo>
                  <a:lnTo>
                    <a:pt x="7987201" y="2328386"/>
                  </a:lnTo>
                  <a:lnTo>
                    <a:pt x="7986346" y="2328386"/>
                  </a:lnTo>
                  <a:lnTo>
                    <a:pt x="7985490" y="2328386"/>
                  </a:lnTo>
                  <a:lnTo>
                    <a:pt x="7984635" y="2328386"/>
                  </a:lnTo>
                  <a:lnTo>
                    <a:pt x="7983779" y="2328386"/>
                  </a:lnTo>
                  <a:lnTo>
                    <a:pt x="7982924" y="2328386"/>
                  </a:lnTo>
                  <a:lnTo>
                    <a:pt x="7982068" y="2328386"/>
                  </a:lnTo>
                  <a:lnTo>
                    <a:pt x="7981213" y="2328386"/>
                  </a:lnTo>
                  <a:lnTo>
                    <a:pt x="7980357" y="2328386"/>
                  </a:lnTo>
                  <a:lnTo>
                    <a:pt x="7979502" y="2328386"/>
                  </a:lnTo>
                  <a:lnTo>
                    <a:pt x="7978646" y="2328386"/>
                  </a:lnTo>
                  <a:lnTo>
                    <a:pt x="7977791" y="2328386"/>
                  </a:lnTo>
                  <a:lnTo>
                    <a:pt x="7976935" y="2328386"/>
                  </a:lnTo>
                  <a:lnTo>
                    <a:pt x="7976080" y="2328386"/>
                  </a:lnTo>
                  <a:lnTo>
                    <a:pt x="7975224" y="2328386"/>
                  </a:lnTo>
                  <a:lnTo>
                    <a:pt x="7974369" y="2328386"/>
                  </a:lnTo>
                  <a:lnTo>
                    <a:pt x="7973513" y="2328386"/>
                  </a:lnTo>
                  <a:lnTo>
                    <a:pt x="7972658" y="2328386"/>
                  </a:lnTo>
                  <a:lnTo>
                    <a:pt x="7971802" y="2328386"/>
                  </a:lnTo>
                  <a:lnTo>
                    <a:pt x="7970946" y="2328386"/>
                  </a:lnTo>
                  <a:lnTo>
                    <a:pt x="7970091" y="2328386"/>
                  </a:lnTo>
                  <a:lnTo>
                    <a:pt x="7969235" y="2328386"/>
                  </a:lnTo>
                  <a:lnTo>
                    <a:pt x="7968380" y="2328386"/>
                  </a:lnTo>
                  <a:lnTo>
                    <a:pt x="7967524" y="2328386"/>
                  </a:lnTo>
                  <a:lnTo>
                    <a:pt x="7966669" y="2328386"/>
                  </a:lnTo>
                  <a:lnTo>
                    <a:pt x="7965813" y="2328386"/>
                  </a:lnTo>
                  <a:lnTo>
                    <a:pt x="7964958" y="2328386"/>
                  </a:lnTo>
                  <a:lnTo>
                    <a:pt x="7964102" y="2328386"/>
                  </a:lnTo>
                  <a:lnTo>
                    <a:pt x="7963247" y="2328386"/>
                  </a:lnTo>
                  <a:lnTo>
                    <a:pt x="7962391" y="2328386"/>
                  </a:lnTo>
                  <a:lnTo>
                    <a:pt x="7961536" y="2328386"/>
                  </a:lnTo>
                  <a:lnTo>
                    <a:pt x="7960680" y="2328386"/>
                  </a:lnTo>
                  <a:lnTo>
                    <a:pt x="7959825" y="2328386"/>
                  </a:lnTo>
                  <a:lnTo>
                    <a:pt x="7958969" y="2328386"/>
                  </a:lnTo>
                  <a:lnTo>
                    <a:pt x="7958114" y="2328386"/>
                  </a:lnTo>
                  <a:lnTo>
                    <a:pt x="7957258" y="2328386"/>
                  </a:lnTo>
                  <a:lnTo>
                    <a:pt x="7956402" y="2328386"/>
                  </a:lnTo>
                  <a:lnTo>
                    <a:pt x="7955547" y="2328386"/>
                  </a:lnTo>
                  <a:lnTo>
                    <a:pt x="7954691" y="2328386"/>
                  </a:lnTo>
                  <a:lnTo>
                    <a:pt x="7953836" y="2328386"/>
                  </a:lnTo>
                  <a:lnTo>
                    <a:pt x="7952980" y="2328386"/>
                  </a:lnTo>
                  <a:lnTo>
                    <a:pt x="7952125" y="2328386"/>
                  </a:lnTo>
                  <a:lnTo>
                    <a:pt x="7951269" y="2328386"/>
                  </a:lnTo>
                  <a:lnTo>
                    <a:pt x="7950414" y="2328386"/>
                  </a:lnTo>
                  <a:lnTo>
                    <a:pt x="7949558" y="2328386"/>
                  </a:lnTo>
                  <a:lnTo>
                    <a:pt x="7948703" y="2328386"/>
                  </a:lnTo>
                  <a:lnTo>
                    <a:pt x="7947847" y="2328386"/>
                  </a:lnTo>
                  <a:lnTo>
                    <a:pt x="7946992" y="2328386"/>
                  </a:lnTo>
                  <a:lnTo>
                    <a:pt x="7946136" y="2328386"/>
                  </a:lnTo>
                  <a:lnTo>
                    <a:pt x="7945281" y="2328386"/>
                  </a:lnTo>
                  <a:lnTo>
                    <a:pt x="7944425" y="2328386"/>
                  </a:lnTo>
                  <a:lnTo>
                    <a:pt x="7943570" y="2328386"/>
                  </a:lnTo>
                  <a:lnTo>
                    <a:pt x="7942714" y="2328386"/>
                  </a:lnTo>
                  <a:lnTo>
                    <a:pt x="7941859" y="2328386"/>
                  </a:lnTo>
                  <a:lnTo>
                    <a:pt x="7941003" y="2328386"/>
                  </a:lnTo>
                  <a:lnTo>
                    <a:pt x="7940147" y="2328386"/>
                  </a:lnTo>
                  <a:lnTo>
                    <a:pt x="7939292" y="2328386"/>
                  </a:lnTo>
                  <a:lnTo>
                    <a:pt x="7938436" y="2328386"/>
                  </a:lnTo>
                  <a:lnTo>
                    <a:pt x="7937581" y="2328386"/>
                  </a:lnTo>
                  <a:lnTo>
                    <a:pt x="7936725" y="2328386"/>
                  </a:lnTo>
                  <a:lnTo>
                    <a:pt x="7935870" y="2328386"/>
                  </a:lnTo>
                  <a:lnTo>
                    <a:pt x="7935014" y="2328386"/>
                  </a:lnTo>
                  <a:lnTo>
                    <a:pt x="7934159" y="2328386"/>
                  </a:lnTo>
                  <a:lnTo>
                    <a:pt x="7933303" y="2328386"/>
                  </a:lnTo>
                  <a:lnTo>
                    <a:pt x="7932448" y="2328386"/>
                  </a:lnTo>
                  <a:lnTo>
                    <a:pt x="7931592" y="2328386"/>
                  </a:lnTo>
                  <a:lnTo>
                    <a:pt x="7930737" y="2328386"/>
                  </a:lnTo>
                  <a:lnTo>
                    <a:pt x="7929881" y="2328386"/>
                  </a:lnTo>
                  <a:lnTo>
                    <a:pt x="7929026" y="2328386"/>
                  </a:lnTo>
                  <a:lnTo>
                    <a:pt x="7928170" y="2328386"/>
                  </a:lnTo>
                  <a:lnTo>
                    <a:pt x="7927315" y="2328386"/>
                  </a:lnTo>
                  <a:lnTo>
                    <a:pt x="7926459" y="2328386"/>
                  </a:lnTo>
                  <a:lnTo>
                    <a:pt x="7925604" y="2328386"/>
                  </a:lnTo>
                  <a:lnTo>
                    <a:pt x="7924748" y="2328386"/>
                  </a:lnTo>
                  <a:lnTo>
                    <a:pt x="7923892" y="2328386"/>
                  </a:lnTo>
                  <a:lnTo>
                    <a:pt x="7923037" y="2328386"/>
                  </a:lnTo>
                  <a:lnTo>
                    <a:pt x="7922181" y="2328386"/>
                  </a:lnTo>
                  <a:lnTo>
                    <a:pt x="7921326" y="2328386"/>
                  </a:lnTo>
                  <a:lnTo>
                    <a:pt x="7920470" y="2328386"/>
                  </a:lnTo>
                  <a:lnTo>
                    <a:pt x="7919615" y="2328386"/>
                  </a:lnTo>
                  <a:lnTo>
                    <a:pt x="7918759" y="2328386"/>
                  </a:lnTo>
                  <a:lnTo>
                    <a:pt x="7917904" y="2328386"/>
                  </a:lnTo>
                  <a:lnTo>
                    <a:pt x="7917048" y="2328386"/>
                  </a:lnTo>
                  <a:lnTo>
                    <a:pt x="7916193" y="2328386"/>
                  </a:lnTo>
                  <a:lnTo>
                    <a:pt x="7915337" y="2328386"/>
                  </a:lnTo>
                  <a:lnTo>
                    <a:pt x="7914482" y="2328386"/>
                  </a:lnTo>
                  <a:lnTo>
                    <a:pt x="7913626" y="2328386"/>
                  </a:lnTo>
                  <a:lnTo>
                    <a:pt x="7912771" y="2328386"/>
                  </a:lnTo>
                  <a:lnTo>
                    <a:pt x="7911915" y="2328386"/>
                  </a:lnTo>
                  <a:lnTo>
                    <a:pt x="7911060" y="2328386"/>
                  </a:lnTo>
                  <a:lnTo>
                    <a:pt x="7910204" y="2328386"/>
                  </a:lnTo>
                  <a:lnTo>
                    <a:pt x="7909348" y="2328386"/>
                  </a:lnTo>
                  <a:lnTo>
                    <a:pt x="7908493" y="2328386"/>
                  </a:lnTo>
                  <a:lnTo>
                    <a:pt x="7907637" y="2328386"/>
                  </a:lnTo>
                  <a:lnTo>
                    <a:pt x="7906782" y="2328386"/>
                  </a:lnTo>
                  <a:lnTo>
                    <a:pt x="7905926" y="2328386"/>
                  </a:lnTo>
                  <a:lnTo>
                    <a:pt x="7905071" y="2328386"/>
                  </a:lnTo>
                  <a:lnTo>
                    <a:pt x="7904215" y="2328386"/>
                  </a:lnTo>
                  <a:lnTo>
                    <a:pt x="7903360" y="2328386"/>
                  </a:lnTo>
                  <a:lnTo>
                    <a:pt x="7902504" y="2328386"/>
                  </a:lnTo>
                  <a:lnTo>
                    <a:pt x="7901649" y="2328386"/>
                  </a:lnTo>
                  <a:lnTo>
                    <a:pt x="7900793" y="2328386"/>
                  </a:lnTo>
                  <a:lnTo>
                    <a:pt x="7899938" y="2328386"/>
                  </a:lnTo>
                  <a:lnTo>
                    <a:pt x="7899082" y="2328386"/>
                  </a:lnTo>
                  <a:lnTo>
                    <a:pt x="7898227" y="2328386"/>
                  </a:lnTo>
                  <a:lnTo>
                    <a:pt x="7897371" y="2328386"/>
                  </a:lnTo>
                  <a:lnTo>
                    <a:pt x="7896516" y="2328386"/>
                  </a:lnTo>
                  <a:lnTo>
                    <a:pt x="7895660" y="2328386"/>
                  </a:lnTo>
                  <a:lnTo>
                    <a:pt x="7894805" y="2328386"/>
                  </a:lnTo>
                  <a:lnTo>
                    <a:pt x="7893949" y="2328386"/>
                  </a:lnTo>
                  <a:lnTo>
                    <a:pt x="7893093" y="2328386"/>
                  </a:lnTo>
                  <a:lnTo>
                    <a:pt x="7892238" y="2328386"/>
                  </a:lnTo>
                  <a:lnTo>
                    <a:pt x="7891382" y="2328386"/>
                  </a:lnTo>
                  <a:lnTo>
                    <a:pt x="7890527" y="2328386"/>
                  </a:lnTo>
                  <a:lnTo>
                    <a:pt x="7889671" y="2328386"/>
                  </a:lnTo>
                  <a:lnTo>
                    <a:pt x="7888816" y="2328386"/>
                  </a:lnTo>
                  <a:lnTo>
                    <a:pt x="7887960" y="2328386"/>
                  </a:lnTo>
                  <a:lnTo>
                    <a:pt x="7887105" y="2328386"/>
                  </a:lnTo>
                  <a:lnTo>
                    <a:pt x="7886249" y="2328386"/>
                  </a:lnTo>
                  <a:lnTo>
                    <a:pt x="7885394" y="2328386"/>
                  </a:lnTo>
                  <a:lnTo>
                    <a:pt x="7884538" y="2328386"/>
                  </a:lnTo>
                  <a:lnTo>
                    <a:pt x="7883683" y="2328386"/>
                  </a:lnTo>
                  <a:lnTo>
                    <a:pt x="7882827" y="2328386"/>
                  </a:lnTo>
                  <a:lnTo>
                    <a:pt x="7881972" y="2328386"/>
                  </a:lnTo>
                  <a:lnTo>
                    <a:pt x="7881116" y="2328386"/>
                  </a:lnTo>
                  <a:lnTo>
                    <a:pt x="7880261" y="2328386"/>
                  </a:lnTo>
                  <a:lnTo>
                    <a:pt x="7879405" y="2328386"/>
                  </a:lnTo>
                  <a:lnTo>
                    <a:pt x="7878550" y="2328386"/>
                  </a:lnTo>
                  <a:lnTo>
                    <a:pt x="7877694" y="2328386"/>
                  </a:lnTo>
                  <a:lnTo>
                    <a:pt x="7876838" y="2328386"/>
                  </a:lnTo>
                  <a:lnTo>
                    <a:pt x="7875983" y="2328386"/>
                  </a:lnTo>
                  <a:lnTo>
                    <a:pt x="7875127" y="2328386"/>
                  </a:lnTo>
                  <a:lnTo>
                    <a:pt x="7874272" y="2328386"/>
                  </a:lnTo>
                  <a:lnTo>
                    <a:pt x="7873416" y="2328386"/>
                  </a:lnTo>
                  <a:lnTo>
                    <a:pt x="7872561" y="2328386"/>
                  </a:lnTo>
                  <a:lnTo>
                    <a:pt x="7871705" y="2328386"/>
                  </a:lnTo>
                  <a:lnTo>
                    <a:pt x="7870850" y="2328386"/>
                  </a:lnTo>
                  <a:lnTo>
                    <a:pt x="7869994" y="2328386"/>
                  </a:lnTo>
                  <a:lnTo>
                    <a:pt x="7869139" y="2328386"/>
                  </a:lnTo>
                  <a:lnTo>
                    <a:pt x="7868283" y="2328386"/>
                  </a:lnTo>
                  <a:lnTo>
                    <a:pt x="7867428" y="2328386"/>
                  </a:lnTo>
                  <a:lnTo>
                    <a:pt x="7866572" y="2328386"/>
                  </a:lnTo>
                  <a:lnTo>
                    <a:pt x="7865717" y="2328386"/>
                  </a:lnTo>
                  <a:lnTo>
                    <a:pt x="7864861" y="2328386"/>
                  </a:lnTo>
                  <a:lnTo>
                    <a:pt x="7864006" y="2328386"/>
                  </a:lnTo>
                  <a:lnTo>
                    <a:pt x="7863150" y="2328386"/>
                  </a:lnTo>
                  <a:lnTo>
                    <a:pt x="7862294" y="2328386"/>
                  </a:lnTo>
                  <a:lnTo>
                    <a:pt x="7861439" y="2328386"/>
                  </a:lnTo>
                  <a:lnTo>
                    <a:pt x="7860583" y="2328386"/>
                  </a:lnTo>
                  <a:lnTo>
                    <a:pt x="7859728" y="2328386"/>
                  </a:lnTo>
                  <a:lnTo>
                    <a:pt x="7858872" y="2328386"/>
                  </a:lnTo>
                  <a:lnTo>
                    <a:pt x="7858017" y="2328386"/>
                  </a:lnTo>
                  <a:lnTo>
                    <a:pt x="7857161" y="2328386"/>
                  </a:lnTo>
                  <a:lnTo>
                    <a:pt x="7856306" y="2328386"/>
                  </a:lnTo>
                  <a:lnTo>
                    <a:pt x="7855450" y="2328386"/>
                  </a:lnTo>
                  <a:lnTo>
                    <a:pt x="7854595" y="2328386"/>
                  </a:lnTo>
                  <a:lnTo>
                    <a:pt x="7853739" y="2328386"/>
                  </a:lnTo>
                  <a:lnTo>
                    <a:pt x="7852884" y="2328386"/>
                  </a:lnTo>
                  <a:lnTo>
                    <a:pt x="7852028" y="2328386"/>
                  </a:lnTo>
                  <a:lnTo>
                    <a:pt x="7851173" y="2328386"/>
                  </a:lnTo>
                  <a:lnTo>
                    <a:pt x="7850317" y="2328386"/>
                  </a:lnTo>
                  <a:lnTo>
                    <a:pt x="7849462" y="2328386"/>
                  </a:lnTo>
                  <a:lnTo>
                    <a:pt x="7848606" y="2328386"/>
                  </a:lnTo>
                  <a:lnTo>
                    <a:pt x="7847751" y="2328386"/>
                  </a:lnTo>
                  <a:lnTo>
                    <a:pt x="7846895" y="2328386"/>
                  </a:lnTo>
                  <a:lnTo>
                    <a:pt x="7846039" y="2328386"/>
                  </a:lnTo>
                  <a:lnTo>
                    <a:pt x="7845184" y="2328386"/>
                  </a:lnTo>
                  <a:lnTo>
                    <a:pt x="7844328" y="2328386"/>
                  </a:lnTo>
                  <a:lnTo>
                    <a:pt x="7843473" y="2328386"/>
                  </a:lnTo>
                  <a:lnTo>
                    <a:pt x="7842617" y="2328386"/>
                  </a:lnTo>
                  <a:lnTo>
                    <a:pt x="7841762" y="2328386"/>
                  </a:lnTo>
                  <a:lnTo>
                    <a:pt x="7840906" y="2328386"/>
                  </a:lnTo>
                  <a:lnTo>
                    <a:pt x="7840051" y="2328386"/>
                  </a:lnTo>
                  <a:lnTo>
                    <a:pt x="7839195" y="2328386"/>
                  </a:lnTo>
                  <a:lnTo>
                    <a:pt x="7838340" y="2328386"/>
                  </a:lnTo>
                  <a:lnTo>
                    <a:pt x="7837484" y="2328386"/>
                  </a:lnTo>
                  <a:lnTo>
                    <a:pt x="7836629" y="2328386"/>
                  </a:lnTo>
                  <a:lnTo>
                    <a:pt x="7835773" y="2328386"/>
                  </a:lnTo>
                  <a:lnTo>
                    <a:pt x="7834918" y="2328386"/>
                  </a:lnTo>
                  <a:lnTo>
                    <a:pt x="7834062" y="2328386"/>
                  </a:lnTo>
                  <a:lnTo>
                    <a:pt x="7833207" y="2328386"/>
                  </a:lnTo>
                  <a:lnTo>
                    <a:pt x="7832351" y="2328386"/>
                  </a:lnTo>
                  <a:lnTo>
                    <a:pt x="7831496" y="2328386"/>
                  </a:lnTo>
                  <a:lnTo>
                    <a:pt x="7830640" y="2328386"/>
                  </a:lnTo>
                  <a:lnTo>
                    <a:pt x="7829784" y="2328386"/>
                  </a:lnTo>
                  <a:lnTo>
                    <a:pt x="7828929" y="2328386"/>
                  </a:lnTo>
                  <a:lnTo>
                    <a:pt x="7828073" y="2328386"/>
                  </a:lnTo>
                  <a:lnTo>
                    <a:pt x="7827218" y="2328386"/>
                  </a:lnTo>
                  <a:lnTo>
                    <a:pt x="7826362" y="2328386"/>
                  </a:lnTo>
                  <a:lnTo>
                    <a:pt x="7825507" y="2328386"/>
                  </a:lnTo>
                  <a:lnTo>
                    <a:pt x="7824651" y="2328386"/>
                  </a:lnTo>
                  <a:lnTo>
                    <a:pt x="7823796" y="2328386"/>
                  </a:lnTo>
                  <a:lnTo>
                    <a:pt x="7822940" y="2328386"/>
                  </a:lnTo>
                  <a:lnTo>
                    <a:pt x="7822085" y="2328386"/>
                  </a:lnTo>
                  <a:lnTo>
                    <a:pt x="7821229" y="2328386"/>
                  </a:lnTo>
                  <a:lnTo>
                    <a:pt x="7820374" y="2328386"/>
                  </a:lnTo>
                  <a:lnTo>
                    <a:pt x="7819518" y="2328386"/>
                  </a:lnTo>
                  <a:lnTo>
                    <a:pt x="7818663" y="2328386"/>
                  </a:lnTo>
                  <a:lnTo>
                    <a:pt x="7817807" y="2328386"/>
                  </a:lnTo>
                  <a:lnTo>
                    <a:pt x="7816952" y="2328386"/>
                  </a:lnTo>
                  <a:lnTo>
                    <a:pt x="7816096" y="2328386"/>
                  </a:lnTo>
                  <a:lnTo>
                    <a:pt x="7815240" y="2328386"/>
                  </a:lnTo>
                  <a:lnTo>
                    <a:pt x="7814385" y="2328386"/>
                  </a:lnTo>
                  <a:lnTo>
                    <a:pt x="7813529" y="2328386"/>
                  </a:lnTo>
                  <a:lnTo>
                    <a:pt x="7812674" y="2328386"/>
                  </a:lnTo>
                  <a:lnTo>
                    <a:pt x="7811818" y="2328386"/>
                  </a:lnTo>
                  <a:lnTo>
                    <a:pt x="7810963" y="2328386"/>
                  </a:lnTo>
                  <a:lnTo>
                    <a:pt x="7810107" y="2328386"/>
                  </a:lnTo>
                  <a:lnTo>
                    <a:pt x="7809252" y="2328386"/>
                  </a:lnTo>
                  <a:lnTo>
                    <a:pt x="7808396" y="2328386"/>
                  </a:lnTo>
                  <a:lnTo>
                    <a:pt x="7807541" y="2328386"/>
                  </a:lnTo>
                  <a:lnTo>
                    <a:pt x="7806685" y="2328386"/>
                  </a:lnTo>
                  <a:lnTo>
                    <a:pt x="7805830" y="2328386"/>
                  </a:lnTo>
                  <a:lnTo>
                    <a:pt x="7804974" y="2328386"/>
                  </a:lnTo>
                  <a:lnTo>
                    <a:pt x="7804119" y="2328386"/>
                  </a:lnTo>
                  <a:lnTo>
                    <a:pt x="7803263" y="2328386"/>
                  </a:lnTo>
                  <a:lnTo>
                    <a:pt x="7802408" y="2328386"/>
                  </a:lnTo>
                  <a:lnTo>
                    <a:pt x="7801552" y="2328386"/>
                  </a:lnTo>
                  <a:lnTo>
                    <a:pt x="7800697" y="2328386"/>
                  </a:lnTo>
                  <a:lnTo>
                    <a:pt x="7799841" y="2328386"/>
                  </a:lnTo>
                  <a:lnTo>
                    <a:pt x="7798985" y="2328386"/>
                  </a:lnTo>
                  <a:lnTo>
                    <a:pt x="7798130" y="2328386"/>
                  </a:lnTo>
                  <a:lnTo>
                    <a:pt x="7797274" y="2328386"/>
                  </a:lnTo>
                  <a:lnTo>
                    <a:pt x="7796419" y="2328386"/>
                  </a:lnTo>
                  <a:lnTo>
                    <a:pt x="7795563" y="2328386"/>
                  </a:lnTo>
                  <a:lnTo>
                    <a:pt x="7794708" y="2328386"/>
                  </a:lnTo>
                  <a:lnTo>
                    <a:pt x="7793852" y="2328386"/>
                  </a:lnTo>
                  <a:lnTo>
                    <a:pt x="7792997" y="2328386"/>
                  </a:lnTo>
                  <a:lnTo>
                    <a:pt x="7792141" y="2328386"/>
                  </a:lnTo>
                  <a:lnTo>
                    <a:pt x="7791286" y="2328386"/>
                  </a:lnTo>
                  <a:lnTo>
                    <a:pt x="7790430" y="2328386"/>
                  </a:lnTo>
                  <a:lnTo>
                    <a:pt x="7789575" y="2328386"/>
                  </a:lnTo>
                  <a:lnTo>
                    <a:pt x="7788719" y="2328386"/>
                  </a:lnTo>
                  <a:lnTo>
                    <a:pt x="7787864" y="2328386"/>
                  </a:lnTo>
                  <a:lnTo>
                    <a:pt x="7787008" y="2328386"/>
                  </a:lnTo>
                  <a:lnTo>
                    <a:pt x="7786153" y="2328386"/>
                  </a:lnTo>
                  <a:lnTo>
                    <a:pt x="7785297" y="2328386"/>
                  </a:lnTo>
                  <a:lnTo>
                    <a:pt x="7784442" y="2328386"/>
                  </a:lnTo>
                  <a:lnTo>
                    <a:pt x="7783586" y="2328386"/>
                  </a:lnTo>
                  <a:lnTo>
                    <a:pt x="7782730" y="2328386"/>
                  </a:lnTo>
                  <a:lnTo>
                    <a:pt x="7781875" y="2328386"/>
                  </a:lnTo>
                  <a:lnTo>
                    <a:pt x="7781019" y="2328386"/>
                  </a:lnTo>
                  <a:lnTo>
                    <a:pt x="7780164" y="2328386"/>
                  </a:lnTo>
                  <a:lnTo>
                    <a:pt x="7779308" y="2328386"/>
                  </a:lnTo>
                  <a:lnTo>
                    <a:pt x="7778453" y="2328386"/>
                  </a:lnTo>
                  <a:lnTo>
                    <a:pt x="7777597" y="2328386"/>
                  </a:lnTo>
                  <a:lnTo>
                    <a:pt x="7776742" y="2328386"/>
                  </a:lnTo>
                  <a:lnTo>
                    <a:pt x="7775886" y="2328386"/>
                  </a:lnTo>
                  <a:lnTo>
                    <a:pt x="7775031" y="2328386"/>
                  </a:lnTo>
                  <a:lnTo>
                    <a:pt x="7774175" y="2328386"/>
                  </a:lnTo>
                  <a:lnTo>
                    <a:pt x="7773320" y="2328386"/>
                  </a:lnTo>
                  <a:lnTo>
                    <a:pt x="7772464" y="2328386"/>
                  </a:lnTo>
                  <a:lnTo>
                    <a:pt x="7771609" y="2328386"/>
                  </a:lnTo>
                  <a:lnTo>
                    <a:pt x="7770753" y="2328386"/>
                  </a:lnTo>
                  <a:lnTo>
                    <a:pt x="7769898" y="2328386"/>
                  </a:lnTo>
                  <a:lnTo>
                    <a:pt x="7769042" y="2328386"/>
                  </a:lnTo>
                  <a:lnTo>
                    <a:pt x="7768186" y="2328386"/>
                  </a:lnTo>
                  <a:lnTo>
                    <a:pt x="7767331" y="2328386"/>
                  </a:lnTo>
                  <a:lnTo>
                    <a:pt x="7766475" y="2328386"/>
                  </a:lnTo>
                  <a:lnTo>
                    <a:pt x="7765620" y="2328386"/>
                  </a:lnTo>
                  <a:lnTo>
                    <a:pt x="7764764" y="2328386"/>
                  </a:lnTo>
                  <a:lnTo>
                    <a:pt x="7763909" y="2328386"/>
                  </a:lnTo>
                  <a:lnTo>
                    <a:pt x="7763053" y="2328386"/>
                  </a:lnTo>
                  <a:lnTo>
                    <a:pt x="7762198" y="2328386"/>
                  </a:lnTo>
                  <a:lnTo>
                    <a:pt x="7761342" y="2328386"/>
                  </a:lnTo>
                  <a:lnTo>
                    <a:pt x="7760487" y="2328386"/>
                  </a:lnTo>
                  <a:lnTo>
                    <a:pt x="7759631" y="2328386"/>
                  </a:lnTo>
                  <a:lnTo>
                    <a:pt x="7758776" y="2328386"/>
                  </a:lnTo>
                  <a:lnTo>
                    <a:pt x="7757920" y="2328386"/>
                  </a:lnTo>
                  <a:lnTo>
                    <a:pt x="7757065" y="2328386"/>
                  </a:lnTo>
                  <a:lnTo>
                    <a:pt x="7756209" y="2328386"/>
                  </a:lnTo>
                  <a:lnTo>
                    <a:pt x="7755354" y="2328386"/>
                  </a:lnTo>
                  <a:lnTo>
                    <a:pt x="7754498" y="2328386"/>
                  </a:lnTo>
                  <a:lnTo>
                    <a:pt x="7753643" y="2328386"/>
                  </a:lnTo>
                  <a:lnTo>
                    <a:pt x="7752787" y="2328386"/>
                  </a:lnTo>
                  <a:lnTo>
                    <a:pt x="7751931" y="2328386"/>
                  </a:lnTo>
                  <a:lnTo>
                    <a:pt x="7751076" y="2328386"/>
                  </a:lnTo>
                  <a:lnTo>
                    <a:pt x="7750220" y="2328386"/>
                  </a:lnTo>
                  <a:lnTo>
                    <a:pt x="7749365" y="2328386"/>
                  </a:lnTo>
                  <a:lnTo>
                    <a:pt x="7748509" y="2328386"/>
                  </a:lnTo>
                  <a:lnTo>
                    <a:pt x="7747654" y="2328386"/>
                  </a:lnTo>
                  <a:lnTo>
                    <a:pt x="7746798" y="2328386"/>
                  </a:lnTo>
                  <a:lnTo>
                    <a:pt x="7745943" y="2328386"/>
                  </a:lnTo>
                  <a:lnTo>
                    <a:pt x="7745087" y="2328386"/>
                  </a:lnTo>
                  <a:lnTo>
                    <a:pt x="7744232" y="2328386"/>
                  </a:lnTo>
                  <a:lnTo>
                    <a:pt x="7743376" y="2328386"/>
                  </a:lnTo>
                  <a:lnTo>
                    <a:pt x="7742521" y="2328386"/>
                  </a:lnTo>
                  <a:lnTo>
                    <a:pt x="7741665" y="2328386"/>
                  </a:lnTo>
                  <a:lnTo>
                    <a:pt x="7740810" y="2328386"/>
                  </a:lnTo>
                  <a:lnTo>
                    <a:pt x="7739954" y="2328386"/>
                  </a:lnTo>
                  <a:lnTo>
                    <a:pt x="7739099" y="2328386"/>
                  </a:lnTo>
                  <a:lnTo>
                    <a:pt x="7738243" y="2328386"/>
                  </a:lnTo>
                  <a:lnTo>
                    <a:pt x="7737388" y="2328386"/>
                  </a:lnTo>
                  <a:lnTo>
                    <a:pt x="7736532" y="2328386"/>
                  </a:lnTo>
                  <a:lnTo>
                    <a:pt x="7735676" y="2328386"/>
                  </a:lnTo>
                  <a:lnTo>
                    <a:pt x="7734821" y="2328386"/>
                  </a:lnTo>
                  <a:lnTo>
                    <a:pt x="7733965" y="2328386"/>
                  </a:lnTo>
                  <a:lnTo>
                    <a:pt x="7733110" y="2328386"/>
                  </a:lnTo>
                  <a:lnTo>
                    <a:pt x="7732254" y="2328386"/>
                  </a:lnTo>
                  <a:lnTo>
                    <a:pt x="7731399" y="2328386"/>
                  </a:lnTo>
                  <a:lnTo>
                    <a:pt x="7730543" y="2328386"/>
                  </a:lnTo>
                  <a:lnTo>
                    <a:pt x="7729688" y="2328386"/>
                  </a:lnTo>
                  <a:lnTo>
                    <a:pt x="7728832" y="2328386"/>
                  </a:lnTo>
                  <a:lnTo>
                    <a:pt x="7727977" y="2328386"/>
                  </a:lnTo>
                  <a:lnTo>
                    <a:pt x="7727121" y="2328386"/>
                  </a:lnTo>
                  <a:lnTo>
                    <a:pt x="7726266" y="2328386"/>
                  </a:lnTo>
                  <a:lnTo>
                    <a:pt x="7725410" y="2328386"/>
                  </a:lnTo>
                  <a:lnTo>
                    <a:pt x="7724555" y="2328386"/>
                  </a:lnTo>
                  <a:lnTo>
                    <a:pt x="7723699" y="2328386"/>
                  </a:lnTo>
                  <a:lnTo>
                    <a:pt x="7722844" y="2328386"/>
                  </a:lnTo>
                  <a:lnTo>
                    <a:pt x="7721988" y="2328386"/>
                  </a:lnTo>
                  <a:lnTo>
                    <a:pt x="7721133" y="2328386"/>
                  </a:lnTo>
                  <a:lnTo>
                    <a:pt x="7720277" y="2328386"/>
                  </a:lnTo>
                  <a:lnTo>
                    <a:pt x="7719421" y="2328386"/>
                  </a:lnTo>
                  <a:lnTo>
                    <a:pt x="7718566" y="2328386"/>
                  </a:lnTo>
                  <a:lnTo>
                    <a:pt x="7717710" y="2328386"/>
                  </a:lnTo>
                  <a:lnTo>
                    <a:pt x="7716855" y="2328386"/>
                  </a:lnTo>
                  <a:lnTo>
                    <a:pt x="7715999" y="2328386"/>
                  </a:lnTo>
                  <a:lnTo>
                    <a:pt x="7715144" y="2328386"/>
                  </a:lnTo>
                  <a:lnTo>
                    <a:pt x="7714288" y="2328386"/>
                  </a:lnTo>
                  <a:lnTo>
                    <a:pt x="7713433" y="2328386"/>
                  </a:lnTo>
                  <a:lnTo>
                    <a:pt x="7712577" y="2328386"/>
                  </a:lnTo>
                  <a:lnTo>
                    <a:pt x="7711722" y="2328386"/>
                  </a:lnTo>
                  <a:lnTo>
                    <a:pt x="7710866" y="2328386"/>
                  </a:lnTo>
                  <a:lnTo>
                    <a:pt x="7710011" y="2328386"/>
                  </a:lnTo>
                  <a:lnTo>
                    <a:pt x="7709155" y="2328386"/>
                  </a:lnTo>
                  <a:lnTo>
                    <a:pt x="7708300" y="2328386"/>
                  </a:lnTo>
                  <a:lnTo>
                    <a:pt x="7707444" y="2328386"/>
                  </a:lnTo>
                  <a:lnTo>
                    <a:pt x="7706589" y="2328386"/>
                  </a:lnTo>
                  <a:lnTo>
                    <a:pt x="7705733" y="2328386"/>
                  </a:lnTo>
                  <a:lnTo>
                    <a:pt x="7704877" y="2328386"/>
                  </a:lnTo>
                  <a:lnTo>
                    <a:pt x="7704022" y="2328386"/>
                  </a:lnTo>
                  <a:lnTo>
                    <a:pt x="7703166" y="2328386"/>
                  </a:lnTo>
                  <a:lnTo>
                    <a:pt x="7702311" y="2328386"/>
                  </a:lnTo>
                  <a:lnTo>
                    <a:pt x="7701455" y="2328386"/>
                  </a:lnTo>
                  <a:lnTo>
                    <a:pt x="7700600" y="2328386"/>
                  </a:lnTo>
                  <a:lnTo>
                    <a:pt x="7699744" y="2328386"/>
                  </a:lnTo>
                  <a:lnTo>
                    <a:pt x="7698889" y="2328386"/>
                  </a:lnTo>
                  <a:lnTo>
                    <a:pt x="7698033" y="2328386"/>
                  </a:lnTo>
                  <a:lnTo>
                    <a:pt x="7697178" y="2328386"/>
                  </a:lnTo>
                  <a:lnTo>
                    <a:pt x="7696322" y="2328386"/>
                  </a:lnTo>
                  <a:lnTo>
                    <a:pt x="7695467" y="2328386"/>
                  </a:lnTo>
                  <a:lnTo>
                    <a:pt x="7694611" y="2328386"/>
                  </a:lnTo>
                  <a:lnTo>
                    <a:pt x="7693756" y="2328386"/>
                  </a:lnTo>
                  <a:lnTo>
                    <a:pt x="7692900" y="2328386"/>
                  </a:lnTo>
                  <a:lnTo>
                    <a:pt x="7692045" y="2328386"/>
                  </a:lnTo>
                  <a:lnTo>
                    <a:pt x="7691189" y="2328386"/>
                  </a:lnTo>
                  <a:lnTo>
                    <a:pt x="7690334" y="2328386"/>
                  </a:lnTo>
                  <a:lnTo>
                    <a:pt x="7689478" y="2328386"/>
                  </a:lnTo>
                  <a:lnTo>
                    <a:pt x="7688622" y="2328386"/>
                  </a:lnTo>
                  <a:lnTo>
                    <a:pt x="7687767" y="2328386"/>
                  </a:lnTo>
                  <a:lnTo>
                    <a:pt x="7686911" y="2328386"/>
                  </a:lnTo>
                  <a:lnTo>
                    <a:pt x="7686056" y="2328386"/>
                  </a:lnTo>
                  <a:lnTo>
                    <a:pt x="7685200" y="2328386"/>
                  </a:lnTo>
                  <a:lnTo>
                    <a:pt x="7684345" y="2328386"/>
                  </a:lnTo>
                  <a:lnTo>
                    <a:pt x="7683489" y="2328386"/>
                  </a:lnTo>
                  <a:lnTo>
                    <a:pt x="7682634" y="2328386"/>
                  </a:lnTo>
                  <a:lnTo>
                    <a:pt x="7681778" y="2328386"/>
                  </a:lnTo>
                  <a:lnTo>
                    <a:pt x="7680923" y="2328386"/>
                  </a:lnTo>
                  <a:lnTo>
                    <a:pt x="7680067" y="2328386"/>
                  </a:lnTo>
                  <a:lnTo>
                    <a:pt x="7679212" y="2328386"/>
                  </a:lnTo>
                  <a:lnTo>
                    <a:pt x="7678356" y="2328386"/>
                  </a:lnTo>
                  <a:lnTo>
                    <a:pt x="7677501" y="2328386"/>
                  </a:lnTo>
                  <a:lnTo>
                    <a:pt x="7676645" y="2328386"/>
                  </a:lnTo>
                  <a:lnTo>
                    <a:pt x="7675790" y="2328386"/>
                  </a:lnTo>
                  <a:lnTo>
                    <a:pt x="7674934" y="2328386"/>
                  </a:lnTo>
                  <a:lnTo>
                    <a:pt x="7674079" y="2328386"/>
                  </a:lnTo>
                  <a:lnTo>
                    <a:pt x="7673223" y="2328386"/>
                  </a:lnTo>
                  <a:lnTo>
                    <a:pt x="7672367" y="2328386"/>
                  </a:lnTo>
                  <a:lnTo>
                    <a:pt x="7671512" y="2328386"/>
                  </a:lnTo>
                  <a:lnTo>
                    <a:pt x="7670656" y="2328386"/>
                  </a:lnTo>
                  <a:lnTo>
                    <a:pt x="7669801" y="2328386"/>
                  </a:lnTo>
                  <a:lnTo>
                    <a:pt x="7668945" y="2328386"/>
                  </a:lnTo>
                  <a:lnTo>
                    <a:pt x="7668090" y="2328386"/>
                  </a:lnTo>
                  <a:lnTo>
                    <a:pt x="7667234" y="2328386"/>
                  </a:lnTo>
                  <a:lnTo>
                    <a:pt x="7666379" y="2328386"/>
                  </a:lnTo>
                  <a:lnTo>
                    <a:pt x="7665523" y="2328386"/>
                  </a:lnTo>
                  <a:lnTo>
                    <a:pt x="7664668" y="2328386"/>
                  </a:lnTo>
                  <a:lnTo>
                    <a:pt x="7663812" y="2328386"/>
                  </a:lnTo>
                  <a:lnTo>
                    <a:pt x="7662957" y="2328386"/>
                  </a:lnTo>
                  <a:lnTo>
                    <a:pt x="7662101" y="2328386"/>
                  </a:lnTo>
                  <a:lnTo>
                    <a:pt x="7661246" y="2328386"/>
                  </a:lnTo>
                  <a:lnTo>
                    <a:pt x="7660390" y="2328386"/>
                  </a:lnTo>
                  <a:lnTo>
                    <a:pt x="7659535" y="2328386"/>
                  </a:lnTo>
                  <a:lnTo>
                    <a:pt x="7658679" y="2328386"/>
                  </a:lnTo>
                  <a:lnTo>
                    <a:pt x="7657823" y="2328386"/>
                  </a:lnTo>
                  <a:lnTo>
                    <a:pt x="7656968" y="2328386"/>
                  </a:lnTo>
                  <a:lnTo>
                    <a:pt x="7656112" y="2328386"/>
                  </a:lnTo>
                  <a:lnTo>
                    <a:pt x="7655257" y="2328386"/>
                  </a:lnTo>
                  <a:lnTo>
                    <a:pt x="7654401" y="2328386"/>
                  </a:lnTo>
                  <a:lnTo>
                    <a:pt x="7653546" y="2328386"/>
                  </a:lnTo>
                  <a:lnTo>
                    <a:pt x="7652690" y="2328386"/>
                  </a:lnTo>
                  <a:lnTo>
                    <a:pt x="7651835" y="2328386"/>
                  </a:lnTo>
                  <a:lnTo>
                    <a:pt x="7650979" y="2328386"/>
                  </a:lnTo>
                  <a:lnTo>
                    <a:pt x="7650124" y="2328386"/>
                  </a:lnTo>
                  <a:lnTo>
                    <a:pt x="7649268" y="2328386"/>
                  </a:lnTo>
                  <a:lnTo>
                    <a:pt x="7648413" y="2328386"/>
                  </a:lnTo>
                  <a:lnTo>
                    <a:pt x="7647557" y="2328386"/>
                  </a:lnTo>
                  <a:lnTo>
                    <a:pt x="7646702" y="2328386"/>
                  </a:lnTo>
                  <a:lnTo>
                    <a:pt x="7645846" y="2328386"/>
                  </a:lnTo>
                  <a:lnTo>
                    <a:pt x="7644991" y="2328386"/>
                  </a:lnTo>
                  <a:lnTo>
                    <a:pt x="7644135" y="2328386"/>
                  </a:lnTo>
                  <a:lnTo>
                    <a:pt x="7643280" y="2328386"/>
                  </a:lnTo>
                  <a:lnTo>
                    <a:pt x="7642424" y="2328386"/>
                  </a:lnTo>
                  <a:lnTo>
                    <a:pt x="7641568" y="2328386"/>
                  </a:lnTo>
                  <a:lnTo>
                    <a:pt x="7640713" y="2328386"/>
                  </a:lnTo>
                  <a:lnTo>
                    <a:pt x="7639857" y="2328386"/>
                  </a:lnTo>
                  <a:lnTo>
                    <a:pt x="7639002" y="2328386"/>
                  </a:lnTo>
                  <a:lnTo>
                    <a:pt x="7638146" y="2328386"/>
                  </a:lnTo>
                  <a:lnTo>
                    <a:pt x="7637291" y="2328386"/>
                  </a:lnTo>
                  <a:lnTo>
                    <a:pt x="7636435" y="2328386"/>
                  </a:lnTo>
                  <a:lnTo>
                    <a:pt x="7635580" y="2328386"/>
                  </a:lnTo>
                  <a:lnTo>
                    <a:pt x="7634724" y="2328386"/>
                  </a:lnTo>
                  <a:lnTo>
                    <a:pt x="7633869" y="2328386"/>
                  </a:lnTo>
                  <a:lnTo>
                    <a:pt x="7633013" y="2328386"/>
                  </a:lnTo>
                  <a:lnTo>
                    <a:pt x="7632158" y="2328386"/>
                  </a:lnTo>
                  <a:lnTo>
                    <a:pt x="7631302" y="2328386"/>
                  </a:lnTo>
                  <a:lnTo>
                    <a:pt x="7630447" y="2328386"/>
                  </a:lnTo>
                  <a:lnTo>
                    <a:pt x="7629591" y="2328386"/>
                  </a:lnTo>
                  <a:lnTo>
                    <a:pt x="7628736" y="2328386"/>
                  </a:lnTo>
                  <a:lnTo>
                    <a:pt x="7627880" y="2328386"/>
                  </a:lnTo>
                  <a:lnTo>
                    <a:pt x="7627025" y="2328386"/>
                  </a:lnTo>
                  <a:lnTo>
                    <a:pt x="7626169" y="2328386"/>
                  </a:lnTo>
                  <a:lnTo>
                    <a:pt x="7625313" y="2328386"/>
                  </a:lnTo>
                  <a:lnTo>
                    <a:pt x="7624458" y="2328386"/>
                  </a:lnTo>
                  <a:lnTo>
                    <a:pt x="7623602" y="2328386"/>
                  </a:lnTo>
                  <a:lnTo>
                    <a:pt x="7622747" y="2328386"/>
                  </a:lnTo>
                  <a:lnTo>
                    <a:pt x="7621891" y="2328386"/>
                  </a:lnTo>
                  <a:lnTo>
                    <a:pt x="7621036" y="2328386"/>
                  </a:lnTo>
                  <a:lnTo>
                    <a:pt x="7620180" y="2328386"/>
                  </a:lnTo>
                  <a:lnTo>
                    <a:pt x="7619325" y="2328386"/>
                  </a:lnTo>
                  <a:lnTo>
                    <a:pt x="7618469" y="2328386"/>
                  </a:lnTo>
                  <a:lnTo>
                    <a:pt x="7617614" y="2328386"/>
                  </a:lnTo>
                  <a:lnTo>
                    <a:pt x="7616758" y="2328386"/>
                  </a:lnTo>
                  <a:lnTo>
                    <a:pt x="7615903" y="2328386"/>
                  </a:lnTo>
                  <a:lnTo>
                    <a:pt x="7615047" y="2328386"/>
                  </a:lnTo>
                  <a:lnTo>
                    <a:pt x="7614192" y="2328386"/>
                  </a:lnTo>
                  <a:lnTo>
                    <a:pt x="7613336" y="2328386"/>
                  </a:lnTo>
                  <a:lnTo>
                    <a:pt x="7612481" y="2328386"/>
                  </a:lnTo>
                  <a:lnTo>
                    <a:pt x="7611625" y="2328386"/>
                  </a:lnTo>
                  <a:lnTo>
                    <a:pt x="7610769" y="2328386"/>
                  </a:lnTo>
                  <a:lnTo>
                    <a:pt x="7609914" y="2328386"/>
                  </a:lnTo>
                  <a:lnTo>
                    <a:pt x="7609058" y="2328386"/>
                  </a:lnTo>
                  <a:lnTo>
                    <a:pt x="7608203" y="2328386"/>
                  </a:lnTo>
                  <a:lnTo>
                    <a:pt x="7607347" y="2328386"/>
                  </a:lnTo>
                  <a:lnTo>
                    <a:pt x="7606492" y="2328386"/>
                  </a:lnTo>
                  <a:lnTo>
                    <a:pt x="7605636" y="2328386"/>
                  </a:lnTo>
                  <a:lnTo>
                    <a:pt x="7604781" y="2328386"/>
                  </a:lnTo>
                  <a:lnTo>
                    <a:pt x="7603925" y="2328386"/>
                  </a:lnTo>
                  <a:lnTo>
                    <a:pt x="7603070" y="2328386"/>
                  </a:lnTo>
                  <a:lnTo>
                    <a:pt x="7602214" y="2328386"/>
                  </a:lnTo>
                  <a:lnTo>
                    <a:pt x="7601359" y="2328386"/>
                  </a:lnTo>
                  <a:lnTo>
                    <a:pt x="7600503" y="2328386"/>
                  </a:lnTo>
                  <a:lnTo>
                    <a:pt x="7599648" y="2328386"/>
                  </a:lnTo>
                  <a:lnTo>
                    <a:pt x="7598792" y="2328386"/>
                  </a:lnTo>
                  <a:lnTo>
                    <a:pt x="7597937" y="2328386"/>
                  </a:lnTo>
                  <a:lnTo>
                    <a:pt x="7597081" y="2328386"/>
                  </a:lnTo>
                  <a:lnTo>
                    <a:pt x="7596226" y="2328386"/>
                  </a:lnTo>
                  <a:lnTo>
                    <a:pt x="7595370" y="2328386"/>
                  </a:lnTo>
                  <a:lnTo>
                    <a:pt x="7594514" y="2328386"/>
                  </a:lnTo>
                  <a:lnTo>
                    <a:pt x="7593659" y="2328386"/>
                  </a:lnTo>
                  <a:lnTo>
                    <a:pt x="7592803" y="2328386"/>
                  </a:lnTo>
                  <a:lnTo>
                    <a:pt x="7591948" y="2328386"/>
                  </a:lnTo>
                  <a:lnTo>
                    <a:pt x="7591092" y="2328386"/>
                  </a:lnTo>
                  <a:lnTo>
                    <a:pt x="7590237" y="2328386"/>
                  </a:lnTo>
                  <a:lnTo>
                    <a:pt x="7589381" y="2328386"/>
                  </a:lnTo>
                  <a:lnTo>
                    <a:pt x="7588526" y="2328386"/>
                  </a:lnTo>
                  <a:lnTo>
                    <a:pt x="7587670" y="2328386"/>
                  </a:lnTo>
                  <a:lnTo>
                    <a:pt x="7586815" y="2328386"/>
                  </a:lnTo>
                  <a:lnTo>
                    <a:pt x="7585959" y="2328386"/>
                  </a:lnTo>
                  <a:lnTo>
                    <a:pt x="7585104" y="2328386"/>
                  </a:lnTo>
                  <a:lnTo>
                    <a:pt x="7584248" y="2328386"/>
                  </a:lnTo>
                  <a:lnTo>
                    <a:pt x="7583393" y="2328386"/>
                  </a:lnTo>
                  <a:lnTo>
                    <a:pt x="7582537" y="2328386"/>
                  </a:lnTo>
                  <a:lnTo>
                    <a:pt x="7581682" y="2328386"/>
                  </a:lnTo>
                  <a:lnTo>
                    <a:pt x="7580826" y="2328386"/>
                  </a:lnTo>
                  <a:lnTo>
                    <a:pt x="7579971" y="2328386"/>
                  </a:lnTo>
                  <a:lnTo>
                    <a:pt x="7579115" y="2328386"/>
                  </a:lnTo>
                  <a:lnTo>
                    <a:pt x="7578259" y="2328386"/>
                  </a:lnTo>
                  <a:lnTo>
                    <a:pt x="7577404" y="2328386"/>
                  </a:lnTo>
                  <a:lnTo>
                    <a:pt x="7576548" y="2328386"/>
                  </a:lnTo>
                  <a:lnTo>
                    <a:pt x="7575693" y="2328386"/>
                  </a:lnTo>
                  <a:lnTo>
                    <a:pt x="7574837" y="2328386"/>
                  </a:lnTo>
                  <a:lnTo>
                    <a:pt x="7573982" y="2328386"/>
                  </a:lnTo>
                  <a:lnTo>
                    <a:pt x="7573126" y="2328386"/>
                  </a:lnTo>
                  <a:lnTo>
                    <a:pt x="7572271" y="2328386"/>
                  </a:lnTo>
                  <a:lnTo>
                    <a:pt x="7571415" y="2328386"/>
                  </a:lnTo>
                  <a:lnTo>
                    <a:pt x="7570560" y="2328386"/>
                  </a:lnTo>
                  <a:lnTo>
                    <a:pt x="7569704" y="2328386"/>
                  </a:lnTo>
                  <a:lnTo>
                    <a:pt x="7568849" y="2328386"/>
                  </a:lnTo>
                  <a:lnTo>
                    <a:pt x="7567993" y="2328386"/>
                  </a:lnTo>
                  <a:lnTo>
                    <a:pt x="7567138" y="2328386"/>
                  </a:lnTo>
                  <a:lnTo>
                    <a:pt x="7566282" y="2328386"/>
                  </a:lnTo>
                  <a:lnTo>
                    <a:pt x="7565427" y="2328386"/>
                  </a:lnTo>
                  <a:lnTo>
                    <a:pt x="7564571" y="2328386"/>
                  </a:lnTo>
                  <a:lnTo>
                    <a:pt x="7563715" y="2328386"/>
                  </a:lnTo>
                  <a:lnTo>
                    <a:pt x="7562860" y="2328386"/>
                  </a:lnTo>
                  <a:lnTo>
                    <a:pt x="7562004" y="2328386"/>
                  </a:lnTo>
                  <a:lnTo>
                    <a:pt x="7561149" y="2328386"/>
                  </a:lnTo>
                  <a:lnTo>
                    <a:pt x="7560293" y="2328386"/>
                  </a:lnTo>
                  <a:lnTo>
                    <a:pt x="7559438" y="2328386"/>
                  </a:lnTo>
                  <a:lnTo>
                    <a:pt x="7558582" y="2328386"/>
                  </a:lnTo>
                  <a:lnTo>
                    <a:pt x="7557727" y="2328386"/>
                  </a:lnTo>
                  <a:lnTo>
                    <a:pt x="7556871" y="2328386"/>
                  </a:lnTo>
                  <a:lnTo>
                    <a:pt x="7556016" y="2328386"/>
                  </a:lnTo>
                  <a:lnTo>
                    <a:pt x="7555160" y="2328386"/>
                  </a:lnTo>
                  <a:lnTo>
                    <a:pt x="7554305" y="2328386"/>
                  </a:lnTo>
                  <a:lnTo>
                    <a:pt x="7553449" y="2328386"/>
                  </a:lnTo>
                  <a:lnTo>
                    <a:pt x="7552594" y="2328386"/>
                  </a:lnTo>
                  <a:lnTo>
                    <a:pt x="7551738" y="2328386"/>
                  </a:lnTo>
                  <a:lnTo>
                    <a:pt x="7550883" y="2328386"/>
                  </a:lnTo>
                  <a:lnTo>
                    <a:pt x="7550027" y="2328386"/>
                  </a:lnTo>
                  <a:lnTo>
                    <a:pt x="7549172" y="2328386"/>
                  </a:lnTo>
                  <a:lnTo>
                    <a:pt x="7548316" y="2328386"/>
                  </a:lnTo>
                  <a:lnTo>
                    <a:pt x="7547460" y="2328386"/>
                  </a:lnTo>
                  <a:lnTo>
                    <a:pt x="7546605" y="2328386"/>
                  </a:lnTo>
                  <a:lnTo>
                    <a:pt x="7545749" y="2328386"/>
                  </a:lnTo>
                  <a:lnTo>
                    <a:pt x="7544894" y="2328386"/>
                  </a:lnTo>
                  <a:lnTo>
                    <a:pt x="7544038" y="2328386"/>
                  </a:lnTo>
                  <a:lnTo>
                    <a:pt x="7543183" y="2328386"/>
                  </a:lnTo>
                  <a:lnTo>
                    <a:pt x="7542327" y="2328386"/>
                  </a:lnTo>
                  <a:lnTo>
                    <a:pt x="7541472" y="2328386"/>
                  </a:lnTo>
                  <a:lnTo>
                    <a:pt x="7540616" y="2328386"/>
                  </a:lnTo>
                  <a:lnTo>
                    <a:pt x="7539761" y="2328386"/>
                  </a:lnTo>
                  <a:lnTo>
                    <a:pt x="7538905" y="2328386"/>
                  </a:lnTo>
                  <a:lnTo>
                    <a:pt x="7538050" y="2328386"/>
                  </a:lnTo>
                  <a:lnTo>
                    <a:pt x="7537194" y="2328386"/>
                  </a:lnTo>
                  <a:lnTo>
                    <a:pt x="7536339" y="2328386"/>
                  </a:lnTo>
                  <a:lnTo>
                    <a:pt x="7535483" y="2328386"/>
                  </a:lnTo>
                  <a:lnTo>
                    <a:pt x="7534628" y="2328386"/>
                  </a:lnTo>
                  <a:lnTo>
                    <a:pt x="7533772" y="2328386"/>
                  </a:lnTo>
                  <a:lnTo>
                    <a:pt x="7532917" y="2328386"/>
                  </a:lnTo>
                  <a:lnTo>
                    <a:pt x="7532061" y="2328386"/>
                  </a:lnTo>
                  <a:lnTo>
                    <a:pt x="7531205" y="2328386"/>
                  </a:lnTo>
                  <a:lnTo>
                    <a:pt x="7530350" y="2328386"/>
                  </a:lnTo>
                  <a:lnTo>
                    <a:pt x="7529494" y="2328386"/>
                  </a:lnTo>
                  <a:lnTo>
                    <a:pt x="7528639" y="2328386"/>
                  </a:lnTo>
                  <a:lnTo>
                    <a:pt x="7527783" y="2328386"/>
                  </a:lnTo>
                  <a:lnTo>
                    <a:pt x="7526928" y="2328386"/>
                  </a:lnTo>
                  <a:lnTo>
                    <a:pt x="7526072" y="2328386"/>
                  </a:lnTo>
                  <a:lnTo>
                    <a:pt x="7525217" y="2328386"/>
                  </a:lnTo>
                  <a:lnTo>
                    <a:pt x="7524361" y="2328386"/>
                  </a:lnTo>
                  <a:lnTo>
                    <a:pt x="7523506" y="2328386"/>
                  </a:lnTo>
                  <a:lnTo>
                    <a:pt x="7522650" y="2328386"/>
                  </a:lnTo>
                  <a:lnTo>
                    <a:pt x="7521795" y="2328386"/>
                  </a:lnTo>
                  <a:lnTo>
                    <a:pt x="7520939" y="2328386"/>
                  </a:lnTo>
                  <a:lnTo>
                    <a:pt x="7520084" y="2328386"/>
                  </a:lnTo>
                  <a:lnTo>
                    <a:pt x="7519228" y="2328386"/>
                  </a:lnTo>
                  <a:lnTo>
                    <a:pt x="7518373" y="2328386"/>
                  </a:lnTo>
                  <a:lnTo>
                    <a:pt x="7517517" y="2328386"/>
                  </a:lnTo>
                  <a:lnTo>
                    <a:pt x="7516662" y="2328386"/>
                  </a:lnTo>
                  <a:lnTo>
                    <a:pt x="7515806" y="2328386"/>
                  </a:lnTo>
                  <a:lnTo>
                    <a:pt x="7514950" y="2328386"/>
                  </a:lnTo>
                  <a:lnTo>
                    <a:pt x="7514095" y="2328386"/>
                  </a:lnTo>
                  <a:lnTo>
                    <a:pt x="7513239" y="2328386"/>
                  </a:lnTo>
                  <a:lnTo>
                    <a:pt x="7512384" y="2328386"/>
                  </a:lnTo>
                  <a:lnTo>
                    <a:pt x="7511528" y="2328386"/>
                  </a:lnTo>
                  <a:lnTo>
                    <a:pt x="7510673" y="2328386"/>
                  </a:lnTo>
                  <a:lnTo>
                    <a:pt x="7509817" y="2328386"/>
                  </a:lnTo>
                  <a:lnTo>
                    <a:pt x="7508962" y="2328386"/>
                  </a:lnTo>
                  <a:lnTo>
                    <a:pt x="7508106" y="2328386"/>
                  </a:lnTo>
                  <a:lnTo>
                    <a:pt x="7507251" y="2328386"/>
                  </a:lnTo>
                  <a:lnTo>
                    <a:pt x="7506395" y="2328386"/>
                  </a:lnTo>
                  <a:lnTo>
                    <a:pt x="7505540" y="2328386"/>
                  </a:lnTo>
                  <a:lnTo>
                    <a:pt x="7504684" y="2328386"/>
                  </a:lnTo>
                  <a:lnTo>
                    <a:pt x="7503829" y="2328386"/>
                  </a:lnTo>
                  <a:lnTo>
                    <a:pt x="7502973" y="2328386"/>
                  </a:lnTo>
                  <a:lnTo>
                    <a:pt x="7502118" y="2328386"/>
                  </a:lnTo>
                  <a:lnTo>
                    <a:pt x="7501262" y="2328386"/>
                  </a:lnTo>
                  <a:lnTo>
                    <a:pt x="7500406" y="2328386"/>
                  </a:lnTo>
                  <a:lnTo>
                    <a:pt x="7499551" y="2328386"/>
                  </a:lnTo>
                  <a:lnTo>
                    <a:pt x="7498695" y="2328386"/>
                  </a:lnTo>
                  <a:lnTo>
                    <a:pt x="7497840" y="2328386"/>
                  </a:lnTo>
                  <a:lnTo>
                    <a:pt x="7496984" y="2328386"/>
                  </a:lnTo>
                  <a:lnTo>
                    <a:pt x="7496129" y="2328386"/>
                  </a:lnTo>
                  <a:lnTo>
                    <a:pt x="7495273" y="2328386"/>
                  </a:lnTo>
                  <a:lnTo>
                    <a:pt x="7494418" y="2328386"/>
                  </a:lnTo>
                  <a:lnTo>
                    <a:pt x="7493562" y="2328386"/>
                  </a:lnTo>
                  <a:lnTo>
                    <a:pt x="7492707" y="2328386"/>
                  </a:lnTo>
                  <a:lnTo>
                    <a:pt x="7491851" y="2328386"/>
                  </a:lnTo>
                  <a:lnTo>
                    <a:pt x="7490996" y="2328386"/>
                  </a:lnTo>
                  <a:lnTo>
                    <a:pt x="7490140" y="2328386"/>
                  </a:lnTo>
                  <a:lnTo>
                    <a:pt x="7489285" y="2328386"/>
                  </a:lnTo>
                  <a:lnTo>
                    <a:pt x="7488429" y="2328386"/>
                  </a:lnTo>
                  <a:lnTo>
                    <a:pt x="7487574" y="2328386"/>
                  </a:lnTo>
                  <a:lnTo>
                    <a:pt x="7486718" y="2328386"/>
                  </a:lnTo>
                  <a:lnTo>
                    <a:pt x="7485863" y="2328386"/>
                  </a:lnTo>
                  <a:lnTo>
                    <a:pt x="7485007" y="2328386"/>
                  </a:lnTo>
                  <a:lnTo>
                    <a:pt x="7484151" y="2328386"/>
                  </a:lnTo>
                  <a:lnTo>
                    <a:pt x="7483296" y="2328386"/>
                  </a:lnTo>
                  <a:lnTo>
                    <a:pt x="7482440" y="2328386"/>
                  </a:lnTo>
                  <a:lnTo>
                    <a:pt x="7481585" y="2328386"/>
                  </a:lnTo>
                  <a:lnTo>
                    <a:pt x="7480729" y="2328386"/>
                  </a:lnTo>
                  <a:lnTo>
                    <a:pt x="7479874" y="2328386"/>
                  </a:lnTo>
                  <a:lnTo>
                    <a:pt x="7479018" y="2328386"/>
                  </a:lnTo>
                  <a:lnTo>
                    <a:pt x="7478163" y="2328386"/>
                  </a:lnTo>
                  <a:lnTo>
                    <a:pt x="7477307" y="2328386"/>
                  </a:lnTo>
                  <a:lnTo>
                    <a:pt x="7476452" y="2328386"/>
                  </a:lnTo>
                  <a:lnTo>
                    <a:pt x="7475596" y="2328386"/>
                  </a:lnTo>
                  <a:lnTo>
                    <a:pt x="7474741" y="2328386"/>
                  </a:lnTo>
                  <a:lnTo>
                    <a:pt x="7473885" y="2328386"/>
                  </a:lnTo>
                  <a:lnTo>
                    <a:pt x="7473030" y="2328386"/>
                  </a:lnTo>
                  <a:lnTo>
                    <a:pt x="7472174" y="2328386"/>
                  </a:lnTo>
                  <a:lnTo>
                    <a:pt x="7471319" y="2328386"/>
                  </a:lnTo>
                  <a:lnTo>
                    <a:pt x="7470463" y="2328386"/>
                  </a:lnTo>
                  <a:lnTo>
                    <a:pt x="7469608" y="2328386"/>
                  </a:lnTo>
                  <a:lnTo>
                    <a:pt x="7468752" y="2328386"/>
                  </a:lnTo>
                  <a:lnTo>
                    <a:pt x="7467896" y="2328386"/>
                  </a:lnTo>
                  <a:lnTo>
                    <a:pt x="7467041" y="2328386"/>
                  </a:lnTo>
                  <a:lnTo>
                    <a:pt x="7466185" y="2328386"/>
                  </a:lnTo>
                  <a:lnTo>
                    <a:pt x="7465330" y="2328386"/>
                  </a:lnTo>
                  <a:lnTo>
                    <a:pt x="7464474" y="2328386"/>
                  </a:lnTo>
                  <a:lnTo>
                    <a:pt x="7463619" y="2328386"/>
                  </a:lnTo>
                  <a:lnTo>
                    <a:pt x="7462763" y="2328386"/>
                  </a:lnTo>
                  <a:lnTo>
                    <a:pt x="7461908" y="2328386"/>
                  </a:lnTo>
                  <a:lnTo>
                    <a:pt x="7461052" y="2328386"/>
                  </a:lnTo>
                  <a:lnTo>
                    <a:pt x="7460197" y="2328386"/>
                  </a:lnTo>
                  <a:lnTo>
                    <a:pt x="7459341" y="2328386"/>
                  </a:lnTo>
                  <a:lnTo>
                    <a:pt x="7458486" y="2328386"/>
                  </a:lnTo>
                  <a:lnTo>
                    <a:pt x="7457630" y="2328386"/>
                  </a:lnTo>
                  <a:lnTo>
                    <a:pt x="7456775" y="2328386"/>
                  </a:lnTo>
                  <a:lnTo>
                    <a:pt x="7455919" y="2328386"/>
                  </a:lnTo>
                  <a:lnTo>
                    <a:pt x="7455064" y="2328386"/>
                  </a:lnTo>
                  <a:lnTo>
                    <a:pt x="7454208" y="2328386"/>
                  </a:lnTo>
                  <a:lnTo>
                    <a:pt x="7453352" y="2328386"/>
                  </a:lnTo>
                  <a:lnTo>
                    <a:pt x="7452497" y="2328386"/>
                  </a:lnTo>
                  <a:lnTo>
                    <a:pt x="7451641" y="2328386"/>
                  </a:lnTo>
                  <a:lnTo>
                    <a:pt x="7450786" y="2328386"/>
                  </a:lnTo>
                  <a:lnTo>
                    <a:pt x="7449930" y="2328386"/>
                  </a:lnTo>
                  <a:lnTo>
                    <a:pt x="7449075" y="2328386"/>
                  </a:lnTo>
                  <a:lnTo>
                    <a:pt x="7448219" y="2328386"/>
                  </a:lnTo>
                  <a:lnTo>
                    <a:pt x="7447364" y="2328386"/>
                  </a:lnTo>
                  <a:lnTo>
                    <a:pt x="7446508" y="2328386"/>
                  </a:lnTo>
                  <a:lnTo>
                    <a:pt x="7445653" y="2328386"/>
                  </a:lnTo>
                  <a:lnTo>
                    <a:pt x="7444797" y="2328386"/>
                  </a:lnTo>
                  <a:lnTo>
                    <a:pt x="7443942" y="2328386"/>
                  </a:lnTo>
                  <a:lnTo>
                    <a:pt x="7443086" y="2328386"/>
                  </a:lnTo>
                  <a:lnTo>
                    <a:pt x="7442231" y="2328386"/>
                  </a:lnTo>
                  <a:lnTo>
                    <a:pt x="7441375" y="2328386"/>
                  </a:lnTo>
                  <a:lnTo>
                    <a:pt x="7440520" y="2328386"/>
                  </a:lnTo>
                  <a:lnTo>
                    <a:pt x="7439664" y="2328386"/>
                  </a:lnTo>
                  <a:lnTo>
                    <a:pt x="7438809" y="2328386"/>
                  </a:lnTo>
                  <a:lnTo>
                    <a:pt x="7437953" y="2328386"/>
                  </a:lnTo>
                  <a:lnTo>
                    <a:pt x="7437097" y="2328386"/>
                  </a:lnTo>
                  <a:lnTo>
                    <a:pt x="7436242" y="2328386"/>
                  </a:lnTo>
                  <a:lnTo>
                    <a:pt x="7435386" y="2328386"/>
                  </a:lnTo>
                  <a:lnTo>
                    <a:pt x="7434531" y="2328386"/>
                  </a:lnTo>
                  <a:lnTo>
                    <a:pt x="7433675" y="2328386"/>
                  </a:lnTo>
                  <a:lnTo>
                    <a:pt x="7432820" y="2328386"/>
                  </a:lnTo>
                  <a:lnTo>
                    <a:pt x="7431964" y="2328386"/>
                  </a:lnTo>
                  <a:lnTo>
                    <a:pt x="7431109" y="2328386"/>
                  </a:lnTo>
                  <a:lnTo>
                    <a:pt x="7430253" y="2328386"/>
                  </a:lnTo>
                  <a:lnTo>
                    <a:pt x="7429398" y="2328386"/>
                  </a:lnTo>
                  <a:lnTo>
                    <a:pt x="7428542" y="2328386"/>
                  </a:lnTo>
                  <a:lnTo>
                    <a:pt x="7427687" y="2328386"/>
                  </a:lnTo>
                  <a:lnTo>
                    <a:pt x="7426831" y="2328386"/>
                  </a:lnTo>
                  <a:lnTo>
                    <a:pt x="7425976" y="2328386"/>
                  </a:lnTo>
                  <a:lnTo>
                    <a:pt x="7425120" y="2328386"/>
                  </a:lnTo>
                  <a:lnTo>
                    <a:pt x="7424265" y="2328386"/>
                  </a:lnTo>
                  <a:lnTo>
                    <a:pt x="7423409" y="2328386"/>
                  </a:lnTo>
                  <a:lnTo>
                    <a:pt x="7422554" y="2328386"/>
                  </a:lnTo>
                  <a:lnTo>
                    <a:pt x="7421698" y="2328386"/>
                  </a:lnTo>
                  <a:lnTo>
                    <a:pt x="7420842" y="2328386"/>
                  </a:lnTo>
                  <a:lnTo>
                    <a:pt x="7419987" y="2328386"/>
                  </a:lnTo>
                  <a:lnTo>
                    <a:pt x="7419131" y="2328386"/>
                  </a:lnTo>
                  <a:lnTo>
                    <a:pt x="7418276" y="2328386"/>
                  </a:lnTo>
                  <a:lnTo>
                    <a:pt x="7417420" y="2328386"/>
                  </a:lnTo>
                  <a:lnTo>
                    <a:pt x="7416565" y="2328386"/>
                  </a:lnTo>
                  <a:lnTo>
                    <a:pt x="7415709" y="2328386"/>
                  </a:lnTo>
                  <a:lnTo>
                    <a:pt x="7414854" y="2328386"/>
                  </a:lnTo>
                  <a:lnTo>
                    <a:pt x="7413998" y="2328386"/>
                  </a:lnTo>
                  <a:lnTo>
                    <a:pt x="7413143" y="2328386"/>
                  </a:lnTo>
                  <a:lnTo>
                    <a:pt x="7412287" y="2328386"/>
                  </a:lnTo>
                  <a:lnTo>
                    <a:pt x="7411432" y="2328386"/>
                  </a:lnTo>
                  <a:lnTo>
                    <a:pt x="7410576" y="2328386"/>
                  </a:lnTo>
                  <a:lnTo>
                    <a:pt x="7409721" y="2328386"/>
                  </a:lnTo>
                  <a:lnTo>
                    <a:pt x="7408865" y="2328386"/>
                  </a:lnTo>
                  <a:lnTo>
                    <a:pt x="7408010" y="2328386"/>
                  </a:lnTo>
                  <a:lnTo>
                    <a:pt x="7407154" y="2328386"/>
                  </a:lnTo>
                  <a:lnTo>
                    <a:pt x="7406298" y="2328386"/>
                  </a:lnTo>
                  <a:lnTo>
                    <a:pt x="7405443" y="2328386"/>
                  </a:lnTo>
                  <a:lnTo>
                    <a:pt x="7404587" y="2328386"/>
                  </a:lnTo>
                  <a:lnTo>
                    <a:pt x="7403732" y="2328386"/>
                  </a:lnTo>
                  <a:lnTo>
                    <a:pt x="7402876" y="2328386"/>
                  </a:lnTo>
                  <a:lnTo>
                    <a:pt x="7402021" y="2328386"/>
                  </a:lnTo>
                  <a:lnTo>
                    <a:pt x="7401165" y="2328386"/>
                  </a:lnTo>
                  <a:lnTo>
                    <a:pt x="7400310" y="2328386"/>
                  </a:lnTo>
                  <a:lnTo>
                    <a:pt x="7399454" y="2328386"/>
                  </a:lnTo>
                  <a:lnTo>
                    <a:pt x="7398599" y="2328386"/>
                  </a:lnTo>
                  <a:lnTo>
                    <a:pt x="7397743" y="2328386"/>
                  </a:lnTo>
                  <a:lnTo>
                    <a:pt x="7396888" y="2328386"/>
                  </a:lnTo>
                  <a:lnTo>
                    <a:pt x="7396032" y="2328386"/>
                  </a:lnTo>
                  <a:lnTo>
                    <a:pt x="7395177" y="2328386"/>
                  </a:lnTo>
                  <a:lnTo>
                    <a:pt x="7394321" y="2328386"/>
                  </a:lnTo>
                  <a:lnTo>
                    <a:pt x="7393466" y="2328386"/>
                  </a:lnTo>
                  <a:lnTo>
                    <a:pt x="7392610" y="2328386"/>
                  </a:lnTo>
                  <a:lnTo>
                    <a:pt x="7391755" y="2328386"/>
                  </a:lnTo>
                  <a:lnTo>
                    <a:pt x="7390899" y="2328386"/>
                  </a:lnTo>
                  <a:lnTo>
                    <a:pt x="7390043" y="2328386"/>
                  </a:lnTo>
                  <a:lnTo>
                    <a:pt x="7389188" y="2328386"/>
                  </a:lnTo>
                  <a:lnTo>
                    <a:pt x="7388332" y="2328386"/>
                  </a:lnTo>
                  <a:lnTo>
                    <a:pt x="7387477" y="2328386"/>
                  </a:lnTo>
                  <a:lnTo>
                    <a:pt x="7386621" y="2328386"/>
                  </a:lnTo>
                  <a:lnTo>
                    <a:pt x="7385766" y="2328386"/>
                  </a:lnTo>
                  <a:lnTo>
                    <a:pt x="7384910" y="2328386"/>
                  </a:lnTo>
                  <a:lnTo>
                    <a:pt x="7384055" y="2328386"/>
                  </a:lnTo>
                  <a:lnTo>
                    <a:pt x="7383199" y="2328386"/>
                  </a:lnTo>
                  <a:lnTo>
                    <a:pt x="7382344" y="2328386"/>
                  </a:lnTo>
                  <a:lnTo>
                    <a:pt x="7381488" y="2328386"/>
                  </a:lnTo>
                  <a:lnTo>
                    <a:pt x="7380633" y="2328386"/>
                  </a:lnTo>
                  <a:lnTo>
                    <a:pt x="7379777" y="2328386"/>
                  </a:lnTo>
                  <a:lnTo>
                    <a:pt x="7378922" y="2328386"/>
                  </a:lnTo>
                  <a:lnTo>
                    <a:pt x="7378066" y="2328386"/>
                  </a:lnTo>
                  <a:lnTo>
                    <a:pt x="7377211" y="2328386"/>
                  </a:lnTo>
                  <a:lnTo>
                    <a:pt x="7376355" y="2328386"/>
                  </a:lnTo>
                  <a:lnTo>
                    <a:pt x="7375500" y="2328386"/>
                  </a:lnTo>
                  <a:lnTo>
                    <a:pt x="7374644" y="2328386"/>
                  </a:lnTo>
                  <a:lnTo>
                    <a:pt x="7373788" y="2328386"/>
                  </a:lnTo>
                  <a:lnTo>
                    <a:pt x="7372933" y="2328386"/>
                  </a:lnTo>
                  <a:lnTo>
                    <a:pt x="7372077" y="2328386"/>
                  </a:lnTo>
                  <a:lnTo>
                    <a:pt x="7371222" y="2328386"/>
                  </a:lnTo>
                  <a:lnTo>
                    <a:pt x="7370366" y="2328386"/>
                  </a:lnTo>
                  <a:lnTo>
                    <a:pt x="7369511" y="2328386"/>
                  </a:lnTo>
                  <a:lnTo>
                    <a:pt x="7368655" y="2328386"/>
                  </a:lnTo>
                  <a:lnTo>
                    <a:pt x="7367800" y="2328386"/>
                  </a:lnTo>
                  <a:lnTo>
                    <a:pt x="7366944" y="2328386"/>
                  </a:lnTo>
                  <a:lnTo>
                    <a:pt x="7366089" y="2328386"/>
                  </a:lnTo>
                  <a:lnTo>
                    <a:pt x="7365233" y="2328386"/>
                  </a:lnTo>
                  <a:lnTo>
                    <a:pt x="7364378" y="2328386"/>
                  </a:lnTo>
                  <a:lnTo>
                    <a:pt x="7363522" y="2328386"/>
                  </a:lnTo>
                  <a:lnTo>
                    <a:pt x="7362667" y="2328386"/>
                  </a:lnTo>
                  <a:lnTo>
                    <a:pt x="7361811" y="2328386"/>
                  </a:lnTo>
                  <a:lnTo>
                    <a:pt x="7360956" y="2328386"/>
                  </a:lnTo>
                  <a:lnTo>
                    <a:pt x="7360100" y="2328386"/>
                  </a:lnTo>
                  <a:lnTo>
                    <a:pt x="7359244" y="2328386"/>
                  </a:lnTo>
                  <a:lnTo>
                    <a:pt x="7358389" y="2328386"/>
                  </a:lnTo>
                  <a:lnTo>
                    <a:pt x="7357533" y="2328386"/>
                  </a:lnTo>
                  <a:lnTo>
                    <a:pt x="7356678" y="2328386"/>
                  </a:lnTo>
                  <a:lnTo>
                    <a:pt x="7355822" y="2328386"/>
                  </a:lnTo>
                  <a:lnTo>
                    <a:pt x="7354967" y="2328386"/>
                  </a:lnTo>
                  <a:lnTo>
                    <a:pt x="7354111" y="2328386"/>
                  </a:lnTo>
                  <a:lnTo>
                    <a:pt x="7353256" y="2328386"/>
                  </a:lnTo>
                  <a:lnTo>
                    <a:pt x="7352400" y="2328386"/>
                  </a:lnTo>
                  <a:lnTo>
                    <a:pt x="7351545" y="2328386"/>
                  </a:lnTo>
                  <a:lnTo>
                    <a:pt x="7350689" y="2328386"/>
                  </a:lnTo>
                  <a:lnTo>
                    <a:pt x="7349834" y="2328386"/>
                  </a:lnTo>
                  <a:lnTo>
                    <a:pt x="7348978" y="2328386"/>
                  </a:lnTo>
                  <a:lnTo>
                    <a:pt x="7348123" y="2328386"/>
                  </a:lnTo>
                  <a:lnTo>
                    <a:pt x="7347267" y="2328386"/>
                  </a:lnTo>
                  <a:lnTo>
                    <a:pt x="7346412" y="2328386"/>
                  </a:lnTo>
                  <a:lnTo>
                    <a:pt x="7345556" y="2328386"/>
                  </a:lnTo>
                  <a:lnTo>
                    <a:pt x="7344701" y="2328386"/>
                  </a:lnTo>
                  <a:lnTo>
                    <a:pt x="7343845" y="2328386"/>
                  </a:lnTo>
                  <a:lnTo>
                    <a:pt x="7342989" y="2328386"/>
                  </a:lnTo>
                  <a:lnTo>
                    <a:pt x="7342134" y="2328386"/>
                  </a:lnTo>
                  <a:lnTo>
                    <a:pt x="7341278" y="2328386"/>
                  </a:lnTo>
                  <a:lnTo>
                    <a:pt x="7340423" y="2328386"/>
                  </a:lnTo>
                  <a:lnTo>
                    <a:pt x="7339567" y="2328386"/>
                  </a:lnTo>
                  <a:lnTo>
                    <a:pt x="7338712" y="2328386"/>
                  </a:lnTo>
                  <a:lnTo>
                    <a:pt x="7337856" y="2328386"/>
                  </a:lnTo>
                  <a:lnTo>
                    <a:pt x="7337001" y="2328386"/>
                  </a:lnTo>
                  <a:lnTo>
                    <a:pt x="7336145" y="2328386"/>
                  </a:lnTo>
                  <a:lnTo>
                    <a:pt x="7335290" y="2328386"/>
                  </a:lnTo>
                  <a:lnTo>
                    <a:pt x="7334434" y="2328386"/>
                  </a:lnTo>
                  <a:lnTo>
                    <a:pt x="7333579" y="2328386"/>
                  </a:lnTo>
                  <a:lnTo>
                    <a:pt x="7332723" y="2328386"/>
                  </a:lnTo>
                  <a:lnTo>
                    <a:pt x="7331868" y="2328386"/>
                  </a:lnTo>
                  <a:lnTo>
                    <a:pt x="7331012" y="2328386"/>
                  </a:lnTo>
                  <a:lnTo>
                    <a:pt x="7330157" y="2328386"/>
                  </a:lnTo>
                  <a:lnTo>
                    <a:pt x="7329301" y="2328386"/>
                  </a:lnTo>
                  <a:lnTo>
                    <a:pt x="7328446" y="2328386"/>
                  </a:lnTo>
                  <a:lnTo>
                    <a:pt x="7327590" y="2328386"/>
                  </a:lnTo>
                  <a:lnTo>
                    <a:pt x="7326734" y="2328386"/>
                  </a:lnTo>
                  <a:lnTo>
                    <a:pt x="7325879" y="2328386"/>
                  </a:lnTo>
                  <a:lnTo>
                    <a:pt x="7325023" y="2328386"/>
                  </a:lnTo>
                  <a:lnTo>
                    <a:pt x="7324168" y="2328386"/>
                  </a:lnTo>
                  <a:lnTo>
                    <a:pt x="7323312" y="2328386"/>
                  </a:lnTo>
                  <a:lnTo>
                    <a:pt x="7322457" y="2328386"/>
                  </a:lnTo>
                  <a:lnTo>
                    <a:pt x="7321601" y="2328386"/>
                  </a:lnTo>
                  <a:lnTo>
                    <a:pt x="7320746" y="2328386"/>
                  </a:lnTo>
                  <a:lnTo>
                    <a:pt x="7319890" y="2328386"/>
                  </a:lnTo>
                  <a:lnTo>
                    <a:pt x="7319035" y="2328386"/>
                  </a:lnTo>
                  <a:lnTo>
                    <a:pt x="7318179" y="2328386"/>
                  </a:lnTo>
                  <a:lnTo>
                    <a:pt x="7317324" y="2328386"/>
                  </a:lnTo>
                  <a:lnTo>
                    <a:pt x="7316468" y="2328386"/>
                  </a:lnTo>
                  <a:lnTo>
                    <a:pt x="7315613" y="2328386"/>
                  </a:lnTo>
                  <a:lnTo>
                    <a:pt x="7314757" y="2328386"/>
                  </a:lnTo>
                  <a:lnTo>
                    <a:pt x="7313902" y="2328386"/>
                  </a:lnTo>
                  <a:lnTo>
                    <a:pt x="7313046" y="2328386"/>
                  </a:lnTo>
                  <a:lnTo>
                    <a:pt x="7312190" y="2328386"/>
                  </a:lnTo>
                  <a:lnTo>
                    <a:pt x="7311335" y="2328386"/>
                  </a:lnTo>
                  <a:lnTo>
                    <a:pt x="7310479" y="2328386"/>
                  </a:lnTo>
                  <a:lnTo>
                    <a:pt x="7309624" y="2328386"/>
                  </a:lnTo>
                  <a:lnTo>
                    <a:pt x="7308768" y="2328386"/>
                  </a:lnTo>
                  <a:lnTo>
                    <a:pt x="7307913" y="2328386"/>
                  </a:lnTo>
                  <a:lnTo>
                    <a:pt x="7307057" y="2328386"/>
                  </a:lnTo>
                  <a:lnTo>
                    <a:pt x="7306202" y="2328386"/>
                  </a:lnTo>
                  <a:lnTo>
                    <a:pt x="7305346" y="2328386"/>
                  </a:lnTo>
                  <a:lnTo>
                    <a:pt x="7304491" y="2328386"/>
                  </a:lnTo>
                  <a:lnTo>
                    <a:pt x="7303635" y="2328386"/>
                  </a:lnTo>
                  <a:lnTo>
                    <a:pt x="7302780" y="2328386"/>
                  </a:lnTo>
                  <a:lnTo>
                    <a:pt x="7301924" y="2328386"/>
                  </a:lnTo>
                  <a:lnTo>
                    <a:pt x="7301069" y="2328386"/>
                  </a:lnTo>
                  <a:lnTo>
                    <a:pt x="7300213" y="2328386"/>
                  </a:lnTo>
                  <a:lnTo>
                    <a:pt x="7299358" y="2328386"/>
                  </a:lnTo>
                  <a:lnTo>
                    <a:pt x="7298502" y="2328386"/>
                  </a:lnTo>
                  <a:lnTo>
                    <a:pt x="7297647" y="2328386"/>
                  </a:lnTo>
                  <a:lnTo>
                    <a:pt x="7296791" y="2328386"/>
                  </a:lnTo>
                  <a:lnTo>
                    <a:pt x="7295935" y="2328386"/>
                  </a:lnTo>
                  <a:lnTo>
                    <a:pt x="7295080" y="2328386"/>
                  </a:lnTo>
                  <a:lnTo>
                    <a:pt x="7294224" y="2328386"/>
                  </a:lnTo>
                  <a:lnTo>
                    <a:pt x="7293369" y="2328386"/>
                  </a:lnTo>
                  <a:lnTo>
                    <a:pt x="7292513" y="2328386"/>
                  </a:lnTo>
                  <a:lnTo>
                    <a:pt x="7291658" y="2328386"/>
                  </a:lnTo>
                  <a:lnTo>
                    <a:pt x="7290802" y="2328386"/>
                  </a:lnTo>
                  <a:lnTo>
                    <a:pt x="7289947" y="2328386"/>
                  </a:lnTo>
                  <a:lnTo>
                    <a:pt x="7289091" y="2328386"/>
                  </a:lnTo>
                  <a:lnTo>
                    <a:pt x="7288236" y="2328386"/>
                  </a:lnTo>
                  <a:lnTo>
                    <a:pt x="7287380" y="2328386"/>
                  </a:lnTo>
                  <a:lnTo>
                    <a:pt x="7286525" y="2328386"/>
                  </a:lnTo>
                  <a:lnTo>
                    <a:pt x="7285669" y="2328386"/>
                  </a:lnTo>
                  <a:lnTo>
                    <a:pt x="7284814" y="2328386"/>
                  </a:lnTo>
                  <a:lnTo>
                    <a:pt x="7283958" y="2328386"/>
                  </a:lnTo>
                  <a:lnTo>
                    <a:pt x="7283103" y="2328386"/>
                  </a:lnTo>
                  <a:lnTo>
                    <a:pt x="7282247" y="2328386"/>
                  </a:lnTo>
                  <a:lnTo>
                    <a:pt x="7281392" y="2328386"/>
                  </a:lnTo>
                  <a:lnTo>
                    <a:pt x="7280536" y="2328386"/>
                  </a:lnTo>
                  <a:lnTo>
                    <a:pt x="7279680" y="2328386"/>
                  </a:lnTo>
                  <a:lnTo>
                    <a:pt x="7278825" y="2328386"/>
                  </a:lnTo>
                  <a:lnTo>
                    <a:pt x="7277969" y="2328386"/>
                  </a:lnTo>
                  <a:lnTo>
                    <a:pt x="7277114" y="2328386"/>
                  </a:lnTo>
                  <a:lnTo>
                    <a:pt x="7276258" y="2328386"/>
                  </a:lnTo>
                  <a:lnTo>
                    <a:pt x="7275403" y="2328386"/>
                  </a:lnTo>
                  <a:lnTo>
                    <a:pt x="7274547" y="2328386"/>
                  </a:lnTo>
                  <a:lnTo>
                    <a:pt x="7273692" y="2328386"/>
                  </a:lnTo>
                  <a:lnTo>
                    <a:pt x="7272836" y="2328386"/>
                  </a:lnTo>
                  <a:lnTo>
                    <a:pt x="7271981" y="2328386"/>
                  </a:lnTo>
                  <a:lnTo>
                    <a:pt x="7271125" y="2328386"/>
                  </a:lnTo>
                  <a:lnTo>
                    <a:pt x="7270270" y="2328386"/>
                  </a:lnTo>
                  <a:lnTo>
                    <a:pt x="7269414" y="2328386"/>
                  </a:lnTo>
                  <a:lnTo>
                    <a:pt x="7268559" y="2328386"/>
                  </a:lnTo>
                  <a:lnTo>
                    <a:pt x="7267703" y="2328386"/>
                  </a:lnTo>
                  <a:lnTo>
                    <a:pt x="7266848" y="2328386"/>
                  </a:lnTo>
                  <a:lnTo>
                    <a:pt x="7265992" y="2328386"/>
                  </a:lnTo>
                  <a:lnTo>
                    <a:pt x="7265137" y="2328386"/>
                  </a:lnTo>
                  <a:lnTo>
                    <a:pt x="7264281" y="2328386"/>
                  </a:lnTo>
                  <a:lnTo>
                    <a:pt x="7263425" y="2328386"/>
                  </a:lnTo>
                  <a:lnTo>
                    <a:pt x="7262570" y="2328386"/>
                  </a:lnTo>
                  <a:lnTo>
                    <a:pt x="7261714" y="2328386"/>
                  </a:lnTo>
                  <a:lnTo>
                    <a:pt x="7260859" y="2328386"/>
                  </a:lnTo>
                  <a:lnTo>
                    <a:pt x="7260003" y="2328386"/>
                  </a:lnTo>
                  <a:lnTo>
                    <a:pt x="7259148" y="2328386"/>
                  </a:lnTo>
                  <a:lnTo>
                    <a:pt x="7258292" y="2328386"/>
                  </a:lnTo>
                  <a:lnTo>
                    <a:pt x="7257437" y="2328386"/>
                  </a:lnTo>
                  <a:lnTo>
                    <a:pt x="7256581" y="2328386"/>
                  </a:lnTo>
                  <a:lnTo>
                    <a:pt x="7255726" y="2328386"/>
                  </a:lnTo>
                  <a:lnTo>
                    <a:pt x="7254870" y="2328386"/>
                  </a:lnTo>
                  <a:lnTo>
                    <a:pt x="7254015" y="2328386"/>
                  </a:lnTo>
                  <a:lnTo>
                    <a:pt x="7253159" y="2328386"/>
                  </a:lnTo>
                  <a:lnTo>
                    <a:pt x="7252304" y="2328386"/>
                  </a:lnTo>
                  <a:lnTo>
                    <a:pt x="7251448" y="2328386"/>
                  </a:lnTo>
                  <a:lnTo>
                    <a:pt x="7250593" y="2328386"/>
                  </a:lnTo>
                  <a:lnTo>
                    <a:pt x="7249737" y="2328386"/>
                  </a:lnTo>
                  <a:lnTo>
                    <a:pt x="7248881" y="2328386"/>
                  </a:lnTo>
                  <a:lnTo>
                    <a:pt x="7248026" y="2328386"/>
                  </a:lnTo>
                  <a:lnTo>
                    <a:pt x="7247170" y="2328386"/>
                  </a:lnTo>
                  <a:lnTo>
                    <a:pt x="7246315" y="2328386"/>
                  </a:lnTo>
                  <a:lnTo>
                    <a:pt x="7245459" y="2328386"/>
                  </a:lnTo>
                  <a:lnTo>
                    <a:pt x="7244604" y="2328386"/>
                  </a:lnTo>
                  <a:lnTo>
                    <a:pt x="7243748" y="2328386"/>
                  </a:lnTo>
                  <a:lnTo>
                    <a:pt x="7242893" y="2328386"/>
                  </a:lnTo>
                  <a:lnTo>
                    <a:pt x="7242037" y="2328386"/>
                  </a:lnTo>
                  <a:lnTo>
                    <a:pt x="7241182" y="2328386"/>
                  </a:lnTo>
                  <a:lnTo>
                    <a:pt x="7240326" y="2328386"/>
                  </a:lnTo>
                  <a:lnTo>
                    <a:pt x="7239471" y="2328386"/>
                  </a:lnTo>
                  <a:lnTo>
                    <a:pt x="7238615" y="2328386"/>
                  </a:lnTo>
                  <a:lnTo>
                    <a:pt x="7237760" y="2328386"/>
                  </a:lnTo>
                  <a:lnTo>
                    <a:pt x="7236904" y="2328386"/>
                  </a:lnTo>
                  <a:lnTo>
                    <a:pt x="7236049" y="2328386"/>
                  </a:lnTo>
                  <a:lnTo>
                    <a:pt x="7235193" y="2328386"/>
                  </a:lnTo>
                  <a:lnTo>
                    <a:pt x="7234338" y="2328386"/>
                  </a:lnTo>
                  <a:lnTo>
                    <a:pt x="7233482" y="2328386"/>
                  </a:lnTo>
                  <a:lnTo>
                    <a:pt x="7232626" y="2328386"/>
                  </a:lnTo>
                  <a:lnTo>
                    <a:pt x="7231771" y="2328386"/>
                  </a:lnTo>
                  <a:lnTo>
                    <a:pt x="7230915" y="2328386"/>
                  </a:lnTo>
                  <a:lnTo>
                    <a:pt x="7230060" y="2328386"/>
                  </a:lnTo>
                  <a:lnTo>
                    <a:pt x="7229204" y="2328386"/>
                  </a:lnTo>
                  <a:lnTo>
                    <a:pt x="7228349" y="2328386"/>
                  </a:lnTo>
                  <a:lnTo>
                    <a:pt x="7227493" y="2328386"/>
                  </a:lnTo>
                  <a:lnTo>
                    <a:pt x="7226638" y="2328386"/>
                  </a:lnTo>
                  <a:lnTo>
                    <a:pt x="7225782" y="2328386"/>
                  </a:lnTo>
                  <a:lnTo>
                    <a:pt x="7224927" y="2328386"/>
                  </a:lnTo>
                  <a:lnTo>
                    <a:pt x="7224071" y="2328386"/>
                  </a:lnTo>
                  <a:lnTo>
                    <a:pt x="7223216" y="2328386"/>
                  </a:lnTo>
                  <a:lnTo>
                    <a:pt x="7222360" y="2328386"/>
                  </a:lnTo>
                  <a:lnTo>
                    <a:pt x="7221505" y="2328386"/>
                  </a:lnTo>
                  <a:lnTo>
                    <a:pt x="7220649" y="2328386"/>
                  </a:lnTo>
                  <a:lnTo>
                    <a:pt x="7219794" y="2328386"/>
                  </a:lnTo>
                  <a:lnTo>
                    <a:pt x="7218938" y="2328386"/>
                  </a:lnTo>
                  <a:lnTo>
                    <a:pt x="7218083" y="2328386"/>
                  </a:lnTo>
                  <a:lnTo>
                    <a:pt x="7217227" y="2328386"/>
                  </a:lnTo>
                  <a:lnTo>
                    <a:pt x="7216371" y="2328386"/>
                  </a:lnTo>
                  <a:lnTo>
                    <a:pt x="7215516" y="2328386"/>
                  </a:lnTo>
                  <a:lnTo>
                    <a:pt x="7214660" y="2328386"/>
                  </a:lnTo>
                  <a:lnTo>
                    <a:pt x="7213805" y="2328386"/>
                  </a:lnTo>
                  <a:lnTo>
                    <a:pt x="7212949" y="2328386"/>
                  </a:lnTo>
                  <a:lnTo>
                    <a:pt x="7212094" y="2328386"/>
                  </a:lnTo>
                  <a:lnTo>
                    <a:pt x="7211238" y="2328386"/>
                  </a:lnTo>
                  <a:lnTo>
                    <a:pt x="7210383" y="2328386"/>
                  </a:lnTo>
                  <a:lnTo>
                    <a:pt x="7209527" y="2328386"/>
                  </a:lnTo>
                  <a:lnTo>
                    <a:pt x="7208672" y="2328386"/>
                  </a:lnTo>
                  <a:lnTo>
                    <a:pt x="7207816" y="2328386"/>
                  </a:lnTo>
                  <a:lnTo>
                    <a:pt x="7206961" y="2328386"/>
                  </a:lnTo>
                  <a:lnTo>
                    <a:pt x="7206105" y="2328386"/>
                  </a:lnTo>
                  <a:lnTo>
                    <a:pt x="7205250" y="2328386"/>
                  </a:lnTo>
                  <a:lnTo>
                    <a:pt x="7204394" y="2328386"/>
                  </a:lnTo>
                  <a:lnTo>
                    <a:pt x="7203539" y="2328386"/>
                  </a:lnTo>
                  <a:lnTo>
                    <a:pt x="7202683" y="2328386"/>
                  </a:lnTo>
                  <a:lnTo>
                    <a:pt x="7201827" y="2328386"/>
                  </a:lnTo>
                  <a:lnTo>
                    <a:pt x="7200972" y="2328386"/>
                  </a:lnTo>
                  <a:lnTo>
                    <a:pt x="7200116" y="2328386"/>
                  </a:lnTo>
                  <a:lnTo>
                    <a:pt x="7199261" y="2328386"/>
                  </a:lnTo>
                  <a:lnTo>
                    <a:pt x="7198405" y="2328386"/>
                  </a:lnTo>
                  <a:lnTo>
                    <a:pt x="7197550" y="2328386"/>
                  </a:lnTo>
                  <a:lnTo>
                    <a:pt x="7196694" y="2328386"/>
                  </a:lnTo>
                  <a:lnTo>
                    <a:pt x="7195839" y="2328386"/>
                  </a:lnTo>
                  <a:lnTo>
                    <a:pt x="7194983" y="2328386"/>
                  </a:lnTo>
                  <a:lnTo>
                    <a:pt x="7194128" y="2328386"/>
                  </a:lnTo>
                  <a:lnTo>
                    <a:pt x="7193272" y="2328386"/>
                  </a:lnTo>
                  <a:lnTo>
                    <a:pt x="7192417" y="2328386"/>
                  </a:lnTo>
                  <a:lnTo>
                    <a:pt x="7191561" y="2328386"/>
                  </a:lnTo>
                  <a:lnTo>
                    <a:pt x="7190706" y="2328386"/>
                  </a:lnTo>
                  <a:lnTo>
                    <a:pt x="7189850" y="2328386"/>
                  </a:lnTo>
                  <a:lnTo>
                    <a:pt x="7188995" y="2328386"/>
                  </a:lnTo>
                  <a:lnTo>
                    <a:pt x="7188139" y="2328386"/>
                  </a:lnTo>
                  <a:lnTo>
                    <a:pt x="7187284" y="2328386"/>
                  </a:lnTo>
                  <a:lnTo>
                    <a:pt x="7186428" y="2328386"/>
                  </a:lnTo>
                  <a:lnTo>
                    <a:pt x="7185572" y="2328386"/>
                  </a:lnTo>
                  <a:lnTo>
                    <a:pt x="7184717" y="2328386"/>
                  </a:lnTo>
                  <a:lnTo>
                    <a:pt x="7183861" y="2328386"/>
                  </a:lnTo>
                  <a:lnTo>
                    <a:pt x="7183006" y="2328386"/>
                  </a:lnTo>
                  <a:lnTo>
                    <a:pt x="7182150" y="2328386"/>
                  </a:lnTo>
                  <a:lnTo>
                    <a:pt x="7181295" y="2328386"/>
                  </a:lnTo>
                  <a:lnTo>
                    <a:pt x="7180439" y="2328386"/>
                  </a:lnTo>
                  <a:lnTo>
                    <a:pt x="7179584" y="2328386"/>
                  </a:lnTo>
                  <a:lnTo>
                    <a:pt x="7178728" y="2328386"/>
                  </a:lnTo>
                  <a:lnTo>
                    <a:pt x="7177873" y="2328386"/>
                  </a:lnTo>
                  <a:lnTo>
                    <a:pt x="7177017" y="2328386"/>
                  </a:lnTo>
                  <a:lnTo>
                    <a:pt x="7176162" y="2328386"/>
                  </a:lnTo>
                  <a:lnTo>
                    <a:pt x="7175306" y="2328386"/>
                  </a:lnTo>
                  <a:lnTo>
                    <a:pt x="7174451" y="2328386"/>
                  </a:lnTo>
                  <a:lnTo>
                    <a:pt x="7173595" y="2328386"/>
                  </a:lnTo>
                  <a:lnTo>
                    <a:pt x="7172740" y="2328386"/>
                  </a:lnTo>
                  <a:lnTo>
                    <a:pt x="7171884" y="2328386"/>
                  </a:lnTo>
                  <a:lnTo>
                    <a:pt x="7171029" y="2328386"/>
                  </a:lnTo>
                  <a:lnTo>
                    <a:pt x="7170173" y="2328386"/>
                  </a:lnTo>
                  <a:lnTo>
                    <a:pt x="7169317" y="2328386"/>
                  </a:lnTo>
                  <a:lnTo>
                    <a:pt x="7168462" y="2328386"/>
                  </a:lnTo>
                  <a:lnTo>
                    <a:pt x="7167606" y="2328386"/>
                  </a:lnTo>
                  <a:lnTo>
                    <a:pt x="7166751" y="2328386"/>
                  </a:lnTo>
                  <a:lnTo>
                    <a:pt x="7165895" y="2328386"/>
                  </a:lnTo>
                  <a:lnTo>
                    <a:pt x="7165040" y="2328386"/>
                  </a:lnTo>
                  <a:lnTo>
                    <a:pt x="7164184" y="2328386"/>
                  </a:lnTo>
                  <a:lnTo>
                    <a:pt x="7163329" y="2328386"/>
                  </a:lnTo>
                  <a:lnTo>
                    <a:pt x="7162473" y="2328386"/>
                  </a:lnTo>
                  <a:lnTo>
                    <a:pt x="7161618" y="2328386"/>
                  </a:lnTo>
                  <a:lnTo>
                    <a:pt x="7160762" y="2328386"/>
                  </a:lnTo>
                  <a:lnTo>
                    <a:pt x="7159907" y="2328386"/>
                  </a:lnTo>
                  <a:lnTo>
                    <a:pt x="7159051" y="2328386"/>
                  </a:lnTo>
                  <a:lnTo>
                    <a:pt x="7158196" y="2328386"/>
                  </a:lnTo>
                  <a:lnTo>
                    <a:pt x="7157340" y="2328386"/>
                  </a:lnTo>
                  <a:lnTo>
                    <a:pt x="7156485" y="2328386"/>
                  </a:lnTo>
                  <a:lnTo>
                    <a:pt x="7155629" y="2328386"/>
                  </a:lnTo>
                  <a:lnTo>
                    <a:pt x="7154773" y="2328386"/>
                  </a:lnTo>
                  <a:lnTo>
                    <a:pt x="7153918" y="2328386"/>
                  </a:lnTo>
                  <a:lnTo>
                    <a:pt x="7153062" y="2328386"/>
                  </a:lnTo>
                  <a:lnTo>
                    <a:pt x="7152207" y="2328386"/>
                  </a:lnTo>
                  <a:lnTo>
                    <a:pt x="7151351" y="2328386"/>
                  </a:lnTo>
                  <a:lnTo>
                    <a:pt x="7150496" y="2328386"/>
                  </a:lnTo>
                  <a:lnTo>
                    <a:pt x="7149640" y="2328386"/>
                  </a:lnTo>
                  <a:lnTo>
                    <a:pt x="7148785" y="2328386"/>
                  </a:lnTo>
                  <a:lnTo>
                    <a:pt x="7147929" y="2328386"/>
                  </a:lnTo>
                  <a:lnTo>
                    <a:pt x="7147074" y="2328386"/>
                  </a:lnTo>
                  <a:lnTo>
                    <a:pt x="7146218" y="2328386"/>
                  </a:lnTo>
                  <a:lnTo>
                    <a:pt x="7145363" y="2328386"/>
                  </a:lnTo>
                  <a:lnTo>
                    <a:pt x="7144507" y="2328386"/>
                  </a:lnTo>
                  <a:lnTo>
                    <a:pt x="7143652" y="2328386"/>
                  </a:lnTo>
                  <a:lnTo>
                    <a:pt x="7142796" y="2328386"/>
                  </a:lnTo>
                  <a:lnTo>
                    <a:pt x="7141941" y="2328386"/>
                  </a:lnTo>
                  <a:lnTo>
                    <a:pt x="7141085" y="2328386"/>
                  </a:lnTo>
                  <a:lnTo>
                    <a:pt x="7140230" y="2328386"/>
                  </a:lnTo>
                  <a:lnTo>
                    <a:pt x="7139374" y="2328386"/>
                  </a:lnTo>
                  <a:lnTo>
                    <a:pt x="7138518" y="2328386"/>
                  </a:lnTo>
                  <a:lnTo>
                    <a:pt x="7137663" y="2328386"/>
                  </a:lnTo>
                  <a:lnTo>
                    <a:pt x="7136807" y="2328386"/>
                  </a:lnTo>
                  <a:lnTo>
                    <a:pt x="7135952" y="2328386"/>
                  </a:lnTo>
                  <a:lnTo>
                    <a:pt x="7135096" y="2328386"/>
                  </a:lnTo>
                  <a:lnTo>
                    <a:pt x="7134241" y="2328386"/>
                  </a:lnTo>
                  <a:lnTo>
                    <a:pt x="7133385" y="2328386"/>
                  </a:lnTo>
                  <a:lnTo>
                    <a:pt x="7132530" y="2328386"/>
                  </a:lnTo>
                  <a:lnTo>
                    <a:pt x="7131674" y="2328386"/>
                  </a:lnTo>
                  <a:lnTo>
                    <a:pt x="7130819" y="2328386"/>
                  </a:lnTo>
                  <a:lnTo>
                    <a:pt x="7129963" y="2328386"/>
                  </a:lnTo>
                  <a:lnTo>
                    <a:pt x="7129108" y="2328386"/>
                  </a:lnTo>
                  <a:lnTo>
                    <a:pt x="7128252" y="2328386"/>
                  </a:lnTo>
                  <a:lnTo>
                    <a:pt x="7127397" y="2328386"/>
                  </a:lnTo>
                  <a:lnTo>
                    <a:pt x="7126541" y="2328386"/>
                  </a:lnTo>
                  <a:lnTo>
                    <a:pt x="7125686" y="2328386"/>
                  </a:lnTo>
                  <a:lnTo>
                    <a:pt x="7124830" y="2328386"/>
                  </a:lnTo>
                  <a:lnTo>
                    <a:pt x="7123975" y="2328386"/>
                  </a:lnTo>
                  <a:lnTo>
                    <a:pt x="7123119" y="2328386"/>
                  </a:lnTo>
                  <a:lnTo>
                    <a:pt x="7122263" y="2328386"/>
                  </a:lnTo>
                  <a:lnTo>
                    <a:pt x="7121408" y="2328386"/>
                  </a:lnTo>
                  <a:lnTo>
                    <a:pt x="7120552" y="2328386"/>
                  </a:lnTo>
                  <a:lnTo>
                    <a:pt x="7119697" y="2328386"/>
                  </a:lnTo>
                  <a:lnTo>
                    <a:pt x="7118841" y="2328386"/>
                  </a:lnTo>
                  <a:lnTo>
                    <a:pt x="7117986" y="2328386"/>
                  </a:lnTo>
                  <a:lnTo>
                    <a:pt x="7117130" y="2328386"/>
                  </a:lnTo>
                  <a:lnTo>
                    <a:pt x="7116275" y="2328386"/>
                  </a:lnTo>
                  <a:lnTo>
                    <a:pt x="7115419" y="2328386"/>
                  </a:lnTo>
                  <a:lnTo>
                    <a:pt x="7114564" y="2328386"/>
                  </a:lnTo>
                  <a:lnTo>
                    <a:pt x="7113708" y="2328386"/>
                  </a:lnTo>
                  <a:lnTo>
                    <a:pt x="7112853" y="2328386"/>
                  </a:lnTo>
                  <a:lnTo>
                    <a:pt x="7111997" y="2328386"/>
                  </a:lnTo>
                  <a:lnTo>
                    <a:pt x="7111142" y="2328386"/>
                  </a:lnTo>
                  <a:lnTo>
                    <a:pt x="7110286" y="2328386"/>
                  </a:lnTo>
                  <a:lnTo>
                    <a:pt x="7109431" y="2328386"/>
                  </a:lnTo>
                  <a:lnTo>
                    <a:pt x="7108575" y="2328386"/>
                  </a:lnTo>
                  <a:lnTo>
                    <a:pt x="7107719" y="2328386"/>
                  </a:lnTo>
                  <a:lnTo>
                    <a:pt x="7106864" y="2328386"/>
                  </a:lnTo>
                  <a:lnTo>
                    <a:pt x="7106008" y="2328386"/>
                  </a:lnTo>
                  <a:lnTo>
                    <a:pt x="7105153" y="2328386"/>
                  </a:lnTo>
                  <a:lnTo>
                    <a:pt x="7104297" y="2328386"/>
                  </a:lnTo>
                  <a:lnTo>
                    <a:pt x="7103442" y="2328386"/>
                  </a:lnTo>
                  <a:lnTo>
                    <a:pt x="7102586" y="2328386"/>
                  </a:lnTo>
                  <a:lnTo>
                    <a:pt x="7101731" y="2328386"/>
                  </a:lnTo>
                  <a:lnTo>
                    <a:pt x="7100875" y="2328386"/>
                  </a:lnTo>
                  <a:lnTo>
                    <a:pt x="7100020" y="2328386"/>
                  </a:lnTo>
                  <a:lnTo>
                    <a:pt x="7099164" y="2328386"/>
                  </a:lnTo>
                  <a:lnTo>
                    <a:pt x="7098309" y="2328386"/>
                  </a:lnTo>
                  <a:lnTo>
                    <a:pt x="7097453" y="2328386"/>
                  </a:lnTo>
                  <a:lnTo>
                    <a:pt x="7096598" y="2328386"/>
                  </a:lnTo>
                  <a:lnTo>
                    <a:pt x="7095742" y="2328386"/>
                  </a:lnTo>
                  <a:lnTo>
                    <a:pt x="7094887" y="2328386"/>
                  </a:lnTo>
                  <a:lnTo>
                    <a:pt x="7094031" y="2328386"/>
                  </a:lnTo>
                  <a:lnTo>
                    <a:pt x="7093176" y="2328386"/>
                  </a:lnTo>
                  <a:lnTo>
                    <a:pt x="7092320" y="2328386"/>
                  </a:lnTo>
                  <a:lnTo>
                    <a:pt x="7091464" y="2328386"/>
                  </a:lnTo>
                  <a:lnTo>
                    <a:pt x="7090609" y="2328386"/>
                  </a:lnTo>
                  <a:lnTo>
                    <a:pt x="7089753" y="2328386"/>
                  </a:lnTo>
                  <a:lnTo>
                    <a:pt x="7088898" y="2328386"/>
                  </a:lnTo>
                  <a:lnTo>
                    <a:pt x="7088042" y="2328386"/>
                  </a:lnTo>
                  <a:lnTo>
                    <a:pt x="7087187" y="2328386"/>
                  </a:lnTo>
                  <a:lnTo>
                    <a:pt x="7086331" y="2328386"/>
                  </a:lnTo>
                  <a:lnTo>
                    <a:pt x="7085476" y="2328386"/>
                  </a:lnTo>
                  <a:lnTo>
                    <a:pt x="7084620" y="2328386"/>
                  </a:lnTo>
                  <a:lnTo>
                    <a:pt x="7083765" y="2328386"/>
                  </a:lnTo>
                  <a:lnTo>
                    <a:pt x="7082909" y="2328386"/>
                  </a:lnTo>
                  <a:lnTo>
                    <a:pt x="7082054" y="2328386"/>
                  </a:lnTo>
                  <a:lnTo>
                    <a:pt x="7081198" y="2328386"/>
                  </a:lnTo>
                  <a:lnTo>
                    <a:pt x="7080343" y="2328386"/>
                  </a:lnTo>
                  <a:lnTo>
                    <a:pt x="7079487" y="2328386"/>
                  </a:lnTo>
                  <a:lnTo>
                    <a:pt x="7078632" y="2328386"/>
                  </a:lnTo>
                  <a:lnTo>
                    <a:pt x="7077776" y="2328386"/>
                  </a:lnTo>
                  <a:lnTo>
                    <a:pt x="7076921" y="2328386"/>
                  </a:lnTo>
                  <a:lnTo>
                    <a:pt x="7076065" y="2328386"/>
                  </a:lnTo>
                  <a:lnTo>
                    <a:pt x="7075209" y="2328386"/>
                  </a:lnTo>
                  <a:lnTo>
                    <a:pt x="7074354" y="2328386"/>
                  </a:lnTo>
                  <a:lnTo>
                    <a:pt x="7073498" y="2328386"/>
                  </a:lnTo>
                  <a:lnTo>
                    <a:pt x="7072643" y="2328386"/>
                  </a:lnTo>
                  <a:lnTo>
                    <a:pt x="7071787" y="2328386"/>
                  </a:lnTo>
                  <a:lnTo>
                    <a:pt x="7070932" y="2328386"/>
                  </a:lnTo>
                  <a:lnTo>
                    <a:pt x="7070076" y="2328386"/>
                  </a:lnTo>
                  <a:lnTo>
                    <a:pt x="7069221" y="2328386"/>
                  </a:lnTo>
                  <a:lnTo>
                    <a:pt x="7068365" y="2328386"/>
                  </a:lnTo>
                  <a:lnTo>
                    <a:pt x="7067510" y="2328386"/>
                  </a:lnTo>
                  <a:lnTo>
                    <a:pt x="7066654" y="2328386"/>
                  </a:lnTo>
                  <a:lnTo>
                    <a:pt x="7065799" y="2328386"/>
                  </a:lnTo>
                  <a:lnTo>
                    <a:pt x="7064943" y="2328386"/>
                  </a:lnTo>
                  <a:lnTo>
                    <a:pt x="7064088" y="2328386"/>
                  </a:lnTo>
                  <a:lnTo>
                    <a:pt x="7063232" y="2328386"/>
                  </a:lnTo>
                  <a:lnTo>
                    <a:pt x="7062377" y="2328386"/>
                  </a:lnTo>
                  <a:lnTo>
                    <a:pt x="7061521" y="2328386"/>
                  </a:lnTo>
                  <a:lnTo>
                    <a:pt x="7060666" y="2328386"/>
                  </a:lnTo>
                  <a:lnTo>
                    <a:pt x="7059810" y="2328386"/>
                  </a:lnTo>
                  <a:lnTo>
                    <a:pt x="7058954" y="2328386"/>
                  </a:lnTo>
                  <a:lnTo>
                    <a:pt x="7058099" y="2328386"/>
                  </a:lnTo>
                  <a:lnTo>
                    <a:pt x="7057243" y="2328386"/>
                  </a:lnTo>
                  <a:lnTo>
                    <a:pt x="7056388" y="2328386"/>
                  </a:lnTo>
                  <a:lnTo>
                    <a:pt x="7055532" y="2328386"/>
                  </a:lnTo>
                  <a:lnTo>
                    <a:pt x="7054677" y="2328386"/>
                  </a:lnTo>
                  <a:lnTo>
                    <a:pt x="7053821" y="2328386"/>
                  </a:lnTo>
                  <a:lnTo>
                    <a:pt x="7052966" y="2328386"/>
                  </a:lnTo>
                  <a:lnTo>
                    <a:pt x="7052110" y="2328386"/>
                  </a:lnTo>
                  <a:lnTo>
                    <a:pt x="7051255" y="2328386"/>
                  </a:lnTo>
                  <a:lnTo>
                    <a:pt x="7050399" y="2328386"/>
                  </a:lnTo>
                  <a:lnTo>
                    <a:pt x="7049544" y="2328386"/>
                  </a:lnTo>
                  <a:lnTo>
                    <a:pt x="7048688" y="2328386"/>
                  </a:lnTo>
                  <a:lnTo>
                    <a:pt x="7047833" y="2328386"/>
                  </a:lnTo>
                  <a:lnTo>
                    <a:pt x="7046977" y="2328386"/>
                  </a:lnTo>
                  <a:lnTo>
                    <a:pt x="7046122" y="2328386"/>
                  </a:lnTo>
                  <a:lnTo>
                    <a:pt x="7045266" y="2328386"/>
                  </a:lnTo>
                  <a:lnTo>
                    <a:pt x="7044410" y="2328386"/>
                  </a:lnTo>
                  <a:lnTo>
                    <a:pt x="7043555" y="2328386"/>
                  </a:lnTo>
                  <a:lnTo>
                    <a:pt x="7042699" y="2328386"/>
                  </a:lnTo>
                  <a:lnTo>
                    <a:pt x="7041844" y="2328386"/>
                  </a:lnTo>
                  <a:lnTo>
                    <a:pt x="7040988" y="2328386"/>
                  </a:lnTo>
                  <a:lnTo>
                    <a:pt x="7040133" y="2328386"/>
                  </a:lnTo>
                  <a:lnTo>
                    <a:pt x="7039277" y="2328386"/>
                  </a:lnTo>
                  <a:lnTo>
                    <a:pt x="7038422" y="2328386"/>
                  </a:lnTo>
                  <a:lnTo>
                    <a:pt x="7037566" y="2328386"/>
                  </a:lnTo>
                  <a:lnTo>
                    <a:pt x="7036711" y="2328386"/>
                  </a:lnTo>
                  <a:lnTo>
                    <a:pt x="7035855" y="2328386"/>
                  </a:lnTo>
                  <a:lnTo>
                    <a:pt x="7035000" y="2328386"/>
                  </a:lnTo>
                  <a:lnTo>
                    <a:pt x="7034144" y="2328386"/>
                  </a:lnTo>
                  <a:lnTo>
                    <a:pt x="7033289" y="2328386"/>
                  </a:lnTo>
                  <a:lnTo>
                    <a:pt x="7032433" y="2328386"/>
                  </a:lnTo>
                  <a:lnTo>
                    <a:pt x="7031578" y="2328386"/>
                  </a:lnTo>
                  <a:lnTo>
                    <a:pt x="7030722" y="2328386"/>
                  </a:lnTo>
                  <a:lnTo>
                    <a:pt x="7029867" y="2328386"/>
                  </a:lnTo>
                  <a:lnTo>
                    <a:pt x="7029011" y="2328386"/>
                  </a:lnTo>
                  <a:lnTo>
                    <a:pt x="7028155" y="2328386"/>
                  </a:lnTo>
                  <a:lnTo>
                    <a:pt x="7027300" y="2328386"/>
                  </a:lnTo>
                  <a:lnTo>
                    <a:pt x="7026444" y="2328386"/>
                  </a:lnTo>
                  <a:lnTo>
                    <a:pt x="7025589" y="2328386"/>
                  </a:lnTo>
                  <a:lnTo>
                    <a:pt x="7024733" y="2328386"/>
                  </a:lnTo>
                  <a:lnTo>
                    <a:pt x="7023878" y="2328386"/>
                  </a:lnTo>
                  <a:lnTo>
                    <a:pt x="7023022" y="2328386"/>
                  </a:lnTo>
                  <a:lnTo>
                    <a:pt x="7022167" y="2328386"/>
                  </a:lnTo>
                  <a:lnTo>
                    <a:pt x="7021311" y="2328386"/>
                  </a:lnTo>
                  <a:lnTo>
                    <a:pt x="7020456" y="2328386"/>
                  </a:lnTo>
                  <a:lnTo>
                    <a:pt x="7019600" y="2328386"/>
                  </a:lnTo>
                  <a:lnTo>
                    <a:pt x="7018745" y="2328386"/>
                  </a:lnTo>
                  <a:lnTo>
                    <a:pt x="7017889" y="2328386"/>
                  </a:lnTo>
                  <a:lnTo>
                    <a:pt x="7017034" y="2328386"/>
                  </a:lnTo>
                  <a:lnTo>
                    <a:pt x="7016178" y="2328386"/>
                  </a:lnTo>
                  <a:lnTo>
                    <a:pt x="7015323" y="2328386"/>
                  </a:lnTo>
                  <a:lnTo>
                    <a:pt x="7014467" y="2328386"/>
                  </a:lnTo>
                  <a:lnTo>
                    <a:pt x="7013612" y="2328386"/>
                  </a:lnTo>
                  <a:lnTo>
                    <a:pt x="7012756" y="2328386"/>
                  </a:lnTo>
                  <a:lnTo>
                    <a:pt x="7011900" y="2328386"/>
                  </a:lnTo>
                  <a:lnTo>
                    <a:pt x="7011045" y="2328386"/>
                  </a:lnTo>
                  <a:lnTo>
                    <a:pt x="7010189" y="2328386"/>
                  </a:lnTo>
                  <a:lnTo>
                    <a:pt x="7009334" y="2328386"/>
                  </a:lnTo>
                  <a:lnTo>
                    <a:pt x="7008478" y="2328386"/>
                  </a:lnTo>
                  <a:lnTo>
                    <a:pt x="7007623" y="2328386"/>
                  </a:lnTo>
                  <a:lnTo>
                    <a:pt x="7006767" y="2328386"/>
                  </a:lnTo>
                  <a:lnTo>
                    <a:pt x="7005912" y="2328386"/>
                  </a:lnTo>
                  <a:lnTo>
                    <a:pt x="7005056" y="2328386"/>
                  </a:lnTo>
                  <a:lnTo>
                    <a:pt x="7004201" y="2328386"/>
                  </a:lnTo>
                  <a:lnTo>
                    <a:pt x="7003345" y="2328386"/>
                  </a:lnTo>
                  <a:lnTo>
                    <a:pt x="7002490" y="2328386"/>
                  </a:lnTo>
                  <a:lnTo>
                    <a:pt x="7001634" y="2328386"/>
                  </a:lnTo>
                  <a:lnTo>
                    <a:pt x="7000779" y="2328386"/>
                  </a:lnTo>
                  <a:lnTo>
                    <a:pt x="6999923" y="2328386"/>
                  </a:lnTo>
                  <a:lnTo>
                    <a:pt x="6999068" y="2328386"/>
                  </a:lnTo>
                  <a:lnTo>
                    <a:pt x="6998212" y="2328386"/>
                  </a:lnTo>
                  <a:lnTo>
                    <a:pt x="6997356" y="2328386"/>
                  </a:lnTo>
                  <a:lnTo>
                    <a:pt x="6996501" y="2328386"/>
                  </a:lnTo>
                  <a:lnTo>
                    <a:pt x="6995645" y="2328386"/>
                  </a:lnTo>
                  <a:lnTo>
                    <a:pt x="6994790" y="2328386"/>
                  </a:lnTo>
                  <a:lnTo>
                    <a:pt x="6993934" y="2328386"/>
                  </a:lnTo>
                  <a:lnTo>
                    <a:pt x="6993079" y="2328386"/>
                  </a:lnTo>
                  <a:lnTo>
                    <a:pt x="6992223" y="2328386"/>
                  </a:lnTo>
                  <a:lnTo>
                    <a:pt x="6991368" y="2328386"/>
                  </a:lnTo>
                  <a:lnTo>
                    <a:pt x="6990512" y="2328386"/>
                  </a:lnTo>
                  <a:lnTo>
                    <a:pt x="6989657" y="2328386"/>
                  </a:lnTo>
                  <a:lnTo>
                    <a:pt x="6988801" y="2328386"/>
                  </a:lnTo>
                  <a:lnTo>
                    <a:pt x="6987946" y="2328386"/>
                  </a:lnTo>
                  <a:lnTo>
                    <a:pt x="6987090" y="2328386"/>
                  </a:lnTo>
                  <a:lnTo>
                    <a:pt x="6986235" y="2328386"/>
                  </a:lnTo>
                  <a:lnTo>
                    <a:pt x="6985379" y="2328386"/>
                  </a:lnTo>
                  <a:lnTo>
                    <a:pt x="6984524" y="2328386"/>
                  </a:lnTo>
                  <a:lnTo>
                    <a:pt x="6983668" y="2328386"/>
                  </a:lnTo>
                  <a:lnTo>
                    <a:pt x="6982813" y="2328386"/>
                  </a:lnTo>
                  <a:lnTo>
                    <a:pt x="6981957" y="2328386"/>
                  </a:lnTo>
                  <a:lnTo>
                    <a:pt x="6981101" y="2328386"/>
                  </a:lnTo>
                  <a:lnTo>
                    <a:pt x="6980246" y="2328386"/>
                  </a:lnTo>
                  <a:lnTo>
                    <a:pt x="6979390" y="2328386"/>
                  </a:lnTo>
                  <a:lnTo>
                    <a:pt x="6978535" y="2328386"/>
                  </a:lnTo>
                  <a:lnTo>
                    <a:pt x="6977679" y="2328386"/>
                  </a:lnTo>
                  <a:lnTo>
                    <a:pt x="6976824" y="2328386"/>
                  </a:lnTo>
                  <a:lnTo>
                    <a:pt x="6975968" y="2328386"/>
                  </a:lnTo>
                  <a:lnTo>
                    <a:pt x="6975113" y="2328386"/>
                  </a:lnTo>
                  <a:lnTo>
                    <a:pt x="6974257" y="2328386"/>
                  </a:lnTo>
                  <a:lnTo>
                    <a:pt x="6973402" y="2328386"/>
                  </a:lnTo>
                  <a:lnTo>
                    <a:pt x="6972546" y="2328386"/>
                  </a:lnTo>
                  <a:lnTo>
                    <a:pt x="6971691" y="2328386"/>
                  </a:lnTo>
                  <a:lnTo>
                    <a:pt x="6970835" y="2328386"/>
                  </a:lnTo>
                  <a:lnTo>
                    <a:pt x="6969980" y="2328386"/>
                  </a:lnTo>
                  <a:lnTo>
                    <a:pt x="6969124" y="2328386"/>
                  </a:lnTo>
                  <a:lnTo>
                    <a:pt x="6968269" y="2328386"/>
                  </a:lnTo>
                  <a:lnTo>
                    <a:pt x="6967413" y="2328386"/>
                  </a:lnTo>
                  <a:lnTo>
                    <a:pt x="6966558" y="2328386"/>
                  </a:lnTo>
                  <a:lnTo>
                    <a:pt x="6965702" y="2328386"/>
                  </a:lnTo>
                  <a:lnTo>
                    <a:pt x="6964846" y="2328386"/>
                  </a:lnTo>
                  <a:lnTo>
                    <a:pt x="6963991" y="2328386"/>
                  </a:lnTo>
                  <a:lnTo>
                    <a:pt x="6963135" y="2328386"/>
                  </a:lnTo>
                  <a:lnTo>
                    <a:pt x="6962280" y="2328386"/>
                  </a:lnTo>
                  <a:lnTo>
                    <a:pt x="6961424" y="2328386"/>
                  </a:lnTo>
                  <a:lnTo>
                    <a:pt x="6960569" y="2328386"/>
                  </a:lnTo>
                  <a:lnTo>
                    <a:pt x="6959713" y="2328386"/>
                  </a:lnTo>
                  <a:lnTo>
                    <a:pt x="6958858" y="2328386"/>
                  </a:lnTo>
                  <a:lnTo>
                    <a:pt x="6958002" y="2328386"/>
                  </a:lnTo>
                  <a:lnTo>
                    <a:pt x="6957147" y="2328386"/>
                  </a:lnTo>
                  <a:lnTo>
                    <a:pt x="6956291" y="2328386"/>
                  </a:lnTo>
                  <a:lnTo>
                    <a:pt x="6955436" y="2328386"/>
                  </a:lnTo>
                  <a:lnTo>
                    <a:pt x="6954580" y="2328386"/>
                  </a:lnTo>
                  <a:lnTo>
                    <a:pt x="6953725" y="2328386"/>
                  </a:lnTo>
                  <a:lnTo>
                    <a:pt x="6952869" y="2328386"/>
                  </a:lnTo>
                  <a:lnTo>
                    <a:pt x="6952014" y="2328386"/>
                  </a:lnTo>
                  <a:lnTo>
                    <a:pt x="6951158" y="2328386"/>
                  </a:lnTo>
                  <a:lnTo>
                    <a:pt x="6950302" y="2328386"/>
                  </a:lnTo>
                  <a:lnTo>
                    <a:pt x="6949447" y="2328386"/>
                  </a:lnTo>
                  <a:lnTo>
                    <a:pt x="6948591" y="2328386"/>
                  </a:lnTo>
                  <a:lnTo>
                    <a:pt x="6947736" y="2328386"/>
                  </a:lnTo>
                  <a:lnTo>
                    <a:pt x="6946880" y="2328386"/>
                  </a:lnTo>
                  <a:lnTo>
                    <a:pt x="6946025" y="2328386"/>
                  </a:lnTo>
                  <a:lnTo>
                    <a:pt x="6945169" y="2328386"/>
                  </a:lnTo>
                  <a:lnTo>
                    <a:pt x="6944314" y="2328386"/>
                  </a:lnTo>
                  <a:lnTo>
                    <a:pt x="6943458" y="2328386"/>
                  </a:lnTo>
                  <a:lnTo>
                    <a:pt x="6942603" y="2328386"/>
                  </a:lnTo>
                  <a:lnTo>
                    <a:pt x="6941747" y="2328386"/>
                  </a:lnTo>
                  <a:lnTo>
                    <a:pt x="6940892" y="2328386"/>
                  </a:lnTo>
                  <a:lnTo>
                    <a:pt x="6940036" y="2328386"/>
                  </a:lnTo>
                  <a:lnTo>
                    <a:pt x="6939181" y="2328386"/>
                  </a:lnTo>
                  <a:lnTo>
                    <a:pt x="6938325" y="2328386"/>
                  </a:lnTo>
                  <a:lnTo>
                    <a:pt x="6937470" y="2328386"/>
                  </a:lnTo>
                  <a:lnTo>
                    <a:pt x="6936614" y="2328386"/>
                  </a:lnTo>
                  <a:lnTo>
                    <a:pt x="6935759" y="2328386"/>
                  </a:lnTo>
                  <a:lnTo>
                    <a:pt x="6934903" y="2328386"/>
                  </a:lnTo>
                  <a:lnTo>
                    <a:pt x="6934047" y="2328386"/>
                  </a:lnTo>
                  <a:lnTo>
                    <a:pt x="6933192" y="2328386"/>
                  </a:lnTo>
                  <a:lnTo>
                    <a:pt x="6932336" y="2328386"/>
                  </a:lnTo>
                  <a:lnTo>
                    <a:pt x="6931481" y="2328386"/>
                  </a:lnTo>
                  <a:lnTo>
                    <a:pt x="6930625" y="2328386"/>
                  </a:lnTo>
                  <a:lnTo>
                    <a:pt x="6929770" y="2328386"/>
                  </a:lnTo>
                  <a:lnTo>
                    <a:pt x="6928914" y="2328386"/>
                  </a:lnTo>
                  <a:lnTo>
                    <a:pt x="6928059" y="2328386"/>
                  </a:lnTo>
                  <a:lnTo>
                    <a:pt x="6927203" y="2328386"/>
                  </a:lnTo>
                  <a:lnTo>
                    <a:pt x="6926348" y="2328386"/>
                  </a:lnTo>
                  <a:lnTo>
                    <a:pt x="6925492" y="2328386"/>
                  </a:lnTo>
                  <a:lnTo>
                    <a:pt x="6924637" y="2328386"/>
                  </a:lnTo>
                  <a:lnTo>
                    <a:pt x="6923781" y="2328386"/>
                  </a:lnTo>
                  <a:lnTo>
                    <a:pt x="6922926" y="2328386"/>
                  </a:lnTo>
                  <a:lnTo>
                    <a:pt x="6922070" y="2328386"/>
                  </a:lnTo>
                  <a:lnTo>
                    <a:pt x="6921215" y="2328386"/>
                  </a:lnTo>
                  <a:lnTo>
                    <a:pt x="6920359" y="2328386"/>
                  </a:lnTo>
                  <a:lnTo>
                    <a:pt x="6919504" y="2328386"/>
                  </a:lnTo>
                  <a:lnTo>
                    <a:pt x="6918648" y="2328386"/>
                  </a:lnTo>
                  <a:lnTo>
                    <a:pt x="6917792" y="2328386"/>
                  </a:lnTo>
                  <a:lnTo>
                    <a:pt x="6916937" y="2328386"/>
                  </a:lnTo>
                  <a:lnTo>
                    <a:pt x="6916081" y="2328386"/>
                  </a:lnTo>
                  <a:lnTo>
                    <a:pt x="6915226" y="2328386"/>
                  </a:lnTo>
                  <a:lnTo>
                    <a:pt x="6914370" y="2328386"/>
                  </a:lnTo>
                  <a:lnTo>
                    <a:pt x="6913515" y="2328386"/>
                  </a:lnTo>
                  <a:lnTo>
                    <a:pt x="6912659" y="2328386"/>
                  </a:lnTo>
                  <a:lnTo>
                    <a:pt x="6911804" y="2328386"/>
                  </a:lnTo>
                  <a:lnTo>
                    <a:pt x="6910948" y="2328386"/>
                  </a:lnTo>
                  <a:lnTo>
                    <a:pt x="6910093" y="2328386"/>
                  </a:lnTo>
                  <a:lnTo>
                    <a:pt x="6909237" y="2328386"/>
                  </a:lnTo>
                  <a:lnTo>
                    <a:pt x="6908382" y="2328386"/>
                  </a:lnTo>
                  <a:lnTo>
                    <a:pt x="6907526" y="2328386"/>
                  </a:lnTo>
                  <a:lnTo>
                    <a:pt x="6906671" y="2328386"/>
                  </a:lnTo>
                  <a:lnTo>
                    <a:pt x="6905815" y="2328386"/>
                  </a:lnTo>
                  <a:lnTo>
                    <a:pt x="6904960" y="2328386"/>
                  </a:lnTo>
                  <a:lnTo>
                    <a:pt x="6904104" y="2328386"/>
                  </a:lnTo>
                  <a:lnTo>
                    <a:pt x="6903248" y="2328386"/>
                  </a:lnTo>
                  <a:lnTo>
                    <a:pt x="6902393" y="2328386"/>
                  </a:lnTo>
                  <a:lnTo>
                    <a:pt x="6901537" y="2328386"/>
                  </a:lnTo>
                  <a:lnTo>
                    <a:pt x="6900682" y="2328386"/>
                  </a:lnTo>
                  <a:lnTo>
                    <a:pt x="6899826" y="2328386"/>
                  </a:lnTo>
                  <a:lnTo>
                    <a:pt x="6898971" y="2328386"/>
                  </a:lnTo>
                  <a:lnTo>
                    <a:pt x="6898115" y="2328386"/>
                  </a:lnTo>
                  <a:lnTo>
                    <a:pt x="6897260" y="2328386"/>
                  </a:lnTo>
                  <a:lnTo>
                    <a:pt x="6896404" y="2328386"/>
                  </a:lnTo>
                  <a:lnTo>
                    <a:pt x="6895549" y="2328386"/>
                  </a:lnTo>
                  <a:lnTo>
                    <a:pt x="6894693" y="2328386"/>
                  </a:lnTo>
                  <a:lnTo>
                    <a:pt x="6893838" y="2328386"/>
                  </a:lnTo>
                  <a:lnTo>
                    <a:pt x="6892982" y="2328386"/>
                  </a:lnTo>
                  <a:lnTo>
                    <a:pt x="6892127" y="2328386"/>
                  </a:lnTo>
                  <a:lnTo>
                    <a:pt x="6891271" y="2328386"/>
                  </a:lnTo>
                  <a:lnTo>
                    <a:pt x="6890416" y="2328386"/>
                  </a:lnTo>
                  <a:lnTo>
                    <a:pt x="6889560" y="2328386"/>
                  </a:lnTo>
                  <a:lnTo>
                    <a:pt x="6888705" y="2328386"/>
                  </a:lnTo>
                  <a:lnTo>
                    <a:pt x="6887849" y="2328386"/>
                  </a:lnTo>
                  <a:lnTo>
                    <a:pt x="6886993" y="2328386"/>
                  </a:lnTo>
                  <a:lnTo>
                    <a:pt x="6886138" y="2328386"/>
                  </a:lnTo>
                  <a:lnTo>
                    <a:pt x="6885282" y="2328386"/>
                  </a:lnTo>
                  <a:lnTo>
                    <a:pt x="6884427" y="2328386"/>
                  </a:lnTo>
                  <a:lnTo>
                    <a:pt x="6883571" y="2328386"/>
                  </a:lnTo>
                  <a:lnTo>
                    <a:pt x="6882716" y="2328386"/>
                  </a:lnTo>
                  <a:lnTo>
                    <a:pt x="6881860" y="2328386"/>
                  </a:lnTo>
                  <a:lnTo>
                    <a:pt x="6881005" y="2328386"/>
                  </a:lnTo>
                  <a:lnTo>
                    <a:pt x="6880149" y="2328386"/>
                  </a:lnTo>
                  <a:lnTo>
                    <a:pt x="6879294" y="2328386"/>
                  </a:lnTo>
                  <a:lnTo>
                    <a:pt x="6878438" y="2328386"/>
                  </a:lnTo>
                  <a:lnTo>
                    <a:pt x="6877583" y="2328386"/>
                  </a:lnTo>
                  <a:lnTo>
                    <a:pt x="6876727" y="2328386"/>
                  </a:lnTo>
                  <a:lnTo>
                    <a:pt x="6875872" y="2328386"/>
                  </a:lnTo>
                  <a:lnTo>
                    <a:pt x="6875016" y="2328386"/>
                  </a:lnTo>
                  <a:lnTo>
                    <a:pt x="6874161" y="2328386"/>
                  </a:lnTo>
                  <a:lnTo>
                    <a:pt x="6873305" y="2328386"/>
                  </a:lnTo>
                  <a:lnTo>
                    <a:pt x="6872450" y="2328386"/>
                  </a:lnTo>
                  <a:lnTo>
                    <a:pt x="6871594" y="2328386"/>
                  </a:lnTo>
                  <a:lnTo>
                    <a:pt x="6870738" y="2328386"/>
                  </a:lnTo>
                  <a:lnTo>
                    <a:pt x="6869883" y="2328386"/>
                  </a:lnTo>
                  <a:lnTo>
                    <a:pt x="6869027" y="2328386"/>
                  </a:lnTo>
                  <a:lnTo>
                    <a:pt x="6868172" y="2328386"/>
                  </a:lnTo>
                  <a:lnTo>
                    <a:pt x="6867316" y="2328386"/>
                  </a:lnTo>
                  <a:lnTo>
                    <a:pt x="6866461" y="2328386"/>
                  </a:lnTo>
                  <a:lnTo>
                    <a:pt x="6865605" y="2328386"/>
                  </a:lnTo>
                  <a:lnTo>
                    <a:pt x="6864750" y="2328386"/>
                  </a:lnTo>
                  <a:lnTo>
                    <a:pt x="6863894" y="2328386"/>
                  </a:lnTo>
                  <a:lnTo>
                    <a:pt x="6863039" y="2328386"/>
                  </a:lnTo>
                  <a:lnTo>
                    <a:pt x="6862183" y="2328386"/>
                  </a:lnTo>
                  <a:lnTo>
                    <a:pt x="6861328" y="2328386"/>
                  </a:lnTo>
                  <a:lnTo>
                    <a:pt x="6860472" y="2328386"/>
                  </a:lnTo>
                  <a:lnTo>
                    <a:pt x="6859617" y="2328386"/>
                  </a:lnTo>
                  <a:lnTo>
                    <a:pt x="6858761" y="2328386"/>
                  </a:lnTo>
                  <a:lnTo>
                    <a:pt x="6857906" y="2328386"/>
                  </a:lnTo>
                  <a:lnTo>
                    <a:pt x="6857050" y="2328386"/>
                  </a:lnTo>
                  <a:lnTo>
                    <a:pt x="6856195" y="2328386"/>
                  </a:lnTo>
                  <a:lnTo>
                    <a:pt x="6855339" y="2328386"/>
                  </a:lnTo>
                  <a:lnTo>
                    <a:pt x="6854483" y="2328386"/>
                  </a:lnTo>
                  <a:lnTo>
                    <a:pt x="6853628" y="2328386"/>
                  </a:lnTo>
                  <a:lnTo>
                    <a:pt x="6852772" y="2328386"/>
                  </a:lnTo>
                  <a:lnTo>
                    <a:pt x="6851917" y="2328386"/>
                  </a:lnTo>
                  <a:lnTo>
                    <a:pt x="6851061" y="2328386"/>
                  </a:lnTo>
                  <a:lnTo>
                    <a:pt x="6850206" y="2328386"/>
                  </a:lnTo>
                  <a:lnTo>
                    <a:pt x="6849350" y="2328386"/>
                  </a:lnTo>
                  <a:lnTo>
                    <a:pt x="6848495" y="2328386"/>
                  </a:lnTo>
                  <a:lnTo>
                    <a:pt x="6847639" y="2328386"/>
                  </a:lnTo>
                  <a:lnTo>
                    <a:pt x="6846784" y="2328386"/>
                  </a:lnTo>
                  <a:lnTo>
                    <a:pt x="6845928" y="2328386"/>
                  </a:lnTo>
                  <a:lnTo>
                    <a:pt x="6845073" y="2328386"/>
                  </a:lnTo>
                  <a:lnTo>
                    <a:pt x="6844217" y="2328386"/>
                  </a:lnTo>
                  <a:lnTo>
                    <a:pt x="6843362" y="2328386"/>
                  </a:lnTo>
                  <a:lnTo>
                    <a:pt x="6842506" y="2328386"/>
                  </a:lnTo>
                  <a:lnTo>
                    <a:pt x="6841651" y="2328386"/>
                  </a:lnTo>
                  <a:lnTo>
                    <a:pt x="6840795" y="2328386"/>
                  </a:lnTo>
                  <a:lnTo>
                    <a:pt x="6839939" y="2328386"/>
                  </a:lnTo>
                  <a:lnTo>
                    <a:pt x="6839084" y="2328386"/>
                  </a:lnTo>
                  <a:lnTo>
                    <a:pt x="6838228" y="2328386"/>
                  </a:lnTo>
                  <a:lnTo>
                    <a:pt x="6837373" y="2328386"/>
                  </a:lnTo>
                  <a:lnTo>
                    <a:pt x="6836517" y="2328386"/>
                  </a:lnTo>
                  <a:lnTo>
                    <a:pt x="6835662" y="2328386"/>
                  </a:lnTo>
                  <a:lnTo>
                    <a:pt x="6834806" y="2328386"/>
                  </a:lnTo>
                  <a:lnTo>
                    <a:pt x="6833951" y="2328386"/>
                  </a:lnTo>
                  <a:lnTo>
                    <a:pt x="6833095" y="2328386"/>
                  </a:lnTo>
                  <a:lnTo>
                    <a:pt x="6832240" y="2328386"/>
                  </a:lnTo>
                  <a:lnTo>
                    <a:pt x="6831384" y="2328386"/>
                  </a:lnTo>
                  <a:lnTo>
                    <a:pt x="6830529" y="2328386"/>
                  </a:lnTo>
                  <a:lnTo>
                    <a:pt x="6829673" y="2328386"/>
                  </a:lnTo>
                  <a:lnTo>
                    <a:pt x="6828818" y="2328386"/>
                  </a:lnTo>
                  <a:lnTo>
                    <a:pt x="6827962" y="2328386"/>
                  </a:lnTo>
                  <a:lnTo>
                    <a:pt x="6827107" y="2328386"/>
                  </a:lnTo>
                  <a:lnTo>
                    <a:pt x="6826251" y="2328386"/>
                  </a:lnTo>
                  <a:lnTo>
                    <a:pt x="6825396" y="2328386"/>
                  </a:lnTo>
                  <a:lnTo>
                    <a:pt x="6824540" y="2328386"/>
                  </a:lnTo>
                  <a:lnTo>
                    <a:pt x="6823684" y="2328386"/>
                  </a:lnTo>
                  <a:lnTo>
                    <a:pt x="6822829" y="2328386"/>
                  </a:lnTo>
                  <a:lnTo>
                    <a:pt x="6821973" y="2328386"/>
                  </a:lnTo>
                  <a:lnTo>
                    <a:pt x="6821118" y="2328386"/>
                  </a:lnTo>
                  <a:lnTo>
                    <a:pt x="6820262" y="2328386"/>
                  </a:lnTo>
                  <a:lnTo>
                    <a:pt x="6819407" y="2328386"/>
                  </a:lnTo>
                  <a:lnTo>
                    <a:pt x="6818551" y="2328386"/>
                  </a:lnTo>
                  <a:lnTo>
                    <a:pt x="6817696" y="2328386"/>
                  </a:lnTo>
                  <a:lnTo>
                    <a:pt x="6816840" y="2328386"/>
                  </a:lnTo>
                  <a:lnTo>
                    <a:pt x="6815985" y="2328386"/>
                  </a:lnTo>
                  <a:lnTo>
                    <a:pt x="6815129" y="2328386"/>
                  </a:lnTo>
                  <a:lnTo>
                    <a:pt x="6814274" y="2328386"/>
                  </a:lnTo>
                  <a:lnTo>
                    <a:pt x="6813418" y="2328386"/>
                  </a:lnTo>
                  <a:lnTo>
                    <a:pt x="6812563" y="2328386"/>
                  </a:lnTo>
                  <a:lnTo>
                    <a:pt x="6811707" y="2328386"/>
                  </a:lnTo>
                  <a:lnTo>
                    <a:pt x="6810852" y="2328386"/>
                  </a:lnTo>
                  <a:lnTo>
                    <a:pt x="6809996" y="2328386"/>
                  </a:lnTo>
                  <a:lnTo>
                    <a:pt x="6809141" y="2328386"/>
                  </a:lnTo>
                  <a:lnTo>
                    <a:pt x="6808285" y="2328386"/>
                  </a:lnTo>
                  <a:lnTo>
                    <a:pt x="6807429" y="2328386"/>
                  </a:lnTo>
                  <a:lnTo>
                    <a:pt x="6806574" y="2328386"/>
                  </a:lnTo>
                  <a:lnTo>
                    <a:pt x="6805718" y="2328386"/>
                  </a:lnTo>
                  <a:lnTo>
                    <a:pt x="6804863" y="2328386"/>
                  </a:lnTo>
                  <a:lnTo>
                    <a:pt x="6804007" y="2328386"/>
                  </a:lnTo>
                  <a:lnTo>
                    <a:pt x="6803152" y="2328386"/>
                  </a:lnTo>
                  <a:lnTo>
                    <a:pt x="6802296" y="2328386"/>
                  </a:lnTo>
                  <a:lnTo>
                    <a:pt x="6801441" y="2328386"/>
                  </a:lnTo>
                  <a:lnTo>
                    <a:pt x="6800585" y="2328386"/>
                  </a:lnTo>
                  <a:lnTo>
                    <a:pt x="6799730" y="2328386"/>
                  </a:lnTo>
                  <a:lnTo>
                    <a:pt x="6798874" y="2328386"/>
                  </a:lnTo>
                  <a:lnTo>
                    <a:pt x="6798019" y="2328386"/>
                  </a:lnTo>
                  <a:lnTo>
                    <a:pt x="6797163" y="2328386"/>
                  </a:lnTo>
                  <a:lnTo>
                    <a:pt x="6796308" y="2328386"/>
                  </a:lnTo>
                  <a:lnTo>
                    <a:pt x="6795452" y="2328386"/>
                  </a:lnTo>
                  <a:lnTo>
                    <a:pt x="6794597" y="2328386"/>
                  </a:lnTo>
                  <a:lnTo>
                    <a:pt x="6793741" y="2328386"/>
                  </a:lnTo>
                  <a:lnTo>
                    <a:pt x="6792885" y="2328386"/>
                  </a:lnTo>
                  <a:lnTo>
                    <a:pt x="6792030" y="2328386"/>
                  </a:lnTo>
                  <a:lnTo>
                    <a:pt x="6791174" y="2328386"/>
                  </a:lnTo>
                  <a:lnTo>
                    <a:pt x="6790319" y="2328386"/>
                  </a:lnTo>
                  <a:lnTo>
                    <a:pt x="6789463" y="2328386"/>
                  </a:lnTo>
                  <a:lnTo>
                    <a:pt x="6788608" y="2328386"/>
                  </a:lnTo>
                  <a:lnTo>
                    <a:pt x="6787752" y="2328386"/>
                  </a:lnTo>
                  <a:lnTo>
                    <a:pt x="6786897" y="2328386"/>
                  </a:lnTo>
                  <a:lnTo>
                    <a:pt x="6786041" y="2328386"/>
                  </a:lnTo>
                  <a:lnTo>
                    <a:pt x="6785186" y="2328386"/>
                  </a:lnTo>
                  <a:lnTo>
                    <a:pt x="6784330" y="2328386"/>
                  </a:lnTo>
                  <a:lnTo>
                    <a:pt x="6783475" y="2328386"/>
                  </a:lnTo>
                  <a:lnTo>
                    <a:pt x="6782619" y="2328386"/>
                  </a:lnTo>
                  <a:lnTo>
                    <a:pt x="6781764" y="2328386"/>
                  </a:lnTo>
                  <a:lnTo>
                    <a:pt x="6780908" y="2328386"/>
                  </a:lnTo>
                  <a:lnTo>
                    <a:pt x="6780053" y="2328386"/>
                  </a:lnTo>
                  <a:lnTo>
                    <a:pt x="6779197" y="2328386"/>
                  </a:lnTo>
                  <a:lnTo>
                    <a:pt x="6778342" y="2328386"/>
                  </a:lnTo>
                  <a:lnTo>
                    <a:pt x="6777486" y="2328386"/>
                  </a:lnTo>
                  <a:lnTo>
                    <a:pt x="6776630" y="2328386"/>
                  </a:lnTo>
                  <a:lnTo>
                    <a:pt x="6775775" y="2328386"/>
                  </a:lnTo>
                  <a:lnTo>
                    <a:pt x="6774919" y="2328386"/>
                  </a:lnTo>
                  <a:lnTo>
                    <a:pt x="6774064" y="2328386"/>
                  </a:lnTo>
                  <a:lnTo>
                    <a:pt x="6773208" y="2328386"/>
                  </a:lnTo>
                  <a:lnTo>
                    <a:pt x="6772353" y="2328386"/>
                  </a:lnTo>
                  <a:lnTo>
                    <a:pt x="6771497" y="2328386"/>
                  </a:lnTo>
                  <a:lnTo>
                    <a:pt x="6770642" y="2328386"/>
                  </a:lnTo>
                  <a:lnTo>
                    <a:pt x="6769786" y="2328386"/>
                  </a:lnTo>
                  <a:lnTo>
                    <a:pt x="6768931" y="2328386"/>
                  </a:lnTo>
                  <a:lnTo>
                    <a:pt x="6768075" y="2328386"/>
                  </a:lnTo>
                  <a:lnTo>
                    <a:pt x="6767220" y="2328386"/>
                  </a:lnTo>
                  <a:lnTo>
                    <a:pt x="6766364" y="2328386"/>
                  </a:lnTo>
                  <a:lnTo>
                    <a:pt x="6765509" y="2328386"/>
                  </a:lnTo>
                  <a:lnTo>
                    <a:pt x="6764653" y="2328386"/>
                  </a:lnTo>
                  <a:lnTo>
                    <a:pt x="6763798" y="2328386"/>
                  </a:lnTo>
                  <a:lnTo>
                    <a:pt x="6762942" y="2328386"/>
                  </a:lnTo>
                  <a:lnTo>
                    <a:pt x="6762087" y="2328386"/>
                  </a:lnTo>
                  <a:lnTo>
                    <a:pt x="6761231" y="2328386"/>
                  </a:lnTo>
                  <a:lnTo>
                    <a:pt x="6760375" y="2328386"/>
                  </a:lnTo>
                  <a:lnTo>
                    <a:pt x="6759520" y="2328386"/>
                  </a:lnTo>
                  <a:lnTo>
                    <a:pt x="6758664" y="2328386"/>
                  </a:lnTo>
                  <a:lnTo>
                    <a:pt x="6757809" y="2328386"/>
                  </a:lnTo>
                  <a:lnTo>
                    <a:pt x="6756953" y="2328386"/>
                  </a:lnTo>
                  <a:lnTo>
                    <a:pt x="6756098" y="2328386"/>
                  </a:lnTo>
                  <a:lnTo>
                    <a:pt x="6755242" y="2328386"/>
                  </a:lnTo>
                  <a:lnTo>
                    <a:pt x="6754387" y="2328386"/>
                  </a:lnTo>
                  <a:lnTo>
                    <a:pt x="6753531" y="2328386"/>
                  </a:lnTo>
                  <a:lnTo>
                    <a:pt x="6752676" y="2328386"/>
                  </a:lnTo>
                  <a:lnTo>
                    <a:pt x="6751820" y="2328386"/>
                  </a:lnTo>
                  <a:lnTo>
                    <a:pt x="6750965" y="2328386"/>
                  </a:lnTo>
                  <a:lnTo>
                    <a:pt x="6750109" y="2328386"/>
                  </a:lnTo>
                  <a:lnTo>
                    <a:pt x="6749254" y="2328386"/>
                  </a:lnTo>
                  <a:lnTo>
                    <a:pt x="6748398" y="2328386"/>
                  </a:lnTo>
                  <a:lnTo>
                    <a:pt x="6747543" y="2328386"/>
                  </a:lnTo>
                  <a:lnTo>
                    <a:pt x="6746687" y="2328386"/>
                  </a:lnTo>
                  <a:lnTo>
                    <a:pt x="6745831" y="2328386"/>
                  </a:lnTo>
                  <a:lnTo>
                    <a:pt x="6744976" y="2328386"/>
                  </a:lnTo>
                  <a:lnTo>
                    <a:pt x="6744120" y="2328386"/>
                  </a:lnTo>
                  <a:lnTo>
                    <a:pt x="6743265" y="2328386"/>
                  </a:lnTo>
                  <a:lnTo>
                    <a:pt x="6742409" y="2328386"/>
                  </a:lnTo>
                  <a:lnTo>
                    <a:pt x="6741554" y="2328386"/>
                  </a:lnTo>
                  <a:lnTo>
                    <a:pt x="6740698" y="2328386"/>
                  </a:lnTo>
                  <a:lnTo>
                    <a:pt x="6739843" y="2328386"/>
                  </a:lnTo>
                  <a:lnTo>
                    <a:pt x="6738987" y="2328386"/>
                  </a:lnTo>
                  <a:lnTo>
                    <a:pt x="6738132" y="2328386"/>
                  </a:lnTo>
                  <a:lnTo>
                    <a:pt x="6737276" y="2328386"/>
                  </a:lnTo>
                  <a:lnTo>
                    <a:pt x="6736421" y="2328386"/>
                  </a:lnTo>
                  <a:lnTo>
                    <a:pt x="6735565" y="2328386"/>
                  </a:lnTo>
                  <a:lnTo>
                    <a:pt x="6734710" y="2328386"/>
                  </a:lnTo>
                  <a:lnTo>
                    <a:pt x="6733854" y="2328386"/>
                  </a:lnTo>
                  <a:lnTo>
                    <a:pt x="6732999" y="2328386"/>
                  </a:lnTo>
                  <a:lnTo>
                    <a:pt x="6732143" y="2328386"/>
                  </a:lnTo>
                  <a:lnTo>
                    <a:pt x="6731288" y="2328386"/>
                  </a:lnTo>
                  <a:lnTo>
                    <a:pt x="6730432" y="2328386"/>
                  </a:lnTo>
                  <a:lnTo>
                    <a:pt x="6729576" y="2328386"/>
                  </a:lnTo>
                  <a:lnTo>
                    <a:pt x="6728721" y="2328386"/>
                  </a:lnTo>
                  <a:lnTo>
                    <a:pt x="6727865" y="2328386"/>
                  </a:lnTo>
                  <a:lnTo>
                    <a:pt x="6727010" y="2328386"/>
                  </a:lnTo>
                  <a:lnTo>
                    <a:pt x="6726154" y="2328386"/>
                  </a:lnTo>
                  <a:lnTo>
                    <a:pt x="6725299" y="2328386"/>
                  </a:lnTo>
                  <a:lnTo>
                    <a:pt x="6724443" y="2328386"/>
                  </a:lnTo>
                  <a:lnTo>
                    <a:pt x="6723588" y="2328386"/>
                  </a:lnTo>
                  <a:lnTo>
                    <a:pt x="6722732" y="2328386"/>
                  </a:lnTo>
                  <a:lnTo>
                    <a:pt x="6721877" y="2328386"/>
                  </a:lnTo>
                  <a:lnTo>
                    <a:pt x="6721021" y="2328386"/>
                  </a:lnTo>
                  <a:lnTo>
                    <a:pt x="6720166" y="2328386"/>
                  </a:lnTo>
                  <a:lnTo>
                    <a:pt x="6719310" y="2328386"/>
                  </a:lnTo>
                  <a:lnTo>
                    <a:pt x="6718455" y="2328386"/>
                  </a:lnTo>
                  <a:lnTo>
                    <a:pt x="6717599" y="2328386"/>
                  </a:lnTo>
                  <a:lnTo>
                    <a:pt x="6716744" y="2328386"/>
                  </a:lnTo>
                  <a:lnTo>
                    <a:pt x="6715888" y="2328386"/>
                  </a:lnTo>
                  <a:lnTo>
                    <a:pt x="6715033" y="2328386"/>
                  </a:lnTo>
                  <a:lnTo>
                    <a:pt x="6714177" y="2328386"/>
                  </a:lnTo>
                  <a:lnTo>
                    <a:pt x="6713321" y="2328386"/>
                  </a:lnTo>
                  <a:lnTo>
                    <a:pt x="6712466" y="2328386"/>
                  </a:lnTo>
                  <a:lnTo>
                    <a:pt x="6711610" y="2328386"/>
                  </a:lnTo>
                  <a:lnTo>
                    <a:pt x="6710755" y="2328386"/>
                  </a:lnTo>
                  <a:lnTo>
                    <a:pt x="6709899" y="2328386"/>
                  </a:lnTo>
                  <a:lnTo>
                    <a:pt x="6709044" y="2328386"/>
                  </a:lnTo>
                  <a:lnTo>
                    <a:pt x="6708188" y="2328386"/>
                  </a:lnTo>
                  <a:lnTo>
                    <a:pt x="6707333" y="2328386"/>
                  </a:lnTo>
                  <a:lnTo>
                    <a:pt x="6706477" y="2328386"/>
                  </a:lnTo>
                  <a:lnTo>
                    <a:pt x="6705622" y="2328386"/>
                  </a:lnTo>
                  <a:lnTo>
                    <a:pt x="6704766" y="2328386"/>
                  </a:lnTo>
                  <a:lnTo>
                    <a:pt x="6703911" y="2328386"/>
                  </a:lnTo>
                  <a:lnTo>
                    <a:pt x="6703055" y="2328386"/>
                  </a:lnTo>
                  <a:lnTo>
                    <a:pt x="6702200" y="2328386"/>
                  </a:lnTo>
                  <a:lnTo>
                    <a:pt x="6701344" y="2328386"/>
                  </a:lnTo>
                  <a:lnTo>
                    <a:pt x="6700489" y="2328386"/>
                  </a:lnTo>
                  <a:lnTo>
                    <a:pt x="6699633" y="2328386"/>
                  </a:lnTo>
                  <a:lnTo>
                    <a:pt x="6698777" y="2328386"/>
                  </a:lnTo>
                  <a:lnTo>
                    <a:pt x="6697922" y="2328386"/>
                  </a:lnTo>
                  <a:lnTo>
                    <a:pt x="6697066" y="2328386"/>
                  </a:lnTo>
                  <a:lnTo>
                    <a:pt x="6696211" y="2328386"/>
                  </a:lnTo>
                  <a:lnTo>
                    <a:pt x="6695355" y="2328386"/>
                  </a:lnTo>
                  <a:lnTo>
                    <a:pt x="6694500" y="2328386"/>
                  </a:lnTo>
                  <a:lnTo>
                    <a:pt x="6693644" y="2328386"/>
                  </a:lnTo>
                  <a:lnTo>
                    <a:pt x="6692789" y="2328386"/>
                  </a:lnTo>
                  <a:lnTo>
                    <a:pt x="6691933" y="2328386"/>
                  </a:lnTo>
                  <a:lnTo>
                    <a:pt x="6691078" y="2328386"/>
                  </a:lnTo>
                  <a:lnTo>
                    <a:pt x="6690222" y="2328386"/>
                  </a:lnTo>
                  <a:lnTo>
                    <a:pt x="6689367" y="2328386"/>
                  </a:lnTo>
                  <a:lnTo>
                    <a:pt x="6688511" y="2328386"/>
                  </a:lnTo>
                  <a:lnTo>
                    <a:pt x="6687656" y="2328386"/>
                  </a:lnTo>
                  <a:lnTo>
                    <a:pt x="6686800" y="2328386"/>
                  </a:lnTo>
                  <a:lnTo>
                    <a:pt x="6685945" y="2328386"/>
                  </a:lnTo>
                  <a:lnTo>
                    <a:pt x="6685089" y="2328386"/>
                  </a:lnTo>
                  <a:lnTo>
                    <a:pt x="6684234" y="2328386"/>
                  </a:lnTo>
                  <a:lnTo>
                    <a:pt x="6683378" y="2328386"/>
                  </a:lnTo>
                  <a:lnTo>
                    <a:pt x="6682522" y="2328386"/>
                  </a:lnTo>
                  <a:lnTo>
                    <a:pt x="6681667" y="2328386"/>
                  </a:lnTo>
                  <a:lnTo>
                    <a:pt x="6680811" y="2328386"/>
                  </a:lnTo>
                  <a:lnTo>
                    <a:pt x="6679956" y="2328386"/>
                  </a:lnTo>
                  <a:lnTo>
                    <a:pt x="6679100" y="2328386"/>
                  </a:lnTo>
                  <a:lnTo>
                    <a:pt x="6678245" y="2328386"/>
                  </a:lnTo>
                  <a:lnTo>
                    <a:pt x="6677389" y="2328386"/>
                  </a:lnTo>
                  <a:lnTo>
                    <a:pt x="6676534" y="2328386"/>
                  </a:lnTo>
                  <a:lnTo>
                    <a:pt x="6675678" y="2328386"/>
                  </a:lnTo>
                  <a:lnTo>
                    <a:pt x="6674823" y="2328386"/>
                  </a:lnTo>
                  <a:lnTo>
                    <a:pt x="6673967" y="2328386"/>
                  </a:lnTo>
                  <a:lnTo>
                    <a:pt x="6673112" y="2328386"/>
                  </a:lnTo>
                  <a:lnTo>
                    <a:pt x="6672256" y="2328386"/>
                  </a:lnTo>
                  <a:lnTo>
                    <a:pt x="6671401" y="2328386"/>
                  </a:lnTo>
                  <a:lnTo>
                    <a:pt x="6670545" y="2328386"/>
                  </a:lnTo>
                  <a:lnTo>
                    <a:pt x="6669690" y="2328386"/>
                  </a:lnTo>
                  <a:lnTo>
                    <a:pt x="6668834" y="2328386"/>
                  </a:lnTo>
                  <a:lnTo>
                    <a:pt x="6667979" y="2328386"/>
                  </a:lnTo>
                  <a:lnTo>
                    <a:pt x="6667123" y="2328386"/>
                  </a:lnTo>
                  <a:lnTo>
                    <a:pt x="6666267" y="2328386"/>
                  </a:lnTo>
                  <a:lnTo>
                    <a:pt x="6665412" y="2328386"/>
                  </a:lnTo>
                  <a:lnTo>
                    <a:pt x="6664556" y="2328386"/>
                  </a:lnTo>
                  <a:lnTo>
                    <a:pt x="6663701" y="2328386"/>
                  </a:lnTo>
                  <a:lnTo>
                    <a:pt x="6662845" y="2328386"/>
                  </a:lnTo>
                  <a:lnTo>
                    <a:pt x="6661990" y="2328386"/>
                  </a:lnTo>
                  <a:lnTo>
                    <a:pt x="6661134" y="2328386"/>
                  </a:lnTo>
                  <a:lnTo>
                    <a:pt x="6660279" y="2328386"/>
                  </a:lnTo>
                  <a:lnTo>
                    <a:pt x="6659423" y="2328386"/>
                  </a:lnTo>
                  <a:lnTo>
                    <a:pt x="6658568" y="2328386"/>
                  </a:lnTo>
                  <a:lnTo>
                    <a:pt x="6657712" y="2328386"/>
                  </a:lnTo>
                  <a:lnTo>
                    <a:pt x="6656857" y="2328386"/>
                  </a:lnTo>
                  <a:lnTo>
                    <a:pt x="6656001" y="2328386"/>
                  </a:lnTo>
                  <a:lnTo>
                    <a:pt x="6655146" y="2328386"/>
                  </a:lnTo>
                  <a:lnTo>
                    <a:pt x="6654290" y="2328386"/>
                  </a:lnTo>
                  <a:lnTo>
                    <a:pt x="6653435" y="2328386"/>
                  </a:lnTo>
                  <a:lnTo>
                    <a:pt x="6652579" y="2328386"/>
                  </a:lnTo>
                  <a:lnTo>
                    <a:pt x="6651723" y="2328386"/>
                  </a:lnTo>
                  <a:lnTo>
                    <a:pt x="6650868" y="2328386"/>
                  </a:lnTo>
                  <a:lnTo>
                    <a:pt x="6650012" y="2328386"/>
                  </a:lnTo>
                  <a:lnTo>
                    <a:pt x="6649157" y="2328386"/>
                  </a:lnTo>
                  <a:lnTo>
                    <a:pt x="6648301" y="2328386"/>
                  </a:lnTo>
                  <a:lnTo>
                    <a:pt x="6647446" y="2328386"/>
                  </a:lnTo>
                  <a:lnTo>
                    <a:pt x="6646590" y="2328386"/>
                  </a:lnTo>
                  <a:lnTo>
                    <a:pt x="6645735" y="2328386"/>
                  </a:lnTo>
                  <a:lnTo>
                    <a:pt x="6644879" y="2328386"/>
                  </a:lnTo>
                  <a:lnTo>
                    <a:pt x="6644024" y="2328386"/>
                  </a:lnTo>
                  <a:lnTo>
                    <a:pt x="6643168" y="2328386"/>
                  </a:lnTo>
                  <a:lnTo>
                    <a:pt x="6642313" y="2328386"/>
                  </a:lnTo>
                  <a:lnTo>
                    <a:pt x="6641457" y="2328386"/>
                  </a:lnTo>
                  <a:lnTo>
                    <a:pt x="6640602" y="2328386"/>
                  </a:lnTo>
                  <a:lnTo>
                    <a:pt x="6639746" y="2328386"/>
                  </a:lnTo>
                  <a:lnTo>
                    <a:pt x="6638891" y="2328386"/>
                  </a:lnTo>
                  <a:lnTo>
                    <a:pt x="6638035" y="2328386"/>
                  </a:lnTo>
                  <a:lnTo>
                    <a:pt x="6637180" y="2328386"/>
                  </a:lnTo>
                  <a:lnTo>
                    <a:pt x="6636324" y="2328386"/>
                  </a:lnTo>
                  <a:lnTo>
                    <a:pt x="6635468" y="2328386"/>
                  </a:lnTo>
                  <a:lnTo>
                    <a:pt x="6634613" y="2328386"/>
                  </a:lnTo>
                  <a:lnTo>
                    <a:pt x="6633757" y="2328386"/>
                  </a:lnTo>
                  <a:lnTo>
                    <a:pt x="6632902" y="2328386"/>
                  </a:lnTo>
                  <a:lnTo>
                    <a:pt x="6632046" y="2328386"/>
                  </a:lnTo>
                  <a:lnTo>
                    <a:pt x="6631191" y="2328386"/>
                  </a:lnTo>
                  <a:lnTo>
                    <a:pt x="6630335" y="2328386"/>
                  </a:lnTo>
                  <a:lnTo>
                    <a:pt x="6629480" y="2328386"/>
                  </a:lnTo>
                  <a:lnTo>
                    <a:pt x="6628624" y="2328386"/>
                  </a:lnTo>
                  <a:lnTo>
                    <a:pt x="6627769" y="2328386"/>
                  </a:lnTo>
                  <a:lnTo>
                    <a:pt x="6626913" y="2328386"/>
                  </a:lnTo>
                  <a:lnTo>
                    <a:pt x="6626058" y="2328386"/>
                  </a:lnTo>
                  <a:lnTo>
                    <a:pt x="6625202" y="2328386"/>
                  </a:lnTo>
                  <a:lnTo>
                    <a:pt x="6624347" y="2328386"/>
                  </a:lnTo>
                  <a:lnTo>
                    <a:pt x="6623491" y="2328386"/>
                  </a:lnTo>
                  <a:lnTo>
                    <a:pt x="6622636" y="2328386"/>
                  </a:lnTo>
                  <a:lnTo>
                    <a:pt x="6621780" y="2328386"/>
                  </a:lnTo>
                  <a:lnTo>
                    <a:pt x="6620925" y="2328386"/>
                  </a:lnTo>
                  <a:lnTo>
                    <a:pt x="6620069" y="2328386"/>
                  </a:lnTo>
                  <a:lnTo>
                    <a:pt x="6619213" y="2328386"/>
                  </a:lnTo>
                  <a:lnTo>
                    <a:pt x="6618358" y="2328386"/>
                  </a:lnTo>
                  <a:lnTo>
                    <a:pt x="6617502" y="2328386"/>
                  </a:lnTo>
                  <a:lnTo>
                    <a:pt x="6616647" y="2328386"/>
                  </a:lnTo>
                  <a:lnTo>
                    <a:pt x="6615791" y="2328386"/>
                  </a:lnTo>
                  <a:lnTo>
                    <a:pt x="6614936" y="2328386"/>
                  </a:lnTo>
                  <a:lnTo>
                    <a:pt x="6614080" y="2328386"/>
                  </a:lnTo>
                  <a:lnTo>
                    <a:pt x="6613225" y="2328386"/>
                  </a:lnTo>
                  <a:lnTo>
                    <a:pt x="6612369" y="2328386"/>
                  </a:lnTo>
                  <a:lnTo>
                    <a:pt x="6611514" y="2328386"/>
                  </a:lnTo>
                  <a:lnTo>
                    <a:pt x="6610658" y="2328386"/>
                  </a:lnTo>
                  <a:lnTo>
                    <a:pt x="6609803" y="2328386"/>
                  </a:lnTo>
                  <a:lnTo>
                    <a:pt x="6608947" y="2328386"/>
                  </a:lnTo>
                  <a:lnTo>
                    <a:pt x="6608092" y="2328386"/>
                  </a:lnTo>
                  <a:lnTo>
                    <a:pt x="6607236" y="2328386"/>
                  </a:lnTo>
                  <a:lnTo>
                    <a:pt x="6606381" y="2328386"/>
                  </a:lnTo>
                  <a:lnTo>
                    <a:pt x="6605525" y="2328386"/>
                  </a:lnTo>
                  <a:lnTo>
                    <a:pt x="6604670" y="2328386"/>
                  </a:lnTo>
                  <a:lnTo>
                    <a:pt x="6603814" y="2328386"/>
                  </a:lnTo>
                  <a:lnTo>
                    <a:pt x="6602958" y="2328386"/>
                  </a:lnTo>
                  <a:lnTo>
                    <a:pt x="6602103" y="2328386"/>
                  </a:lnTo>
                  <a:lnTo>
                    <a:pt x="6601247" y="2328386"/>
                  </a:lnTo>
                  <a:lnTo>
                    <a:pt x="6600392" y="2328386"/>
                  </a:lnTo>
                  <a:lnTo>
                    <a:pt x="6599536" y="2328386"/>
                  </a:lnTo>
                  <a:lnTo>
                    <a:pt x="6598681" y="2328386"/>
                  </a:lnTo>
                  <a:lnTo>
                    <a:pt x="6597825" y="2328386"/>
                  </a:lnTo>
                  <a:lnTo>
                    <a:pt x="6596970" y="2328386"/>
                  </a:lnTo>
                  <a:lnTo>
                    <a:pt x="6596114" y="2328386"/>
                  </a:lnTo>
                  <a:lnTo>
                    <a:pt x="6595259" y="2328386"/>
                  </a:lnTo>
                  <a:lnTo>
                    <a:pt x="6594403" y="2328386"/>
                  </a:lnTo>
                  <a:lnTo>
                    <a:pt x="6593548" y="2328386"/>
                  </a:lnTo>
                  <a:lnTo>
                    <a:pt x="6592692" y="2328386"/>
                  </a:lnTo>
                  <a:lnTo>
                    <a:pt x="6591837" y="2328386"/>
                  </a:lnTo>
                  <a:lnTo>
                    <a:pt x="6590981" y="2328386"/>
                  </a:lnTo>
                  <a:lnTo>
                    <a:pt x="6590126" y="2328386"/>
                  </a:lnTo>
                  <a:lnTo>
                    <a:pt x="6589270" y="2328386"/>
                  </a:lnTo>
                  <a:lnTo>
                    <a:pt x="6588414" y="2328386"/>
                  </a:lnTo>
                  <a:lnTo>
                    <a:pt x="6587559" y="2328386"/>
                  </a:lnTo>
                  <a:lnTo>
                    <a:pt x="6586703" y="2328386"/>
                  </a:lnTo>
                  <a:lnTo>
                    <a:pt x="6585848" y="2328386"/>
                  </a:lnTo>
                  <a:lnTo>
                    <a:pt x="6584992" y="2328386"/>
                  </a:lnTo>
                  <a:lnTo>
                    <a:pt x="6584137" y="2328386"/>
                  </a:lnTo>
                  <a:lnTo>
                    <a:pt x="6583281" y="2328386"/>
                  </a:lnTo>
                  <a:lnTo>
                    <a:pt x="6582426" y="2328386"/>
                  </a:lnTo>
                  <a:lnTo>
                    <a:pt x="6581570" y="2328386"/>
                  </a:lnTo>
                  <a:lnTo>
                    <a:pt x="6580715" y="2328386"/>
                  </a:lnTo>
                  <a:lnTo>
                    <a:pt x="6579859" y="2328386"/>
                  </a:lnTo>
                  <a:lnTo>
                    <a:pt x="6579004" y="2328386"/>
                  </a:lnTo>
                  <a:lnTo>
                    <a:pt x="6578148" y="2328386"/>
                  </a:lnTo>
                  <a:lnTo>
                    <a:pt x="6577293" y="2328386"/>
                  </a:lnTo>
                  <a:lnTo>
                    <a:pt x="6576437" y="2328386"/>
                  </a:lnTo>
                  <a:lnTo>
                    <a:pt x="6575582" y="2328386"/>
                  </a:lnTo>
                  <a:lnTo>
                    <a:pt x="6574726" y="2328386"/>
                  </a:lnTo>
                  <a:lnTo>
                    <a:pt x="6573871" y="2328386"/>
                  </a:lnTo>
                  <a:lnTo>
                    <a:pt x="6573015" y="2328386"/>
                  </a:lnTo>
                  <a:lnTo>
                    <a:pt x="6572159" y="2328386"/>
                  </a:lnTo>
                  <a:lnTo>
                    <a:pt x="6571304" y="2328386"/>
                  </a:lnTo>
                  <a:lnTo>
                    <a:pt x="6570448" y="2328386"/>
                  </a:lnTo>
                  <a:lnTo>
                    <a:pt x="6569593" y="2328386"/>
                  </a:lnTo>
                  <a:lnTo>
                    <a:pt x="6568737" y="2328386"/>
                  </a:lnTo>
                  <a:lnTo>
                    <a:pt x="6567882" y="2328386"/>
                  </a:lnTo>
                  <a:lnTo>
                    <a:pt x="6567026" y="2328386"/>
                  </a:lnTo>
                  <a:lnTo>
                    <a:pt x="6566171" y="2328386"/>
                  </a:lnTo>
                  <a:lnTo>
                    <a:pt x="6565315" y="2328386"/>
                  </a:lnTo>
                  <a:lnTo>
                    <a:pt x="6564460" y="2328386"/>
                  </a:lnTo>
                  <a:lnTo>
                    <a:pt x="6563604" y="2328386"/>
                  </a:lnTo>
                  <a:lnTo>
                    <a:pt x="6562749" y="2328386"/>
                  </a:lnTo>
                  <a:lnTo>
                    <a:pt x="6561893" y="2328386"/>
                  </a:lnTo>
                  <a:lnTo>
                    <a:pt x="6561038" y="2328386"/>
                  </a:lnTo>
                  <a:lnTo>
                    <a:pt x="6560182" y="2328386"/>
                  </a:lnTo>
                  <a:lnTo>
                    <a:pt x="6559327" y="2328386"/>
                  </a:lnTo>
                  <a:lnTo>
                    <a:pt x="6558471" y="2328386"/>
                  </a:lnTo>
                  <a:lnTo>
                    <a:pt x="6557616" y="2328386"/>
                  </a:lnTo>
                  <a:lnTo>
                    <a:pt x="6556760" y="2328386"/>
                  </a:lnTo>
                  <a:lnTo>
                    <a:pt x="6555904" y="2328386"/>
                  </a:lnTo>
                  <a:lnTo>
                    <a:pt x="6555049" y="2328386"/>
                  </a:lnTo>
                  <a:lnTo>
                    <a:pt x="6554193" y="2328386"/>
                  </a:lnTo>
                  <a:lnTo>
                    <a:pt x="6553338" y="2328386"/>
                  </a:lnTo>
                  <a:lnTo>
                    <a:pt x="6552482" y="2328386"/>
                  </a:lnTo>
                  <a:lnTo>
                    <a:pt x="6551627" y="2328386"/>
                  </a:lnTo>
                  <a:lnTo>
                    <a:pt x="6550771" y="2328386"/>
                  </a:lnTo>
                  <a:lnTo>
                    <a:pt x="6549916" y="2328386"/>
                  </a:lnTo>
                  <a:lnTo>
                    <a:pt x="6549060" y="2328386"/>
                  </a:lnTo>
                  <a:lnTo>
                    <a:pt x="6548205" y="2328386"/>
                  </a:lnTo>
                  <a:lnTo>
                    <a:pt x="6547349" y="2328386"/>
                  </a:lnTo>
                  <a:lnTo>
                    <a:pt x="6546494" y="2328386"/>
                  </a:lnTo>
                  <a:lnTo>
                    <a:pt x="6545638" y="2328386"/>
                  </a:lnTo>
                  <a:lnTo>
                    <a:pt x="6544783" y="2328386"/>
                  </a:lnTo>
                  <a:lnTo>
                    <a:pt x="6543927" y="2328386"/>
                  </a:lnTo>
                  <a:lnTo>
                    <a:pt x="6543072" y="2328386"/>
                  </a:lnTo>
                  <a:lnTo>
                    <a:pt x="6542216" y="2328386"/>
                  </a:lnTo>
                  <a:lnTo>
                    <a:pt x="6541360" y="2328386"/>
                  </a:lnTo>
                  <a:lnTo>
                    <a:pt x="6540505" y="2328386"/>
                  </a:lnTo>
                  <a:lnTo>
                    <a:pt x="6539649" y="2328386"/>
                  </a:lnTo>
                  <a:lnTo>
                    <a:pt x="6538794" y="2328386"/>
                  </a:lnTo>
                  <a:lnTo>
                    <a:pt x="6537938" y="2328386"/>
                  </a:lnTo>
                  <a:lnTo>
                    <a:pt x="6537083" y="2328386"/>
                  </a:lnTo>
                  <a:lnTo>
                    <a:pt x="6536227" y="2328386"/>
                  </a:lnTo>
                  <a:lnTo>
                    <a:pt x="6535372" y="2328386"/>
                  </a:lnTo>
                  <a:lnTo>
                    <a:pt x="6534516" y="2328386"/>
                  </a:lnTo>
                  <a:lnTo>
                    <a:pt x="6533661" y="2328386"/>
                  </a:lnTo>
                  <a:lnTo>
                    <a:pt x="6532805" y="2328386"/>
                  </a:lnTo>
                  <a:lnTo>
                    <a:pt x="6531950" y="2328386"/>
                  </a:lnTo>
                  <a:lnTo>
                    <a:pt x="6531094" y="2328386"/>
                  </a:lnTo>
                  <a:lnTo>
                    <a:pt x="6530239" y="2328386"/>
                  </a:lnTo>
                  <a:lnTo>
                    <a:pt x="6529383" y="2328386"/>
                  </a:lnTo>
                  <a:lnTo>
                    <a:pt x="6528528" y="2328386"/>
                  </a:lnTo>
                  <a:lnTo>
                    <a:pt x="6527672" y="2328386"/>
                  </a:lnTo>
                  <a:lnTo>
                    <a:pt x="6526817" y="2328386"/>
                  </a:lnTo>
                  <a:lnTo>
                    <a:pt x="6525961" y="2328386"/>
                  </a:lnTo>
                  <a:lnTo>
                    <a:pt x="6525105" y="2328386"/>
                  </a:lnTo>
                  <a:lnTo>
                    <a:pt x="6524250" y="2328386"/>
                  </a:lnTo>
                  <a:lnTo>
                    <a:pt x="6523394" y="2328386"/>
                  </a:lnTo>
                  <a:lnTo>
                    <a:pt x="6522539" y="2328386"/>
                  </a:lnTo>
                  <a:lnTo>
                    <a:pt x="6521683" y="2328386"/>
                  </a:lnTo>
                  <a:lnTo>
                    <a:pt x="6520828" y="2328386"/>
                  </a:lnTo>
                  <a:lnTo>
                    <a:pt x="6519972" y="2328386"/>
                  </a:lnTo>
                  <a:lnTo>
                    <a:pt x="6519117" y="2328386"/>
                  </a:lnTo>
                  <a:lnTo>
                    <a:pt x="6518261" y="2328386"/>
                  </a:lnTo>
                  <a:lnTo>
                    <a:pt x="6517406" y="2328386"/>
                  </a:lnTo>
                  <a:lnTo>
                    <a:pt x="6516550" y="2328386"/>
                  </a:lnTo>
                  <a:lnTo>
                    <a:pt x="6515695" y="2328386"/>
                  </a:lnTo>
                  <a:lnTo>
                    <a:pt x="6514839" y="2328386"/>
                  </a:lnTo>
                  <a:lnTo>
                    <a:pt x="6513984" y="2328386"/>
                  </a:lnTo>
                  <a:lnTo>
                    <a:pt x="6513128" y="2328386"/>
                  </a:lnTo>
                  <a:lnTo>
                    <a:pt x="6512273" y="2328386"/>
                  </a:lnTo>
                  <a:lnTo>
                    <a:pt x="6511417" y="2328386"/>
                  </a:lnTo>
                  <a:lnTo>
                    <a:pt x="6510562" y="2328386"/>
                  </a:lnTo>
                  <a:lnTo>
                    <a:pt x="6509706" y="2328386"/>
                  </a:lnTo>
                  <a:lnTo>
                    <a:pt x="6508850" y="2328386"/>
                  </a:lnTo>
                  <a:lnTo>
                    <a:pt x="6507995" y="2328386"/>
                  </a:lnTo>
                  <a:lnTo>
                    <a:pt x="6507139" y="2328386"/>
                  </a:lnTo>
                  <a:lnTo>
                    <a:pt x="6506284" y="2328386"/>
                  </a:lnTo>
                  <a:lnTo>
                    <a:pt x="6505428" y="2328386"/>
                  </a:lnTo>
                  <a:lnTo>
                    <a:pt x="6504573" y="2328386"/>
                  </a:lnTo>
                  <a:lnTo>
                    <a:pt x="6503717" y="2328386"/>
                  </a:lnTo>
                  <a:lnTo>
                    <a:pt x="6502862" y="2328386"/>
                  </a:lnTo>
                  <a:lnTo>
                    <a:pt x="6502006" y="2328386"/>
                  </a:lnTo>
                  <a:lnTo>
                    <a:pt x="6501151" y="2328386"/>
                  </a:lnTo>
                  <a:lnTo>
                    <a:pt x="6500295" y="2328386"/>
                  </a:lnTo>
                  <a:lnTo>
                    <a:pt x="6499440" y="2328386"/>
                  </a:lnTo>
                  <a:lnTo>
                    <a:pt x="6498584" y="2328386"/>
                  </a:lnTo>
                  <a:lnTo>
                    <a:pt x="6497729" y="2328386"/>
                  </a:lnTo>
                  <a:lnTo>
                    <a:pt x="6496873" y="2328386"/>
                  </a:lnTo>
                  <a:lnTo>
                    <a:pt x="6496018" y="2328386"/>
                  </a:lnTo>
                  <a:lnTo>
                    <a:pt x="6495162" y="2328386"/>
                  </a:lnTo>
                  <a:lnTo>
                    <a:pt x="6494306" y="2328386"/>
                  </a:lnTo>
                  <a:lnTo>
                    <a:pt x="6493451" y="2328386"/>
                  </a:lnTo>
                  <a:lnTo>
                    <a:pt x="6492595" y="2328386"/>
                  </a:lnTo>
                  <a:lnTo>
                    <a:pt x="6491740" y="2328386"/>
                  </a:lnTo>
                  <a:lnTo>
                    <a:pt x="6490884" y="2328386"/>
                  </a:lnTo>
                  <a:lnTo>
                    <a:pt x="6490029" y="2328386"/>
                  </a:lnTo>
                  <a:lnTo>
                    <a:pt x="6489173" y="2328386"/>
                  </a:lnTo>
                  <a:lnTo>
                    <a:pt x="6488318" y="2328386"/>
                  </a:lnTo>
                  <a:lnTo>
                    <a:pt x="6487462" y="2328386"/>
                  </a:lnTo>
                  <a:lnTo>
                    <a:pt x="6486607" y="2328386"/>
                  </a:lnTo>
                  <a:lnTo>
                    <a:pt x="6485751" y="2328386"/>
                  </a:lnTo>
                  <a:lnTo>
                    <a:pt x="6484896" y="2328386"/>
                  </a:lnTo>
                  <a:lnTo>
                    <a:pt x="6484040" y="2328386"/>
                  </a:lnTo>
                  <a:lnTo>
                    <a:pt x="6483185" y="2328386"/>
                  </a:lnTo>
                  <a:lnTo>
                    <a:pt x="6482329" y="2328386"/>
                  </a:lnTo>
                  <a:lnTo>
                    <a:pt x="6481474" y="2328386"/>
                  </a:lnTo>
                  <a:lnTo>
                    <a:pt x="6480618" y="2328386"/>
                  </a:lnTo>
                  <a:lnTo>
                    <a:pt x="6479763" y="2328386"/>
                  </a:lnTo>
                  <a:lnTo>
                    <a:pt x="6478907" y="2328386"/>
                  </a:lnTo>
                  <a:lnTo>
                    <a:pt x="6478051" y="2328386"/>
                  </a:lnTo>
                  <a:lnTo>
                    <a:pt x="6477196" y="2328386"/>
                  </a:lnTo>
                  <a:lnTo>
                    <a:pt x="6476340" y="2328386"/>
                  </a:lnTo>
                  <a:lnTo>
                    <a:pt x="6475485" y="2328386"/>
                  </a:lnTo>
                  <a:lnTo>
                    <a:pt x="6474629" y="2328386"/>
                  </a:lnTo>
                  <a:lnTo>
                    <a:pt x="6473774" y="2328386"/>
                  </a:lnTo>
                  <a:lnTo>
                    <a:pt x="6472918" y="2328386"/>
                  </a:lnTo>
                  <a:lnTo>
                    <a:pt x="6472063" y="2328386"/>
                  </a:lnTo>
                  <a:lnTo>
                    <a:pt x="6471207" y="2328386"/>
                  </a:lnTo>
                  <a:lnTo>
                    <a:pt x="6470352" y="2328386"/>
                  </a:lnTo>
                  <a:lnTo>
                    <a:pt x="6469496" y="2328386"/>
                  </a:lnTo>
                  <a:lnTo>
                    <a:pt x="6468641" y="2328386"/>
                  </a:lnTo>
                  <a:lnTo>
                    <a:pt x="6467785" y="2328386"/>
                  </a:lnTo>
                  <a:lnTo>
                    <a:pt x="6466930" y="2328386"/>
                  </a:lnTo>
                  <a:lnTo>
                    <a:pt x="6466074" y="2328386"/>
                  </a:lnTo>
                  <a:lnTo>
                    <a:pt x="6465219" y="2328386"/>
                  </a:lnTo>
                  <a:lnTo>
                    <a:pt x="6464363" y="2328386"/>
                  </a:lnTo>
                  <a:lnTo>
                    <a:pt x="6463508" y="2328386"/>
                  </a:lnTo>
                  <a:lnTo>
                    <a:pt x="6462652" y="2328386"/>
                  </a:lnTo>
                  <a:lnTo>
                    <a:pt x="6461796" y="2328386"/>
                  </a:lnTo>
                  <a:lnTo>
                    <a:pt x="6460941" y="2328386"/>
                  </a:lnTo>
                  <a:lnTo>
                    <a:pt x="6460085" y="2328386"/>
                  </a:lnTo>
                  <a:lnTo>
                    <a:pt x="6459230" y="2328386"/>
                  </a:lnTo>
                  <a:lnTo>
                    <a:pt x="6458374" y="2328386"/>
                  </a:lnTo>
                  <a:lnTo>
                    <a:pt x="6457519" y="2328386"/>
                  </a:lnTo>
                  <a:lnTo>
                    <a:pt x="6456663" y="2328386"/>
                  </a:lnTo>
                  <a:lnTo>
                    <a:pt x="6455808" y="2328386"/>
                  </a:lnTo>
                  <a:lnTo>
                    <a:pt x="6454952" y="2328386"/>
                  </a:lnTo>
                  <a:lnTo>
                    <a:pt x="6454097" y="2328386"/>
                  </a:lnTo>
                  <a:lnTo>
                    <a:pt x="6453241" y="2328386"/>
                  </a:lnTo>
                  <a:lnTo>
                    <a:pt x="6452386" y="2328386"/>
                  </a:lnTo>
                  <a:lnTo>
                    <a:pt x="6451530" y="2328386"/>
                  </a:lnTo>
                  <a:lnTo>
                    <a:pt x="6450675" y="2328386"/>
                  </a:lnTo>
                  <a:lnTo>
                    <a:pt x="6449819" y="2328386"/>
                  </a:lnTo>
                  <a:lnTo>
                    <a:pt x="6448964" y="2328386"/>
                  </a:lnTo>
                  <a:lnTo>
                    <a:pt x="6448108" y="2328386"/>
                  </a:lnTo>
                  <a:lnTo>
                    <a:pt x="6447252" y="2328386"/>
                  </a:lnTo>
                  <a:lnTo>
                    <a:pt x="6446397" y="2328386"/>
                  </a:lnTo>
                  <a:lnTo>
                    <a:pt x="6445541" y="2328386"/>
                  </a:lnTo>
                  <a:lnTo>
                    <a:pt x="6444686" y="2328386"/>
                  </a:lnTo>
                  <a:lnTo>
                    <a:pt x="6443830" y="2328386"/>
                  </a:lnTo>
                  <a:lnTo>
                    <a:pt x="6442975" y="2328386"/>
                  </a:lnTo>
                  <a:lnTo>
                    <a:pt x="6442119" y="2328386"/>
                  </a:lnTo>
                  <a:lnTo>
                    <a:pt x="6441264" y="2328386"/>
                  </a:lnTo>
                  <a:lnTo>
                    <a:pt x="6440408" y="2328386"/>
                  </a:lnTo>
                  <a:lnTo>
                    <a:pt x="6439553" y="2328386"/>
                  </a:lnTo>
                  <a:lnTo>
                    <a:pt x="6438697" y="2328386"/>
                  </a:lnTo>
                  <a:lnTo>
                    <a:pt x="6437842" y="2328386"/>
                  </a:lnTo>
                  <a:lnTo>
                    <a:pt x="6436986" y="2328386"/>
                  </a:lnTo>
                  <a:lnTo>
                    <a:pt x="6436131" y="2328386"/>
                  </a:lnTo>
                  <a:lnTo>
                    <a:pt x="6435275" y="2328386"/>
                  </a:lnTo>
                  <a:lnTo>
                    <a:pt x="6434420" y="2328386"/>
                  </a:lnTo>
                  <a:lnTo>
                    <a:pt x="6433564" y="2328386"/>
                  </a:lnTo>
                  <a:lnTo>
                    <a:pt x="6432709" y="2328386"/>
                  </a:lnTo>
                  <a:lnTo>
                    <a:pt x="6431853" y="2328386"/>
                  </a:lnTo>
                  <a:lnTo>
                    <a:pt x="6430997" y="2328386"/>
                  </a:lnTo>
                  <a:lnTo>
                    <a:pt x="6430142" y="2328386"/>
                  </a:lnTo>
                  <a:lnTo>
                    <a:pt x="6429286" y="2328386"/>
                  </a:lnTo>
                  <a:lnTo>
                    <a:pt x="6428431" y="2328386"/>
                  </a:lnTo>
                  <a:lnTo>
                    <a:pt x="6427575" y="2328386"/>
                  </a:lnTo>
                  <a:lnTo>
                    <a:pt x="6426720" y="2328386"/>
                  </a:lnTo>
                  <a:lnTo>
                    <a:pt x="6425864" y="2328386"/>
                  </a:lnTo>
                  <a:lnTo>
                    <a:pt x="6425009" y="2328386"/>
                  </a:lnTo>
                  <a:lnTo>
                    <a:pt x="6424153" y="2328386"/>
                  </a:lnTo>
                  <a:lnTo>
                    <a:pt x="6423298" y="2328386"/>
                  </a:lnTo>
                  <a:lnTo>
                    <a:pt x="6422442" y="2328386"/>
                  </a:lnTo>
                  <a:lnTo>
                    <a:pt x="6421587" y="2328386"/>
                  </a:lnTo>
                  <a:lnTo>
                    <a:pt x="6420731" y="2328386"/>
                  </a:lnTo>
                  <a:lnTo>
                    <a:pt x="6419876" y="2328386"/>
                  </a:lnTo>
                  <a:lnTo>
                    <a:pt x="6419020" y="2328386"/>
                  </a:lnTo>
                  <a:lnTo>
                    <a:pt x="6418165" y="2328386"/>
                  </a:lnTo>
                  <a:lnTo>
                    <a:pt x="6417309" y="2328386"/>
                  </a:lnTo>
                  <a:lnTo>
                    <a:pt x="6416454" y="2328386"/>
                  </a:lnTo>
                  <a:lnTo>
                    <a:pt x="6415598" y="2328386"/>
                  </a:lnTo>
                  <a:lnTo>
                    <a:pt x="6414742" y="2328386"/>
                  </a:lnTo>
                  <a:lnTo>
                    <a:pt x="6413887" y="2328386"/>
                  </a:lnTo>
                  <a:lnTo>
                    <a:pt x="6413031" y="2328386"/>
                  </a:lnTo>
                  <a:lnTo>
                    <a:pt x="6412176" y="2328386"/>
                  </a:lnTo>
                  <a:lnTo>
                    <a:pt x="6411320" y="2328386"/>
                  </a:lnTo>
                  <a:lnTo>
                    <a:pt x="6410465" y="2328386"/>
                  </a:lnTo>
                  <a:lnTo>
                    <a:pt x="6409609" y="2328386"/>
                  </a:lnTo>
                  <a:lnTo>
                    <a:pt x="6408754" y="2328386"/>
                  </a:lnTo>
                  <a:lnTo>
                    <a:pt x="6407898" y="2328386"/>
                  </a:lnTo>
                  <a:lnTo>
                    <a:pt x="6407043" y="2328386"/>
                  </a:lnTo>
                  <a:lnTo>
                    <a:pt x="6406187" y="2328386"/>
                  </a:lnTo>
                  <a:lnTo>
                    <a:pt x="6405332" y="2328386"/>
                  </a:lnTo>
                  <a:lnTo>
                    <a:pt x="6404476" y="2328386"/>
                  </a:lnTo>
                  <a:lnTo>
                    <a:pt x="6403621" y="2328386"/>
                  </a:lnTo>
                  <a:lnTo>
                    <a:pt x="6402765" y="2328386"/>
                  </a:lnTo>
                  <a:lnTo>
                    <a:pt x="6401910" y="2328386"/>
                  </a:lnTo>
                  <a:lnTo>
                    <a:pt x="6401054" y="2328386"/>
                  </a:lnTo>
                  <a:lnTo>
                    <a:pt x="6400199" y="2328386"/>
                  </a:lnTo>
                  <a:lnTo>
                    <a:pt x="6399343" y="2328386"/>
                  </a:lnTo>
                  <a:lnTo>
                    <a:pt x="6398487" y="2328386"/>
                  </a:lnTo>
                  <a:lnTo>
                    <a:pt x="6397632" y="2328386"/>
                  </a:lnTo>
                  <a:lnTo>
                    <a:pt x="6396776" y="2328386"/>
                  </a:lnTo>
                  <a:lnTo>
                    <a:pt x="6395921" y="2328386"/>
                  </a:lnTo>
                  <a:lnTo>
                    <a:pt x="6395065" y="2328386"/>
                  </a:lnTo>
                  <a:lnTo>
                    <a:pt x="6394210" y="2328386"/>
                  </a:lnTo>
                  <a:lnTo>
                    <a:pt x="6393354" y="2328386"/>
                  </a:lnTo>
                  <a:lnTo>
                    <a:pt x="6392499" y="2328386"/>
                  </a:lnTo>
                  <a:lnTo>
                    <a:pt x="6391643" y="2328386"/>
                  </a:lnTo>
                  <a:lnTo>
                    <a:pt x="6390788" y="2328386"/>
                  </a:lnTo>
                  <a:lnTo>
                    <a:pt x="6389932" y="2328386"/>
                  </a:lnTo>
                  <a:lnTo>
                    <a:pt x="6389077" y="2328386"/>
                  </a:lnTo>
                  <a:lnTo>
                    <a:pt x="6388221" y="2328386"/>
                  </a:lnTo>
                  <a:lnTo>
                    <a:pt x="6387366" y="2328386"/>
                  </a:lnTo>
                  <a:lnTo>
                    <a:pt x="6386510" y="2328386"/>
                  </a:lnTo>
                  <a:lnTo>
                    <a:pt x="6385655" y="2328386"/>
                  </a:lnTo>
                  <a:lnTo>
                    <a:pt x="6384799" y="2328386"/>
                  </a:lnTo>
                  <a:lnTo>
                    <a:pt x="6383943" y="2328386"/>
                  </a:lnTo>
                  <a:lnTo>
                    <a:pt x="6383088" y="2328386"/>
                  </a:lnTo>
                  <a:lnTo>
                    <a:pt x="6382232" y="2328386"/>
                  </a:lnTo>
                  <a:lnTo>
                    <a:pt x="6381377" y="2328386"/>
                  </a:lnTo>
                  <a:lnTo>
                    <a:pt x="6380521" y="2328386"/>
                  </a:lnTo>
                  <a:lnTo>
                    <a:pt x="6379666" y="2328386"/>
                  </a:lnTo>
                  <a:lnTo>
                    <a:pt x="6378810" y="2328386"/>
                  </a:lnTo>
                  <a:lnTo>
                    <a:pt x="6377955" y="2328386"/>
                  </a:lnTo>
                  <a:lnTo>
                    <a:pt x="6377099" y="2328386"/>
                  </a:lnTo>
                  <a:lnTo>
                    <a:pt x="6376244" y="2328386"/>
                  </a:lnTo>
                  <a:lnTo>
                    <a:pt x="6375388" y="2328386"/>
                  </a:lnTo>
                  <a:lnTo>
                    <a:pt x="6374533" y="2328386"/>
                  </a:lnTo>
                  <a:lnTo>
                    <a:pt x="6373677" y="2328386"/>
                  </a:lnTo>
                  <a:lnTo>
                    <a:pt x="6372822" y="2328386"/>
                  </a:lnTo>
                  <a:lnTo>
                    <a:pt x="6371966" y="2328386"/>
                  </a:lnTo>
                  <a:lnTo>
                    <a:pt x="6371111" y="2328386"/>
                  </a:lnTo>
                  <a:lnTo>
                    <a:pt x="6370255" y="2328386"/>
                  </a:lnTo>
                  <a:lnTo>
                    <a:pt x="6369400" y="2328386"/>
                  </a:lnTo>
                  <a:lnTo>
                    <a:pt x="6368544" y="2328386"/>
                  </a:lnTo>
                  <a:lnTo>
                    <a:pt x="6367688" y="2328386"/>
                  </a:lnTo>
                  <a:lnTo>
                    <a:pt x="6366833" y="2328386"/>
                  </a:lnTo>
                  <a:lnTo>
                    <a:pt x="6365977" y="2328386"/>
                  </a:lnTo>
                  <a:lnTo>
                    <a:pt x="6365122" y="2328386"/>
                  </a:lnTo>
                  <a:lnTo>
                    <a:pt x="6364266" y="2328386"/>
                  </a:lnTo>
                  <a:lnTo>
                    <a:pt x="6363411" y="2328386"/>
                  </a:lnTo>
                  <a:lnTo>
                    <a:pt x="6362555" y="2328386"/>
                  </a:lnTo>
                  <a:lnTo>
                    <a:pt x="6361700" y="2328386"/>
                  </a:lnTo>
                  <a:lnTo>
                    <a:pt x="6360844" y="2328386"/>
                  </a:lnTo>
                  <a:lnTo>
                    <a:pt x="6359989" y="2328386"/>
                  </a:lnTo>
                  <a:lnTo>
                    <a:pt x="6359133" y="2328386"/>
                  </a:lnTo>
                  <a:lnTo>
                    <a:pt x="6358278" y="2328386"/>
                  </a:lnTo>
                  <a:lnTo>
                    <a:pt x="6357422" y="2328386"/>
                  </a:lnTo>
                  <a:lnTo>
                    <a:pt x="6356567" y="2328386"/>
                  </a:lnTo>
                  <a:lnTo>
                    <a:pt x="6355711" y="2328386"/>
                  </a:lnTo>
                  <a:lnTo>
                    <a:pt x="6354856" y="2328386"/>
                  </a:lnTo>
                  <a:lnTo>
                    <a:pt x="6354000" y="2328386"/>
                  </a:lnTo>
                  <a:lnTo>
                    <a:pt x="6353145" y="2328386"/>
                  </a:lnTo>
                  <a:lnTo>
                    <a:pt x="6352289" y="2328386"/>
                  </a:lnTo>
                  <a:lnTo>
                    <a:pt x="6351433" y="2328386"/>
                  </a:lnTo>
                  <a:lnTo>
                    <a:pt x="6350578" y="2328386"/>
                  </a:lnTo>
                  <a:lnTo>
                    <a:pt x="6349722" y="2328386"/>
                  </a:lnTo>
                  <a:lnTo>
                    <a:pt x="6348867" y="2328386"/>
                  </a:lnTo>
                  <a:lnTo>
                    <a:pt x="6348011" y="2328386"/>
                  </a:lnTo>
                  <a:lnTo>
                    <a:pt x="6347156" y="2328386"/>
                  </a:lnTo>
                  <a:lnTo>
                    <a:pt x="6346300" y="2328386"/>
                  </a:lnTo>
                  <a:lnTo>
                    <a:pt x="6345445" y="2328386"/>
                  </a:lnTo>
                  <a:lnTo>
                    <a:pt x="6344589" y="2328386"/>
                  </a:lnTo>
                  <a:lnTo>
                    <a:pt x="6343734" y="2328386"/>
                  </a:lnTo>
                  <a:lnTo>
                    <a:pt x="6342878" y="2328386"/>
                  </a:lnTo>
                  <a:lnTo>
                    <a:pt x="6342023" y="2328386"/>
                  </a:lnTo>
                  <a:lnTo>
                    <a:pt x="6341167" y="2328386"/>
                  </a:lnTo>
                  <a:lnTo>
                    <a:pt x="6340312" y="2328386"/>
                  </a:lnTo>
                  <a:lnTo>
                    <a:pt x="6339456" y="2328386"/>
                  </a:lnTo>
                  <a:lnTo>
                    <a:pt x="6338601" y="2328386"/>
                  </a:lnTo>
                  <a:lnTo>
                    <a:pt x="6337745" y="2328386"/>
                  </a:lnTo>
                  <a:lnTo>
                    <a:pt x="6336889" y="2328386"/>
                  </a:lnTo>
                  <a:lnTo>
                    <a:pt x="6336034" y="2328386"/>
                  </a:lnTo>
                  <a:lnTo>
                    <a:pt x="6335178" y="2328386"/>
                  </a:lnTo>
                  <a:lnTo>
                    <a:pt x="6334323" y="2328386"/>
                  </a:lnTo>
                  <a:lnTo>
                    <a:pt x="6333467" y="2328386"/>
                  </a:lnTo>
                  <a:lnTo>
                    <a:pt x="6332612" y="2328386"/>
                  </a:lnTo>
                  <a:lnTo>
                    <a:pt x="6331756" y="2328386"/>
                  </a:lnTo>
                  <a:lnTo>
                    <a:pt x="6330901" y="2328386"/>
                  </a:lnTo>
                  <a:lnTo>
                    <a:pt x="6330045" y="2328386"/>
                  </a:lnTo>
                  <a:lnTo>
                    <a:pt x="6329190" y="2328386"/>
                  </a:lnTo>
                  <a:lnTo>
                    <a:pt x="6328334" y="2328386"/>
                  </a:lnTo>
                  <a:lnTo>
                    <a:pt x="6327479" y="2328386"/>
                  </a:lnTo>
                  <a:lnTo>
                    <a:pt x="6326623" y="2328386"/>
                  </a:lnTo>
                  <a:lnTo>
                    <a:pt x="6325768" y="2328386"/>
                  </a:lnTo>
                  <a:lnTo>
                    <a:pt x="6324912" y="2328386"/>
                  </a:lnTo>
                  <a:lnTo>
                    <a:pt x="6324057" y="2328386"/>
                  </a:lnTo>
                  <a:lnTo>
                    <a:pt x="6323201" y="2328386"/>
                  </a:lnTo>
                  <a:lnTo>
                    <a:pt x="6322346" y="2328386"/>
                  </a:lnTo>
                  <a:lnTo>
                    <a:pt x="6321490" y="2328386"/>
                  </a:lnTo>
                  <a:lnTo>
                    <a:pt x="6320634" y="2328386"/>
                  </a:lnTo>
                  <a:lnTo>
                    <a:pt x="6319779" y="2328386"/>
                  </a:lnTo>
                  <a:lnTo>
                    <a:pt x="6318923" y="2328386"/>
                  </a:lnTo>
                  <a:lnTo>
                    <a:pt x="6318068" y="2328386"/>
                  </a:lnTo>
                  <a:lnTo>
                    <a:pt x="6317212" y="2328386"/>
                  </a:lnTo>
                  <a:lnTo>
                    <a:pt x="6316357" y="2328386"/>
                  </a:lnTo>
                  <a:lnTo>
                    <a:pt x="6315501" y="2328386"/>
                  </a:lnTo>
                  <a:lnTo>
                    <a:pt x="6314646" y="2328386"/>
                  </a:lnTo>
                  <a:lnTo>
                    <a:pt x="6313790" y="2328386"/>
                  </a:lnTo>
                  <a:lnTo>
                    <a:pt x="6312935" y="2328386"/>
                  </a:lnTo>
                  <a:lnTo>
                    <a:pt x="6312079" y="2328386"/>
                  </a:lnTo>
                  <a:lnTo>
                    <a:pt x="6311224" y="2328386"/>
                  </a:lnTo>
                  <a:lnTo>
                    <a:pt x="6310368" y="2328386"/>
                  </a:lnTo>
                  <a:lnTo>
                    <a:pt x="6309513" y="2328386"/>
                  </a:lnTo>
                  <a:lnTo>
                    <a:pt x="6308657" y="2328386"/>
                  </a:lnTo>
                  <a:lnTo>
                    <a:pt x="6307802" y="2328386"/>
                  </a:lnTo>
                  <a:lnTo>
                    <a:pt x="6306946" y="2328386"/>
                  </a:lnTo>
                  <a:lnTo>
                    <a:pt x="6306091" y="2328386"/>
                  </a:lnTo>
                  <a:lnTo>
                    <a:pt x="6305235" y="2328386"/>
                  </a:lnTo>
                  <a:lnTo>
                    <a:pt x="6304379" y="2328386"/>
                  </a:lnTo>
                  <a:lnTo>
                    <a:pt x="6303524" y="2328386"/>
                  </a:lnTo>
                  <a:lnTo>
                    <a:pt x="6302668" y="2328386"/>
                  </a:lnTo>
                  <a:lnTo>
                    <a:pt x="6301813" y="2328386"/>
                  </a:lnTo>
                  <a:lnTo>
                    <a:pt x="6300957" y="2328386"/>
                  </a:lnTo>
                  <a:lnTo>
                    <a:pt x="6300102" y="2328386"/>
                  </a:lnTo>
                  <a:lnTo>
                    <a:pt x="6299246" y="2328386"/>
                  </a:lnTo>
                  <a:lnTo>
                    <a:pt x="6298391" y="2328386"/>
                  </a:lnTo>
                  <a:lnTo>
                    <a:pt x="6297535" y="2328386"/>
                  </a:lnTo>
                  <a:lnTo>
                    <a:pt x="6296680" y="2328386"/>
                  </a:lnTo>
                  <a:lnTo>
                    <a:pt x="6295824" y="2328386"/>
                  </a:lnTo>
                  <a:lnTo>
                    <a:pt x="6294969" y="2328386"/>
                  </a:lnTo>
                  <a:lnTo>
                    <a:pt x="6294113" y="2328386"/>
                  </a:lnTo>
                  <a:lnTo>
                    <a:pt x="6293258" y="2328386"/>
                  </a:lnTo>
                  <a:lnTo>
                    <a:pt x="6292402" y="2328386"/>
                  </a:lnTo>
                  <a:lnTo>
                    <a:pt x="6291547" y="2328386"/>
                  </a:lnTo>
                  <a:lnTo>
                    <a:pt x="6290691" y="2328386"/>
                  </a:lnTo>
                  <a:lnTo>
                    <a:pt x="6289835" y="2328386"/>
                  </a:lnTo>
                  <a:lnTo>
                    <a:pt x="6288980" y="2328386"/>
                  </a:lnTo>
                  <a:lnTo>
                    <a:pt x="6288124" y="2328386"/>
                  </a:lnTo>
                  <a:lnTo>
                    <a:pt x="6287269" y="2328386"/>
                  </a:lnTo>
                  <a:lnTo>
                    <a:pt x="6286413" y="2328386"/>
                  </a:lnTo>
                  <a:lnTo>
                    <a:pt x="6285558" y="2328386"/>
                  </a:lnTo>
                  <a:lnTo>
                    <a:pt x="6284702" y="2328386"/>
                  </a:lnTo>
                  <a:lnTo>
                    <a:pt x="6283847" y="2328386"/>
                  </a:lnTo>
                  <a:lnTo>
                    <a:pt x="6282991" y="2328386"/>
                  </a:lnTo>
                  <a:lnTo>
                    <a:pt x="6282136" y="2328386"/>
                  </a:lnTo>
                  <a:lnTo>
                    <a:pt x="6281280" y="2328386"/>
                  </a:lnTo>
                  <a:lnTo>
                    <a:pt x="6280425" y="2328386"/>
                  </a:lnTo>
                  <a:lnTo>
                    <a:pt x="6279569" y="2328386"/>
                  </a:lnTo>
                  <a:lnTo>
                    <a:pt x="6278714" y="2328386"/>
                  </a:lnTo>
                  <a:lnTo>
                    <a:pt x="6277858" y="2328386"/>
                  </a:lnTo>
                  <a:lnTo>
                    <a:pt x="6277003" y="2328386"/>
                  </a:lnTo>
                  <a:lnTo>
                    <a:pt x="6276147" y="2328386"/>
                  </a:lnTo>
                  <a:lnTo>
                    <a:pt x="6275292" y="2328386"/>
                  </a:lnTo>
                  <a:lnTo>
                    <a:pt x="6274436" y="2328386"/>
                  </a:lnTo>
                  <a:lnTo>
                    <a:pt x="6273580" y="2328386"/>
                  </a:lnTo>
                  <a:lnTo>
                    <a:pt x="6272725" y="2328386"/>
                  </a:lnTo>
                  <a:lnTo>
                    <a:pt x="6271869" y="2328386"/>
                  </a:lnTo>
                  <a:lnTo>
                    <a:pt x="6271014" y="2328386"/>
                  </a:lnTo>
                  <a:lnTo>
                    <a:pt x="6270158" y="2328386"/>
                  </a:lnTo>
                  <a:lnTo>
                    <a:pt x="6269303" y="2328386"/>
                  </a:lnTo>
                  <a:lnTo>
                    <a:pt x="6268447" y="2328386"/>
                  </a:lnTo>
                  <a:lnTo>
                    <a:pt x="6267592" y="2328386"/>
                  </a:lnTo>
                  <a:lnTo>
                    <a:pt x="6266736" y="2328386"/>
                  </a:lnTo>
                  <a:lnTo>
                    <a:pt x="6265881" y="2328386"/>
                  </a:lnTo>
                  <a:lnTo>
                    <a:pt x="6265025" y="2328386"/>
                  </a:lnTo>
                  <a:lnTo>
                    <a:pt x="6264170" y="2328386"/>
                  </a:lnTo>
                  <a:lnTo>
                    <a:pt x="6263314" y="2328386"/>
                  </a:lnTo>
                  <a:lnTo>
                    <a:pt x="6262459" y="2328386"/>
                  </a:lnTo>
                  <a:lnTo>
                    <a:pt x="6261603" y="2328386"/>
                  </a:lnTo>
                  <a:lnTo>
                    <a:pt x="6260748" y="2328386"/>
                  </a:lnTo>
                  <a:lnTo>
                    <a:pt x="6259892" y="2328386"/>
                  </a:lnTo>
                  <a:lnTo>
                    <a:pt x="6259037" y="2328386"/>
                  </a:lnTo>
                  <a:lnTo>
                    <a:pt x="6258181" y="2328386"/>
                  </a:lnTo>
                  <a:lnTo>
                    <a:pt x="6257325" y="2328386"/>
                  </a:lnTo>
                  <a:lnTo>
                    <a:pt x="6256470" y="2328386"/>
                  </a:lnTo>
                  <a:lnTo>
                    <a:pt x="6255614" y="2328386"/>
                  </a:lnTo>
                  <a:lnTo>
                    <a:pt x="6254759" y="2328386"/>
                  </a:lnTo>
                  <a:lnTo>
                    <a:pt x="6253903" y="2328386"/>
                  </a:lnTo>
                  <a:lnTo>
                    <a:pt x="6253048" y="2328386"/>
                  </a:lnTo>
                  <a:lnTo>
                    <a:pt x="6252192" y="2328386"/>
                  </a:lnTo>
                  <a:lnTo>
                    <a:pt x="6251337" y="2328386"/>
                  </a:lnTo>
                  <a:lnTo>
                    <a:pt x="6250481" y="2328386"/>
                  </a:lnTo>
                  <a:lnTo>
                    <a:pt x="6249626" y="2328386"/>
                  </a:lnTo>
                  <a:lnTo>
                    <a:pt x="6248770" y="2328386"/>
                  </a:lnTo>
                  <a:lnTo>
                    <a:pt x="6247915" y="2328386"/>
                  </a:lnTo>
                  <a:lnTo>
                    <a:pt x="6247059" y="2328386"/>
                  </a:lnTo>
                  <a:lnTo>
                    <a:pt x="6246204" y="2328386"/>
                  </a:lnTo>
                  <a:lnTo>
                    <a:pt x="6245348" y="2328386"/>
                  </a:lnTo>
                  <a:lnTo>
                    <a:pt x="6244493" y="2328386"/>
                  </a:lnTo>
                  <a:lnTo>
                    <a:pt x="6243637" y="2328386"/>
                  </a:lnTo>
                  <a:lnTo>
                    <a:pt x="6242781" y="2328386"/>
                  </a:lnTo>
                  <a:lnTo>
                    <a:pt x="6241926" y="2328386"/>
                  </a:lnTo>
                  <a:lnTo>
                    <a:pt x="6241070" y="2328386"/>
                  </a:lnTo>
                  <a:lnTo>
                    <a:pt x="6240215" y="2328386"/>
                  </a:lnTo>
                  <a:lnTo>
                    <a:pt x="6239359" y="2328386"/>
                  </a:lnTo>
                  <a:lnTo>
                    <a:pt x="6238504" y="2328386"/>
                  </a:lnTo>
                  <a:lnTo>
                    <a:pt x="6237648" y="2328386"/>
                  </a:lnTo>
                  <a:lnTo>
                    <a:pt x="6236793" y="2328386"/>
                  </a:lnTo>
                  <a:lnTo>
                    <a:pt x="6235937" y="2328386"/>
                  </a:lnTo>
                  <a:lnTo>
                    <a:pt x="6235082" y="2328386"/>
                  </a:lnTo>
                  <a:lnTo>
                    <a:pt x="6234226" y="2328386"/>
                  </a:lnTo>
                  <a:lnTo>
                    <a:pt x="6233371" y="2328386"/>
                  </a:lnTo>
                  <a:lnTo>
                    <a:pt x="6232515" y="2328386"/>
                  </a:lnTo>
                  <a:lnTo>
                    <a:pt x="6231660" y="2328386"/>
                  </a:lnTo>
                  <a:lnTo>
                    <a:pt x="6230804" y="2328386"/>
                  </a:lnTo>
                  <a:lnTo>
                    <a:pt x="6229949" y="2328386"/>
                  </a:lnTo>
                  <a:lnTo>
                    <a:pt x="6229093" y="2328386"/>
                  </a:lnTo>
                  <a:lnTo>
                    <a:pt x="6228238" y="2328386"/>
                  </a:lnTo>
                  <a:lnTo>
                    <a:pt x="6227382" y="2328386"/>
                  </a:lnTo>
                  <a:lnTo>
                    <a:pt x="6226526" y="2328386"/>
                  </a:lnTo>
                  <a:lnTo>
                    <a:pt x="6225671" y="2328386"/>
                  </a:lnTo>
                  <a:lnTo>
                    <a:pt x="6224815" y="2328386"/>
                  </a:lnTo>
                  <a:lnTo>
                    <a:pt x="6223960" y="2328386"/>
                  </a:lnTo>
                  <a:lnTo>
                    <a:pt x="6223104" y="2328386"/>
                  </a:lnTo>
                  <a:lnTo>
                    <a:pt x="6222249" y="2328386"/>
                  </a:lnTo>
                  <a:lnTo>
                    <a:pt x="6221393" y="2328386"/>
                  </a:lnTo>
                  <a:lnTo>
                    <a:pt x="6220538" y="2328386"/>
                  </a:lnTo>
                  <a:lnTo>
                    <a:pt x="6219682" y="2328386"/>
                  </a:lnTo>
                  <a:lnTo>
                    <a:pt x="6218827" y="2328386"/>
                  </a:lnTo>
                  <a:lnTo>
                    <a:pt x="6217971" y="2328386"/>
                  </a:lnTo>
                  <a:lnTo>
                    <a:pt x="6217116" y="2328386"/>
                  </a:lnTo>
                  <a:lnTo>
                    <a:pt x="6216260" y="2328386"/>
                  </a:lnTo>
                  <a:lnTo>
                    <a:pt x="6215405" y="2328386"/>
                  </a:lnTo>
                  <a:lnTo>
                    <a:pt x="6214549" y="2328386"/>
                  </a:lnTo>
                  <a:lnTo>
                    <a:pt x="6213694" y="2328386"/>
                  </a:lnTo>
                  <a:lnTo>
                    <a:pt x="6212838" y="2328386"/>
                  </a:lnTo>
                  <a:lnTo>
                    <a:pt x="6211983" y="2328386"/>
                  </a:lnTo>
                  <a:lnTo>
                    <a:pt x="6211127" y="2328386"/>
                  </a:lnTo>
                  <a:lnTo>
                    <a:pt x="6210271" y="2328386"/>
                  </a:lnTo>
                  <a:lnTo>
                    <a:pt x="6209416" y="2328386"/>
                  </a:lnTo>
                  <a:lnTo>
                    <a:pt x="6208560" y="2328386"/>
                  </a:lnTo>
                  <a:lnTo>
                    <a:pt x="6207705" y="2328386"/>
                  </a:lnTo>
                  <a:lnTo>
                    <a:pt x="6206849" y="2328386"/>
                  </a:lnTo>
                  <a:lnTo>
                    <a:pt x="6205994" y="2328386"/>
                  </a:lnTo>
                  <a:lnTo>
                    <a:pt x="6205138" y="2328386"/>
                  </a:lnTo>
                  <a:lnTo>
                    <a:pt x="6204283" y="2328386"/>
                  </a:lnTo>
                  <a:lnTo>
                    <a:pt x="6203427" y="2328386"/>
                  </a:lnTo>
                  <a:lnTo>
                    <a:pt x="6202572" y="2328386"/>
                  </a:lnTo>
                  <a:lnTo>
                    <a:pt x="6201716" y="2328386"/>
                  </a:lnTo>
                  <a:lnTo>
                    <a:pt x="6200861" y="2328386"/>
                  </a:lnTo>
                  <a:lnTo>
                    <a:pt x="6200005" y="2328386"/>
                  </a:lnTo>
                  <a:lnTo>
                    <a:pt x="6199150" y="2328386"/>
                  </a:lnTo>
                  <a:lnTo>
                    <a:pt x="6198294" y="2328386"/>
                  </a:lnTo>
                  <a:lnTo>
                    <a:pt x="6197439" y="2328386"/>
                  </a:lnTo>
                  <a:lnTo>
                    <a:pt x="6196583" y="2328386"/>
                  </a:lnTo>
                  <a:lnTo>
                    <a:pt x="6195728" y="2328386"/>
                  </a:lnTo>
                  <a:lnTo>
                    <a:pt x="6194872" y="2328386"/>
                  </a:lnTo>
                  <a:lnTo>
                    <a:pt x="6194016" y="2328386"/>
                  </a:lnTo>
                  <a:lnTo>
                    <a:pt x="6193161" y="2328386"/>
                  </a:lnTo>
                  <a:lnTo>
                    <a:pt x="6192305" y="2328386"/>
                  </a:lnTo>
                  <a:lnTo>
                    <a:pt x="6191450" y="2328386"/>
                  </a:lnTo>
                  <a:lnTo>
                    <a:pt x="6190594" y="2328386"/>
                  </a:lnTo>
                  <a:lnTo>
                    <a:pt x="6189739" y="2328386"/>
                  </a:lnTo>
                  <a:lnTo>
                    <a:pt x="6188883" y="2328386"/>
                  </a:lnTo>
                  <a:lnTo>
                    <a:pt x="6188028" y="2328386"/>
                  </a:lnTo>
                  <a:lnTo>
                    <a:pt x="6187172" y="2328386"/>
                  </a:lnTo>
                  <a:lnTo>
                    <a:pt x="6186317" y="2328386"/>
                  </a:lnTo>
                  <a:lnTo>
                    <a:pt x="6185461" y="2328386"/>
                  </a:lnTo>
                  <a:lnTo>
                    <a:pt x="6184606" y="2328386"/>
                  </a:lnTo>
                  <a:lnTo>
                    <a:pt x="6183750" y="2328386"/>
                  </a:lnTo>
                  <a:lnTo>
                    <a:pt x="6182895" y="2328386"/>
                  </a:lnTo>
                  <a:lnTo>
                    <a:pt x="6182039" y="2328386"/>
                  </a:lnTo>
                  <a:lnTo>
                    <a:pt x="6181184" y="2328386"/>
                  </a:lnTo>
                  <a:lnTo>
                    <a:pt x="6180328" y="2328386"/>
                  </a:lnTo>
                  <a:lnTo>
                    <a:pt x="6179472" y="2328386"/>
                  </a:lnTo>
                  <a:lnTo>
                    <a:pt x="6178617" y="2328386"/>
                  </a:lnTo>
                  <a:lnTo>
                    <a:pt x="6177761" y="2328386"/>
                  </a:lnTo>
                  <a:lnTo>
                    <a:pt x="6176906" y="2328386"/>
                  </a:lnTo>
                  <a:lnTo>
                    <a:pt x="6176050" y="2328386"/>
                  </a:lnTo>
                  <a:lnTo>
                    <a:pt x="6175195" y="2328386"/>
                  </a:lnTo>
                  <a:lnTo>
                    <a:pt x="6174339" y="2328386"/>
                  </a:lnTo>
                  <a:lnTo>
                    <a:pt x="6173484" y="2328386"/>
                  </a:lnTo>
                  <a:lnTo>
                    <a:pt x="6172628" y="2328386"/>
                  </a:lnTo>
                  <a:lnTo>
                    <a:pt x="6171773" y="2328386"/>
                  </a:lnTo>
                  <a:lnTo>
                    <a:pt x="6170917" y="2328386"/>
                  </a:lnTo>
                  <a:lnTo>
                    <a:pt x="6170062" y="2328386"/>
                  </a:lnTo>
                  <a:lnTo>
                    <a:pt x="6169206" y="2328386"/>
                  </a:lnTo>
                  <a:lnTo>
                    <a:pt x="6168351" y="2328386"/>
                  </a:lnTo>
                  <a:lnTo>
                    <a:pt x="6167495" y="2328386"/>
                  </a:lnTo>
                  <a:lnTo>
                    <a:pt x="6166640" y="2328386"/>
                  </a:lnTo>
                  <a:lnTo>
                    <a:pt x="6165784" y="2328386"/>
                  </a:lnTo>
                  <a:lnTo>
                    <a:pt x="6164929" y="2328386"/>
                  </a:lnTo>
                  <a:lnTo>
                    <a:pt x="6164073" y="2328386"/>
                  </a:lnTo>
                  <a:lnTo>
                    <a:pt x="6163217" y="2328386"/>
                  </a:lnTo>
                  <a:lnTo>
                    <a:pt x="6162362" y="2328386"/>
                  </a:lnTo>
                  <a:lnTo>
                    <a:pt x="6161506" y="2328386"/>
                  </a:lnTo>
                  <a:lnTo>
                    <a:pt x="6160651" y="2328386"/>
                  </a:lnTo>
                  <a:lnTo>
                    <a:pt x="6159795" y="2328386"/>
                  </a:lnTo>
                  <a:lnTo>
                    <a:pt x="6158940" y="2328386"/>
                  </a:lnTo>
                  <a:lnTo>
                    <a:pt x="6158084" y="2328386"/>
                  </a:lnTo>
                  <a:lnTo>
                    <a:pt x="6157229" y="2328386"/>
                  </a:lnTo>
                  <a:lnTo>
                    <a:pt x="6156373" y="2328386"/>
                  </a:lnTo>
                  <a:lnTo>
                    <a:pt x="6155518" y="2328386"/>
                  </a:lnTo>
                  <a:lnTo>
                    <a:pt x="6154662" y="2328386"/>
                  </a:lnTo>
                  <a:lnTo>
                    <a:pt x="6153807" y="2328386"/>
                  </a:lnTo>
                  <a:lnTo>
                    <a:pt x="6152951" y="2328386"/>
                  </a:lnTo>
                  <a:lnTo>
                    <a:pt x="6152096" y="2328386"/>
                  </a:lnTo>
                  <a:lnTo>
                    <a:pt x="6151240" y="2328386"/>
                  </a:lnTo>
                  <a:lnTo>
                    <a:pt x="6150385" y="2328386"/>
                  </a:lnTo>
                  <a:lnTo>
                    <a:pt x="6149529" y="2328386"/>
                  </a:lnTo>
                  <a:lnTo>
                    <a:pt x="6148674" y="2328386"/>
                  </a:lnTo>
                  <a:lnTo>
                    <a:pt x="6147818" y="2328386"/>
                  </a:lnTo>
                  <a:lnTo>
                    <a:pt x="6146962" y="2328386"/>
                  </a:lnTo>
                  <a:lnTo>
                    <a:pt x="6146107" y="2328386"/>
                  </a:lnTo>
                  <a:lnTo>
                    <a:pt x="6145251" y="2328386"/>
                  </a:lnTo>
                  <a:lnTo>
                    <a:pt x="6144396" y="2328386"/>
                  </a:lnTo>
                  <a:lnTo>
                    <a:pt x="6143540" y="2328386"/>
                  </a:lnTo>
                  <a:lnTo>
                    <a:pt x="6142685" y="2328386"/>
                  </a:lnTo>
                  <a:lnTo>
                    <a:pt x="6141829" y="2328386"/>
                  </a:lnTo>
                  <a:lnTo>
                    <a:pt x="6140974" y="2328386"/>
                  </a:lnTo>
                  <a:lnTo>
                    <a:pt x="6140118" y="2328386"/>
                  </a:lnTo>
                  <a:lnTo>
                    <a:pt x="6139263" y="2328386"/>
                  </a:lnTo>
                  <a:lnTo>
                    <a:pt x="6138407" y="2328386"/>
                  </a:lnTo>
                  <a:lnTo>
                    <a:pt x="6137552" y="2328386"/>
                  </a:lnTo>
                  <a:lnTo>
                    <a:pt x="6136696" y="2328386"/>
                  </a:lnTo>
                  <a:lnTo>
                    <a:pt x="6135841" y="2328386"/>
                  </a:lnTo>
                  <a:lnTo>
                    <a:pt x="6134985" y="2328386"/>
                  </a:lnTo>
                  <a:lnTo>
                    <a:pt x="6134130" y="2328386"/>
                  </a:lnTo>
                  <a:lnTo>
                    <a:pt x="6133274" y="2328386"/>
                  </a:lnTo>
                  <a:lnTo>
                    <a:pt x="6132418" y="2328386"/>
                  </a:lnTo>
                  <a:lnTo>
                    <a:pt x="6131563" y="2328386"/>
                  </a:lnTo>
                  <a:lnTo>
                    <a:pt x="6130707" y="2328386"/>
                  </a:lnTo>
                  <a:lnTo>
                    <a:pt x="6129852" y="2328386"/>
                  </a:lnTo>
                  <a:lnTo>
                    <a:pt x="6128996" y="2328386"/>
                  </a:lnTo>
                  <a:lnTo>
                    <a:pt x="6128141" y="2328386"/>
                  </a:lnTo>
                  <a:lnTo>
                    <a:pt x="6127285" y="2328386"/>
                  </a:lnTo>
                  <a:lnTo>
                    <a:pt x="6126430" y="2328386"/>
                  </a:lnTo>
                  <a:lnTo>
                    <a:pt x="6125574" y="2328386"/>
                  </a:lnTo>
                  <a:lnTo>
                    <a:pt x="6124719" y="2328386"/>
                  </a:lnTo>
                  <a:lnTo>
                    <a:pt x="6123863" y="2328386"/>
                  </a:lnTo>
                  <a:lnTo>
                    <a:pt x="6123008" y="2328386"/>
                  </a:lnTo>
                  <a:lnTo>
                    <a:pt x="6122152" y="2328386"/>
                  </a:lnTo>
                  <a:lnTo>
                    <a:pt x="6121297" y="2328386"/>
                  </a:lnTo>
                  <a:lnTo>
                    <a:pt x="6120441" y="2328386"/>
                  </a:lnTo>
                  <a:lnTo>
                    <a:pt x="6119586" y="2328386"/>
                  </a:lnTo>
                  <a:lnTo>
                    <a:pt x="6118730" y="2328386"/>
                  </a:lnTo>
                  <a:lnTo>
                    <a:pt x="6117875" y="2328386"/>
                  </a:lnTo>
                  <a:lnTo>
                    <a:pt x="6117019" y="2328386"/>
                  </a:lnTo>
                  <a:lnTo>
                    <a:pt x="6116163" y="2328386"/>
                  </a:lnTo>
                  <a:lnTo>
                    <a:pt x="6115308" y="2328386"/>
                  </a:lnTo>
                  <a:lnTo>
                    <a:pt x="6114452" y="2328386"/>
                  </a:lnTo>
                  <a:lnTo>
                    <a:pt x="6113597" y="2328386"/>
                  </a:lnTo>
                  <a:lnTo>
                    <a:pt x="6112741" y="2328386"/>
                  </a:lnTo>
                  <a:lnTo>
                    <a:pt x="6111886" y="2328386"/>
                  </a:lnTo>
                  <a:lnTo>
                    <a:pt x="6111030" y="2328386"/>
                  </a:lnTo>
                  <a:lnTo>
                    <a:pt x="6110175" y="2328386"/>
                  </a:lnTo>
                  <a:lnTo>
                    <a:pt x="6109319" y="2328386"/>
                  </a:lnTo>
                  <a:lnTo>
                    <a:pt x="6108464" y="2328386"/>
                  </a:lnTo>
                  <a:lnTo>
                    <a:pt x="6107608" y="2328386"/>
                  </a:lnTo>
                  <a:lnTo>
                    <a:pt x="6106753" y="2328386"/>
                  </a:lnTo>
                  <a:lnTo>
                    <a:pt x="6105897" y="2328386"/>
                  </a:lnTo>
                  <a:lnTo>
                    <a:pt x="6105042" y="2328386"/>
                  </a:lnTo>
                  <a:lnTo>
                    <a:pt x="6104186" y="2328386"/>
                  </a:lnTo>
                  <a:lnTo>
                    <a:pt x="6103331" y="2328386"/>
                  </a:lnTo>
                  <a:lnTo>
                    <a:pt x="6102475" y="2328386"/>
                  </a:lnTo>
                  <a:lnTo>
                    <a:pt x="6101620" y="2328386"/>
                  </a:lnTo>
                  <a:lnTo>
                    <a:pt x="6100764" y="2328386"/>
                  </a:lnTo>
                  <a:lnTo>
                    <a:pt x="6099908" y="2328386"/>
                  </a:lnTo>
                  <a:lnTo>
                    <a:pt x="6099053" y="2328386"/>
                  </a:lnTo>
                  <a:lnTo>
                    <a:pt x="6098197" y="2328386"/>
                  </a:lnTo>
                  <a:lnTo>
                    <a:pt x="6097342" y="2328386"/>
                  </a:lnTo>
                  <a:lnTo>
                    <a:pt x="6096486" y="2328386"/>
                  </a:lnTo>
                  <a:lnTo>
                    <a:pt x="6095631" y="2328386"/>
                  </a:lnTo>
                  <a:lnTo>
                    <a:pt x="6094775" y="2328386"/>
                  </a:lnTo>
                  <a:lnTo>
                    <a:pt x="6093920" y="2328386"/>
                  </a:lnTo>
                  <a:lnTo>
                    <a:pt x="6093064" y="2328386"/>
                  </a:lnTo>
                  <a:lnTo>
                    <a:pt x="6092209" y="2328386"/>
                  </a:lnTo>
                  <a:lnTo>
                    <a:pt x="6091353" y="2328386"/>
                  </a:lnTo>
                  <a:lnTo>
                    <a:pt x="6090498" y="2328386"/>
                  </a:lnTo>
                  <a:lnTo>
                    <a:pt x="6089642" y="2328386"/>
                  </a:lnTo>
                  <a:lnTo>
                    <a:pt x="6088787" y="2328386"/>
                  </a:lnTo>
                  <a:lnTo>
                    <a:pt x="6087931" y="2328386"/>
                  </a:lnTo>
                  <a:lnTo>
                    <a:pt x="6087076" y="2328386"/>
                  </a:lnTo>
                  <a:lnTo>
                    <a:pt x="6086220" y="2328386"/>
                  </a:lnTo>
                  <a:lnTo>
                    <a:pt x="6085364" y="2328386"/>
                  </a:lnTo>
                  <a:lnTo>
                    <a:pt x="6084509" y="2328386"/>
                  </a:lnTo>
                  <a:lnTo>
                    <a:pt x="6083653" y="2328386"/>
                  </a:lnTo>
                  <a:lnTo>
                    <a:pt x="6082798" y="2328386"/>
                  </a:lnTo>
                  <a:lnTo>
                    <a:pt x="6081942" y="2328386"/>
                  </a:lnTo>
                  <a:lnTo>
                    <a:pt x="6081087" y="2328386"/>
                  </a:lnTo>
                  <a:lnTo>
                    <a:pt x="6080231" y="2328386"/>
                  </a:lnTo>
                  <a:lnTo>
                    <a:pt x="6079376" y="2328386"/>
                  </a:lnTo>
                  <a:lnTo>
                    <a:pt x="6078520" y="2328386"/>
                  </a:lnTo>
                  <a:lnTo>
                    <a:pt x="6077665" y="2328386"/>
                  </a:lnTo>
                  <a:lnTo>
                    <a:pt x="6076809" y="2328386"/>
                  </a:lnTo>
                  <a:lnTo>
                    <a:pt x="6075954" y="2328386"/>
                  </a:lnTo>
                  <a:lnTo>
                    <a:pt x="6075098" y="2328386"/>
                  </a:lnTo>
                  <a:lnTo>
                    <a:pt x="6074243" y="2328386"/>
                  </a:lnTo>
                  <a:lnTo>
                    <a:pt x="6073387" y="2328386"/>
                  </a:lnTo>
                  <a:lnTo>
                    <a:pt x="6072532" y="2328386"/>
                  </a:lnTo>
                  <a:lnTo>
                    <a:pt x="6071676" y="2328386"/>
                  </a:lnTo>
                  <a:lnTo>
                    <a:pt x="6070821" y="2328386"/>
                  </a:lnTo>
                  <a:lnTo>
                    <a:pt x="6069965" y="2328386"/>
                  </a:lnTo>
                  <a:lnTo>
                    <a:pt x="6069109" y="2328386"/>
                  </a:lnTo>
                  <a:lnTo>
                    <a:pt x="6068254" y="2328386"/>
                  </a:lnTo>
                  <a:lnTo>
                    <a:pt x="6067398" y="2328386"/>
                  </a:lnTo>
                  <a:lnTo>
                    <a:pt x="6066543" y="2328386"/>
                  </a:lnTo>
                  <a:lnTo>
                    <a:pt x="6065687" y="2328386"/>
                  </a:lnTo>
                  <a:lnTo>
                    <a:pt x="6064832" y="2328386"/>
                  </a:lnTo>
                  <a:lnTo>
                    <a:pt x="6063976" y="2328386"/>
                  </a:lnTo>
                  <a:lnTo>
                    <a:pt x="6063121" y="2328386"/>
                  </a:lnTo>
                  <a:lnTo>
                    <a:pt x="6062265" y="2328386"/>
                  </a:lnTo>
                  <a:lnTo>
                    <a:pt x="6061410" y="2328386"/>
                  </a:lnTo>
                  <a:lnTo>
                    <a:pt x="6060554" y="2328386"/>
                  </a:lnTo>
                  <a:lnTo>
                    <a:pt x="6059699" y="2328386"/>
                  </a:lnTo>
                  <a:lnTo>
                    <a:pt x="6058843" y="2328386"/>
                  </a:lnTo>
                  <a:lnTo>
                    <a:pt x="6057988" y="2328386"/>
                  </a:lnTo>
                  <a:lnTo>
                    <a:pt x="6057132" y="2328386"/>
                  </a:lnTo>
                  <a:lnTo>
                    <a:pt x="6056277" y="2328386"/>
                  </a:lnTo>
                  <a:lnTo>
                    <a:pt x="6055421" y="2328386"/>
                  </a:lnTo>
                  <a:lnTo>
                    <a:pt x="6054566" y="2328386"/>
                  </a:lnTo>
                  <a:lnTo>
                    <a:pt x="6053710" y="2328386"/>
                  </a:lnTo>
                  <a:lnTo>
                    <a:pt x="6052854" y="2328386"/>
                  </a:lnTo>
                  <a:lnTo>
                    <a:pt x="6051999" y="2328386"/>
                  </a:lnTo>
                  <a:lnTo>
                    <a:pt x="6051143" y="2328386"/>
                  </a:lnTo>
                  <a:lnTo>
                    <a:pt x="6050288" y="2328386"/>
                  </a:lnTo>
                  <a:lnTo>
                    <a:pt x="6049432" y="2328386"/>
                  </a:lnTo>
                  <a:lnTo>
                    <a:pt x="6048577" y="2328386"/>
                  </a:lnTo>
                  <a:lnTo>
                    <a:pt x="6047721" y="2328386"/>
                  </a:lnTo>
                  <a:lnTo>
                    <a:pt x="6046866" y="2328386"/>
                  </a:lnTo>
                  <a:lnTo>
                    <a:pt x="6046010" y="2328386"/>
                  </a:lnTo>
                  <a:lnTo>
                    <a:pt x="6045155" y="2328386"/>
                  </a:lnTo>
                  <a:lnTo>
                    <a:pt x="6044299" y="2328386"/>
                  </a:lnTo>
                  <a:lnTo>
                    <a:pt x="6043444" y="2328386"/>
                  </a:lnTo>
                  <a:lnTo>
                    <a:pt x="6042588" y="2328386"/>
                  </a:lnTo>
                  <a:lnTo>
                    <a:pt x="6041733" y="2328386"/>
                  </a:lnTo>
                  <a:lnTo>
                    <a:pt x="6040877" y="2328386"/>
                  </a:lnTo>
                  <a:lnTo>
                    <a:pt x="6040022" y="2328386"/>
                  </a:lnTo>
                  <a:lnTo>
                    <a:pt x="6039166" y="2328386"/>
                  </a:lnTo>
                  <a:lnTo>
                    <a:pt x="6038310" y="2328386"/>
                  </a:lnTo>
                  <a:lnTo>
                    <a:pt x="6037455" y="2328386"/>
                  </a:lnTo>
                  <a:lnTo>
                    <a:pt x="6036599" y="2328386"/>
                  </a:lnTo>
                  <a:lnTo>
                    <a:pt x="6035744" y="2328386"/>
                  </a:lnTo>
                  <a:lnTo>
                    <a:pt x="6034888" y="2328386"/>
                  </a:lnTo>
                  <a:lnTo>
                    <a:pt x="6034033" y="2328386"/>
                  </a:lnTo>
                  <a:lnTo>
                    <a:pt x="6033177" y="2328386"/>
                  </a:lnTo>
                  <a:lnTo>
                    <a:pt x="6032322" y="2328386"/>
                  </a:lnTo>
                  <a:lnTo>
                    <a:pt x="6031466" y="2328386"/>
                  </a:lnTo>
                  <a:lnTo>
                    <a:pt x="6030611" y="2328386"/>
                  </a:lnTo>
                  <a:lnTo>
                    <a:pt x="6029755" y="2328386"/>
                  </a:lnTo>
                  <a:lnTo>
                    <a:pt x="6028900" y="2328386"/>
                  </a:lnTo>
                  <a:lnTo>
                    <a:pt x="6028044" y="2328386"/>
                  </a:lnTo>
                  <a:lnTo>
                    <a:pt x="6027189" y="2328386"/>
                  </a:lnTo>
                  <a:lnTo>
                    <a:pt x="6026333" y="2328386"/>
                  </a:lnTo>
                  <a:lnTo>
                    <a:pt x="6025478" y="2328386"/>
                  </a:lnTo>
                  <a:lnTo>
                    <a:pt x="6024622" y="2328386"/>
                  </a:lnTo>
                  <a:lnTo>
                    <a:pt x="6023767" y="2328386"/>
                  </a:lnTo>
                  <a:lnTo>
                    <a:pt x="6022911" y="2328386"/>
                  </a:lnTo>
                  <a:lnTo>
                    <a:pt x="6022055" y="2328386"/>
                  </a:lnTo>
                  <a:lnTo>
                    <a:pt x="6021200" y="2328386"/>
                  </a:lnTo>
                  <a:lnTo>
                    <a:pt x="6020344" y="2328386"/>
                  </a:lnTo>
                  <a:lnTo>
                    <a:pt x="6019489" y="2328386"/>
                  </a:lnTo>
                  <a:lnTo>
                    <a:pt x="6018633" y="2328386"/>
                  </a:lnTo>
                  <a:lnTo>
                    <a:pt x="6017778" y="2328386"/>
                  </a:lnTo>
                  <a:lnTo>
                    <a:pt x="6016922" y="2328386"/>
                  </a:lnTo>
                  <a:lnTo>
                    <a:pt x="6016067" y="2328386"/>
                  </a:lnTo>
                  <a:lnTo>
                    <a:pt x="6015211" y="2328386"/>
                  </a:lnTo>
                  <a:lnTo>
                    <a:pt x="6014356" y="2328386"/>
                  </a:lnTo>
                  <a:lnTo>
                    <a:pt x="6013500" y="2328386"/>
                  </a:lnTo>
                  <a:lnTo>
                    <a:pt x="6012645" y="2328386"/>
                  </a:lnTo>
                  <a:lnTo>
                    <a:pt x="6011789" y="2328386"/>
                  </a:lnTo>
                  <a:lnTo>
                    <a:pt x="6010934" y="2328386"/>
                  </a:lnTo>
                  <a:lnTo>
                    <a:pt x="6010078" y="2328386"/>
                  </a:lnTo>
                  <a:lnTo>
                    <a:pt x="6009223" y="2328386"/>
                  </a:lnTo>
                  <a:lnTo>
                    <a:pt x="6008367" y="2328386"/>
                  </a:lnTo>
                  <a:lnTo>
                    <a:pt x="6007512" y="2328386"/>
                  </a:lnTo>
                  <a:lnTo>
                    <a:pt x="6006656" y="2328386"/>
                  </a:lnTo>
                  <a:lnTo>
                    <a:pt x="6005800" y="2328386"/>
                  </a:lnTo>
                  <a:lnTo>
                    <a:pt x="6004945" y="2328386"/>
                  </a:lnTo>
                  <a:lnTo>
                    <a:pt x="6004089" y="2328386"/>
                  </a:lnTo>
                  <a:lnTo>
                    <a:pt x="6003234" y="2328386"/>
                  </a:lnTo>
                  <a:lnTo>
                    <a:pt x="6002378" y="2328386"/>
                  </a:lnTo>
                  <a:lnTo>
                    <a:pt x="6001523" y="2328386"/>
                  </a:lnTo>
                  <a:lnTo>
                    <a:pt x="6000667" y="2328386"/>
                  </a:lnTo>
                  <a:lnTo>
                    <a:pt x="5999812" y="2328386"/>
                  </a:lnTo>
                  <a:lnTo>
                    <a:pt x="5998956" y="2328386"/>
                  </a:lnTo>
                  <a:lnTo>
                    <a:pt x="5998101" y="2328386"/>
                  </a:lnTo>
                  <a:lnTo>
                    <a:pt x="5997245" y="2328386"/>
                  </a:lnTo>
                  <a:lnTo>
                    <a:pt x="5996390" y="2328386"/>
                  </a:lnTo>
                  <a:lnTo>
                    <a:pt x="5995534" y="2328386"/>
                  </a:lnTo>
                  <a:lnTo>
                    <a:pt x="5994679" y="2328386"/>
                  </a:lnTo>
                  <a:lnTo>
                    <a:pt x="5993823" y="2328386"/>
                  </a:lnTo>
                  <a:lnTo>
                    <a:pt x="5992968" y="2328386"/>
                  </a:lnTo>
                  <a:lnTo>
                    <a:pt x="5992112" y="2328386"/>
                  </a:lnTo>
                  <a:lnTo>
                    <a:pt x="5991256" y="2328386"/>
                  </a:lnTo>
                  <a:lnTo>
                    <a:pt x="5990401" y="2328386"/>
                  </a:lnTo>
                  <a:lnTo>
                    <a:pt x="5989545" y="2328386"/>
                  </a:lnTo>
                  <a:lnTo>
                    <a:pt x="5988690" y="2328386"/>
                  </a:lnTo>
                  <a:lnTo>
                    <a:pt x="5987834" y="2328386"/>
                  </a:lnTo>
                  <a:lnTo>
                    <a:pt x="5986979" y="2328386"/>
                  </a:lnTo>
                  <a:lnTo>
                    <a:pt x="5986123" y="2328386"/>
                  </a:lnTo>
                  <a:lnTo>
                    <a:pt x="5985268" y="2328386"/>
                  </a:lnTo>
                  <a:lnTo>
                    <a:pt x="5984412" y="2328386"/>
                  </a:lnTo>
                  <a:lnTo>
                    <a:pt x="5983557" y="2328386"/>
                  </a:lnTo>
                  <a:lnTo>
                    <a:pt x="5982701" y="2328386"/>
                  </a:lnTo>
                  <a:lnTo>
                    <a:pt x="5981846" y="2328386"/>
                  </a:lnTo>
                  <a:lnTo>
                    <a:pt x="5980990" y="2328386"/>
                  </a:lnTo>
                  <a:lnTo>
                    <a:pt x="5980135" y="2328386"/>
                  </a:lnTo>
                  <a:lnTo>
                    <a:pt x="5979279" y="2328386"/>
                  </a:lnTo>
                  <a:lnTo>
                    <a:pt x="5978424" y="2328386"/>
                  </a:lnTo>
                  <a:lnTo>
                    <a:pt x="5977568" y="2328386"/>
                  </a:lnTo>
                  <a:lnTo>
                    <a:pt x="5976713" y="2328386"/>
                  </a:lnTo>
                  <a:lnTo>
                    <a:pt x="5975857" y="2328386"/>
                  </a:lnTo>
                  <a:lnTo>
                    <a:pt x="5975001" y="2328386"/>
                  </a:lnTo>
                  <a:lnTo>
                    <a:pt x="5974146" y="2328386"/>
                  </a:lnTo>
                  <a:lnTo>
                    <a:pt x="5973290" y="2328386"/>
                  </a:lnTo>
                  <a:lnTo>
                    <a:pt x="5972435" y="2328386"/>
                  </a:lnTo>
                  <a:lnTo>
                    <a:pt x="5971579" y="2328386"/>
                  </a:lnTo>
                  <a:lnTo>
                    <a:pt x="5970724" y="2328386"/>
                  </a:lnTo>
                  <a:lnTo>
                    <a:pt x="5969868" y="2328386"/>
                  </a:lnTo>
                  <a:lnTo>
                    <a:pt x="5969013" y="2328386"/>
                  </a:lnTo>
                  <a:lnTo>
                    <a:pt x="5968157" y="2328386"/>
                  </a:lnTo>
                  <a:lnTo>
                    <a:pt x="5967302" y="2328386"/>
                  </a:lnTo>
                  <a:lnTo>
                    <a:pt x="5966446" y="2328386"/>
                  </a:lnTo>
                  <a:lnTo>
                    <a:pt x="5965591" y="2328386"/>
                  </a:lnTo>
                  <a:lnTo>
                    <a:pt x="5964735" y="2328386"/>
                  </a:lnTo>
                  <a:lnTo>
                    <a:pt x="5963880" y="2328386"/>
                  </a:lnTo>
                  <a:lnTo>
                    <a:pt x="5963024" y="2328386"/>
                  </a:lnTo>
                  <a:lnTo>
                    <a:pt x="5962169" y="2328386"/>
                  </a:lnTo>
                  <a:lnTo>
                    <a:pt x="5961313" y="2328386"/>
                  </a:lnTo>
                  <a:lnTo>
                    <a:pt x="5960458" y="2328386"/>
                  </a:lnTo>
                  <a:lnTo>
                    <a:pt x="5959602" y="2328386"/>
                  </a:lnTo>
                  <a:lnTo>
                    <a:pt x="5958746" y="2328386"/>
                  </a:lnTo>
                  <a:lnTo>
                    <a:pt x="5957891" y="2328386"/>
                  </a:lnTo>
                  <a:lnTo>
                    <a:pt x="5957035" y="2328386"/>
                  </a:lnTo>
                  <a:lnTo>
                    <a:pt x="5956180" y="2328386"/>
                  </a:lnTo>
                  <a:lnTo>
                    <a:pt x="5955324" y="2328386"/>
                  </a:lnTo>
                  <a:lnTo>
                    <a:pt x="5954469" y="2328386"/>
                  </a:lnTo>
                  <a:lnTo>
                    <a:pt x="5953613" y="2328386"/>
                  </a:lnTo>
                  <a:lnTo>
                    <a:pt x="5952758" y="2328386"/>
                  </a:lnTo>
                  <a:lnTo>
                    <a:pt x="5951902" y="2328386"/>
                  </a:lnTo>
                  <a:lnTo>
                    <a:pt x="5951047" y="2328386"/>
                  </a:lnTo>
                  <a:lnTo>
                    <a:pt x="5950191" y="2328386"/>
                  </a:lnTo>
                  <a:lnTo>
                    <a:pt x="5949336" y="2328386"/>
                  </a:lnTo>
                  <a:lnTo>
                    <a:pt x="5948480" y="2328386"/>
                  </a:lnTo>
                  <a:lnTo>
                    <a:pt x="5947625" y="2328386"/>
                  </a:lnTo>
                  <a:lnTo>
                    <a:pt x="5946769" y="2328386"/>
                  </a:lnTo>
                  <a:lnTo>
                    <a:pt x="5945914" y="2328386"/>
                  </a:lnTo>
                  <a:lnTo>
                    <a:pt x="5945058" y="2328386"/>
                  </a:lnTo>
                  <a:lnTo>
                    <a:pt x="5944203" y="2328386"/>
                  </a:lnTo>
                  <a:lnTo>
                    <a:pt x="5943347" y="2328386"/>
                  </a:lnTo>
                  <a:lnTo>
                    <a:pt x="5942491" y="2328386"/>
                  </a:lnTo>
                  <a:lnTo>
                    <a:pt x="5941636" y="2328386"/>
                  </a:lnTo>
                  <a:lnTo>
                    <a:pt x="5940780" y="2328386"/>
                  </a:lnTo>
                  <a:lnTo>
                    <a:pt x="5939925" y="2328386"/>
                  </a:lnTo>
                  <a:lnTo>
                    <a:pt x="5939069" y="2328386"/>
                  </a:lnTo>
                  <a:lnTo>
                    <a:pt x="5938214" y="2328386"/>
                  </a:lnTo>
                  <a:lnTo>
                    <a:pt x="5937358" y="2328386"/>
                  </a:lnTo>
                  <a:lnTo>
                    <a:pt x="5936503" y="2328386"/>
                  </a:lnTo>
                  <a:lnTo>
                    <a:pt x="5935647" y="2328386"/>
                  </a:lnTo>
                  <a:lnTo>
                    <a:pt x="5934792" y="2328386"/>
                  </a:lnTo>
                  <a:lnTo>
                    <a:pt x="5933936" y="2328386"/>
                  </a:lnTo>
                  <a:lnTo>
                    <a:pt x="5933081" y="2328386"/>
                  </a:lnTo>
                  <a:lnTo>
                    <a:pt x="5932225" y="2328386"/>
                  </a:lnTo>
                  <a:lnTo>
                    <a:pt x="5931370" y="2328386"/>
                  </a:lnTo>
                  <a:lnTo>
                    <a:pt x="5930514" y="2328386"/>
                  </a:lnTo>
                  <a:lnTo>
                    <a:pt x="5929659" y="2328386"/>
                  </a:lnTo>
                  <a:lnTo>
                    <a:pt x="5928803" y="2328386"/>
                  </a:lnTo>
                  <a:lnTo>
                    <a:pt x="5927947" y="2328386"/>
                  </a:lnTo>
                  <a:lnTo>
                    <a:pt x="5927092" y="2328386"/>
                  </a:lnTo>
                  <a:lnTo>
                    <a:pt x="5926236" y="2328386"/>
                  </a:lnTo>
                  <a:lnTo>
                    <a:pt x="5925381" y="2328386"/>
                  </a:lnTo>
                  <a:lnTo>
                    <a:pt x="5924525" y="2328386"/>
                  </a:lnTo>
                  <a:lnTo>
                    <a:pt x="5923670" y="2328386"/>
                  </a:lnTo>
                  <a:lnTo>
                    <a:pt x="5922814" y="2328386"/>
                  </a:lnTo>
                  <a:lnTo>
                    <a:pt x="5921959" y="2328386"/>
                  </a:lnTo>
                  <a:lnTo>
                    <a:pt x="5921103" y="2328386"/>
                  </a:lnTo>
                  <a:lnTo>
                    <a:pt x="5920248" y="2328386"/>
                  </a:lnTo>
                  <a:lnTo>
                    <a:pt x="5919392" y="2328386"/>
                  </a:lnTo>
                  <a:lnTo>
                    <a:pt x="5918537" y="2328386"/>
                  </a:lnTo>
                  <a:lnTo>
                    <a:pt x="5917681" y="2328386"/>
                  </a:lnTo>
                  <a:lnTo>
                    <a:pt x="5916826" y="2328386"/>
                  </a:lnTo>
                  <a:lnTo>
                    <a:pt x="5915970" y="2328386"/>
                  </a:lnTo>
                  <a:lnTo>
                    <a:pt x="5915115" y="2328386"/>
                  </a:lnTo>
                  <a:lnTo>
                    <a:pt x="5914259" y="2328386"/>
                  </a:lnTo>
                  <a:lnTo>
                    <a:pt x="5913404" y="2328386"/>
                  </a:lnTo>
                  <a:lnTo>
                    <a:pt x="5912548" y="2328386"/>
                  </a:lnTo>
                  <a:lnTo>
                    <a:pt x="5911692" y="2328386"/>
                  </a:lnTo>
                  <a:lnTo>
                    <a:pt x="5910837" y="2328386"/>
                  </a:lnTo>
                  <a:lnTo>
                    <a:pt x="5909981" y="2328386"/>
                  </a:lnTo>
                  <a:lnTo>
                    <a:pt x="5909126" y="2328386"/>
                  </a:lnTo>
                  <a:lnTo>
                    <a:pt x="5908270" y="2328386"/>
                  </a:lnTo>
                  <a:lnTo>
                    <a:pt x="5907415" y="2328386"/>
                  </a:lnTo>
                  <a:lnTo>
                    <a:pt x="5906559" y="2328386"/>
                  </a:lnTo>
                  <a:lnTo>
                    <a:pt x="5905704" y="2328386"/>
                  </a:lnTo>
                  <a:lnTo>
                    <a:pt x="5904848" y="2328386"/>
                  </a:lnTo>
                  <a:lnTo>
                    <a:pt x="5903993" y="2328386"/>
                  </a:lnTo>
                  <a:lnTo>
                    <a:pt x="5903137" y="2328386"/>
                  </a:lnTo>
                  <a:lnTo>
                    <a:pt x="5902282" y="2328386"/>
                  </a:lnTo>
                  <a:lnTo>
                    <a:pt x="5901426" y="2328386"/>
                  </a:lnTo>
                  <a:lnTo>
                    <a:pt x="5900571" y="2328386"/>
                  </a:lnTo>
                  <a:lnTo>
                    <a:pt x="5899715" y="2328386"/>
                  </a:lnTo>
                  <a:lnTo>
                    <a:pt x="5898860" y="2328386"/>
                  </a:lnTo>
                  <a:lnTo>
                    <a:pt x="5898004" y="2328386"/>
                  </a:lnTo>
                  <a:lnTo>
                    <a:pt x="5897149" y="2328386"/>
                  </a:lnTo>
                  <a:lnTo>
                    <a:pt x="5896293" y="2328386"/>
                  </a:lnTo>
                  <a:lnTo>
                    <a:pt x="5895437" y="2328386"/>
                  </a:lnTo>
                  <a:lnTo>
                    <a:pt x="5894582" y="2328386"/>
                  </a:lnTo>
                  <a:lnTo>
                    <a:pt x="5893726" y="2328386"/>
                  </a:lnTo>
                  <a:lnTo>
                    <a:pt x="5892871" y="2328386"/>
                  </a:lnTo>
                  <a:lnTo>
                    <a:pt x="5892015" y="2328386"/>
                  </a:lnTo>
                  <a:lnTo>
                    <a:pt x="5891160" y="2328386"/>
                  </a:lnTo>
                  <a:lnTo>
                    <a:pt x="5890304" y="2328386"/>
                  </a:lnTo>
                  <a:lnTo>
                    <a:pt x="5889449" y="2328386"/>
                  </a:lnTo>
                  <a:lnTo>
                    <a:pt x="5888593" y="2328386"/>
                  </a:lnTo>
                  <a:lnTo>
                    <a:pt x="5887738" y="2328386"/>
                  </a:lnTo>
                  <a:lnTo>
                    <a:pt x="5886882" y="2328386"/>
                  </a:lnTo>
                  <a:lnTo>
                    <a:pt x="5886027" y="2328386"/>
                  </a:lnTo>
                  <a:lnTo>
                    <a:pt x="5885171" y="2328386"/>
                  </a:lnTo>
                  <a:lnTo>
                    <a:pt x="5884316" y="2328386"/>
                  </a:lnTo>
                  <a:lnTo>
                    <a:pt x="5883460" y="2328386"/>
                  </a:lnTo>
                  <a:lnTo>
                    <a:pt x="5882605" y="2328386"/>
                  </a:lnTo>
                  <a:lnTo>
                    <a:pt x="5881749" y="2328386"/>
                  </a:lnTo>
                  <a:lnTo>
                    <a:pt x="5880893" y="2328386"/>
                  </a:lnTo>
                  <a:lnTo>
                    <a:pt x="5880038" y="2328386"/>
                  </a:lnTo>
                  <a:lnTo>
                    <a:pt x="5879182" y="2328386"/>
                  </a:lnTo>
                  <a:lnTo>
                    <a:pt x="5878327" y="2328386"/>
                  </a:lnTo>
                  <a:lnTo>
                    <a:pt x="5877471" y="2328386"/>
                  </a:lnTo>
                  <a:lnTo>
                    <a:pt x="5876616" y="2328386"/>
                  </a:lnTo>
                  <a:lnTo>
                    <a:pt x="5875760" y="2328386"/>
                  </a:lnTo>
                  <a:lnTo>
                    <a:pt x="5874905" y="2328386"/>
                  </a:lnTo>
                  <a:lnTo>
                    <a:pt x="5874049" y="2328386"/>
                  </a:lnTo>
                  <a:lnTo>
                    <a:pt x="5873194" y="2328386"/>
                  </a:lnTo>
                  <a:lnTo>
                    <a:pt x="5872338" y="2328386"/>
                  </a:lnTo>
                  <a:lnTo>
                    <a:pt x="5871483" y="2328386"/>
                  </a:lnTo>
                  <a:lnTo>
                    <a:pt x="5870627" y="2328386"/>
                  </a:lnTo>
                  <a:lnTo>
                    <a:pt x="5869772" y="2328386"/>
                  </a:lnTo>
                  <a:lnTo>
                    <a:pt x="5868916" y="2328386"/>
                  </a:lnTo>
                  <a:lnTo>
                    <a:pt x="5868061" y="2328386"/>
                  </a:lnTo>
                  <a:lnTo>
                    <a:pt x="5867205" y="2328386"/>
                  </a:lnTo>
                  <a:lnTo>
                    <a:pt x="5866350" y="2328386"/>
                  </a:lnTo>
                  <a:lnTo>
                    <a:pt x="5865494" y="2328386"/>
                  </a:lnTo>
                  <a:lnTo>
                    <a:pt x="5864638" y="2328386"/>
                  </a:lnTo>
                  <a:lnTo>
                    <a:pt x="5863783" y="2328386"/>
                  </a:lnTo>
                  <a:lnTo>
                    <a:pt x="5862927" y="2328386"/>
                  </a:lnTo>
                  <a:lnTo>
                    <a:pt x="5862072" y="2328386"/>
                  </a:lnTo>
                  <a:lnTo>
                    <a:pt x="5861216" y="2328386"/>
                  </a:lnTo>
                  <a:lnTo>
                    <a:pt x="5860361" y="2328386"/>
                  </a:lnTo>
                  <a:lnTo>
                    <a:pt x="5859505" y="2328386"/>
                  </a:lnTo>
                  <a:lnTo>
                    <a:pt x="5858650" y="2328386"/>
                  </a:lnTo>
                  <a:lnTo>
                    <a:pt x="5857794" y="2328386"/>
                  </a:lnTo>
                  <a:lnTo>
                    <a:pt x="5856939" y="2328386"/>
                  </a:lnTo>
                  <a:lnTo>
                    <a:pt x="5856083" y="2328386"/>
                  </a:lnTo>
                  <a:lnTo>
                    <a:pt x="5855228" y="2328386"/>
                  </a:lnTo>
                  <a:lnTo>
                    <a:pt x="5854372" y="2328386"/>
                  </a:lnTo>
                  <a:lnTo>
                    <a:pt x="5853517" y="2328386"/>
                  </a:lnTo>
                  <a:lnTo>
                    <a:pt x="5852661" y="2328386"/>
                  </a:lnTo>
                  <a:lnTo>
                    <a:pt x="5851806" y="2328386"/>
                  </a:lnTo>
                  <a:lnTo>
                    <a:pt x="5850950" y="2328386"/>
                  </a:lnTo>
                  <a:lnTo>
                    <a:pt x="5850095" y="2328386"/>
                  </a:lnTo>
                  <a:lnTo>
                    <a:pt x="5849239" y="2328386"/>
                  </a:lnTo>
                  <a:lnTo>
                    <a:pt x="5848383" y="2328386"/>
                  </a:lnTo>
                  <a:lnTo>
                    <a:pt x="5847528" y="2328386"/>
                  </a:lnTo>
                  <a:lnTo>
                    <a:pt x="5846672" y="2328386"/>
                  </a:lnTo>
                  <a:lnTo>
                    <a:pt x="5845817" y="2328386"/>
                  </a:lnTo>
                  <a:lnTo>
                    <a:pt x="5844961" y="2328386"/>
                  </a:lnTo>
                  <a:lnTo>
                    <a:pt x="5844106" y="2328386"/>
                  </a:lnTo>
                  <a:lnTo>
                    <a:pt x="5843250" y="2328386"/>
                  </a:lnTo>
                  <a:lnTo>
                    <a:pt x="5842395" y="2328386"/>
                  </a:lnTo>
                  <a:lnTo>
                    <a:pt x="5841539" y="2328386"/>
                  </a:lnTo>
                  <a:lnTo>
                    <a:pt x="5840684" y="2328386"/>
                  </a:lnTo>
                  <a:lnTo>
                    <a:pt x="5839828" y="2328386"/>
                  </a:lnTo>
                  <a:lnTo>
                    <a:pt x="5838973" y="2328386"/>
                  </a:lnTo>
                  <a:lnTo>
                    <a:pt x="5838117" y="2328386"/>
                  </a:lnTo>
                  <a:lnTo>
                    <a:pt x="5837262" y="2328386"/>
                  </a:lnTo>
                  <a:lnTo>
                    <a:pt x="5836406" y="2328386"/>
                  </a:lnTo>
                  <a:lnTo>
                    <a:pt x="5835551" y="2328386"/>
                  </a:lnTo>
                  <a:lnTo>
                    <a:pt x="5834695" y="2328386"/>
                  </a:lnTo>
                  <a:lnTo>
                    <a:pt x="5833839" y="2328386"/>
                  </a:lnTo>
                  <a:lnTo>
                    <a:pt x="5832984" y="2328386"/>
                  </a:lnTo>
                  <a:lnTo>
                    <a:pt x="5832128" y="2328386"/>
                  </a:lnTo>
                  <a:lnTo>
                    <a:pt x="5831273" y="2328386"/>
                  </a:lnTo>
                  <a:lnTo>
                    <a:pt x="5830417" y="2328386"/>
                  </a:lnTo>
                  <a:lnTo>
                    <a:pt x="5829562" y="2328386"/>
                  </a:lnTo>
                  <a:lnTo>
                    <a:pt x="5828706" y="2328386"/>
                  </a:lnTo>
                  <a:lnTo>
                    <a:pt x="5827851" y="2328386"/>
                  </a:lnTo>
                  <a:lnTo>
                    <a:pt x="5826995" y="2328386"/>
                  </a:lnTo>
                  <a:lnTo>
                    <a:pt x="5826140" y="2328386"/>
                  </a:lnTo>
                  <a:lnTo>
                    <a:pt x="5825284" y="2328386"/>
                  </a:lnTo>
                  <a:lnTo>
                    <a:pt x="5824429" y="2328386"/>
                  </a:lnTo>
                  <a:lnTo>
                    <a:pt x="5823573" y="2328386"/>
                  </a:lnTo>
                  <a:lnTo>
                    <a:pt x="5822718" y="2328386"/>
                  </a:lnTo>
                  <a:lnTo>
                    <a:pt x="5821862" y="2328386"/>
                  </a:lnTo>
                  <a:lnTo>
                    <a:pt x="5821007" y="2328386"/>
                  </a:lnTo>
                  <a:lnTo>
                    <a:pt x="5820151" y="2328386"/>
                  </a:lnTo>
                  <a:lnTo>
                    <a:pt x="5819296" y="2328386"/>
                  </a:lnTo>
                  <a:lnTo>
                    <a:pt x="5818440" y="2328386"/>
                  </a:lnTo>
                  <a:lnTo>
                    <a:pt x="5817584" y="2328386"/>
                  </a:lnTo>
                  <a:lnTo>
                    <a:pt x="5816729" y="2328386"/>
                  </a:lnTo>
                  <a:lnTo>
                    <a:pt x="5815873" y="2328386"/>
                  </a:lnTo>
                  <a:lnTo>
                    <a:pt x="5815018" y="2328386"/>
                  </a:lnTo>
                  <a:lnTo>
                    <a:pt x="5814162" y="2328386"/>
                  </a:lnTo>
                  <a:lnTo>
                    <a:pt x="5813307" y="2328386"/>
                  </a:lnTo>
                  <a:lnTo>
                    <a:pt x="5812451" y="2328386"/>
                  </a:lnTo>
                  <a:lnTo>
                    <a:pt x="5811596" y="2328386"/>
                  </a:lnTo>
                  <a:lnTo>
                    <a:pt x="5810740" y="2328386"/>
                  </a:lnTo>
                  <a:lnTo>
                    <a:pt x="5809885" y="2328386"/>
                  </a:lnTo>
                  <a:lnTo>
                    <a:pt x="5809029" y="2328386"/>
                  </a:lnTo>
                  <a:lnTo>
                    <a:pt x="5808174" y="2328386"/>
                  </a:lnTo>
                  <a:lnTo>
                    <a:pt x="5807318" y="2328386"/>
                  </a:lnTo>
                  <a:lnTo>
                    <a:pt x="5806463" y="2328386"/>
                  </a:lnTo>
                  <a:lnTo>
                    <a:pt x="5805607" y="2328386"/>
                  </a:lnTo>
                  <a:lnTo>
                    <a:pt x="5804752" y="2328386"/>
                  </a:lnTo>
                  <a:lnTo>
                    <a:pt x="5803896" y="2328386"/>
                  </a:lnTo>
                  <a:lnTo>
                    <a:pt x="5803041" y="2328386"/>
                  </a:lnTo>
                  <a:lnTo>
                    <a:pt x="5802185" y="2328386"/>
                  </a:lnTo>
                  <a:lnTo>
                    <a:pt x="5801329" y="2328386"/>
                  </a:lnTo>
                  <a:lnTo>
                    <a:pt x="5800474" y="2328386"/>
                  </a:lnTo>
                  <a:lnTo>
                    <a:pt x="5799618" y="2328386"/>
                  </a:lnTo>
                  <a:lnTo>
                    <a:pt x="5798763" y="2328386"/>
                  </a:lnTo>
                  <a:lnTo>
                    <a:pt x="5797907" y="2328386"/>
                  </a:lnTo>
                  <a:lnTo>
                    <a:pt x="5797052" y="2328386"/>
                  </a:lnTo>
                  <a:lnTo>
                    <a:pt x="5796196" y="2328386"/>
                  </a:lnTo>
                  <a:lnTo>
                    <a:pt x="5795341" y="2328386"/>
                  </a:lnTo>
                  <a:lnTo>
                    <a:pt x="5794485" y="2328386"/>
                  </a:lnTo>
                  <a:lnTo>
                    <a:pt x="5793630" y="2328386"/>
                  </a:lnTo>
                  <a:lnTo>
                    <a:pt x="5792774" y="2328386"/>
                  </a:lnTo>
                  <a:lnTo>
                    <a:pt x="5791919" y="2328386"/>
                  </a:lnTo>
                  <a:lnTo>
                    <a:pt x="5791063" y="2328386"/>
                  </a:lnTo>
                  <a:lnTo>
                    <a:pt x="5790208" y="2328386"/>
                  </a:lnTo>
                  <a:lnTo>
                    <a:pt x="5789352" y="2328386"/>
                  </a:lnTo>
                  <a:lnTo>
                    <a:pt x="5788497" y="2328386"/>
                  </a:lnTo>
                  <a:lnTo>
                    <a:pt x="5787641" y="2328386"/>
                  </a:lnTo>
                  <a:lnTo>
                    <a:pt x="5786785" y="2328386"/>
                  </a:lnTo>
                  <a:lnTo>
                    <a:pt x="5785930" y="2328386"/>
                  </a:lnTo>
                  <a:lnTo>
                    <a:pt x="5785074" y="2328386"/>
                  </a:lnTo>
                  <a:lnTo>
                    <a:pt x="5784219" y="2328386"/>
                  </a:lnTo>
                  <a:lnTo>
                    <a:pt x="5783363" y="2328386"/>
                  </a:lnTo>
                  <a:lnTo>
                    <a:pt x="5782508" y="2328386"/>
                  </a:lnTo>
                  <a:lnTo>
                    <a:pt x="5781652" y="2328386"/>
                  </a:lnTo>
                  <a:lnTo>
                    <a:pt x="5780797" y="2328386"/>
                  </a:lnTo>
                  <a:lnTo>
                    <a:pt x="5779941" y="2328386"/>
                  </a:lnTo>
                  <a:lnTo>
                    <a:pt x="5779086" y="2328386"/>
                  </a:lnTo>
                  <a:lnTo>
                    <a:pt x="5778230" y="2328386"/>
                  </a:lnTo>
                  <a:lnTo>
                    <a:pt x="5777375" y="2328386"/>
                  </a:lnTo>
                  <a:lnTo>
                    <a:pt x="5776519" y="2328386"/>
                  </a:lnTo>
                  <a:lnTo>
                    <a:pt x="5775664" y="2328386"/>
                  </a:lnTo>
                  <a:lnTo>
                    <a:pt x="5774808" y="2328386"/>
                  </a:lnTo>
                  <a:lnTo>
                    <a:pt x="5773953" y="2328386"/>
                  </a:lnTo>
                  <a:lnTo>
                    <a:pt x="5773097" y="2328386"/>
                  </a:lnTo>
                  <a:lnTo>
                    <a:pt x="5772242" y="2328386"/>
                  </a:lnTo>
                  <a:lnTo>
                    <a:pt x="5771386" y="2328386"/>
                  </a:lnTo>
                  <a:lnTo>
                    <a:pt x="5770530" y="2328386"/>
                  </a:lnTo>
                  <a:lnTo>
                    <a:pt x="5769675" y="2328386"/>
                  </a:lnTo>
                  <a:lnTo>
                    <a:pt x="5768819" y="2328386"/>
                  </a:lnTo>
                  <a:lnTo>
                    <a:pt x="5767964" y="2328386"/>
                  </a:lnTo>
                  <a:lnTo>
                    <a:pt x="5767108" y="2328386"/>
                  </a:lnTo>
                  <a:lnTo>
                    <a:pt x="5766253" y="2328386"/>
                  </a:lnTo>
                  <a:lnTo>
                    <a:pt x="5765397" y="2328386"/>
                  </a:lnTo>
                  <a:lnTo>
                    <a:pt x="5764542" y="2328386"/>
                  </a:lnTo>
                  <a:lnTo>
                    <a:pt x="5763686" y="2328386"/>
                  </a:lnTo>
                  <a:lnTo>
                    <a:pt x="5762831" y="2328386"/>
                  </a:lnTo>
                  <a:lnTo>
                    <a:pt x="5761975" y="2328386"/>
                  </a:lnTo>
                  <a:lnTo>
                    <a:pt x="5761120" y="2328386"/>
                  </a:lnTo>
                  <a:lnTo>
                    <a:pt x="5760264" y="2328386"/>
                  </a:lnTo>
                  <a:lnTo>
                    <a:pt x="5759409" y="2328386"/>
                  </a:lnTo>
                  <a:lnTo>
                    <a:pt x="5758553" y="2328386"/>
                  </a:lnTo>
                  <a:lnTo>
                    <a:pt x="5757698" y="2328386"/>
                  </a:lnTo>
                  <a:lnTo>
                    <a:pt x="5756842" y="2328386"/>
                  </a:lnTo>
                  <a:lnTo>
                    <a:pt x="5755987" y="2328386"/>
                  </a:lnTo>
                  <a:lnTo>
                    <a:pt x="5755131" y="2328386"/>
                  </a:lnTo>
                  <a:lnTo>
                    <a:pt x="5754275" y="2328386"/>
                  </a:lnTo>
                  <a:lnTo>
                    <a:pt x="5753420" y="2328386"/>
                  </a:lnTo>
                  <a:lnTo>
                    <a:pt x="5752564" y="2328386"/>
                  </a:lnTo>
                  <a:lnTo>
                    <a:pt x="5751709" y="2328386"/>
                  </a:lnTo>
                  <a:lnTo>
                    <a:pt x="5750853" y="2328386"/>
                  </a:lnTo>
                  <a:lnTo>
                    <a:pt x="5749998" y="2328386"/>
                  </a:lnTo>
                  <a:lnTo>
                    <a:pt x="5749142" y="2328386"/>
                  </a:lnTo>
                  <a:lnTo>
                    <a:pt x="5748287" y="2328386"/>
                  </a:lnTo>
                  <a:lnTo>
                    <a:pt x="5747431" y="2328386"/>
                  </a:lnTo>
                  <a:lnTo>
                    <a:pt x="5746576" y="2328386"/>
                  </a:lnTo>
                  <a:lnTo>
                    <a:pt x="5745720" y="2328386"/>
                  </a:lnTo>
                  <a:lnTo>
                    <a:pt x="5744865" y="2328386"/>
                  </a:lnTo>
                  <a:lnTo>
                    <a:pt x="5744009" y="2328386"/>
                  </a:lnTo>
                  <a:lnTo>
                    <a:pt x="5743154" y="2328386"/>
                  </a:lnTo>
                  <a:lnTo>
                    <a:pt x="5742298" y="2328386"/>
                  </a:lnTo>
                  <a:lnTo>
                    <a:pt x="5741443" y="2328386"/>
                  </a:lnTo>
                  <a:lnTo>
                    <a:pt x="5740587" y="2328386"/>
                  </a:lnTo>
                  <a:lnTo>
                    <a:pt x="5739732" y="2328386"/>
                  </a:lnTo>
                  <a:lnTo>
                    <a:pt x="5738876" y="2328386"/>
                  </a:lnTo>
                  <a:lnTo>
                    <a:pt x="5738020" y="2328386"/>
                  </a:lnTo>
                  <a:lnTo>
                    <a:pt x="5737165" y="2328386"/>
                  </a:lnTo>
                  <a:lnTo>
                    <a:pt x="5736309" y="2328386"/>
                  </a:lnTo>
                  <a:lnTo>
                    <a:pt x="5735454" y="2328386"/>
                  </a:lnTo>
                  <a:lnTo>
                    <a:pt x="5734598" y="2328386"/>
                  </a:lnTo>
                  <a:lnTo>
                    <a:pt x="5733743" y="2328386"/>
                  </a:lnTo>
                  <a:lnTo>
                    <a:pt x="5732887" y="2328386"/>
                  </a:lnTo>
                  <a:lnTo>
                    <a:pt x="5732032" y="2328386"/>
                  </a:lnTo>
                  <a:lnTo>
                    <a:pt x="5731176" y="2328386"/>
                  </a:lnTo>
                  <a:lnTo>
                    <a:pt x="5730321" y="2328386"/>
                  </a:lnTo>
                  <a:lnTo>
                    <a:pt x="5729465" y="2328386"/>
                  </a:lnTo>
                  <a:lnTo>
                    <a:pt x="5728610" y="2328386"/>
                  </a:lnTo>
                  <a:lnTo>
                    <a:pt x="5727754" y="2328386"/>
                  </a:lnTo>
                  <a:lnTo>
                    <a:pt x="5726899" y="2328386"/>
                  </a:lnTo>
                  <a:lnTo>
                    <a:pt x="5726043" y="2328386"/>
                  </a:lnTo>
                  <a:lnTo>
                    <a:pt x="5725188" y="2328386"/>
                  </a:lnTo>
                  <a:lnTo>
                    <a:pt x="5724332" y="2328386"/>
                  </a:lnTo>
                  <a:lnTo>
                    <a:pt x="5723476" y="2328386"/>
                  </a:lnTo>
                  <a:lnTo>
                    <a:pt x="5722621" y="2328386"/>
                  </a:lnTo>
                  <a:lnTo>
                    <a:pt x="5721765" y="2328386"/>
                  </a:lnTo>
                  <a:lnTo>
                    <a:pt x="5720910" y="2328386"/>
                  </a:lnTo>
                  <a:lnTo>
                    <a:pt x="5720054" y="2328386"/>
                  </a:lnTo>
                  <a:lnTo>
                    <a:pt x="5719199" y="2328386"/>
                  </a:lnTo>
                  <a:lnTo>
                    <a:pt x="5718343" y="2328386"/>
                  </a:lnTo>
                  <a:lnTo>
                    <a:pt x="5717488" y="2328386"/>
                  </a:lnTo>
                  <a:lnTo>
                    <a:pt x="5716632" y="2328386"/>
                  </a:lnTo>
                  <a:lnTo>
                    <a:pt x="5715777" y="2328386"/>
                  </a:lnTo>
                  <a:lnTo>
                    <a:pt x="5714921" y="2328386"/>
                  </a:lnTo>
                  <a:lnTo>
                    <a:pt x="5714066" y="2328386"/>
                  </a:lnTo>
                  <a:lnTo>
                    <a:pt x="5713210" y="2328386"/>
                  </a:lnTo>
                  <a:lnTo>
                    <a:pt x="5712355" y="2328386"/>
                  </a:lnTo>
                  <a:lnTo>
                    <a:pt x="5711499" y="2328386"/>
                  </a:lnTo>
                  <a:lnTo>
                    <a:pt x="5710644" y="2328386"/>
                  </a:lnTo>
                  <a:lnTo>
                    <a:pt x="5709788" y="2328386"/>
                  </a:lnTo>
                  <a:lnTo>
                    <a:pt x="5708933" y="2328386"/>
                  </a:lnTo>
                  <a:lnTo>
                    <a:pt x="5708077" y="2328386"/>
                  </a:lnTo>
                  <a:lnTo>
                    <a:pt x="5707221" y="2328386"/>
                  </a:lnTo>
                  <a:lnTo>
                    <a:pt x="5706366" y="2328386"/>
                  </a:lnTo>
                  <a:lnTo>
                    <a:pt x="5705510" y="2328386"/>
                  </a:lnTo>
                  <a:lnTo>
                    <a:pt x="5704655" y="2328386"/>
                  </a:lnTo>
                  <a:lnTo>
                    <a:pt x="5703799" y="2328386"/>
                  </a:lnTo>
                  <a:lnTo>
                    <a:pt x="5702944" y="2328386"/>
                  </a:lnTo>
                  <a:lnTo>
                    <a:pt x="5702088" y="2328386"/>
                  </a:lnTo>
                  <a:lnTo>
                    <a:pt x="5701233" y="2328386"/>
                  </a:lnTo>
                  <a:lnTo>
                    <a:pt x="5700377" y="2328386"/>
                  </a:lnTo>
                  <a:lnTo>
                    <a:pt x="5699522" y="2328386"/>
                  </a:lnTo>
                  <a:lnTo>
                    <a:pt x="5698666" y="2328386"/>
                  </a:lnTo>
                  <a:lnTo>
                    <a:pt x="5697811" y="2328386"/>
                  </a:lnTo>
                  <a:lnTo>
                    <a:pt x="5696955" y="2328386"/>
                  </a:lnTo>
                  <a:lnTo>
                    <a:pt x="5696100" y="2328386"/>
                  </a:lnTo>
                  <a:lnTo>
                    <a:pt x="5695244" y="2328386"/>
                  </a:lnTo>
                  <a:lnTo>
                    <a:pt x="5694389" y="2328386"/>
                  </a:lnTo>
                  <a:lnTo>
                    <a:pt x="5693533" y="2328386"/>
                  </a:lnTo>
                  <a:lnTo>
                    <a:pt x="5692678" y="2328386"/>
                  </a:lnTo>
                  <a:lnTo>
                    <a:pt x="5691822" y="2328386"/>
                  </a:lnTo>
                  <a:lnTo>
                    <a:pt x="5690966" y="2328386"/>
                  </a:lnTo>
                  <a:lnTo>
                    <a:pt x="5690111" y="2328386"/>
                  </a:lnTo>
                  <a:lnTo>
                    <a:pt x="5689255" y="2328386"/>
                  </a:lnTo>
                  <a:lnTo>
                    <a:pt x="5688400" y="2328386"/>
                  </a:lnTo>
                  <a:lnTo>
                    <a:pt x="5687544" y="2328386"/>
                  </a:lnTo>
                  <a:lnTo>
                    <a:pt x="5686689" y="2328386"/>
                  </a:lnTo>
                  <a:lnTo>
                    <a:pt x="5685833" y="2328386"/>
                  </a:lnTo>
                  <a:lnTo>
                    <a:pt x="5684978" y="2328386"/>
                  </a:lnTo>
                  <a:lnTo>
                    <a:pt x="5684122" y="2328386"/>
                  </a:lnTo>
                  <a:lnTo>
                    <a:pt x="5683267" y="2328386"/>
                  </a:lnTo>
                  <a:lnTo>
                    <a:pt x="5682411" y="2328386"/>
                  </a:lnTo>
                  <a:lnTo>
                    <a:pt x="5681556" y="2328386"/>
                  </a:lnTo>
                  <a:lnTo>
                    <a:pt x="5680700" y="2328386"/>
                  </a:lnTo>
                  <a:lnTo>
                    <a:pt x="5679845" y="2328386"/>
                  </a:lnTo>
                  <a:lnTo>
                    <a:pt x="5678989" y="2328386"/>
                  </a:lnTo>
                  <a:lnTo>
                    <a:pt x="5678134" y="2328386"/>
                  </a:lnTo>
                  <a:lnTo>
                    <a:pt x="5677278" y="2328386"/>
                  </a:lnTo>
                  <a:lnTo>
                    <a:pt x="5676422" y="2328386"/>
                  </a:lnTo>
                  <a:lnTo>
                    <a:pt x="5675567" y="2328386"/>
                  </a:lnTo>
                  <a:lnTo>
                    <a:pt x="5674711" y="2328386"/>
                  </a:lnTo>
                  <a:lnTo>
                    <a:pt x="5673856" y="2328386"/>
                  </a:lnTo>
                  <a:lnTo>
                    <a:pt x="5673000" y="2328386"/>
                  </a:lnTo>
                  <a:lnTo>
                    <a:pt x="5672145" y="2328386"/>
                  </a:lnTo>
                  <a:lnTo>
                    <a:pt x="5671289" y="2328386"/>
                  </a:lnTo>
                  <a:lnTo>
                    <a:pt x="5670434" y="2328386"/>
                  </a:lnTo>
                  <a:lnTo>
                    <a:pt x="5669578" y="2328386"/>
                  </a:lnTo>
                  <a:lnTo>
                    <a:pt x="5668723" y="2328386"/>
                  </a:lnTo>
                  <a:lnTo>
                    <a:pt x="5667867" y="2328386"/>
                  </a:lnTo>
                  <a:lnTo>
                    <a:pt x="5667012" y="2328386"/>
                  </a:lnTo>
                  <a:lnTo>
                    <a:pt x="5666156" y="2328386"/>
                  </a:lnTo>
                  <a:lnTo>
                    <a:pt x="5665301" y="2328386"/>
                  </a:lnTo>
                  <a:lnTo>
                    <a:pt x="5664445" y="2328386"/>
                  </a:lnTo>
                  <a:lnTo>
                    <a:pt x="5663590" y="2328386"/>
                  </a:lnTo>
                  <a:lnTo>
                    <a:pt x="5662734" y="2328386"/>
                  </a:lnTo>
                  <a:lnTo>
                    <a:pt x="5661879" y="2328386"/>
                  </a:lnTo>
                  <a:lnTo>
                    <a:pt x="5661023" y="2328386"/>
                  </a:lnTo>
                  <a:lnTo>
                    <a:pt x="5660167" y="2328386"/>
                  </a:lnTo>
                  <a:lnTo>
                    <a:pt x="5659312" y="2328386"/>
                  </a:lnTo>
                  <a:lnTo>
                    <a:pt x="5658456" y="2328386"/>
                  </a:lnTo>
                  <a:lnTo>
                    <a:pt x="5657601" y="2328386"/>
                  </a:lnTo>
                  <a:lnTo>
                    <a:pt x="5656745" y="2328386"/>
                  </a:lnTo>
                  <a:lnTo>
                    <a:pt x="5655890" y="2328386"/>
                  </a:lnTo>
                  <a:lnTo>
                    <a:pt x="5655034" y="2328386"/>
                  </a:lnTo>
                  <a:lnTo>
                    <a:pt x="5654179" y="2328386"/>
                  </a:lnTo>
                  <a:lnTo>
                    <a:pt x="5653323" y="2328386"/>
                  </a:lnTo>
                  <a:lnTo>
                    <a:pt x="5652468" y="2328386"/>
                  </a:lnTo>
                  <a:lnTo>
                    <a:pt x="5651612" y="2328386"/>
                  </a:lnTo>
                  <a:lnTo>
                    <a:pt x="5650757" y="2328386"/>
                  </a:lnTo>
                  <a:lnTo>
                    <a:pt x="5649901" y="2328386"/>
                  </a:lnTo>
                  <a:lnTo>
                    <a:pt x="5649046" y="2328386"/>
                  </a:lnTo>
                  <a:lnTo>
                    <a:pt x="5648190" y="2328386"/>
                  </a:lnTo>
                  <a:lnTo>
                    <a:pt x="5647335" y="2328386"/>
                  </a:lnTo>
                  <a:lnTo>
                    <a:pt x="5646479" y="2328386"/>
                  </a:lnTo>
                  <a:lnTo>
                    <a:pt x="5645624" y="2328386"/>
                  </a:lnTo>
                  <a:lnTo>
                    <a:pt x="5644768" y="2328386"/>
                  </a:lnTo>
                  <a:lnTo>
                    <a:pt x="5643912" y="2328386"/>
                  </a:lnTo>
                  <a:lnTo>
                    <a:pt x="5643057" y="2328386"/>
                  </a:lnTo>
                  <a:lnTo>
                    <a:pt x="5642201" y="2328386"/>
                  </a:lnTo>
                  <a:lnTo>
                    <a:pt x="5641346" y="2328386"/>
                  </a:lnTo>
                  <a:lnTo>
                    <a:pt x="5640490" y="2328386"/>
                  </a:lnTo>
                  <a:lnTo>
                    <a:pt x="5639635" y="2328386"/>
                  </a:lnTo>
                  <a:lnTo>
                    <a:pt x="5638779" y="2328386"/>
                  </a:lnTo>
                  <a:lnTo>
                    <a:pt x="5637924" y="2328386"/>
                  </a:lnTo>
                  <a:lnTo>
                    <a:pt x="5637068" y="2328386"/>
                  </a:lnTo>
                  <a:lnTo>
                    <a:pt x="5636213" y="2328386"/>
                  </a:lnTo>
                  <a:lnTo>
                    <a:pt x="5635357" y="2328386"/>
                  </a:lnTo>
                  <a:lnTo>
                    <a:pt x="5634502" y="2328386"/>
                  </a:lnTo>
                  <a:lnTo>
                    <a:pt x="5633646" y="2328386"/>
                  </a:lnTo>
                  <a:lnTo>
                    <a:pt x="5632791" y="2328386"/>
                  </a:lnTo>
                  <a:lnTo>
                    <a:pt x="5631935" y="2328386"/>
                  </a:lnTo>
                  <a:lnTo>
                    <a:pt x="5631080" y="2328386"/>
                  </a:lnTo>
                  <a:lnTo>
                    <a:pt x="5630224" y="2328386"/>
                  </a:lnTo>
                  <a:lnTo>
                    <a:pt x="5629368" y="2328386"/>
                  </a:lnTo>
                  <a:lnTo>
                    <a:pt x="5628513" y="2328386"/>
                  </a:lnTo>
                  <a:lnTo>
                    <a:pt x="5627657" y="2328386"/>
                  </a:lnTo>
                  <a:lnTo>
                    <a:pt x="5626802" y="2328386"/>
                  </a:lnTo>
                  <a:lnTo>
                    <a:pt x="5625946" y="2328386"/>
                  </a:lnTo>
                  <a:lnTo>
                    <a:pt x="5625091" y="2328386"/>
                  </a:lnTo>
                  <a:lnTo>
                    <a:pt x="5624235" y="2328386"/>
                  </a:lnTo>
                  <a:lnTo>
                    <a:pt x="5623380" y="2328386"/>
                  </a:lnTo>
                  <a:lnTo>
                    <a:pt x="5622524" y="2328386"/>
                  </a:lnTo>
                  <a:lnTo>
                    <a:pt x="5621669" y="2328386"/>
                  </a:lnTo>
                  <a:lnTo>
                    <a:pt x="5620813" y="2328386"/>
                  </a:lnTo>
                  <a:lnTo>
                    <a:pt x="5619958" y="2328386"/>
                  </a:lnTo>
                  <a:lnTo>
                    <a:pt x="5619102" y="2328386"/>
                  </a:lnTo>
                  <a:lnTo>
                    <a:pt x="5618247" y="2328386"/>
                  </a:lnTo>
                  <a:lnTo>
                    <a:pt x="5617391" y="2328386"/>
                  </a:lnTo>
                  <a:lnTo>
                    <a:pt x="5616536" y="2328386"/>
                  </a:lnTo>
                  <a:lnTo>
                    <a:pt x="5615680" y="2328386"/>
                  </a:lnTo>
                  <a:lnTo>
                    <a:pt x="5614825" y="2328386"/>
                  </a:lnTo>
                  <a:lnTo>
                    <a:pt x="5613969" y="2328386"/>
                  </a:lnTo>
                  <a:lnTo>
                    <a:pt x="5613113" y="2328386"/>
                  </a:lnTo>
                  <a:lnTo>
                    <a:pt x="5612258" y="2328386"/>
                  </a:lnTo>
                  <a:lnTo>
                    <a:pt x="5611402" y="2328386"/>
                  </a:lnTo>
                  <a:lnTo>
                    <a:pt x="5610547" y="2328386"/>
                  </a:lnTo>
                  <a:lnTo>
                    <a:pt x="5609691" y="2328386"/>
                  </a:lnTo>
                  <a:lnTo>
                    <a:pt x="5608836" y="2328386"/>
                  </a:lnTo>
                  <a:lnTo>
                    <a:pt x="5607980" y="2328386"/>
                  </a:lnTo>
                  <a:lnTo>
                    <a:pt x="5607125" y="2328386"/>
                  </a:lnTo>
                  <a:lnTo>
                    <a:pt x="5606269" y="2328386"/>
                  </a:lnTo>
                  <a:lnTo>
                    <a:pt x="5605414" y="2328386"/>
                  </a:lnTo>
                  <a:lnTo>
                    <a:pt x="5604558" y="2328386"/>
                  </a:lnTo>
                  <a:lnTo>
                    <a:pt x="5603703" y="2328386"/>
                  </a:lnTo>
                  <a:lnTo>
                    <a:pt x="5602847" y="2328386"/>
                  </a:lnTo>
                  <a:lnTo>
                    <a:pt x="5601992" y="2328386"/>
                  </a:lnTo>
                  <a:lnTo>
                    <a:pt x="5601136" y="2328386"/>
                  </a:lnTo>
                  <a:lnTo>
                    <a:pt x="5600281" y="2328386"/>
                  </a:lnTo>
                  <a:lnTo>
                    <a:pt x="5599425" y="2328386"/>
                  </a:lnTo>
                  <a:lnTo>
                    <a:pt x="5598570" y="2328386"/>
                  </a:lnTo>
                  <a:lnTo>
                    <a:pt x="5597714" y="2328386"/>
                  </a:lnTo>
                  <a:lnTo>
                    <a:pt x="5596858" y="2328386"/>
                  </a:lnTo>
                  <a:lnTo>
                    <a:pt x="5596003" y="2328386"/>
                  </a:lnTo>
                  <a:lnTo>
                    <a:pt x="5595147" y="2328386"/>
                  </a:lnTo>
                  <a:lnTo>
                    <a:pt x="5594292" y="2328386"/>
                  </a:lnTo>
                  <a:lnTo>
                    <a:pt x="5593436" y="2328386"/>
                  </a:lnTo>
                  <a:lnTo>
                    <a:pt x="5592581" y="2328386"/>
                  </a:lnTo>
                  <a:lnTo>
                    <a:pt x="5591725" y="2328386"/>
                  </a:lnTo>
                  <a:lnTo>
                    <a:pt x="5590870" y="2328386"/>
                  </a:lnTo>
                  <a:lnTo>
                    <a:pt x="5590014" y="2328386"/>
                  </a:lnTo>
                  <a:lnTo>
                    <a:pt x="5589159" y="2328386"/>
                  </a:lnTo>
                  <a:lnTo>
                    <a:pt x="5588303" y="2328386"/>
                  </a:lnTo>
                  <a:lnTo>
                    <a:pt x="5587448" y="2328386"/>
                  </a:lnTo>
                  <a:lnTo>
                    <a:pt x="5586592" y="2328386"/>
                  </a:lnTo>
                  <a:lnTo>
                    <a:pt x="5585737" y="2328386"/>
                  </a:lnTo>
                  <a:lnTo>
                    <a:pt x="5584881" y="2328386"/>
                  </a:lnTo>
                  <a:lnTo>
                    <a:pt x="5584026" y="2328386"/>
                  </a:lnTo>
                  <a:lnTo>
                    <a:pt x="5583170" y="2328386"/>
                  </a:lnTo>
                  <a:lnTo>
                    <a:pt x="5582314" y="2328386"/>
                  </a:lnTo>
                  <a:lnTo>
                    <a:pt x="5581459" y="2328386"/>
                  </a:lnTo>
                  <a:lnTo>
                    <a:pt x="5580603" y="2328386"/>
                  </a:lnTo>
                  <a:lnTo>
                    <a:pt x="5579748" y="2328386"/>
                  </a:lnTo>
                  <a:lnTo>
                    <a:pt x="5578892" y="2328386"/>
                  </a:lnTo>
                  <a:lnTo>
                    <a:pt x="5578037" y="2328386"/>
                  </a:lnTo>
                  <a:lnTo>
                    <a:pt x="5577181" y="2328386"/>
                  </a:lnTo>
                  <a:lnTo>
                    <a:pt x="5576326" y="2328386"/>
                  </a:lnTo>
                  <a:lnTo>
                    <a:pt x="5575470" y="2328386"/>
                  </a:lnTo>
                  <a:lnTo>
                    <a:pt x="5574615" y="2328386"/>
                  </a:lnTo>
                  <a:lnTo>
                    <a:pt x="5573759" y="2328386"/>
                  </a:lnTo>
                  <a:lnTo>
                    <a:pt x="5572904" y="2328386"/>
                  </a:lnTo>
                  <a:lnTo>
                    <a:pt x="5572048" y="2328386"/>
                  </a:lnTo>
                  <a:lnTo>
                    <a:pt x="5571193" y="2328386"/>
                  </a:lnTo>
                  <a:lnTo>
                    <a:pt x="5570337" y="2328386"/>
                  </a:lnTo>
                  <a:lnTo>
                    <a:pt x="5569482" y="2328386"/>
                  </a:lnTo>
                  <a:lnTo>
                    <a:pt x="5568626" y="2328386"/>
                  </a:lnTo>
                  <a:lnTo>
                    <a:pt x="5567771" y="2328386"/>
                  </a:lnTo>
                  <a:lnTo>
                    <a:pt x="5566915" y="2328386"/>
                  </a:lnTo>
                  <a:lnTo>
                    <a:pt x="5566059" y="2328386"/>
                  </a:lnTo>
                  <a:lnTo>
                    <a:pt x="5565204" y="2328386"/>
                  </a:lnTo>
                  <a:lnTo>
                    <a:pt x="5564348" y="2328386"/>
                  </a:lnTo>
                  <a:lnTo>
                    <a:pt x="5563493" y="2328386"/>
                  </a:lnTo>
                  <a:lnTo>
                    <a:pt x="5562637" y="2328386"/>
                  </a:lnTo>
                  <a:lnTo>
                    <a:pt x="5561782" y="2328386"/>
                  </a:lnTo>
                  <a:lnTo>
                    <a:pt x="5560926" y="2328386"/>
                  </a:lnTo>
                  <a:lnTo>
                    <a:pt x="5560071" y="2328386"/>
                  </a:lnTo>
                  <a:lnTo>
                    <a:pt x="5559215" y="2328386"/>
                  </a:lnTo>
                  <a:lnTo>
                    <a:pt x="5558360" y="2328386"/>
                  </a:lnTo>
                  <a:lnTo>
                    <a:pt x="5557504" y="2328386"/>
                  </a:lnTo>
                  <a:lnTo>
                    <a:pt x="5556649" y="2328386"/>
                  </a:lnTo>
                  <a:lnTo>
                    <a:pt x="5555793" y="2328386"/>
                  </a:lnTo>
                  <a:lnTo>
                    <a:pt x="5554938" y="2328386"/>
                  </a:lnTo>
                  <a:lnTo>
                    <a:pt x="5554082" y="2328386"/>
                  </a:lnTo>
                  <a:lnTo>
                    <a:pt x="5553227" y="2328386"/>
                  </a:lnTo>
                  <a:lnTo>
                    <a:pt x="5552371" y="2328386"/>
                  </a:lnTo>
                  <a:lnTo>
                    <a:pt x="5551516" y="2328386"/>
                  </a:lnTo>
                  <a:lnTo>
                    <a:pt x="5550660" y="2328386"/>
                  </a:lnTo>
                  <a:lnTo>
                    <a:pt x="5549804" y="2328386"/>
                  </a:lnTo>
                  <a:lnTo>
                    <a:pt x="5548949" y="2328386"/>
                  </a:lnTo>
                  <a:lnTo>
                    <a:pt x="5548093" y="2328386"/>
                  </a:lnTo>
                  <a:lnTo>
                    <a:pt x="5547238" y="2328386"/>
                  </a:lnTo>
                  <a:lnTo>
                    <a:pt x="5546382" y="2328386"/>
                  </a:lnTo>
                  <a:lnTo>
                    <a:pt x="5545527" y="2328386"/>
                  </a:lnTo>
                  <a:lnTo>
                    <a:pt x="5544671" y="2328386"/>
                  </a:lnTo>
                  <a:lnTo>
                    <a:pt x="5543816" y="2328386"/>
                  </a:lnTo>
                  <a:lnTo>
                    <a:pt x="5542960" y="2328386"/>
                  </a:lnTo>
                  <a:lnTo>
                    <a:pt x="5542105" y="2328386"/>
                  </a:lnTo>
                  <a:lnTo>
                    <a:pt x="5541249" y="2328386"/>
                  </a:lnTo>
                  <a:lnTo>
                    <a:pt x="5540394" y="2328386"/>
                  </a:lnTo>
                  <a:lnTo>
                    <a:pt x="5539538" y="2328386"/>
                  </a:lnTo>
                  <a:lnTo>
                    <a:pt x="5538683" y="2328386"/>
                  </a:lnTo>
                  <a:lnTo>
                    <a:pt x="5537827" y="2328386"/>
                  </a:lnTo>
                  <a:lnTo>
                    <a:pt x="5536972" y="2328386"/>
                  </a:lnTo>
                  <a:lnTo>
                    <a:pt x="5536116" y="2328386"/>
                  </a:lnTo>
                  <a:lnTo>
                    <a:pt x="5535261" y="2328386"/>
                  </a:lnTo>
                  <a:lnTo>
                    <a:pt x="5534405" y="2328386"/>
                  </a:lnTo>
                  <a:lnTo>
                    <a:pt x="5533549" y="2328386"/>
                  </a:lnTo>
                  <a:lnTo>
                    <a:pt x="5532694" y="2328386"/>
                  </a:lnTo>
                  <a:lnTo>
                    <a:pt x="5531838" y="2328386"/>
                  </a:lnTo>
                  <a:lnTo>
                    <a:pt x="5530983" y="2328386"/>
                  </a:lnTo>
                  <a:lnTo>
                    <a:pt x="5530127" y="2328386"/>
                  </a:lnTo>
                  <a:lnTo>
                    <a:pt x="5529272" y="2328386"/>
                  </a:lnTo>
                  <a:lnTo>
                    <a:pt x="5528416" y="2328386"/>
                  </a:lnTo>
                  <a:lnTo>
                    <a:pt x="5527561" y="2328386"/>
                  </a:lnTo>
                  <a:lnTo>
                    <a:pt x="5526705" y="2328386"/>
                  </a:lnTo>
                  <a:lnTo>
                    <a:pt x="5525850" y="2328386"/>
                  </a:lnTo>
                  <a:lnTo>
                    <a:pt x="5524994" y="2328386"/>
                  </a:lnTo>
                  <a:lnTo>
                    <a:pt x="5524139" y="2328386"/>
                  </a:lnTo>
                  <a:lnTo>
                    <a:pt x="5523283" y="2328386"/>
                  </a:lnTo>
                  <a:lnTo>
                    <a:pt x="5522428" y="2328386"/>
                  </a:lnTo>
                  <a:lnTo>
                    <a:pt x="5521572" y="2328386"/>
                  </a:lnTo>
                  <a:lnTo>
                    <a:pt x="5520717" y="2328386"/>
                  </a:lnTo>
                  <a:lnTo>
                    <a:pt x="5519861" y="2328386"/>
                  </a:lnTo>
                  <a:lnTo>
                    <a:pt x="5519005" y="2328386"/>
                  </a:lnTo>
                  <a:lnTo>
                    <a:pt x="5518150" y="2328386"/>
                  </a:lnTo>
                  <a:lnTo>
                    <a:pt x="5517294" y="2328386"/>
                  </a:lnTo>
                  <a:lnTo>
                    <a:pt x="5516439" y="2328386"/>
                  </a:lnTo>
                  <a:lnTo>
                    <a:pt x="5515583" y="2328386"/>
                  </a:lnTo>
                  <a:lnTo>
                    <a:pt x="5514728" y="2328386"/>
                  </a:lnTo>
                  <a:lnTo>
                    <a:pt x="5513872" y="2328386"/>
                  </a:lnTo>
                  <a:lnTo>
                    <a:pt x="5513017" y="2328386"/>
                  </a:lnTo>
                  <a:lnTo>
                    <a:pt x="5512161" y="2328386"/>
                  </a:lnTo>
                  <a:lnTo>
                    <a:pt x="5511306" y="2328386"/>
                  </a:lnTo>
                  <a:lnTo>
                    <a:pt x="5510450" y="2328386"/>
                  </a:lnTo>
                  <a:lnTo>
                    <a:pt x="5509595" y="2328386"/>
                  </a:lnTo>
                  <a:lnTo>
                    <a:pt x="5508739" y="2328386"/>
                  </a:lnTo>
                  <a:lnTo>
                    <a:pt x="5507884" y="2328386"/>
                  </a:lnTo>
                  <a:lnTo>
                    <a:pt x="5507028" y="2328386"/>
                  </a:lnTo>
                  <a:lnTo>
                    <a:pt x="5506173" y="2328386"/>
                  </a:lnTo>
                  <a:lnTo>
                    <a:pt x="5505317" y="2328386"/>
                  </a:lnTo>
                  <a:lnTo>
                    <a:pt x="5504462" y="2328386"/>
                  </a:lnTo>
                  <a:lnTo>
                    <a:pt x="5503606" y="2328386"/>
                  </a:lnTo>
                  <a:lnTo>
                    <a:pt x="5502750" y="2328386"/>
                  </a:lnTo>
                  <a:lnTo>
                    <a:pt x="5501895" y="2328386"/>
                  </a:lnTo>
                  <a:lnTo>
                    <a:pt x="5501039" y="2328386"/>
                  </a:lnTo>
                  <a:lnTo>
                    <a:pt x="5500184" y="2328386"/>
                  </a:lnTo>
                  <a:lnTo>
                    <a:pt x="5499328" y="2328386"/>
                  </a:lnTo>
                  <a:lnTo>
                    <a:pt x="5498473" y="2328386"/>
                  </a:lnTo>
                  <a:lnTo>
                    <a:pt x="5497617" y="2328386"/>
                  </a:lnTo>
                  <a:lnTo>
                    <a:pt x="5496762" y="2328386"/>
                  </a:lnTo>
                  <a:lnTo>
                    <a:pt x="5495906" y="2328386"/>
                  </a:lnTo>
                  <a:lnTo>
                    <a:pt x="5495051" y="2328386"/>
                  </a:lnTo>
                  <a:lnTo>
                    <a:pt x="5494195" y="2328386"/>
                  </a:lnTo>
                  <a:lnTo>
                    <a:pt x="5493340" y="2328386"/>
                  </a:lnTo>
                  <a:lnTo>
                    <a:pt x="5492484" y="2328386"/>
                  </a:lnTo>
                  <a:lnTo>
                    <a:pt x="5491629" y="2328386"/>
                  </a:lnTo>
                  <a:lnTo>
                    <a:pt x="5490773" y="2328386"/>
                  </a:lnTo>
                  <a:lnTo>
                    <a:pt x="5489918" y="2328386"/>
                  </a:lnTo>
                  <a:lnTo>
                    <a:pt x="5489062" y="2328386"/>
                  </a:lnTo>
                  <a:lnTo>
                    <a:pt x="5488207" y="2328386"/>
                  </a:lnTo>
                  <a:lnTo>
                    <a:pt x="5487351" y="2328386"/>
                  </a:lnTo>
                  <a:lnTo>
                    <a:pt x="5486495" y="2328386"/>
                  </a:lnTo>
                  <a:lnTo>
                    <a:pt x="5485640" y="2328386"/>
                  </a:lnTo>
                  <a:lnTo>
                    <a:pt x="5484784" y="2328386"/>
                  </a:lnTo>
                  <a:lnTo>
                    <a:pt x="5483929" y="2328386"/>
                  </a:lnTo>
                  <a:lnTo>
                    <a:pt x="5483073" y="2328386"/>
                  </a:lnTo>
                  <a:lnTo>
                    <a:pt x="5482218" y="2328386"/>
                  </a:lnTo>
                  <a:lnTo>
                    <a:pt x="5481362" y="2328386"/>
                  </a:lnTo>
                  <a:lnTo>
                    <a:pt x="5480507" y="2328386"/>
                  </a:lnTo>
                  <a:lnTo>
                    <a:pt x="5479651" y="2328386"/>
                  </a:lnTo>
                  <a:lnTo>
                    <a:pt x="5478796" y="2328386"/>
                  </a:lnTo>
                  <a:lnTo>
                    <a:pt x="5477940" y="2328386"/>
                  </a:lnTo>
                  <a:lnTo>
                    <a:pt x="5477085" y="2328386"/>
                  </a:lnTo>
                  <a:lnTo>
                    <a:pt x="5476229" y="2328386"/>
                  </a:lnTo>
                  <a:lnTo>
                    <a:pt x="5475374" y="2328386"/>
                  </a:lnTo>
                  <a:lnTo>
                    <a:pt x="5474518" y="2328386"/>
                  </a:lnTo>
                  <a:lnTo>
                    <a:pt x="5473663" y="2328386"/>
                  </a:lnTo>
                  <a:lnTo>
                    <a:pt x="5472807" y="2328386"/>
                  </a:lnTo>
                  <a:lnTo>
                    <a:pt x="5471951" y="2328386"/>
                  </a:lnTo>
                  <a:lnTo>
                    <a:pt x="5471096" y="2328386"/>
                  </a:lnTo>
                  <a:lnTo>
                    <a:pt x="5470240" y="2328386"/>
                  </a:lnTo>
                  <a:lnTo>
                    <a:pt x="5469385" y="2328386"/>
                  </a:lnTo>
                  <a:lnTo>
                    <a:pt x="5468529" y="2328386"/>
                  </a:lnTo>
                  <a:lnTo>
                    <a:pt x="5467674" y="2328386"/>
                  </a:lnTo>
                  <a:lnTo>
                    <a:pt x="5466818" y="2328386"/>
                  </a:lnTo>
                  <a:lnTo>
                    <a:pt x="5465963" y="2328386"/>
                  </a:lnTo>
                  <a:lnTo>
                    <a:pt x="5465107" y="2328386"/>
                  </a:lnTo>
                  <a:lnTo>
                    <a:pt x="5464252" y="2328386"/>
                  </a:lnTo>
                  <a:lnTo>
                    <a:pt x="5463396" y="2328386"/>
                  </a:lnTo>
                  <a:lnTo>
                    <a:pt x="5462541" y="2328386"/>
                  </a:lnTo>
                  <a:lnTo>
                    <a:pt x="5461685" y="2328386"/>
                  </a:lnTo>
                  <a:lnTo>
                    <a:pt x="5460830" y="2328386"/>
                  </a:lnTo>
                  <a:lnTo>
                    <a:pt x="5459974" y="2328386"/>
                  </a:lnTo>
                  <a:lnTo>
                    <a:pt x="5459119" y="2328386"/>
                  </a:lnTo>
                  <a:lnTo>
                    <a:pt x="5458263" y="2328386"/>
                  </a:lnTo>
                  <a:lnTo>
                    <a:pt x="5457408" y="2328386"/>
                  </a:lnTo>
                  <a:lnTo>
                    <a:pt x="5456552" y="2328386"/>
                  </a:lnTo>
                  <a:lnTo>
                    <a:pt x="5455696" y="2328386"/>
                  </a:lnTo>
                  <a:lnTo>
                    <a:pt x="5454841" y="2328386"/>
                  </a:lnTo>
                  <a:lnTo>
                    <a:pt x="5453985" y="2328386"/>
                  </a:lnTo>
                  <a:lnTo>
                    <a:pt x="5453130" y="2328386"/>
                  </a:lnTo>
                  <a:lnTo>
                    <a:pt x="5452274" y="2328386"/>
                  </a:lnTo>
                  <a:lnTo>
                    <a:pt x="5451419" y="2328386"/>
                  </a:lnTo>
                  <a:lnTo>
                    <a:pt x="5450563" y="2328386"/>
                  </a:lnTo>
                  <a:lnTo>
                    <a:pt x="5449708" y="2328386"/>
                  </a:lnTo>
                  <a:lnTo>
                    <a:pt x="5448852" y="2328386"/>
                  </a:lnTo>
                  <a:lnTo>
                    <a:pt x="5447997" y="2328386"/>
                  </a:lnTo>
                  <a:lnTo>
                    <a:pt x="5447141" y="2328386"/>
                  </a:lnTo>
                  <a:lnTo>
                    <a:pt x="5446286" y="2328386"/>
                  </a:lnTo>
                  <a:lnTo>
                    <a:pt x="5445430" y="2328386"/>
                  </a:lnTo>
                  <a:lnTo>
                    <a:pt x="5444575" y="2328386"/>
                  </a:lnTo>
                  <a:lnTo>
                    <a:pt x="5443719" y="2328386"/>
                  </a:lnTo>
                  <a:lnTo>
                    <a:pt x="5442864" y="2328386"/>
                  </a:lnTo>
                  <a:lnTo>
                    <a:pt x="5442008" y="2328386"/>
                  </a:lnTo>
                  <a:lnTo>
                    <a:pt x="5441153" y="2328386"/>
                  </a:lnTo>
                  <a:lnTo>
                    <a:pt x="5440297" y="2328386"/>
                  </a:lnTo>
                  <a:lnTo>
                    <a:pt x="5439441" y="2328386"/>
                  </a:lnTo>
                  <a:lnTo>
                    <a:pt x="5438586" y="2328386"/>
                  </a:lnTo>
                  <a:lnTo>
                    <a:pt x="5437730" y="2328386"/>
                  </a:lnTo>
                  <a:lnTo>
                    <a:pt x="5436875" y="2328386"/>
                  </a:lnTo>
                  <a:lnTo>
                    <a:pt x="5436019" y="2328386"/>
                  </a:lnTo>
                  <a:lnTo>
                    <a:pt x="5435164" y="2328386"/>
                  </a:lnTo>
                  <a:lnTo>
                    <a:pt x="5434308" y="2328386"/>
                  </a:lnTo>
                  <a:lnTo>
                    <a:pt x="5433453" y="2328386"/>
                  </a:lnTo>
                  <a:lnTo>
                    <a:pt x="5432597" y="2328386"/>
                  </a:lnTo>
                  <a:lnTo>
                    <a:pt x="5431742" y="2328386"/>
                  </a:lnTo>
                  <a:lnTo>
                    <a:pt x="5430886" y="2328386"/>
                  </a:lnTo>
                  <a:lnTo>
                    <a:pt x="5430031" y="2328386"/>
                  </a:lnTo>
                  <a:lnTo>
                    <a:pt x="5429175" y="2328386"/>
                  </a:lnTo>
                  <a:lnTo>
                    <a:pt x="5428320" y="2328386"/>
                  </a:lnTo>
                  <a:lnTo>
                    <a:pt x="5427464" y="2328386"/>
                  </a:lnTo>
                  <a:lnTo>
                    <a:pt x="5426609" y="2328386"/>
                  </a:lnTo>
                  <a:lnTo>
                    <a:pt x="5425753" y="2328386"/>
                  </a:lnTo>
                  <a:lnTo>
                    <a:pt x="5424897" y="2328386"/>
                  </a:lnTo>
                  <a:lnTo>
                    <a:pt x="5424042" y="2328386"/>
                  </a:lnTo>
                  <a:lnTo>
                    <a:pt x="5423186" y="2328386"/>
                  </a:lnTo>
                  <a:lnTo>
                    <a:pt x="5422331" y="2328386"/>
                  </a:lnTo>
                  <a:lnTo>
                    <a:pt x="5421475" y="2328386"/>
                  </a:lnTo>
                  <a:lnTo>
                    <a:pt x="5420620" y="2328386"/>
                  </a:lnTo>
                  <a:lnTo>
                    <a:pt x="5419764" y="2328386"/>
                  </a:lnTo>
                  <a:lnTo>
                    <a:pt x="5418909" y="2328386"/>
                  </a:lnTo>
                  <a:lnTo>
                    <a:pt x="5418053" y="2328386"/>
                  </a:lnTo>
                  <a:lnTo>
                    <a:pt x="5417198" y="2328386"/>
                  </a:lnTo>
                  <a:lnTo>
                    <a:pt x="5416342" y="2328386"/>
                  </a:lnTo>
                  <a:lnTo>
                    <a:pt x="5415487" y="2328386"/>
                  </a:lnTo>
                  <a:lnTo>
                    <a:pt x="5414631" y="2328386"/>
                  </a:lnTo>
                  <a:lnTo>
                    <a:pt x="5413776" y="2328386"/>
                  </a:lnTo>
                  <a:lnTo>
                    <a:pt x="5412920" y="2328386"/>
                  </a:lnTo>
                  <a:lnTo>
                    <a:pt x="5412065" y="2328386"/>
                  </a:lnTo>
                  <a:lnTo>
                    <a:pt x="5411209" y="2328386"/>
                  </a:lnTo>
                  <a:lnTo>
                    <a:pt x="5410354" y="2328386"/>
                  </a:lnTo>
                  <a:lnTo>
                    <a:pt x="5409498" y="2328386"/>
                  </a:lnTo>
                  <a:lnTo>
                    <a:pt x="5408642" y="2328386"/>
                  </a:lnTo>
                  <a:lnTo>
                    <a:pt x="5407787" y="2328386"/>
                  </a:lnTo>
                  <a:lnTo>
                    <a:pt x="5406931" y="2328386"/>
                  </a:lnTo>
                  <a:lnTo>
                    <a:pt x="5406076" y="2328386"/>
                  </a:lnTo>
                  <a:lnTo>
                    <a:pt x="5405220" y="2328386"/>
                  </a:lnTo>
                  <a:lnTo>
                    <a:pt x="5404365" y="2328386"/>
                  </a:lnTo>
                  <a:lnTo>
                    <a:pt x="5403509" y="2328386"/>
                  </a:lnTo>
                  <a:lnTo>
                    <a:pt x="5402654" y="2328386"/>
                  </a:lnTo>
                  <a:lnTo>
                    <a:pt x="5401798" y="2328386"/>
                  </a:lnTo>
                  <a:lnTo>
                    <a:pt x="5400943" y="2328386"/>
                  </a:lnTo>
                  <a:lnTo>
                    <a:pt x="5400087" y="2328386"/>
                  </a:lnTo>
                  <a:lnTo>
                    <a:pt x="5399232" y="2328386"/>
                  </a:lnTo>
                  <a:lnTo>
                    <a:pt x="5398376" y="2328386"/>
                  </a:lnTo>
                  <a:lnTo>
                    <a:pt x="5397521" y="2328386"/>
                  </a:lnTo>
                  <a:lnTo>
                    <a:pt x="5396665" y="2328386"/>
                  </a:lnTo>
                  <a:lnTo>
                    <a:pt x="5395810" y="2328386"/>
                  </a:lnTo>
                  <a:lnTo>
                    <a:pt x="5394954" y="2328386"/>
                  </a:lnTo>
                  <a:lnTo>
                    <a:pt x="5394099" y="2328386"/>
                  </a:lnTo>
                  <a:lnTo>
                    <a:pt x="5393243" y="2328386"/>
                  </a:lnTo>
                  <a:lnTo>
                    <a:pt x="5392387" y="2328386"/>
                  </a:lnTo>
                  <a:lnTo>
                    <a:pt x="5391532" y="2328386"/>
                  </a:lnTo>
                  <a:lnTo>
                    <a:pt x="5390676" y="2328386"/>
                  </a:lnTo>
                  <a:lnTo>
                    <a:pt x="5389821" y="2328386"/>
                  </a:lnTo>
                  <a:lnTo>
                    <a:pt x="5388965" y="2328386"/>
                  </a:lnTo>
                  <a:lnTo>
                    <a:pt x="5388110" y="2328386"/>
                  </a:lnTo>
                  <a:lnTo>
                    <a:pt x="5387254" y="2328386"/>
                  </a:lnTo>
                  <a:lnTo>
                    <a:pt x="5386399" y="2328386"/>
                  </a:lnTo>
                  <a:lnTo>
                    <a:pt x="5385543" y="2328386"/>
                  </a:lnTo>
                  <a:lnTo>
                    <a:pt x="5384688" y="2328386"/>
                  </a:lnTo>
                  <a:lnTo>
                    <a:pt x="5383832" y="2328386"/>
                  </a:lnTo>
                  <a:lnTo>
                    <a:pt x="5382977" y="2328386"/>
                  </a:lnTo>
                  <a:lnTo>
                    <a:pt x="5382121" y="2328386"/>
                  </a:lnTo>
                  <a:lnTo>
                    <a:pt x="5381266" y="2328386"/>
                  </a:lnTo>
                  <a:lnTo>
                    <a:pt x="5380410" y="2328386"/>
                  </a:lnTo>
                  <a:lnTo>
                    <a:pt x="5379555" y="2328386"/>
                  </a:lnTo>
                  <a:lnTo>
                    <a:pt x="5378699" y="2328386"/>
                  </a:lnTo>
                  <a:lnTo>
                    <a:pt x="5377843" y="2328386"/>
                  </a:lnTo>
                  <a:lnTo>
                    <a:pt x="5376988" y="2328386"/>
                  </a:lnTo>
                  <a:lnTo>
                    <a:pt x="5376132" y="2328386"/>
                  </a:lnTo>
                  <a:lnTo>
                    <a:pt x="5375277" y="2328386"/>
                  </a:lnTo>
                  <a:lnTo>
                    <a:pt x="5374421" y="2328386"/>
                  </a:lnTo>
                  <a:lnTo>
                    <a:pt x="5373566" y="2328386"/>
                  </a:lnTo>
                  <a:lnTo>
                    <a:pt x="5372710" y="2328386"/>
                  </a:lnTo>
                  <a:lnTo>
                    <a:pt x="5371855" y="2328386"/>
                  </a:lnTo>
                  <a:lnTo>
                    <a:pt x="5370999" y="2328386"/>
                  </a:lnTo>
                  <a:lnTo>
                    <a:pt x="5370144" y="2328386"/>
                  </a:lnTo>
                  <a:lnTo>
                    <a:pt x="5369288" y="2328386"/>
                  </a:lnTo>
                  <a:lnTo>
                    <a:pt x="5368433" y="2328386"/>
                  </a:lnTo>
                  <a:lnTo>
                    <a:pt x="5367577" y="2328386"/>
                  </a:lnTo>
                  <a:lnTo>
                    <a:pt x="5366722" y="2328386"/>
                  </a:lnTo>
                  <a:lnTo>
                    <a:pt x="5365866" y="2328386"/>
                  </a:lnTo>
                  <a:lnTo>
                    <a:pt x="5365011" y="2328386"/>
                  </a:lnTo>
                  <a:lnTo>
                    <a:pt x="5364155" y="2328386"/>
                  </a:lnTo>
                  <a:lnTo>
                    <a:pt x="5363300" y="2328386"/>
                  </a:lnTo>
                  <a:lnTo>
                    <a:pt x="5362444" y="2328386"/>
                  </a:lnTo>
                  <a:lnTo>
                    <a:pt x="5361588" y="2328386"/>
                  </a:lnTo>
                  <a:lnTo>
                    <a:pt x="5360733" y="2328386"/>
                  </a:lnTo>
                  <a:lnTo>
                    <a:pt x="5359877" y="2328386"/>
                  </a:lnTo>
                  <a:lnTo>
                    <a:pt x="5359022" y="2328386"/>
                  </a:lnTo>
                  <a:lnTo>
                    <a:pt x="5358166" y="2328386"/>
                  </a:lnTo>
                  <a:lnTo>
                    <a:pt x="5357311" y="2328386"/>
                  </a:lnTo>
                  <a:lnTo>
                    <a:pt x="5356455" y="2328386"/>
                  </a:lnTo>
                  <a:lnTo>
                    <a:pt x="5355600" y="2328386"/>
                  </a:lnTo>
                  <a:lnTo>
                    <a:pt x="5354744" y="2328386"/>
                  </a:lnTo>
                  <a:lnTo>
                    <a:pt x="5353889" y="2328386"/>
                  </a:lnTo>
                  <a:lnTo>
                    <a:pt x="5353033" y="2328386"/>
                  </a:lnTo>
                  <a:lnTo>
                    <a:pt x="5352178" y="2328386"/>
                  </a:lnTo>
                  <a:lnTo>
                    <a:pt x="5351322" y="2328386"/>
                  </a:lnTo>
                  <a:lnTo>
                    <a:pt x="5350467" y="2328386"/>
                  </a:lnTo>
                  <a:lnTo>
                    <a:pt x="5349611" y="2328386"/>
                  </a:lnTo>
                  <a:lnTo>
                    <a:pt x="5348756" y="2328386"/>
                  </a:lnTo>
                  <a:lnTo>
                    <a:pt x="5347900" y="2328386"/>
                  </a:lnTo>
                  <a:lnTo>
                    <a:pt x="5347045" y="2328386"/>
                  </a:lnTo>
                  <a:lnTo>
                    <a:pt x="5346189" y="2328386"/>
                  </a:lnTo>
                  <a:lnTo>
                    <a:pt x="5345333" y="2328386"/>
                  </a:lnTo>
                  <a:lnTo>
                    <a:pt x="5344478" y="2328386"/>
                  </a:lnTo>
                  <a:lnTo>
                    <a:pt x="5343622" y="2328386"/>
                  </a:lnTo>
                  <a:lnTo>
                    <a:pt x="5342767" y="2328386"/>
                  </a:lnTo>
                  <a:lnTo>
                    <a:pt x="5341911" y="2328386"/>
                  </a:lnTo>
                  <a:lnTo>
                    <a:pt x="5341056" y="2328386"/>
                  </a:lnTo>
                  <a:lnTo>
                    <a:pt x="5340200" y="2328386"/>
                  </a:lnTo>
                  <a:lnTo>
                    <a:pt x="5339345" y="2328386"/>
                  </a:lnTo>
                  <a:lnTo>
                    <a:pt x="5338489" y="2328386"/>
                  </a:lnTo>
                  <a:lnTo>
                    <a:pt x="5337634" y="2328386"/>
                  </a:lnTo>
                  <a:lnTo>
                    <a:pt x="5336778" y="2328386"/>
                  </a:lnTo>
                  <a:lnTo>
                    <a:pt x="5335923" y="2328386"/>
                  </a:lnTo>
                  <a:lnTo>
                    <a:pt x="5335067" y="2328386"/>
                  </a:lnTo>
                  <a:lnTo>
                    <a:pt x="5334212" y="2328386"/>
                  </a:lnTo>
                  <a:lnTo>
                    <a:pt x="5333356" y="2328386"/>
                  </a:lnTo>
                  <a:lnTo>
                    <a:pt x="5332501" y="2328386"/>
                  </a:lnTo>
                  <a:lnTo>
                    <a:pt x="5331645" y="2328386"/>
                  </a:lnTo>
                  <a:lnTo>
                    <a:pt x="5330789" y="2328386"/>
                  </a:lnTo>
                  <a:lnTo>
                    <a:pt x="5329934" y="2328386"/>
                  </a:lnTo>
                  <a:lnTo>
                    <a:pt x="5329078" y="2328386"/>
                  </a:lnTo>
                  <a:lnTo>
                    <a:pt x="5328223" y="2328386"/>
                  </a:lnTo>
                  <a:lnTo>
                    <a:pt x="5327367" y="2328386"/>
                  </a:lnTo>
                  <a:lnTo>
                    <a:pt x="5326512" y="2328386"/>
                  </a:lnTo>
                  <a:lnTo>
                    <a:pt x="5325656" y="2328386"/>
                  </a:lnTo>
                  <a:lnTo>
                    <a:pt x="5324801" y="2328386"/>
                  </a:lnTo>
                  <a:lnTo>
                    <a:pt x="5323945" y="2328386"/>
                  </a:lnTo>
                  <a:lnTo>
                    <a:pt x="5323090" y="2328386"/>
                  </a:lnTo>
                  <a:lnTo>
                    <a:pt x="5322234" y="2328386"/>
                  </a:lnTo>
                  <a:lnTo>
                    <a:pt x="5321379" y="2328386"/>
                  </a:lnTo>
                  <a:lnTo>
                    <a:pt x="5320523" y="2328386"/>
                  </a:lnTo>
                  <a:lnTo>
                    <a:pt x="5319668" y="2328386"/>
                  </a:lnTo>
                  <a:lnTo>
                    <a:pt x="5318812" y="2328386"/>
                  </a:lnTo>
                  <a:lnTo>
                    <a:pt x="5317957" y="2328386"/>
                  </a:lnTo>
                  <a:lnTo>
                    <a:pt x="5317101" y="2328386"/>
                  </a:lnTo>
                  <a:lnTo>
                    <a:pt x="5316246" y="2328386"/>
                  </a:lnTo>
                  <a:lnTo>
                    <a:pt x="5315390" y="2328386"/>
                  </a:lnTo>
                  <a:lnTo>
                    <a:pt x="5314534" y="2328386"/>
                  </a:lnTo>
                  <a:lnTo>
                    <a:pt x="5313679" y="2328386"/>
                  </a:lnTo>
                  <a:lnTo>
                    <a:pt x="5312823" y="2328386"/>
                  </a:lnTo>
                  <a:lnTo>
                    <a:pt x="5311968" y="2328386"/>
                  </a:lnTo>
                  <a:lnTo>
                    <a:pt x="5311112" y="2328386"/>
                  </a:lnTo>
                  <a:lnTo>
                    <a:pt x="5310257" y="2328386"/>
                  </a:lnTo>
                  <a:lnTo>
                    <a:pt x="5309401" y="2328386"/>
                  </a:lnTo>
                  <a:lnTo>
                    <a:pt x="5308546" y="2328386"/>
                  </a:lnTo>
                  <a:lnTo>
                    <a:pt x="5307690" y="2328386"/>
                  </a:lnTo>
                  <a:lnTo>
                    <a:pt x="5306835" y="2328386"/>
                  </a:lnTo>
                  <a:lnTo>
                    <a:pt x="5305979" y="2328386"/>
                  </a:lnTo>
                  <a:lnTo>
                    <a:pt x="5305124" y="2328386"/>
                  </a:lnTo>
                  <a:lnTo>
                    <a:pt x="5304268" y="2328386"/>
                  </a:lnTo>
                  <a:lnTo>
                    <a:pt x="5303413" y="2328386"/>
                  </a:lnTo>
                  <a:lnTo>
                    <a:pt x="5302557" y="2328386"/>
                  </a:lnTo>
                  <a:lnTo>
                    <a:pt x="5301702" y="2328386"/>
                  </a:lnTo>
                  <a:lnTo>
                    <a:pt x="5300846" y="2328386"/>
                  </a:lnTo>
                  <a:lnTo>
                    <a:pt x="5299991" y="2328386"/>
                  </a:lnTo>
                  <a:lnTo>
                    <a:pt x="5299135" y="2328386"/>
                  </a:lnTo>
                  <a:lnTo>
                    <a:pt x="5298279" y="2328386"/>
                  </a:lnTo>
                  <a:lnTo>
                    <a:pt x="5297424" y="2328386"/>
                  </a:lnTo>
                  <a:lnTo>
                    <a:pt x="5296568" y="2328386"/>
                  </a:lnTo>
                  <a:lnTo>
                    <a:pt x="5295713" y="2328386"/>
                  </a:lnTo>
                  <a:lnTo>
                    <a:pt x="5294857" y="2328386"/>
                  </a:lnTo>
                  <a:lnTo>
                    <a:pt x="5294002" y="2328386"/>
                  </a:lnTo>
                  <a:lnTo>
                    <a:pt x="5293146" y="2328386"/>
                  </a:lnTo>
                  <a:lnTo>
                    <a:pt x="5292291" y="2328386"/>
                  </a:lnTo>
                  <a:lnTo>
                    <a:pt x="5291435" y="2328386"/>
                  </a:lnTo>
                  <a:lnTo>
                    <a:pt x="5290580" y="2328386"/>
                  </a:lnTo>
                  <a:lnTo>
                    <a:pt x="5289724" y="2328386"/>
                  </a:lnTo>
                  <a:lnTo>
                    <a:pt x="5288869" y="2328386"/>
                  </a:lnTo>
                  <a:lnTo>
                    <a:pt x="5288013" y="2328386"/>
                  </a:lnTo>
                  <a:lnTo>
                    <a:pt x="5287158" y="2328386"/>
                  </a:lnTo>
                  <a:lnTo>
                    <a:pt x="5286302" y="2328386"/>
                  </a:lnTo>
                  <a:lnTo>
                    <a:pt x="5285447" y="2328386"/>
                  </a:lnTo>
                  <a:lnTo>
                    <a:pt x="5284591" y="2328386"/>
                  </a:lnTo>
                  <a:lnTo>
                    <a:pt x="5283736" y="2328386"/>
                  </a:lnTo>
                  <a:lnTo>
                    <a:pt x="5282880" y="2328386"/>
                  </a:lnTo>
                  <a:lnTo>
                    <a:pt x="5282024" y="2328386"/>
                  </a:lnTo>
                  <a:lnTo>
                    <a:pt x="5281169" y="2328386"/>
                  </a:lnTo>
                  <a:lnTo>
                    <a:pt x="5280313" y="2328386"/>
                  </a:lnTo>
                  <a:lnTo>
                    <a:pt x="5279458" y="2328386"/>
                  </a:lnTo>
                  <a:lnTo>
                    <a:pt x="5278602" y="2328386"/>
                  </a:lnTo>
                  <a:lnTo>
                    <a:pt x="5277747" y="2328386"/>
                  </a:lnTo>
                  <a:lnTo>
                    <a:pt x="5276891" y="2328386"/>
                  </a:lnTo>
                  <a:lnTo>
                    <a:pt x="5276036" y="2328386"/>
                  </a:lnTo>
                  <a:lnTo>
                    <a:pt x="5275180" y="2328386"/>
                  </a:lnTo>
                  <a:lnTo>
                    <a:pt x="5274325" y="2328386"/>
                  </a:lnTo>
                  <a:lnTo>
                    <a:pt x="5273469" y="2328386"/>
                  </a:lnTo>
                  <a:lnTo>
                    <a:pt x="5272614" y="2328386"/>
                  </a:lnTo>
                  <a:lnTo>
                    <a:pt x="5271758" y="2328386"/>
                  </a:lnTo>
                  <a:lnTo>
                    <a:pt x="5270903" y="2328386"/>
                  </a:lnTo>
                  <a:lnTo>
                    <a:pt x="5270047" y="2328386"/>
                  </a:lnTo>
                  <a:lnTo>
                    <a:pt x="5269192" y="2328386"/>
                  </a:lnTo>
                  <a:lnTo>
                    <a:pt x="5268336" y="2328386"/>
                  </a:lnTo>
                  <a:lnTo>
                    <a:pt x="5267480" y="2328386"/>
                  </a:lnTo>
                  <a:lnTo>
                    <a:pt x="5266625" y="2328386"/>
                  </a:lnTo>
                  <a:lnTo>
                    <a:pt x="5265769" y="2328386"/>
                  </a:lnTo>
                  <a:lnTo>
                    <a:pt x="5264914" y="2328386"/>
                  </a:lnTo>
                  <a:lnTo>
                    <a:pt x="5264058" y="2328386"/>
                  </a:lnTo>
                  <a:lnTo>
                    <a:pt x="5263203" y="2328386"/>
                  </a:lnTo>
                  <a:lnTo>
                    <a:pt x="5262347" y="2328386"/>
                  </a:lnTo>
                  <a:lnTo>
                    <a:pt x="5261492" y="2328386"/>
                  </a:lnTo>
                  <a:lnTo>
                    <a:pt x="5260636" y="2328386"/>
                  </a:lnTo>
                  <a:lnTo>
                    <a:pt x="5259781" y="2328386"/>
                  </a:lnTo>
                  <a:lnTo>
                    <a:pt x="5258925" y="2328386"/>
                  </a:lnTo>
                  <a:lnTo>
                    <a:pt x="5258070" y="2328386"/>
                  </a:lnTo>
                  <a:lnTo>
                    <a:pt x="5257214" y="2328386"/>
                  </a:lnTo>
                  <a:lnTo>
                    <a:pt x="5256359" y="2328386"/>
                  </a:lnTo>
                  <a:lnTo>
                    <a:pt x="5255503" y="2328386"/>
                  </a:lnTo>
                  <a:lnTo>
                    <a:pt x="5254648" y="2328386"/>
                  </a:lnTo>
                  <a:lnTo>
                    <a:pt x="5253792" y="2328386"/>
                  </a:lnTo>
                  <a:lnTo>
                    <a:pt x="5252937" y="2328386"/>
                  </a:lnTo>
                  <a:lnTo>
                    <a:pt x="5252081" y="2328386"/>
                  </a:lnTo>
                  <a:lnTo>
                    <a:pt x="5251225" y="2328386"/>
                  </a:lnTo>
                  <a:lnTo>
                    <a:pt x="5250370" y="2328386"/>
                  </a:lnTo>
                  <a:lnTo>
                    <a:pt x="5249514" y="2328386"/>
                  </a:lnTo>
                  <a:lnTo>
                    <a:pt x="5248659" y="2328386"/>
                  </a:lnTo>
                  <a:lnTo>
                    <a:pt x="5247803" y="2328386"/>
                  </a:lnTo>
                  <a:lnTo>
                    <a:pt x="5246948" y="2328386"/>
                  </a:lnTo>
                  <a:lnTo>
                    <a:pt x="5246092" y="2328386"/>
                  </a:lnTo>
                  <a:lnTo>
                    <a:pt x="5245237" y="2328386"/>
                  </a:lnTo>
                  <a:lnTo>
                    <a:pt x="5244381" y="2328386"/>
                  </a:lnTo>
                  <a:lnTo>
                    <a:pt x="5243526" y="2328386"/>
                  </a:lnTo>
                  <a:lnTo>
                    <a:pt x="5242670" y="2328386"/>
                  </a:lnTo>
                  <a:lnTo>
                    <a:pt x="5241815" y="2328386"/>
                  </a:lnTo>
                  <a:lnTo>
                    <a:pt x="5240959" y="2328386"/>
                  </a:lnTo>
                  <a:lnTo>
                    <a:pt x="5240104" y="2328386"/>
                  </a:lnTo>
                  <a:lnTo>
                    <a:pt x="5239248" y="2328386"/>
                  </a:lnTo>
                  <a:lnTo>
                    <a:pt x="5238393" y="2328386"/>
                  </a:lnTo>
                  <a:lnTo>
                    <a:pt x="5237537" y="2328386"/>
                  </a:lnTo>
                  <a:lnTo>
                    <a:pt x="5236682" y="2328386"/>
                  </a:lnTo>
                  <a:lnTo>
                    <a:pt x="5235826" y="2328386"/>
                  </a:lnTo>
                  <a:lnTo>
                    <a:pt x="5234970" y="2328386"/>
                  </a:lnTo>
                  <a:lnTo>
                    <a:pt x="5234115" y="2328386"/>
                  </a:lnTo>
                  <a:lnTo>
                    <a:pt x="5233259" y="2328386"/>
                  </a:lnTo>
                  <a:lnTo>
                    <a:pt x="5232404" y="2328386"/>
                  </a:lnTo>
                  <a:lnTo>
                    <a:pt x="5231548" y="2328386"/>
                  </a:lnTo>
                  <a:lnTo>
                    <a:pt x="5230693" y="2328386"/>
                  </a:lnTo>
                  <a:lnTo>
                    <a:pt x="5229837" y="2328386"/>
                  </a:lnTo>
                  <a:lnTo>
                    <a:pt x="5228982" y="2328386"/>
                  </a:lnTo>
                  <a:lnTo>
                    <a:pt x="5228126" y="2328386"/>
                  </a:lnTo>
                  <a:lnTo>
                    <a:pt x="5227271" y="2328386"/>
                  </a:lnTo>
                  <a:lnTo>
                    <a:pt x="5226415" y="2328386"/>
                  </a:lnTo>
                  <a:lnTo>
                    <a:pt x="5225560" y="2328386"/>
                  </a:lnTo>
                  <a:lnTo>
                    <a:pt x="5224704" y="2328386"/>
                  </a:lnTo>
                  <a:lnTo>
                    <a:pt x="5223849" y="2328386"/>
                  </a:lnTo>
                  <a:lnTo>
                    <a:pt x="5222993" y="2328386"/>
                  </a:lnTo>
                  <a:lnTo>
                    <a:pt x="5222138" y="2328386"/>
                  </a:lnTo>
                  <a:lnTo>
                    <a:pt x="5221282" y="2328386"/>
                  </a:lnTo>
                  <a:lnTo>
                    <a:pt x="5220426" y="2328386"/>
                  </a:lnTo>
                  <a:lnTo>
                    <a:pt x="5219571" y="2328386"/>
                  </a:lnTo>
                  <a:lnTo>
                    <a:pt x="5218715" y="2328386"/>
                  </a:lnTo>
                  <a:lnTo>
                    <a:pt x="5217860" y="2328386"/>
                  </a:lnTo>
                  <a:lnTo>
                    <a:pt x="5217004" y="2328386"/>
                  </a:lnTo>
                  <a:lnTo>
                    <a:pt x="5216149" y="2328386"/>
                  </a:lnTo>
                  <a:lnTo>
                    <a:pt x="5215293" y="2328386"/>
                  </a:lnTo>
                  <a:lnTo>
                    <a:pt x="5214438" y="2328386"/>
                  </a:lnTo>
                  <a:lnTo>
                    <a:pt x="5213582" y="2328386"/>
                  </a:lnTo>
                  <a:lnTo>
                    <a:pt x="5212727" y="2328386"/>
                  </a:lnTo>
                  <a:lnTo>
                    <a:pt x="5211871" y="2328386"/>
                  </a:lnTo>
                  <a:lnTo>
                    <a:pt x="5211016" y="2328386"/>
                  </a:lnTo>
                  <a:lnTo>
                    <a:pt x="5210160" y="2328386"/>
                  </a:lnTo>
                  <a:lnTo>
                    <a:pt x="5209305" y="2328386"/>
                  </a:lnTo>
                  <a:lnTo>
                    <a:pt x="5208449" y="2328386"/>
                  </a:lnTo>
                  <a:lnTo>
                    <a:pt x="5207594" y="2328386"/>
                  </a:lnTo>
                  <a:lnTo>
                    <a:pt x="5206738" y="2328386"/>
                  </a:lnTo>
                  <a:lnTo>
                    <a:pt x="5205883" y="2328386"/>
                  </a:lnTo>
                  <a:lnTo>
                    <a:pt x="5205027" y="2328386"/>
                  </a:lnTo>
                  <a:lnTo>
                    <a:pt x="5204171" y="2328386"/>
                  </a:lnTo>
                  <a:lnTo>
                    <a:pt x="5203316" y="2328386"/>
                  </a:lnTo>
                  <a:lnTo>
                    <a:pt x="5202460" y="2328386"/>
                  </a:lnTo>
                  <a:lnTo>
                    <a:pt x="5201605" y="2328386"/>
                  </a:lnTo>
                  <a:lnTo>
                    <a:pt x="5200749" y="2328386"/>
                  </a:lnTo>
                  <a:lnTo>
                    <a:pt x="5199894" y="2328386"/>
                  </a:lnTo>
                  <a:lnTo>
                    <a:pt x="5199038" y="2328386"/>
                  </a:lnTo>
                  <a:lnTo>
                    <a:pt x="5198183" y="2328386"/>
                  </a:lnTo>
                  <a:lnTo>
                    <a:pt x="5197327" y="2328386"/>
                  </a:lnTo>
                  <a:lnTo>
                    <a:pt x="5196472" y="2328386"/>
                  </a:lnTo>
                  <a:lnTo>
                    <a:pt x="5195616" y="2328386"/>
                  </a:lnTo>
                  <a:lnTo>
                    <a:pt x="5194761" y="2328386"/>
                  </a:lnTo>
                  <a:lnTo>
                    <a:pt x="5193905" y="2328386"/>
                  </a:lnTo>
                  <a:lnTo>
                    <a:pt x="5193050" y="2328386"/>
                  </a:lnTo>
                  <a:lnTo>
                    <a:pt x="5192194" y="2328386"/>
                  </a:lnTo>
                  <a:lnTo>
                    <a:pt x="5191339" y="2328386"/>
                  </a:lnTo>
                  <a:lnTo>
                    <a:pt x="5190483" y="2328386"/>
                  </a:lnTo>
                  <a:lnTo>
                    <a:pt x="5189628" y="2328386"/>
                  </a:lnTo>
                  <a:lnTo>
                    <a:pt x="5188772" y="2328386"/>
                  </a:lnTo>
                  <a:lnTo>
                    <a:pt x="5187916" y="2328386"/>
                  </a:lnTo>
                  <a:lnTo>
                    <a:pt x="5187061" y="2328386"/>
                  </a:lnTo>
                  <a:lnTo>
                    <a:pt x="5186205" y="2328386"/>
                  </a:lnTo>
                  <a:lnTo>
                    <a:pt x="5185350" y="2328386"/>
                  </a:lnTo>
                  <a:lnTo>
                    <a:pt x="5184494" y="2328386"/>
                  </a:lnTo>
                  <a:lnTo>
                    <a:pt x="5183639" y="2328386"/>
                  </a:lnTo>
                  <a:lnTo>
                    <a:pt x="5182783" y="2328386"/>
                  </a:lnTo>
                  <a:lnTo>
                    <a:pt x="5181928" y="2328386"/>
                  </a:lnTo>
                  <a:lnTo>
                    <a:pt x="5181072" y="2328386"/>
                  </a:lnTo>
                  <a:lnTo>
                    <a:pt x="5180217" y="2328386"/>
                  </a:lnTo>
                  <a:lnTo>
                    <a:pt x="5179361" y="2328386"/>
                  </a:lnTo>
                  <a:lnTo>
                    <a:pt x="5178506" y="2328386"/>
                  </a:lnTo>
                  <a:lnTo>
                    <a:pt x="5177650" y="2328386"/>
                  </a:lnTo>
                  <a:lnTo>
                    <a:pt x="5176795" y="2328386"/>
                  </a:lnTo>
                  <a:lnTo>
                    <a:pt x="5175939" y="2328386"/>
                  </a:lnTo>
                  <a:lnTo>
                    <a:pt x="5175084" y="2328386"/>
                  </a:lnTo>
                  <a:lnTo>
                    <a:pt x="5174228" y="2328386"/>
                  </a:lnTo>
                  <a:lnTo>
                    <a:pt x="5173372" y="2328386"/>
                  </a:lnTo>
                  <a:lnTo>
                    <a:pt x="5172517" y="2328386"/>
                  </a:lnTo>
                  <a:lnTo>
                    <a:pt x="5171661" y="2328386"/>
                  </a:lnTo>
                  <a:lnTo>
                    <a:pt x="5170806" y="2328386"/>
                  </a:lnTo>
                  <a:lnTo>
                    <a:pt x="5169950" y="2328386"/>
                  </a:lnTo>
                  <a:lnTo>
                    <a:pt x="5169095" y="2328386"/>
                  </a:lnTo>
                  <a:lnTo>
                    <a:pt x="5168239" y="2328386"/>
                  </a:lnTo>
                  <a:lnTo>
                    <a:pt x="5167384" y="2328386"/>
                  </a:lnTo>
                  <a:lnTo>
                    <a:pt x="5166528" y="2328386"/>
                  </a:lnTo>
                  <a:lnTo>
                    <a:pt x="5165673" y="2328386"/>
                  </a:lnTo>
                  <a:lnTo>
                    <a:pt x="5164817" y="2328386"/>
                  </a:lnTo>
                  <a:lnTo>
                    <a:pt x="5163962" y="2328386"/>
                  </a:lnTo>
                  <a:lnTo>
                    <a:pt x="5163106" y="2328386"/>
                  </a:lnTo>
                  <a:lnTo>
                    <a:pt x="5162251" y="2328386"/>
                  </a:lnTo>
                  <a:lnTo>
                    <a:pt x="5161395" y="2328386"/>
                  </a:lnTo>
                  <a:lnTo>
                    <a:pt x="5160540" y="2328386"/>
                  </a:lnTo>
                  <a:lnTo>
                    <a:pt x="5159684" y="2328386"/>
                  </a:lnTo>
                  <a:lnTo>
                    <a:pt x="5158829" y="2328386"/>
                  </a:lnTo>
                  <a:lnTo>
                    <a:pt x="5157973" y="2328386"/>
                  </a:lnTo>
                  <a:lnTo>
                    <a:pt x="5157117" y="2328386"/>
                  </a:lnTo>
                  <a:lnTo>
                    <a:pt x="5156262" y="2328386"/>
                  </a:lnTo>
                  <a:lnTo>
                    <a:pt x="5155406" y="2328386"/>
                  </a:lnTo>
                  <a:lnTo>
                    <a:pt x="5154551" y="2328386"/>
                  </a:lnTo>
                  <a:lnTo>
                    <a:pt x="5153695" y="2328386"/>
                  </a:lnTo>
                  <a:lnTo>
                    <a:pt x="5152840" y="2328386"/>
                  </a:lnTo>
                  <a:lnTo>
                    <a:pt x="5151984" y="2328386"/>
                  </a:lnTo>
                  <a:lnTo>
                    <a:pt x="5151129" y="2328386"/>
                  </a:lnTo>
                  <a:lnTo>
                    <a:pt x="5150273" y="2328386"/>
                  </a:lnTo>
                  <a:lnTo>
                    <a:pt x="5149418" y="2328386"/>
                  </a:lnTo>
                  <a:lnTo>
                    <a:pt x="5148562" y="2328386"/>
                  </a:lnTo>
                  <a:lnTo>
                    <a:pt x="5147707" y="2328386"/>
                  </a:lnTo>
                  <a:lnTo>
                    <a:pt x="5146851" y="2328386"/>
                  </a:lnTo>
                  <a:lnTo>
                    <a:pt x="5145996" y="2328386"/>
                  </a:lnTo>
                  <a:lnTo>
                    <a:pt x="5145140" y="2328386"/>
                  </a:lnTo>
                  <a:lnTo>
                    <a:pt x="5144285" y="2328386"/>
                  </a:lnTo>
                  <a:lnTo>
                    <a:pt x="5143429" y="2328386"/>
                  </a:lnTo>
                  <a:lnTo>
                    <a:pt x="5142574" y="2328386"/>
                  </a:lnTo>
                  <a:lnTo>
                    <a:pt x="5141718" y="2328386"/>
                  </a:lnTo>
                  <a:lnTo>
                    <a:pt x="5140862" y="2328386"/>
                  </a:lnTo>
                  <a:lnTo>
                    <a:pt x="5140007" y="2328386"/>
                  </a:lnTo>
                  <a:lnTo>
                    <a:pt x="5139151" y="2328386"/>
                  </a:lnTo>
                  <a:lnTo>
                    <a:pt x="5138296" y="2328386"/>
                  </a:lnTo>
                  <a:lnTo>
                    <a:pt x="5137440" y="2328386"/>
                  </a:lnTo>
                  <a:lnTo>
                    <a:pt x="5136585" y="2328386"/>
                  </a:lnTo>
                  <a:lnTo>
                    <a:pt x="5135729" y="2328386"/>
                  </a:lnTo>
                  <a:lnTo>
                    <a:pt x="5134874" y="2328386"/>
                  </a:lnTo>
                  <a:lnTo>
                    <a:pt x="5134018" y="2328386"/>
                  </a:lnTo>
                  <a:lnTo>
                    <a:pt x="5133163" y="2328386"/>
                  </a:lnTo>
                  <a:lnTo>
                    <a:pt x="5132307" y="2328386"/>
                  </a:lnTo>
                  <a:lnTo>
                    <a:pt x="5131452" y="2328386"/>
                  </a:lnTo>
                  <a:lnTo>
                    <a:pt x="5130596" y="2328386"/>
                  </a:lnTo>
                  <a:lnTo>
                    <a:pt x="5129741" y="2328386"/>
                  </a:lnTo>
                  <a:lnTo>
                    <a:pt x="5128885" y="2328386"/>
                  </a:lnTo>
                  <a:lnTo>
                    <a:pt x="5128030" y="2328386"/>
                  </a:lnTo>
                  <a:lnTo>
                    <a:pt x="5127174" y="2328386"/>
                  </a:lnTo>
                  <a:lnTo>
                    <a:pt x="5126318" y="2328386"/>
                  </a:lnTo>
                  <a:lnTo>
                    <a:pt x="5125463" y="2328386"/>
                  </a:lnTo>
                  <a:lnTo>
                    <a:pt x="5124607" y="2328386"/>
                  </a:lnTo>
                  <a:lnTo>
                    <a:pt x="5123752" y="2328386"/>
                  </a:lnTo>
                  <a:lnTo>
                    <a:pt x="5122896" y="2328386"/>
                  </a:lnTo>
                  <a:lnTo>
                    <a:pt x="5122041" y="2328386"/>
                  </a:lnTo>
                  <a:lnTo>
                    <a:pt x="5121185" y="2328386"/>
                  </a:lnTo>
                  <a:lnTo>
                    <a:pt x="5120330" y="2328386"/>
                  </a:lnTo>
                  <a:lnTo>
                    <a:pt x="5119474" y="2328386"/>
                  </a:lnTo>
                  <a:lnTo>
                    <a:pt x="5118619" y="2328386"/>
                  </a:lnTo>
                  <a:lnTo>
                    <a:pt x="5117763" y="2328386"/>
                  </a:lnTo>
                  <a:lnTo>
                    <a:pt x="5116908" y="2328386"/>
                  </a:lnTo>
                  <a:lnTo>
                    <a:pt x="5116052" y="2328386"/>
                  </a:lnTo>
                  <a:lnTo>
                    <a:pt x="5115197" y="2328386"/>
                  </a:lnTo>
                  <a:lnTo>
                    <a:pt x="5114341" y="2328386"/>
                  </a:lnTo>
                  <a:lnTo>
                    <a:pt x="5113486" y="2328386"/>
                  </a:lnTo>
                  <a:lnTo>
                    <a:pt x="5112630" y="2328386"/>
                  </a:lnTo>
                  <a:lnTo>
                    <a:pt x="5111775" y="2328386"/>
                  </a:lnTo>
                  <a:lnTo>
                    <a:pt x="5110919" y="2328386"/>
                  </a:lnTo>
                  <a:lnTo>
                    <a:pt x="5110063" y="2328386"/>
                  </a:lnTo>
                  <a:lnTo>
                    <a:pt x="5109208" y="2328386"/>
                  </a:lnTo>
                  <a:lnTo>
                    <a:pt x="5108352" y="2328386"/>
                  </a:lnTo>
                  <a:lnTo>
                    <a:pt x="5107497" y="2328386"/>
                  </a:lnTo>
                  <a:lnTo>
                    <a:pt x="5106641" y="2328386"/>
                  </a:lnTo>
                  <a:lnTo>
                    <a:pt x="5105786" y="2328386"/>
                  </a:lnTo>
                  <a:lnTo>
                    <a:pt x="5104930" y="2328386"/>
                  </a:lnTo>
                  <a:lnTo>
                    <a:pt x="5104075" y="2328386"/>
                  </a:lnTo>
                  <a:lnTo>
                    <a:pt x="5103219" y="2328386"/>
                  </a:lnTo>
                  <a:lnTo>
                    <a:pt x="5102364" y="2328386"/>
                  </a:lnTo>
                  <a:lnTo>
                    <a:pt x="5101508" y="2328386"/>
                  </a:lnTo>
                  <a:lnTo>
                    <a:pt x="5100653" y="2328386"/>
                  </a:lnTo>
                  <a:lnTo>
                    <a:pt x="5099797" y="2328386"/>
                  </a:lnTo>
                  <a:lnTo>
                    <a:pt x="5098942" y="2328386"/>
                  </a:lnTo>
                  <a:lnTo>
                    <a:pt x="5098086" y="2328386"/>
                  </a:lnTo>
                  <a:lnTo>
                    <a:pt x="5097231" y="2328386"/>
                  </a:lnTo>
                  <a:lnTo>
                    <a:pt x="5096375" y="2328386"/>
                  </a:lnTo>
                  <a:lnTo>
                    <a:pt x="5095520" y="2328386"/>
                  </a:lnTo>
                  <a:lnTo>
                    <a:pt x="5094664" y="2328386"/>
                  </a:lnTo>
                  <a:lnTo>
                    <a:pt x="5093808" y="2328386"/>
                  </a:lnTo>
                  <a:lnTo>
                    <a:pt x="5092953" y="2328386"/>
                  </a:lnTo>
                  <a:lnTo>
                    <a:pt x="5092097" y="2328386"/>
                  </a:lnTo>
                  <a:lnTo>
                    <a:pt x="5091242" y="2328386"/>
                  </a:lnTo>
                  <a:lnTo>
                    <a:pt x="5090386" y="2328386"/>
                  </a:lnTo>
                  <a:lnTo>
                    <a:pt x="5089531" y="2328386"/>
                  </a:lnTo>
                  <a:lnTo>
                    <a:pt x="5088675" y="2328386"/>
                  </a:lnTo>
                  <a:lnTo>
                    <a:pt x="5087820" y="2328386"/>
                  </a:lnTo>
                  <a:lnTo>
                    <a:pt x="5086964" y="2328386"/>
                  </a:lnTo>
                  <a:lnTo>
                    <a:pt x="5086109" y="2328386"/>
                  </a:lnTo>
                  <a:lnTo>
                    <a:pt x="5085253" y="2328386"/>
                  </a:lnTo>
                  <a:lnTo>
                    <a:pt x="5084398" y="2328386"/>
                  </a:lnTo>
                  <a:lnTo>
                    <a:pt x="5083542" y="2328386"/>
                  </a:lnTo>
                  <a:lnTo>
                    <a:pt x="5082687" y="2328386"/>
                  </a:lnTo>
                  <a:lnTo>
                    <a:pt x="5081831" y="2328386"/>
                  </a:lnTo>
                  <a:lnTo>
                    <a:pt x="5080976" y="2328386"/>
                  </a:lnTo>
                  <a:lnTo>
                    <a:pt x="5080120" y="2328386"/>
                  </a:lnTo>
                  <a:lnTo>
                    <a:pt x="5079265" y="2328386"/>
                  </a:lnTo>
                  <a:lnTo>
                    <a:pt x="5078409" y="2328386"/>
                  </a:lnTo>
                  <a:lnTo>
                    <a:pt x="5077553" y="2328386"/>
                  </a:lnTo>
                  <a:lnTo>
                    <a:pt x="5076698" y="2328386"/>
                  </a:lnTo>
                  <a:lnTo>
                    <a:pt x="5075842" y="2328386"/>
                  </a:lnTo>
                  <a:lnTo>
                    <a:pt x="5074987" y="2328386"/>
                  </a:lnTo>
                  <a:lnTo>
                    <a:pt x="5074131" y="2328386"/>
                  </a:lnTo>
                  <a:lnTo>
                    <a:pt x="5073276" y="2328386"/>
                  </a:lnTo>
                  <a:lnTo>
                    <a:pt x="5072420" y="2328386"/>
                  </a:lnTo>
                  <a:lnTo>
                    <a:pt x="5071565" y="2328386"/>
                  </a:lnTo>
                  <a:lnTo>
                    <a:pt x="5070709" y="2328386"/>
                  </a:lnTo>
                  <a:lnTo>
                    <a:pt x="5069854" y="2328386"/>
                  </a:lnTo>
                  <a:lnTo>
                    <a:pt x="5068998" y="2328386"/>
                  </a:lnTo>
                  <a:lnTo>
                    <a:pt x="5068143" y="2328386"/>
                  </a:lnTo>
                  <a:lnTo>
                    <a:pt x="5067287" y="2328386"/>
                  </a:lnTo>
                  <a:lnTo>
                    <a:pt x="5066432" y="2328386"/>
                  </a:lnTo>
                  <a:lnTo>
                    <a:pt x="5065576" y="2328386"/>
                  </a:lnTo>
                  <a:lnTo>
                    <a:pt x="5064721" y="2328386"/>
                  </a:lnTo>
                  <a:lnTo>
                    <a:pt x="5063865" y="2328386"/>
                  </a:lnTo>
                  <a:lnTo>
                    <a:pt x="5063009" y="2328386"/>
                  </a:lnTo>
                  <a:lnTo>
                    <a:pt x="5062154" y="2328386"/>
                  </a:lnTo>
                  <a:lnTo>
                    <a:pt x="5061298" y="2328386"/>
                  </a:lnTo>
                  <a:lnTo>
                    <a:pt x="5060443" y="2328386"/>
                  </a:lnTo>
                  <a:lnTo>
                    <a:pt x="5059587" y="2328386"/>
                  </a:lnTo>
                  <a:lnTo>
                    <a:pt x="5058732" y="2328386"/>
                  </a:lnTo>
                  <a:lnTo>
                    <a:pt x="5057876" y="2328386"/>
                  </a:lnTo>
                  <a:lnTo>
                    <a:pt x="5057021" y="2328386"/>
                  </a:lnTo>
                  <a:lnTo>
                    <a:pt x="5056165" y="2328386"/>
                  </a:lnTo>
                  <a:lnTo>
                    <a:pt x="5055310" y="2328386"/>
                  </a:lnTo>
                  <a:lnTo>
                    <a:pt x="5054454" y="2328386"/>
                  </a:lnTo>
                  <a:lnTo>
                    <a:pt x="5053599" y="2328386"/>
                  </a:lnTo>
                  <a:lnTo>
                    <a:pt x="5052743" y="2328386"/>
                  </a:lnTo>
                  <a:lnTo>
                    <a:pt x="5051888" y="2328386"/>
                  </a:lnTo>
                  <a:lnTo>
                    <a:pt x="5051032" y="2328386"/>
                  </a:lnTo>
                  <a:lnTo>
                    <a:pt x="5050177" y="2328386"/>
                  </a:lnTo>
                  <a:lnTo>
                    <a:pt x="5049321" y="2328386"/>
                  </a:lnTo>
                  <a:lnTo>
                    <a:pt x="5048466" y="2328386"/>
                  </a:lnTo>
                  <a:lnTo>
                    <a:pt x="5047610" y="2328386"/>
                  </a:lnTo>
                  <a:lnTo>
                    <a:pt x="5046754" y="2328386"/>
                  </a:lnTo>
                  <a:lnTo>
                    <a:pt x="5045899" y="2328386"/>
                  </a:lnTo>
                  <a:lnTo>
                    <a:pt x="5045043" y="2328386"/>
                  </a:lnTo>
                  <a:lnTo>
                    <a:pt x="5044188" y="2328386"/>
                  </a:lnTo>
                  <a:lnTo>
                    <a:pt x="5043332" y="2328386"/>
                  </a:lnTo>
                  <a:lnTo>
                    <a:pt x="5042477" y="2328386"/>
                  </a:lnTo>
                  <a:lnTo>
                    <a:pt x="5041621" y="2328386"/>
                  </a:lnTo>
                  <a:lnTo>
                    <a:pt x="5040766" y="2328386"/>
                  </a:lnTo>
                  <a:lnTo>
                    <a:pt x="5039910" y="2328386"/>
                  </a:lnTo>
                  <a:lnTo>
                    <a:pt x="5039055" y="2328386"/>
                  </a:lnTo>
                  <a:lnTo>
                    <a:pt x="5038199" y="2328386"/>
                  </a:lnTo>
                  <a:lnTo>
                    <a:pt x="5037344" y="2328386"/>
                  </a:lnTo>
                  <a:lnTo>
                    <a:pt x="5036488" y="2328386"/>
                  </a:lnTo>
                  <a:lnTo>
                    <a:pt x="5035633" y="2328386"/>
                  </a:lnTo>
                  <a:lnTo>
                    <a:pt x="5034777" y="2328386"/>
                  </a:lnTo>
                  <a:lnTo>
                    <a:pt x="5033922" y="2328386"/>
                  </a:lnTo>
                  <a:lnTo>
                    <a:pt x="5033066" y="2328386"/>
                  </a:lnTo>
                  <a:lnTo>
                    <a:pt x="5032211" y="2328386"/>
                  </a:lnTo>
                  <a:lnTo>
                    <a:pt x="5031355" y="2328386"/>
                  </a:lnTo>
                  <a:lnTo>
                    <a:pt x="5030499" y="2328386"/>
                  </a:lnTo>
                  <a:lnTo>
                    <a:pt x="5029644" y="2328386"/>
                  </a:lnTo>
                  <a:lnTo>
                    <a:pt x="5028788" y="2328386"/>
                  </a:lnTo>
                  <a:lnTo>
                    <a:pt x="5027933" y="2328386"/>
                  </a:lnTo>
                  <a:lnTo>
                    <a:pt x="5027077" y="2328386"/>
                  </a:lnTo>
                  <a:lnTo>
                    <a:pt x="5026222" y="2328386"/>
                  </a:lnTo>
                  <a:lnTo>
                    <a:pt x="5025366" y="2328386"/>
                  </a:lnTo>
                  <a:lnTo>
                    <a:pt x="5024511" y="2328386"/>
                  </a:lnTo>
                  <a:lnTo>
                    <a:pt x="5023655" y="2328386"/>
                  </a:lnTo>
                  <a:lnTo>
                    <a:pt x="5022800" y="2328386"/>
                  </a:lnTo>
                  <a:lnTo>
                    <a:pt x="5021944" y="2328386"/>
                  </a:lnTo>
                  <a:lnTo>
                    <a:pt x="5021089" y="2328386"/>
                  </a:lnTo>
                  <a:lnTo>
                    <a:pt x="5020233" y="2328386"/>
                  </a:lnTo>
                  <a:lnTo>
                    <a:pt x="5019378" y="2328386"/>
                  </a:lnTo>
                  <a:lnTo>
                    <a:pt x="5018522" y="2328386"/>
                  </a:lnTo>
                  <a:lnTo>
                    <a:pt x="5017667" y="2328386"/>
                  </a:lnTo>
                  <a:lnTo>
                    <a:pt x="5016811" y="2328386"/>
                  </a:lnTo>
                  <a:lnTo>
                    <a:pt x="5015955" y="2328386"/>
                  </a:lnTo>
                  <a:lnTo>
                    <a:pt x="5015100" y="2328386"/>
                  </a:lnTo>
                  <a:lnTo>
                    <a:pt x="5014244" y="2328386"/>
                  </a:lnTo>
                  <a:lnTo>
                    <a:pt x="5013389" y="2328386"/>
                  </a:lnTo>
                  <a:lnTo>
                    <a:pt x="5012533" y="2328386"/>
                  </a:lnTo>
                  <a:lnTo>
                    <a:pt x="5011678" y="2328386"/>
                  </a:lnTo>
                  <a:lnTo>
                    <a:pt x="5010822" y="2328386"/>
                  </a:lnTo>
                  <a:lnTo>
                    <a:pt x="5009967" y="2328386"/>
                  </a:lnTo>
                  <a:lnTo>
                    <a:pt x="5009111" y="2328386"/>
                  </a:lnTo>
                  <a:lnTo>
                    <a:pt x="5008256" y="2328386"/>
                  </a:lnTo>
                  <a:lnTo>
                    <a:pt x="5007400" y="2328386"/>
                  </a:lnTo>
                  <a:lnTo>
                    <a:pt x="5006545" y="2328386"/>
                  </a:lnTo>
                  <a:lnTo>
                    <a:pt x="5005689" y="2328386"/>
                  </a:lnTo>
                  <a:lnTo>
                    <a:pt x="5004834" y="2328386"/>
                  </a:lnTo>
                  <a:lnTo>
                    <a:pt x="5003978" y="2328386"/>
                  </a:lnTo>
                  <a:lnTo>
                    <a:pt x="5003123" y="2328386"/>
                  </a:lnTo>
                  <a:lnTo>
                    <a:pt x="5002267" y="2328386"/>
                  </a:lnTo>
                  <a:lnTo>
                    <a:pt x="5001412" y="2328386"/>
                  </a:lnTo>
                  <a:lnTo>
                    <a:pt x="5000556" y="2328386"/>
                  </a:lnTo>
                  <a:lnTo>
                    <a:pt x="4999700" y="2328386"/>
                  </a:lnTo>
                  <a:lnTo>
                    <a:pt x="4998845" y="2328386"/>
                  </a:lnTo>
                  <a:lnTo>
                    <a:pt x="4997989" y="2328386"/>
                  </a:lnTo>
                  <a:lnTo>
                    <a:pt x="4997134" y="2328386"/>
                  </a:lnTo>
                  <a:lnTo>
                    <a:pt x="4996278" y="2328386"/>
                  </a:lnTo>
                  <a:lnTo>
                    <a:pt x="4995423" y="2328386"/>
                  </a:lnTo>
                  <a:lnTo>
                    <a:pt x="4994567" y="2328386"/>
                  </a:lnTo>
                  <a:lnTo>
                    <a:pt x="4993712" y="2328386"/>
                  </a:lnTo>
                  <a:lnTo>
                    <a:pt x="4992856" y="2328386"/>
                  </a:lnTo>
                  <a:lnTo>
                    <a:pt x="4992001" y="2328386"/>
                  </a:lnTo>
                  <a:lnTo>
                    <a:pt x="4991145" y="2328386"/>
                  </a:lnTo>
                  <a:lnTo>
                    <a:pt x="4990290" y="2328386"/>
                  </a:lnTo>
                  <a:lnTo>
                    <a:pt x="4989434" y="2328386"/>
                  </a:lnTo>
                  <a:lnTo>
                    <a:pt x="4988579" y="2328386"/>
                  </a:lnTo>
                  <a:lnTo>
                    <a:pt x="4987723" y="2328386"/>
                  </a:lnTo>
                  <a:lnTo>
                    <a:pt x="4986868" y="2328386"/>
                  </a:lnTo>
                  <a:lnTo>
                    <a:pt x="4986012" y="2328386"/>
                  </a:lnTo>
                  <a:lnTo>
                    <a:pt x="4985157" y="2328386"/>
                  </a:lnTo>
                  <a:lnTo>
                    <a:pt x="4984301" y="2328386"/>
                  </a:lnTo>
                  <a:lnTo>
                    <a:pt x="4983445" y="2328386"/>
                  </a:lnTo>
                  <a:lnTo>
                    <a:pt x="4982590" y="2328386"/>
                  </a:lnTo>
                  <a:lnTo>
                    <a:pt x="4981734" y="2328386"/>
                  </a:lnTo>
                  <a:lnTo>
                    <a:pt x="4980879" y="2328386"/>
                  </a:lnTo>
                  <a:lnTo>
                    <a:pt x="4980023" y="2328386"/>
                  </a:lnTo>
                  <a:lnTo>
                    <a:pt x="4979168" y="2328386"/>
                  </a:lnTo>
                  <a:lnTo>
                    <a:pt x="4978312" y="2328386"/>
                  </a:lnTo>
                  <a:lnTo>
                    <a:pt x="4977457" y="2328386"/>
                  </a:lnTo>
                  <a:lnTo>
                    <a:pt x="4976601" y="2328386"/>
                  </a:lnTo>
                  <a:lnTo>
                    <a:pt x="4975746" y="2328386"/>
                  </a:lnTo>
                  <a:lnTo>
                    <a:pt x="4974890" y="2328386"/>
                  </a:lnTo>
                  <a:lnTo>
                    <a:pt x="4974035" y="2328386"/>
                  </a:lnTo>
                  <a:lnTo>
                    <a:pt x="4973179" y="2328386"/>
                  </a:lnTo>
                  <a:lnTo>
                    <a:pt x="4972324" y="2328386"/>
                  </a:lnTo>
                  <a:lnTo>
                    <a:pt x="4971468" y="2328386"/>
                  </a:lnTo>
                  <a:lnTo>
                    <a:pt x="4970613" y="2328386"/>
                  </a:lnTo>
                  <a:lnTo>
                    <a:pt x="4969757" y="2328386"/>
                  </a:lnTo>
                  <a:lnTo>
                    <a:pt x="4968901" y="2328386"/>
                  </a:lnTo>
                  <a:lnTo>
                    <a:pt x="4968046" y="2328386"/>
                  </a:lnTo>
                  <a:lnTo>
                    <a:pt x="4967190" y="2328386"/>
                  </a:lnTo>
                  <a:lnTo>
                    <a:pt x="4966335" y="2328386"/>
                  </a:lnTo>
                  <a:lnTo>
                    <a:pt x="4965479" y="2328386"/>
                  </a:lnTo>
                  <a:lnTo>
                    <a:pt x="4964624" y="2328386"/>
                  </a:lnTo>
                  <a:lnTo>
                    <a:pt x="4963768" y="2328386"/>
                  </a:lnTo>
                  <a:lnTo>
                    <a:pt x="4962913" y="2328386"/>
                  </a:lnTo>
                  <a:lnTo>
                    <a:pt x="4962057" y="2328386"/>
                  </a:lnTo>
                  <a:lnTo>
                    <a:pt x="4961202" y="2328386"/>
                  </a:lnTo>
                  <a:lnTo>
                    <a:pt x="4960346" y="2328386"/>
                  </a:lnTo>
                  <a:lnTo>
                    <a:pt x="4959491" y="2328386"/>
                  </a:lnTo>
                  <a:lnTo>
                    <a:pt x="4958635" y="2328386"/>
                  </a:lnTo>
                  <a:lnTo>
                    <a:pt x="4957780" y="2328386"/>
                  </a:lnTo>
                  <a:lnTo>
                    <a:pt x="4956924" y="2328386"/>
                  </a:lnTo>
                  <a:lnTo>
                    <a:pt x="4956069" y="2328386"/>
                  </a:lnTo>
                  <a:lnTo>
                    <a:pt x="4955213" y="2328386"/>
                  </a:lnTo>
                  <a:lnTo>
                    <a:pt x="4954358" y="2328386"/>
                  </a:lnTo>
                  <a:lnTo>
                    <a:pt x="4953502" y="2328386"/>
                  </a:lnTo>
                  <a:lnTo>
                    <a:pt x="4952646" y="2328386"/>
                  </a:lnTo>
                  <a:lnTo>
                    <a:pt x="4951791" y="2328386"/>
                  </a:lnTo>
                  <a:lnTo>
                    <a:pt x="4950935" y="2328386"/>
                  </a:lnTo>
                  <a:lnTo>
                    <a:pt x="4950080" y="2328386"/>
                  </a:lnTo>
                  <a:lnTo>
                    <a:pt x="4949224" y="2328386"/>
                  </a:lnTo>
                  <a:lnTo>
                    <a:pt x="4948369" y="2328386"/>
                  </a:lnTo>
                  <a:lnTo>
                    <a:pt x="4947513" y="2328386"/>
                  </a:lnTo>
                  <a:lnTo>
                    <a:pt x="4946658" y="2328386"/>
                  </a:lnTo>
                  <a:lnTo>
                    <a:pt x="4945802" y="2328386"/>
                  </a:lnTo>
                  <a:lnTo>
                    <a:pt x="4944947" y="2328386"/>
                  </a:lnTo>
                  <a:lnTo>
                    <a:pt x="4944091" y="2328386"/>
                  </a:lnTo>
                  <a:lnTo>
                    <a:pt x="4943236" y="2328386"/>
                  </a:lnTo>
                  <a:lnTo>
                    <a:pt x="4942380" y="2328386"/>
                  </a:lnTo>
                  <a:lnTo>
                    <a:pt x="4941525" y="2328386"/>
                  </a:lnTo>
                  <a:lnTo>
                    <a:pt x="4940669" y="2328386"/>
                  </a:lnTo>
                  <a:lnTo>
                    <a:pt x="4939814" y="2328386"/>
                  </a:lnTo>
                  <a:lnTo>
                    <a:pt x="4938958" y="2328386"/>
                  </a:lnTo>
                  <a:lnTo>
                    <a:pt x="4938103" y="2328386"/>
                  </a:lnTo>
                  <a:lnTo>
                    <a:pt x="4937247" y="2328386"/>
                  </a:lnTo>
                  <a:lnTo>
                    <a:pt x="4936391" y="2328386"/>
                  </a:lnTo>
                  <a:lnTo>
                    <a:pt x="4935536" y="2328386"/>
                  </a:lnTo>
                  <a:lnTo>
                    <a:pt x="4934680" y="2328386"/>
                  </a:lnTo>
                  <a:lnTo>
                    <a:pt x="4933825" y="2328386"/>
                  </a:lnTo>
                  <a:lnTo>
                    <a:pt x="4932969" y="2328386"/>
                  </a:lnTo>
                  <a:lnTo>
                    <a:pt x="4932114" y="2328386"/>
                  </a:lnTo>
                  <a:lnTo>
                    <a:pt x="4931258" y="2328386"/>
                  </a:lnTo>
                  <a:lnTo>
                    <a:pt x="4930403" y="2328386"/>
                  </a:lnTo>
                  <a:lnTo>
                    <a:pt x="4929547" y="2328386"/>
                  </a:lnTo>
                  <a:lnTo>
                    <a:pt x="4928692" y="2328386"/>
                  </a:lnTo>
                  <a:lnTo>
                    <a:pt x="4927836" y="2328386"/>
                  </a:lnTo>
                  <a:lnTo>
                    <a:pt x="4926981" y="2328386"/>
                  </a:lnTo>
                  <a:lnTo>
                    <a:pt x="4926125" y="2328386"/>
                  </a:lnTo>
                  <a:lnTo>
                    <a:pt x="4925270" y="2328386"/>
                  </a:lnTo>
                  <a:lnTo>
                    <a:pt x="4924414" y="2328386"/>
                  </a:lnTo>
                  <a:lnTo>
                    <a:pt x="4923559" y="2328386"/>
                  </a:lnTo>
                  <a:lnTo>
                    <a:pt x="4922703" y="2328386"/>
                  </a:lnTo>
                  <a:lnTo>
                    <a:pt x="4921847" y="2328386"/>
                  </a:lnTo>
                  <a:lnTo>
                    <a:pt x="4920992" y="2328386"/>
                  </a:lnTo>
                  <a:lnTo>
                    <a:pt x="4920136" y="2328386"/>
                  </a:lnTo>
                  <a:lnTo>
                    <a:pt x="4919281" y="2328386"/>
                  </a:lnTo>
                  <a:lnTo>
                    <a:pt x="4918425" y="2328386"/>
                  </a:lnTo>
                  <a:lnTo>
                    <a:pt x="4917570" y="2328386"/>
                  </a:lnTo>
                  <a:lnTo>
                    <a:pt x="4916714" y="2328386"/>
                  </a:lnTo>
                  <a:lnTo>
                    <a:pt x="4915859" y="2328386"/>
                  </a:lnTo>
                  <a:lnTo>
                    <a:pt x="4915003" y="2328386"/>
                  </a:lnTo>
                  <a:lnTo>
                    <a:pt x="4914148" y="2328386"/>
                  </a:lnTo>
                  <a:lnTo>
                    <a:pt x="4913292" y="2328386"/>
                  </a:lnTo>
                  <a:lnTo>
                    <a:pt x="4912437" y="2328386"/>
                  </a:lnTo>
                  <a:lnTo>
                    <a:pt x="4911581" y="2328386"/>
                  </a:lnTo>
                  <a:lnTo>
                    <a:pt x="4910726" y="2328386"/>
                  </a:lnTo>
                  <a:lnTo>
                    <a:pt x="4909870" y="2328386"/>
                  </a:lnTo>
                  <a:lnTo>
                    <a:pt x="4909015" y="2328386"/>
                  </a:lnTo>
                  <a:lnTo>
                    <a:pt x="4908159" y="2328386"/>
                  </a:lnTo>
                  <a:lnTo>
                    <a:pt x="4907304" y="2328386"/>
                  </a:lnTo>
                  <a:lnTo>
                    <a:pt x="4906448" y="2328386"/>
                  </a:lnTo>
                  <a:lnTo>
                    <a:pt x="4905592" y="2328386"/>
                  </a:lnTo>
                  <a:lnTo>
                    <a:pt x="4904737" y="2328386"/>
                  </a:lnTo>
                  <a:lnTo>
                    <a:pt x="4903881" y="2328386"/>
                  </a:lnTo>
                  <a:lnTo>
                    <a:pt x="4903026" y="2328386"/>
                  </a:lnTo>
                  <a:lnTo>
                    <a:pt x="4902170" y="2328386"/>
                  </a:lnTo>
                  <a:lnTo>
                    <a:pt x="4901315" y="2328386"/>
                  </a:lnTo>
                  <a:lnTo>
                    <a:pt x="4900459" y="2328386"/>
                  </a:lnTo>
                  <a:lnTo>
                    <a:pt x="4899604" y="2328386"/>
                  </a:lnTo>
                  <a:lnTo>
                    <a:pt x="4898748" y="2328386"/>
                  </a:lnTo>
                  <a:lnTo>
                    <a:pt x="4897893" y="2328386"/>
                  </a:lnTo>
                  <a:lnTo>
                    <a:pt x="4897037" y="2328386"/>
                  </a:lnTo>
                  <a:lnTo>
                    <a:pt x="4896182" y="2328386"/>
                  </a:lnTo>
                  <a:lnTo>
                    <a:pt x="4895326" y="2328386"/>
                  </a:lnTo>
                  <a:lnTo>
                    <a:pt x="4894471" y="2328386"/>
                  </a:lnTo>
                  <a:lnTo>
                    <a:pt x="4893615" y="2328386"/>
                  </a:lnTo>
                  <a:lnTo>
                    <a:pt x="4892760" y="2328386"/>
                  </a:lnTo>
                  <a:lnTo>
                    <a:pt x="4891904" y="2328386"/>
                  </a:lnTo>
                  <a:lnTo>
                    <a:pt x="4891049" y="2328386"/>
                  </a:lnTo>
                  <a:lnTo>
                    <a:pt x="4890193" y="2328386"/>
                  </a:lnTo>
                  <a:lnTo>
                    <a:pt x="4889337" y="2328386"/>
                  </a:lnTo>
                  <a:lnTo>
                    <a:pt x="4888482" y="2328386"/>
                  </a:lnTo>
                  <a:lnTo>
                    <a:pt x="4887626" y="2328386"/>
                  </a:lnTo>
                  <a:lnTo>
                    <a:pt x="4886771" y="2328386"/>
                  </a:lnTo>
                  <a:lnTo>
                    <a:pt x="4885915" y="2328386"/>
                  </a:lnTo>
                  <a:lnTo>
                    <a:pt x="4885060" y="2328386"/>
                  </a:lnTo>
                  <a:lnTo>
                    <a:pt x="4884204" y="2328386"/>
                  </a:lnTo>
                  <a:lnTo>
                    <a:pt x="4883349" y="2328386"/>
                  </a:lnTo>
                  <a:lnTo>
                    <a:pt x="4882493" y="2328386"/>
                  </a:lnTo>
                  <a:lnTo>
                    <a:pt x="4881638" y="2328386"/>
                  </a:lnTo>
                  <a:lnTo>
                    <a:pt x="4880782" y="2328386"/>
                  </a:lnTo>
                  <a:lnTo>
                    <a:pt x="4879927" y="2328386"/>
                  </a:lnTo>
                  <a:lnTo>
                    <a:pt x="4879071" y="2328386"/>
                  </a:lnTo>
                  <a:lnTo>
                    <a:pt x="4878216" y="2328386"/>
                  </a:lnTo>
                  <a:lnTo>
                    <a:pt x="4877360" y="2328386"/>
                  </a:lnTo>
                  <a:lnTo>
                    <a:pt x="4876505" y="2328386"/>
                  </a:lnTo>
                  <a:lnTo>
                    <a:pt x="4875649" y="2328386"/>
                  </a:lnTo>
                  <a:lnTo>
                    <a:pt x="4874793" y="2328386"/>
                  </a:lnTo>
                  <a:lnTo>
                    <a:pt x="4873938" y="2328386"/>
                  </a:lnTo>
                  <a:lnTo>
                    <a:pt x="4873082" y="2328386"/>
                  </a:lnTo>
                  <a:lnTo>
                    <a:pt x="4872227" y="2328386"/>
                  </a:lnTo>
                  <a:lnTo>
                    <a:pt x="4871371" y="2328386"/>
                  </a:lnTo>
                  <a:lnTo>
                    <a:pt x="4870516" y="2328386"/>
                  </a:lnTo>
                  <a:lnTo>
                    <a:pt x="4869660" y="2328386"/>
                  </a:lnTo>
                  <a:lnTo>
                    <a:pt x="4868805" y="2328386"/>
                  </a:lnTo>
                  <a:lnTo>
                    <a:pt x="4867949" y="2328386"/>
                  </a:lnTo>
                  <a:lnTo>
                    <a:pt x="4867094" y="2328386"/>
                  </a:lnTo>
                  <a:lnTo>
                    <a:pt x="4866238" y="2328386"/>
                  </a:lnTo>
                  <a:lnTo>
                    <a:pt x="4865383" y="2328386"/>
                  </a:lnTo>
                  <a:lnTo>
                    <a:pt x="4864527" y="2328386"/>
                  </a:lnTo>
                  <a:lnTo>
                    <a:pt x="4863672" y="2328386"/>
                  </a:lnTo>
                  <a:lnTo>
                    <a:pt x="4862816" y="2328386"/>
                  </a:lnTo>
                  <a:lnTo>
                    <a:pt x="4861961" y="2328386"/>
                  </a:lnTo>
                  <a:lnTo>
                    <a:pt x="4861105" y="2328386"/>
                  </a:lnTo>
                  <a:lnTo>
                    <a:pt x="4860250" y="2328386"/>
                  </a:lnTo>
                  <a:lnTo>
                    <a:pt x="4859394" y="2328386"/>
                  </a:lnTo>
                  <a:lnTo>
                    <a:pt x="4858538" y="2328386"/>
                  </a:lnTo>
                  <a:lnTo>
                    <a:pt x="4857683" y="2328386"/>
                  </a:lnTo>
                  <a:lnTo>
                    <a:pt x="4856827" y="2328386"/>
                  </a:lnTo>
                  <a:lnTo>
                    <a:pt x="4855972" y="2328386"/>
                  </a:lnTo>
                  <a:lnTo>
                    <a:pt x="4855116" y="2328386"/>
                  </a:lnTo>
                  <a:lnTo>
                    <a:pt x="4854261" y="2328386"/>
                  </a:lnTo>
                  <a:lnTo>
                    <a:pt x="4853405" y="2328386"/>
                  </a:lnTo>
                  <a:lnTo>
                    <a:pt x="4852550" y="2328386"/>
                  </a:lnTo>
                  <a:lnTo>
                    <a:pt x="4851694" y="2328386"/>
                  </a:lnTo>
                  <a:lnTo>
                    <a:pt x="4850839" y="2328386"/>
                  </a:lnTo>
                  <a:lnTo>
                    <a:pt x="4849983" y="2328386"/>
                  </a:lnTo>
                  <a:lnTo>
                    <a:pt x="4849128" y="2328386"/>
                  </a:lnTo>
                  <a:lnTo>
                    <a:pt x="4848272" y="2328386"/>
                  </a:lnTo>
                  <a:lnTo>
                    <a:pt x="4847417" y="2328386"/>
                  </a:lnTo>
                  <a:lnTo>
                    <a:pt x="4846561" y="2328386"/>
                  </a:lnTo>
                  <a:lnTo>
                    <a:pt x="4845706" y="2328386"/>
                  </a:lnTo>
                  <a:lnTo>
                    <a:pt x="4844850" y="2328386"/>
                  </a:lnTo>
                  <a:lnTo>
                    <a:pt x="4843995" y="2328386"/>
                  </a:lnTo>
                  <a:lnTo>
                    <a:pt x="4843139" y="2328386"/>
                  </a:lnTo>
                  <a:lnTo>
                    <a:pt x="4842283" y="2328386"/>
                  </a:lnTo>
                  <a:lnTo>
                    <a:pt x="4841428" y="2328386"/>
                  </a:lnTo>
                  <a:lnTo>
                    <a:pt x="4840572" y="2328386"/>
                  </a:lnTo>
                  <a:lnTo>
                    <a:pt x="4839717" y="2328386"/>
                  </a:lnTo>
                  <a:lnTo>
                    <a:pt x="4838861" y="2328386"/>
                  </a:lnTo>
                  <a:lnTo>
                    <a:pt x="4838006" y="2328386"/>
                  </a:lnTo>
                  <a:lnTo>
                    <a:pt x="4837150" y="2328386"/>
                  </a:lnTo>
                  <a:lnTo>
                    <a:pt x="4836295" y="2328386"/>
                  </a:lnTo>
                  <a:lnTo>
                    <a:pt x="4835439" y="2328386"/>
                  </a:lnTo>
                  <a:lnTo>
                    <a:pt x="4834584" y="2328386"/>
                  </a:lnTo>
                  <a:lnTo>
                    <a:pt x="4833728" y="2328386"/>
                  </a:lnTo>
                  <a:lnTo>
                    <a:pt x="4832873" y="2328386"/>
                  </a:lnTo>
                  <a:lnTo>
                    <a:pt x="4832017" y="2328386"/>
                  </a:lnTo>
                  <a:lnTo>
                    <a:pt x="4831162" y="2328386"/>
                  </a:lnTo>
                  <a:lnTo>
                    <a:pt x="4830306" y="2328386"/>
                  </a:lnTo>
                  <a:lnTo>
                    <a:pt x="4829451" y="2328386"/>
                  </a:lnTo>
                  <a:lnTo>
                    <a:pt x="4828595" y="2328386"/>
                  </a:lnTo>
                  <a:lnTo>
                    <a:pt x="4827740" y="2328386"/>
                  </a:lnTo>
                  <a:lnTo>
                    <a:pt x="4826884" y="2328386"/>
                  </a:lnTo>
                  <a:lnTo>
                    <a:pt x="4826028" y="2328386"/>
                  </a:lnTo>
                  <a:lnTo>
                    <a:pt x="4825173" y="2328386"/>
                  </a:lnTo>
                  <a:lnTo>
                    <a:pt x="4824317" y="2328386"/>
                  </a:lnTo>
                  <a:lnTo>
                    <a:pt x="4823462" y="2328386"/>
                  </a:lnTo>
                  <a:lnTo>
                    <a:pt x="4822606" y="2328386"/>
                  </a:lnTo>
                  <a:lnTo>
                    <a:pt x="4821751" y="2328386"/>
                  </a:lnTo>
                  <a:lnTo>
                    <a:pt x="4820895" y="2328386"/>
                  </a:lnTo>
                  <a:lnTo>
                    <a:pt x="4820040" y="2328386"/>
                  </a:lnTo>
                  <a:lnTo>
                    <a:pt x="4819184" y="2328386"/>
                  </a:lnTo>
                  <a:lnTo>
                    <a:pt x="4818329" y="2328386"/>
                  </a:lnTo>
                  <a:lnTo>
                    <a:pt x="4817473" y="2328386"/>
                  </a:lnTo>
                  <a:lnTo>
                    <a:pt x="4816618" y="2328386"/>
                  </a:lnTo>
                  <a:lnTo>
                    <a:pt x="4815762" y="2328386"/>
                  </a:lnTo>
                  <a:lnTo>
                    <a:pt x="4814907" y="2328386"/>
                  </a:lnTo>
                  <a:lnTo>
                    <a:pt x="4814051" y="2328386"/>
                  </a:lnTo>
                  <a:lnTo>
                    <a:pt x="4813196" y="2328386"/>
                  </a:lnTo>
                  <a:lnTo>
                    <a:pt x="4812340" y="2328386"/>
                  </a:lnTo>
                  <a:lnTo>
                    <a:pt x="4811484" y="2328386"/>
                  </a:lnTo>
                  <a:lnTo>
                    <a:pt x="4810629" y="2328386"/>
                  </a:lnTo>
                  <a:lnTo>
                    <a:pt x="4809773" y="2328386"/>
                  </a:lnTo>
                  <a:lnTo>
                    <a:pt x="4808918" y="2328386"/>
                  </a:lnTo>
                  <a:lnTo>
                    <a:pt x="4808062" y="2328386"/>
                  </a:lnTo>
                  <a:lnTo>
                    <a:pt x="4807207" y="2328386"/>
                  </a:lnTo>
                  <a:lnTo>
                    <a:pt x="4806351" y="2328386"/>
                  </a:lnTo>
                  <a:lnTo>
                    <a:pt x="4805496" y="2328386"/>
                  </a:lnTo>
                  <a:lnTo>
                    <a:pt x="4804640" y="2328386"/>
                  </a:lnTo>
                  <a:lnTo>
                    <a:pt x="4803785" y="2328386"/>
                  </a:lnTo>
                  <a:lnTo>
                    <a:pt x="4802929" y="2328386"/>
                  </a:lnTo>
                  <a:lnTo>
                    <a:pt x="4802074" y="2328386"/>
                  </a:lnTo>
                  <a:lnTo>
                    <a:pt x="4801218" y="2328386"/>
                  </a:lnTo>
                  <a:lnTo>
                    <a:pt x="4800363" y="2328386"/>
                  </a:lnTo>
                  <a:lnTo>
                    <a:pt x="4799507" y="2328386"/>
                  </a:lnTo>
                  <a:lnTo>
                    <a:pt x="4798652" y="2328386"/>
                  </a:lnTo>
                  <a:lnTo>
                    <a:pt x="4797796" y="2328386"/>
                  </a:lnTo>
                  <a:lnTo>
                    <a:pt x="4796941" y="2328386"/>
                  </a:lnTo>
                  <a:lnTo>
                    <a:pt x="4796085" y="2328386"/>
                  </a:lnTo>
                  <a:lnTo>
                    <a:pt x="4795229" y="2328386"/>
                  </a:lnTo>
                  <a:lnTo>
                    <a:pt x="4794374" y="2328386"/>
                  </a:lnTo>
                  <a:lnTo>
                    <a:pt x="4793518" y="2328386"/>
                  </a:lnTo>
                  <a:lnTo>
                    <a:pt x="4792663" y="2328386"/>
                  </a:lnTo>
                  <a:lnTo>
                    <a:pt x="4791807" y="2328386"/>
                  </a:lnTo>
                  <a:lnTo>
                    <a:pt x="4790952" y="2328386"/>
                  </a:lnTo>
                  <a:lnTo>
                    <a:pt x="4790096" y="2328386"/>
                  </a:lnTo>
                  <a:lnTo>
                    <a:pt x="4789241" y="2328386"/>
                  </a:lnTo>
                  <a:lnTo>
                    <a:pt x="4788385" y="2328386"/>
                  </a:lnTo>
                  <a:lnTo>
                    <a:pt x="4787530" y="2328386"/>
                  </a:lnTo>
                  <a:lnTo>
                    <a:pt x="4786674" y="2328386"/>
                  </a:lnTo>
                  <a:lnTo>
                    <a:pt x="4785819" y="2328386"/>
                  </a:lnTo>
                  <a:lnTo>
                    <a:pt x="4784963" y="2328386"/>
                  </a:lnTo>
                  <a:lnTo>
                    <a:pt x="4784108" y="2328386"/>
                  </a:lnTo>
                  <a:lnTo>
                    <a:pt x="4783252" y="2328386"/>
                  </a:lnTo>
                  <a:lnTo>
                    <a:pt x="4782397" y="2328386"/>
                  </a:lnTo>
                  <a:lnTo>
                    <a:pt x="4781541" y="2328386"/>
                  </a:lnTo>
                  <a:lnTo>
                    <a:pt x="4780686" y="2328386"/>
                  </a:lnTo>
                  <a:lnTo>
                    <a:pt x="4779830" y="2328386"/>
                  </a:lnTo>
                  <a:lnTo>
                    <a:pt x="4778974" y="2328386"/>
                  </a:lnTo>
                  <a:lnTo>
                    <a:pt x="4778119" y="2328386"/>
                  </a:lnTo>
                  <a:lnTo>
                    <a:pt x="4777263" y="2328386"/>
                  </a:lnTo>
                  <a:lnTo>
                    <a:pt x="4776408" y="2328386"/>
                  </a:lnTo>
                  <a:lnTo>
                    <a:pt x="4775552" y="2328386"/>
                  </a:lnTo>
                  <a:lnTo>
                    <a:pt x="4774697" y="2328386"/>
                  </a:lnTo>
                  <a:lnTo>
                    <a:pt x="4773841" y="2328386"/>
                  </a:lnTo>
                  <a:lnTo>
                    <a:pt x="4772986" y="2328386"/>
                  </a:lnTo>
                  <a:lnTo>
                    <a:pt x="4772130" y="2328386"/>
                  </a:lnTo>
                  <a:lnTo>
                    <a:pt x="4771275" y="2328386"/>
                  </a:lnTo>
                  <a:lnTo>
                    <a:pt x="4770419" y="2328386"/>
                  </a:lnTo>
                  <a:lnTo>
                    <a:pt x="4769564" y="2328386"/>
                  </a:lnTo>
                  <a:lnTo>
                    <a:pt x="4768708" y="2328386"/>
                  </a:lnTo>
                  <a:lnTo>
                    <a:pt x="4767853" y="2328386"/>
                  </a:lnTo>
                  <a:lnTo>
                    <a:pt x="4766997" y="2328386"/>
                  </a:lnTo>
                  <a:lnTo>
                    <a:pt x="4766142" y="2328386"/>
                  </a:lnTo>
                  <a:lnTo>
                    <a:pt x="4765286" y="2328386"/>
                  </a:lnTo>
                  <a:lnTo>
                    <a:pt x="4764430" y="2328386"/>
                  </a:lnTo>
                  <a:lnTo>
                    <a:pt x="4763575" y="2328386"/>
                  </a:lnTo>
                  <a:lnTo>
                    <a:pt x="4762719" y="2328386"/>
                  </a:lnTo>
                  <a:lnTo>
                    <a:pt x="4761864" y="2328386"/>
                  </a:lnTo>
                  <a:lnTo>
                    <a:pt x="4761008" y="2328386"/>
                  </a:lnTo>
                  <a:lnTo>
                    <a:pt x="4760153" y="2328386"/>
                  </a:lnTo>
                  <a:lnTo>
                    <a:pt x="4759297" y="2328386"/>
                  </a:lnTo>
                  <a:lnTo>
                    <a:pt x="4758442" y="2328386"/>
                  </a:lnTo>
                  <a:lnTo>
                    <a:pt x="4757586" y="2328386"/>
                  </a:lnTo>
                  <a:lnTo>
                    <a:pt x="4756731" y="2328386"/>
                  </a:lnTo>
                  <a:lnTo>
                    <a:pt x="4755875" y="2328386"/>
                  </a:lnTo>
                  <a:lnTo>
                    <a:pt x="4755020" y="2328386"/>
                  </a:lnTo>
                  <a:lnTo>
                    <a:pt x="4754164" y="2328386"/>
                  </a:lnTo>
                  <a:lnTo>
                    <a:pt x="4753309" y="2328386"/>
                  </a:lnTo>
                  <a:lnTo>
                    <a:pt x="4752453" y="2328386"/>
                  </a:lnTo>
                  <a:lnTo>
                    <a:pt x="4751598" y="2328386"/>
                  </a:lnTo>
                  <a:lnTo>
                    <a:pt x="4750742" y="2328386"/>
                  </a:lnTo>
                  <a:lnTo>
                    <a:pt x="4749887" y="2328386"/>
                  </a:lnTo>
                  <a:lnTo>
                    <a:pt x="4749031" y="2328386"/>
                  </a:lnTo>
                  <a:lnTo>
                    <a:pt x="4748175" y="2328386"/>
                  </a:lnTo>
                  <a:lnTo>
                    <a:pt x="4747320" y="2328386"/>
                  </a:lnTo>
                  <a:lnTo>
                    <a:pt x="4746464" y="2328386"/>
                  </a:lnTo>
                  <a:lnTo>
                    <a:pt x="4745609" y="2328386"/>
                  </a:lnTo>
                  <a:lnTo>
                    <a:pt x="4744753" y="2328386"/>
                  </a:lnTo>
                  <a:lnTo>
                    <a:pt x="4743898" y="2328386"/>
                  </a:lnTo>
                  <a:lnTo>
                    <a:pt x="4743042" y="2328386"/>
                  </a:lnTo>
                  <a:lnTo>
                    <a:pt x="4742187" y="2328386"/>
                  </a:lnTo>
                  <a:lnTo>
                    <a:pt x="4741331" y="2328386"/>
                  </a:lnTo>
                  <a:lnTo>
                    <a:pt x="4740476" y="2328386"/>
                  </a:lnTo>
                  <a:lnTo>
                    <a:pt x="4739620" y="2328386"/>
                  </a:lnTo>
                  <a:lnTo>
                    <a:pt x="4738765" y="2328386"/>
                  </a:lnTo>
                  <a:lnTo>
                    <a:pt x="4737909" y="2328386"/>
                  </a:lnTo>
                  <a:lnTo>
                    <a:pt x="4737054" y="2328386"/>
                  </a:lnTo>
                  <a:lnTo>
                    <a:pt x="4736198" y="2328386"/>
                  </a:lnTo>
                  <a:lnTo>
                    <a:pt x="4735343" y="2328386"/>
                  </a:lnTo>
                  <a:lnTo>
                    <a:pt x="4734487" y="2328386"/>
                  </a:lnTo>
                  <a:lnTo>
                    <a:pt x="4733632" y="2328386"/>
                  </a:lnTo>
                  <a:lnTo>
                    <a:pt x="4732776" y="2328386"/>
                  </a:lnTo>
                  <a:lnTo>
                    <a:pt x="4731920" y="2328386"/>
                  </a:lnTo>
                  <a:lnTo>
                    <a:pt x="4731065" y="2328386"/>
                  </a:lnTo>
                  <a:lnTo>
                    <a:pt x="4730209" y="2328386"/>
                  </a:lnTo>
                  <a:lnTo>
                    <a:pt x="4729354" y="2328386"/>
                  </a:lnTo>
                  <a:lnTo>
                    <a:pt x="4728498" y="2328386"/>
                  </a:lnTo>
                  <a:lnTo>
                    <a:pt x="4727643" y="2328386"/>
                  </a:lnTo>
                  <a:lnTo>
                    <a:pt x="4726787" y="2328386"/>
                  </a:lnTo>
                  <a:lnTo>
                    <a:pt x="4725932" y="2328386"/>
                  </a:lnTo>
                  <a:lnTo>
                    <a:pt x="4725076" y="2328386"/>
                  </a:lnTo>
                  <a:lnTo>
                    <a:pt x="4724221" y="2328386"/>
                  </a:lnTo>
                  <a:lnTo>
                    <a:pt x="4723365" y="2328386"/>
                  </a:lnTo>
                  <a:lnTo>
                    <a:pt x="4722510" y="2328386"/>
                  </a:lnTo>
                  <a:lnTo>
                    <a:pt x="4721654" y="2328386"/>
                  </a:lnTo>
                  <a:lnTo>
                    <a:pt x="4720799" y="2328386"/>
                  </a:lnTo>
                  <a:lnTo>
                    <a:pt x="4719943" y="2328386"/>
                  </a:lnTo>
                  <a:lnTo>
                    <a:pt x="4719088" y="2328386"/>
                  </a:lnTo>
                  <a:lnTo>
                    <a:pt x="4718232" y="2328386"/>
                  </a:lnTo>
                  <a:lnTo>
                    <a:pt x="4717376" y="2328386"/>
                  </a:lnTo>
                  <a:lnTo>
                    <a:pt x="4716521" y="2328386"/>
                  </a:lnTo>
                  <a:lnTo>
                    <a:pt x="4715665" y="2328386"/>
                  </a:lnTo>
                  <a:lnTo>
                    <a:pt x="4714810" y="2328386"/>
                  </a:lnTo>
                  <a:lnTo>
                    <a:pt x="4713954" y="2328386"/>
                  </a:lnTo>
                  <a:lnTo>
                    <a:pt x="4713099" y="2328386"/>
                  </a:lnTo>
                  <a:lnTo>
                    <a:pt x="4712243" y="2328386"/>
                  </a:lnTo>
                  <a:lnTo>
                    <a:pt x="4711388" y="2328386"/>
                  </a:lnTo>
                  <a:lnTo>
                    <a:pt x="4710532" y="2328386"/>
                  </a:lnTo>
                  <a:lnTo>
                    <a:pt x="4709677" y="2328386"/>
                  </a:lnTo>
                  <a:lnTo>
                    <a:pt x="4708821" y="2328386"/>
                  </a:lnTo>
                  <a:lnTo>
                    <a:pt x="4707966" y="2328386"/>
                  </a:lnTo>
                  <a:lnTo>
                    <a:pt x="4707110" y="2328386"/>
                  </a:lnTo>
                  <a:lnTo>
                    <a:pt x="4706255" y="2328386"/>
                  </a:lnTo>
                  <a:lnTo>
                    <a:pt x="4705399" y="2328386"/>
                  </a:lnTo>
                  <a:lnTo>
                    <a:pt x="4704544" y="2328386"/>
                  </a:lnTo>
                  <a:lnTo>
                    <a:pt x="4703688" y="2328386"/>
                  </a:lnTo>
                  <a:lnTo>
                    <a:pt x="4702833" y="2328386"/>
                  </a:lnTo>
                  <a:lnTo>
                    <a:pt x="4701977" y="2328386"/>
                  </a:lnTo>
                  <a:lnTo>
                    <a:pt x="4701121" y="2328386"/>
                  </a:lnTo>
                  <a:lnTo>
                    <a:pt x="4700266" y="2328386"/>
                  </a:lnTo>
                  <a:lnTo>
                    <a:pt x="4699410" y="2328386"/>
                  </a:lnTo>
                  <a:lnTo>
                    <a:pt x="4698555" y="2328386"/>
                  </a:lnTo>
                  <a:lnTo>
                    <a:pt x="4697699" y="2328386"/>
                  </a:lnTo>
                  <a:lnTo>
                    <a:pt x="4696844" y="2328386"/>
                  </a:lnTo>
                  <a:lnTo>
                    <a:pt x="4695988" y="2328386"/>
                  </a:lnTo>
                  <a:lnTo>
                    <a:pt x="4695133" y="2328386"/>
                  </a:lnTo>
                  <a:lnTo>
                    <a:pt x="4694277" y="2328386"/>
                  </a:lnTo>
                  <a:lnTo>
                    <a:pt x="4693422" y="2328386"/>
                  </a:lnTo>
                  <a:lnTo>
                    <a:pt x="4692566" y="2328386"/>
                  </a:lnTo>
                  <a:lnTo>
                    <a:pt x="4691711" y="2328386"/>
                  </a:lnTo>
                  <a:lnTo>
                    <a:pt x="4690855" y="2328386"/>
                  </a:lnTo>
                  <a:lnTo>
                    <a:pt x="4690000" y="2328386"/>
                  </a:lnTo>
                  <a:lnTo>
                    <a:pt x="4689144" y="2328386"/>
                  </a:lnTo>
                  <a:lnTo>
                    <a:pt x="4688289" y="2328386"/>
                  </a:lnTo>
                  <a:lnTo>
                    <a:pt x="4687433" y="2328386"/>
                  </a:lnTo>
                  <a:lnTo>
                    <a:pt x="4686578" y="2328386"/>
                  </a:lnTo>
                  <a:lnTo>
                    <a:pt x="4685722" y="2328386"/>
                  </a:lnTo>
                  <a:lnTo>
                    <a:pt x="4684866" y="2328386"/>
                  </a:lnTo>
                  <a:lnTo>
                    <a:pt x="4684011" y="2328386"/>
                  </a:lnTo>
                  <a:lnTo>
                    <a:pt x="4683155" y="2328386"/>
                  </a:lnTo>
                  <a:lnTo>
                    <a:pt x="4682300" y="2328386"/>
                  </a:lnTo>
                  <a:lnTo>
                    <a:pt x="4681444" y="2328386"/>
                  </a:lnTo>
                  <a:lnTo>
                    <a:pt x="4680589" y="2328386"/>
                  </a:lnTo>
                  <a:lnTo>
                    <a:pt x="4679733" y="2328386"/>
                  </a:lnTo>
                  <a:lnTo>
                    <a:pt x="4678878" y="2328386"/>
                  </a:lnTo>
                  <a:lnTo>
                    <a:pt x="4678022" y="2328386"/>
                  </a:lnTo>
                  <a:lnTo>
                    <a:pt x="4677167" y="2328386"/>
                  </a:lnTo>
                  <a:lnTo>
                    <a:pt x="4676311" y="2328386"/>
                  </a:lnTo>
                  <a:lnTo>
                    <a:pt x="4675456" y="2328386"/>
                  </a:lnTo>
                  <a:lnTo>
                    <a:pt x="4674600" y="2328386"/>
                  </a:lnTo>
                  <a:lnTo>
                    <a:pt x="4673745" y="2328386"/>
                  </a:lnTo>
                  <a:lnTo>
                    <a:pt x="4672889" y="2328386"/>
                  </a:lnTo>
                  <a:lnTo>
                    <a:pt x="4672034" y="2328386"/>
                  </a:lnTo>
                  <a:lnTo>
                    <a:pt x="4671178" y="2328386"/>
                  </a:lnTo>
                  <a:lnTo>
                    <a:pt x="4670322" y="2328386"/>
                  </a:lnTo>
                  <a:lnTo>
                    <a:pt x="4669467" y="2328386"/>
                  </a:lnTo>
                  <a:lnTo>
                    <a:pt x="4668611" y="2328386"/>
                  </a:lnTo>
                  <a:lnTo>
                    <a:pt x="4667756" y="2328386"/>
                  </a:lnTo>
                  <a:lnTo>
                    <a:pt x="4666900" y="2328386"/>
                  </a:lnTo>
                  <a:lnTo>
                    <a:pt x="4666045" y="2328386"/>
                  </a:lnTo>
                  <a:lnTo>
                    <a:pt x="4665189" y="2328386"/>
                  </a:lnTo>
                  <a:lnTo>
                    <a:pt x="4664334" y="2328386"/>
                  </a:lnTo>
                  <a:lnTo>
                    <a:pt x="4663478" y="2328386"/>
                  </a:lnTo>
                  <a:lnTo>
                    <a:pt x="4662623" y="2328386"/>
                  </a:lnTo>
                  <a:lnTo>
                    <a:pt x="4661767" y="2328386"/>
                  </a:lnTo>
                  <a:lnTo>
                    <a:pt x="4660912" y="2328386"/>
                  </a:lnTo>
                  <a:lnTo>
                    <a:pt x="4660056" y="2328386"/>
                  </a:lnTo>
                  <a:lnTo>
                    <a:pt x="4659201" y="2328386"/>
                  </a:lnTo>
                  <a:lnTo>
                    <a:pt x="4658345" y="2328386"/>
                  </a:lnTo>
                  <a:lnTo>
                    <a:pt x="4657490" y="2328386"/>
                  </a:lnTo>
                  <a:lnTo>
                    <a:pt x="4656634" y="2328386"/>
                  </a:lnTo>
                  <a:lnTo>
                    <a:pt x="4655779" y="2328386"/>
                  </a:lnTo>
                  <a:lnTo>
                    <a:pt x="4654923" y="2328386"/>
                  </a:lnTo>
                  <a:lnTo>
                    <a:pt x="4654067" y="2328386"/>
                  </a:lnTo>
                  <a:lnTo>
                    <a:pt x="4653212" y="2328386"/>
                  </a:lnTo>
                  <a:lnTo>
                    <a:pt x="4652356" y="2328386"/>
                  </a:lnTo>
                  <a:lnTo>
                    <a:pt x="4651501" y="2328386"/>
                  </a:lnTo>
                  <a:lnTo>
                    <a:pt x="4650645" y="2328386"/>
                  </a:lnTo>
                  <a:lnTo>
                    <a:pt x="4649790" y="2328386"/>
                  </a:lnTo>
                  <a:lnTo>
                    <a:pt x="4648934" y="2328386"/>
                  </a:lnTo>
                  <a:lnTo>
                    <a:pt x="4648079" y="2328386"/>
                  </a:lnTo>
                  <a:lnTo>
                    <a:pt x="4647223" y="2328386"/>
                  </a:lnTo>
                  <a:lnTo>
                    <a:pt x="4646368" y="2328386"/>
                  </a:lnTo>
                  <a:lnTo>
                    <a:pt x="4645512" y="2328386"/>
                  </a:lnTo>
                  <a:lnTo>
                    <a:pt x="4644657" y="2328386"/>
                  </a:lnTo>
                  <a:lnTo>
                    <a:pt x="4643801" y="2328386"/>
                  </a:lnTo>
                  <a:lnTo>
                    <a:pt x="4642946" y="2328386"/>
                  </a:lnTo>
                  <a:lnTo>
                    <a:pt x="4642090" y="2328386"/>
                  </a:lnTo>
                  <a:lnTo>
                    <a:pt x="4641235" y="2328386"/>
                  </a:lnTo>
                  <a:lnTo>
                    <a:pt x="4640379" y="2328386"/>
                  </a:lnTo>
                  <a:lnTo>
                    <a:pt x="4639524" y="2328386"/>
                  </a:lnTo>
                  <a:lnTo>
                    <a:pt x="4638668" y="2328386"/>
                  </a:lnTo>
                  <a:lnTo>
                    <a:pt x="4637812" y="2328386"/>
                  </a:lnTo>
                  <a:lnTo>
                    <a:pt x="4636957" y="2328386"/>
                  </a:lnTo>
                  <a:lnTo>
                    <a:pt x="4636101" y="2328386"/>
                  </a:lnTo>
                  <a:lnTo>
                    <a:pt x="4635246" y="2328386"/>
                  </a:lnTo>
                  <a:lnTo>
                    <a:pt x="4634390" y="2328386"/>
                  </a:lnTo>
                  <a:lnTo>
                    <a:pt x="4633535" y="2328386"/>
                  </a:lnTo>
                  <a:lnTo>
                    <a:pt x="4632679" y="2328386"/>
                  </a:lnTo>
                  <a:lnTo>
                    <a:pt x="4631824" y="2328386"/>
                  </a:lnTo>
                  <a:lnTo>
                    <a:pt x="4630968" y="2328386"/>
                  </a:lnTo>
                  <a:lnTo>
                    <a:pt x="4630113" y="2328386"/>
                  </a:lnTo>
                  <a:lnTo>
                    <a:pt x="4629257" y="2328386"/>
                  </a:lnTo>
                  <a:lnTo>
                    <a:pt x="4628402" y="2328386"/>
                  </a:lnTo>
                  <a:lnTo>
                    <a:pt x="4627546" y="2328386"/>
                  </a:lnTo>
                  <a:lnTo>
                    <a:pt x="4626691" y="2328386"/>
                  </a:lnTo>
                  <a:lnTo>
                    <a:pt x="4625835" y="2328386"/>
                  </a:lnTo>
                  <a:lnTo>
                    <a:pt x="4624980" y="2328386"/>
                  </a:lnTo>
                  <a:lnTo>
                    <a:pt x="4624124" y="2328386"/>
                  </a:lnTo>
                  <a:lnTo>
                    <a:pt x="4623269" y="2328386"/>
                  </a:lnTo>
                  <a:lnTo>
                    <a:pt x="4622413" y="2328386"/>
                  </a:lnTo>
                  <a:lnTo>
                    <a:pt x="4621557" y="2328386"/>
                  </a:lnTo>
                  <a:lnTo>
                    <a:pt x="4620702" y="2328386"/>
                  </a:lnTo>
                  <a:lnTo>
                    <a:pt x="4619846" y="2328386"/>
                  </a:lnTo>
                  <a:lnTo>
                    <a:pt x="4618991" y="2328386"/>
                  </a:lnTo>
                  <a:lnTo>
                    <a:pt x="4618135" y="2328386"/>
                  </a:lnTo>
                  <a:lnTo>
                    <a:pt x="4617280" y="2328386"/>
                  </a:lnTo>
                  <a:lnTo>
                    <a:pt x="4616424" y="2328386"/>
                  </a:lnTo>
                  <a:lnTo>
                    <a:pt x="4615569" y="2328386"/>
                  </a:lnTo>
                  <a:lnTo>
                    <a:pt x="4614713" y="2328386"/>
                  </a:lnTo>
                  <a:lnTo>
                    <a:pt x="4613858" y="2328386"/>
                  </a:lnTo>
                  <a:lnTo>
                    <a:pt x="4613002" y="2328386"/>
                  </a:lnTo>
                  <a:lnTo>
                    <a:pt x="4612147" y="2328386"/>
                  </a:lnTo>
                  <a:lnTo>
                    <a:pt x="4611291" y="2328386"/>
                  </a:lnTo>
                  <a:lnTo>
                    <a:pt x="4610436" y="2328386"/>
                  </a:lnTo>
                  <a:lnTo>
                    <a:pt x="4609580" y="2328386"/>
                  </a:lnTo>
                  <a:lnTo>
                    <a:pt x="4608725" y="2328386"/>
                  </a:lnTo>
                  <a:lnTo>
                    <a:pt x="4607869" y="2328386"/>
                  </a:lnTo>
                  <a:lnTo>
                    <a:pt x="4607013" y="2328386"/>
                  </a:lnTo>
                  <a:lnTo>
                    <a:pt x="4606158" y="2328386"/>
                  </a:lnTo>
                  <a:lnTo>
                    <a:pt x="4605302" y="2328386"/>
                  </a:lnTo>
                  <a:lnTo>
                    <a:pt x="4604447" y="2328386"/>
                  </a:lnTo>
                  <a:lnTo>
                    <a:pt x="4603591" y="2328386"/>
                  </a:lnTo>
                  <a:lnTo>
                    <a:pt x="4602736" y="2328386"/>
                  </a:lnTo>
                  <a:lnTo>
                    <a:pt x="4601880" y="2328386"/>
                  </a:lnTo>
                  <a:lnTo>
                    <a:pt x="4601025" y="2328386"/>
                  </a:lnTo>
                  <a:lnTo>
                    <a:pt x="4600169" y="2328386"/>
                  </a:lnTo>
                  <a:lnTo>
                    <a:pt x="4599314" y="2328386"/>
                  </a:lnTo>
                  <a:lnTo>
                    <a:pt x="4598458" y="2328386"/>
                  </a:lnTo>
                  <a:lnTo>
                    <a:pt x="4597603" y="2328386"/>
                  </a:lnTo>
                  <a:lnTo>
                    <a:pt x="4596747" y="2328386"/>
                  </a:lnTo>
                  <a:lnTo>
                    <a:pt x="4595892" y="2328386"/>
                  </a:lnTo>
                  <a:lnTo>
                    <a:pt x="4595036" y="2328386"/>
                  </a:lnTo>
                  <a:lnTo>
                    <a:pt x="4594181" y="2328386"/>
                  </a:lnTo>
                  <a:lnTo>
                    <a:pt x="4593325" y="2328386"/>
                  </a:lnTo>
                  <a:lnTo>
                    <a:pt x="4592470" y="2328386"/>
                  </a:lnTo>
                  <a:lnTo>
                    <a:pt x="4591614" y="2328386"/>
                  </a:lnTo>
                  <a:lnTo>
                    <a:pt x="4590758" y="2328386"/>
                  </a:lnTo>
                  <a:lnTo>
                    <a:pt x="4589903" y="2328386"/>
                  </a:lnTo>
                  <a:lnTo>
                    <a:pt x="4589047" y="2328386"/>
                  </a:lnTo>
                  <a:lnTo>
                    <a:pt x="4588192" y="2328386"/>
                  </a:lnTo>
                  <a:lnTo>
                    <a:pt x="4587336" y="2328386"/>
                  </a:lnTo>
                  <a:lnTo>
                    <a:pt x="4586481" y="2328386"/>
                  </a:lnTo>
                  <a:lnTo>
                    <a:pt x="4585625" y="2328386"/>
                  </a:lnTo>
                  <a:lnTo>
                    <a:pt x="4584770" y="2328386"/>
                  </a:lnTo>
                  <a:lnTo>
                    <a:pt x="4583914" y="2328386"/>
                  </a:lnTo>
                  <a:lnTo>
                    <a:pt x="4583059" y="2328386"/>
                  </a:lnTo>
                  <a:lnTo>
                    <a:pt x="4582203" y="2328386"/>
                  </a:lnTo>
                  <a:lnTo>
                    <a:pt x="4581348" y="2328386"/>
                  </a:lnTo>
                  <a:lnTo>
                    <a:pt x="4580492" y="2328386"/>
                  </a:lnTo>
                  <a:lnTo>
                    <a:pt x="4579637" y="2328386"/>
                  </a:lnTo>
                  <a:lnTo>
                    <a:pt x="4578781" y="2328386"/>
                  </a:lnTo>
                  <a:lnTo>
                    <a:pt x="4577926" y="2328386"/>
                  </a:lnTo>
                  <a:lnTo>
                    <a:pt x="4577070" y="2328386"/>
                  </a:lnTo>
                  <a:lnTo>
                    <a:pt x="4576215" y="2328386"/>
                  </a:lnTo>
                  <a:lnTo>
                    <a:pt x="4575359" y="2328386"/>
                  </a:lnTo>
                  <a:lnTo>
                    <a:pt x="4574503" y="2328386"/>
                  </a:lnTo>
                  <a:lnTo>
                    <a:pt x="4573648" y="2328386"/>
                  </a:lnTo>
                  <a:lnTo>
                    <a:pt x="4572792" y="2328386"/>
                  </a:lnTo>
                  <a:lnTo>
                    <a:pt x="4571937" y="2328386"/>
                  </a:lnTo>
                  <a:lnTo>
                    <a:pt x="4571081" y="2328386"/>
                  </a:lnTo>
                  <a:lnTo>
                    <a:pt x="4570226" y="2328386"/>
                  </a:lnTo>
                  <a:lnTo>
                    <a:pt x="4569370" y="2328386"/>
                  </a:lnTo>
                  <a:lnTo>
                    <a:pt x="4568515" y="2328386"/>
                  </a:lnTo>
                  <a:lnTo>
                    <a:pt x="4567659" y="2328386"/>
                  </a:lnTo>
                  <a:lnTo>
                    <a:pt x="4566804" y="2328386"/>
                  </a:lnTo>
                  <a:lnTo>
                    <a:pt x="4565948" y="2328386"/>
                  </a:lnTo>
                  <a:lnTo>
                    <a:pt x="4565093" y="2328386"/>
                  </a:lnTo>
                  <a:lnTo>
                    <a:pt x="4564237" y="2328386"/>
                  </a:lnTo>
                  <a:lnTo>
                    <a:pt x="4563382" y="2328386"/>
                  </a:lnTo>
                  <a:lnTo>
                    <a:pt x="4562526" y="2328386"/>
                  </a:lnTo>
                  <a:lnTo>
                    <a:pt x="4561671" y="2328386"/>
                  </a:lnTo>
                  <a:lnTo>
                    <a:pt x="4560815" y="2328386"/>
                  </a:lnTo>
                  <a:lnTo>
                    <a:pt x="4559959" y="2328386"/>
                  </a:lnTo>
                  <a:lnTo>
                    <a:pt x="4559104" y="2328386"/>
                  </a:lnTo>
                  <a:lnTo>
                    <a:pt x="4558248" y="2328386"/>
                  </a:lnTo>
                  <a:lnTo>
                    <a:pt x="4557393" y="2328386"/>
                  </a:lnTo>
                  <a:lnTo>
                    <a:pt x="4556537" y="2328386"/>
                  </a:lnTo>
                  <a:lnTo>
                    <a:pt x="4555682" y="2328386"/>
                  </a:lnTo>
                  <a:lnTo>
                    <a:pt x="4554826" y="2328386"/>
                  </a:lnTo>
                  <a:lnTo>
                    <a:pt x="4553971" y="2328386"/>
                  </a:lnTo>
                  <a:lnTo>
                    <a:pt x="4553115" y="2328386"/>
                  </a:lnTo>
                  <a:lnTo>
                    <a:pt x="4552260" y="2328386"/>
                  </a:lnTo>
                  <a:lnTo>
                    <a:pt x="4551404" y="2328386"/>
                  </a:lnTo>
                  <a:lnTo>
                    <a:pt x="4550549" y="2328386"/>
                  </a:lnTo>
                  <a:lnTo>
                    <a:pt x="4549693" y="2328386"/>
                  </a:lnTo>
                  <a:lnTo>
                    <a:pt x="4548838" y="2328386"/>
                  </a:lnTo>
                  <a:lnTo>
                    <a:pt x="4547982" y="2328386"/>
                  </a:lnTo>
                  <a:lnTo>
                    <a:pt x="4547127" y="2328386"/>
                  </a:lnTo>
                  <a:lnTo>
                    <a:pt x="4546271" y="2328386"/>
                  </a:lnTo>
                  <a:lnTo>
                    <a:pt x="4545416" y="2328386"/>
                  </a:lnTo>
                  <a:lnTo>
                    <a:pt x="4544560" y="2328386"/>
                  </a:lnTo>
                  <a:lnTo>
                    <a:pt x="4543704" y="2328386"/>
                  </a:lnTo>
                  <a:lnTo>
                    <a:pt x="4542849" y="2328386"/>
                  </a:lnTo>
                  <a:lnTo>
                    <a:pt x="4541993" y="2328386"/>
                  </a:lnTo>
                  <a:lnTo>
                    <a:pt x="4541138" y="2328386"/>
                  </a:lnTo>
                  <a:lnTo>
                    <a:pt x="4540282" y="2328386"/>
                  </a:lnTo>
                  <a:lnTo>
                    <a:pt x="4539427" y="2328386"/>
                  </a:lnTo>
                  <a:lnTo>
                    <a:pt x="4538571" y="2328386"/>
                  </a:lnTo>
                  <a:lnTo>
                    <a:pt x="4537716" y="2328386"/>
                  </a:lnTo>
                  <a:lnTo>
                    <a:pt x="4536860" y="2328386"/>
                  </a:lnTo>
                  <a:lnTo>
                    <a:pt x="4536005" y="2328386"/>
                  </a:lnTo>
                  <a:lnTo>
                    <a:pt x="4535149" y="2328386"/>
                  </a:lnTo>
                  <a:lnTo>
                    <a:pt x="4534294" y="2328386"/>
                  </a:lnTo>
                  <a:lnTo>
                    <a:pt x="4533438" y="2328386"/>
                  </a:lnTo>
                  <a:lnTo>
                    <a:pt x="4532583" y="2328386"/>
                  </a:lnTo>
                  <a:lnTo>
                    <a:pt x="4531727" y="2328386"/>
                  </a:lnTo>
                  <a:lnTo>
                    <a:pt x="4530872" y="2328386"/>
                  </a:lnTo>
                  <a:lnTo>
                    <a:pt x="4530016" y="2328386"/>
                  </a:lnTo>
                  <a:lnTo>
                    <a:pt x="4529161" y="2328386"/>
                  </a:lnTo>
                  <a:lnTo>
                    <a:pt x="4528305" y="2328386"/>
                  </a:lnTo>
                  <a:lnTo>
                    <a:pt x="4527449" y="2328386"/>
                  </a:lnTo>
                  <a:lnTo>
                    <a:pt x="4526594" y="2328386"/>
                  </a:lnTo>
                  <a:lnTo>
                    <a:pt x="4525738" y="2328386"/>
                  </a:lnTo>
                  <a:lnTo>
                    <a:pt x="4524883" y="2328386"/>
                  </a:lnTo>
                  <a:lnTo>
                    <a:pt x="4524027" y="2328386"/>
                  </a:lnTo>
                  <a:lnTo>
                    <a:pt x="4523172" y="2328386"/>
                  </a:lnTo>
                  <a:lnTo>
                    <a:pt x="4522316" y="2328386"/>
                  </a:lnTo>
                  <a:lnTo>
                    <a:pt x="4521461" y="2328386"/>
                  </a:lnTo>
                  <a:lnTo>
                    <a:pt x="4520605" y="2328386"/>
                  </a:lnTo>
                  <a:lnTo>
                    <a:pt x="4519750" y="2328386"/>
                  </a:lnTo>
                  <a:lnTo>
                    <a:pt x="4518894" y="2328386"/>
                  </a:lnTo>
                  <a:lnTo>
                    <a:pt x="4518039" y="2328386"/>
                  </a:lnTo>
                  <a:lnTo>
                    <a:pt x="4517183" y="2328386"/>
                  </a:lnTo>
                  <a:lnTo>
                    <a:pt x="4516328" y="2328386"/>
                  </a:lnTo>
                  <a:lnTo>
                    <a:pt x="4515472" y="2328386"/>
                  </a:lnTo>
                  <a:lnTo>
                    <a:pt x="4514617" y="2328386"/>
                  </a:lnTo>
                  <a:lnTo>
                    <a:pt x="4513761" y="2328386"/>
                  </a:lnTo>
                  <a:lnTo>
                    <a:pt x="4512905" y="2328386"/>
                  </a:lnTo>
                  <a:lnTo>
                    <a:pt x="4512050" y="2328386"/>
                  </a:lnTo>
                  <a:lnTo>
                    <a:pt x="4511194" y="2328386"/>
                  </a:lnTo>
                  <a:lnTo>
                    <a:pt x="4510339" y="2328386"/>
                  </a:lnTo>
                  <a:lnTo>
                    <a:pt x="4509483" y="2328386"/>
                  </a:lnTo>
                  <a:lnTo>
                    <a:pt x="4508628" y="2328386"/>
                  </a:lnTo>
                  <a:lnTo>
                    <a:pt x="4507772" y="2328386"/>
                  </a:lnTo>
                  <a:lnTo>
                    <a:pt x="4506917" y="2328386"/>
                  </a:lnTo>
                  <a:lnTo>
                    <a:pt x="4506061" y="2328386"/>
                  </a:lnTo>
                  <a:lnTo>
                    <a:pt x="4505206" y="2328386"/>
                  </a:lnTo>
                  <a:lnTo>
                    <a:pt x="4504350" y="2328386"/>
                  </a:lnTo>
                  <a:lnTo>
                    <a:pt x="4503495" y="2328386"/>
                  </a:lnTo>
                  <a:lnTo>
                    <a:pt x="4502639" y="2328386"/>
                  </a:lnTo>
                  <a:lnTo>
                    <a:pt x="4501784" y="2328386"/>
                  </a:lnTo>
                  <a:lnTo>
                    <a:pt x="4500928" y="2328386"/>
                  </a:lnTo>
                  <a:lnTo>
                    <a:pt x="4500073" y="2328386"/>
                  </a:lnTo>
                  <a:lnTo>
                    <a:pt x="4499217" y="2328386"/>
                  </a:lnTo>
                  <a:lnTo>
                    <a:pt x="4498362" y="2328386"/>
                  </a:lnTo>
                  <a:lnTo>
                    <a:pt x="4497506" y="2328386"/>
                  </a:lnTo>
                  <a:lnTo>
                    <a:pt x="4496650" y="2328386"/>
                  </a:lnTo>
                  <a:lnTo>
                    <a:pt x="4495795" y="2328386"/>
                  </a:lnTo>
                  <a:lnTo>
                    <a:pt x="4494939" y="2328386"/>
                  </a:lnTo>
                  <a:lnTo>
                    <a:pt x="4494084" y="2328386"/>
                  </a:lnTo>
                  <a:lnTo>
                    <a:pt x="4493228" y="2328386"/>
                  </a:lnTo>
                  <a:lnTo>
                    <a:pt x="4492373" y="2328386"/>
                  </a:lnTo>
                  <a:lnTo>
                    <a:pt x="4491517" y="2328386"/>
                  </a:lnTo>
                  <a:lnTo>
                    <a:pt x="4490662" y="2328386"/>
                  </a:lnTo>
                  <a:lnTo>
                    <a:pt x="4489806" y="2328386"/>
                  </a:lnTo>
                  <a:lnTo>
                    <a:pt x="4488951" y="2328386"/>
                  </a:lnTo>
                  <a:lnTo>
                    <a:pt x="4488095" y="2328386"/>
                  </a:lnTo>
                  <a:lnTo>
                    <a:pt x="4487240" y="2328386"/>
                  </a:lnTo>
                  <a:lnTo>
                    <a:pt x="4486384" y="2328386"/>
                  </a:lnTo>
                  <a:lnTo>
                    <a:pt x="4485529" y="2328386"/>
                  </a:lnTo>
                  <a:lnTo>
                    <a:pt x="4484673" y="2328386"/>
                  </a:lnTo>
                  <a:lnTo>
                    <a:pt x="4483818" y="2328386"/>
                  </a:lnTo>
                  <a:lnTo>
                    <a:pt x="4482962" y="2328386"/>
                  </a:lnTo>
                  <a:lnTo>
                    <a:pt x="4482107" y="2328386"/>
                  </a:lnTo>
                  <a:lnTo>
                    <a:pt x="4481251" y="2328386"/>
                  </a:lnTo>
                  <a:lnTo>
                    <a:pt x="4480395" y="2328386"/>
                  </a:lnTo>
                  <a:lnTo>
                    <a:pt x="4479540" y="2328386"/>
                  </a:lnTo>
                  <a:lnTo>
                    <a:pt x="4478684" y="2328386"/>
                  </a:lnTo>
                  <a:lnTo>
                    <a:pt x="4477829" y="2328386"/>
                  </a:lnTo>
                  <a:lnTo>
                    <a:pt x="4476973" y="2328386"/>
                  </a:lnTo>
                  <a:lnTo>
                    <a:pt x="4476118" y="2328386"/>
                  </a:lnTo>
                  <a:lnTo>
                    <a:pt x="4475262" y="2328386"/>
                  </a:lnTo>
                  <a:lnTo>
                    <a:pt x="4474407" y="2328386"/>
                  </a:lnTo>
                  <a:lnTo>
                    <a:pt x="4473551" y="2328386"/>
                  </a:lnTo>
                  <a:lnTo>
                    <a:pt x="4472696" y="2328386"/>
                  </a:lnTo>
                  <a:lnTo>
                    <a:pt x="4471840" y="2328386"/>
                  </a:lnTo>
                  <a:lnTo>
                    <a:pt x="4470985" y="2328386"/>
                  </a:lnTo>
                  <a:lnTo>
                    <a:pt x="4470129" y="2328386"/>
                  </a:lnTo>
                  <a:lnTo>
                    <a:pt x="4469274" y="2328386"/>
                  </a:lnTo>
                  <a:lnTo>
                    <a:pt x="4468418" y="2328386"/>
                  </a:lnTo>
                  <a:lnTo>
                    <a:pt x="4467563" y="2328386"/>
                  </a:lnTo>
                  <a:lnTo>
                    <a:pt x="4466707" y="2328386"/>
                  </a:lnTo>
                  <a:lnTo>
                    <a:pt x="4465851" y="2328386"/>
                  </a:lnTo>
                  <a:lnTo>
                    <a:pt x="4464996" y="2328386"/>
                  </a:lnTo>
                  <a:lnTo>
                    <a:pt x="4464140" y="2328386"/>
                  </a:lnTo>
                  <a:lnTo>
                    <a:pt x="4463285" y="2328386"/>
                  </a:lnTo>
                  <a:lnTo>
                    <a:pt x="4462429" y="2328386"/>
                  </a:lnTo>
                  <a:lnTo>
                    <a:pt x="4461574" y="2328386"/>
                  </a:lnTo>
                  <a:lnTo>
                    <a:pt x="4460718" y="2328386"/>
                  </a:lnTo>
                  <a:lnTo>
                    <a:pt x="4459863" y="2328386"/>
                  </a:lnTo>
                  <a:lnTo>
                    <a:pt x="4459007" y="2328386"/>
                  </a:lnTo>
                  <a:lnTo>
                    <a:pt x="4458152" y="2328386"/>
                  </a:lnTo>
                  <a:lnTo>
                    <a:pt x="4457296" y="2328386"/>
                  </a:lnTo>
                  <a:lnTo>
                    <a:pt x="4456441" y="2328386"/>
                  </a:lnTo>
                  <a:lnTo>
                    <a:pt x="4455585" y="2328386"/>
                  </a:lnTo>
                  <a:lnTo>
                    <a:pt x="4454730" y="2328386"/>
                  </a:lnTo>
                  <a:lnTo>
                    <a:pt x="4453874" y="2328386"/>
                  </a:lnTo>
                  <a:lnTo>
                    <a:pt x="4453019" y="2328386"/>
                  </a:lnTo>
                  <a:lnTo>
                    <a:pt x="4452163" y="2328386"/>
                  </a:lnTo>
                  <a:lnTo>
                    <a:pt x="4451308" y="2328386"/>
                  </a:lnTo>
                  <a:lnTo>
                    <a:pt x="4450452" y="2328386"/>
                  </a:lnTo>
                  <a:lnTo>
                    <a:pt x="4449596" y="2328386"/>
                  </a:lnTo>
                  <a:lnTo>
                    <a:pt x="4448741" y="2328386"/>
                  </a:lnTo>
                  <a:lnTo>
                    <a:pt x="4447885" y="2328386"/>
                  </a:lnTo>
                  <a:lnTo>
                    <a:pt x="4447030" y="2328386"/>
                  </a:lnTo>
                  <a:lnTo>
                    <a:pt x="4446174" y="2328386"/>
                  </a:lnTo>
                  <a:lnTo>
                    <a:pt x="4445319" y="2328386"/>
                  </a:lnTo>
                  <a:lnTo>
                    <a:pt x="4444463" y="2328386"/>
                  </a:lnTo>
                  <a:lnTo>
                    <a:pt x="4443608" y="2328386"/>
                  </a:lnTo>
                  <a:lnTo>
                    <a:pt x="4442752" y="2328386"/>
                  </a:lnTo>
                  <a:lnTo>
                    <a:pt x="4441897" y="2328386"/>
                  </a:lnTo>
                  <a:lnTo>
                    <a:pt x="4441041" y="2328386"/>
                  </a:lnTo>
                  <a:lnTo>
                    <a:pt x="4440186" y="2328386"/>
                  </a:lnTo>
                  <a:lnTo>
                    <a:pt x="4439330" y="2328386"/>
                  </a:lnTo>
                  <a:lnTo>
                    <a:pt x="4438475" y="2328386"/>
                  </a:lnTo>
                  <a:lnTo>
                    <a:pt x="4437619" y="2328386"/>
                  </a:lnTo>
                  <a:lnTo>
                    <a:pt x="4436764" y="2328386"/>
                  </a:lnTo>
                  <a:lnTo>
                    <a:pt x="4435908" y="2328386"/>
                  </a:lnTo>
                  <a:lnTo>
                    <a:pt x="4435053" y="2328386"/>
                  </a:lnTo>
                  <a:lnTo>
                    <a:pt x="4434197" y="2328386"/>
                  </a:lnTo>
                  <a:lnTo>
                    <a:pt x="4433341" y="2328386"/>
                  </a:lnTo>
                  <a:lnTo>
                    <a:pt x="4432486" y="2328386"/>
                  </a:lnTo>
                  <a:lnTo>
                    <a:pt x="4431630" y="2328386"/>
                  </a:lnTo>
                  <a:lnTo>
                    <a:pt x="4430775" y="2328386"/>
                  </a:lnTo>
                  <a:lnTo>
                    <a:pt x="4429919" y="2328386"/>
                  </a:lnTo>
                  <a:lnTo>
                    <a:pt x="4429064" y="2328386"/>
                  </a:lnTo>
                  <a:lnTo>
                    <a:pt x="4428208" y="2328386"/>
                  </a:lnTo>
                  <a:lnTo>
                    <a:pt x="4427353" y="2328386"/>
                  </a:lnTo>
                  <a:lnTo>
                    <a:pt x="4426497" y="2328386"/>
                  </a:lnTo>
                  <a:lnTo>
                    <a:pt x="4425642" y="2328386"/>
                  </a:lnTo>
                  <a:lnTo>
                    <a:pt x="4424786" y="2328386"/>
                  </a:lnTo>
                  <a:lnTo>
                    <a:pt x="4423931" y="2328386"/>
                  </a:lnTo>
                  <a:lnTo>
                    <a:pt x="4423075" y="2328386"/>
                  </a:lnTo>
                  <a:lnTo>
                    <a:pt x="4422220" y="2328386"/>
                  </a:lnTo>
                  <a:lnTo>
                    <a:pt x="4421364" y="2328386"/>
                  </a:lnTo>
                  <a:lnTo>
                    <a:pt x="4420509" y="2328386"/>
                  </a:lnTo>
                  <a:lnTo>
                    <a:pt x="4419653" y="2328386"/>
                  </a:lnTo>
                  <a:lnTo>
                    <a:pt x="4418798" y="2328386"/>
                  </a:lnTo>
                  <a:lnTo>
                    <a:pt x="4417942" y="2328386"/>
                  </a:lnTo>
                  <a:lnTo>
                    <a:pt x="4417086" y="2328386"/>
                  </a:lnTo>
                  <a:lnTo>
                    <a:pt x="4416231" y="2328386"/>
                  </a:lnTo>
                  <a:lnTo>
                    <a:pt x="4415375" y="2328386"/>
                  </a:lnTo>
                  <a:lnTo>
                    <a:pt x="4414520" y="2328386"/>
                  </a:lnTo>
                  <a:lnTo>
                    <a:pt x="4413664" y="2328386"/>
                  </a:lnTo>
                  <a:lnTo>
                    <a:pt x="4412809" y="2328386"/>
                  </a:lnTo>
                  <a:lnTo>
                    <a:pt x="4411953" y="2328386"/>
                  </a:lnTo>
                  <a:lnTo>
                    <a:pt x="4411098" y="2328386"/>
                  </a:lnTo>
                  <a:lnTo>
                    <a:pt x="4410242" y="2328386"/>
                  </a:lnTo>
                  <a:lnTo>
                    <a:pt x="4409387" y="2328386"/>
                  </a:lnTo>
                  <a:lnTo>
                    <a:pt x="4408531" y="2328386"/>
                  </a:lnTo>
                  <a:lnTo>
                    <a:pt x="4407676" y="2328386"/>
                  </a:lnTo>
                  <a:lnTo>
                    <a:pt x="4406820" y="2328386"/>
                  </a:lnTo>
                  <a:lnTo>
                    <a:pt x="4405965" y="2328386"/>
                  </a:lnTo>
                  <a:lnTo>
                    <a:pt x="4405109" y="2328386"/>
                  </a:lnTo>
                  <a:lnTo>
                    <a:pt x="4404254" y="2328386"/>
                  </a:lnTo>
                  <a:lnTo>
                    <a:pt x="4403398" y="2328386"/>
                  </a:lnTo>
                  <a:lnTo>
                    <a:pt x="4402542" y="2328386"/>
                  </a:lnTo>
                  <a:lnTo>
                    <a:pt x="4401687" y="2328386"/>
                  </a:lnTo>
                  <a:lnTo>
                    <a:pt x="4400831" y="2328386"/>
                  </a:lnTo>
                  <a:lnTo>
                    <a:pt x="4399976" y="2328386"/>
                  </a:lnTo>
                  <a:lnTo>
                    <a:pt x="4399120" y="2328386"/>
                  </a:lnTo>
                  <a:lnTo>
                    <a:pt x="4398265" y="2328386"/>
                  </a:lnTo>
                  <a:lnTo>
                    <a:pt x="4397409" y="2328386"/>
                  </a:lnTo>
                  <a:lnTo>
                    <a:pt x="4396554" y="2328386"/>
                  </a:lnTo>
                  <a:lnTo>
                    <a:pt x="4395698" y="2328386"/>
                  </a:lnTo>
                  <a:lnTo>
                    <a:pt x="4394843" y="2328386"/>
                  </a:lnTo>
                  <a:lnTo>
                    <a:pt x="4393987" y="2328386"/>
                  </a:lnTo>
                  <a:lnTo>
                    <a:pt x="4393132" y="2328386"/>
                  </a:lnTo>
                  <a:lnTo>
                    <a:pt x="4392276" y="2328386"/>
                  </a:lnTo>
                  <a:lnTo>
                    <a:pt x="4391421" y="2328386"/>
                  </a:lnTo>
                  <a:lnTo>
                    <a:pt x="4390565" y="2328386"/>
                  </a:lnTo>
                  <a:lnTo>
                    <a:pt x="4389710" y="2328386"/>
                  </a:lnTo>
                  <a:lnTo>
                    <a:pt x="4388854" y="2328386"/>
                  </a:lnTo>
                  <a:lnTo>
                    <a:pt x="4387999" y="2328386"/>
                  </a:lnTo>
                  <a:lnTo>
                    <a:pt x="4387143" y="2328386"/>
                  </a:lnTo>
                  <a:lnTo>
                    <a:pt x="4386287" y="2328386"/>
                  </a:lnTo>
                  <a:lnTo>
                    <a:pt x="4385432" y="2328386"/>
                  </a:lnTo>
                  <a:lnTo>
                    <a:pt x="4384576" y="2328386"/>
                  </a:lnTo>
                  <a:lnTo>
                    <a:pt x="4383721" y="2328386"/>
                  </a:lnTo>
                  <a:lnTo>
                    <a:pt x="4382865" y="2328386"/>
                  </a:lnTo>
                  <a:lnTo>
                    <a:pt x="4382010" y="2328386"/>
                  </a:lnTo>
                  <a:lnTo>
                    <a:pt x="4381154" y="2328386"/>
                  </a:lnTo>
                  <a:lnTo>
                    <a:pt x="4380299" y="2328386"/>
                  </a:lnTo>
                  <a:lnTo>
                    <a:pt x="4379443" y="2328386"/>
                  </a:lnTo>
                  <a:lnTo>
                    <a:pt x="4378588" y="2328386"/>
                  </a:lnTo>
                  <a:lnTo>
                    <a:pt x="4377732" y="2328386"/>
                  </a:lnTo>
                  <a:lnTo>
                    <a:pt x="4376877" y="2328386"/>
                  </a:lnTo>
                  <a:lnTo>
                    <a:pt x="4376021" y="2328386"/>
                  </a:lnTo>
                  <a:lnTo>
                    <a:pt x="4375166" y="2328386"/>
                  </a:lnTo>
                  <a:lnTo>
                    <a:pt x="4374310" y="2328386"/>
                  </a:lnTo>
                  <a:lnTo>
                    <a:pt x="4373455" y="2328386"/>
                  </a:lnTo>
                  <a:lnTo>
                    <a:pt x="4372599" y="2328386"/>
                  </a:lnTo>
                  <a:lnTo>
                    <a:pt x="4371744" y="2328386"/>
                  </a:lnTo>
                  <a:lnTo>
                    <a:pt x="4370888" y="2328386"/>
                  </a:lnTo>
                  <a:lnTo>
                    <a:pt x="4370032" y="2328386"/>
                  </a:lnTo>
                  <a:lnTo>
                    <a:pt x="4369177" y="2328386"/>
                  </a:lnTo>
                  <a:lnTo>
                    <a:pt x="4368321" y="2328386"/>
                  </a:lnTo>
                  <a:lnTo>
                    <a:pt x="4367466" y="2328386"/>
                  </a:lnTo>
                  <a:lnTo>
                    <a:pt x="4366610" y="2328386"/>
                  </a:lnTo>
                  <a:lnTo>
                    <a:pt x="4365755" y="2328386"/>
                  </a:lnTo>
                  <a:lnTo>
                    <a:pt x="4364899" y="2328386"/>
                  </a:lnTo>
                  <a:lnTo>
                    <a:pt x="4364044" y="2328386"/>
                  </a:lnTo>
                  <a:lnTo>
                    <a:pt x="4363188" y="2328386"/>
                  </a:lnTo>
                  <a:lnTo>
                    <a:pt x="4362333" y="2328386"/>
                  </a:lnTo>
                  <a:lnTo>
                    <a:pt x="4361477" y="2328386"/>
                  </a:lnTo>
                  <a:lnTo>
                    <a:pt x="4360622" y="2328386"/>
                  </a:lnTo>
                  <a:lnTo>
                    <a:pt x="4359766" y="2328386"/>
                  </a:lnTo>
                  <a:lnTo>
                    <a:pt x="4358911" y="2328386"/>
                  </a:lnTo>
                  <a:lnTo>
                    <a:pt x="4358055" y="2328386"/>
                  </a:lnTo>
                  <a:lnTo>
                    <a:pt x="4357200" y="2328386"/>
                  </a:lnTo>
                  <a:lnTo>
                    <a:pt x="4356344" y="2328386"/>
                  </a:lnTo>
                  <a:lnTo>
                    <a:pt x="4355488" y="2328386"/>
                  </a:lnTo>
                  <a:lnTo>
                    <a:pt x="4354633" y="2328386"/>
                  </a:lnTo>
                  <a:lnTo>
                    <a:pt x="4353777" y="2328386"/>
                  </a:lnTo>
                  <a:lnTo>
                    <a:pt x="4352922" y="2328386"/>
                  </a:lnTo>
                  <a:lnTo>
                    <a:pt x="4352066" y="2328386"/>
                  </a:lnTo>
                  <a:lnTo>
                    <a:pt x="4351211" y="2328386"/>
                  </a:lnTo>
                  <a:lnTo>
                    <a:pt x="4350355" y="2328386"/>
                  </a:lnTo>
                  <a:lnTo>
                    <a:pt x="4349500" y="2328386"/>
                  </a:lnTo>
                  <a:lnTo>
                    <a:pt x="4348644" y="2328386"/>
                  </a:lnTo>
                  <a:lnTo>
                    <a:pt x="4347789" y="2328386"/>
                  </a:lnTo>
                  <a:lnTo>
                    <a:pt x="4346933" y="2328386"/>
                  </a:lnTo>
                  <a:lnTo>
                    <a:pt x="4346078" y="2328386"/>
                  </a:lnTo>
                  <a:lnTo>
                    <a:pt x="4345222" y="2328386"/>
                  </a:lnTo>
                  <a:lnTo>
                    <a:pt x="4344367" y="2328386"/>
                  </a:lnTo>
                  <a:lnTo>
                    <a:pt x="4343511" y="2328386"/>
                  </a:lnTo>
                  <a:lnTo>
                    <a:pt x="4342656" y="2328386"/>
                  </a:lnTo>
                  <a:lnTo>
                    <a:pt x="4341800" y="2328386"/>
                  </a:lnTo>
                  <a:lnTo>
                    <a:pt x="4340945" y="2328386"/>
                  </a:lnTo>
                  <a:lnTo>
                    <a:pt x="4340089" y="2328386"/>
                  </a:lnTo>
                  <a:lnTo>
                    <a:pt x="4339233" y="2328386"/>
                  </a:lnTo>
                  <a:lnTo>
                    <a:pt x="4338378" y="2328386"/>
                  </a:lnTo>
                  <a:lnTo>
                    <a:pt x="4337522" y="2328386"/>
                  </a:lnTo>
                  <a:lnTo>
                    <a:pt x="4336667" y="2328386"/>
                  </a:lnTo>
                  <a:lnTo>
                    <a:pt x="4335811" y="2328386"/>
                  </a:lnTo>
                  <a:lnTo>
                    <a:pt x="4334956" y="2328386"/>
                  </a:lnTo>
                  <a:lnTo>
                    <a:pt x="4334100" y="2328386"/>
                  </a:lnTo>
                  <a:lnTo>
                    <a:pt x="4333245" y="2328386"/>
                  </a:lnTo>
                  <a:lnTo>
                    <a:pt x="4332389" y="2328386"/>
                  </a:lnTo>
                  <a:lnTo>
                    <a:pt x="4331534" y="2328386"/>
                  </a:lnTo>
                  <a:lnTo>
                    <a:pt x="4330678" y="2328386"/>
                  </a:lnTo>
                  <a:lnTo>
                    <a:pt x="4329823" y="2328386"/>
                  </a:lnTo>
                  <a:lnTo>
                    <a:pt x="4328967" y="2328386"/>
                  </a:lnTo>
                  <a:lnTo>
                    <a:pt x="4328112" y="2328386"/>
                  </a:lnTo>
                  <a:lnTo>
                    <a:pt x="4327256" y="2328386"/>
                  </a:lnTo>
                  <a:lnTo>
                    <a:pt x="4326401" y="2328386"/>
                  </a:lnTo>
                  <a:lnTo>
                    <a:pt x="4325545" y="2328386"/>
                  </a:lnTo>
                  <a:lnTo>
                    <a:pt x="4324690" y="2328386"/>
                  </a:lnTo>
                  <a:lnTo>
                    <a:pt x="4323834" y="2328386"/>
                  </a:lnTo>
                  <a:lnTo>
                    <a:pt x="4322978" y="2328386"/>
                  </a:lnTo>
                  <a:lnTo>
                    <a:pt x="4322123" y="2328386"/>
                  </a:lnTo>
                  <a:lnTo>
                    <a:pt x="4321267" y="2328386"/>
                  </a:lnTo>
                  <a:lnTo>
                    <a:pt x="4320412" y="2328386"/>
                  </a:lnTo>
                  <a:lnTo>
                    <a:pt x="4319556" y="2328386"/>
                  </a:lnTo>
                  <a:lnTo>
                    <a:pt x="4318701" y="2328386"/>
                  </a:lnTo>
                  <a:lnTo>
                    <a:pt x="4317845" y="2328386"/>
                  </a:lnTo>
                  <a:lnTo>
                    <a:pt x="4316990" y="2328386"/>
                  </a:lnTo>
                  <a:lnTo>
                    <a:pt x="4316134" y="2328386"/>
                  </a:lnTo>
                  <a:lnTo>
                    <a:pt x="4315279" y="2328386"/>
                  </a:lnTo>
                  <a:lnTo>
                    <a:pt x="4314423" y="2328386"/>
                  </a:lnTo>
                  <a:lnTo>
                    <a:pt x="4313568" y="2328386"/>
                  </a:lnTo>
                  <a:lnTo>
                    <a:pt x="4312712" y="2328386"/>
                  </a:lnTo>
                  <a:lnTo>
                    <a:pt x="4311857" y="2328386"/>
                  </a:lnTo>
                  <a:lnTo>
                    <a:pt x="4311001" y="2328386"/>
                  </a:lnTo>
                  <a:lnTo>
                    <a:pt x="4310146" y="2328386"/>
                  </a:lnTo>
                  <a:lnTo>
                    <a:pt x="4309290" y="2328386"/>
                  </a:lnTo>
                  <a:lnTo>
                    <a:pt x="4308434" y="2328386"/>
                  </a:lnTo>
                  <a:lnTo>
                    <a:pt x="4307579" y="2328386"/>
                  </a:lnTo>
                  <a:lnTo>
                    <a:pt x="4306723" y="2328386"/>
                  </a:lnTo>
                  <a:lnTo>
                    <a:pt x="4305868" y="2328386"/>
                  </a:lnTo>
                  <a:lnTo>
                    <a:pt x="4305012" y="2328386"/>
                  </a:lnTo>
                  <a:lnTo>
                    <a:pt x="4304157" y="2328386"/>
                  </a:lnTo>
                  <a:lnTo>
                    <a:pt x="4303301" y="2328386"/>
                  </a:lnTo>
                  <a:lnTo>
                    <a:pt x="4302446" y="2328386"/>
                  </a:lnTo>
                  <a:lnTo>
                    <a:pt x="4301590" y="2328386"/>
                  </a:lnTo>
                  <a:lnTo>
                    <a:pt x="4300735" y="2328386"/>
                  </a:lnTo>
                  <a:lnTo>
                    <a:pt x="4299879" y="2328386"/>
                  </a:lnTo>
                  <a:lnTo>
                    <a:pt x="4299024" y="2328386"/>
                  </a:lnTo>
                  <a:lnTo>
                    <a:pt x="4298168" y="2328386"/>
                  </a:lnTo>
                  <a:lnTo>
                    <a:pt x="4297313" y="2328386"/>
                  </a:lnTo>
                  <a:lnTo>
                    <a:pt x="4296457" y="2328386"/>
                  </a:lnTo>
                  <a:lnTo>
                    <a:pt x="4295602" y="2328386"/>
                  </a:lnTo>
                  <a:lnTo>
                    <a:pt x="4294746" y="2328386"/>
                  </a:lnTo>
                  <a:lnTo>
                    <a:pt x="4293891" y="2328386"/>
                  </a:lnTo>
                  <a:lnTo>
                    <a:pt x="4293035" y="2328386"/>
                  </a:lnTo>
                  <a:lnTo>
                    <a:pt x="4292179" y="2328386"/>
                  </a:lnTo>
                  <a:lnTo>
                    <a:pt x="4291324" y="2328386"/>
                  </a:lnTo>
                  <a:lnTo>
                    <a:pt x="4290468" y="2328386"/>
                  </a:lnTo>
                  <a:lnTo>
                    <a:pt x="4289613" y="2328386"/>
                  </a:lnTo>
                  <a:lnTo>
                    <a:pt x="4288757" y="2328386"/>
                  </a:lnTo>
                  <a:lnTo>
                    <a:pt x="4287902" y="2328386"/>
                  </a:lnTo>
                  <a:lnTo>
                    <a:pt x="4287046" y="2328386"/>
                  </a:lnTo>
                  <a:lnTo>
                    <a:pt x="4286191" y="2328386"/>
                  </a:lnTo>
                  <a:lnTo>
                    <a:pt x="4285335" y="2328386"/>
                  </a:lnTo>
                  <a:lnTo>
                    <a:pt x="4284480" y="2328386"/>
                  </a:lnTo>
                  <a:lnTo>
                    <a:pt x="4283624" y="2328386"/>
                  </a:lnTo>
                  <a:lnTo>
                    <a:pt x="4282769" y="2328386"/>
                  </a:lnTo>
                  <a:lnTo>
                    <a:pt x="4281913" y="2328386"/>
                  </a:lnTo>
                  <a:lnTo>
                    <a:pt x="4281058" y="2328386"/>
                  </a:lnTo>
                  <a:lnTo>
                    <a:pt x="4280202" y="2328386"/>
                  </a:lnTo>
                  <a:lnTo>
                    <a:pt x="4279347" y="2328386"/>
                  </a:lnTo>
                  <a:lnTo>
                    <a:pt x="4278491" y="2328386"/>
                  </a:lnTo>
                  <a:lnTo>
                    <a:pt x="4277636" y="2328386"/>
                  </a:lnTo>
                  <a:lnTo>
                    <a:pt x="4276780" y="2328386"/>
                  </a:lnTo>
                  <a:lnTo>
                    <a:pt x="4275924" y="2328386"/>
                  </a:lnTo>
                  <a:lnTo>
                    <a:pt x="4275069" y="2328386"/>
                  </a:lnTo>
                  <a:lnTo>
                    <a:pt x="4274213" y="2328386"/>
                  </a:lnTo>
                  <a:lnTo>
                    <a:pt x="4273358" y="2328386"/>
                  </a:lnTo>
                  <a:lnTo>
                    <a:pt x="4272502" y="2328386"/>
                  </a:lnTo>
                  <a:lnTo>
                    <a:pt x="4271647" y="2328386"/>
                  </a:lnTo>
                  <a:lnTo>
                    <a:pt x="4270791" y="2328386"/>
                  </a:lnTo>
                  <a:lnTo>
                    <a:pt x="4269936" y="2328386"/>
                  </a:lnTo>
                  <a:lnTo>
                    <a:pt x="4269080" y="2328386"/>
                  </a:lnTo>
                  <a:lnTo>
                    <a:pt x="4268225" y="2328386"/>
                  </a:lnTo>
                  <a:lnTo>
                    <a:pt x="4267369" y="2328386"/>
                  </a:lnTo>
                  <a:lnTo>
                    <a:pt x="4266514" y="2328386"/>
                  </a:lnTo>
                  <a:lnTo>
                    <a:pt x="4265658" y="2328386"/>
                  </a:lnTo>
                  <a:lnTo>
                    <a:pt x="4264803" y="2328386"/>
                  </a:lnTo>
                  <a:lnTo>
                    <a:pt x="4263947" y="2328386"/>
                  </a:lnTo>
                  <a:lnTo>
                    <a:pt x="4263092" y="2328386"/>
                  </a:lnTo>
                  <a:lnTo>
                    <a:pt x="4262236" y="2328386"/>
                  </a:lnTo>
                  <a:lnTo>
                    <a:pt x="4261380" y="2328386"/>
                  </a:lnTo>
                  <a:lnTo>
                    <a:pt x="4260525" y="2328386"/>
                  </a:lnTo>
                  <a:lnTo>
                    <a:pt x="4259669" y="2328386"/>
                  </a:lnTo>
                  <a:lnTo>
                    <a:pt x="4258814" y="2328386"/>
                  </a:lnTo>
                  <a:lnTo>
                    <a:pt x="4257958" y="2328386"/>
                  </a:lnTo>
                  <a:lnTo>
                    <a:pt x="4257103" y="2328386"/>
                  </a:lnTo>
                  <a:lnTo>
                    <a:pt x="4256247" y="2328386"/>
                  </a:lnTo>
                  <a:lnTo>
                    <a:pt x="4255392" y="2328386"/>
                  </a:lnTo>
                  <a:lnTo>
                    <a:pt x="4254536" y="2328386"/>
                  </a:lnTo>
                  <a:lnTo>
                    <a:pt x="4253681" y="2328386"/>
                  </a:lnTo>
                  <a:lnTo>
                    <a:pt x="4252825" y="2328386"/>
                  </a:lnTo>
                  <a:lnTo>
                    <a:pt x="4251970" y="2328386"/>
                  </a:lnTo>
                  <a:lnTo>
                    <a:pt x="4251114" y="2328386"/>
                  </a:lnTo>
                  <a:lnTo>
                    <a:pt x="4250259" y="2328386"/>
                  </a:lnTo>
                  <a:lnTo>
                    <a:pt x="4249403" y="2328386"/>
                  </a:lnTo>
                  <a:lnTo>
                    <a:pt x="4248548" y="2328386"/>
                  </a:lnTo>
                  <a:lnTo>
                    <a:pt x="4247692" y="2328386"/>
                  </a:lnTo>
                  <a:lnTo>
                    <a:pt x="4246837" y="2328386"/>
                  </a:lnTo>
                  <a:lnTo>
                    <a:pt x="4245981" y="2328386"/>
                  </a:lnTo>
                  <a:lnTo>
                    <a:pt x="4245125" y="2328386"/>
                  </a:lnTo>
                  <a:lnTo>
                    <a:pt x="4244270" y="2328386"/>
                  </a:lnTo>
                  <a:lnTo>
                    <a:pt x="4243414" y="2328386"/>
                  </a:lnTo>
                  <a:lnTo>
                    <a:pt x="4242559" y="2328386"/>
                  </a:lnTo>
                  <a:lnTo>
                    <a:pt x="4241703" y="2328386"/>
                  </a:lnTo>
                  <a:lnTo>
                    <a:pt x="4240848" y="2328386"/>
                  </a:lnTo>
                  <a:lnTo>
                    <a:pt x="4239992" y="2328386"/>
                  </a:lnTo>
                  <a:lnTo>
                    <a:pt x="4239137" y="2328386"/>
                  </a:lnTo>
                  <a:lnTo>
                    <a:pt x="4238281" y="2328386"/>
                  </a:lnTo>
                  <a:lnTo>
                    <a:pt x="4237426" y="2328386"/>
                  </a:lnTo>
                  <a:lnTo>
                    <a:pt x="4236570" y="2328386"/>
                  </a:lnTo>
                  <a:lnTo>
                    <a:pt x="4235715" y="2328386"/>
                  </a:lnTo>
                  <a:lnTo>
                    <a:pt x="4234859" y="2328386"/>
                  </a:lnTo>
                  <a:lnTo>
                    <a:pt x="4234004" y="2328386"/>
                  </a:lnTo>
                  <a:lnTo>
                    <a:pt x="4233148" y="2328386"/>
                  </a:lnTo>
                  <a:lnTo>
                    <a:pt x="4232293" y="2328386"/>
                  </a:lnTo>
                  <a:lnTo>
                    <a:pt x="4231437" y="2328386"/>
                  </a:lnTo>
                  <a:lnTo>
                    <a:pt x="4230582" y="2328386"/>
                  </a:lnTo>
                  <a:lnTo>
                    <a:pt x="4229726" y="2328386"/>
                  </a:lnTo>
                  <a:lnTo>
                    <a:pt x="4228870" y="2328386"/>
                  </a:lnTo>
                  <a:lnTo>
                    <a:pt x="4228015" y="2328386"/>
                  </a:lnTo>
                  <a:lnTo>
                    <a:pt x="4227159" y="2328386"/>
                  </a:lnTo>
                  <a:lnTo>
                    <a:pt x="4226304" y="2328386"/>
                  </a:lnTo>
                  <a:lnTo>
                    <a:pt x="4225448" y="2328386"/>
                  </a:lnTo>
                  <a:lnTo>
                    <a:pt x="4224593" y="2328386"/>
                  </a:lnTo>
                  <a:lnTo>
                    <a:pt x="4223737" y="2328386"/>
                  </a:lnTo>
                  <a:lnTo>
                    <a:pt x="4222882" y="2328386"/>
                  </a:lnTo>
                  <a:lnTo>
                    <a:pt x="4222026" y="2328386"/>
                  </a:lnTo>
                  <a:lnTo>
                    <a:pt x="4221171" y="2328386"/>
                  </a:lnTo>
                  <a:lnTo>
                    <a:pt x="4220315" y="2328386"/>
                  </a:lnTo>
                  <a:lnTo>
                    <a:pt x="4219460" y="2328386"/>
                  </a:lnTo>
                  <a:lnTo>
                    <a:pt x="4218604" y="2328386"/>
                  </a:lnTo>
                  <a:lnTo>
                    <a:pt x="4217749" y="2328386"/>
                  </a:lnTo>
                  <a:lnTo>
                    <a:pt x="4216893" y="2328386"/>
                  </a:lnTo>
                  <a:lnTo>
                    <a:pt x="4216038" y="2328386"/>
                  </a:lnTo>
                  <a:lnTo>
                    <a:pt x="4215182" y="2328386"/>
                  </a:lnTo>
                  <a:lnTo>
                    <a:pt x="4214326" y="2328386"/>
                  </a:lnTo>
                  <a:lnTo>
                    <a:pt x="4213471" y="2328386"/>
                  </a:lnTo>
                  <a:lnTo>
                    <a:pt x="4212615" y="2328386"/>
                  </a:lnTo>
                  <a:lnTo>
                    <a:pt x="4211760" y="2328386"/>
                  </a:lnTo>
                  <a:lnTo>
                    <a:pt x="4210904" y="2328386"/>
                  </a:lnTo>
                  <a:lnTo>
                    <a:pt x="4210049" y="2328386"/>
                  </a:lnTo>
                  <a:lnTo>
                    <a:pt x="4209193" y="2328386"/>
                  </a:lnTo>
                  <a:lnTo>
                    <a:pt x="4208338" y="2328386"/>
                  </a:lnTo>
                  <a:lnTo>
                    <a:pt x="4207482" y="2328386"/>
                  </a:lnTo>
                  <a:lnTo>
                    <a:pt x="4206627" y="2328386"/>
                  </a:lnTo>
                  <a:lnTo>
                    <a:pt x="4205771" y="2328386"/>
                  </a:lnTo>
                  <a:lnTo>
                    <a:pt x="4204916" y="2328386"/>
                  </a:lnTo>
                  <a:lnTo>
                    <a:pt x="4204060" y="2328386"/>
                  </a:lnTo>
                  <a:lnTo>
                    <a:pt x="4203205" y="2328386"/>
                  </a:lnTo>
                  <a:lnTo>
                    <a:pt x="4202349" y="2328386"/>
                  </a:lnTo>
                  <a:lnTo>
                    <a:pt x="4201494" y="2328386"/>
                  </a:lnTo>
                  <a:lnTo>
                    <a:pt x="4200638" y="2328386"/>
                  </a:lnTo>
                  <a:lnTo>
                    <a:pt x="4199783" y="2328386"/>
                  </a:lnTo>
                  <a:lnTo>
                    <a:pt x="4198927" y="2328386"/>
                  </a:lnTo>
                  <a:lnTo>
                    <a:pt x="4198071" y="2328386"/>
                  </a:lnTo>
                  <a:lnTo>
                    <a:pt x="4197216" y="2328386"/>
                  </a:lnTo>
                  <a:lnTo>
                    <a:pt x="4196360" y="2328386"/>
                  </a:lnTo>
                  <a:lnTo>
                    <a:pt x="4195505" y="2328386"/>
                  </a:lnTo>
                  <a:lnTo>
                    <a:pt x="4194649" y="2328386"/>
                  </a:lnTo>
                  <a:lnTo>
                    <a:pt x="4193794" y="2328386"/>
                  </a:lnTo>
                  <a:lnTo>
                    <a:pt x="4192938" y="2328386"/>
                  </a:lnTo>
                  <a:lnTo>
                    <a:pt x="4192083" y="2328386"/>
                  </a:lnTo>
                  <a:lnTo>
                    <a:pt x="4191227" y="2328386"/>
                  </a:lnTo>
                  <a:lnTo>
                    <a:pt x="4190372" y="2328386"/>
                  </a:lnTo>
                  <a:lnTo>
                    <a:pt x="4189516" y="2328386"/>
                  </a:lnTo>
                  <a:lnTo>
                    <a:pt x="4188661" y="2328386"/>
                  </a:lnTo>
                  <a:lnTo>
                    <a:pt x="4187805" y="2328386"/>
                  </a:lnTo>
                  <a:lnTo>
                    <a:pt x="4186950" y="2328386"/>
                  </a:lnTo>
                  <a:lnTo>
                    <a:pt x="4186094" y="2328386"/>
                  </a:lnTo>
                  <a:lnTo>
                    <a:pt x="4185239" y="2328386"/>
                  </a:lnTo>
                  <a:lnTo>
                    <a:pt x="4184383" y="2328386"/>
                  </a:lnTo>
                  <a:lnTo>
                    <a:pt x="4183528" y="2328386"/>
                  </a:lnTo>
                  <a:lnTo>
                    <a:pt x="4182672" y="2328386"/>
                  </a:lnTo>
                  <a:lnTo>
                    <a:pt x="4181816" y="2328386"/>
                  </a:lnTo>
                  <a:lnTo>
                    <a:pt x="4180961" y="2328386"/>
                  </a:lnTo>
                  <a:lnTo>
                    <a:pt x="4180105" y="2328386"/>
                  </a:lnTo>
                  <a:lnTo>
                    <a:pt x="4179250" y="2328386"/>
                  </a:lnTo>
                  <a:lnTo>
                    <a:pt x="4178394" y="2328386"/>
                  </a:lnTo>
                  <a:lnTo>
                    <a:pt x="4177539" y="2328386"/>
                  </a:lnTo>
                  <a:lnTo>
                    <a:pt x="4176683" y="2328386"/>
                  </a:lnTo>
                  <a:lnTo>
                    <a:pt x="4175828" y="2328386"/>
                  </a:lnTo>
                  <a:lnTo>
                    <a:pt x="4174972" y="2328386"/>
                  </a:lnTo>
                  <a:lnTo>
                    <a:pt x="4174117" y="2328386"/>
                  </a:lnTo>
                  <a:lnTo>
                    <a:pt x="4173261" y="2328386"/>
                  </a:lnTo>
                  <a:lnTo>
                    <a:pt x="4172406" y="2328386"/>
                  </a:lnTo>
                  <a:lnTo>
                    <a:pt x="4171550" y="2328386"/>
                  </a:lnTo>
                  <a:lnTo>
                    <a:pt x="4170695" y="2328386"/>
                  </a:lnTo>
                  <a:lnTo>
                    <a:pt x="4169839" y="2328386"/>
                  </a:lnTo>
                  <a:lnTo>
                    <a:pt x="4168984" y="2328386"/>
                  </a:lnTo>
                  <a:lnTo>
                    <a:pt x="4168128" y="2328386"/>
                  </a:lnTo>
                  <a:lnTo>
                    <a:pt x="4167273" y="2328386"/>
                  </a:lnTo>
                  <a:lnTo>
                    <a:pt x="4166417" y="2328386"/>
                  </a:lnTo>
                  <a:lnTo>
                    <a:pt x="4165561" y="2328386"/>
                  </a:lnTo>
                  <a:lnTo>
                    <a:pt x="4164706" y="2328386"/>
                  </a:lnTo>
                  <a:lnTo>
                    <a:pt x="4163850" y="2328386"/>
                  </a:lnTo>
                  <a:lnTo>
                    <a:pt x="4162995" y="2328386"/>
                  </a:lnTo>
                  <a:lnTo>
                    <a:pt x="4162139" y="2328386"/>
                  </a:lnTo>
                  <a:lnTo>
                    <a:pt x="4161284" y="2328386"/>
                  </a:lnTo>
                  <a:lnTo>
                    <a:pt x="4160428" y="2328386"/>
                  </a:lnTo>
                  <a:lnTo>
                    <a:pt x="4159573" y="2328386"/>
                  </a:lnTo>
                  <a:lnTo>
                    <a:pt x="4158717" y="2328386"/>
                  </a:lnTo>
                  <a:lnTo>
                    <a:pt x="4157862" y="2328386"/>
                  </a:lnTo>
                  <a:lnTo>
                    <a:pt x="4157006" y="2328386"/>
                  </a:lnTo>
                  <a:lnTo>
                    <a:pt x="4156151" y="2328386"/>
                  </a:lnTo>
                  <a:lnTo>
                    <a:pt x="4155295" y="2328386"/>
                  </a:lnTo>
                  <a:lnTo>
                    <a:pt x="4154440" y="2328386"/>
                  </a:lnTo>
                  <a:lnTo>
                    <a:pt x="4153584" y="2328386"/>
                  </a:lnTo>
                  <a:lnTo>
                    <a:pt x="4152729" y="2328386"/>
                  </a:lnTo>
                  <a:lnTo>
                    <a:pt x="4151873" y="2328386"/>
                  </a:lnTo>
                  <a:lnTo>
                    <a:pt x="4151017" y="2328386"/>
                  </a:lnTo>
                  <a:lnTo>
                    <a:pt x="4150162" y="2328386"/>
                  </a:lnTo>
                  <a:lnTo>
                    <a:pt x="4149306" y="2328386"/>
                  </a:lnTo>
                  <a:lnTo>
                    <a:pt x="4148451" y="2328386"/>
                  </a:lnTo>
                  <a:lnTo>
                    <a:pt x="4147595" y="2328386"/>
                  </a:lnTo>
                  <a:lnTo>
                    <a:pt x="4146740" y="2328386"/>
                  </a:lnTo>
                  <a:lnTo>
                    <a:pt x="4145884" y="2328386"/>
                  </a:lnTo>
                  <a:lnTo>
                    <a:pt x="4145029" y="2328386"/>
                  </a:lnTo>
                  <a:lnTo>
                    <a:pt x="4144173" y="2328386"/>
                  </a:lnTo>
                  <a:lnTo>
                    <a:pt x="4143318" y="2328386"/>
                  </a:lnTo>
                  <a:lnTo>
                    <a:pt x="4142462" y="2328386"/>
                  </a:lnTo>
                  <a:lnTo>
                    <a:pt x="4141607" y="2328386"/>
                  </a:lnTo>
                  <a:lnTo>
                    <a:pt x="4140751" y="2328386"/>
                  </a:lnTo>
                  <a:lnTo>
                    <a:pt x="4139896" y="2328386"/>
                  </a:lnTo>
                  <a:lnTo>
                    <a:pt x="4139040" y="2328386"/>
                  </a:lnTo>
                  <a:lnTo>
                    <a:pt x="4138185" y="2328386"/>
                  </a:lnTo>
                  <a:lnTo>
                    <a:pt x="4137329" y="2328386"/>
                  </a:lnTo>
                  <a:lnTo>
                    <a:pt x="4136474" y="2328386"/>
                  </a:lnTo>
                  <a:lnTo>
                    <a:pt x="4135618" y="2328386"/>
                  </a:lnTo>
                  <a:lnTo>
                    <a:pt x="4134762" y="2328386"/>
                  </a:lnTo>
                  <a:lnTo>
                    <a:pt x="4133907" y="2328386"/>
                  </a:lnTo>
                  <a:lnTo>
                    <a:pt x="4133051" y="2328386"/>
                  </a:lnTo>
                  <a:lnTo>
                    <a:pt x="4132196" y="2328386"/>
                  </a:lnTo>
                  <a:lnTo>
                    <a:pt x="4131340" y="2328386"/>
                  </a:lnTo>
                  <a:lnTo>
                    <a:pt x="4130485" y="2328386"/>
                  </a:lnTo>
                  <a:lnTo>
                    <a:pt x="4129629" y="2328386"/>
                  </a:lnTo>
                  <a:lnTo>
                    <a:pt x="4128774" y="2328386"/>
                  </a:lnTo>
                  <a:lnTo>
                    <a:pt x="4127918" y="2328386"/>
                  </a:lnTo>
                  <a:lnTo>
                    <a:pt x="4127063" y="2328386"/>
                  </a:lnTo>
                  <a:lnTo>
                    <a:pt x="4126207" y="2328386"/>
                  </a:lnTo>
                  <a:lnTo>
                    <a:pt x="4125352" y="2328386"/>
                  </a:lnTo>
                  <a:lnTo>
                    <a:pt x="4124496" y="2328386"/>
                  </a:lnTo>
                  <a:lnTo>
                    <a:pt x="4123641" y="2328386"/>
                  </a:lnTo>
                  <a:lnTo>
                    <a:pt x="4122785" y="2328386"/>
                  </a:lnTo>
                  <a:lnTo>
                    <a:pt x="4121930" y="2328386"/>
                  </a:lnTo>
                  <a:lnTo>
                    <a:pt x="4121074" y="2328386"/>
                  </a:lnTo>
                  <a:lnTo>
                    <a:pt x="4120219" y="2328386"/>
                  </a:lnTo>
                  <a:lnTo>
                    <a:pt x="4119363" y="2328386"/>
                  </a:lnTo>
                  <a:lnTo>
                    <a:pt x="4118507" y="2328386"/>
                  </a:lnTo>
                  <a:lnTo>
                    <a:pt x="4117652" y="2328386"/>
                  </a:lnTo>
                  <a:lnTo>
                    <a:pt x="4116796" y="2328386"/>
                  </a:lnTo>
                  <a:lnTo>
                    <a:pt x="4115941" y="2328386"/>
                  </a:lnTo>
                  <a:lnTo>
                    <a:pt x="4115085" y="2328386"/>
                  </a:lnTo>
                  <a:lnTo>
                    <a:pt x="4114230" y="2328386"/>
                  </a:lnTo>
                  <a:lnTo>
                    <a:pt x="4113374" y="2328386"/>
                  </a:lnTo>
                  <a:lnTo>
                    <a:pt x="4112519" y="2328386"/>
                  </a:lnTo>
                  <a:lnTo>
                    <a:pt x="4111663" y="2328386"/>
                  </a:lnTo>
                  <a:lnTo>
                    <a:pt x="4110808" y="2328386"/>
                  </a:lnTo>
                  <a:lnTo>
                    <a:pt x="4109952" y="2328386"/>
                  </a:lnTo>
                  <a:lnTo>
                    <a:pt x="4109097" y="2328386"/>
                  </a:lnTo>
                  <a:lnTo>
                    <a:pt x="4108241" y="2328386"/>
                  </a:lnTo>
                  <a:lnTo>
                    <a:pt x="4107386" y="2328386"/>
                  </a:lnTo>
                  <a:lnTo>
                    <a:pt x="4106530" y="2328386"/>
                  </a:lnTo>
                  <a:lnTo>
                    <a:pt x="4105675" y="2328386"/>
                  </a:lnTo>
                  <a:lnTo>
                    <a:pt x="4104819" y="2328386"/>
                  </a:lnTo>
                  <a:lnTo>
                    <a:pt x="4103963" y="2328386"/>
                  </a:lnTo>
                  <a:lnTo>
                    <a:pt x="4103108" y="2328386"/>
                  </a:lnTo>
                  <a:lnTo>
                    <a:pt x="4102252" y="2328386"/>
                  </a:lnTo>
                  <a:lnTo>
                    <a:pt x="4101397" y="2328386"/>
                  </a:lnTo>
                  <a:lnTo>
                    <a:pt x="4100541" y="2328386"/>
                  </a:lnTo>
                  <a:lnTo>
                    <a:pt x="4099686" y="2328386"/>
                  </a:lnTo>
                  <a:lnTo>
                    <a:pt x="4098830" y="2328386"/>
                  </a:lnTo>
                  <a:lnTo>
                    <a:pt x="4097975" y="2328386"/>
                  </a:lnTo>
                  <a:lnTo>
                    <a:pt x="4097119" y="2328386"/>
                  </a:lnTo>
                  <a:lnTo>
                    <a:pt x="4096264" y="2328386"/>
                  </a:lnTo>
                  <a:lnTo>
                    <a:pt x="4095408" y="2328386"/>
                  </a:lnTo>
                  <a:lnTo>
                    <a:pt x="4094553" y="2328386"/>
                  </a:lnTo>
                  <a:lnTo>
                    <a:pt x="4093697" y="2328386"/>
                  </a:lnTo>
                  <a:lnTo>
                    <a:pt x="4092842" y="2328386"/>
                  </a:lnTo>
                  <a:lnTo>
                    <a:pt x="4091986" y="2328386"/>
                  </a:lnTo>
                  <a:lnTo>
                    <a:pt x="4091131" y="2328386"/>
                  </a:lnTo>
                  <a:lnTo>
                    <a:pt x="4090275" y="2328386"/>
                  </a:lnTo>
                  <a:lnTo>
                    <a:pt x="4089420" y="2328386"/>
                  </a:lnTo>
                  <a:lnTo>
                    <a:pt x="4088564" y="2328386"/>
                  </a:lnTo>
                  <a:lnTo>
                    <a:pt x="4087708" y="2328386"/>
                  </a:lnTo>
                  <a:lnTo>
                    <a:pt x="4086853" y="2328386"/>
                  </a:lnTo>
                  <a:lnTo>
                    <a:pt x="4085997" y="2328386"/>
                  </a:lnTo>
                  <a:lnTo>
                    <a:pt x="4085142" y="2328386"/>
                  </a:lnTo>
                  <a:lnTo>
                    <a:pt x="4084286" y="2328386"/>
                  </a:lnTo>
                  <a:lnTo>
                    <a:pt x="4083431" y="2328386"/>
                  </a:lnTo>
                  <a:lnTo>
                    <a:pt x="4082575" y="2328386"/>
                  </a:lnTo>
                  <a:lnTo>
                    <a:pt x="4081720" y="2328386"/>
                  </a:lnTo>
                  <a:lnTo>
                    <a:pt x="4080864" y="2328386"/>
                  </a:lnTo>
                  <a:lnTo>
                    <a:pt x="4080009" y="2328386"/>
                  </a:lnTo>
                  <a:lnTo>
                    <a:pt x="4079153" y="2328386"/>
                  </a:lnTo>
                  <a:lnTo>
                    <a:pt x="4078298" y="2328386"/>
                  </a:lnTo>
                  <a:lnTo>
                    <a:pt x="4077442" y="2328386"/>
                  </a:lnTo>
                  <a:lnTo>
                    <a:pt x="4076587" y="2328386"/>
                  </a:lnTo>
                  <a:lnTo>
                    <a:pt x="4075731" y="2328386"/>
                  </a:lnTo>
                  <a:lnTo>
                    <a:pt x="4074876" y="2328386"/>
                  </a:lnTo>
                  <a:lnTo>
                    <a:pt x="4074020" y="2328386"/>
                  </a:lnTo>
                  <a:lnTo>
                    <a:pt x="4073165" y="2328386"/>
                  </a:lnTo>
                  <a:lnTo>
                    <a:pt x="4072309" y="2328386"/>
                  </a:lnTo>
                  <a:lnTo>
                    <a:pt x="4071453" y="2328386"/>
                  </a:lnTo>
                  <a:lnTo>
                    <a:pt x="4070598" y="2328386"/>
                  </a:lnTo>
                  <a:lnTo>
                    <a:pt x="4069742" y="2328386"/>
                  </a:lnTo>
                  <a:lnTo>
                    <a:pt x="4068887" y="2328386"/>
                  </a:lnTo>
                  <a:lnTo>
                    <a:pt x="4068031" y="2328386"/>
                  </a:lnTo>
                  <a:lnTo>
                    <a:pt x="4067176" y="2328386"/>
                  </a:lnTo>
                  <a:lnTo>
                    <a:pt x="4066320" y="2328386"/>
                  </a:lnTo>
                  <a:lnTo>
                    <a:pt x="4065465" y="2328386"/>
                  </a:lnTo>
                  <a:lnTo>
                    <a:pt x="4064609" y="2328386"/>
                  </a:lnTo>
                  <a:lnTo>
                    <a:pt x="4063754" y="2328386"/>
                  </a:lnTo>
                  <a:lnTo>
                    <a:pt x="4062898" y="2328386"/>
                  </a:lnTo>
                  <a:lnTo>
                    <a:pt x="4062043" y="2328386"/>
                  </a:lnTo>
                  <a:lnTo>
                    <a:pt x="4061187" y="2328386"/>
                  </a:lnTo>
                  <a:lnTo>
                    <a:pt x="4060332" y="2328386"/>
                  </a:lnTo>
                  <a:lnTo>
                    <a:pt x="4059476" y="2328386"/>
                  </a:lnTo>
                  <a:lnTo>
                    <a:pt x="4058621" y="2328386"/>
                  </a:lnTo>
                  <a:lnTo>
                    <a:pt x="4057765" y="2328386"/>
                  </a:lnTo>
                  <a:lnTo>
                    <a:pt x="4056909" y="2328386"/>
                  </a:lnTo>
                  <a:lnTo>
                    <a:pt x="4056054" y="2328386"/>
                  </a:lnTo>
                  <a:lnTo>
                    <a:pt x="4055198" y="2328386"/>
                  </a:lnTo>
                  <a:lnTo>
                    <a:pt x="4054343" y="2328386"/>
                  </a:lnTo>
                  <a:lnTo>
                    <a:pt x="4053487" y="2328386"/>
                  </a:lnTo>
                  <a:lnTo>
                    <a:pt x="4052632" y="2328386"/>
                  </a:lnTo>
                  <a:lnTo>
                    <a:pt x="4051776" y="2328386"/>
                  </a:lnTo>
                  <a:lnTo>
                    <a:pt x="4050921" y="2328386"/>
                  </a:lnTo>
                  <a:lnTo>
                    <a:pt x="4050065" y="2328386"/>
                  </a:lnTo>
                  <a:lnTo>
                    <a:pt x="4049210" y="2328386"/>
                  </a:lnTo>
                  <a:lnTo>
                    <a:pt x="4048354" y="2328386"/>
                  </a:lnTo>
                  <a:lnTo>
                    <a:pt x="4047499" y="2328386"/>
                  </a:lnTo>
                  <a:lnTo>
                    <a:pt x="4046643" y="2328386"/>
                  </a:lnTo>
                  <a:lnTo>
                    <a:pt x="4045788" y="2328386"/>
                  </a:lnTo>
                  <a:lnTo>
                    <a:pt x="4044932" y="2328386"/>
                  </a:lnTo>
                  <a:lnTo>
                    <a:pt x="4044077" y="2328386"/>
                  </a:lnTo>
                  <a:lnTo>
                    <a:pt x="4043221" y="2328386"/>
                  </a:lnTo>
                  <a:lnTo>
                    <a:pt x="4042366" y="2328386"/>
                  </a:lnTo>
                  <a:lnTo>
                    <a:pt x="4041510" y="2328386"/>
                  </a:lnTo>
                  <a:lnTo>
                    <a:pt x="4040654" y="2328386"/>
                  </a:lnTo>
                  <a:lnTo>
                    <a:pt x="4039799" y="2328386"/>
                  </a:lnTo>
                  <a:lnTo>
                    <a:pt x="4038943" y="2328386"/>
                  </a:lnTo>
                  <a:lnTo>
                    <a:pt x="4038088" y="2328386"/>
                  </a:lnTo>
                  <a:lnTo>
                    <a:pt x="4037232" y="2328386"/>
                  </a:lnTo>
                  <a:lnTo>
                    <a:pt x="4036377" y="2328386"/>
                  </a:lnTo>
                  <a:lnTo>
                    <a:pt x="4035521" y="2328386"/>
                  </a:lnTo>
                  <a:lnTo>
                    <a:pt x="4034666" y="2328386"/>
                  </a:lnTo>
                  <a:lnTo>
                    <a:pt x="4033810" y="2328386"/>
                  </a:lnTo>
                  <a:lnTo>
                    <a:pt x="4032955" y="2328386"/>
                  </a:lnTo>
                  <a:lnTo>
                    <a:pt x="4032099" y="2328386"/>
                  </a:lnTo>
                  <a:lnTo>
                    <a:pt x="4031244" y="2328386"/>
                  </a:lnTo>
                  <a:lnTo>
                    <a:pt x="4030388" y="2328386"/>
                  </a:lnTo>
                  <a:lnTo>
                    <a:pt x="4029533" y="2328386"/>
                  </a:lnTo>
                  <a:lnTo>
                    <a:pt x="4028677" y="2328386"/>
                  </a:lnTo>
                  <a:lnTo>
                    <a:pt x="4027822" y="2328386"/>
                  </a:lnTo>
                  <a:lnTo>
                    <a:pt x="4026966" y="2328386"/>
                  </a:lnTo>
                  <a:lnTo>
                    <a:pt x="4026111" y="2328386"/>
                  </a:lnTo>
                  <a:lnTo>
                    <a:pt x="4025255" y="2328386"/>
                  </a:lnTo>
                  <a:lnTo>
                    <a:pt x="4024399" y="2328386"/>
                  </a:lnTo>
                  <a:lnTo>
                    <a:pt x="4023544" y="2328386"/>
                  </a:lnTo>
                  <a:lnTo>
                    <a:pt x="4022688" y="2328386"/>
                  </a:lnTo>
                  <a:lnTo>
                    <a:pt x="4021833" y="2328386"/>
                  </a:lnTo>
                  <a:lnTo>
                    <a:pt x="4020977" y="2328386"/>
                  </a:lnTo>
                  <a:lnTo>
                    <a:pt x="4020122" y="2328386"/>
                  </a:lnTo>
                  <a:lnTo>
                    <a:pt x="4019266" y="2328386"/>
                  </a:lnTo>
                  <a:lnTo>
                    <a:pt x="4018411" y="2328386"/>
                  </a:lnTo>
                  <a:lnTo>
                    <a:pt x="4017555" y="2328386"/>
                  </a:lnTo>
                  <a:lnTo>
                    <a:pt x="4016700" y="2328386"/>
                  </a:lnTo>
                  <a:lnTo>
                    <a:pt x="4015844" y="2328386"/>
                  </a:lnTo>
                  <a:lnTo>
                    <a:pt x="4014989" y="2328386"/>
                  </a:lnTo>
                  <a:lnTo>
                    <a:pt x="4014133" y="2328386"/>
                  </a:lnTo>
                  <a:lnTo>
                    <a:pt x="4013278" y="2328386"/>
                  </a:lnTo>
                  <a:lnTo>
                    <a:pt x="4012422" y="2328386"/>
                  </a:lnTo>
                  <a:lnTo>
                    <a:pt x="4011567" y="2328386"/>
                  </a:lnTo>
                  <a:lnTo>
                    <a:pt x="4010711" y="2328386"/>
                  </a:lnTo>
                  <a:lnTo>
                    <a:pt x="4009855" y="2328386"/>
                  </a:lnTo>
                  <a:lnTo>
                    <a:pt x="4009000" y="2328386"/>
                  </a:lnTo>
                  <a:lnTo>
                    <a:pt x="4008144" y="2328386"/>
                  </a:lnTo>
                  <a:lnTo>
                    <a:pt x="4007289" y="2328386"/>
                  </a:lnTo>
                  <a:lnTo>
                    <a:pt x="4006433" y="2328386"/>
                  </a:lnTo>
                  <a:lnTo>
                    <a:pt x="4005578" y="2328386"/>
                  </a:lnTo>
                  <a:lnTo>
                    <a:pt x="4004722" y="2328386"/>
                  </a:lnTo>
                  <a:lnTo>
                    <a:pt x="4003867" y="2328386"/>
                  </a:lnTo>
                  <a:lnTo>
                    <a:pt x="4003011" y="2328386"/>
                  </a:lnTo>
                  <a:lnTo>
                    <a:pt x="4002156" y="2328386"/>
                  </a:lnTo>
                  <a:lnTo>
                    <a:pt x="4001300" y="2328386"/>
                  </a:lnTo>
                  <a:lnTo>
                    <a:pt x="4000445" y="2328386"/>
                  </a:lnTo>
                  <a:lnTo>
                    <a:pt x="3999589" y="2328386"/>
                  </a:lnTo>
                  <a:lnTo>
                    <a:pt x="3998734" y="2328386"/>
                  </a:lnTo>
                  <a:lnTo>
                    <a:pt x="3997878" y="2328386"/>
                  </a:lnTo>
                  <a:lnTo>
                    <a:pt x="3997023" y="2328386"/>
                  </a:lnTo>
                  <a:lnTo>
                    <a:pt x="3996167" y="2328386"/>
                  </a:lnTo>
                  <a:lnTo>
                    <a:pt x="3995312" y="2328386"/>
                  </a:lnTo>
                  <a:lnTo>
                    <a:pt x="3994456" y="2328386"/>
                  </a:lnTo>
                  <a:lnTo>
                    <a:pt x="3993600" y="2328386"/>
                  </a:lnTo>
                  <a:lnTo>
                    <a:pt x="3992745" y="2328386"/>
                  </a:lnTo>
                  <a:lnTo>
                    <a:pt x="3991889" y="2328386"/>
                  </a:lnTo>
                  <a:lnTo>
                    <a:pt x="3991034" y="2328386"/>
                  </a:lnTo>
                  <a:lnTo>
                    <a:pt x="3990178" y="2328386"/>
                  </a:lnTo>
                  <a:lnTo>
                    <a:pt x="3989323" y="2328386"/>
                  </a:lnTo>
                  <a:lnTo>
                    <a:pt x="3988467" y="2328386"/>
                  </a:lnTo>
                  <a:lnTo>
                    <a:pt x="3987612" y="2328386"/>
                  </a:lnTo>
                  <a:lnTo>
                    <a:pt x="3986756" y="2328386"/>
                  </a:lnTo>
                  <a:lnTo>
                    <a:pt x="3985901" y="2328386"/>
                  </a:lnTo>
                  <a:lnTo>
                    <a:pt x="3985045" y="2328386"/>
                  </a:lnTo>
                  <a:lnTo>
                    <a:pt x="3984190" y="2328386"/>
                  </a:lnTo>
                  <a:lnTo>
                    <a:pt x="3983334" y="2328386"/>
                  </a:lnTo>
                  <a:lnTo>
                    <a:pt x="3982479" y="2328386"/>
                  </a:lnTo>
                  <a:lnTo>
                    <a:pt x="3981623" y="2328386"/>
                  </a:lnTo>
                  <a:lnTo>
                    <a:pt x="3980768" y="2328386"/>
                  </a:lnTo>
                  <a:lnTo>
                    <a:pt x="3979912" y="2328386"/>
                  </a:lnTo>
                  <a:lnTo>
                    <a:pt x="3979057" y="2328386"/>
                  </a:lnTo>
                  <a:lnTo>
                    <a:pt x="3978201" y="2328386"/>
                  </a:lnTo>
                  <a:lnTo>
                    <a:pt x="3977345" y="2328386"/>
                  </a:lnTo>
                  <a:lnTo>
                    <a:pt x="3976490" y="2328386"/>
                  </a:lnTo>
                  <a:lnTo>
                    <a:pt x="3975634" y="2328386"/>
                  </a:lnTo>
                  <a:lnTo>
                    <a:pt x="3974779" y="2328386"/>
                  </a:lnTo>
                  <a:lnTo>
                    <a:pt x="3973923" y="2328386"/>
                  </a:lnTo>
                  <a:lnTo>
                    <a:pt x="3973068" y="2328386"/>
                  </a:lnTo>
                  <a:lnTo>
                    <a:pt x="3972212" y="2328386"/>
                  </a:lnTo>
                  <a:lnTo>
                    <a:pt x="3971357" y="2328386"/>
                  </a:lnTo>
                  <a:lnTo>
                    <a:pt x="3970501" y="2328386"/>
                  </a:lnTo>
                  <a:lnTo>
                    <a:pt x="3969646" y="2328386"/>
                  </a:lnTo>
                  <a:lnTo>
                    <a:pt x="3968790" y="2328386"/>
                  </a:lnTo>
                  <a:lnTo>
                    <a:pt x="3967935" y="2328386"/>
                  </a:lnTo>
                  <a:lnTo>
                    <a:pt x="3967079" y="2328386"/>
                  </a:lnTo>
                  <a:lnTo>
                    <a:pt x="3966224" y="2328386"/>
                  </a:lnTo>
                  <a:lnTo>
                    <a:pt x="3965368" y="2328386"/>
                  </a:lnTo>
                  <a:lnTo>
                    <a:pt x="3964513" y="2328386"/>
                  </a:lnTo>
                  <a:lnTo>
                    <a:pt x="3963657" y="2328386"/>
                  </a:lnTo>
                  <a:lnTo>
                    <a:pt x="3962802" y="2328386"/>
                  </a:lnTo>
                  <a:lnTo>
                    <a:pt x="3961946" y="2328386"/>
                  </a:lnTo>
                  <a:lnTo>
                    <a:pt x="3961090" y="2328386"/>
                  </a:lnTo>
                  <a:lnTo>
                    <a:pt x="3960235" y="2328386"/>
                  </a:lnTo>
                  <a:lnTo>
                    <a:pt x="3959379" y="2328386"/>
                  </a:lnTo>
                  <a:lnTo>
                    <a:pt x="3958524" y="2328386"/>
                  </a:lnTo>
                  <a:lnTo>
                    <a:pt x="3957668" y="2328386"/>
                  </a:lnTo>
                  <a:lnTo>
                    <a:pt x="3956813" y="2328386"/>
                  </a:lnTo>
                  <a:lnTo>
                    <a:pt x="3955957" y="2328386"/>
                  </a:lnTo>
                  <a:lnTo>
                    <a:pt x="3955102" y="2328386"/>
                  </a:lnTo>
                  <a:lnTo>
                    <a:pt x="3954246" y="2328386"/>
                  </a:lnTo>
                  <a:lnTo>
                    <a:pt x="3953391" y="2328386"/>
                  </a:lnTo>
                  <a:lnTo>
                    <a:pt x="3952535" y="2328386"/>
                  </a:lnTo>
                  <a:lnTo>
                    <a:pt x="3951680" y="2328386"/>
                  </a:lnTo>
                  <a:lnTo>
                    <a:pt x="3950824" y="2328386"/>
                  </a:lnTo>
                  <a:lnTo>
                    <a:pt x="3949969" y="2328386"/>
                  </a:lnTo>
                  <a:lnTo>
                    <a:pt x="3949113" y="2328386"/>
                  </a:lnTo>
                  <a:lnTo>
                    <a:pt x="3948258" y="2328386"/>
                  </a:lnTo>
                  <a:lnTo>
                    <a:pt x="3947402" y="2328386"/>
                  </a:lnTo>
                  <a:lnTo>
                    <a:pt x="3946546" y="2328386"/>
                  </a:lnTo>
                  <a:lnTo>
                    <a:pt x="3945691" y="2328386"/>
                  </a:lnTo>
                  <a:lnTo>
                    <a:pt x="3944835" y="2328386"/>
                  </a:lnTo>
                  <a:lnTo>
                    <a:pt x="3943980" y="2328386"/>
                  </a:lnTo>
                  <a:lnTo>
                    <a:pt x="3943124" y="2328386"/>
                  </a:lnTo>
                  <a:lnTo>
                    <a:pt x="3942269" y="2328386"/>
                  </a:lnTo>
                  <a:lnTo>
                    <a:pt x="3941413" y="2328386"/>
                  </a:lnTo>
                  <a:lnTo>
                    <a:pt x="3940558" y="2328386"/>
                  </a:lnTo>
                  <a:lnTo>
                    <a:pt x="3939702" y="2328386"/>
                  </a:lnTo>
                  <a:lnTo>
                    <a:pt x="3938847" y="2328386"/>
                  </a:lnTo>
                  <a:lnTo>
                    <a:pt x="3937991" y="2328386"/>
                  </a:lnTo>
                  <a:lnTo>
                    <a:pt x="3937136" y="2328386"/>
                  </a:lnTo>
                  <a:lnTo>
                    <a:pt x="3936280" y="2328386"/>
                  </a:lnTo>
                  <a:lnTo>
                    <a:pt x="3935425" y="2328386"/>
                  </a:lnTo>
                  <a:lnTo>
                    <a:pt x="3934569" y="2328386"/>
                  </a:lnTo>
                  <a:lnTo>
                    <a:pt x="3933714" y="2328386"/>
                  </a:lnTo>
                  <a:lnTo>
                    <a:pt x="3932858" y="2328386"/>
                  </a:lnTo>
                  <a:lnTo>
                    <a:pt x="3932003" y="2328386"/>
                  </a:lnTo>
                  <a:lnTo>
                    <a:pt x="3931147" y="2328386"/>
                  </a:lnTo>
                  <a:lnTo>
                    <a:pt x="3930291" y="2328386"/>
                  </a:lnTo>
                  <a:lnTo>
                    <a:pt x="3929436" y="2328386"/>
                  </a:lnTo>
                  <a:lnTo>
                    <a:pt x="3928580" y="2328386"/>
                  </a:lnTo>
                  <a:lnTo>
                    <a:pt x="3927725" y="2328386"/>
                  </a:lnTo>
                  <a:lnTo>
                    <a:pt x="3926869" y="2328386"/>
                  </a:lnTo>
                  <a:lnTo>
                    <a:pt x="3926014" y="2328386"/>
                  </a:lnTo>
                  <a:lnTo>
                    <a:pt x="3925158" y="2328386"/>
                  </a:lnTo>
                  <a:lnTo>
                    <a:pt x="3924303" y="2328386"/>
                  </a:lnTo>
                  <a:lnTo>
                    <a:pt x="3923447" y="2328386"/>
                  </a:lnTo>
                  <a:lnTo>
                    <a:pt x="3922592" y="2328386"/>
                  </a:lnTo>
                  <a:lnTo>
                    <a:pt x="3921736" y="2328386"/>
                  </a:lnTo>
                  <a:lnTo>
                    <a:pt x="3920881" y="2328386"/>
                  </a:lnTo>
                  <a:lnTo>
                    <a:pt x="3920025" y="2328386"/>
                  </a:lnTo>
                  <a:lnTo>
                    <a:pt x="3919170" y="2328386"/>
                  </a:lnTo>
                  <a:lnTo>
                    <a:pt x="3918314" y="2328386"/>
                  </a:lnTo>
                  <a:lnTo>
                    <a:pt x="3917459" y="2328386"/>
                  </a:lnTo>
                  <a:lnTo>
                    <a:pt x="3916603" y="2328386"/>
                  </a:lnTo>
                  <a:lnTo>
                    <a:pt x="3915748" y="2328386"/>
                  </a:lnTo>
                  <a:lnTo>
                    <a:pt x="3914892" y="2328386"/>
                  </a:lnTo>
                  <a:lnTo>
                    <a:pt x="3914036" y="2328386"/>
                  </a:lnTo>
                  <a:lnTo>
                    <a:pt x="3913181" y="2328386"/>
                  </a:lnTo>
                  <a:lnTo>
                    <a:pt x="3912325" y="2328386"/>
                  </a:lnTo>
                  <a:lnTo>
                    <a:pt x="3911470" y="2328386"/>
                  </a:lnTo>
                  <a:lnTo>
                    <a:pt x="3910614" y="2328386"/>
                  </a:lnTo>
                  <a:lnTo>
                    <a:pt x="3909759" y="2328386"/>
                  </a:lnTo>
                  <a:lnTo>
                    <a:pt x="3908903" y="2328386"/>
                  </a:lnTo>
                  <a:lnTo>
                    <a:pt x="3908048" y="2328386"/>
                  </a:lnTo>
                  <a:lnTo>
                    <a:pt x="3907192" y="2328386"/>
                  </a:lnTo>
                  <a:lnTo>
                    <a:pt x="3906337" y="2328386"/>
                  </a:lnTo>
                  <a:lnTo>
                    <a:pt x="3905481" y="2328386"/>
                  </a:lnTo>
                  <a:lnTo>
                    <a:pt x="3904626" y="2328386"/>
                  </a:lnTo>
                  <a:lnTo>
                    <a:pt x="3903770" y="2328386"/>
                  </a:lnTo>
                  <a:lnTo>
                    <a:pt x="3902915" y="2328386"/>
                  </a:lnTo>
                  <a:lnTo>
                    <a:pt x="3902059" y="2328386"/>
                  </a:lnTo>
                  <a:lnTo>
                    <a:pt x="3901204" y="2328386"/>
                  </a:lnTo>
                  <a:lnTo>
                    <a:pt x="3900348" y="2328386"/>
                  </a:lnTo>
                  <a:lnTo>
                    <a:pt x="3899492" y="2328386"/>
                  </a:lnTo>
                  <a:lnTo>
                    <a:pt x="3898637" y="2328386"/>
                  </a:lnTo>
                  <a:lnTo>
                    <a:pt x="3897781" y="2328386"/>
                  </a:lnTo>
                  <a:lnTo>
                    <a:pt x="3896926" y="2328386"/>
                  </a:lnTo>
                  <a:lnTo>
                    <a:pt x="3896070" y="2328386"/>
                  </a:lnTo>
                  <a:lnTo>
                    <a:pt x="3895215" y="2328386"/>
                  </a:lnTo>
                  <a:lnTo>
                    <a:pt x="3894359" y="2328386"/>
                  </a:lnTo>
                  <a:lnTo>
                    <a:pt x="3893504" y="2328386"/>
                  </a:lnTo>
                  <a:lnTo>
                    <a:pt x="3892648" y="2328386"/>
                  </a:lnTo>
                  <a:lnTo>
                    <a:pt x="3891793" y="2328386"/>
                  </a:lnTo>
                  <a:lnTo>
                    <a:pt x="3890937" y="2328386"/>
                  </a:lnTo>
                  <a:lnTo>
                    <a:pt x="3890082" y="2328386"/>
                  </a:lnTo>
                  <a:lnTo>
                    <a:pt x="3889226" y="2328386"/>
                  </a:lnTo>
                  <a:lnTo>
                    <a:pt x="3888371" y="2328386"/>
                  </a:lnTo>
                  <a:lnTo>
                    <a:pt x="3887515" y="2328386"/>
                  </a:lnTo>
                  <a:lnTo>
                    <a:pt x="3886660" y="2328386"/>
                  </a:lnTo>
                  <a:lnTo>
                    <a:pt x="3885804" y="2328386"/>
                  </a:lnTo>
                  <a:lnTo>
                    <a:pt x="3884949" y="2328386"/>
                  </a:lnTo>
                  <a:lnTo>
                    <a:pt x="3884093" y="2328386"/>
                  </a:lnTo>
                  <a:lnTo>
                    <a:pt x="3883237" y="2328386"/>
                  </a:lnTo>
                  <a:lnTo>
                    <a:pt x="3882382" y="2328386"/>
                  </a:lnTo>
                  <a:lnTo>
                    <a:pt x="3881526" y="2328386"/>
                  </a:lnTo>
                  <a:lnTo>
                    <a:pt x="3880671" y="2328386"/>
                  </a:lnTo>
                  <a:lnTo>
                    <a:pt x="3879815" y="2328386"/>
                  </a:lnTo>
                  <a:lnTo>
                    <a:pt x="3878960" y="2328386"/>
                  </a:lnTo>
                  <a:lnTo>
                    <a:pt x="3878104" y="2328386"/>
                  </a:lnTo>
                  <a:lnTo>
                    <a:pt x="3877249" y="2328386"/>
                  </a:lnTo>
                  <a:lnTo>
                    <a:pt x="3876393" y="2328386"/>
                  </a:lnTo>
                  <a:lnTo>
                    <a:pt x="3875538" y="2328386"/>
                  </a:lnTo>
                  <a:lnTo>
                    <a:pt x="3874682" y="2328386"/>
                  </a:lnTo>
                  <a:lnTo>
                    <a:pt x="3873827" y="2328386"/>
                  </a:lnTo>
                  <a:lnTo>
                    <a:pt x="3872971" y="2328386"/>
                  </a:lnTo>
                  <a:lnTo>
                    <a:pt x="3872116" y="2328386"/>
                  </a:lnTo>
                  <a:lnTo>
                    <a:pt x="3871260" y="2328386"/>
                  </a:lnTo>
                  <a:lnTo>
                    <a:pt x="3870405" y="2328386"/>
                  </a:lnTo>
                  <a:lnTo>
                    <a:pt x="3869549" y="2328386"/>
                  </a:lnTo>
                  <a:lnTo>
                    <a:pt x="3868694" y="2328386"/>
                  </a:lnTo>
                  <a:lnTo>
                    <a:pt x="3867838" y="2328386"/>
                  </a:lnTo>
                  <a:lnTo>
                    <a:pt x="3866982" y="2328386"/>
                  </a:lnTo>
                  <a:lnTo>
                    <a:pt x="3866127" y="2328386"/>
                  </a:lnTo>
                  <a:lnTo>
                    <a:pt x="3865271" y="2328386"/>
                  </a:lnTo>
                  <a:lnTo>
                    <a:pt x="3864416" y="2328386"/>
                  </a:lnTo>
                  <a:lnTo>
                    <a:pt x="3863560" y="2328386"/>
                  </a:lnTo>
                  <a:lnTo>
                    <a:pt x="3862705" y="2328386"/>
                  </a:lnTo>
                  <a:lnTo>
                    <a:pt x="3861849" y="2328386"/>
                  </a:lnTo>
                  <a:lnTo>
                    <a:pt x="3860994" y="2328386"/>
                  </a:lnTo>
                  <a:lnTo>
                    <a:pt x="3860138" y="2328386"/>
                  </a:lnTo>
                  <a:lnTo>
                    <a:pt x="3859283" y="2328386"/>
                  </a:lnTo>
                  <a:lnTo>
                    <a:pt x="3858427" y="2328386"/>
                  </a:lnTo>
                  <a:lnTo>
                    <a:pt x="3857572" y="2328386"/>
                  </a:lnTo>
                  <a:lnTo>
                    <a:pt x="3856716" y="2328386"/>
                  </a:lnTo>
                  <a:lnTo>
                    <a:pt x="3855861" y="2328386"/>
                  </a:lnTo>
                  <a:lnTo>
                    <a:pt x="3855005" y="2328386"/>
                  </a:lnTo>
                  <a:lnTo>
                    <a:pt x="3854150" y="2328386"/>
                  </a:lnTo>
                  <a:lnTo>
                    <a:pt x="3853294" y="2328386"/>
                  </a:lnTo>
                  <a:lnTo>
                    <a:pt x="3852438" y="2328386"/>
                  </a:lnTo>
                  <a:lnTo>
                    <a:pt x="3851583" y="2328386"/>
                  </a:lnTo>
                  <a:lnTo>
                    <a:pt x="3850727" y="2328386"/>
                  </a:lnTo>
                  <a:lnTo>
                    <a:pt x="3849872" y="2328386"/>
                  </a:lnTo>
                  <a:lnTo>
                    <a:pt x="3849016" y="2328386"/>
                  </a:lnTo>
                  <a:lnTo>
                    <a:pt x="3848161" y="2328386"/>
                  </a:lnTo>
                  <a:lnTo>
                    <a:pt x="3847305" y="2328386"/>
                  </a:lnTo>
                  <a:lnTo>
                    <a:pt x="3846450" y="2328386"/>
                  </a:lnTo>
                  <a:lnTo>
                    <a:pt x="3845594" y="2328386"/>
                  </a:lnTo>
                  <a:lnTo>
                    <a:pt x="3844739" y="2328386"/>
                  </a:lnTo>
                  <a:lnTo>
                    <a:pt x="3843883" y="2328386"/>
                  </a:lnTo>
                  <a:lnTo>
                    <a:pt x="3843028" y="2328386"/>
                  </a:lnTo>
                  <a:lnTo>
                    <a:pt x="3842172" y="2328386"/>
                  </a:lnTo>
                  <a:lnTo>
                    <a:pt x="3841317" y="2328386"/>
                  </a:lnTo>
                  <a:lnTo>
                    <a:pt x="3840461" y="2328386"/>
                  </a:lnTo>
                  <a:lnTo>
                    <a:pt x="3839606" y="2328386"/>
                  </a:lnTo>
                  <a:lnTo>
                    <a:pt x="3838750" y="2328386"/>
                  </a:lnTo>
                  <a:lnTo>
                    <a:pt x="3837895" y="2328386"/>
                  </a:lnTo>
                  <a:lnTo>
                    <a:pt x="3837039" y="2328386"/>
                  </a:lnTo>
                  <a:lnTo>
                    <a:pt x="3836183" y="2328386"/>
                  </a:lnTo>
                  <a:lnTo>
                    <a:pt x="3835328" y="2328386"/>
                  </a:lnTo>
                  <a:lnTo>
                    <a:pt x="3834472" y="2328386"/>
                  </a:lnTo>
                  <a:lnTo>
                    <a:pt x="3833617" y="2328386"/>
                  </a:lnTo>
                  <a:lnTo>
                    <a:pt x="3832761" y="2328386"/>
                  </a:lnTo>
                  <a:lnTo>
                    <a:pt x="3831906" y="2328386"/>
                  </a:lnTo>
                  <a:lnTo>
                    <a:pt x="3831050" y="2328386"/>
                  </a:lnTo>
                  <a:lnTo>
                    <a:pt x="3830195" y="2328386"/>
                  </a:lnTo>
                  <a:lnTo>
                    <a:pt x="3829339" y="2328386"/>
                  </a:lnTo>
                  <a:lnTo>
                    <a:pt x="3828484" y="2328386"/>
                  </a:lnTo>
                  <a:lnTo>
                    <a:pt x="3827628" y="2328386"/>
                  </a:lnTo>
                  <a:lnTo>
                    <a:pt x="3826773" y="2328386"/>
                  </a:lnTo>
                  <a:lnTo>
                    <a:pt x="3825917" y="2328386"/>
                  </a:lnTo>
                  <a:lnTo>
                    <a:pt x="3825062" y="2328386"/>
                  </a:lnTo>
                  <a:lnTo>
                    <a:pt x="3824206" y="2328386"/>
                  </a:lnTo>
                  <a:lnTo>
                    <a:pt x="3823351" y="2328386"/>
                  </a:lnTo>
                  <a:lnTo>
                    <a:pt x="3822495" y="2328386"/>
                  </a:lnTo>
                  <a:lnTo>
                    <a:pt x="3821640" y="2328386"/>
                  </a:lnTo>
                  <a:lnTo>
                    <a:pt x="3820784" y="2328386"/>
                  </a:lnTo>
                  <a:lnTo>
                    <a:pt x="3819928" y="2328386"/>
                  </a:lnTo>
                  <a:lnTo>
                    <a:pt x="3819073" y="2328386"/>
                  </a:lnTo>
                  <a:lnTo>
                    <a:pt x="3818217" y="2328386"/>
                  </a:lnTo>
                  <a:lnTo>
                    <a:pt x="3817362" y="2328386"/>
                  </a:lnTo>
                  <a:lnTo>
                    <a:pt x="3816506" y="2328386"/>
                  </a:lnTo>
                  <a:lnTo>
                    <a:pt x="3815651" y="2328386"/>
                  </a:lnTo>
                  <a:lnTo>
                    <a:pt x="3814795" y="2328386"/>
                  </a:lnTo>
                  <a:lnTo>
                    <a:pt x="3813940" y="2328386"/>
                  </a:lnTo>
                  <a:lnTo>
                    <a:pt x="3813084" y="2328386"/>
                  </a:lnTo>
                  <a:lnTo>
                    <a:pt x="3812229" y="2328386"/>
                  </a:lnTo>
                  <a:lnTo>
                    <a:pt x="3811373" y="2328386"/>
                  </a:lnTo>
                  <a:lnTo>
                    <a:pt x="3810518" y="2328386"/>
                  </a:lnTo>
                  <a:lnTo>
                    <a:pt x="3809662" y="2328386"/>
                  </a:lnTo>
                  <a:lnTo>
                    <a:pt x="3808807" y="2328386"/>
                  </a:lnTo>
                  <a:lnTo>
                    <a:pt x="3807951" y="2328386"/>
                  </a:lnTo>
                  <a:lnTo>
                    <a:pt x="3807096" y="2328386"/>
                  </a:lnTo>
                  <a:lnTo>
                    <a:pt x="3806240" y="2328386"/>
                  </a:lnTo>
                  <a:lnTo>
                    <a:pt x="3805384" y="2328386"/>
                  </a:lnTo>
                  <a:lnTo>
                    <a:pt x="3804529" y="2328386"/>
                  </a:lnTo>
                  <a:lnTo>
                    <a:pt x="3803673" y="2328386"/>
                  </a:lnTo>
                  <a:lnTo>
                    <a:pt x="3802818" y="2328386"/>
                  </a:lnTo>
                  <a:lnTo>
                    <a:pt x="3801962" y="2328386"/>
                  </a:lnTo>
                  <a:lnTo>
                    <a:pt x="3801107" y="2328386"/>
                  </a:lnTo>
                  <a:lnTo>
                    <a:pt x="3800251" y="2328386"/>
                  </a:lnTo>
                  <a:lnTo>
                    <a:pt x="3799396" y="2328386"/>
                  </a:lnTo>
                  <a:lnTo>
                    <a:pt x="3798540" y="2328386"/>
                  </a:lnTo>
                  <a:lnTo>
                    <a:pt x="3797685" y="2328386"/>
                  </a:lnTo>
                  <a:lnTo>
                    <a:pt x="3796829" y="2328386"/>
                  </a:lnTo>
                  <a:lnTo>
                    <a:pt x="3795974" y="2328386"/>
                  </a:lnTo>
                  <a:lnTo>
                    <a:pt x="3795118" y="2328386"/>
                  </a:lnTo>
                  <a:lnTo>
                    <a:pt x="3794263" y="2328386"/>
                  </a:lnTo>
                  <a:lnTo>
                    <a:pt x="3793407" y="2328386"/>
                  </a:lnTo>
                  <a:lnTo>
                    <a:pt x="3792552" y="2328386"/>
                  </a:lnTo>
                  <a:lnTo>
                    <a:pt x="3791696" y="2328386"/>
                  </a:lnTo>
                  <a:lnTo>
                    <a:pt x="3790841" y="2328386"/>
                  </a:lnTo>
                  <a:lnTo>
                    <a:pt x="3789985" y="2328386"/>
                  </a:lnTo>
                  <a:lnTo>
                    <a:pt x="3789129" y="2328386"/>
                  </a:lnTo>
                  <a:lnTo>
                    <a:pt x="3788274" y="2328386"/>
                  </a:lnTo>
                  <a:lnTo>
                    <a:pt x="3787418" y="2328386"/>
                  </a:lnTo>
                  <a:lnTo>
                    <a:pt x="3786563" y="2328386"/>
                  </a:lnTo>
                  <a:lnTo>
                    <a:pt x="3785707" y="2328386"/>
                  </a:lnTo>
                  <a:lnTo>
                    <a:pt x="3784852" y="2328386"/>
                  </a:lnTo>
                  <a:lnTo>
                    <a:pt x="3783996" y="2328386"/>
                  </a:lnTo>
                  <a:lnTo>
                    <a:pt x="3783141" y="2328386"/>
                  </a:lnTo>
                  <a:lnTo>
                    <a:pt x="3782285" y="2328386"/>
                  </a:lnTo>
                  <a:lnTo>
                    <a:pt x="3781430" y="2328386"/>
                  </a:lnTo>
                  <a:lnTo>
                    <a:pt x="3780574" y="2328386"/>
                  </a:lnTo>
                  <a:lnTo>
                    <a:pt x="3779719" y="2328386"/>
                  </a:lnTo>
                  <a:lnTo>
                    <a:pt x="3778863" y="2328386"/>
                  </a:lnTo>
                  <a:lnTo>
                    <a:pt x="3778008" y="2328386"/>
                  </a:lnTo>
                  <a:lnTo>
                    <a:pt x="3777152" y="2328386"/>
                  </a:lnTo>
                  <a:lnTo>
                    <a:pt x="3776297" y="2328386"/>
                  </a:lnTo>
                  <a:lnTo>
                    <a:pt x="3775441" y="2328386"/>
                  </a:lnTo>
                  <a:lnTo>
                    <a:pt x="3774586" y="2328386"/>
                  </a:lnTo>
                  <a:lnTo>
                    <a:pt x="3773730" y="2328386"/>
                  </a:lnTo>
                  <a:lnTo>
                    <a:pt x="3772874" y="2328386"/>
                  </a:lnTo>
                  <a:lnTo>
                    <a:pt x="3772019" y="2328386"/>
                  </a:lnTo>
                  <a:lnTo>
                    <a:pt x="3771163" y="2328386"/>
                  </a:lnTo>
                  <a:lnTo>
                    <a:pt x="3770308" y="2328386"/>
                  </a:lnTo>
                  <a:lnTo>
                    <a:pt x="3769452" y="2328386"/>
                  </a:lnTo>
                  <a:lnTo>
                    <a:pt x="3768597" y="2328386"/>
                  </a:lnTo>
                  <a:lnTo>
                    <a:pt x="3767741" y="2328386"/>
                  </a:lnTo>
                  <a:lnTo>
                    <a:pt x="3766886" y="2328386"/>
                  </a:lnTo>
                  <a:lnTo>
                    <a:pt x="3766030" y="2328386"/>
                  </a:lnTo>
                  <a:lnTo>
                    <a:pt x="3765175" y="2328386"/>
                  </a:lnTo>
                  <a:lnTo>
                    <a:pt x="3764319" y="2328386"/>
                  </a:lnTo>
                  <a:lnTo>
                    <a:pt x="3763464" y="2328386"/>
                  </a:lnTo>
                  <a:lnTo>
                    <a:pt x="3762608" y="2328386"/>
                  </a:lnTo>
                  <a:lnTo>
                    <a:pt x="3761753" y="2328386"/>
                  </a:lnTo>
                  <a:lnTo>
                    <a:pt x="3760897" y="2328386"/>
                  </a:lnTo>
                  <a:lnTo>
                    <a:pt x="3760042" y="2328386"/>
                  </a:lnTo>
                  <a:lnTo>
                    <a:pt x="3759186" y="2328386"/>
                  </a:lnTo>
                  <a:lnTo>
                    <a:pt x="3758331" y="2328386"/>
                  </a:lnTo>
                  <a:lnTo>
                    <a:pt x="3757475" y="2328386"/>
                  </a:lnTo>
                  <a:lnTo>
                    <a:pt x="3756619" y="2328386"/>
                  </a:lnTo>
                  <a:lnTo>
                    <a:pt x="3755764" y="2328386"/>
                  </a:lnTo>
                  <a:lnTo>
                    <a:pt x="3754908" y="2328386"/>
                  </a:lnTo>
                  <a:lnTo>
                    <a:pt x="3754053" y="2328386"/>
                  </a:lnTo>
                  <a:lnTo>
                    <a:pt x="3753197" y="2328386"/>
                  </a:lnTo>
                  <a:lnTo>
                    <a:pt x="3752342" y="2328386"/>
                  </a:lnTo>
                  <a:lnTo>
                    <a:pt x="3751486" y="2328386"/>
                  </a:lnTo>
                  <a:lnTo>
                    <a:pt x="3750631" y="2328386"/>
                  </a:lnTo>
                  <a:lnTo>
                    <a:pt x="3749775" y="2328386"/>
                  </a:lnTo>
                  <a:lnTo>
                    <a:pt x="3748920" y="2328386"/>
                  </a:lnTo>
                  <a:lnTo>
                    <a:pt x="3748064" y="2328386"/>
                  </a:lnTo>
                  <a:lnTo>
                    <a:pt x="3747209" y="2328386"/>
                  </a:lnTo>
                  <a:lnTo>
                    <a:pt x="3746353" y="2328386"/>
                  </a:lnTo>
                  <a:lnTo>
                    <a:pt x="3745498" y="2328386"/>
                  </a:lnTo>
                  <a:lnTo>
                    <a:pt x="3744642" y="2328386"/>
                  </a:lnTo>
                  <a:lnTo>
                    <a:pt x="3743787" y="2328386"/>
                  </a:lnTo>
                  <a:lnTo>
                    <a:pt x="3742931" y="2328386"/>
                  </a:lnTo>
                  <a:lnTo>
                    <a:pt x="3742075" y="2328386"/>
                  </a:lnTo>
                  <a:lnTo>
                    <a:pt x="3741220" y="2328386"/>
                  </a:lnTo>
                  <a:lnTo>
                    <a:pt x="3740364" y="2328386"/>
                  </a:lnTo>
                  <a:lnTo>
                    <a:pt x="3739509" y="2328386"/>
                  </a:lnTo>
                  <a:lnTo>
                    <a:pt x="3738653" y="2328386"/>
                  </a:lnTo>
                  <a:lnTo>
                    <a:pt x="3737798" y="2328386"/>
                  </a:lnTo>
                  <a:lnTo>
                    <a:pt x="3736942" y="2328386"/>
                  </a:lnTo>
                  <a:lnTo>
                    <a:pt x="3736087" y="2328386"/>
                  </a:lnTo>
                  <a:lnTo>
                    <a:pt x="3735231" y="2328386"/>
                  </a:lnTo>
                  <a:lnTo>
                    <a:pt x="3734376" y="2328386"/>
                  </a:lnTo>
                  <a:lnTo>
                    <a:pt x="3733520" y="2328386"/>
                  </a:lnTo>
                  <a:lnTo>
                    <a:pt x="3732665" y="2328386"/>
                  </a:lnTo>
                  <a:lnTo>
                    <a:pt x="3731809" y="2328386"/>
                  </a:lnTo>
                  <a:lnTo>
                    <a:pt x="3730954" y="2328386"/>
                  </a:lnTo>
                  <a:lnTo>
                    <a:pt x="3730098" y="2328386"/>
                  </a:lnTo>
                  <a:lnTo>
                    <a:pt x="3729243" y="2328386"/>
                  </a:lnTo>
                  <a:lnTo>
                    <a:pt x="3728387" y="2328386"/>
                  </a:lnTo>
                  <a:lnTo>
                    <a:pt x="3727532" y="2328386"/>
                  </a:lnTo>
                  <a:lnTo>
                    <a:pt x="3726676" y="2328386"/>
                  </a:lnTo>
                  <a:lnTo>
                    <a:pt x="3725820" y="2328386"/>
                  </a:lnTo>
                  <a:lnTo>
                    <a:pt x="3724965" y="2328386"/>
                  </a:lnTo>
                  <a:lnTo>
                    <a:pt x="3724109" y="2328386"/>
                  </a:lnTo>
                  <a:lnTo>
                    <a:pt x="3723254" y="2328386"/>
                  </a:lnTo>
                  <a:lnTo>
                    <a:pt x="3722398" y="2328386"/>
                  </a:lnTo>
                  <a:lnTo>
                    <a:pt x="3721543" y="2328386"/>
                  </a:lnTo>
                  <a:lnTo>
                    <a:pt x="3720687" y="2328386"/>
                  </a:lnTo>
                  <a:lnTo>
                    <a:pt x="3719832" y="2328386"/>
                  </a:lnTo>
                  <a:lnTo>
                    <a:pt x="3718976" y="2328386"/>
                  </a:lnTo>
                  <a:lnTo>
                    <a:pt x="3718121" y="2328386"/>
                  </a:lnTo>
                  <a:lnTo>
                    <a:pt x="3717265" y="2328386"/>
                  </a:lnTo>
                  <a:lnTo>
                    <a:pt x="3716410" y="2328386"/>
                  </a:lnTo>
                  <a:lnTo>
                    <a:pt x="3715554" y="2328386"/>
                  </a:lnTo>
                  <a:lnTo>
                    <a:pt x="3714699" y="2328386"/>
                  </a:lnTo>
                  <a:lnTo>
                    <a:pt x="3713843" y="2328386"/>
                  </a:lnTo>
                  <a:lnTo>
                    <a:pt x="3712988" y="2328386"/>
                  </a:lnTo>
                  <a:lnTo>
                    <a:pt x="3712132" y="2328386"/>
                  </a:lnTo>
                  <a:lnTo>
                    <a:pt x="3711277" y="2328386"/>
                  </a:lnTo>
                  <a:lnTo>
                    <a:pt x="3710421" y="2328386"/>
                  </a:lnTo>
                  <a:lnTo>
                    <a:pt x="3709565" y="2328386"/>
                  </a:lnTo>
                  <a:lnTo>
                    <a:pt x="3708710" y="2328386"/>
                  </a:lnTo>
                  <a:lnTo>
                    <a:pt x="3707854" y="2328386"/>
                  </a:lnTo>
                  <a:lnTo>
                    <a:pt x="3706999" y="2328386"/>
                  </a:lnTo>
                  <a:lnTo>
                    <a:pt x="3706143" y="2328386"/>
                  </a:lnTo>
                  <a:lnTo>
                    <a:pt x="3705288" y="2328386"/>
                  </a:lnTo>
                  <a:lnTo>
                    <a:pt x="3704432" y="2328386"/>
                  </a:lnTo>
                  <a:lnTo>
                    <a:pt x="3703577" y="2328386"/>
                  </a:lnTo>
                  <a:lnTo>
                    <a:pt x="3702721" y="2328386"/>
                  </a:lnTo>
                  <a:lnTo>
                    <a:pt x="3701866" y="2328386"/>
                  </a:lnTo>
                  <a:lnTo>
                    <a:pt x="3701010" y="2328386"/>
                  </a:lnTo>
                  <a:lnTo>
                    <a:pt x="3700155" y="2328386"/>
                  </a:lnTo>
                  <a:lnTo>
                    <a:pt x="3699299" y="2328386"/>
                  </a:lnTo>
                  <a:lnTo>
                    <a:pt x="3698444" y="2328386"/>
                  </a:lnTo>
                  <a:lnTo>
                    <a:pt x="3697588" y="2328386"/>
                  </a:lnTo>
                  <a:lnTo>
                    <a:pt x="3696733" y="2328386"/>
                  </a:lnTo>
                  <a:lnTo>
                    <a:pt x="3695877" y="2328386"/>
                  </a:lnTo>
                  <a:lnTo>
                    <a:pt x="3695021" y="2328386"/>
                  </a:lnTo>
                  <a:lnTo>
                    <a:pt x="3694166" y="2328386"/>
                  </a:lnTo>
                  <a:lnTo>
                    <a:pt x="3693310" y="2328386"/>
                  </a:lnTo>
                  <a:lnTo>
                    <a:pt x="3692455" y="2328386"/>
                  </a:lnTo>
                  <a:lnTo>
                    <a:pt x="3691599" y="2328386"/>
                  </a:lnTo>
                  <a:lnTo>
                    <a:pt x="3690744" y="2328386"/>
                  </a:lnTo>
                  <a:lnTo>
                    <a:pt x="3689888" y="2328386"/>
                  </a:lnTo>
                  <a:lnTo>
                    <a:pt x="3689033" y="2328386"/>
                  </a:lnTo>
                  <a:lnTo>
                    <a:pt x="3688177" y="2328386"/>
                  </a:lnTo>
                  <a:lnTo>
                    <a:pt x="3687322" y="2328386"/>
                  </a:lnTo>
                  <a:lnTo>
                    <a:pt x="3686466" y="2328386"/>
                  </a:lnTo>
                  <a:lnTo>
                    <a:pt x="3685611" y="2328386"/>
                  </a:lnTo>
                  <a:lnTo>
                    <a:pt x="3684755" y="2328386"/>
                  </a:lnTo>
                  <a:lnTo>
                    <a:pt x="3683900" y="2328386"/>
                  </a:lnTo>
                  <a:lnTo>
                    <a:pt x="3683044" y="2328386"/>
                  </a:lnTo>
                  <a:lnTo>
                    <a:pt x="3682189" y="2328386"/>
                  </a:lnTo>
                  <a:lnTo>
                    <a:pt x="3681333" y="2328386"/>
                  </a:lnTo>
                  <a:lnTo>
                    <a:pt x="3680478" y="2328386"/>
                  </a:lnTo>
                  <a:lnTo>
                    <a:pt x="3679622" y="2328386"/>
                  </a:lnTo>
                  <a:lnTo>
                    <a:pt x="3678766" y="2328386"/>
                  </a:lnTo>
                  <a:lnTo>
                    <a:pt x="3677911" y="2328386"/>
                  </a:lnTo>
                  <a:lnTo>
                    <a:pt x="3677055" y="2328386"/>
                  </a:lnTo>
                  <a:lnTo>
                    <a:pt x="3676200" y="2328386"/>
                  </a:lnTo>
                  <a:lnTo>
                    <a:pt x="3675344" y="2328386"/>
                  </a:lnTo>
                  <a:lnTo>
                    <a:pt x="3674489" y="2328386"/>
                  </a:lnTo>
                  <a:lnTo>
                    <a:pt x="3673633" y="2328386"/>
                  </a:lnTo>
                  <a:lnTo>
                    <a:pt x="3672778" y="2328386"/>
                  </a:lnTo>
                  <a:lnTo>
                    <a:pt x="3671922" y="2328386"/>
                  </a:lnTo>
                  <a:lnTo>
                    <a:pt x="3671067" y="2328386"/>
                  </a:lnTo>
                  <a:lnTo>
                    <a:pt x="3670211" y="2328386"/>
                  </a:lnTo>
                  <a:lnTo>
                    <a:pt x="3669356" y="2328386"/>
                  </a:lnTo>
                  <a:lnTo>
                    <a:pt x="3668500" y="2328386"/>
                  </a:lnTo>
                  <a:lnTo>
                    <a:pt x="3667645" y="2328386"/>
                  </a:lnTo>
                  <a:lnTo>
                    <a:pt x="3666789" y="2328386"/>
                  </a:lnTo>
                  <a:lnTo>
                    <a:pt x="3665934" y="2328386"/>
                  </a:lnTo>
                  <a:lnTo>
                    <a:pt x="3665078" y="2328386"/>
                  </a:lnTo>
                  <a:lnTo>
                    <a:pt x="3664223" y="2328386"/>
                  </a:lnTo>
                  <a:lnTo>
                    <a:pt x="3663367" y="2328386"/>
                  </a:lnTo>
                  <a:lnTo>
                    <a:pt x="3662511" y="2328386"/>
                  </a:lnTo>
                  <a:lnTo>
                    <a:pt x="3661656" y="2328386"/>
                  </a:lnTo>
                  <a:lnTo>
                    <a:pt x="3660800" y="2328386"/>
                  </a:lnTo>
                  <a:lnTo>
                    <a:pt x="3659945" y="2328386"/>
                  </a:lnTo>
                  <a:lnTo>
                    <a:pt x="3659089" y="2328386"/>
                  </a:lnTo>
                  <a:lnTo>
                    <a:pt x="3658234" y="2328386"/>
                  </a:lnTo>
                  <a:lnTo>
                    <a:pt x="3657378" y="2328386"/>
                  </a:lnTo>
                  <a:lnTo>
                    <a:pt x="3656523" y="2328386"/>
                  </a:lnTo>
                  <a:lnTo>
                    <a:pt x="3655667" y="2328386"/>
                  </a:lnTo>
                  <a:lnTo>
                    <a:pt x="3654812" y="2328386"/>
                  </a:lnTo>
                  <a:lnTo>
                    <a:pt x="3653956" y="2328386"/>
                  </a:lnTo>
                  <a:lnTo>
                    <a:pt x="3653101" y="2328386"/>
                  </a:lnTo>
                  <a:lnTo>
                    <a:pt x="3652245" y="2328386"/>
                  </a:lnTo>
                  <a:lnTo>
                    <a:pt x="3651390" y="2328386"/>
                  </a:lnTo>
                  <a:lnTo>
                    <a:pt x="3650534" y="2328386"/>
                  </a:lnTo>
                  <a:lnTo>
                    <a:pt x="3649679" y="2328386"/>
                  </a:lnTo>
                  <a:lnTo>
                    <a:pt x="3648823" y="2328386"/>
                  </a:lnTo>
                  <a:lnTo>
                    <a:pt x="3647967" y="2328386"/>
                  </a:lnTo>
                  <a:lnTo>
                    <a:pt x="3647112" y="2328386"/>
                  </a:lnTo>
                  <a:lnTo>
                    <a:pt x="3646256" y="2328386"/>
                  </a:lnTo>
                  <a:lnTo>
                    <a:pt x="3645401" y="2328386"/>
                  </a:lnTo>
                  <a:lnTo>
                    <a:pt x="3644545" y="2328386"/>
                  </a:lnTo>
                  <a:lnTo>
                    <a:pt x="3643690" y="2328386"/>
                  </a:lnTo>
                  <a:lnTo>
                    <a:pt x="3642834" y="2328386"/>
                  </a:lnTo>
                  <a:lnTo>
                    <a:pt x="3641979" y="2328386"/>
                  </a:lnTo>
                  <a:lnTo>
                    <a:pt x="3641123" y="2328386"/>
                  </a:lnTo>
                  <a:lnTo>
                    <a:pt x="3640268" y="2328386"/>
                  </a:lnTo>
                  <a:lnTo>
                    <a:pt x="3639412" y="2328386"/>
                  </a:lnTo>
                  <a:lnTo>
                    <a:pt x="3638557" y="2328386"/>
                  </a:lnTo>
                  <a:lnTo>
                    <a:pt x="3637701" y="2328386"/>
                  </a:lnTo>
                  <a:lnTo>
                    <a:pt x="3636846" y="2328386"/>
                  </a:lnTo>
                  <a:lnTo>
                    <a:pt x="3635990" y="2328386"/>
                  </a:lnTo>
                  <a:lnTo>
                    <a:pt x="3635135" y="2328386"/>
                  </a:lnTo>
                  <a:lnTo>
                    <a:pt x="3634279" y="2328386"/>
                  </a:lnTo>
                  <a:lnTo>
                    <a:pt x="3633424" y="2328386"/>
                  </a:lnTo>
                  <a:lnTo>
                    <a:pt x="3632568" y="2328386"/>
                  </a:lnTo>
                  <a:lnTo>
                    <a:pt x="3631712" y="2328386"/>
                  </a:lnTo>
                  <a:lnTo>
                    <a:pt x="3630857" y="2328386"/>
                  </a:lnTo>
                  <a:lnTo>
                    <a:pt x="3630001" y="2328386"/>
                  </a:lnTo>
                  <a:lnTo>
                    <a:pt x="3629146" y="2328386"/>
                  </a:lnTo>
                  <a:lnTo>
                    <a:pt x="3628290" y="2328386"/>
                  </a:lnTo>
                  <a:lnTo>
                    <a:pt x="3627435" y="2328386"/>
                  </a:lnTo>
                  <a:lnTo>
                    <a:pt x="3626579" y="2328386"/>
                  </a:lnTo>
                  <a:lnTo>
                    <a:pt x="3625724" y="2328386"/>
                  </a:lnTo>
                  <a:lnTo>
                    <a:pt x="3624868" y="2328386"/>
                  </a:lnTo>
                  <a:lnTo>
                    <a:pt x="3624013" y="2328386"/>
                  </a:lnTo>
                  <a:lnTo>
                    <a:pt x="3623157" y="2328386"/>
                  </a:lnTo>
                  <a:lnTo>
                    <a:pt x="3622302" y="2328386"/>
                  </a:lnTo>
                  <a:lnTo>
                    <a:pt x="3621446" y="2328386"/>
                  </a:lnTo>
                  <a:lnTo>
                    <a:pt x="3620591" y="2328386"/>
                  </a:lnTo>
                  <a:lnTo>
                    <a:pt x="3619735" y="2328386"/>
                  </a:lnTo>
                  <a:lnTo>
                    <a:pt x="3618880" y="2328386"/>
                  </a:lnTo>
                  <a:lnTo>
                    <a:pt x="3618024" y="2328386"/>
                  </a:lnTo>
                  <a:lnTo>
                    <a:pt x="3617169" y="2328386"/>
                  </a:lnTo>
                  <a:lnTo>
                    <a:pt x="3616313" y="2328386"/>
                  </a:lnTo>
                  <a:lnTo>
                    <a:pt x="3615457" y="2328386"/>
                  </a:lnTo>
                  <a:lnTo>
                    <a:pt x="3614602" y="2328386"/>
                  </a:lnTo>
                  <a:lnTo>
                    <a:pt x="3613746" y="2328386"/>
                  </a:lnTo>
                  <a:lnTo>
                    <a:pt x="3612891" y="2328386"/>
                  </a:lnTo>
                  <a:lnTo>
                    <a:pt x="3612035" y="2328386"/>
                  </a:lnTo>
                  <a:lnTo>
                    <a:pt x="3611180" y="2328386"/>
                  </a:lnTo>
                  <a:lnTo>
                    <a:pt x="3610324" y="2328386"/>
                  </a:lnTo>
                  <a:lnTo>
                    <a:pt x="3609469" y="2328386"/>
                  </a:lnTo>
                  <a:lnTo>
                    <a:pt x="3608613" y="2328386"/>
                  </a:lnTo>
                  <a:lnTo>
                    <a:pt x="3607758" y="2328386"/>
                  </a:lnTo>
                  <a:lnTo>
                    <a:pt x="3606902" y="2328386"/>
                  </a:lnTo>
                  <a:lnTo>
                    <a:pt x="3606047" y="2328386"/>
                  </a:lnTo>
                  <a:lnTo>
                    <a:pt x="3605191" y="2328386"/>
                  </a:lnTo>
                  <a:lnTo>
                    <a:pt x="3604336" y="2328386"/>
                  </a:lnTo>
                  <a:lnTo>
                    <a:pt x="3603480" y="2328386"/>
                  </a:lnTo>
                  <a:lnTo>
                    <a:pt x="3602625" y="2328386"/>
                  </a:lnTo>
                  <a:lnTo>
                    <a:pt x="3601769" y="2328386"/>
                  </a:lnTo>
                  <a:lnTo>
                    <a:pt x="3600913" y="2328386"/>
                  </a:lnTo>
                  <a:lnTo>
                    <a:pt x="3600058" y="2328386"/>
                  </a:lnTo>
                  <a:lnTo>
                    <a:pt x="3599202" y="2328386"/>
                  </a:lnTo>
                  <a:lnTo>
                    <a:pt x="3598347" y="2328386"/>
                  </a:lnTo>
                  <a:lnTo>
                    <a:pt x="3597491" y="2328386"/>
                  </a:lnTo>
                  <a:lnTo>
                    <a:pt x="3596636" y="2328386"/>
                  </a:lnTo>
                  <a:lnTo>
                    <a:pt x="3595780" y="2328386"/>
                  </a:lnTo>
                  <a:lnTo>
                    <a:pt x="3594925" y="2328386"/>
                  </a:lnTo>
                  <a:lnTo>
                    <a:pt x="3594069" y="2328386"/>
                  </a:lnTo>
                  <a:lnTo>
                    <a:pt x="3593214" y="2328386"/>
                  </a:lnTo>
                  <a:lnTo>
                    <a:pt x="3592358" y="2328386"/>
                  </a:lnTo>
                  <a:lnTo>
                    <a:pt x="3591503" y="2328386"/>
                  </a:lnTo>
                  <a:lnTo>
                    <a:pt x="3590647" y="2328386"/>
                  </a:lnTo>
                  <a:lnTo>
                    <a:pt x="3589792" y="2328386"/>
                  </a:lnTo>
                  <a:lnTo>
                    <a:pt x="3588936" y="2328386"/>
                  </a:lnTo>
                  <a:lnTo>
                    <a:pt x="3588081" y="2328386"/>
                  </a:lnTo>
                  <a:lnTo>
                    <a:pt x="3587225" y="2328386"/>
                  </a:lnTo>
                  <a:lnTo>
                    <a:pt x="3586370" y="2328386"/>
                  </a:lnTo>
                  <a:lnTo>
                    <a:pt x="3585514" y="2328386"/>
                  </a:lnTo>
                  <a:lnTo>
                    <a:pt x="3584658" y="2328386"/>
                  </a:lnTo>
                  <a:lnTo>
                    <a:pt x="3583803" y="2328386"/>
                  </a:lnTo>
                  <a:lnTo>
                    <a:pt x="3582947" y="2328386"/>
                  </a:lnTo>
                  <a:lnTo>
                    <a:pt x="3582092" y="2328386"/>
                  </a:lnTo>
                  <a:lnTo>
                    <a:pt x="3581236" y="2328386"/>
                  </a:lnTo>
                  <a:lnTo>
                    <a:pt x="3580381" y="2328386"/>
                  </a:lnTo>
                  <a:lnTo>
                    <a:pt x="3579525" y="2328386"/>
                  </a:lnTo>
                  <a:lnTo>
                    <a:pt x="3578670" y="2328386"/>
                  </a:lnTo>
                  <a:lnTo>
                    <a:pt x="3577814" y="2328386"/>
                  </a:lnTo>
                  <a:lnTo>
                    <a:pt x="3576959" y="2328386"/>
                  </a:lnTo>
                  <a:lnTo>
                    <a:pt x="3576103" y="2328386"/>
                  </a:lnTo>
                  <a:lnTo>
                    <a:pt x="3575248" y="2328386"/>
                  </a:lnTo>
                  <a:lnTo>
                    <a:pt x="3574392" y="2328386"/>
                  </a:lnTo>
                  <a:lnTo>
                    <a:pt x="3573537" y="2328386"/>
                  </a:lnTo>
                  <a:lnTo>
                    <a:pt x="3572681" y="2328386"/>
                  </a:lnTo>
                  <a:lnTo>
                    <a:pt x="3571826" y="2328386"/>
                  </a:lnTo>
                  <a:lnTo>
                    <a:pt x="3570970" y="2328386"/>
                  </a:lnTo>
                  <a:lnTo>
                    <a:pt x="3570115" y="2328386"/>
                  </a:lnTo>
                  <a:lnTo>
                    <a:pt x="3569259" y="2328386"/>
                  </a:lnTo>
                  <a:lnTo>
                    <a:pt x="3568403" y="2328386"/>
                  </a:lnTo>
                  <a:lnTo>
                    <a:pt x="3567548" y="2328386"/>
                  </a:lnTo>
                  <a:lnTo>
                    <a:pt x="3566692" y="2328386"/>
                  </a:lnTo>
                  <a:lnTo>
                    <a:pt x="3565837" y="2328386"/>
                  </a:lnTo>
                  <a:lnTo>
                    <a:pt x="3564981" y="2328386"/>
                  </a:lnTo>
                  <a:lnTo>
                    <a:pt x="3564126" y="2328386"/>
                  </a:lnTo>
                  <a:lnTo>
                    <a:pt x="3563270" y="2328386"/>
                  </a:lnTo>
                  <a:lnTo>
                    <a:pt x="3562415" y="2328386"/>
                  </a:lnTo>
                  <a:lnTo>
                    <a:pt x="3561559" y="2328386"/>
                  </a:lnTo>
                  <a:lnTo>
                    <a:pt x="3560704" y="2328386"/>
                  </a:lnTo>
                  <a:lnTo>
                    <a:pt x="3559848" y="2328386"/>
                  </a:lnTo>
                  <a:lnTo>
                    <a:pt x="3558993" y="2328386"/>
                  </a:lnTo>
                  <a:lnTo>
                    <a:pt x="3558137" y="2328386"/>
                  </a:lnTo>
                  <a:lnTo>
                    <a:pt x="3557282" y="2328386"/>
                  </a:lnTo>
                  <a:lnTo>
                    <a:pt x="3556426" y="2328386"/>
                  </a:lnTo>
                  <a:lnTo>
                    <a:pt x="3555571" y="2328386"/>
                  </a:lnTo>
                  <a:lnTo>
                    <a:pt x="3554715" y="2328386"/>
                  </a:lnTo>
                  <a:lnTo>
                    <a:pt x="3553859" y="2328386"/>
                  </a:lnTo>
                  <a:lnTo>
                    <a:pt x="3553004" y="2328386"/>
                  </a:lnTo>
                  <a:lnTo>
                    <a:pt x="3552148" y="2328386"/>
                  </a:lnTo>
                  <a:lnTo>
                    <a:pt x="3551293" y="2328386"/>
                  </a:lnTo>
                  <a:lnTo>
                    <a:pt x="3550437" y="2328386"/>
                  </a:lnTo>
                  <a:lnTo>
                    <a:pt x="3549582" y="2328386"/>
                  </a:lnTo>
                  <a:lnTo>
                    <a:pt x="3548726" y="2328386"/>
                  </a:lnTo>
                  <a:lnTo>
                    <a:pt x="3547871" y="2328386"/>
                  </a:lnTo>
                  <a:lnTo>
                    <a:pt x="3547015" y="2328386"/>
                  </a:lnTo>
                  <a:lnTo>
                    <a:pt x="3546160" y="2328386"/>
                  </a:lnTo>
                  <a:lnTo>
                    <a:pt x="3545304" y="2328386"/>
                  </a:lnTo>
                  <a:lnTo>
                    <a:pt x="3544449" y="2328386"/>
                  </a:lnTo>
                  <a:lnTo>
                    <a:pt x="3543593" y="2328386"/>
                  </a:lnTo>
                  <a:lnTo>
                    <a:pt x="3542738" y="2328386"/>
                  </a:lnTo>
                  <a:lnTo>
                    <a:pt x="3541882" y="2328386"/>
                  </a:lnTo>
                  <a:lnTo>
                    <a:pt x="3541027" y="2328386"/>
                  </a:lnTo>
                  <a:lnTo>
                    <a:pt x="3540171" y="2328386"/>
                  </a:lnTo>
                  <a:lnTo>
                    <a:pt x="3539316" y="2328386"/>
                  </a:lnTo>
                  <a:lnTo>
                    <a:pt x="3538460" y="2328386"/>
                  </a:lnTo>
                  <a:lnTo>
                    <a:pt x="3537604" y="2328386"/>
                  </a:lnTo>
                  <a:lnTo>
                    <a:pt x="3536749" y="2328386"/>
                  </a:lnTo>
                  <a:lnTo>
                    <a:pt x="3535893" y="2328386"/>
                  </a:lnTo>
                  <a:lnTo>
                    <a:pt x="3535038" y="2328386"/>
                  </a:lnTo>
                  <a:lnTo>
                    <a:pt x="3534182" y="2328386"/>
                  </a:lnTo>
                  <a:lnTo>
                    <a:pt x="3533327" y="2328386"/>
                  </a:lnTo>
                  <a:lnTo>
                    <a:pt x="3532471" y="2328386"/>
                  </a:lnTo>
                  <a:lnTo>
                    <a:pt x="3531616" y="2328386"/>
                  </a:lnTo>
                  <a:lnTo>
                    <a:pt x="3530760" y="2328386"/>
                  </a:lnTo>
                  <a:lnTo>
                    <a:pt x="3529905" y="2328386"/>
                  </a:lnTo>
                  <a:lnTo>
                    <a:pt x="3529049" y="2328386"/>
                  </a:lnTo>
                  <a:lnTo>
                    <a:pt x="3528194" y="2328386"/>
                  </a:lnTo>
                  <a:lnTo>
                    <a:pt x="3527338" y="2328386"/>
                  </a:lnTo>
                  <a:lnTo>
                    <a:pt x="3526483" y="2328386"/>
                  </a:lnTo>
                  <a:lnTo>
                    <a:pt x="3525627" y="2328386"/>
                  </a:lnTo>
                  <a:lnTo>
                    <a:pt x="3524772" y="2328386"/>
                  </a:lnTo>
                  <a:lnTo>
                    <a:pt x="3523916" y="2328386"/>
                  </a:lnTo>
                  <a:lnTo>
                    <a:pt x="3523061" y="2328386"/>
                  </a:lnTo>
                  <a:lnTo>
                    <a:pt x="3522205" y="2328386"/>
                  </a:lnTo>
                  <a:lnTo>
                    <a:pt x="3521349" y="2328386"/>
                  </a:lnTo>
                  <a:lnTo>
                    <a:pt x="3520494" y="2328386"/>
                  </a:lnTo>
                  <a:lnTo>
                    <a:pt x="3519638" y="2328386"/>
                  </a:lnTo>
                  <a:lnTo>
                    <a:pt x="3518783" y="2328386"/>
                  </a:lnTo>
                  <a:lnTo>
                    <a:pt x="3517927" y="2328386"/>
                  </a:lnTo>
                  <a:lnTo>
                    <a:pt x="3517072" y="2328386"/>
                  </a:lnTo>
                  <a:lnTo>
                    <a:pt x="3516216" y="2328386"/>
                  </a:lnTo>
                  <a:lnTo>
                    <a:pt x="3515361" y="2328386"/>
                  </a:lnTo>
                  <a:lnTo>
                    <a:pt x="3514505" y="2328386"/>
                  </a:lnTo>
                  <a:lnTo>
                    <a:pt x="3513650" y="2328386"/>
                  </a:lnTo>
                  <a:lnTo>
                    <a:pt x="3512794" y="2328386"/>
                  </a:lnTo>
                  <a:lnTo>
                    <a:pt x="3511939" y="2328386"/>
                  </a:lnTo>
                  <a:lnTo>
                    <a:pt x="3511083" y="2328386"/>
                  </a:lnTo>
                  <a:lnTo>
                    <a:pt x="3510228" y="2328386"/>
                  </a:lnTo>
                  <a:lnTo>
                    <a:pt x="3509372" y="2328386"/>
                  </a:lnTo>
                  <a:lnTo>
                    <a:pt x="3508517" y="2328386"/>
                  </a:lnTo>
                  <a:lnTo>
                    <a:pt x="3507661" y="2328386"/>
                  </a:lnTo>
                  <a:lnTo>
                    <a:pt x="3506806" y="2328386"/>
                  </a:lnTo>
                  <a:lnTo>
                    <a:pt x="3505950" y="2328386"/>
                  </a:lnTo>
                  <a:lnTo>
                    <a:pt x="3505094" y="2328386"/>
                  </a:lnTo>
                  <a:lnTo>
                    <a:pt x="3504239" y="2328386"/>
                  </a:lnTo>
                  <a:lnTo>
                    <a:pt x="3503383" y="2328386"/>
                  </a:lnTo>
                  <a:lnTo>
                    <a:pt x="3502528" y="2328386"/>
                  </a:lnTo>
                  <a:lnTo>
                    <a:pt x="3501672" y="2328386"/>
                  </a:lnTo>
                  <a:lnTo>
                    <a:pt x="3500817" y="2328386"/>
                  </a:lnTo>
                  <a:lnTo>
                    <a:pt x="3499961" y="2328386"/>
                  </a:lnTo>
                  <a:lnTo>
                    <a:pt x="3499106" y="2328386"/>
                  </a:lnTo>
                  <a:lnTo>
                    <a:pt x="3498250" y="2328386"/>
                  </a:lnTo>
                  <a:lnTo>
                    <a:pt x="3497395" y="2328386"/>
                  </a:lnTo>
                  <a:lnTo>
                    <a:pt x="3496539" y="2328386"/>
                  </a:lnTo>
                  <a:lnTo>
                    <a:pt x="3495684" y="2328386"/>
                  </a:lnTo>
                  <a:lnTo>
                    <a:pt x="3494828" y="2328386"/>
                  </a:lnTo>
                  <a:lnTo>
                    <a:pt x="3493973" y="2328386"/>
                  </a:lnTo>
                  <a:lnTo>
                    <a:pt x="3493117" y="2328386"/>
                  </a:lnTo>
                  <a:lnTo>
                    <a:pt x="3492262" y="2328386"/>
                  </a:lnTo>
                  <a:lnTo>
                    <a:pt x="3491406" y="2328386"/>
                  </a:lnTo>
                  <a:lnTo>
                    <a:pt x="3490550" y="2328386"/>
                  </a:lnTo>
                  <a:lnTo>
                    <a:pt x="3489695" y="2328386"/>
                  </a:lnTo>
                  <a:lnTo>
                    <a:pt x="3488839" y="2328386"/>
                  </a:lnTo>
                  <a:lnTo>
                    <a:pt x="3487984" y="2328386"/>
                  </a:lnTo>
                  <a:lnTo>
                    <a:pt x="3487128" y="2328386"/>
                  </a:lnTo>
                  <a:lnTo>
                    <a:pt x="3486273" y="2328386"/>
                  </a:lnTo>
                  <a:lnTo>
                    <a:pt x="3485417" y="2328386"/>
                  </a:lnTo>
                  <a:lnTo>
                    <a:pt x="3484562" y="2328386"/>
                  </a:lnTo>
                  <a:lnTo>
                    <a:pt x="3483706" y="2328386"/>
                  </a:lnTo>
                  <a:lnTo>
                    <a:pt x="3482851" y="2328386"/>
                  </a:lnTo>
                  <a:lnTo>
                    <a:pt x="3481995" y="2328386"/>
                  </a:lnTo>
                  <a:lnTo>
                    <a:pt x="3481140" y="2328386"/>
                  </a:lnTo>
                  <a:lnTo>
                    <a:pt x="3480284" y="2328386"/>
                  </a:lnTo>
                  <a:lnTo>
                    <a:pt x="3479429" y="2328386"/>
                  </a:lnTo>
                  <a:lnTo>
                    <a:pt x="3478573" y="2328386"/>
                  </a:lnTo>
                  <a:lnTo>
                    <a:pt x="3477718" y="2328386"/>
                  </a:lnTo>
                  <a:lnTo>
                    <a:pt x="3476862" y="2328386"/>
                  </a:lnTo>
                  <a:lnTo>
                    <a:pt x="3476007" y="2328386"/>
                  </a:lnTo>
                  <a:lnTo>
                    <a:pt x="3475151" y="2328386"/>
                  </a:lnTo>
                  <a:lnTo>
                    <a:pt x="3474295" y="2328386"/>
                  </a:lnTo>
                  <a:lnTo>
                    <a:pt x="3473440" y="2328386"/>
                  </a:lnTo>
                  <a:lnTo>
                    <a:pt x="3472584" y="2328386"/>
                  </a:lnTo>
                  <a:lnTo>
                    <a:pt x="3471729" y="2328386"/>
                  </a:lnTo>
                  <a:lnTo>
                    <a:pt x="3470873" y="2328386"/>
                  </a:lnTo>
                  <a:lnTo>
                    <a:pt x="3470018" y="2328386"/>
                  </a:lnTo>
                  <a:lnTo>
                    <a:pt x="3469162" y="2328386"/>
                  </a:lnTo>
                  <a:lnTo>
                    <a:pt x="3468307" y="2328386"/>
                  </a:lnTo>
                  <a:lnTo>
                    <a:pt x="3467451" y="2328386"/>
                  </a:lnTo>
                  <a:lnTo>
                    <a:pt x="3466596" y="2328386"/>
                  </a:lnTo>
                  <a:lnTo>
                    <a:pt x="3465740" y="2328386"/>
                  </a:lnTo>
                  <a:lnTo>
                    <a:pt x="3464885" y="2328386"/>
                  </a:lnTo>
                  <a:lnTo>
                    <a:pt x="3464029" y="2328386"/>
                  </a:lnTo>
                  <a:lnTo>
                    <a:pt x="3463174" y="2328386"/>
                  </a:lnTo>
                  <a:lnTo>
                    <a:pt x="3462318" y="2328386"/>
                  </a:lnTo>
                  <a:lnTo>
                    <a:pt x="3461463" y="2328386"/>
                  </a:lnTo>
                  <a:lnTo>
                    <a:pt x="3460607" y="2328386"/>
                  </a:lnTo>
                  <a:lnTo>
                    <a:pt x="3459752" y="2328386"/>
                  </a:lnTo>
                  <a:lnTo>
                    <a:pt x="3458896" y="2328386"/>
                  </a:lnTo>
                  <a:lnTo>
                    <a:pt x="3458040" y="2328386"/>
                  </a:lnTo>
                  <a:lnTo>
                    <a:pt x="3457185" y="2328386"/>
                  </a:lnTo>
                  <a:lnTo>
                    <a:pt x="3456329" y="2328386"/>
                  </a:lnTo>
                  <a:lnTo>
                    <a:pt x="3455474" y="2328386"/>
                  </a:lnTo>
                  <a:lnTo>
                    <a:pt x="3454618" y="2328386"/>
                  </a:lnTo>
                  <a:lnTo>
                    <a:pt x="3453763" y="2328386"/>
                  </a:lnTo>
                  <a:lnTo>
                    <a:pt x="3452907" y="2328386"/>
                  </a:lnTo>
                  <a:lnTo>
                    <a:pt x="3452052" y="2328386"/>
                  </a:lnTo>
                  <a:lnTo>
                    <a:pt x="3451196" y="2328386"/>
                  </a:lnTo>
                  <a:lnTo>
                    <a:pt x="3450341" y="2328386"/>
                  </a:lnTo>
                  <a:lnTo>
                    <a:pt x="3449485" y="2328386"/>
                  </a:lnTo>
                  <a:lnTo>
                    <a:pt x="3448630" y="2328386"/>
                  </a:lnTo>
                  <a:lnTo>
                    <a:pt x="3447774" y="2328386"/>
                  </a:lnTo>
                  <a:lnTo>
                    <a:pt x="3446919" y="2328386"/>
                  </a:lnTo>
                  <a:lnTo>
                    <a:pt x="3446063" y="2328386"/>
                  </a:lnTo>
                  <a:lnTo>
                    <a:pt x="3445208" y="2328386"/>
                  </a:lnTo>
                  <a:lnTo>
                    <a:pt x="3444352" y="2328386"/>
                  </a:lnTo>
                  <a:lnTo>
                    <a:pt x="3443496" y="2328386"/>
                  </a:lnTo>
                  <a:lnTo>
                    <a:pt x="3442641" y="2328386"/>
                  </a:lnTo>
                  <a:lnTo>
                    <a:pt x="3441785" y="2328386"/>
                  </a:lnTo>
                  <a:lnTo>
                    <a:pt x="3440930" y="2328386"/>
                  </a:lnTo>
                  <a:lnTo>
                    <a:pt x="3440074" y="2328386"/>
                  </a:lnTo>
                  <a:lnTo>
                    <a:pt x="3439219" y="2328386"/>
                  </a:lnTo>
                  <a:lnTo>
                    <a:pt x="3438363" y="2328386"/>
                  </a:lnTo>
                  <a:lnTo>
                    <a:pt x="3437508" y="2328386"/>
                  </a:lnTo>
                  <a:lnTo>
                    <a:pt x="3436652" y="2328386"/>
                  </a:lnTo>
                  <a:lnTo>
                    <a:pt x="3435797" y="2328386"/>
                  </a:lnTo>
                  <a:lnTo>
                    <a:pt x="3434941" y="2328386"/>
                  </a:lnTo>
                  <a:lnTo>
                    <a:pt x="3434086" y="2328386"/>
                  </a:lnTo>
                  <a:lnTo>
                    <a:pt x="3433230" y="2328386"/>
                  </a:lnTo>
                  <a:lnTo>
                    <a:pt x="3432375" y="2328386"/>
                  </a:lnTo>
                  <a:lnTo>
                    <a:pt x="3431519" y="2328386"/>
                  </a:lnTo>
                  <a:lnTo>
                    <a:pt x="3430664" y="2328386"/>
                  </a:lnTo>
                  <a:lnTo>
                    <a:pt x="3429808" y="2328386"/>
                  </a:lnTo>
                  <a:lnTo>
                    <a:pt x="3428953" y="2328386"/>
                  </a:lnTo>
                  <a:lnTo>
                    <a:pt x="3428097" y="2328386"/>
                  </a:lnTo>
                  <a:lnTo>
                    <a:pt x="3427241" y="2328386"/>
                  </a:lnTo>
                  <a:lnTo>
                    <a:pt x="3426386" y="2328386"/>
                  </a:lnTo>
                  <a:lnTo>
                    <a:pt x="3425530" y="2328386"/>
                  </a:lnTo>
                  <a:lnTo>
                    <a:pt x="3424675" y="2328386"/>
                  </a:lnTo>
                  <a:lnTo>
                    <a:pt x="3423819" y="2328386"/>
                  </a:lnTo>
                  <a:lnTo>
                    <a:pt x="3422964" y="2328386"/>
                  </a:lnTo>
                  <a:lnTo>
                    <a:pt x="3422108" y="2328386"/>
                  </a:lnTo>
                  <a:lnTo>
                    <a:pt x="3421253" y="2328386"/>
                  </a:lnTo>
                  <a:lnTo>
                    <a:pt x="3420397" y="2328386"/>
                  </a:lnTo>
                  <a:lnTo>
                    <a:pt x="3419542" y="2328386"/>
                  </a:lnTo>
                  <a:lnTo>
                    <a:pt x="3418686" y="2328386"/>
                  </a:lnTo>
                  <a:lnTo>
                    <a:pt x="3417831" y="2328386"/>
                  </a:lnTo>
                  <a:lnTo>
                    <a:pt x="3416975" y="2328386"/>
                  </a:lnTo>
                  <a:lnTo>
                    <a:pt x="3416120" y="2328386"/>
                  </a:lnTo>
                  <a:lnTo>
                    <a:pt x="3415264" y="2328386"/>
                  </a:lnTo>
                  <a:lnTo>
                    <a:pt x="3414409" y="2328386"/>
                  </a:lnTo>
                  <a:lnTo>
                    <a:pt x="3413553" y="2328386"/>
                  </a:lnTo>
                  <a:lnTo>
                    <a:pt x="3412698" y="2328386"/>
                  </a:lnTo>
                  <a:lnTo>
                    <a:pt x="3411842" y="2328386"/>
                  </a:lnTo>
                  <a:lnTo>
                    <a:pt x="3410986" y="2328386"/>
                  </a:lnTo>
                  <a:lnTo>
                    <a:pt x="3410131" y="2328386"/>
                  </a:lnTo>
                  <a:lnTo>
                    <a:pt x="3409275" y="2328386"/>
                  </a:lnTo>
                  <a:lnTo>
                    <a:pt x="3408420" y="2328386"/>
                  </a:lnTo>
                  <a:lnTo>
                    <a:pt x="3407564" y="2328386"/>
                  </a:lnTo>
                  <a:lnTo>
                    <a:pt x="3406709" y="2328386"/>
                  </a:lnTo>
                  <a:lnTo>
                    <a:pt x="3405853" y="2328386"/>
                  </a:lnTo>
                  <a:lnTo>
                    <a:pt x="3404998" y="2328386"/>
                  </a:lnTo>
                  <a:lnTo>
                    <a:pt x="3404142" y="2328386"/>
                  </a:lnTo>
                  <a:lnTo>
                    <a:pt x="3403287" y="2328386"/>
                  </a:lnTo>
                  <a:lnTo>
                    <a:pt x="3402431" y="2328386"/>
                  </a:lnTo>
                  <a:lnTo>
                    <a:pt x="3401576" y="2328386"/>
                  </a:lnTo>
                  <a:lnTo>
                    <a:pt x="3400720" y="2328386"/>
                  </a:lnTo>
                  <a:lnTo>
                    <a:pt x="3399865" y="2328386"/>
                  </a:lnTo>
                  <a:lnTo>
                    <a:pt x="3399009" y="2328386"/>
                  </a:lnTo>
                  <a:lnTo>
                    <a:pt x="3398154" y="2328386"/>
                  </a:lnTo>
                  <a:lnTo>
                    <a:pt x="3397298" y="2328386"/>
                  </a:lnTo>
                  <a:lnTo>
                    <a:pt x="3396442" y="2328386"/>
                  </a:lnTo>
                  <a:lnTo>
                    <a:pt x="3395587" y="2328386"/>
                  </a:lnTo>
                  <a:lnTo>
                    <a:pt x="3394731" y="2328386"/>
                  </a:lnTo>
                  <a:lnTo>
                    <a:pt x="3393876" y="2328386"/>
                  </a:lnTo>
                  <a:lnTo>
                    <a:pt x="3393020" y="2328386"/>
                  </a:lnTo>
                  <a:lnTo>
                    <a:pt x="3392165" y="2328386"/>
                  </a:lnTo>
                  <a:lnTo>
                    <a:pt x="3391309" y="2328386"/>
                  </a:lnTo>
                  <a:lnTo>
                    <a:pt x="3390454" y="2328386"/>
                  </a:lnTo>
                  <a:lnTo>
                    <a:pt x="3389598" y="2328386"/>
                  </a:lnTo>
                  <a:lnTo>
                    <a:pt x="3388743" y="2328386"/>
                  </a:lnTo>
                  <a:lnTo>
                    <a:pt x="3387887" y="2328386"/>
                  </a:lnTo>
                  <a:lnTo>
                    <a:pt x="3387032" y="2328386"/>
                  </a:lnTo>
                  <a:lnTo>
                    <a:pt x="3386176" y="2328386"/>
                  </a:lnTo>
                  <a:lnTo>
                    <a:pt x="3385321" y="2328386"/>
                  </a:lnTo>
                  <a:lnTo>
                    <a:pt x="3384465" y="2328386"/>
                  </a:lnTo>
                  <a:lnTo>
                    <a:pt x="3383610" y="2328386"/>
                  </a:lnTo>
                  <a:lnTo>
                    <a:pt x="3382754" y="2328386"/>
                  </a:lnTo>
                  <a:lnTo>
                    <a:pt x="3381899" y="2328386"/>
                  </a:lnTo>
                  <a:lnTo>
                    <a:pt x="3381043" y="2328386"/>
                  </a:lnTo>
                  <a:lnTo>
                    <a:pt x="3380187" y="2328386"/>
                  </a:lnTo>
                  <a:lnTo>
                    <a:pt x="3379332" y="2328386"/>
                  </a:lnTo>
                  <a:lnTo>
                    <a:pt x="3378476" y="2328386"/>
                  </a:lnTo>
                  <a:lnTo>
                    <a:pt x="3377621" y="2328386"/>
                  </a:lnTo>
                  <a:lnTo>
                    <a:pt x="3376765" y="2328386"/>
                  </a:lnTo>
                  <a:lnTo>
                    <a:pt x="3375910" y="2328386"/>
                  </a:lnTo>
                  <a:lnTo>
                    <a:pt x="3375054" y="2328386"/>
                  </a:lnTo>
                  <a:lnTo>
                    <a:pt x="3374199" y="2328386"/>
                  </a:lnTo>
                  <a:lnTo>
                    <a:pt x="3373343" y="2328386"/>
                  </a:lnTo>
                  <a:lnTo>
                    <a:pt x="3372488" y="2328386"/>
                  </a:lnTo>
                  <a:lnTo>
                    <a:pt x="3371632" y="2328386"/>
                  </a:lnTo>
                  <a:lnTo>
                    <a:pt x="3370777" y="2328386"/>
                  </a:lnTo>
                  <a:lnTo>
                    <a:pt x="3369921" y="2328386"/>
                  </a:lnTo>
                  <a:lnTo>
                    <a:pt x="3369066" y="2328386"/>
                  </a:lnTo>
                  <a:lnTo>
                    <a:pt x="3368210" y="2328386"/>
                  </a:lnTo>
                  <a:lnTo>
                    <a:pt x="3367355" y="2328386"/>
                  </a:lnTo>
                  <a:lnTo>
                    <a:pt x="3366499" y="2328386"/>
                  </a:lnTo>
                  <a:lnTo>
                    <a:pt x="3365644" y="2328386"/>
                  </a:lnTo>
                  <a:lnTo>
                    <a:pt x="3364788" y="2328386"/>
                  </a:lnTo>
                  <a:lnTo>
                    <a:pt x="3363932" y="2328386"/>
                  </a:lnTo>
                  <a:lnTo>
                    <a:pt x="3363077" y="2328386"/>
                  </a:lnTo>
                  <a:lnTo>
                    <a:pt x="3362221" y="2328386"/>
                  </a:lnTo>
                  <a:lnTo>
                    <a:pt x="3361366" y="2328386"/>
                  </a:lnTo>
                  <a:lnTo>
                    <a:pt x="3360510" y="2328386"/>
                  </a:lnTo>
                  <a:lnTo>
                    <a:pt x="3359655" y="2328386"/>
                  </a:lnTo>
                  <a:lnTo>
                    <a:pt x="3358799" y="2328386"/>
                  </a:lnTo>
                  <a:lnTo>
                    <a:pt x="3357944" y="2328386"/>
                  </a:lnTo>
                  <a:lnTo>
                    <a:pt x="3357088" y="2328386"/>
                  </a:lnTo>
                  <a:lnTo>
                    <a:pt x="3356233" y="2328386"/>
                  </a:lnTo>
                  <a:lnTo>
                    <a:pt x="3355377" y="2328386"/>
                  </a:lnTo>
                  <a:lnTo>
                    <a:pt x="3354522" y="2328386"/>
                  </a:lnTo>
                  <a:lnTo>
                    <a:pt x="3353666" y="2328386"/>
                  </a:lnTo>
                  <a:lnTo>
                    <a:pt x="3352811" y="2328386"/>
                  </a:lnTo>
                  <a:lnTo>
                    <a:pt x="3351955" y="2328386"/>
                  </a:lnTo>
                  <a:lnTo>
                    <a:pt x="3351100" y="2328386"/>
                  </a:lnTo>
                  <a:lnTo>
                    <a:pt x="3350244" y="2328386"/>
                  </a:lnTo>
                  <a:lnTo>
                    <a:pt x="3349388" y="2328386"/>
                  </a:lnTo>
                  <a:lnTo>
                    <a:pt x="3348533" y="2328386"/>
                  </a:lnTo>
                  <a:lnTo>
                    <a:pt x="3347677" y="2328386"/>
                  </a:lnTo>
                  <a:lnTo>
                    <a:pt x="3346822" y="2328386"/>
                  </a:lnTo>
                  <a:lnTo>
                    <a:pt x="3345966" y="2328386"/>
                  </a:lnTo>
                  <a:lnTo>
                    <a:pt x="3345111" y="2328386"/>
                  </a:lnTo>
                  <a:lnTo>
                    <a:pt x="3344255" y="2328386"/>
                  </a:lnTo>
                  <a:lnTo>
                    <a:pt x="3343400" y="2328386"/>
                  </a:lnTo>
                  <a:lnTo>
                    <a:pt x="3342544" y="2328386"/>
                  </a:lnTo>
                  <a:lnTo>
                    <a:pt x="3341689" y="2328386"/>
                  </a:lnTo>
                  <a:lnTo>
                    <a:pt x="3340833" y="2328386"/>
                  </a:lnTo>
                  <a:lnTo>
                    <a:pt x="3339978" y="2328386"/>
                  </a:lnTo>
                  <a:lnTo>
                    <a:pt x="3339122" y="2328386"/>
                  </a:lnTo>
                  <a:lnTo>
                    <a:pt x="3338267" y="2328386"/>
                  </a:lnTo>
                  <a:lnTo>
                    <a:pt x="3337411" y="2328386"/>
                  </a:lnTo>
                  <a:lnTo>
                    <a:pt x="3336556" y="2328386"/>
                  </a:lnTo>
                  <a:lnTo>
                    <a:pt x="3335700" y="2328386"/>
                  </a:lnTo>
                  <a:lnTo>
                    <a:pt x="3334845" y="2328386"/>
                  </a:lnTo>
                  <a:lnTo>
                    <a:pt x="3333989" y="2328386"/>
                  </a:lnTo>
                  <a:lnTo>
                    <a:pt x="3333133" y="2328386"/>
                  </a:lnTo>
                  <a:lnTo>
                    <a:pt x="3332278" y="2328386"/>
                  </a:lnTo>
                  <a:lnTo>
                    <a:pt x="3331422" y="2328386"/>
                  </a:lnTo>
                  <a:lnTo>
                    <a:pt x="3330567" y="2328386"/>
                  </a:lnTo>
                  <a:lnTo>
                    <a:pt x="3329711" y="2328386"/>
                  </a:lnTo>
                  <a:lnTo>
                    <a:pt x="3328856" y="2328386"/>
                  </a:lnTo>
                  <a:lnTo>
                    <a:pt x="3328000" y="2328386"/>
                  </a:lnTo>
                  <a:lnTo>
                    <a:pt x="3327145" y="2328386"/>
                  </a:lnTo>
                  <a:lnTo>
                    <a:pt x="3326289" y="2328386"/>
                  </a:lnTo>
                  <a:lnTo>
                    <a:pt x="3325434" y="2328386"/>
                  </a:lnTo>
                  <a:lnTo>
                    <a:pt x="3324578" y="2328386"/>
                  </a:lnTo>
                  <a:lnTo>
                    <a:pt x="3323723" y="2328386"/>
                  </a:lnTo>
                  <a:lnTo>
                    <a:pt x="3322867" y="2328386"/>
                  </a:lnTo>
                  <a:lnTo>
                    <a:pt x="3322012" y="2328386"/>
                  </a:lnTo>
                  <a:lnTo>
                    <a:pt x="3321156" y="2328386"/>
                  </a:lnTo>
                  <a:lnTo>
                    <a:pt x="3320301" y="2328386"/>
                  </a:lnTo>
                  <a:lnTo>
                    <a:pt x="3319445" y="2328386"/>
                  </a:lnTo>
                  <a:lnTo>
                    <a:pt x="3318590" y="2328386"/>
                  </a:lnTo>
                  <a:lnTo>
                    <a:pt x="3317734" y="2328386"/>
                  </a:lnTo>
                  <a:lnTo>
                    <a:pt x="3316878" y="2328386"/>
                  </a:lnTo>
                  <a:lnTo>
                    <a:pt x="3316023" y="2328386"/>
                  </a:lnTo>
                  <a:lnTo>
                    <a:pt x="3315167" y="2328386"/>
                  </a:lnTo>
                  <a:lnTo>
                    <a:pt x="3314312" y="2328386"/>
                  </a:lnTo>
                  <a:lnTo>
                    <a:pt x="3313456" y="2328386"/>
                  </a:lnTo>
                  <a:lnTo>
                    <a:pt x="3312601" y="2328386"/>
                  </a:lnTo>
                  <a:lnTo>
                    <a:pt x="3311745" y="2328386"/>
                  </a:lnTo>
                  <a:lnTo>
                    <a:pt x="3310890" y="2328386"/>
                  </a:lnTo>
                  <a:lnTo>
                    <a:pt x="3310034" y="2328386"/>
                  </a:lnTo>
                  <a:lnTo>
                    <a:pt x="3309179" y="2328386"/>
                  </a:lnTo>
                  <a:lnTo>
                    <a:pt x="3308323" y="2328386"/>
                  </a:lnTo>
                  <a:lnTo>
                    <a:pt x="3307468" y="2328386"/>
                  </a:lnTo>
                  <a:lnTo>
                    <a:pt x="3306612" y="2328386"/>
                  </a:lnTo>
                  <a:lnTo>
                    <a:pt x="3305757" y="2328386"/>
                  </a:lnTo>
                  <a:lnTo>
                    <a:pt x="3304901" y="2328386"/>
                  </a:lnTo>
                  <a:lnTo>
                    <a:pt x="3304046" y="2328386"/>
                  </a:lnTo>
                  <a:lnTo>
                    <a:pt x="3303190" y="2328386"/>
                  </a:lnTo>
                  <a:lnTo>
                    <a:pt x="3302335" y="2328386"/>
                  </a:lnTo>
                  <a:lnTo>
                    <a:pt x="3301479" y="2328386"/>
                  </a:lnTo>
                  <a:lnTo>
                    <a:pt x="3300623" y="2328386"/>
                  </a:lnTo>
                  <a:lnTo>
                    <a:pt x="3299768" y="2328386"/>
                  </a:lnTo>
                  <a:lnTo>
                    <a:pt x="3298912" y="2328386"/>
                  </a:lnTo>
                  <a:lnTo>
                    <a:pt x="3298057" y="2328386"/>
                  </a:lnTo>
                  <a:lnTo>
                    <a:pt x="3297201" y="2328386"/>
                  </a:lnTo>
                  <a:lnTo>
                    <a:pt x="3296346" y="2328386"/>
                  </a:lnTo>
                  <a:lnTo>
                    <a:pt x="3295490" y="2328386"/>
                  </a:lnTo>
                  <a:lnTo>
                    <a:pt x="3294635" y="2328386"/>
                  </a:lnTo>
                  <a:lnTo>
                    <a:pt x="3293779" y="2328386"/>
                  </a:lnTo>
                  <a:lnTo>
                    <a:pt x="3292924" y="2328386"/>
                  </a:lnTo>
                  <a:lnTo>
                    <a:pt x="3292068" y="2328386"/>
                  </a:lnTo>
                  <a:lnTo>
                    <a:pt x="3291213" y="2328386"/>
                  </a:lnTo>
                  <a:lnTo>
                    <a:pt x="3290357" y="2328386"/>
                  </a:lnTo>
                  <a:lnTo>
                    <a:pt x="3289502" y="2328386"/>
                  </a:lnTo>
                  <a:lnTo>
                    <a:pt x="3288646" y="2328386"/>
                  </a:lnTo>
                  <a:lnTo>
                    <a:pt x="3287791" y="2328386"/>
                  </a:lnTo>
                  <a:lnTo>
                    <a:pt x="3286935" y="2328386"/>
                  </a:lnTo>
                  <a:lnTo>
                    <a:pt x="3286079" y="2328386"/>
                  </a:lnTo>
                  <a:lnTo>
                    <a:pt x="3285224" y="2328386"/>
                  </a:lnTo>
                  <a:lnTo>
                    <a:pt x="3284368" y="2328386"/>
                  </a:lnTo>
                  <a:lnTo>
                    <a:pt x="3283513" y="2328386"/>
                  </a:lnTo>
                  <a:lnTo>
                    <a:pt x="3282657" y="2328386"/>
                  </a:lnTo>
                  <a:lnTo>
                    <a:pt x="3281802" y="2328386"/>
                  </a:lnTo>
                  <a:lnTo>
                    <a:pt x="3280946" y="2328386"/>
                  </a:lnTo>
                  <a:lnTo>
                    <a:pt x="3280091" y="2328386"/>
                  </a:lnTo>
                  <a:lnTo>
                    <a:pt x="3279235" y="2328386"/>
                  </a:lnTo>
                  <a:lnTo>
                    <a:pt x="3278380" y="2328386"/>
                  </a:lnTo>
                  <a:lnTo>
                    <a:pt x="3277524" y="2328386"/>
                  </a:lnTo>
                  <a:lnTo>
                    <a:pt x="3276669" y="2328386"/>
                  </a:lnTo>
                  <a:lnTo>
                    <a:pt x="3275813" y="2328386"/>
                  </a:lnTo>
                  <a:lnTo>
                    <a:pt x="3274958" y="2328386"/>
                  </a:lnTo>
                  <a:lnTo>
                    <a:pt x="3274102" y="2328386"/>
                  </a:lnTo>
                  <a:lnTo>
                    <a:pt x="3273247" y="2328386"/>
                  </a:lnTo>
                  <a:lnTo>
                    <a:pt x="3272391" y="2328386"/>
                  </a:lnTo>
                  <a:lnTo>
                    <a:pt x="3271536" y="2328386"/>
                  </a:lnTo>
                  <a:lnTo>
                    <a:pt x="3270680" y="2328386"/>
                  </a:lnTo>
                  <a:lnTo>
                    <a:pt x="3269824" y="2328386"/>
                  </a:lnTo>
                  <a:lnTo>
                    <a:pt x="3268969" y="2328386"/>
                  </a:lnTo>
                  <a:lnTo>
                    <a:pt x="3268113" y="2328386"/>
                  </a:lnTo>
                  <a:lnTo>
                    <a:pt x="3267258" y="2328386"/>
                  </a:lnTo>
                  <a:lnTo>
                    <a:pt x="3266402" y="2328386"/>
                  </a:lnTo>
                  <a:lnTo>
                    <a:pt x="3265547" y="2328386"/>
                  </a:lnTo>
                  <a:lnTo>
                    <a:pt x="3264691" y="2328386"/>
                  </a:lnTo>
                  <a:lnTo>
                    <a:pt x="3263836" y="2328386"/>
                  </a:lnTo>
                  <a:lnTo>
                    <a:pt x="3262980" y="2328386"/>
                  </a:lnTo>
                  <a:lnTo>
                    <a:pt x="3262125" y="2328386"/>
                  </a:lnTo>
                  <a:lnTo>
                    <a:pt x="3261269" y="2328386"/>
                  </a:lnTo>
                  <a:lnTo>
                    <a:pt x="3260414" y="2328386"/>
                  </a:lnTo>
                  <a:lnTo>
                    <a:pt x="3259558" y="2328386"/>
                  </a:lnTo>
                  <a:lnTo>
                    <a:pt x="3258703" y="2328386"/>
                  </a:lnTo>
                  <a:lnTo>
                    <a:pt x="3257847" y="2328386"/>
                  </a:lnTo>
                  <a:lnTo>
                    <a:pt x="3256992" y="2328386"/>
                  </a:lnTo>
                  <a:lnTo>
                    <a:pt x="3256136" y="2328386"/>
                  </a:lnTo>
                  <a:lnTo>
                    <a:pt x="3255281" y="2328386"/>
                  </a:lnTo>
                  <a:lnTo>
                    <a:pt x="3254425" y="2328386"/>
                  </a:lnTo>
                  <a:lnTo>
                    <a:pt x="3253569" y="2328386"/>
                  </a:lnTo>
                  <a:lnTo>
                    <a:pt x="3252714" y="2328386"/>
                  </a:lnTo>
                  <a:lnTo>
                    <a:pt x="3251858" y="2328386"/>
                  </a:lnTo>
                  <a:lnTo>
                    <a:pt x="3251003" y="2328386"/>
                  </a:lnTo>
                  <a:lnTo>
                    <a:pt x="3250147" y="2328386"/>
                  </a:lnTo>
                  <a:lnTo>
                    <a:pt x="3249292" y="2328386"/>
                  </a:lnTo>
                  <a:lnTo>
                    <a:pt x="3248436" y="2328386"/>
                  </a:lnTo>
                  <a:lnTo>
                    <a:pt x="3247581" y="2328386"/>
                  </a:lnTo>
                  <a:lnTo>
                    <a:pt x="3246725" y="2328386"/>
                  </a:lnTo>
                  <a:lnTo>
                    <a:pt x="3245870" y="2328386"/>
                  </a:lnTo>
                  <a:lnTo>
                    <a:pt x="3245014" y="2328386"/>
                  </a:lnTo>
                  <a:lnTo>
                    <a:pt x="3244159" y="2328386"/>
                  </a:lnTo>
                  <a:lnTo>
                    <a:pt x="3243303" y="2328386"/>
                  </a:lnTo>
                  <a:lnTo>
                    <a:pt x="3242448" y="2328386"/>
                  </a:lnTo>
                  <a:lnTo>
                    <a:pt x="3241592" y="2328386"/>
                  </a:lnTo>
                  <a:lnTo>
                    <a:pt x="3240737" y="2328386"/>
                  </a:lnTo>
                  <a:lnTo>
                    <a:pt x="3239881" y="2328386"/>
                  </a:lnTo>
                  <a:lnTo>
                    <a:pt x="3239025" y="2328386"/>
                  </a:lnTo>
                  <a:lnTo>
                    <a:pt x="3238170" y="2328386"/>
                  </a:lnTo>
                  <a:lnTo>
                    <a:pt x="3237314" y="2328386"/>
                  </a:lnTo>
                  <a:lnTo>
                    <a:pt x="3236459" y="2328386"/>
                  </a:lnTo>
                  <a:lnTo>
                    <a:pt x="3235603" y="2328386"/>
                  </a:lnTo>
                  <a:lnTo>
                    <a:pt x="3234748" y="2328386"/>
                  </a:lnTo>
                  <a:lnTo>
                    <a:pt x="3233892" y="2328386"/>
                  </a:lnTo>
                  <a:lnTo>
                    <a:pt x="3233037" y="2328386"/>
                  </a:lnTo>
                  <a:lnTo>
                    <a:pt x="3232181" y="2328386"/>
                  </a:lnTo>
                  <a:lnTo>
                    <a:pt x="3231326" y="2328386"/>
                  </a:lnTo>
                  <a:lnTo>
                    <a:pt x="3230470" y="2328386"/>
                  </a:lnTo>
                  <a:lnTo>
                    <a:pt x="3229615" y="2328386"/>
                  </a:lnTo>
                  <a:lnTo>
                    <a:pt x="3228759" y="2328386"/>
                  </a:lnTo>
                  <a:lnTo>
                    <a:pt x="3227904" y="2328386"/>
                  </a:lnTo>
                  <a:lnTo>
                    <a:pt x="3227048" y="2328386"/>
                  </a:lnTo>
                  <a:lnTo>
                    <a:pt x="3226193" y="2328386"/>
                  </a:lnTo>
                  <a:lnTo>
                    <a:pt x="3225337" y="2328386"/>
                  </a:lnTo>
                  <a:lnTo>
                    <a:pt x="3224482" y="2328386"/>
                  </a:lnTo>
                  <a:lnTo>
                    <a:pt x="3223626" y="2328386"/>
                  </a:lnTo>
                  <a:lnTo>
                    <a:pt x="3222770" y="2328386"/>
                  </a:lnTo>
                  <a:lnTo>
                    <a:pt x="3221915" y="2328386"/>
                  </a:lnTo>
                  <a:lnTo>
                    <a:pt x="3221059" y="2328386"/>
                  </a:lnTo>
                  <a:lnTo>
                    <a:pt x="3220204" y="2328386"/>
                  </a:lnTo>
                  <a:lnTo>
                    <a:pt x="3219348" y="2328386"/>
                  </a:lnTo>
                  <a:lnTo>
                    <a:pt x="3218493" y="2328386"/>
                  </a:lnTo>
                  <a:lnTo>
                    <a:pt x="3217637" y="2328386"/>
                  </a:lnTo>
                  <a:lnTo>
                    <a:pt x="3216782" y="2328386"/>
                  </a:lnTo>
                  <a:lnTo>
                    <a:pt x="3215926" y="2328386"/>
                  </a:lnTo>
                  <a:lnTo>
                    <a:pt x="3215071" y="2328386"/>
                  </a:lnTo>
                  <a:lnTo>
                    <a:pt x="3214215" y="2328386"/>
                  </a:lnTo>
                  <a:lnTo>
                    <a:pt x="3213360" y="2328386"/>
                  </a:lnTo>
                  <a:lnTo>
                    <a:pt x="3212504" y="2328386"/>
                  </a:lnTo>
                  <a:lnTo>
                    <a:pt x="3211649" y="2328386"/>
                  </a:lnTo>
                  <a:lnTo>
                    <a:pt x="3210793" y="2328386"/>
                  </a:lnTo>
                  <a:lnTo>
                    <a:pt x="3209938" y="2328386"/>
                  </a:lnTo>
                  <a:lnTo>
                    <a:pt x="3209082" y="2328386"/>
                  </a:lnTo>
                  <a:lnTo>
                    <a:pt x="3208227" y="2328386"/>
                  </a:lnTo>
                  <a:lnTo>
                    <a:pt x="3207371" y="2328386"/>
                  </a:lnTo>
                  <a:lnTo>
                    <a:pt x="3206515" y="2328386"/>
                  </a:lnTo>
                  <a:lnTo>
                    <a:pt x="3205660" y="2328386"/>
                  </a:lnTo>
                  <a:lnTo>
                    <a:pt x="3204804" y="2328386"/>
                  </a:lnTo>
                  <a:lnTo>
                    <a:pt x="3203949" y="2328386"/>
                  </a:lnTo>
                  <a:lnTo>
                    <a:pt x="3203093" y="2328386"/>
                  </a:lnTo>
                  <a:lnTo>
                    <a:pt x="3202238" y="2328386"/>
                  </a:lnTo>
                  <a:lnTo>
                    <a:pt x="3201382" y="2328386"/>
                  </a:lnTo>
                  <a:lnTo>
                    <a:pt x="3200527" y="2328386"/>
                  </a:lnTo>
                  <a:lnTo>
                    <a:pt x="3199671" y="2328386"/>
                  </a:lnTo>
                  <a:lnTo>
                    <a:pt x="3198816" y="2328386"/>
                  </a:lnTo>
                  <a:lnTo>
                    <a:pt x="3197960" y="2328386"/>
                  </a:lnTo>
                  <a:lnTo>
                    <a:pt x="3197105" y="2328386"/>
                  </a:lnTo>
                  <a:lnTo>
                    <a:pt x="3196249" y="2328386"/>
                  </a:lnTo>
                  <a:lnTo>
                    <a:pt x="3195394" y="2328386"/>
                  </a:lnTo>
                  <a:lnTo>
                    <a:pt x="3194538" y="2328386"/>
                  </a:lnTo>
                  <a:lnTo>
                    <a:pt x="3193683" y="2328386"/>
                  </a:lnTo>
                  <a:lnTo>
                    <a:pt x="3192827" y="2328386"/>
                  </a:lnTo>
                  <a:lnTo>
                    <a:pt x="3191971" y="2328386"/>
                  </a:lnTo>
                  <a:lnTo>
                    <a:pt x="3191116" y="2328386"/>
                  </a:lnTo>
                  <a:lnTo>
                    <a:pt x="3190260" y="2328386"/>
                  </a:lnTo>
                  <a:lnTo>
                    <a:pt x="3189405" y="2328386"/>
                  </a:lnTo>
                  <a:lnTo>
                    <a:pt x="3188549" y="2328386"/>
                  </a:lnTo>
                  <a:lnTo>
                    <a:pt x="3187694" y="2328386"/>
                  </a:lnTo>
                  <a:lnTo>
                    <a:pt x="3186838" y="2328386"/>
                  </a:lnTo>
                  <a:lnTo>
                    <a:pt x="3185983" y="2328386"/>
                  </a:lnTo>
                  <a:lnTo>
                    <a:pt x="3185127" y="2328386"/>
                  </a:lnTo>
                  <a:lnTo>
                    <a:pt x="3184272" y="2328386"/>
                  </a:lnTo>
                  <a:lnTo>
                    <a:pt x="3183416" y="2328386"/>
                  </a:lnTo>
                  <a:lnTo>
                    <a:pt x="3182561" y="2328386"/>
                  </a:lnTo>
                  <a:lnTo>
                    <a:pt x="3181705" y="2328386"/>
                  </a:lnTo>
                  <a:lnTo>
                    <a:pt x="3180850" y="2328386"/>
                  </a:lnTo>
                  <a:lnTo>
                    <a:pt x="3179994" y="2328386"/>
                  </a:lnTo>
                  <a:lnTo>
                    <a:pt x="3179139" y="2328386"/>
                  </a:lnTo>
                  <a:lnTo>
                    <a:pt x="3178283" y="2328386"/>
                  </a:lnTo>
                  <a:lnTo>
                    <a:pt x="3177428" y="2328386"/>
                  </a:lnTo>
                  <a:lnTo>
                    <a:pt x="3176572" y="2328386"/>
                  </a:lnTo>
                  <a:lnTo>
                    <a:pt x="3175716" y="2328386"/>
                  </a:lnTo>
                  <a:lnTo>
                    <a:pt x="3174861" y="2328386"/>
                  </a:lnTo>
                  <a:lnTo>
                    <a:pt x="3174005" y="2328386"/>
                  </a:lnTo>
                  <a:lnTo>
                    <a:pt x="3173150" y="2328386"/>
                  </a:lnTo>
                  <a:lnTo>
                    <a:pt x="3172294" y="2328386"/>
                  </a:lnTo>
                  <a:lnTo>
                    <a:pt x="3171439" y="2328386"/>
                  </a:lnTo>
                  <a:lnTo>
                    <a:pt x="3170583" y="2328386"/>
                  </a:lnTo>
                  <a:lnTo>
                    <a:pt x="3169728" y="2328386"/>
                  </a:lnTo>
                  <a:lnTo>
                    <a:pt x="3168872" y="2328386"/>
                  </a:lnTo>
                  <a:lnTo>
                    <a:pt x="3168017" y="2328386"/>
                  </a:lnTo>
                  <a:lnTo>
                    <a:pt x="3167161" y="2328386"/>
                  </a:lnTo>
                  <a:lnTo>
                    <a:pt x="3166306" y="2328386"/>
                  </a:lnTo>
                  <a:lnTo>
                    <a:pt x="3165450" y="2328386"/>
                  </a:lnTo>
                  <a:lnTo>
                    <a:pt x="3164595" y="2328386"/>
                  </a:lnTo>
                  <a:lnTo>
                    <a:pt x="3163739" y="2328386"/>
                  </a:lnTo>
                  <a:lnTo>
                    <a:pt x="3162884" y="2328386"/>
                  </a:lnTo>
                  <a:lnTo>
                    <a:pt x="3162028" y="2328386"/>
                  </a:lnTo>
                  <a:lnTo>
                    <a:pt x="3161173" y="2328386"/>
                  </a:lnTo>
                  <a:lnTo>
                    <a:pt x="3160317" y="2328386"/>
                  </a:lnTo>
                  <a:lnTo>
                    <a:pt x="3159461" y="2328386"/>
                  </a:lnTo>
                  <a:lnTo>
                    <a:pt x="3158606" y="2328386"/>
                  </a:lnTo>
                  <a:lnTo>
                    <a:pt x="3157750" y="2328386"/>
                  </a:lnTo>
                  <a:lnTo>
                    <a:pt x="3156895" y="2328386"/>
                  </a:lnTo>
                  <a:lnTo>
                    <a:pt x="3156039" y="2328386"/>
                  </a:lnTo>
                  <a:lnTo>
                    <a:pt x="3155184" y="2328386"/>
                  </a:lnTo>
                  <a:lnTo>
                    <a:pt x="3154328" y="2328386"/>
                  </a:lnTo>
                  <a:lnTo>
                    <a:pt x="3153473" y="2328386"/>
                  </a:lnTo>
                  <a:lnTo>
                    <a:pt x="3152617" y="2328386"/>
                  </a:lnTo>
                  <a:lnTo>
                    <a:pt x="3151762" y="2328386"/>
                  </a:lnTo>
                  <a:lnTo>
                    <a:pt x="3150906" y="2328386"/>
                  </a:lnTo>
                  <a:lnTo>
                    <a:pt x="3150051" y="2328386"/>
                  </a:lnTo>
                  <a:lnTo>
                    <a:pt x="3149195" y="2328386"/>
                  </a:lnTo>
                  <a:lnTo>
                    <a:pt x="3148340" y="2328386"/>
                  </a:lnTo>
                  <a:lnTo>
                    <a:pt x="3147484" y="2328386"/>
                  </a:lnTo>
                  <a:lnTo>
                    <a:pt x="3146629" y="2328386"/>
                  </a:lnTo>
                  <a:lnTo>
                    <a:pt x="3145773" y="2328386"/>
                  </a:lnTo>
                  <a:lnTo>
                    <a:pt x="3144917" y="2328386"/>
                  </a:lnTo>
                  <a:lnTo>
                    <a:pt x="3144062" y="2328386"/>
                  </a:lnTo>
                  <a:lnTo>
                    <a:pt x="3143206" y="2328386"/>
                  </a:lnTo>
                  <a:lnTo>
                    <a:pt x="3142351" y="2328386"/>
                  </a:lnTo>
                  <a:lnTo>
                    <a:pt x="3141495" y="2328386"/>
                  </a:lnTo>
                  <a:lnTo>
                    <a:pt x="3140640" y="2328386"/>
                  </a:lnTo>
                  <a:lnTo>
                    <a:pt x="3139784" y="2328386"/>
                  </a:lnTo>
                  <a:lnTo>
                    <a:pt x="3138929" y="2328386"/>
                  </a:lnTo>
                  <a:lnTo>
                    <a:pt x="3138073" y="2328386"/>
                  </a:lnTo>
                  <a:lnTo>
                    <a:pt x="3137218" y="2328386"/>
                  </a:lnTo>
                  <a:lnTo>
                    <a:pt x="3136362" y="2328386"/>
                  </a:lnTo>
                  <a:lnTo>
                    <a:pt x="3135507" y="2328386"/>
                  </a:lnTo>
                  <a:lnTo>
                    <a:pt x="3134651" y="2328386"/>
                  </a:lnTo>
                  <a:lnTo>
                    <a:pt x="3133796" y="2328386"/>
                  </a:lnTo>
                  <a:lnTo>
                    <a:pt x="3132940" y="2328386"/>
                  </a:lnTo>
                  <a:lnTo>
                    <a:pt x="3132085" y="2328386"/>
                  </a:lnTo>
                  <a:lnTo>
                    <a:pt x="3131229" y="2328386"/>
                  </a:lnTo>
                  <a:lnTo>
                    <a:pt x="3130374" y="2328386"/>
                  </a:lnTo>
                  <a:lnTo>
                    <a:pt x="3129518" y="2328386"/>
                  </a:lnTo>
                  <a:lnTo>
                    <a:pt x="3128662" y="2328386"/>
                  </a:lnTo>
                  <a:lnTo>
                    <a:pt x="3127807" y="2328386"/>
                  </a:lnTo>
                  <a:lnTo>
                    <a:pt x="3126951" y="2328386"/>
                  </a:lnTo>
                  <a:lnTo>
                    <a:pt x="3126096" y="2328386"/>
                  </a:lnTo>
                  <a:lnTo>
                    <a:pt x="3125240" y="2328386"/>
                  </a:lnTo>
                  <a:lnTo>
                    <a:pt x="3124385" y="2328386"/>
                  </a:lnTo>
                  <a:lnTo>
                    <a:pt x="3123529" y="2328386"/>
                  </a:lnTo>
                  <a:lnTo>
                    <a:pt x="3122674" y="2328386"/>
                  </a:lnTo>
                  <a:lnTo>
                    <a:pt x="3121818" y="2328386"/>
                  </a:lnTo>
                  <a:lnTo>
                    <a:pt x="3120963" y="2328386"/>
                  </a:lnTo>
                  <a:lnTo>
                    <a:pt x="3120107" y="2328386"/>
                  </a:lnTo>
                  <a:lnTo>
                    <a:pt x="3119252" y="2328386"/>
                  </a:lnTo>
                  <a:lnTo>
                    <a:pt x="3118396" y="2328386"/>
                  </a:lnTo>
                  <a:lnTo>
                    <a:pt x="3117541" y="2328386"/>
                  </a:lnTo>
                  <a:lnTo>
                    <a:pt x="3116685" y="2328386"/>
                  </a:lnTo>
                  <a:lnTo>
                    <a:pt x="3115830" y="2328386"/>
                  </a:lnTo>
                  <a:lnTo>
                    <a:pt x="3114974" y="2328386"/>
                  </a:lnTo>
                  <a:lnTo>
                    <a:pt x="3114119" y="2328386"/>
                  </a:lnTo>
                  <a:lnTo>
                    <a:pt x="3113263" y="2328386"/>
                  </a:lnTo>
                  <a:lnTo>
                    <a:pt x="3112407" y="2328386"/>
                  </a:lnTo>
                  <a:lnTo>
                    <a:pt x="3111552" y="2328386"/>
                  </a:lnTo>
                  <a:lnTo>
                    <a:pt x="3110696" y="2328386"/>
                  </a:lnTo>
                  <a:lnTo>
                    <a:pt x="3109841" y="2328386"/>
                  </a:lnTo>
                  <a:lnTo>
                    <a:pt x="3108985" y="2328386"/>
                  </a:lnTo>
                  <a:lnTo>
                    <a:pt x="3108130" y="2328386"/>
                  </a:lnTo>
                  <a:lnTo>
                    <a:pt x="3107274" y="2328386"/>
                  </a:lnTo>
                  <a:lnTo>
                    <a:pt x="3106419" y="2328386"/>
                  </a:lnTo>
                  <a:lnTo>
                    <a:pt x="3105563" y="2328386"/>
                  </a:lnTo>
                  <a:lnTo>
                    <a:pt x="3104708" y="2328386"/>
                  </a:lnTo>
                  <a:lnTo>
                    <a:pt x="3103852" y="2328386"/>
                  </a:lnTo>
                  <a:lnTo>
                    <a:pt x="3102997" y="2328386"/>
                  </a:lnTo>
                  <a:lnTo>
                    <a:pt x="3102141" y="2328386"/>
                  </a:lnTo>
                  <a:lnTo>
                    <a:pt x="3101286" y="2328386"/>
                  </a:lnTo>
                  <a:lnTo>
                    <a:pt x="3100430" y="2328386"/>
                  </a:lnTo>
                  <a:lnTo>
                    <a:pt x="3099575" y="2328386"/>
                  </a:lnTo>
                  <a:lnTo>
                    <a:pt x="3098719" y="2328386"/>
                  </a:lnTo>
                  <a:lnTo>
                    <a:pt x="3097864" y="2328386"/>
                  </a:lnTo>
                  <a:lnTo>
                    <a:pt x="3097008" y="2328386"/>
                  </a:lnTo>
                  <a:lnTo>
                    <a:pt x="3096152" y="2328386"/>
                  </a:lnTo>
                  <a:lnTo>
                    <a:pt x="3095297" y="2328386"/>
                  </a:lnTo>
                  <a:lnTo>
                    <a:pt x="3094441" y="2328386"/>
                  </a:lnTo>
                  <a:lnTo>
                    <a:pt x="3093586" y="2328386"/>
                  </a:lnTo>
                  <a:lnTo>
                    <a:pt x="3092730" y="2328386"/>
                  </a:lnTo>
                  <a:lnTo>
                    <a:pt x="3091875" y="2328386"/>
                  </a:lnTo>
                  <a:lnTo>
                    <a:pt x="3091019" y="2328386"/>
                  </a:lnTo>
                  <a:lnTo>
                    <a:pt x="3090164" y="2328386"/>
                  </a:lnTo>
                  <a:lnTo>
                    <a:pt x="3089308" y="2328386"/>
                  </a:lnTo>
                  <a:lnTo>
                    <a:pt x="3088453" y="2328386"/>
                  </a:lnTo>
                  <a:lnTo>
                    <a:pt x="3087597" y="2328386"/>
                  </a:lnTo>
                  <a:lnTo>
                    <a:pt x="3086742" y="2328386"/>
                  </a:lnTo>
                  <a:lnTo>
                    <a:pt x="3085886" y="2328386"/>
                  </a:lnTo>
                  <a:lnTo>
                    <a:pt x="3085031" y="2328386"/>
                  </a:lnTo>
                  <a:lnTo>
                    <a:pt x="3084175" y="2328386"/>
                  </a:lnTo>
                  <a:lnTo>
                    <a:pt x="3083320" y="2328386"/>
                  </a:lnTo>
                  <a:lnTo>
                    <a:pt x="3082464" y="2328386"/>
                  </a:lnTo>
                  <a:lnTo>
                    <a:pt x="3081608" y="2328386"/>
                  </a:lnTo>
                  <a:lnTo>
                    <a:pt x="3080753" y="2328386"/>
                  </a:lnTo>
                  <a:lnTo>
                    <a:pt x="3079897" y="2328386"/>
                  </a:lnTo>
                  <a:lnTo>
                    <a:pt x="3079042" y="2328386"/>
                  </a:lnTo>
                  <a:lnTo>
                    <a:pt x="3078186" y="2328386"/>
                  </a:lnTo>
                  <a:lnTo>
                    <a:pt x="3077331" y="2328386"/>
                  </a:lnTo>
                  <a:lnTo>
                    <a:pt x="3076475" y="2328386"/>
                  </a:lnTo>
                  <a:lnTo>
                    <a:pt x="3075620" y="2328386"/>
                  </a:lnTo>
                  <a:lnTo>
                    <a:pt x="3074764" y="2328386"/>
                  </a:lnTo>
                  <a:lnTo>
                    <a:pt x="3073909" y="2328386"/>
                  </a:lnTo>
                  <a:lnTo>
                    <a:pt x="3073053" y="2328386"/>
                  </a:lnTo>
                  <a:lnTo>
                    <a:pt x="3072198" y="2328386"/>
                  </a:lnTo>
                  <a:lnTo>
                    <a:pt x="3071342" y="2328386"/>
                  </a:lnTo>
                  <a:lnTo>
                    <a:pt x="3070487" y="2328386"/>
                  </a:lnTo>
                  <a:lnTo>
                    <a:pt x="3069631" y="2328386"/>
                  </a:lnTo>
                  <a:lnTo>
                    <a:pt x="3068776" y="2328386"/>
                  </a:lnTo>
                  <a:lnTo>
                    <a:pt x="3067920" y="2328386"/>
                  </a:lnTo>
                  <a:lnTo>
                    <a:pt x="3067065" y="2328386"/>
                  </a:lnTo>
                  <a:lnTo>
                    <a:pt x="3066209" y="2328386"/>
                  </a:lnTo>
                  <a:lnTo>
                    <a:pt x="3065353" y="2328386"/>
                  </a:lnTo>
                  <a:lnTo>
                    <a:pt x="3064498" y="2328386"/>
                  </a:lnTo>
                  <a:lnTo>
                    <a:pt x="3063642" y="2328386"/>
                  </a:lnTo>
                  <a:lnTo>
                    <a:pt x="3062787" y="2328386"/>
                  </a:lnTo>
                  <a:lnTo>
                    <a:pt x="3061931" y="2328386"/>
                  </a:lnTo>
                  <a:lnTo>
                    <a:pt x="3061076" y="2328386"/>
                  </a:lnTo>
                  <a:lnTo>
                    <a:pt x="3060220" y="2328386"/>
                  </a:lnTo>
                  <a:lnTo>
                    <a:pt x="3059365" y="2328386"/>
                  </a:lnTo>
                  <a:lnTo>
                    <a:pt x="3058509" y="2328386"/>
                  </a:lnTo>
                  <a:lnTo>
                    <a:pt x="3057654" y="2328386"/>
                  </a:lnTo>
                  <a:lnTo>
                    <a:pt x="3056798" y="2328386"/>
                  </a:lnTo>
                  <a:lnTo>
                    <a:pt x="3055943" y="2328386"/>
                  </a:lnTo>
                  <a:lnTo>
                    <a:pt x="3055087" y="2328386"/>
                  </a:lnTo>
                  <a:lnTo>
                    <a:pt x="3054232" y="2328386"/>
                  </a:lnTo>
                  <a:lnTo>
                    <a:pt x="3053376" y="2328386"/>
                  </a:lnTo>
                  <a:lnTo>
                    <a:pt x="3052521" y="2328386"/>
                  </a:lnTo>
                  <a:lnTo>
                    <a:pt x="3051665" y="2328386"/>
                  </a:lnTo>
                  <a:lnTo>
                    <a:pt x="3050810" y="2328386"/>
                  </a:lnTo>
                  <a:lnTo>
                    <a:pt x="3049954" y="2328386"/>
                  </a:lnTo>
                  <a:lnTo>
                    <a:pt x="3049098" y="2328386"/>
                  </a:lnTo>
                  <a:lnTo>
                    <a:pt x="3048243" y="2328386"/>
                  </a:lnTo>
                  <a:lnTo>
                    <a:pt x="3047387" y="2328386"/>
                  </a:lnTo>
                  <a:lnTo>
                    <a:pt x="3046532" y="2328386"/>
                  </a:lnTo>
                  <a:lnTo>
                    <a:pt x="3045676" y="2328386"/>
                  </a:lnTo>
                  <a:lnTo>
                    <a:pt x="3044821" y="2328386"/>
                  </a:lnTo>
                  <a:lnTo>
                    <a:pt x="3043965" y="2328386"/>
                  </a:lnTo>
                  <a:lnTo>
                    <a:pt x="3043110" y="2328386"/>
                  </a:lnTo>
                  <a:lnTo>
                    <a:pt x="3042254" y="2328386"/>
                  </a:lnTo>
                  <a:lnTo>
                    <a:pt x="3041399" y="2328386"/>
                  </a:lnTo>
                  <a:lnTo>
                    <a:pt x="3040543" y="2328386"/>
                  </a:lnTo>
                  <a:lnTo>
                    <a:pt x="3039688" y="2328386"/>
                  </a:lnTo>
                  <a:lnTo>
                    <a:pt x="3038832" y="2328386"/>
                  </a:lnTo>
                  <a:lnTo>
                    <a:pt x="3037977" y="2328386"/>
                  </a:lnTo>
                  <a:lnTo>
                    <a:pt x="3037121" y="2328386"/>
                  </a:lnTo>
                  <a:lnTo>
                    <a:pt x="3036266" y="2328386"/>
                  </a:lnTo>
                  <a:lnTo>
                    <a:pt x="3035410" y="2328386"/>
                  </a:lnTo>
                  <a:lnTo>
                    <a:pt x="3034554" y="2328386"/>
                  </a:lnTo>
                  <a:lnTo>
                    <a:pt x="3033699" y="2328386"/>
                  </a:lnTo>
                  <a:lnTo>
                    <a:pt x="3032843" y="2328386"/>
                  </a:lnTo>
                  <a:lnTo>
                    <a:pt x="3031988" y="2328386"/>
                  </a:lnTo>
                  <a:lnTo>
                    <a:pt x="3031132" y="2328386"/>
                  </a:lnTo>
                  <a:lnTo>
                    <a:pt x="3030277" y="2328386"/>
                  </a:lnTo>
                  <a:lnTo>
                    <a:pt x="3029421" y="2328386"/>
                  </a:lnTo>
                  <a:lnTo>
                    <a:pt x="3028566" y="2328386"/>
                  </a:lnTo>
                  <a:lnTo>
                    <a:pt x="3027710" y="2328386"/>
                  </a:lnTo>
                  <a:lnTo>
                    <a:pt x="3026855" y="2328386"/>
                  </a:lnTo>
                  <a:lnTo>
                    <a:pt x="3025999" y="2328386"/>
                  </a:lnTo>
                  <a:lnTo>
                    <a:pt x="3025144" y="2328386"/>
                  </a:lnTo>
                  <a:lnTo>
                    <a:pt x="3024288" y="2328386"/>
                  </a:lnTo>
                  <a:lnTo>
                    <a:pt x="3023433" y="2328386"/>
                  </a:lnTo>
                  <a:lnTo>
                    <a:pt x="3022577" y="2328386"/>
                  </a:lnTo>
                  <a:lnTo>
                    <a:pt x="3021722" y="2328386"/>
                  </a:lnTo>
                  <a:lnTo>
                    <a:pt x="3020866" y="2328386"/>
                  </a:lnTo>
                  <a:lnTo>
                    <a:pt x="3020011" y="2328386"/>
                  </a:lnTo>
                  <a:lnTo>
                    <a:pt x="3019155" y="2328386"/>
                  </a:lnTo>
                  <a:lnTo>
                    <a:pt x="3018299" y="2328386"/>
                  </a:lnTo>
                  <a:lnTo>
                    <a:pt x="3017444" y="2328386"/>
                  </a:lnTo>
                  <a:lnTo>
                    <a:pt x="3016588" y="2328386"/>
                  </a:lnTo>
                  <a:lnTo>
                    <a:pt x="3015733" y="2328386"/>
                  </a:lnTo>
                  <a:lnTo>
                    <a:pt x="3014877" y="2328386"/>
                  </a:lnTo>
                  <a:lnTo>
                    <a:pt x="3014022" y="2328386"/>
                  </a:lnTo>
                  <a:lnTo>
                    <a:pt x="3013166" y="2328386"/>
                  </a:lnTo>
                  <a:lnTo>
                    <a:pt x="3012311" y="2328386"/>
                  </a:lnTo>
                  <a:lnTo>
                    <a:pt x="3011455" y="2328386"/>
                  </a:lnTo>
                  <a:lnTo>
                    <a:pt x="3010600" y="2328386"/>
                  </a:lnTo>
                  <a:lnTo>
                    <a:pt x="3009744" y="2328386"/>
                  </a:lnTo>
                  <a:lnTo>
                    <a:pt x="3008889" y="2328386"/>
                  </a:lnTo>
                  <a:lnTo>
                    <a:pt x="3008033" y="2328386"/>
                  </a:lnTo>
                  <a:lnTo>
                    <a:pt x="3007178" y="2328386"/>
                  </a:lnTo>
                  <a:lnTo>
                    <a:pt x="3006322" y="2328386"/>
                  </a:lnTo>
                  <a:lnTo>
                    <a:pt x="3005467" y="2328386"/>
                  </a:lnTo>
                  <a:lnTo>
                    <a:pt x="3004611" y="2328386"/>
                  </a:lnTo>
                  <a:lnTo>
                    <a:pt x="3003756" y="2328386"/>
                  </a:lnTo>
                  <a:lnTo>
                    <a:pt x="3002900" y="2328386"/>
                  </a:lnTo>
                  <a:lnTo>
                    <a:pt x="3002044" y="2328386"/>
                  </a:lnTo>
                  <a:lnTo>
                    <a:pt x="3001189" y="2328386"/>
                  </a:lnTo>
                  <a:lnTo>
                    <a:pt x="3000333" y="2328386"/>
                  </a:lnTo>
                  <a:lnTo>
                    <a:pt x="2999478" y="2328386"/>
                  </a:lnTo>
                  <a:lnTo>
                    <a:pt x="2998622" y="2328386"/>
                  </a:lnTo>
                  <a:lnTo>
                    <a:pt x="2997767" y="2328386"/>
                  </a:lnTo>
                  <a:lnTo>
                    <a:pt x="2996911" y="2328386"/>
                  </a:lnTo>
                  <a:lnTo>
                    <a:pt x="2996056" y="2328386"/>
                  </a:lnTo>
                  <a:lnTo>
                    <a:pt x="2995200" y="2328386"/>
                  </a:lnTo>
                  <a:lnTo>
                    <a:pt x="2994345" y="2328386"/>
                  </a:lnTo>
                  <a:lnTo>
                    <a:pt x="2993489" y="2328386"/>
                  </a:lnTo>
                  <a:lnTo>
                    <a:pt x="2992634" y="2328386"/>
                  </a:lnTo>
                  <a:lnTo>
                    <a:pt x="2991778" y="2328386"/>
                  </a:lnTo>
                  <a:lnTo>
                    <a:pt x="2990923" y="2328386"/>
                  </a:lnTo>
                  <a:lnTo>
                    <a:pt x="2990067" y="2328386"/>
                  </a:lnTo>
                  <a:lnTo>
                    <a:pt x="2989212" y="2328386"/>
                  </a:lnTo>
                  <a:lnTo>
                    <a:pt x="2988356" y="2328386"/>
                  </a:lnTo>
                  <a:lnTo>
                    <a:pt x="2987500" y="2328386"/>
                  </a:lnTo>
                  <a:lnTo>
                    <a:pt x="2986645" y="2328386"/>
                  </a:lnTo>
                  <a:lnTo>
                    <a:pt x="2985789" y="2328386"/>
                  </a:lnTo>
                  <a:lnTo>
                    <a:pt x="2984934" y="2328386"/>
                  </a:lnTo>
                  <a:lnTo>
                    <a:pt x="2984078" y="2328386"/>
                  </a:lnTo>
                  <a:lnTo>
                    <a:pt x="2983223" y="2328386"/>
                  </a:lnTo>
                  <a:lnTo>
                    <a:pt x="2982367" y="2328386"/>
                  </a:lnTo>
                  <a:lnTo>
                    <a:pt x="2981512" y="2328386"/>
                  </a:lnTo>
                  <a:lnTo>
                    <a:pt x="2980656" y="2328386"/>
                  </a:lnTo>
                  <a:lnTo>
                    <a:pt x="2979801" y="2328386"/>
                  </a:lnTo>
                  <a:lnTo>
                    <a:pt x="2978945" y="2328386"/>
                  </a:lnTo>
                  <a:lnTo>
                    <a:pt x="2978090" y="2328386"/>
                  </a:lnTo>
                  <a:lnTo>
                    <a:pt x="2977234" y="2328386"/>
                  </a:lnTo>
                  <a:lnTo>
                    <a:pt x="2976379" y="2328386"/>
                  </a:lnTo>
                  <a:lnTo>
                    <a:pt x="2975523" y="2328386"/>
                  </a:lnTo>
                  <a:lnTo>
                    <a:pt x="2974668" y="2328386"/>
                  </a:lnTo>
                  <a:lnTo>
                    <a:pt x="2973812" y="2328386"/>
                  </a:lnTo>
                  <a:lnTo>
                    <a:pt x="2972957" y="2328386"/>
                  </a:lnTo>
                  <a:lnTo>
                    <a:pt x="2972101" y="2328386"/>
                  </a:lnTo>
                  <a:lnTo>
                    <a:pt x="2971245" y="2328386"/>
                  </a:lnTo>
                  <a:lnTo>
                    <a:pt x="2970390" y="2328386"/>
                  </a:lnTo>
                  <a:lnTo>
                    <a:pt x="2969534" y="2328386"/>
                  </a:lnTo>
                  <a:lnTo>
                    <a:pt x="2968679" y="2328386"/>
                  </a:lnTo>
                  <a:lnTo>
                    <a:pt x="2967823" y="2328386"/>
                  </a:lnTo>
                  <a:lnTo>
                    <a:pt x="2966968" y="2328386"/>
                  </a:lnTo>
                  <a:lnTo>
                    <a:pt x="2966112" y="2328386"/>
                  </a:lnTo>
                  <a:lnTo>
                    <a:pt x="2965257" y="2328386"/>
                  </a:lnTo>
                  <a:lnTo>
                    <a:pt x="2964401" y="2328386"/>
                  </a:lnTo>
                  <a:lnTo>
                    <a:pt x="2963546" y="2328386"/>
                  </a:lnTo>
                  <a:lnTo>
                    <a:pt x="2962690" y="2328386"/>
                  </a:lnTo>
                  <a:lnTo>
                    <a:pt x="2961835" y="2328386"/>
                  </a:lnTo>
                  <a:lnTo>
                    <a:pt x="2960979" y="2328386"/>
                  </a:lnTo>
                  <a:lnTo>
                    <a:pt x="2960124" y="2328386"/>
                  </a:lnTo>
                  <a:lnTo>
                    <a:pt x="2959268" y="2328386"/>
                  </a:lnTo>
                  <a:lnTo>
                    <a:pt x="2958413" y="2328386"/>
                  </a:lnTo>
                  <a:lnTo>
                    <a:pt x="2957557" y="2328386"/>
                  </a:lnTo>
                  <a:lnTo>
                    <a:pt x="2956702" y="2328386"/>
                  </a:lnTo>
                  <a:lnTo>
                    <a:pt x="2955846" y="2328386"/>
                  </a:lnTo>
                  <a:lnTo>
                    <a:pt x="2954990" y="2328386"/>
                  </a:lnTo>
                  <a:lnTo>
                    <a:pt x="2954135" y="2328386"/>
                  </a:lnTo>
                  <a:lnTo>
                    <a:pt x="2953279" y="2328386"/>
                  </a:lnTo>
                  <a:lnTo>
                    <a:pt x="2952424" y="2328386"/>
                  </a:lnTo>
                  <a:lnTo>
                    <a:pt x="2951568" y="2328386"/>
                  </a:lnTo>
                  <a:lnTo>
                    <a:pt x="2950713" y="2328386"/>
                  </a:lnTo>
                  <a:lnTo>
                    <a:pt x="2949857" y="2328386"/>
                  </a:lnTo>
                  <a:lnTo>
                    <a:pt x="2949002" y="2328386"/>
                  </a:lnTo>
                  <a:lnTo>
                    <a:pt x="2948146" y="2328386"/>
                  </a:lnTo>
                  <a:lnTo>
                    <a:pt x="2947291" y="2328386"/>
                  </a:lnTo>
                  <a:lnTo>
                    <a:pt x="2946435" y="2328386"/>
                  </a:lnTo>
                  <a:lnTo>
                    <a:pt x="2945580" y="2328386"/>
                  </a:lnTo>
                  <a:lnTo>
                    <a:pt x="2944724" y="2328386"/>
                  </a:lnTo>
                  <a:lnTo>
                    <a:pt x="2943869" y="2328386"/>
                  </a:lnTo>
                  <a:lnTo>
                    <a:pt x="2943013" y="2328386"/>
                  </a:lnTo>
                  <a:lnTo>
                    <a:pt x="2942158" y="2328386"/>
                  </a:lnTo>
                  <a:lnTo>
                    <a:pt x="2941302" y="2328386"/>
                  </a:lnTo>
                  <a:lnTo>
                    <a:pt x="2940446" y="2328386"/>
                  </a:lnTo>
                  <a:lnTo>
                    <a:pt x="2939591" y="2328386"/>
                  </a:lnTo>
                  <a:lnTo>
                    <a:pt x="2938735" y="2328386"/>
                  </a:lnTo>
                  <a:lnTo>
                    <a:pt x="2937880" y="2328386"/>
                  </a:lnTo>
                  <a:lnTo>
                    <a:pt x="2937024" y="2328386"/>
                  </a:lnTo>
                  <a:lnTo>
                    <a:pt x="2936169" y="2328386"/>
                  </a:lnTo>
                  <a:lnTo>
                    <a:pt x="2935313" y="2328386"/>
                  </a:lnTo>
                  <a:lnTo>
                    <a:pt x="2934458" y="2328386"/>
                  </a:lnTo>
                  <a:lnTo>
                    <a:pt x="2933602" y="2328386"/>
                  </a:lnTo>
                  <a:lnTo>
                    <a:pt x="2932747" y="2328386"/>
                  </a:lnTo>
                  <a:lnTo>
                    <a:pt x="2931891" y="2328386"/>
                  </a:lnTo>
                  <a:lnTo>
                    <a:pt x="2931036" y="2328386"/>
                  </a:lnTo>
                  <a:lnTo>
                    <a:pt x="2930180" y="2328386"/>
                  </a:lnTo>
                  <a:lnTo>
                    <a:pt x="2929325" y="2328386"/>
                  </a:lnTo>
                  <a:lnTo>
                    <a:pt x="2928469" y="2328386"/>
                  </a:lnTo>
                  <a:lnTo>
                    <a:pt x="2927614" y="2328386"/>
                  </a:lnTo>
                  <a:lnTo>
                    <a:pt x="2926758" y="2328386"/>
                  </a:lnTo>
                  <a:lnTo>
                    <a:pt x="2925903" y="2328386"/>
                  </a:lnTo>
                  <a:lnTo>
                    <a:pt x="2925047" y="2328386"/>
                  </a:lnTo>
                  <a:lnTo>
                    <a:pt x="2924191" y="2328386"/>
                  </a:lnTo>
                  <a:lnTo>
                    <a:pt x="2923336" y="2328386"/>
                  </a:lnTo>
                  <a:lnTo>
                    <a:pt x="2922480" y="2328386"/>
                  </a:lnTo>
                  <a:lnTo>
                    <a:pt x="2921625" y="2328386"/>
                  </a:lnTo>
                  <a:lnTo>
                    <a:pt x="2920769" y="2328386"/>
                  </a:lnTo>
                  <a:lnTo>
                    <a:pt x="2919914" y="2328386"/>
                  </a:lnTo>
                  <a:lnTo>
                    <a:pt x="2919058" y="2328386"/>
                  </a:lnTo>
                  <a:lnTo>
                    <a:pt x="2918203" y="2328386"/>
                  </a:lnTo>
                  <a:lnTo>
                    <a:pt x="2917347" y="2328386"/>
                  </a:lnTo>
                  <a:lnTo>
                    <a:pt x="2916492" y="2328386"/>
                  </a:lnTo>
                  <a:lnTo>
                    <a:pt x="2915636" y="2328386"/>
                  </a:lnTo>
                  <a:lnTo>
                    <a:pt x="2914781" y="2328386"/>
                  </a:lnTo>
                  <a:lnTo>
                    <a:pt x="2913925" y="2328386"/>
                  </a:lnTo>
                  <a:lnTo>
                    <a:pt x="2913070" y="2328386"/>
                  </a:lnTo>
                  <a:lnTo>
                    <a:pt x="2912214" y="2328386"/>
                  </a:lnTo>
                  <a:lnTo>
                    <a:pt x="2911359" y="2328386"/>
                  </a:lnTo>
                  <a:lnTo>
                    <a:pt x="2910503" y="2328386"/>
                  </a:lnTo>
                  <a:lnTo>
                    <a:pt x="2909648" y="2328386"/>
                  </a:lnTo>
                  <a:lnTo>
                    <a:pt x="2908792" y="2328386"/>
                  </a:lnTo>
                  <a:lnTo>
                    <a:pt x="2907936" y="2328386"/>
                  </a:lnTo>
                  <a:lnTo>
                    <a:pt x="2907081" y="2328386"/>
                  </a:lnTo>
                  <a:lnTo>
                    <a:pt x="2906225" y="2328386"/>
                  </a:lnTo>
                  <a:lnTo>
                    <a:pt x="2905370" y="2328386"/>
                  </a:lnTo>
                  <a:lnTo>
                    <a:pt x="2904514" y="2328386"/>
                  </a:lnTo>
                  <a:lnTo>
                    <a:pt x="2903659" y="2328386"/>
                  </a:lnTo>
                  <a:lnTo>
                    <a:pt x="2902803" y="2328386"/>
                  </a:lnTo>
                  <a:lnTo>
                    <a:pt x="2901948" y="2328386"/>
                  </a:lnTo>
                  <a:lnTo>
                    <a:pt x="2901092" y="2328386"/>
                  </a:lnTo>
                  <a:lnTo>
                    <a:pt x="2900237" y="2328386"/>
                  </a:lnTo>
                  <a:lnTo>
                    <a:pt x="2899381" y="2328386"/>
                  </a:lnTo>
                  <a:lnTo>
                    <a:pt x="2898526" y="2328386"/>
                  </a:lnTo>
                  <a:lnTo>
                    <a:pt x="2897670" y="2328386"/>
                  </a:lnTo>
                  <a:lnTo>
                    <a:pt x="2896815" y="2328386"/>
                  </a:lnTo>
                  <a:lnTo>
                    <a:pt x="2895959" y="2328386"/>
                  </a:lnTo>
                  <a:lnTo>
                    <a:pt x="2895104" y="2328386"/>
                  </a:lnTo>
                  <a:lnTo>
                    <a:pt x="2894248" y="2328386"/>
                  </a:lnTo>
                  <a:lnTo>
                    <a:pt x="2893392" y="2328386"/>
                  </a:lnTo>
                  <a:lnTo>
                    <a:pt x="2892537" y="2328386"/>
                  </a:lnTo>
                  <a:lnTo>
                    <a:pt x="2891681" y="2328386"/>
                  </a:lnTo>
                  <a:lnTo>
                    <a:pt x="2890826" y="2328386"/>
                  </a:lnTo>
                  <a:lnTo>
                    <a:pt x="2889970" y="2328386"/>
                  </a:lnTo>
                  <a:lnTo>
                    <a:pt x="2889115" y="2328386"/>
                  </a:lnTo>
                  <a:lnTo>
                    <a:pt x="2888259" y="2328386"/>
                  </a:lnTo>
                  <a:lnTo>
                    <a:pt x="2887404" y="2328386"/>
                  </a:lnTo>
                  <a:lnTo>
                    <a:pt x="2886548" y="2328386"/>
                  </a:lnTo>
                  <a:lnTo>
                    <a:pt x="2885693" y="2328386"/>
                  </a:lnTo>
                  <a:lnTo>
                    <a:pt x="2884837" y="2328386"/>
                  </a:lnTo>
                  <a:lnTo>
                    <a:pt x="2883982" y="2328386"/>
                  </a:lnTo>
                  <a:lnTo>
                    <a:pt x="2883126" y="2328386"/>
                  </a:lnTo>
                  <a:lnTo>
                    <a:pt x="2882271" y="2328386"/>
                  </a:lnTo>
                  <a:lnTo>
                    <a:pt x="2881415" y="2328386"/>
                  </a:lnTo>
                  <a:lnTo>
                    <a:pt x="2880560" y="2328386"/>
                  </a:lnTo>
                  <a:lnTo>
                    <a:pt x="2879704" y="2328386"/>
                  </a:lnTo>
                  <a:lnTo>
                    <a:pt x="2878849" y="2328386"/>
                  </a:lnTo>
                  <a:lnTo>
                    <a:pt x="2877993" y="2328386"/>
                  </a:lnTo>
                  <a:lnTo>
                    <a:pt x="2877137" y="2328386"/>
                  </a:lnTo>
                  <a:lnTo>
                    <a:pt x="2876282" y="2328386"/>
                  </a:lnTo>
                  <a:lnTo>
                    <a:pt x="2875426" y="2328386"/>
                  </a:lnTo>
                  <a:lnTo>
                    <a:pt x="2874571" y="2328386"/>
                  </a:lnTo>
                  <a:lnTo>
                    <a:pt x="2873715" y="2328386"/>
                  </a:lnTo>
                  <a:lnTo>
                    <a:pt x="2872860" y="2328386"/>
                  </a:lnTo>
                  <a:lnTo>
                    <a:pt x="2872004" y="2328386"/>
                  </a:lnTo>
                  <a:lnTo>
                    <a:pt x="2871149" y="2328386"/>
                  </a:lnTo>
                  <a:lnTo>
                    <a:pt x="2870293" y="2328386"/>
                  </a:lnTo>
                  <a:lnTo>
                    <a:pt x="2869438" y="2328386"/>
                  </a:lnTo>
                  <a:lnTo>
                    <a:pt x="2868582" y="2328386"/>
                  </a:lnTo>
                  <a:lnTo>
                    <a:pt x="2867727" y="2328386"/>
                  </a:lnTo>
                  <a:lnTo>
                    <a:pt x="2866871" y="2328386"/>
                  </a:lnTo>
                  <a:lnTo>
                    <a:pt x="2866016" y="2328386"/>
                  </a:lnTo>
                  <a:lnTo>
                    <a:pt x="2865160" y="2328386"/>
                  </a:lnTo>
                  <a:lnTo>
                    <a:pt x="2864305" y="2328386"/>
                  </a:lnTo>
                  <a:lnTo>
                    <a:pt x="2863449" y="2328386"/>
                  </a:lnTo>
                  <a:lnTo>
                    <a:pt x="2862594" y="2328386"/>
                  </a:lnTo>
                  <a:lnTo>
                    <a:pt x="2861738" y="2328386"/>
                  </a:lnTo>
                  <a:lnTo>
                    <a:pt x="2860882" y="2328386"/>
                  </a:lnTo>
                  <a:lnTo>
                    <a:pt x="2860027" y="2328386"/>
                  </a:lnTo>
                  <a:lnTo>
                    <a:pt x="2859171" y="2328386"/>
                  </a:lnTo>
                  <a:lnTo>
                    <a:pt x="2858316" y="2328386"/>
                  </a:lnTo>
                  <a:lnTo>
                    <a:pt x="2857460" y="2328386"/>
                  </a:lnTo>
                  <a:lnTo>
                    <a:pt x="2856605" y="2328386"/>
                  </a:lnTo>
                  <a:lnTo>
                    <a:pt x="2855749" y="2328386"/>
                  </a:lnTo>
                  <a:lnTo>
                    <a:pt x="2854894" y="2328386"/>
                  </a:lnTo>
                  <a:lnTo>
                    <a:pt x="2854038" y="2328386"/>
                  </a:lnTo>
                  <a:lnTo>
                    <a:pt x="2853183" y="2328386"/>
                  </a:lnTo>
                  <a:lnTo>
                    <a:pt x="2852327" y="2328386"/>
                  </a:lnTo>
                  <a:lnTo>
                    <a:pt x="2851472" y="2328386"/>
                  </a:lnTo>
                  <a:lnTo>
                    <a:pt x="2850616" y="2328386"/>
                  </a:lnTo>
                  <a:lnTo>
                    <a:pt x="2849761" y="2328386"/>
                  </a:lnTo>
                  <a:lnTo>
                    <a:pt x="2848905" y="2328386"/>
                  </a:lnTo>
                  <a:lnTo>
                    <a:pt x="2848050" y="2328386"/>
                  </a:lnTo>
                  <a:lnTo>
                    <a:pt x="2847194" y="2328386"/>
                  </a:lnTo>
                  <a:lnTo>
                    <a:pt x="2846339" y="2328386"/>
                  </a:lnTo>
                  <a:lnTo>
                    <a:pt x="2845483" y="2328386"/>
                  </a:lnTo>
                  <a:lnTo>
                    <a:pt x="2844627" y="2328386"/>
                  </a:lnTo>
                  <a:lnTo>
                    <a:pt x="2843772" y="2328386"/>
                  </a:lnTo>
                  <a:lnTo>
                    <a:pt x="2842916" y="2328386"/>
                  </a:lnTo>
                  <a:lnTo>
                    <a:pt x="2842061" y="2328386"/>
                  </a:lnTo>
                  <a:lnTo>
                    <a:pt x="2841205" y="2328386"/>
                  </a:lnTo>
                  <a:lnTo>
                    <a:pt x="2840350" y="2328386"/>
                  </a:lnTo>
                  <a:lnTo>
                    <a:pt x="2839494" y="2328386"/>
                  </a:lnTo>
                  <a:lnTo>
                    <a:pt x="2838639" y="2328386"/>
                  </a:lnTo>
                  <a:lnTo>
                    <a:pt x="2837783" y="2328386"/>
                  </a:lnTo>
                  <a:lnTo>
                    <a:pt x="2836928" y="2328386"/>
                  </a:lnTo>
                  <a:lnTo>
                    <a:pt x="2836072" y="2328386"/>
                  </a:lnTo>
                  <a:lnTo>
                    <a:pt x="2835217" y="2328386"/>
                  </a:lnTo>
                  <a:lnTo>
                    <a:pt x="2834361" y="2328386"/>
                  </a:lnTo>
                  <a:lnTo>
                    <a:pt x="2833506" y="2328386"/>
                  </a:lnTo>
                  <a:lnTo>
                    <a:pt x="2832650" y="2328386"/>
                  </a:lnTo>
                  <a:lnTo>
                    <a:pt x="2831795" y="2328386"/>
                  </a:lnTo>
                  <a:lnTo>
                    <a:pt x="2830939" y="2328386"/>
                  </a:lnTo>
                  <a:lnTo>
                    <a:pt x="2830083" y="2328386"/>
                  </a:lnTo>
                  <a:lnTo>
                    <a:pt x="2829228" y="2328386"/>
                  </a:lnTo>
                  <a:lnTo>
                    <a:pt x="2828372" y="2328386"/>
                  </a:lnTo>
                  <a:lnTo>
                    <a:pt x="2827517" y="2328386"/>
                  </a:lnTo>
                  <a:lnTo>
                    <a:pt x="2826661" y="2328386"/>
                  </a:lnTo>
                  <a:lnTo>
                    <a:pt x="2825806" y="2328386"/>
                  </a:lnTo>
                  <a:lnTo>
                    <a:pt x="2824950" y="2328386"/>
                  </a:lnTo>
                  <a:lnTo>
                    <a:pt x="2824095" y="2328386"/>
                  </a:lnTo>
                  <a:lnTo>
                    <a:pt x="2823239" y="2328386"/>
                  </a:lnTo>
                  <a:lnTo>
                    <a:pt x="2822384" y="2328386"/>
                  </a:lnTo>
                  <a:lnTo>
                    <a:pt x="2821528" y="2328386"/>
                  </a:lnTo>
                  <a:lnTo>
                    <a:pt x="2820673" y="2328386"/>
                  </a:lnTo>
                  <a:lnTo>
                    <a:pt x="2819817" y="2328386"/>
                  </a:lnTo>
                  <a:lnTo>
                    <a:pt x="2818962" y="2328386"/>
                  </a:lnTo>
                  <a:lnTo>
                    <a:pt x="2818106" y="2328386"/>
                  </a:lnTo>
                  <a:lnTo>
                    <a:pt x="2817251" y="2328386"/>
                  </a:lnTo>
                  <a:lnTo>
                    <a:pt x="2816395" y="2328386"/>
                  </a:lnTo>
                  <a:lnTo>
                    <a:pt x="2815540" y="2328386"/>
                  </a:lnTo>
                  <a:lnTo>
                    <a:pt x="2814684" y="2328386"/>
                  </a:lnTo>
                  <a:lnTo>
                    <a:pt x="2813828" y="2328386"/>
                  </a:lnTo>
                  <a:lnTo>
                    <a:pt x="2812973" y="2328386"/>
                  </a:lnTo>
                  <a:lnTo>
                    <a:pt x="2812117" y="2328386"/>
                  </a:lnTo>
                  <a:lnTo>
                    <a:pt x="2811262" y="2328386"/>
                  </a:lnTo>
                  <a:lnTo>
                    <a:pt x="2810406" y="2328386"/>
                  </a:lnTo>
                  <a:lnTo>
                    <a:pt x="2809551" y="2328386"/>
                  </a:lnTo>
                  <a:lnTo>
                    <a:pt x="2808695" y="2328386"/>
                  </a:lnTo>
                  <a:lnTo>
                    <a:pt x="2807840" y="2328386"/>
                  </a:lnTo>
                  <a:lnTo>
                    <a:pt x="2806984" y="2328386"/>
                  </a:lnTo>
                  <a:lnTo>
                    <a:pt x="2806129" y="2328386"/>
                  </a:lnTo>
                  <a:lnTo>
                    <a:pt x="2805273" y="2328386"/>
                  </a:lnTo>
                  <a:lnTo>
                    <a:pt x="2804418" y="2328386"/>
                  </a:lnTo>
                  <a:lnTo>
                    <a:pt x="2803562" y="2328386"/>
                  </a:lnTo>
                  <a:lnTo>
                    <a:pt x="2802707" y="2328386"/>
                  </a:lnTo>
                  <a:lnTo>
                    <a:pt x="2801851" y="2328386"/>
                  </a:lnTo>
                  <a:lnTo>
                    <a:pt x="2800996" y="2328386"/>
                  </a:lnTo>
                  <a:lnTo>
                    <a:pt x="2800140" y="2328386"/>
                  </a:lnTo>
                  <a:lnTo>
                    <a:pt x="2799285" y="2328386"/>
                  </a:lnTo>
                  <a:lnTo>
                    <a:pt x="2798429" y="2328386"/>
                  </a:lnTo>
                  <a:lnTo>
                    <a:pt x="2797573" y="2328386"/>
                  </a:lnTo>
                  <a:lnTo>
                    <a:pt x="2796718" y="2328386"/>
                  </a:lnTo>
                  <a:lnTo>
                    <a:pt x="2795862" y="2328386"/>
                  </a:lnTo>
                  <a:lnTo>
                    <a:pt x="2795007" y="2328386"/>
                  </a:lnTo>
                  <a:lnTo>
                    <a:pt x="2794151" y="2328386"/>
                  </a:lnTo>
                  <a:lnTo>
                    <a:pt x="2793296" y="2328386"/>
                  </a:lnTo>
                  <a:lnTo>
                    <a:pt x="2792440" y="2328386"/>
                  </a:lnTo>
                  <a:lnTo>
                    <a:pt x="2791585" y="2328386"/>
                  </a:lnTo>
                  <a:lnTo>
                    <a:pt x="2790729" y="2328386"/>
                  </a:lnTo>
                  <a:lnTo>
                    <a:pt x="2789874" y="2328386"/>
                  </a:lnTo>
                  <a:lnTo>
                    <a:pt x="2789018" y="2328386"/>
                  </a:lnTo>
                  <a:lnTo>
                    <a:pt x="2788163" y="2328386"/>
                  </a:lnTo>
                  <a:lnTo>
                    <a:pt x="2787307" y="2328386"/>
                  </a:lnTo>
                  <a:lnTo>
                    <a:pt x="2786452" y="2328386"/>
                  </a:lnTo>
                  <a:lnTo>
                    <a:pt x="2785596" y="2328386"/>
                  </a:lnTo>
                  <a:lnTo>
                    <a:pt x="2784741" y="2328386"/>
                  </a:lnTo>
                  <a:lnTo>
                    <a:pt x="2783885" y="2328386"/>
                  </a:lnTo>
                  <a:lnTo>
                    <a:pt x="2783029" y="2328386"/>
                  </a:lnTo>
                  <a:lnTo>
                    <a:pt x="2782174" y="2328386"/>
                  </a:lnTo>
                  <a:lnTo>
                    <a:pt x="2781318" y="2328386"/>
                  </a:lnTo>
                  <a:lnTo>
                    <a:pt x="2780463" y="2328386"/>
                  </a:lnTo>
                  <a:lnTo>
                    <a:pt x="2779607" y="2328386"/>
                  </a:lnTo>
                  <a:lnTo>
                    <a:pt x="2778752" y="2328386"/>
                  </a:lnTo>
                  <a:lnTo>
                    <a:pt x="2777896" y="2328386"/>
                  </a:lnTo>
                  <a:lnTo>
                    <a:pt x="2777041" y="2328386"/>
                  </a:lnTo>
                  <a:lnTo>
                    <a:pt x="2776185" y="2328386"/>
                  </a:lnTo>
                  <a:lnTo>
                    <a:pt x="2775330" y="2328386"/>
                  </a:lnTo>
                  <a:lnTo>
                    <a:pt x="2774474" y="2328386"/>
                  </a:lnTo>
                  <a:lnTo>
                    <a:pt x="2773619" y="2328386"/>
                  </a:lnTo>
                  <a:lnTo>
                    <a:pt x="2772763" y="2328386"/>
                  </a:lnTo>
                  <a:lnTo>
                    <a:pt x="2771908" y="2328386"/>
                  </a:lnTo>
                  <a:lnTo>
                    <a:pt x="2771052" y="2328386"/>
                  </a:lnTo>
                  <a:lnTo>
                    <a:pt x="2770197" y="2328386"/>
                  </a:lnTo>
                  <a:lnTo>
                    <a:pt x="2769341" y="2328386"/>
                  </a:lnTo>
                  <a:lnTo>
                    <a:pt x="2768486" y="2328386"/>
                  </a:lnTo>
                  <a:lnTo>
                    <a:pt x="2767630" y="2328386"/>
                  </a:lnTo>
                  <a:lnTo>
                    <a:pt x="2766774" y="2328386"/>
                  </a:lnTo>
                  <a:lnTo>
                    <a:pt x="2765919" y="2328386"/>
                  </a:lnTo>
                  <a:lnTo>
                    <a:pt x="2765063" y="2328386"/>
                  </a:lnTo>
                  <a:lnTo>
                    <a:pt x="2764208" y="2328386"/>
                  </a:lnTo>
                  <a:lnTo>
                    <a:pt x="2763352" y="2328386"/>
                  </a:lnTo>
                  <a:lnTo>
                    <a:pt x="2762497" y="2328386"/>
                  </a:lnTo>
                  <a:lnTo>
                    <a:pt x="2761641" y="2328386"/>
                  </a:lnTo>
                  <a:lnTo>
                    <a:pt x="2760786" y="2328386"/>
                  </a:lnTo>
                  <a:lnTo>
                    <a:pt x="2759930" y="2328386"/>
                  </a:lnTo>
                  <a:lnTo>
                    <a:pt x="2759075" y="2328386"/>
                  </a:lnTo>
                  <a:lnTo>
                    <a:pt x="2758219" y="2328386"/>
                  </a:lnTo>
                  <a:lnTo>
                    <a:pt x="2757364" y="2328386"/>
                  </a:lnTo>
                  <a:lnTo>
                    <a:pt x="2756508" y="2328386"/>
                  </a:lnTo>
                  <a:lnTo>
                    <a:pt x="2755653" y="2328386"/>
                  </a:lnTo>
                  <a:lnTo>
                    <a:pt x="2754797" y="2328386"/>
                  </a:lnTo>
                  <a:lnTo>
                    <a:pt x="2753942" y="2328386"/>
                  </a:lnTo>
                  <a:lnTo>
                    <a:pt x="2753086" y="2328386"/>
                  </a:lnTo>
                  <a:lnTo>
                    <a:pt x="2752231" y="2328386"/>
                  </a:lnTo>
                  <a:lnTo>
                    <a:pt x="2751375" y="2328386"/>
                  </a:lnTo>
                  <a:lnTo>
                    <a:pt x="2750519" y="2328386"/>
                  </a:lnTo>
                  <a:lnTo>
                    <a:pt x="2749664" y="2328386"/>
                  </a:lnTo>
                  <a:lnTo>
                    <a:pt x="2748808" y="2328386"/>
                  </a:lnTo>
                  <a:lnTo>
                    <a:pt x="2747953" y="2328386"/>
                  </a:lnTo>
                  <a:lnTo>
                    <a:pt x="2747097" y="2328386"/>
                  </a:lnTo>
                  <a:lnTo>
                    <a:pt x="2746242" y="2328386"/>
                  </a:lnTo>
                  <a:lnTo>
                    <a:pt x="2745386" y="2328386"/>
                  </a:lnTo>
                  <a:lnTo>
                    <a:pt x="2744531" y="2328386"/>
                  </a:lnTo>
                  <a:lnTo>
                    <a:pt x="2743675" y="2328386"/>
                  </a:lnTo>
                  <a:lnTo>
                    <a:pt x="2742820" y="2328386"/>
                  </a:lnTo>
                  <a:lnTo>
                    <a:pt x="2741964" y="2328386"/>
                  </a:lnTo>
                  <a:lnTo>
                    <a:pt x="2741109" y="2328386"/>
                  </a:lnTo>
                  <a:lnTo>
                    <a:pt x="2740253" y="2328386"/>
                  </a:lnTo>
                  <a:lnTo>
                    <a:pt x="2739398" y="2328386"/>
                  </a:lnTo>
                  <a:lnTo>
                    <a:pt x="2738542" y="2328386"/>
                  </a:lnTo>
                  <a:lnTo>
                    <a:pt x="2737687" y="2328386"/>
                  </a:lnTo>
                  <a:lnTo>
                    <a:pt x="2736831" y="2328386"/>
                  </a:lnTo>
                  <a:lnTo>
                    <a:pt x="2735975" y="2328386"/>
                  </a:lnTo>
                  <a:lnTo>
                    <a:pt x="2735120" y="2328386"/>
                  </a:lnTo>
                  <a:lnTo>
                    <a:pt x="2734264" y="2328386"/>
                  </a:lnTo>
                  <a:lnTo>
                    <a:pt x="2733409" y="2328386"/>
                  </a:lnTo>
                  <a:lnTo>
                    <a:pt x="2732553" y="2328386"/>
                  </a:lnTo>
                  <a:lnTo>
                    <a:pt x="2731698" y="2328386"/>
                  </a:lnTo>
                  <a:lnTo>
                    <a:pt x="2730842" y="2328386"/>
                  </a:lnTo>
                  <a:lnTo>
                    <a:pt x="2729987" y="2328386"/>
                  </a:lnTo>
                  <a:lnTo>
                    <a:pt x="2729131" y="2328386"/>
                  </a:lnTo>
                  <a:lnTo>
                    <a:pt x="2728276" y="2328386"/>
                  </a:lnTo>
                  <a:lnTo>
                    <a:pt x="2727420" y="2328386"/>
                  </a:lnTo>
                  <a:lnTo>
                    <a:pt x="2726565" y="2328386"/>
                  </a:lnTo>
                  <a:lnTo>
                    <a:pt x="2725709" y="2328386"/>
                  </a:lnTo>
                  <a:lnTo>
                    <a:pt x="2724854" y="2328386"/>
                  </a:lnTo>
                  <a:lnTo>
                    <a:pt x="2723998" y="2328386"/>
                  </a:lnTo>
                  <a:lnTo>
                    <a:pt x="2723143" y="2328386"/>
                  </a:lnTo>
                  <a:lnTo>
                    <a:pt x="2722287" y="2328386"/>
                  </a:lnTo>
                  <a:lnTo>
                    <a:pt x="2721432" y="2328386"/>
                  </a:lnTo>
                  <a:lnTo>
                    <a:pt x="2720576" y="2328386"/>
                  </a:lnTo>
                  <a:lnTo>
                    <a:pt x="2719720" y="2328386"/>
                  </a:lnTo>
                  <a:lnTo>
                    <a:pt x="2718865" y="2328386"/>
                  </a:lnTo>
                  <a:lnTo>
                    <a:pt x="2718009" y="2328386"/>
                  </a:lnTo>
                  <a:lnTo>
                    <a:pt x="2717154" y="2328386"/>
                  </a:lnTo>
                  <a:lnTo>
                    <a:pt x="2716298" y="2328386"/>
                  </a:lnTo>
                  <a:lnTo>
                    <a:pt x="2715443" y="2328386"/>
                  </a:lnTo>
                  <a:lnTo>
                    <a:pt x="2714587" y="2328386"/>
                  </a:lnTo>
                  <a:lnTo>
                    <a:pt x="2713732" y="2328386"/>
                  </a:lnTo>
                  <a:lnTo>
                    <a:pt x="2712876" y="2328386"/>
                  </a:lnTo>
                  <a:lnTo>
                    <a:pt x="2712021" y="2328386"/>
                  </a:lnTo>
                  <a:lnTo>
                    <a:pt x="2711165" y="2328386"/>
                  </a:lnTo>
                  <a:lnTo>
                    <a:pt x="2710310" y="2328386"/>
                  </a:lnTo>
                  <a:lnTo>
                    <a:pt x="2709454" y="2328386"/>
                  </a:lnTo>
                  <a:lnTo>
                    <a:pt x="2708599" y="2328386"/>
                  </a:lnTo>
                  <a:lnTo>
                    <a:pt x="2707743" y="2328386"/>
                  </a:lnTo>
                  <a:lnTo>
                    <a:pt x="2706888" y="2328386"/>
                  </a:lnTo>
                  <a:lnTo>
                    <a:pt x="2706032" y="2328386"/>
                  </a:lnTo>
                  <a:lnTo>
                    <a:pt x="2705177" y="2328386"/>
                  </a:lnTo>
                  <a:lnTo>
                    <a:pt x="2704321" y="2328386"/>
                  </a:lnTo>
                  <a:lnTo>
                    <a:pt x="2703465" y="2328386"/>
                  </a:lnTo>
                  <a:lnTo>
                    <a:pt x="2702610" y="2328386"/>
                  </a:lnTo>
                  <a:lnTo>
                    <a:pt x="2701754" y="2328386"/>
                  </a:lnTo>
                  <a:lnTo>
                    <a:pt x="2700899" y="2328386"/>
                  </a:lnTo>
                  <a:lnTo>
                    <a:pt x="2700043" y="2328386"/>
                  </a:lnTo>
                  <a:lnTo>
                    <a:pt x="2699188" y="2328386"/>
                  </a:lnTo>
                  <a:lnTo>
                    <a:pt x="2698332" y="2328386"/>
                  </a:lnTo>
                  <a:lnTo>
                    <a:pt x="2697477" y="2328386"/>
                  </a:lnTo>
                  <a:lnTo>
                    <a:pt x="2696621" y="2328386"/>
                  </a:lnTo>
                  <a:lnTo>
                    <a:pt x="2695766" y="2328386"/>
                  </a:lnTo>
                  <a:lnTo>
                    <a:pt x="2694910" y="2328386"/>
                  </a:lnTo>
                  <a:lnTo>
                    <a:pt x="2694055" y="2328386"/>
                  </a:lnTo>
                  <a:lnTo>
                    <a:pt x="2693199" y="2328386"/>
                  </a:lnTo>
                  <a:lnTo>
                    <a:pt x="2692344" y="2328386"/>
                  </a:lnTo>
                  <a:lnTo>
                    <a:pt x="2691488" y="2328386"/>
                  </a:lnTo>
                  <a:lnTo>
                    <a:pt x="2690633" y="2328386"/>
                  </a:lnTo>
                  <a:lnTo>
                    <a:pt x="2689777" y="2328386"/>
                  </a:lnTo>
                  <a:lnTo>
                    <a:pt x="2688921" y="2328386"/>
                  </a:lnTo>
                  <a:lnTo>
                    <a:pt x="2688066" y="2328386"/>
                  </a:lnTo>
                  <a:lnTo>
                    <a:pt x="2687210" y="2328386"/>
                  </a:lnTo>
                  <a:lnTo>
                    <a:pt x="2686355" y="2328386"/>
                  </a:lnTo>
                  <a:lnTo>
                    <a:pt x="2685499" y="2328386"/>
                  </a:lnTo>
                  <a:lnTo>
                    <a:pt x="2684644" y="2328386"/>
                  </a:lnTo>
                  <a:lnTo>
                    <a:pt x="2683788" y="2328386"/>
                  </a:lnTo>
                  <a:lnTo>
                    <a:pt x="2682933" y="2328386"/>
                  </a:lnTo>
                  <a:lnTo>
                    <a:pt x="2682077" y="2328386"/>
                  </a:lnTo>
                  <a:lnTo>
                    <a:pt x="2681222" y="2328386"/>
                  </a:lnTo>
                  <a:lnTo>
                    <a:pt x="2680366" y="2328386"/>
                  </a:lnTo>
                  <a:lnTo>
                    <a:pt x="2679511" y="2328386"/>
                  </a:lnTo>
                  <a:lnTo>
                    <a:pt x="2678655" y="2328386"/>
                  </a:lnTo>
                  <a:lnTo>
                    <a:pt x="2677800" y="2328386"/>
                  </a:lnTo>
                  <a:lnTo>
                    <a:pt x="2676944" y="2328386"/>
                  </a:lnTo>
                  <a:lnTo>
                    <a:pt x="2676089" y="2328386"/>
                  </a:lnTo>
                  <a:lnTo>
                    <a:pt x="2675233" y="2328386"/>
                  </a:lnTo>
                  <a:lnTo>
                    <a:pt x="2674378" y="2328386"/>
                  </a:lnTo>
                  <a:lnTo>
                    <a:pt x="2673522" y="2328386"/>
                  </a:lnTo>
                  <a:lnTo>
                    <a:pt x="2672666" y="2328386"/>
                  </a:lnTo>
                  <a:lnTo>
                    <a:pt x="2671811" y="2328386"/>
                  </a:lnTo>
                  <a:lnTo>
                    <a:pt x="2670955" y="2328386"/>
                  </a:lnTo>
                  <a:lnTo>
                    <a:pt x="2670100" y="2328386"/>
                  </a:lnTo>
                  <a:lnTo>
                    <a:pt x="2669244" y="2328386"/>
                  </a:lnTo>
                  <a:lnTo>
                    <a:pt x="2668389" y="2328386"/>
                  </a:lnTo>
                  <a:lnTo>
                    <a:pt x="2667533" y="2328386"/>
                  </a:lnTo>
                  <a:lnTo>
                    <a:pt x="2666678" y="2328386"/>
                  </a:lnTo>
                  <a:lnTo>
                    <a:pt x="2665822" y="2328386"/>
                  </a:lnTo>
                  <a:lnTo>
                    <a:pt x="2664967" y="2328386"/>
                  </a:lnTo>
                  <a:lnTo>
                    <a:pt x="2664111" y="2328386"/>
                  </a:lnTo>
                  <a:lnTo>
                    <a:pt x="2663256" y="2328386"/>
                  </a:lnTo>
                  <a:lnTo>
                    <a:pt x="2662400" y="2328386"/>
                  </a:lnTo>
                  <a:lnTo>
                    <a:pt x="2661545" y="2328386"/>
                  </a:lnTo>
                  <a:lnTo>
                    <a:pt x="2660689" y="2328386"/>
                  </a:lnTo>
                  <a:lnTo>
                    <a:pt x="2659834" y="2328386"/>
                  </a:lnTo>
                  <a:lnTo>
                    <a:pt x="2658978" y="2328386"/>
                  </a:lnTo>
                  <a:lnTo>
                    <a:pt x="2658123" y="2328386"/>
                  </a:lnTo>
                  <a:lnTo>
                    <a:pt x="2657267" y="2328386"/>
                  </a:lnTo>
                  <a:lnTo>
                    <a:pt x="2656411" y="2328386"/>
                  </a:lnTo>
                  <a:lnTo>
                    <a:pt x="2655556" y="2328386"/>
                  </a:lnTo>
                  <a:lnTo>
                    <a:pt x="2654700" y="2328386"/>
                  </a:lnTo>
                  <a:lnTo>
                    <a:pt x="2653845" y="2328386"/>
                  </a:lnTo>
                  <a:lnTo>
                    <a:pt x="2652989" y="2328386"/>
                  </a:lnTo>
                  <a:lnTo>
                    <a:pt x="2652134" y="2328386"/>
                  </a:lnTo>
                  <a:lnTo>
                    <a:pt x="2651278" y="2328386"/>
                  </a:lnTo>
                  <a:lnTo>
                    <a:pt x="2650423" y="2328386"/>
                  </a:lnTo>
                  <a:lnTo>
                    <a:pt x="2649567" y="2328386"/>
                  </a:lnTo>
                  <a:lnTo>
                    <a:pt x="2648712" y="2328386"/>
                  </a:lnTo>
                  <a:lnTo>
                    <a:pt x="2647856" y="2328386"/>
                  </a:lnTo>
                  <a:lnTo>
                    <a:pt x="2647001" y="2328386"/>
                  </a:lnTo>
                  <a:lnTo>
                    <a:pt x="2646145" y="2328386"/>
                  </a:lnTo>
                  <a:lnTo>
                    <a:pt x="2645290" y="2328386"/>
                  </a:lnTo>
                  <a:lnTo>
                    <a:pt x="2644434" y="2328386"/>
                  </a:lnTo>
                  <a:lnTo>
                    <a:pt x="2643579" y="2328386"/>
                  </a:lnTo>
                  <a:lnTo>
                    <a:pt x="2642723" y="2328386"/>
                  </a:lnTo>
                  <a:lnTo>
                    <a:pt x="2641868" y="2328386"/>
                  </a:lnTo>
                  <a:lnTo>
                    <a:pt x="2641012" y="2328386"/>
                  </a:lnTo>
                  <a:lnTo>
                    <a:pt x="2640156" y="2328386"/>
                  </a:lnTo>
                  <a:lnTo>
                    <a:pt x="2639301" y="2328386"/>
                  </a:lnTo>
                  <a:lnTo>
                    <a:pt x="2638445" y="2328386"/>
                  </a:lnTo>
                  <a:lnTo>
                    <a:pt x="2637590" y="2328386"/>
                  </a:lnTo>
                  <a:lnTo>
                    <a:pt x="2636734" y="2328386"/>
                  </a:lnTo>
                  <a:lnTo>
                    <a:pt x="2635879" y="2328386"/>
                  </a:lnTo>
                  <a:lnTo>
                    <a:pt x="2635023" y="2328386"/>
                  </a:lnTo>
                  <a:lnTo>
                    <a:pt x="2634168" y="2328386"/>
                  </a:lnTo>
                  <a:lnTo>
                    <a:pt x="2633312" y="2328386"/>
                  </a:lnTo>
                  <a:lnTo>
                    <a:pt x="2632457" y="2328386"/>
                  </a:lnTo>
                  <a:lnTo>
                    <a:pt x="2631601" y="2328386"/>
                  </a:lnTo>
                  <a:lnTo>
                    <a:pt x="2630746" y="2328386"/>
                  </a:lnTo>
                  <a:lnTo>
                    <a:pt x="2629890" y="2328386"/>
                  </a:lnTo>
                  <a:lnTo>
                    <a:pt x="2629035" y="2328386"/>
                  </a:lnTo>
                  <a:lnTo>
                    <a:pt x="2628179" y="2328386"/>
                  </a:lnTo>
                  <a:lnTo>
                    <a:pt x="2627324" y="2328386"/>
                  </a:lnTo>
                  <a:lnTo>
                    <a:pt x="2626468" y="2328386"/>
                  </a:lnTo>
                  <a:lnTo>
                    <a:pt x="2625612" y="2328386"/>
                  </a:lnTo>
                  <a:lnTo>
                    <a:pt x="2624757" y="2328386"/>
                  </a:lnTo>
                  <a:lnTo>
                    <a:pt x="2623901" y="2328386"/>
                  </a:lnTo>
                  <a:lnTo>
                    <a:pt x="2623046" y="2328386"/>
                  </a:lnTo>
                  <a:lnTo>
                    <a:pt x="2622190" y="2328386"/>
                  </a:lnTo>
                  <a:lnTo>
                    <a:pt x="2621335" y="2328386"/>
                  </a:lnTo>
                  <a:lnTo>
                    <a:pt x="2620479" y="2328386"/>
                  </a:lnTo>
                  <a:lnTo>
                    <a:pt x="2619624" y="2328386"/>
                  </a:lnTo>
                  <a:lnTo>
                    <a:pt x="2618768" y="2328386"/>
                  </a:lnTo>
                  <a:lnTo>
                    <a:pt x="2617913" y="2328386"/>
                  </a:lnTo>
                  <a:lnTo>
                    <a:pt x="2617057" y="2328386"/>
                  </a:lnTo>
                  <a:lnTo>
                    <a:pt x="2616202" y="2328386"/>
                  </a:lnTo>
                  <a:lnTo>
                    <a:pt x="2615346" y="2328386"/>
                  </a:lnTo>
                  <a:lnTo>
                    <a:pt x="2614491" y="2328386"/>
                  </a:lnTo>
                  <a:lnTo>
                    <a:pt x="2613635" y="2328386"/>
                  </a:lnTo>
                  <a:lnTo>
                    <a:pt x="2612780" y="2328386"/>
                  </a:lnTo>
                  <a:lnTo>
                    <a:pt x="2611924" y="2328386"/>
                  </a:lnTo>
                  <a:lnTo>
                    <a:pt x="2611069" y="2328386"/>
                  </a:lnTo>
                  <a:lnTo>
                    <a:pt x="2610213" y="2328386"/>
                  </a:lnTo>
                  <a:lnTo>
                    <a:pt x="2609357" y="2328386"/>
                  </a:lnTo>
                  <a:lnTo>
                    <a:pt x="2608502" y="2328386"/>
                  </a:lnTo>
                  <a:lnTo>
                    <a:pt x="2607646" y="2328386"/>
                  </a:lnTo>
                  <a:lnTo>
                    <a:pt x="2606791" y="2328386"/>
                  </a:lnTo>
                  <a:lnTo>
                    <a:pt x="2605935" y="2328386"/>
                  </a:lnTo>
                  <a:lnTo>
                    <a:pt x="2605080" y="2328386"/>
                  </a:lnTo>
                  <a:lnTo>
                    <a:pt x="2604224" y="2328386"/>
                  </a:lnTo>
                  <a:lnTo>
                    <a:pt x="2603369" y="2328386"/>
                  </a:lnTo>
                  <a:lnTo>
                    <a:pt x="2602513" y="2328386"/>
                  </a:lnTo>
                  <a:lnTo>
                    <a:pt x="2601658" y="2328386"/>
                  </a:lnTo>
                  <a:lnTo>
                    <a:pt x="2600802" y="2328386"/>
                  </a:lnTo>
                  <a:lnTo>
                    <a:pt x="2599947" y="2328386"/>
                  </a:lnTo>
                  <a:lnTo>
                    <a:pt x="2599091" y="2328386"/>
                  </a:lnTo>
                  <a:lnTo>
                    <a:pt x="2598236" y="2328386"/>
                  </a:lnTo>
                  <a:lnTo>
                    <a:pt x="2597380" y="2328386"/>
                  </a:lnTo>
                  <a:lnTo>
                    <a:pt x="2596525" y="2328386"/>
                  </a:lnTo>
                  <a:lnTo>
                    <a:pt x="2595669" y="2328386"/>
                  </a:lnTo>
                  <a:lnTo>
                    <a:pt x="2594814" y="2328386"/>
                  </a:lnTo>
                  <a:lnTo>
                    <a:pt x="2593958" y="2328386"/>
                  </a:lnTo>
                  <a:lnTo>
                    <a:pt x="2593102" y="2328386"/>
                  </a:lnTo>
                  <a:lnTo>
                    <a:pt x="2592247" y="2328386"/>
                  </a:lnTo>
                  <a:lnTo>
                    <a:pt x="2591391" y="2328386"/>
                  </a:lnTo>
                  <a:lnTo>
                    <a:pt x="2590536" y="2328386"/>
                  </a:lnTo>
                  <a:lnTo>
                    <a:pt x="2589680" y="2328386"/>
                  </a:lnTo>
                  <a:lnTo>
                    <a:pt x="2588825" y="2328386"/>
                  </a:lnTo>
                  <a:lnTo>
                    <a:pt x="2587969" y="2328386"/>
                  </a:lnTo>
                  <a:lnTo>
                    <a:pt x="2587114" y="2328386"/>
                  </a:lnTo>
                  <a:lnTo>
                    <a:pt x="2586258" y="2328386"/>
                  </a:lnTo>
                  <a:lnTo>
                    <a:pt x="2585403" y="2328386"/>
                  </a:lnTo>
                  <a:lnTo>
                    <a:pt x="2584547" y="2328386"/>
                  </a:lnTo>
                  <a:lnTo>
                    <a:pt x="2583692" y="2328386"/>
                  </a:lnTo>
                  <a:lnTo>
                    <a:pt x="2582836" y="2328386"/>
                  </a:lnTo>
                  <a:lnTo>
                    <a:pt x="2581981" y="2328386"/>
                  </a:lnTo>
                  <a:lnTo>
                    <a:pt x="2581125" y="2328386"/>
                  </a:lnTo>
                  <a:lnTo>
                    <a:pt x="2580270" y="2328386"/>
                  </a:lnTo>
                  <a:lnTo>
                    <a:pt x="2579414" y="2328386"/>
                  </a:lnTo>
                  <a:lnTo>
                    <a:pt x="2578558" y="2328386"/>
                  </a:lnTo>
                  <a:lnTo>
                    <a:pt x="2577703" y="2328386"/>
                  </a:lnTo>
                  <a:lnTo>
                    <a:pt x="2576847" y="2328386"/>
                  </a:lnTo>
                  <a:lnTo>
                    <a:pt x="2575992" y="2328386"/>
                  </a:lnTo>
                  <a:lnTo>
                    <a:pt x="2575136" y="2328386"/>
                  </a:lnTo>
                  <a:lnTo>
                    <a:pt x="2574281" y="2328386"/>
                  </a:lnTo>
                  <a:lnTo>
                    <a:pt x="2573425" y="2328386"/>
                  </a:lnTo>
                  <a:lnTo>
                    <a:pt x="2572570" y="2328386"/>
                  </a:lnTo>
                  <a:lnTo>
                    <a:pt x="2571714" y="2328386"/>
                  </a:lnTo>
                  <a:lnTo>
                    <a:pt x="2570859" y="2328386"/>
                  </a:lnTo>
                  <a:lnTo>
                    <a:pt x="2570003" y="2328386"/>
                  </a:lnTo>
                  <a:lnTo>
                    <a:pt x="2569148" y="2328386"/>
                  </a:lnTo>
                  <a:lnTo>
                    <a:pt x="2568292" y="2328386"/>
                  </a:lnTo>
                  <a:lnTo>
                    <a:pt x="2567437" y="2328386"/>
                  </a:lnTo>
                  <a:lnTo>
                    <a:pt x="2566581" y="2328386"/>
                  </a:lnTo>
                  <a:lnTo>
                    <a:pt x="2565726" y="2328386"/>
                  </a:lnTo>
                  <a:lnTo>
                    <a:pt x="2564870" y="2328386"/>
                  </a:lnTo>
                  <a:lnTo>
                    <a:pt x="2564015" y="2328386"/>
                  </a:lnTo>
                  <a:lnTo>
                    <a:pt x="2563159" y="2328386"/>
                  </a:lnTo>
                  <a:lnTo>
                    <a:pt x="2562303" y="2328386"/>
                  </a:lnTo>
                  <a:lnTo>
                    <a:pt x="2561448" y="2328386"/>
                  </a:lnTo>
                  <a:lnTo>
                    <a:pt x="2560592" y="2328386"/>
                  </a:lnTo>
                  <a:lnTo>
                    <a:pt x="2559737" y="2328386"/>
                  </a:lnTo>
                  <a:lnTo>
                    <a:pt x="2558881" y="2328386"/>
                  </a:lnTo>
                  <a:lnTo>
                    <a:pt x="2558026" y="2328386"/>
                  </a:lnTo>
                  <a:lnTo>
                    <a:pt x="2557170" y="2328386"/>
                  </a:lnTo>
                  <a:lnTo>
                    <a:pt x="2556315" y="2328386"/>
                  </a:lnTo>
                  <a:lnTo>
                    <a:pt x="2555459" y="2328386"/>
                  </a:lnTo>
                  <a:lnTo>
                    <a:pt x="2554604" y="2328386"/>
                  </a:lnTo>
                  <a:lnTo>
                    <a:pt x="2553748" y="2328386"/>
                  </a:lnTo>
                  <a:lnTo>
                    <a:pt x="2552893" y="2328386"/>
                  </a:lnTo>
                  <a:lnTo>
                    <a:pt x="2552037" y="2328386"/>
                  </a:lnTo>
                  <a:lnTo>
                    <a:pt x="2551182" y="2328386"/>
                  </a:lnTo>
                  <a:lnTo>
                    <a:pt x="2550326" y="2328386"/>
                  </a:lnTo>
                  <a:lnTo>
                    <a:pt x="2549471" y="2328386"/>
                  </a:lnTo>
                  <a:lnTo>
                    <a:pt x="2548615" y="2328386"/>
                  </a:lnTo>
                  <a:lnTo>
                    <a:pt x="2547760" y="2328386"/>
                  </a:lnTo>
                  <a:lnTo>
                    <a:pt x="2546904" y="2328386"/>
                  </a:lnTo>
                  <a:lnTo>
                    <a:pt x="2546048" y="2328386"/>
                  </a:lnTo>
                  <a:lnTo>
                    <a:pt x="2545193" y="2328386"/>
                  </a:lnTo>
                  <a:lnTo>
                    <a:pt x="2544337" y="2328386"/>
                  </a:lnTo>
                  <a:lnTo>
                    <a:pt x="2543482" y="2328386"/>
                  </a:lnTo>
                  <a:lnTo>
                    <a:pt x="2542626" y="2328386"/>
                  </a:lnTo>
                  <a:lnTo>
                    <a:pt x="2541771" y="2328386"/>
                  </a:lnTo>
                  <a:lnTo>
                    <a:pt x="2540915" y="2328386"/>
                  </a:lnTo>
                  <a:lnTo>
                    <a:pt x="2540060" y="2328386"/>
                  </a:lnTo>
                  <a:lnTo>
                    <a:pt x="2539204" y="2328386"/>
                  </a:lnTo>
                  <a:lnTo>
                    <a:pt x="2538349" y="2328386"/>
                  </a:lnTo>
                  <a:lnTo>
                    <a:pt x="2537493" y="2328386"/>
                  </a:lnTo>
                  <a:lnTo>
                    <a:pt x="2536638" y="2328386"/>
                  </a:lnTo>
                  <a:lnTo>
                    <a:pt x="2535782" y="2328386"/>
                  </a:lnTo>
                  <a:lnTo>
                    <a:pt x="2534927" y="2328386"/>
                  </a:lnTo>
                  <a:lnTo>
                    <a:pt x="2534071" y="2328386"/>
                  </a:lnTo>
                  <a:lnTo>
                    <a:pt x="2533216" y="2328386"/>
                  </a:lnTo>
                  <a:lnTo>
                    <a:pt x="2532360" y="2328386"/>
                  </a:lnTo>
                  <a:lnTo>
                    <a:pt x="2531504" y="2328386"/>
                  </a:lnTo>
                  <a:lnTo>
                    <a:pt x="2530649" y="2328386"/>
                  </a:lnTo>
                  <a:lnTo>
                    <a:pt x="2529793" y="2328386"/>
                  </a:lnTo>
                  <a:lnTo>
                    <a:pt x="2528938" y="2328386"/>
                  </a:lnTo>
                  <a:lnTo>
                    <a:pt x="2528082" y="2328386"/>
                  </a:lnTo>
                  <a:lnTo>
                    <a:pt x="2527227" y="2328386"/>
                  </a:lnTo>
                  <a:lnTo>
                    <a:pt x="2526371" y="2328386"/>
                  </a:lnTo>
                  <a:lnTo>
                    <a:pt x="2525516" y="2328386"/>
                  </a:lnTo>
                  <a:lnTo>
                    <a:pt x="2524660" y="2328386"/>
                  </a:lnTo>
                  <a:lnTo>
                    <a:pt x="2523805" y="2328386"/>
                  </a:lnTo>
                  <a:lnTo>
                    <a:pt x="2522949" y="2328386"/>
                  </a:lnTo>
                  <a:lnTo>
                    <a:pt x="2522094" y="2328386"/>
                  </a:lnTo>
                  <a:lnTo>
                    <a:pt x="2521238" y="2328386"/>
                  </a:lnTo>
                  <a:lnTo>
                    <a:pt x="2520383" y="2328386"/>
                  </a:lnTo>
                  <a:lnTo>
                    <a:pt x="2519527" y="2328386"/>
                  </a:lnTo>
                  <a:lnTo>
                    <a:pt x="2518672" y="2328386"/>
                  </a:lnTo>
                  <a:lnTo>
                    <a:pt x="2517816" y="2328386"/>
                  </a:lnTo>
                  <a:lnTo>
                    <a:pt x="2516961" y="2328386"/>
                  </a:lnTo>
                  <a:lnTo>
                    <a:pt x="2516105" y="2328386"/>
                  </a:lnTo>
                  <a:lnTo>
                    <a:pt x="2515249" y="2328386"/>
                  </a:lnTo>
                  <a:lnTo>
                    <a:pt x="2514394" y="2328386"/>
                  </a:lnTo>
                  <a:lnTo>
                    <a:pt x="2513538" y="2328386"/>
                  </a:lnTo>
                  <a:lnTo>
                    <a:pt x="2512683" y="2328386"/>
                  </a:lnTo>
                  <a:lnTo>
                    <a:pt x="2511827" y="2328386"/>
                  </a:lnTo>
                  <a:lnTo>
                    <a:pt x="2510972" y="2328386"/>
                  </a:lnTo>
                  <a:lnTo>
                    <a:pt x="2510116" y="2328386"/>
                  </a:lnTo>
                  <a:lnTo>
                    <a:pt x="2509261" y="2328386"/>
                  </a:lnTo>
                  <a:lnTo>
                    <a:pt x="2508405" y="2328386"/>
                  </a:lnTo>
                  <a:lnTo>
                    <a:pt x="2507550" y="2328386"/>
                  </a:lnTo>
                  <a:lnTo>
                    <a:pt x="2506694" y="2328386"/>
                  </a:lnTo>
                  <a:lnTo>
                    <a:pt x="2505839" y="2328386"/>
                  </a:lnTo>
                  <a:lnTo>
                    <a:pt x="2504983" y="2328386"/>
                  </a:lnTo>
                  <a:lnTo>
                    <a:pt x="2504128" y="2328386"/>
                  </a:lnTo>
                  <a:lnTo>
                    <a:pt x="2503272" y="2328386"/>
                  </a:lnTo>
                  <a:lnTo>
                    <a:pt x="2502417" y="2328386"/>
                  </a:lnTo>
                  <a:lnTo>
                    <a:pt x="2501561" y="2328386"/>
                  </a:lnTo>
                  <a:lnTo>
                    <a:pt x="2500706" y="2328386"/>
                  </a:lnTo>
                  <a:lnTo>
                    <a:pt x="2499850" y="2328386"/>
                  </a:lnTo>
                  <a:lnTo>
                    <a:pt x="2498994" y="2328386"/>
                  </a:lnTo>
                  <a:lnTo>
                    <a:pt x="2498139" y="2328386"/>
                  </a:lnTo>
                  <a:lnTo>
                    <a:pt x="2497283" y="2328386"/>
                  </a:lnTo>
                  <a:lnTo>
                    <a:pt x="2496428" y="2328386"/>
                  </a:lnTo>
                  <a:lnTo>
                    <a:pt x="2495572" y="2328386"/>
                  </a:lnTo>
                  <a:lnTo>
                    <a:pt x="2494717" y="2328386"/>
                  </a:lnTo>
                  <a:lnTo>
                    <a:pt x="2493861" y="2328386"/>
                  </a:lnTo>
                  <a:lnTo>
                    <a:pt x="2493006" y="2328386"/>
                  </a:lnTo>
                  <a:lnTo>
                    <a:pt x="2492150" y="2328386"/>
                  </a:lnTo>
                  <a:lnTo>
                    <a:pt x="2491295" y="2328386"/>
                  </a:lnTo>
                  <a:lnTo>
                    <a:pt x="2490439" y="2328386"/>
                  </a:lnTo>
                  <a:lnTo>
                    <a:pt x="2489584" y="2328386"/>
                  </a:lnTo>
                  <a:lnTo>
                    <a:pt x="2488728" y="2328386"/>
                  </a:lnTo>
                  <a:lnTo>
                    <a:pt x="2487873" y="2328386"/>
                  </a:lnTo>
                  <a:lnTo>
                    <a:pt x="2487017" y="2328386"/>
                  </a:lnTo>
                  <a:lnTo>
                    <a:pt x="2486162" y="2328386"/>
                  </a:lnTo>
                  <a:lnTo>
                    <a:pt x="2485306" y="2328386"/>
                  </a:lnTo>
                  <a:lnTo>
                    <a:pt x="2484450" y="2328386"/>
                  </a:lnTo>
                  <a:lnTo>
                    <a:pt x="2483595" y="2328386"/>
                  </a:lnTo>
                  <a:lnTo>
                    <a:pt x="2482739" y="2328386"/>
                  </a:lnTo>
                  <a:lnTo>
                    <a:pt x="2481884" y="2328386"/>
                  </a:lnTo>
                  <a:lnTo>
                    <a:pt x="2481028" y="2328386"/>
                  </a:lnTo>
                  <a:lnTo>
                    <a:pt x="2480173" y="2328386"/>
                  </a:lnTo>
                  <a:lnTo>
                    <a:pt x="2479317" y="2328386"/>
                  </a:lnTo>
                  <a:lnTo>
                    <a:pt x="2478462" y="2328386"/>
                  </a:lnTo>
                  <a:lnTo>
                    <a:pt x="2477606" y="2328386"/>
                  </a:lnTo>
                  <a:lnTo>
                    <a:pt x="2476751" y="2328386"/>
                  </a:lnTo>
                  <a:lnTo>
                    <a:pt x="2475895" y="2328386"/>
                  </a:lnTo>
                  <a:lnTo>
                    <a:pt x="2475040" y="2328386"/>
                  </a:lnTo>
                  <a:lnTo>
                    <a:pt x="2474184" y="2328386"/>
                  </a:lnTo>
                  <a:lnTo>
                    <a:pt x="2473329" y="2328386"/>
                  </a:lnTo>
                  <a:lnTo>
                    <a:pt x="2472473" y="2328386"/>
                  </a:lnTo>
                  <a:lnTo>
                    <a:pt x="2471618" y="2328386"/>
                  </a:lnTo>
                  <a:lnTo>
                    <a:pt x="2470762" y="2328386"/>
                  </a:lnTo>
                  <a:lnTo>
                    <a:pt x="2469907" y="2328386"/>
                  </a:lnTo>
                  <a:lnTo>
                    <a:pt x="2469051" y="2328386"/>
                  </a:lnTo>
                  <a:lnTo>
                    <a:pt x="2468195" y="2328386"/>
                  </a:lnTo>
                  <a:lnTo>
                    <a:pt x="2467340" y="2328386"/>
                  </a:lnTo>
                  <a:lnTo>
                    <a:pt x="2466484" y="2328386"/>
                  </a:lnTo>
                  <a:lnTo>
                    <a:pt x="2465629" y="2328386"/>
                  </a:lnTo>
                  <a:lnTo>
                    <a:pt x="2464773" y="2328386"/>
                  </a:lnTo>
                  <a:lnTo>
                    <a:pt x="2463918" y="2328386"/>
                  </a:lnTo>
                  <a:lnTo>
                    <a:pt x="2463062" y="2328386"/>
                  </a:lnTo>
                  <a:lnTo>
                    <a:pt x="2462207" y="2328386"/>
                  </a:lnTo>
                  <a:lnTo>
                    <a:pt x="2461351" y="2328386"/>
                  </a:lnTo>
                  <a:lnTo>
                    <a:pt x="2460496" y="2328386"/>
                  </a:lnTo>
                  <a:lnTo>
                    <a:pt x="2459640" y="2328386"/>
                  </a:lnTo>
                  <a:lnTo>
                    <a:pt x="2458785" y="2328386"/>
                  </a:lnTo>
                  <a:lnTo>
                    <a:pt x="2457929" y="2328386"/>
                  </a:lnTo>
                  <a:lnTo>
                    <a:pt x="2457074" y="2328386"/>
                  </a:lnTo>
                  <a:lnTo>
                    <a:pt x="2456218" y="2328386"/>
                  </a:lnTo>
                  <a:lnTo>
                    <a:pt x="2455363" y="2328386"/>
                  </a:lnTo>
                  <a:lnTo>
                    <a:pt x="2454507" y="2328386"/>
                  </a:lnTo>
                  <a:lnTo>
                    <a:pt x="2453652" y="2328386"/>
                  </a:lnTo>
                  <a:lnTo>
                    <a:pt x="2452796" y="2328386"/>
                  </a:lnTo>
                  <a:lnTo>
                    <a:pt x="2451940" y="2328386"/>
                  </a:lnTo>
                  <a:lnTo>
                    <a:pt x="2451085" y="2328386"/>
                  </a:lnTo>
                  <a:lnTo>
                    <a:pt x="2450229" y="2328386"/>
                  </a:lnTo>
                  <a:lnTo>
                    <a:pt x="2449374" y="2328386"/>
                  </a:lnTo>
                  <a:lnTo>
                    <a:pt x="2448518" y="2328386"/>
                  </a:lnTo>
                  <a:lnTo>
                    <a:pt x="2447663" y="2328386"/>
                  </a:lnTo>
                  <a:lnTo>
                    <a:pt x="2446807" y="2328386"/>
                  </a:lnTo>
                  <a:lnTo>
                    <a:pt x="2445952" y="2328386"/>
                  </a:lnTo>
                  <a:lnTo>
                    <a:pt x="2445096" y="2328386"/>
                  </a:lnTo>
                  <a:lnTo>
                    <a:pt x="2444241" y="2328386"/>
                  </a:lnTo>
                  <a:lnTo>
                    <a:pt x="2443385" y="2328386"/>
                  </a:lnTo>
                  <a:lnTo>
                    <a:pt x="2442530" y="2328386"/>
                  </a:lnTo>
                  <a:lnTo>
                    <a:pt x="2441674" y="2328386"/>
                  </a:lnTo>
                  <a:lnTo>
                    <a:pt x="2440819" y="2328386"/>
                  </a:lnTo>
                  <a:lnTo>
                    <a:pt x="2439963" y="2328386"/>
                  </a:lnTo>
                  <a:lnTo>
                    <a:pt x="2439108" y="2328386"/>
                  </a:lnTo>
                  <a:lnTo>
                    <a:pt x="2438252" y="2328386"/>
                  </a:lnTo>
                  <a:lnTo>
                    <a:pt x="2437396" y="2328386"/>
                  </a:lnTo>
                  <a:lnTo>
                    <a:pt x="2436541" y="2328386"/>
                  </a:lnTo>
                  <a:lnTo>
                    <a:pt x="2435685" y="2328386"/>
                  </a:lnTo>
                  <a:lnTo>
                    <a:pt x="2434830" y="2328386"/>
                  </a:lnTo>
                  <a:lnTo>
                    <a:pt x="2433974" y="2328386"/>
                  </a:lnTo>
                  <a:lnTo>
                    <a:pt x="2433119" y="2328386"/>
                  </a:lnTo>
                  <a:lnTo>
                    <a:pt x="2432263" y="2328386"/>
                  </a:lnTo>
                  <a:lnTo>
                    <a:pt x="2431408" y="2328386"/>
                  </a:lnTo>
                  <a:lnTo>
                    <a:pt x="2430552" y="2328386"/>
                  </a:lnTo>
                  <a:lnTo>
                    <a:pt x="2429697" y="2328386"/>
                  </a:lnTo>
                  <a:lnTo>
                    <a:pt x="2428841" y="2328386"/>
                  </a:lnTo>
                  <a:lnTo>
                    <a:pt x="2427986" y="2328386"/>
                  </a:lnTo>
                  <a:lnTo>
                    <a:pt x="2427130" y="2328386"/>
                  </a:lnTo>
                  <a:lnTo>
                    <a:pt x="2426275" y="2328386"/>
                  </a:lnTo>
                  <a:lnTo>
                    <a:pt x="2425419" y="2328386"/>
                  </a:lnTo>
                  <a:lnTo>
                    <a:pt x="2424564" y="2328386"/>
                  </a:lnTo>
                  <a:lnTo>
                    <a:pt x="2423708" y="2328386"/>
                  </a:lnTo>
                  <a:lnTo>
                    <a:pt x="2422853" y="2328386"/>
                  </a:lnTo>
                  <a:lnTo>
                    <a:pt x="2421997" y="2328386"/>
                  </a:lnTo>
                  <a:lnTo>
                    <a:pt x="2421141" y="2328386"/>
                  </a:lnTo>
                  <a:lnTo>
                    <a:pt x="2420286" y="2328386"/>
                  </a:lnTo>
                  <a:lnTo>
                    <a:pt x="2419430" y="2328386"/>
                  </a:lnTo>
                  <a:lnTo>
                    <a:pt x="2418575" y="2328386"/>
                  </a:lnTo>
                  <a:lnTo>
                    <a:pt x="2417719" y="2328386"/>
                  </a:lnTo>
                  <a:lnTo>
                    <a:pt x="2416864" y="2328386"/>
                  </a:lnTo>
                  <a:lnTo>
                    <a:pt x="2416008" y="2328386"/>
                  </a:lnTo>
                  <a:lnTo>
                    <a:pt x="2415153" y="2328386"/>
                  </a:lnTo>
                  <a:lnTo>
                    <a:pt x="2414297" y="2328386"/>
                  </a:lnTo>
                  <a:lnTo>
                    <a:pt x="2413442" y="2328386"/>
                  </a:lnTo>
                  <a:lnTo>
                    <a:pt x="2412586" y="2328386"/>
                  </a:lnTo>
                  <a:lnTo>
                    <a:pt x="2411731" y="2328386"/>
                  </a:lnTo>
                  <a:lnTo>
                    <a:pt x="2410875" y="2328386"/>
                  </a:lnTo>
                  <a:lnTo>
                    <a:pt x="2410020" y="2328386"/>
                  </a:lnTo>
                  <a:lnTo>
                    <a:pt x="2409164" y="2328386"/>
                  </a:lnTo>
                  <a:lnTo>
                    <a:pt x="2408309" y="2328386"/>
                  </a:lnTo>
                  <a:lnTo>
                    <a:pt x="2407453" y="2328386"/>
                  </a:lnTo>
                  <a:lnTo>
                    <a:pt x="2406598" y="2328386"/>
                  </a:lnTo>
                  <a:lnTo>
                    <a:pt x="2405742" y="2328386"/>
                  </a:lnTo>
                  <a:lnTo>
                    <a:pt x="2404886" y="2328386"/>
                  </a:lnTo>
                  <a:lnTo>
                    <a:pt x="2404031" y="2328386"/>
                  </a:lnTo>
                  <a:lnTo>
                    <a:pt x="2403175" y="2328386"/>
                  </a:lnTo>
                  <a:lnTo>
                    <a:pt x="2402320" y="2328386"/>
                  </a:lnTo>
                  <a:lnTo>
                    <a:pt x="2401464" y="2328386"/>
                  </a:lnTo>
                  <a:lnTo>
                    <a:pt x="2400609" y="2328386"/>
                  </a:lnTo>
                  <a:lnTo>
                    <a:pt x="2399753" y="2328386"/>
                  </a:lnTo>
                  <a:lnTo>
                    <a:pt x="2398898" y="2328386"/>
                  </a:lnTo>
                  <a:lnTo>
                    <a:pt x="2398042" y="2328386"/>
                  </a:lnTo>
                  <a:lnTo>
                    <a:pt x="2397187" y="2328386"/>
                  </a:lnTo>
                  <a:lnTo>
                    <a:pt x="2396331" y="2328386"/>
                  </a:lnTo>
                  <a:lnTo>
                    <a:pt x="2395476" y="2328386"/>
                  </a:lnTo>
                  <a:lnTo>
                    <a:pt x="2394620" y="2328386"/>
                  </a:lnTo>
                  <a:lnTo>
                    <a:pt x="2393765" y="2328386"/>
                  </a:lnTo>
                  <a:lnTo>
                    <a:pt x="2392909" y="2328386"/>
                  </a:lnTo>
                  <a:lnTo>
                    <a:pt x="2392054" y="2328386"/>
                  </a:lnTo>
                  <a:lnTo>
                    <a:pt x="2391198" y="2328386"/>
                  </a:lnTo>
                  <a:lnTo>
                    <a:pt x="2390343" y="2328386"/>
                  </a:lnTo>
                  <a:lnTo>
                    <a:pt x="2389487" y="2328386"/>
                  </a:lnTo>
                  <a:lnTo>
                    <a:pt x="2388631" y="2328386"/>
                  </a:lnTo>
                  <a:lnTo>
                    <a:pt x="2387776" y="2328386"/>
                  </a:lnTo>
                  <a:lnTo>
                    <a:pt x="2386920" y="2328386"/>
                  </a:lnTo>
                  <a:lnTo>
                    <a:pt x="2386065" y="2328386"/>
                  </a:lnTo>
                  <a:lnTo>
                    <a:pt x="2385209" y="2328386"/>
                  </a:lnTo>
                  <a:lnTo>
                    <a:pt x="2384354" y="2328386"/>
                  </a:lnTo>
                  <a:lnTo>
                    <a:pt x="2383498" y="2328386"/>
                  </a:lnTo>
                  <a:lnTo>
                    <a:pt x="2382643" y="2328386"/>
                  </a:lnTo>
                  <a:lnTo>
                    <a:pt x="2381787" y="2328386"/>
                  </a:lnTo>
                  <a:lnTo>
                    <a:pt x="2380932" y="2328386"/>
                  </a:lnTo>
                  <a:lnTo>
                    <a:pt x="2380076" y="2328386"/>
                  </a:lnTo>
                  <a:lnTo>
                    <a:pt x="2379221" y="2328386"/>
                  </a:lnTo>
                  <a:lnTo>
                    <a:pt x="2378365" y="2328386"/>
                  </a:lnTo>
                  <a:lnTo>
                    <a:pt x="2377510" y="2328386"/>
                  </a:lnTo>
                  <a:lnTo>
                    <a:pt x="2376654" y="2328386"/>
                  </a:lnTo>
                  <a:lnTo>
                    <a:pt x="2375799" y="2328386"/>
                  </a:lnTo>
                  <a:lnTo>
                    <a:pt x="2374943" y="2328386"/>
                  </a:lnTo>
                  <a:lnTo>
                    <a:pt x="2374087" y="2328386"/>
                  </a:lnTo>
                  <a:lnTo>
                    <a:pt x="2373232" y="2328386"/>
                  </a:lnTo>
                  <a:lnTo>
                    <a:pt x="2372376" y="2328386"/>
                  </a:lnTo>
                  <a:lnTo>
                    <a:pt x="2371521" y="2328386"/>
                  </a:lnTo>
                  <a:lnTo>
                    <a:pt x="2370665" y="2328386"/>
                  </a:lnTo>
                  <a:lnTo>
                    <a:pt x="2369810" y="2328386"/>
                  </a:lnTo>
                  <a:lnTo>
                    <a:pt x="2368954" y="2328386"/>
                  </a:lnTo>
                  <a:lnTo>
                    <a:pt x="2368099" y="2328386"/>
                  </a:lnTo>
                  <a:lnTo>
                    <a:pt x="2367243" y="2328386"/>
                  </a:lnTo>
                  <a:lnTo>
                    <a:pt x="2366388" y="2328386"/>
                  </a:lnTo>
                  <a:lnTo>
                    <a:pt x="2365532" y="2328386"/>
                  </a:lnTo>
                  <a:lnTo>
                    <a:pt x="2364677" y="2328386"/>
                  </a:lnTo>
                  <a:lnTo>
                    <a:pt x="2363821" y="2328386"/>
                  </a:lnTo>
                  <a:lnTo>
                    <a:pt x="2362966" y="2328386"/>
                  </a:lnTo>
                  <a:lnTo>
                    <a:pt x="2362110" y="2328386"/>
                  </a:lnTo>
                  <a:lnTo>
                    <a:pt x="2361255" y="2328386"/>
                  </a:lnTo>
                  <a:lnTo>
                    <a:pt x="2360399" y="2328386"/>
                  </a:lnTo>
                  <a:lnTo>
                    <a:pt x="2359544" y="2328386"/>
                  </a:lnTo>
                  <a:lnTo>
                    <a:pt x="2358688" y="2328386"/>
                  </a:lnTo>
                  <a:lnTo>
                    <a:pt x="2357832" y="2328386"/>
                  </a:lnTo>
                  <a:lnTo>
                    <a:pt x="2356977" y="2328386"/>
                  </a:lnTo>
                  <a:lnTo>
                    <a:pt x="2356121" y="2328386"/>
                  </a:lnTo>
                  <a:lnTo>
                    <a:pt x="2355266" y="2328386"/>
                  </a:lnTo>
                  <a:lnTo>
                    <a:pt x="2354410" y="2328386"/>
                  </a:lnTo>
                  <a:lnTo>
                    <a:pt x="2353555" y="2328386"/>
                  </a:lnTo>
                  <a:lnTo>
                    <a:pt x="2352699" y="2328386"/>
                  </a:lnTo>
                  <a:lnTo>
                    <a:pt x="2351844" y="2328386"/>
                  </a:lnTo>
                  <a:lnTo>
                    <a:pt x="2350988" y="2328386"/>
                  </a:lnTo>
                  <a:lnTo>
                    <a:pt x="2350133" y="2328386"/>
                  </a:lnTo>
                  <a:lnTo>
                    <a:pt x="2349277" y="2328386"/>
                  </a:lnTo>
                  <a:lnTo>
                    <a:pt x="2348422" y="2328386"/>
                  </a:lnTo>
                  <a:lnTo>
                    <a:pt x="2347566" y="2328386"/>
                  </a:lnTo>
                  <a:lnTo>
                    <a:pt x="2346711" y="2328386"/>
                  </a:lnTo>
                  <a:lnTo>
                    <a:pt x="2345855" y="2328386"/>
                  </a:lnTo>
                  <a:lnTo>
                    <a:pt x="2345000" y="2328386"/>
                  </a:lnTo>
                  <a:lnTo>
                    <a:pt x="2344144" y="2328386"/>
                  </a:lnTo>
                  <a:lnTo>
                    <a:pt x="2343289" y="2328386"/>
                  </a:lnTo>
                  <a:lnTo>
                    <a:pt x="2342433" y="2328386"/>
                  </a:lnTo>
                  <a:lnTo>
                    <a:pt x="2341577" y="2328386"/>
                  </a:lnTo>
                  <a:lnTo>
                    <a:pt x="2340722" y="2328386"/>
                  </a:lnTo>
                  <a:lnTo>
                    <a:pt x="2339866" y="2328386"/>
                  </a:lnTo>
                  <a:lnTo>
                    <a:pt x="2339011" y="2328386"/>
                  </a:lnTo>
                  <a:lnTo>
                    <a:pt x="2338155" y="2328386"/>
                  </a:lnTo>
                  <a:lnTo>
                    <a:pt x="2337300" y="2328386"/>
                  </a:lnTo>
                  <a:lnTo>
                    <a:pt x="2336444" y="2328386"/>
                  </a:lnTo>
                  <a:lnTo>
                    <a:pt x="2335589" y="2328386"/>
                  </a:lnTo>
                  <a:lnTo>
                    <a:pt x="2334733" y="2328386"/>
                  </a:lnTo>
                  <a:lnTo>
                    <a:pt x="2333878" y="2328386"/>
                  </a:lnTo>
                  <a:lnTo>
                    <a:pt x="2333022" y="2328386"/>
                  </a:lnTo>
                  <a:lnTo>
                    <a:pt x="2332167" y="2328386"/>
                  </a:lnTo>
                  <a:lnTo>
                    <a:pt x="2331311" y="2328386"/>
                  </a:lnTo>
                  <a:lnTo>
                    <a:pt x="2330456" y="2328386"/>
                  </a:lnTo>
                  <a:lnTo>
                    <a:pt x="2329600" y="2328386"/>
                  </a:lnTo>
                  <a:lnTo>
                    <a:pt x="2328745" y="2328386"/>
                  </a:lnTo>
                  <a:lnTo>
                    <a:pt x="2327889" y="2328386"/>
                  </a:lnTo>
                  <a:lnTo>
                    <a:pt x="2327033" y="2328386"/>
                  </a:lnTo>
                  <a:lnTo>
                    <a:pt x="2326178" y="2328386"/>
                  </a:lnTo>
                  <a:lnTo>
                    <a:pt x="2325322" y="2328386"/>
                  </a:lnTo>
                  <a:lnTo>
                    <a:pt x="2324467" y="2328386"/>
                  </a:lnTo>
                  <a:lnTo>
                    <a:pt x="2323611" y="2328386"/>
                  </a:lnTo>
                  <a:lnTo>
                    <a:pt x="2322756" y="2328386"/>
                  </a:lnTo>
                  <a:lnTo>
                    <a:pt x="2321900" y="2328386"/>
                  </a:lnTo>
                  <a:lnTo>
                    <a:pt x="2321045" y="2328386"/>
                  </a:lnTo>
                  <a:lnTo>
                    <a:pt x="2320189" y="2328386"/>
                  </a:lnTo>
                  <a:lnTo>
                    <a:pt x="2319334" y="2328386"/>
                  </a:lnTo>
                  <a:lnTo>
                    <a:pt x="2318478" y="2328386"/>
                  </a:lnTo>
                  <a:lnTo>
                    <a:pt x="2317623" y="2328386"/>
                  </a:lnTo>
                  <a:lnTo>
                    <a:pt x="2316767" y="2328386"/>
                  </a:lnTo>
                  <a:lnTo>
                    <a:pt x="2315912" y="2328386"/>
                  </a:lnTo>
                  <a:lnTo>
                    <a:pt x="2315056" y="2328386"/>
                  </a:lnTo>
                  <a:lnTo>
                    <a:pt x="2314201" y="2328386"/>
                  </a:lnTo>
                  <a:lnTo>
                    <a:pt x="2313345" y="2328386"/>
                  </a:lnTo>
                  <a:lnTo>
                    <a:pt x="2312490" y="2328386"/>
                  </a:lnTo>
                  <a:lnTo>
                    <a:pt x="2311634" y="2328386"/>
                  </a:lnTo>
                  <a:lnTo>
                    <a:pt x="2310778" y="2328386"/>
                  </a:lnTo>
                  <a:lnTo>
                    <a:pt x="2309923" y="2328386"/>
                  </a:lnTo>
                  <a:lnTo>
                    <a:pt x="2309067" y="2328386"/>
                  </a:lnTo>
                  <a:lnTo>
                    <a:pt x="2308212" y="2328386"/>
                  </a:lnTo>
                  <a:lnTo>
                    <a:pt x="2307356" y="2328386"/>
                  </a:lnTo>
                  <a:lnTo>
                    <a:pt x="2306501" y="2328386"/>
                  </a:lnTo>
                  <a:lnTo>
                    <a:pt x="2305645" y="2328386"/>
                  </a:lnTo>
                  <a:lnTo>
                    <a:pt x="2304790" y="2328386"/>
                  </a:lnTo>
                  <a:lnTo>
                    <a:pt x="2303934" y="2328386"/>
                  </a:lnTo>
                  <a:lnTo>
                    <a:pt x="2303079" y="2328386"/>
                  </a:lnTo>
                  <a:lnTo>
                    <a:pt x="2302223" y="2328386"/>
                  </a:lnTo>
                  <a:lnTo>
                    <a:pt x="2301368" y="2328386"/>
                  </a:lnTo>
                  <a:lnTo>
                    <a:pt x="2300512" y="2328386"/>
                  </a:lnTo>
                  <a:lnTo>
                    <a:pt x="2299657" y="2328386"/>
                  </a:lnTo>
                  <a:lnTo>
                    <a:pt x="2298801" y="2328386"/>
                  </a:lnTo>
                  <a:lnTo>
                    <a:pt x="2297946" y="2328386"/>
                  </a:lnTo>
                  <a:lnTo>
                    <a:pt x="2297090" y="2328386"/>
                  </a:lnTo>
                  <a:lnTo>
                    <a:pt x="2296235" y="2328386"/>
                  </a:lnTo>
                  <a:lnTo>
                    <a:pt x="2295379" y="2328386"/>
                  </a:lnTo>
                  <a:lnTo>
                    <a:pt x="2294523" y="2328386"/>
                  </a:lnTo>
                  <a:lnTo>
                    <a:pt x="2293668" y="2328386"/>
                  </a:lnTo>
                  <a:lnTo>
                    <a:pt x="2292812" y="2328386"/>
                  </a:lnTo>
                  <a:lnTo>
                    <a:pt x="2291957" y="2328386"/>
                  </a:lnTo>
                  <a:lnTo>
                    <a:pt x="2291101" y="2328386"/>
                  </a:lnTo>
                  <a:lnTo>
                    <a:pt x="2290246" y="2328386"/>
                  </a:lnTo>
                  <a:lnTo>
                    <a:pt x="2289390" y="2328386"/>
                  </a:lnTo>
                  <a:lnTo>
                    <a:pt x="2288535" y="2328386"/>
                  </a:lnTo>
                  <a:lnTo>
                    <a:pt x="2287679" y="2328386"/>
                  </a:lnTo>
                  <a:lnTo>
                    <a:pt x="2286824" y="2328386"/>
                  </a:lnTo>
                  <a:lnTo>
                    <a:pt x="2285968" y="2328386"/>
                  </a:lnTo>
                  <a:lnTo>
                    <a:pt x="2285113" y="2328386"/>
                  </a:lnTo>
                  <a:lnTo>
                    <a:pt x="2284257" y="2328386"/>
                  </a:lnTo>
                  <a:lnTo>
                    <a:pt x="2283402" y="2328386"/>
                  </a:lnTo>
                  <a:lnTo>
                    <a:pt x="2282546" y="2328386"/>
                  </a:lnTo>
                  <a:lnTo>
                    <a:pt x="2281691" y="2328386"/>
                  </a:lnTo>
                  <a:lnTo>
                    <a:pt x="2280835" y="2328386"/>
                  </a:lnTo>
                  <a:lnTo>
                    <a:pt x="2279979" y="2328386"/>
                  </a:lnTo>
                  <a:lnTo>
                    <a:pt x="2279124" y="2328386"/>
                  </a:lnTo>
                  <a:lnTo>
                    <a:pt x="2278268" y="2328386"/>
                  </a:lnTo>
                  <a:lnTo>
                    <a:pt x="2277413" y="2328386"/>
                  </a:lnTo>
                  <a:lnTo>
                    <a:pt x="2276557" y="2328386"/>
                  </a:lnTo>
                  <a:lnTo>
                    <a:pt x="2275702" y="2328386"/>
                  </a:lnTo>
                  <a:lnTo>
                    <a:pt x="2274846" y="2328386"/>
                  </a:lnTo>
                  <a:lnTo>
                    <a:pt x="2273991" y="2328386"/>
                  </a:lnTo>
                  <a:lnTo>
                    <a:pt x="2273135" y="2328386"/>
                  </a:lnTo>
                  <a:lnTo>
                    <a:pt x="2272280" y="2328386"/>
                  </a:lnTo>
                  <a:lnTo>
                    <a:pt x="2271424" y="2328386"/>
                  </a:lnTo>
                  <a:lnTo>
                    <a:pt x="2270569" y="2328386"/>
                  </a:lnTo>
                  <a:lnTo>
                    <a:pt x="2269713" y="2328386"/>
                  </a:lnTo>
                  <a:lnTo>
                    <a:pt x="2268858" y="2328386"/>
                  </a:lnTo>
                  <a:lnTo>
                    <a:pt x="2268002" y="2328386"/>
                  </a:lnTo>
                  <a:lnTo>
                    <a:pt x="2267147" y="2328386"/>
                  </a:lnTo>
                  <a:lnTo>
                    <a:pt x="2266291" y="2328386"/>
                  </a:lnTo>
                  <a:lnTo>
                    <a:pt x="2265436" y="2328386"/>
                  </a:lnTo>
                  <a:lnTo>
                    <a:pt x="2264580" y="2328386"/>
                  </a:lnTo>
                  <a:lnTo>
                    <a:pt x="2263724" y="2328386"/>
                  </a:lnTo>
                  <a:lnTo>
                    <a:pt x="2262869" y="2328386"/>
                  </a:lnTo>
                  <a:lnTo>
                    <a:pt x="2262013" y="2328386"/>
                  </a:lnTo>
                  <a:lnTo>
                    <a:pt x="2261158" y="2328386"/>
                  </a:lnTo>
                  <a:lnTo>
                    <a:pt x="2260302" y="2328386"/>
                  </a:lnTo>
                  <a:lnTo>
                    <a:pt x="2259447" y="2328386"/>
                  </a:lnTo>
                  <a:lnTo>
                    <a:pt x="2258591" y="2328386"/>
                  </a:lnTo>
                  <a:lnTo>
                    <a:pt x="2257736" y="2328386"/>
                  </a:lnTo>
                  <a:lnTo>
                    <a:pt x="2256880" y="2328386"/>
                  </a:lnTo>
                  <a:lnTo>
                    <a:pt x="2256025" y="2328386"/>
                  </a:lnTo>
                  <a:lnTo>
                    <a:pt x="2255169" y="2328386"/>
                  </a:lnTo>
                  <a:lnTo>
                    <a:pt x="2254314" y="2328386"/>
                  </a:lnTo>
                  <a:lnTo>
                    <a:pt x="2253458" y="2328386"/>
                  </a:lnTo>
                  <a:lnTo>
                    <a:pt x="2252603" y="2328386"/>
                  </a:lnTo>
                  <a:lnTo>
                    <a:pt x="2251747" y="2328386"/>
                  </a:lnTo>
                  <a:lnTo>
                    <a:pt x="2250892" y="2328386"/>
                  </a:lnTo>
                  <a:lnTo>
                    <a:pt x="2250036" y="2328386"/>
                  </a:lnTo>
                  <a:lnTo>
                    <a:pt x="2249181" y="2328386"/>
                  </a:lnTo>
                  <a:lnTo>
                    <a:pt x="2248325" y="2328386"/>
                  </a:lnTo>
                  <a:lnTo>
                    <a:pt x="2247469" y="2328386"/>
                  </a:lnTo>
                  <a:lnTo>
                    <a:pt x="2246614" y="2328386"/>
                  </a:lnTo>
                  <a:lnTo>
                    <a:pt x="2245758" y="2328386"/>
                  </a:lnTo>
                  <a:lnTo>
                    <a:pt x="2244903" y="2328386"/>
                  </a:lnTo>
                  <a:lnTo>
                    <a:pt x="2244047" y="2328386"/>
                  </a:lnTo>
                  <a:lnTo>
                    <a:pt x="2243192" y="2328386"/>
                  </a:lnTo>
                  <a:lnTo>
                    <a:pt x="2242336" y="2328386"/>
                  </a:lnTo>
                  <a:lnTo>
                    <a:pt x="2241481" y="2328386"/>
                  </a:lnTo>
                  <a:lnTo>
                    <a:pt x="2240625" y="2328386"/>
                  </a:lnTo>
                  <a:lnTo>
                    <a:pt x="2239770" y="2328386"/>
                  </a:lnTo>
                  <a:lnTo>
                    <a:pt x="2238914" y="2328386"/>
                  </a:lnTo>
                  <a:lnTo>
                    <a:pt x="2238059" y="2328386"/>
                  </a:lnTo>
                  <a:lnTo>
                    <a:pt x="2237203" y="2328386"/>
                  </a:lnTo>
                  <a:lnTo>
                    <a:pt x="2236348" y="2328386"/>
                  </a:lnTo>
                  <a:lnTo>
                    <a:pt x="2235492" y="2328386"/>
                  </a:lnTo>
                  <a:lnTo>
                    <a:pt x="2234637" y="2328386"/>
                  </a:lnTo>
                  <a:lnTo>
                    <a:pt x="2233781" y="2328386"/>
                  </a:lnTo>
                  <a:lnTo>
                    <a:pt x="2232925" y="2328386"/>
                  </a:lnTo>
                  <a:lnTo>
                    <a:pt x="2232070" y="2328386"/>
                  </a:lnTo>
                  <a:lnTo>
                    <a:pt x="2231214" y="2328386"/>
                  </a:lnTo>
                  <a:lnTo>
                    <a:pt x="2230359" y="2328386"/>
                  </a:lnTo>
                  <a:lnTo>
                    <a:pt x="2229503" y="2328386"/>
                  </a:lnTo>
                  <a:lnTo>
                    <a:pt x="2228648" y="2328386"/>
                  </a:lnTo>
                  <a:lnTo>
                    <a:pt x="2227792" y="2328386"/>
                  </a:lnTo>
                  <a:lnTo>
                    <a:pt x="2226937" y="2328386"/>
                  </a:lnTo>
                  <a:lnTo>
                    <a:pt x="2226081" y="2328386"/>
                  </a:lnTo>
                  <a:lnTo>
                    <a:pt x="2225226" y="2328386"/>
                  </a:lnTo>
                  <a:lnTo>
                    <a:pt x="2224370" y="2328386"/>
                  </a:lnTo>
                  <a:lnTo>
                    <a:pt x="2223515" y="2328386"/>
                  </a:lnTo>
                  <a:lnTo>
                    <a:pt x="2222659" y="2328386"/>
                  </a:lnTo>
                  <a:lnTo>
                    <a:pt x="2221804" y="2328386"/>
                  </a:lnTo>
                  <a:lnTo>
                    <a:pt x="2220948" y="2328386"/>
                  </a:lnTo>
                  <a:lnTo>
                    <a:pt x="2220093" y="2328386"/>
                  </a:lnTo>
                  <a:lnTo>
                    <a:pt x="2219237" y="2328386"/>
                  </a:lnTo>
                  <a:lnTo>
                    <a:pt x="2218382" y="2328386"/>
                  </a:lnTo>
                  <a:lnTo>
                    <a:pt x="2217526" y="2328386"/>
                  </a:lnTo>
                  <a:lnTo>
                    <a:pt x="2216670" y="2328386"/>
                  </a:lnTo>
                  <a:lnTo>
                    <a:pt x="2215815" y="2328386"/>
                  </a:lnTo>
                  <a:lnTo>
                    <a:pt x="2214959" y="2328386"/>
                  </a:lnTo>
                  <a:lnTo>
                    <a:pt x="2214104" y="2328386"/>
                  </a:lnTo>
                  <a:lnTo>
                    <a:pt x="2213248" y="2328386"/>
                  </a:lnTo>
                  <a:lnTo>
                    <a:pt x="2212393" y="2328386"/>
                  </a:lnTo>
                  <a:lnTo>
                    <a:pt x="2211537" y="2328386"/>
                  </a:lnTo>
                  <a:lnTo>
                    <a:pt x="2210682" y="2328386"/>
                  </a:lnTo>
                  <a:lnTo>
                    <a:pt x="2209826" y="2328386"/>
                  </a:lnTo>
                  <a:lnTo>
                    <a:pt x="2208971" y="2328386"/>
                  </a:lnTo>
                  <a:lnTo>
                    <a:pt x="2208115" y="2328386"/>
                  </a:lnTo>
                  <a:lnTo>
                    <a:pt x="2207260" y="2328386"/>
                  </a:lnTo>
                  <a:lnTo>
                    <a:pt x="2206404" y="2328386"/>
                  </a:lnTo>
                  <a:lnTo>
                    <a:pt x="2205549" y="2328386"/>
                  </a:lnTo>
                  <a:lnTo>
                    <a:pt x="2204693" y="2328386"/>
                  </a:lnTo>
                  <a:lnTo>
                    <a:pt x="2203838" y="2328386"/>
                  </a:lnTo>
                  <a:lnTo>
                    <a:pt x="2202982" y="2328386"/>
                  </a:lnTo>
                  <a:lnTo>
                    <a:pt x="2202127" y="2328386"/>
                  </a:lnTo>
                  <a:lnTo>
                    <a:pt x="2201271" y="2328386"/>
                  </a:lnTo>
                  <a:lnTo>
                    <a:pt x="2200415" y="2328386"/>
                  </a:lnTo>
                  <a:lnTo>
                    <a:pt x="2199560" y="2328386"/>
                  </a:lnTo>
                  <a:lnTo>
                    <a:pt x="2198704" y="2328386"/>
                  </a:lnTo>
                  <a:lnTo>
                    <a:pt x="2197849" y="2328386"/>
                  </a:lnTo>
                  <a:lnTo>
                    <a:pt x="2196993" y="2328386"/>
                  </a:lnTo>
                  <a:lnTo>
                    <a:pt x="2196138" y="2328386"/>
                  </a:lnTo>
                  <a:lnTo>
                    <a:pt x="2195282" y="2328386"/>
                  </a:lnTo>
                  <a:lnTo>
                    <a:pt x="2194427" y="2328386"/>
                  </a:lnTo>
                  <a:lnTo>
                    <a:pt x="2193571" y="2328386"/>
                  </a:lnTo>
                  <a:lnTo>
                    <a:pt x="2192716" y="2328386"/>
                  </a:lnTo>
                  <a:lnTo>
                    <a:pt x="2191860" y="2328386"/>
                  </a:lnTo>
                  <a:lnTo>
                    <a:pt x="2191005" y="2328386"/>
                  </a:lnTo>
                  <a:lnTo>
                    <a:pt x="2190149" y="2328386"/>
                  </a:lnTo>
                  <a:lnTo>
                    <a:pt x="2189294" y="2328386"/>
                  </a:lnTo>
                  <a:lnTo>
                    <a:pt x="2188438" y="2328386"/>
                  </a:lnTo>
                  <a:lnTo>
                    <a:pt x="2187583" y="2328386"/>
                  </a:lnTo>
                  <a:lnTo>
                    <a:pt x="2186727" y="2328386"/>
                  </a:lnTo>
                  <a:lnTo>
                    <a:pt x="2185872" y="2328386"/>
                  </a:lnTo>
                  <a:lnTo>
                    <a:pt x="2185016" y="2328386"/>
                  </a:lnTo>
                  <a:lnTo>
                    <a:pt x="2184160" y="2328386"/>
                  </a:lnTo>
                  <a:lnTo>
                    <a:pt x="2183305" y="2328386"/>
                  </a:lnTo>
                  <a:lnTo>
                    <a:pt x="2182449" y="2328386"/>
                  </a:lnTo>
                  <a:lnTo>
                    <a:pt x="2181594" y="2328386"/>
                  </a:lnTo>
                  <a:lnTo>
                    <a:pt x="2180738" y="2328386"/>
                  </a:lnTo>
                  <a:lnTo>
                    <a:pt x="2179883" y="2328386"/>
                  </a:lnTo>
                  <a:lnTo>
                    <a:pt x="2179027" y="2328386"/>
                  </a:lnTo>
                  <a:lnTo>
                    <a:pt x="2178172" y="2328386"/>
                  </a:lnTo>
                  <a:lnTo>
                    <a:pt x="2177316" y="2328386"/>
                  </a:lnTo>
                  <a:lnTo>
                    <a:pt x="2176461" y="2328386"/>
                  </a:lnTo>
                  <a:lnTo>
                    <a:pt x="2175605" y="2328386"/>
                  </a:lnTo>
                  <a:lnTo>
                    <a:pt x="2174750" y="2328386"/>
                  </a:lnTo>
                  <a:lnTo>
                    <a:pt x="2173894" y="2328386"/>
                  </a:lnTo>
                  <a:lnTo>
                    <a:pt x="2173039" y="2328386"/>
                  </a:lnTo>
                  <a:lnTo>
                    <a:pt x="2172183" y="2328386"/>
                  </a:lnTo>
                  <a:lnTo>
                    <a:pt x="2171328" y="2328386"/>
                  </a:lnTo>
                  <a:lnTo>
                    <a:pt x="2170472" y="2328386"/>
                  </a:lnTo>
                  <a:lnTo>
                    <a:pt x="2169616" y="2328386"/>
                  </a:lnTo>
                  <a:lnTo>
                    <a:pt x="2168761" y="2328386"/>
                  </a:lnTo>
                  <a:lnTo>
                    <a:pt x="2167905" y="2328386"/>
                  </a:lnTo>
                  <a:lnTo>
                    <a:pt x="2167050" y="2328386"/>
                  </a:lnTo>
                  <a:lnTo>
                    <a:pt x="2166194" y="2328386"/>
                  </a:lnTo>
                  <a:lnTo>
                    <a:pt x="2165339" y="2328386"/>
                  </a:lnTo>
                  <a:lnTo>
                    <a:pt x="2164483" y="2328386"/>
                  </a:lnTo>
                  <a:lnTo>
                    <a:pt x="2163628" y="2328386"/>
                  </a:lnTo>
                  <a:lnTo>
                    <a:pt x="2162772" y="2328386"/>
                  </a:lnTo>
                  <a:lnTo>
                    <a:pt x="2161917" y="2328386"/>
                  </a:lnTo>
                  <a:lnTo>
                    <a:pt x="2161061" y="2328386"/>
                  </a:lnTo>
                  <a:lnTo>
                    <a:pt x="2160206" y="2328386"/>
                  </a:lnTo>
                  <a:lnTo>
                    <a:pt x="2159350" y="2328386"/>
                  </a:lnTo>
                  <a:lnTo>
                    <a:pt x="2158495" y="2328386"/>
                  </a:lnTo>
                  <a:lnTo>
                    <a:pt x="2157639" y="2328386"/>
                  </a:lnTo>
                  <a:lnTo>
                    <a:pt x="2156784" y="2328386"/>
                  </a:lnTo>
                  <a:lnTo>
                    <a:pt x="2155928" y="2328386"/>
                  </a:lnTo>
                  <a:lnTo>
                    <a:pt x="2155073" y="2328386"/>
                  </a:lnTo>
                  <a:lnTo>
                    <a:pt x="2154217" y="2328386"/>
                  </a:lnTo>
                  <a:lnTo>
                    <a:pt x="2153361" y="2328386"/>
                  </a:lnTo>
                  <a:lnTo>
                    <a:pt x="2152506" y="2328386"/>
                  </a:lnTo>
                  <a:lnTo>
                    <a:pt x="2151650" y="2328386"/>
                  </a:lnTo>
                  <a:lnTo>
                    <a:pt x="2150795" y="2328386"/>
                  </a:lnTo>
                  <a:lnTo>
                    <a:pt x="2149939" y="2328386"/>
                  </a:lnTo>
                  <a:lnTo>
                    <a:pt x="2149084" y="2328386"/>
                  </a:lnTo>
                  <a:lnTo>
                    <a:pt x="2148228" y="2328386"/>
                  </a:lnTo>
                  <a:lnTo>
                    <a:pt x="2147373" y="2328386"/>
                  </a:lnTo>
                  <a:lnTo>
                    <a:pt x="2146517" y="2328386"/>
                  </a:lnTo>
                  <a:lnTo>
                    <a:pt x="2145662" y="2328386"/>
                  </a:lnTo>
                  <a:lnTo>
                    <a:pt x="2144806" y="2328386"/>
                  </a:lnTo>
                  <a:lnTo>
                    <a:pt x="2143951" y="2328386"/>
                  </a:lnTo>
                  <a:lnTo>
                    <a:pt x="2143095" y="2328386"/>
                  </a:lnTo>
                  <a:lnTo>
                    <a:pt x="2142240" y="2328386"/>
                  </a:lnTo>
                  <a:lnTo>
                    <a:pt x="2141384" y="2328386"/>
                  </a:lnTo>
                  <a:lnTo>
                    <a:pt x="2140529" y="2328386"/>
                  </a:lnTo>
                  <a:lnTo>
                    <a:pt x="2139673" y="2328386"/>
                  </a:lnTo>
                  <a:lnTo>
                    <a:pt x="2138818" y="2328386"/>
                  </a:lnTo>
                  <a:lnTo>
                    <a:pt x="2137962" y="2328386"/>
                  </a:lnTo>
                  <a:lnTo>
                    <a:pt x="2137106" y="2328386"/>
                  </a:lnTo>
                  <a:lnTo>
                    <a:pt x="2136251" y="2328386"/>
                  </a:lnTo>
                  <a:lnTo>
                    <a:pt x="2135395" y="2328386"/>
                  </a:lnTo>
                  <a:lnTo>
                    <a:pt x="2134540" y="2328386"/>
                  </a:lnTo>
                  <a:lnTo>
                    <a:pt x="2133684" y="2328386"/>
                  </a:lnTo>
                  <a:lnTo>
                    <a:pt x="2132829" y="2328386"/>
                  </a:lnTo>
                  <a:lnTo>
                    <a:pt x="2131973" y="2328386"/>
                  </a:lnTo>
                  <a:lnTo>
                    <a:pt x="2131118" y="2328386"/>
                  </a:lnTo>
                  <a:lnTo>
                    <a:pt x="2130262" y="2328386"/>
                  </a:lnTo>
                  <a:lnTo>
                    <a:pt x="2129407" y="2328386"/>
                  </a:lnTo>
                  <a:lnTo>
                    <a:pt x="2128551" y="2328386"/>
                  </a:lnTo>
                  <a:lnTo>
                    <a:pt x="2127696" y="2328386"/>
                  </a:lnTo>
                  <a:lnTo>
                    <a:pt x="2126840" y="2328386"/>
                  </a:lnTo>
                  <a:lnTo>
                    <a:pt x="2125985" y="2328386"/>
                  </a:lnTo>
                  <a:lnTo>
                    <a:pt x="2125129" y="2328386"/>
                  </a:lnTo>
                  <a:lnTo>
                    <a:pt x="2124274" y="2328386"/>
                  </a:lnTo>
                  <a:lnTo>
                    <a:pt x="2123418" y="2328386"/>
                  </a:lnTo>
                  <a:lnTo>
                    <a:pt x="2122562" y="2328386"/>
                  </a:lnTo>
                  <a:lnTo>
                    <a:pt x="2121707" y="2328386"/>
                  </a:lnTo>
                  <a:lnTo>
                    <a:pt x="2120851" y="2328386"/>
                  </a:lnTo>
                  <a:lnTo>
                    <a:pt x="2119996" y="2328386"/>
                  </a:lnTo>
                  <a:lnTo>
                    <a:pt x="2119140" y="2328386"/>
                  </a:lnTo>
                  <a:lnTo>
                    <a:pt x="2118285" y="2328386"/>
                  </a:lnTo>
                  <a:lnTo>
                    <a:pt x="2117429" y="2328386"/>
                  </a:lnTo>
                  <a:lnTo>
                    <a:pt x="2116574" y="2328386"/>
                  </a:lnTo>
                  <a:lnTo>
                    <a:pt x="2115718" y="2328386"/>
                  </a:lnTo>
                  <a:lnTo>
                    <a:pt x="2114863" y="2328386"/>
                  </a:lnTo>
                  <a:lnTo>
                    <a:pt x="2114007" y="2328386"/>
                  </a:lnTo>
                  <a:lnTo>
                    <a:pt x="2113152" y="2328386"/>
                  </a:lnTo>
                  <a:lnTo>
                    <a:pt x="2112296" y="2328386"/>
                  </a:lnTo>
                  <a:lnTo>
                    <a:pt x="2111441" y="2328386"/>
                  </a:lnTo>
                  <a:lnTo>
                    <a:pt x="2110585" y="2328386"/>
                  </a:lnTo>
                  <a:lnTo>
                    <a:pt x="2109730" y="2328386"/>
                  </a:lnTo>
                  <a:lnTo>
                    <a:pt x="2108874" y="2328386"/>
                  </a:lnTo>
                  <a:lnTo>
                    <a:pt x="2108019" y="2328386"/>
                  </a:lnTo>
                  <a:lnTo>
                    <a:pt x="2107163" y="2328386"/>
                  </a:lnTo>
                  <a:lnTo>
                    <a:pt x="2106307" y="2328386"/>
                  </a:lnTo>
                  <a:lnTo>
                    <a:pt x="2105452" y="2328386"/>
                  </a:lnTo>
                  <a:lnTo>
                    <a:pt x="2104596" y="2328386"/>
                  </a:lnTo>
                  <a:lnTo>
                    <a:pt x="2103741" y="2328386"/>
                  </a:lnTo>
                  <a:lnTo>
                    <a:pt x="2102885" y="2328386"/>
                  </a:lnTo>
                  <a:lnTo>
                    <a:pt x="2102030" y="2328386"/>
                  </a:lnTo>
                  <a:lnTo>
                    <a:pt x="2101174" y="2328386"/>
                  </a:lnTo>
                  <a:lnTo>
                    <a:pt x="2100319" y="2328386"/>
                  </a:lnTo>
                  <a:lnTo>
                    <a:pt x="2099463" y="2328386"/>
                  </a:lnTo>
                  <a:lnTo>
                    <a:pt x="2098608" y="2328386"/>
                  </a:lnTo>
                  <a:lnTo>
                    <a:pt x="2097752" y="2328386"/>
                  </a:lnTo>
                  <a:lnTo>
                    <a:pt x="2096897" y="2328386"/>
                  </a:lnTo>
                  <a:lnTo>
                    <a:pt x="2096041" y="2328386"/>
                  </a:lnTo>
                  <a:lnTo>
                    <a:pt x="2095186" y="2328386"/>
                  </a:lnTo>
                  <a:lnTo>
                    <a:pt x="2094330" y="2328386"/>
                  </a:lnTo>
                  <a:lnTo>
                    <a:pt x="2093475" y="2328386"/>
                  </a:lnTo>
                  <a:lnTo>
                    <a:pt x="2092619" y="2328386"/>
                  </a:lnTo>
                  <a:lnTo>
                    <a:pt x="2091764" y="2328386"/>
                  </a:lnTo>
                  <a:lnTo>
                    <a:pt x="2090908" y="2328386"/>
                  </a:lnTo>
                  <a:lnTo>
                    <a:pt x="2090052" y="2328386"/>
                  </a:lnTo>
                  <a:lnTo>
                    <a:pt x="2089197" y="2328386"/>
                  </a:lnTo>
                  <a:lnTo>
                    <a:pt x="2088341" y="2328386"/>
                  </a:lnTo>
                  <a:lnTo>
                    <a:pt x="2087486" y="2328386"/>
                  </a:lnTo>
                  <a:lnTo>
                    <a:pt x="2086630" y="2328386"/>
                  </a:lnTo>
                  <a:lnTo>
                    <a:pt x="2085775" y="2328386"/>
                  </a:lnTo>
                  <a:lnTo>
                    <a:pt x="2084919" y="2328386"/>
                  </a:lnTo>
                  <a:lnTo>
                    <a:pt x="2084064" y="2328386"/>
                  </a:lnTo>
                  <a:lnTo>
                    <a:pt x="2083208" y="2328386"/>
                  </a:lnTo>
                  <a:lnTo>
                    <a:pt x="2082353" y="2328386"/>
                  </a:lnTo>
                  <a:lnTo>
                    <a:pt x="2081497" y="2328386"/>
                  </a:lnTo>
                  <a:lnTo>
                    <a:pt x="2080642" y="2328386"/>
                  </a:lnTo>
                  <a:lnTo>
                    <a:pt x="2079786" y="2328386"/>
                  </a:lnTo>
                  <a:lnTo>
                    <a:pt x="2078931" y="2328386"/>
                  </a:lnTo>
                  <a:lnTo>
                    <a:pt x="2078075" y="2328386"/>
                  </a:lnTo>
                  <a:lnTo>
                    <a:pt x="2077220" y="2328386"/>
                  </a:lnTo>
                  <a:lnTo>
                    <a:pt x="2076364" y="2328386"/>
                  </a:lnTo>
                  <a:lnTo>
                    <a:pt x="2075508" y="2328386"/>
                  </a:lnTo>
                  <a:lnTo>
                    <a:pt x="2074653" y="2328386"/>
                  </a:lnTo>
                  <a:lnTo>
                    <a:pt x="2073797" y="2328386"/>
                  </a:lnTo>
                  <a:lnTo>
                    <a:pt x="2072942" y="2328386"/>
                  </a:lnTo>
                  <a:lnTo>
                    <a:pt x="2072086" y="2328386"/>
                  </a:lnTo>
                  <a:lnTo>
                    <a:pt x="2071231" y="2328386"/>
                  </a:lnTo>
                  <a:lnTo>
                    <a:pt x="2070375" y="2328386"/>
                  </a:lnTo>
                  <a:lnTo>
                    <a:pt x="2069520" y="2328386"/>
                  </a:lnTo>
                  <a:lnTo>
                    <a:pt x="2068664" y="2328386"/>
                  </a:lnTo>
                  <a:lnTo>
                    <a:pt x="2067809" y="2328386"/>
                  </a:lnTo>
                  <a:lnTo>
                    <a:pt x="2066953" y="2328386"/>
                  </a:lnTo>
                  <a:lnTo>
                    <a:pt x="2066098" y="2328386"/>
                  </a:lnTo>
                  <a:lnTo>
                    <a:pt x="2065242" y="2328386"/>
                  </a:lnTo>
                  <a:lnTo>
                    <a:pt x="2064387" y="2328386"/>
                  </a:lnTo>
                  <a:lnTo>
                    <a:pt x="2063531" y="2328386"/>
                  </a:lnTo>
                  <a:lnTo>
                    <a:pt x="2062676" y="2328386"/>
                  </a:lnTo>
                  <a:lnTo>
                    <a:pt x="2061820" y="2328386"/>
                  </a:lnTo>
                  <a:lnTo>
                    <a:pt x="2060965" y="2328386"/>
                  </a:lnTo>
                  <a:lnTo>
                    <a:pt x="2060109" y="2328386"/>
                  </a:lnTo>
                  <a:lnTo>
                    <a:pt x="2059253" y="2328386"/>
                  </a:lnTo>
                  <a:lnTo>
                    <a:pt x="2058398" y="2328386"/>
                  </a:lnTo>
                  <a:lnTo>
                    <a:pt x="2057542" y="2328386"/>
                  </a:lnTo>
                  <a:lnTo>
                    <a:pt x="2056687" y="2328386"/>
                  </a:lnTo>
                  <a:lnTo>
                    <a:pt x="2055831" y="2328386"/>
                  </a:lnTo>
                  <a:lnTo>
                    <a:pt x="2054976" y="2328386"/>
                  </a:lnTo>
                  <a:lnTo>
                    <a:pt x="2054120" y="2328386"/>
                  </a:lnTo>
                  <a:lnTo>
                    <a:pt x="2053265" y="2328386"/>
                  </a:lnTo>
                  <a:lnTo>
                    <a:pt x="2052409" y="2328386"/>
                  </a:lnTo>
                  <a:lnTo>
                    <a:pt x="2051554" y="2328386"/>
                  </a:lnTo>
                  <a:lnTo>
                    <a:pt x="2050698" y="2328386"/>
                  </a:lnTo>
                  <a:lnTo>
                    <a:pt x="2049843" y="2328386"/>
                  </a:lnTo>
                  <a:lnTo>
                    <a:pt x="2048987" y="2328386"/>
                  </a:lnTo>
                  <a:lnTo>
                    <a:pt x="2048132" y="2328386"/>
                  </a:lnTo>
                  <a:lnTo>
                    <a:pt x="2047276" y="2328386"/>
                  </a:lnTo>
                  <a:lnTo>
                    <a:pt x="2046421" y="2328386"/>
                  </a:lnTo>
                  <a:lnTo>
                    <a:pt x="2045565" y="2328386"/>
                  </a:lnTo>
                  <a:lnTo>
                    <a:pt x="2044710" y="2328386"/>
                  </a:lnTo>
                  <a:lnTo>
                    <a:pt x="2043854" y="2328386"/>
                  </a:lnTo>
                  <a:lnTo>
                    <a:pt x="2042998" y="2328386"/>
                  </a:lnTo>
                  <a:lnTo>
                    <a:pt x="2042143" y="2328386"/>
                  </a:lnTo>
                  <a:lnTo>
                    <a:pt x="2041287" y="2328386"/>
                  </a:lnTo>
                  <a:lnTo>
                    <a:pt x="2040432" y="2328386"/>
                  </a:lnTo>
                  <a:lnTo>
                    <a:pt x="2039576" y="2328386"/>
                  </a:lnTo>
                  <a:lnTo>
                    <a:pt x="2038721" y="2328386"/>
                  </a:lnTo>
                  <a:lnTo>
                    <a:pt x="2037865" y="2328386"/>
                  </a:lnTo>
                  <a:lnTo>
                    <a:pt x="2037010" y="2328386"/>
                  </a:lnTo>
                  <a:lnTo>
                    <a:pt x="2036154" y="2328386"/>
                  </a:lnTo>
                  <a:lnTo>
                    <a:pt x="2035299" y="2328386"/>
                  </a:lnTo>
                  <a:lnTo>
                    <a:pt x="2034443" y="2328386"/>
                  </a:lnTo>
                  <a:lnTo>
                    <a:pt x="2033588" y="2328386"/>
                  </a:lnTo>
                  <a:lnTo>
                    <a:pt x="2032732" y="2328386"/>
                  </a:lnTo>
                  <a:lnTo>
                    <a:pt x="2031877" y="2328386"/>
                  </a:lnTo>
                  <a:lnTo>
                    <a:pt x="2031021" y="2328386"/>
                  </a:lnTo>
                  <a:lnTo>
                    <a:pt x="2030166" y="2328386"/>
                  </a:lnTo>
                  <a:lnTo>
                    <a:pt x="2029310" y="2328386"/>
                  </a:lnTo>
                  <a:lnTo>
                    <a:pt x="2028454" y="2328386"/>
                  </a:lnTo>
                  <a:lnTo>
                    <a:pt x="2027599" y="2328386"/>
                  </a:lnTo>
                  <a:lnTo>
                    <a:pt x="2026743" y="2328386"/>
                  </a:lnTo>
                  <a:lnTo>
                    <a:pt x="2025888" y="2328386"/>
                  </a:lnTo>
                  <a:lnTo>
                    <a:pt x="2025032" y="2328386"/>
                  </a:lnTo>
                  <a:lnTo>
                    <a:pt x="2024177" y="2328386"/>
                  </a:lnTo>
                  <a:lnTo>
                    <a:pt x="2023321" y="2328386"/>
                  </a:lnTo>
                  <a:lnTo>
                    <a:pt x="2022466" y="2328386"/>
                  </a:lnTo>
                  <a:lnTo>
                    <a:pt x="2021610" y="2328386"/>
                  </a:lnTo>
                  <a:lnTo>
                    <a:pt x="2020755" y="2328386"/>
                  </a:lnTo>
                  <a:lnTo>
                    <a:pt x="2019899" y="2328386"/>
                  </a:lnTo>
                  <a:lnTo>
                    <a:pt x="2019044" y="2328386"/>
                  </a:lnTo>
                  <a:lnTo>
                    <a:pt x="2018188" y="2328386"/>
                  </a:lnTo>
                  <a:lnTo>
                    <a:pt x="2017333" y="2328386"/>
                  </a:lnTo>
                  <a:lnTo>
                    <a:pt x="2016477" y="2328386"/>
                  </a:lnTo>
                  <a:lnTo>
                    <a:pt x="2015622" y="2328386"/>
                  </a:lnTo>
                  <a:lnTo>
                    <a:pt x="2014766" y="2328386"/>
                  </a:lnTo>
                  <a:lnTo>
                    <a:pt x="2013911" y="2328386"/>
                  </a:lnTo>
                  <a:lnTo>
                    <a:pt x="2013055" y="2328386"/>
                  </a:lnTo>
                  <a:lnTo>
                    <a:pt x="2012199" y="2328386"/>
                  </a:lnTo>
                  <a:lnTo>
                    <a:pt x="2011344" y="2328386"/>
                  </a:lnTo>
                  <a:lnTo>
                    <a:pt x="2010488" y="2328386"/>
                  </a:lnTo>
                  <a:lnTo>
                    <a:pt x="2009633" y="2328386"/>
                  </a:lnTo>
                  <a:lnTo>
                    <a:pt x="2008777" y="2328386"/>
                  </a:lnTo>
                  <a:lnTo>
                    <a:pt x="2007922" y="2328386"/>
                  </a:lnTo>
                  <a:lnTo>
                    <a:pt x="2007066" y="2328386"/>
                  </a:lnTo>
                  <a:lnTo>
                    <a:pt x="2006211" y="2328386"/>
                  </a:lnTo>
                  <a:lnTo>
                    <a:pt x="2005355" y="2328386"/>
                  </a:lnTo>
                  <a:lnTo>
                    <a:pt x="2004500" y="2328386"/>
                  </a:lnTo>
                  <a:lnTo>
                    <a:pt x="2003644" y="2328386"/>
                  </a:lnTo>
                  <a:lnTo>
                    <a:pt x="2002789" y="2328386"/>
                  </a:lnTo>
                  <a:lnTo>
                    <a:pt x="2001933" y="2328386"/>
                  </a:lnTo>
                  <a:lnTo>
                    <a:pt x="2001078" y="2328386"/>
                  </a:lnTo>
                  <a:lnTo>
                    <a:pt x="2000222" y="2328386"/>
                  </a:lnTo>
                  <a:lnTo>
                    <a:pt x="1999367" y="2328386"/>
                  </a:lnTo>
                  <a:lnTo>
                    <a:pt x="1998511" y="2328386"/>
                  </a:lnTo>
                  <a:lnTo>
                    <a:pt x="1997656" y="2328386"/>
                  </a:lnTo>
                  <a:lnTo>
                    <a:pt x="1996800" y="2328386"/>
                  </a:lnTo>
                  <a:lnTo>
                    <a:pt x="1995944" y="2328386"/>
                  </a:lnTo>
                  <a:lnTo>
                    <a:pt x="1995089" y="2328386"/>
                  </a:lnTo>
                  <a:lnTo>
                    <a:pt x="1994233" y="2328386"/>
                  </a:lnTo>
                  <a:lnTo>
                    <a:pt x="1993378" y="2328386"/>
                  </a:lnTo>
                  <a:lnTo>
                    <a:pt x="1992522" y="2328386"/>
                  </a:lnTo>
                  <a:lnTo>
                    <a:pt x="1991667" y="2328386"/>
                  </a:lnTo>
                  <a:lnTo>
                    <a:pt x="1990811" y="2328386"/>
                  </a:lnTo>
                  <a:lnTo>
                    <a:pt x="1989956" y="2328386"/>
                  </a:lnTo>
                  <a:lnTo>
                    <a:pt x="1989100" y="2328386"/>
                  </a:lnTo>
                  <a:lnTo>
                    <a:pt x="1988245" y="2328386"/>
                  </a:lnTo>
                  <a:lnTo>
                    <a:pt x="1987389" y="2328386"/>
                  </a:lnTo>
                  <a:lnTo>
                    <a:pt x="1986534" y="2328386"/>
                  </a:lnTo>
                  <a:lnTo>
                    <a:pt x="1985678" y="2328386"/>
                  </a:lnTo>
                  <a:lnTo>
                    <a:pt x="1984823" y="2328386"/>
                  </a:lnTo>
                  <a:lnTo>
                    <a:pt x="1983967" y="2328386"/>
                  </a:lnTo>
                  <a:lnTo>
                    <a:pt x="1983112" y="2328386"/>
                  </a:lnTo>
                  <a:lnTo>
                    <a:pt x="1982256" y="2328386"/>
                  </a:lnTo>
                  <a:lnTo>
                    <a:pt x="1981401" y="2328386"/>
                  </a:lnTo>
                  <a:lnTo>
                    <a:pt x="1980545" y="2328386"/>
                  </a:lnTo>
                  <a:lnTo>
                    <a:pt x="1979689" y="2328386"/>
                  </a:lnTo>
                  <a:lnTo>
                    <a:pt x="1978834" y="2328386"/>
                  </a:lnTo>
                  <a:lnTo>
                    <a:pt x="1977978" y="2328386"/>
                  </a:lnTo>
                  <a:lnTo>
                    <a:pt x="1977123" y="2328386"/>
                  </a:lnTo>
                  <a:lnTo>
                    <a:pt x="1976267" y="2328386"/>
                  </a:lnTo>
                  <a:lnTo>
                    <a:pt x="1975412" y="2328386"/>
                  </a:lnTo>
                  <a:lnTo>
                    <a:pt x="1974556" y="2328386"/>
                  </a:lnTo>
                  <a:lnTo>
                    <a:pt x="1973701" y="2328386"/>
                  </a:lnTo>
                  <a:lnTo>
                    <a:pt x="1972845" y="2328386"/>
                  </a:lnTo>
                  <a:lnTo>
                    <a:pt x="1971990" y="2328386"/>
                  </a:lnTo>
                  <a:lnTo>
                    <a:pt x="1971134" y="2328386"/>
                  </a:lnTo>
                  <a:lnTo>
                    <a:pt x="1970279" y="2328386"/>
                  </a:lnTo>
                  <a:lnTo>
                    <a:pt x="1969423" y="2328386"/>
                  </a:lnTo>
                  <a:lnTo>
                    <a:pt x="1968568" y="2328386"/>
                  </a:lnTo>
                  <a:lnTo>
                    <a:pt x="1967712" y="2328386"/>
                  </a:lnTo>
                  <a:lnTo>
                    <a:pt x="1966857" y="2328386"/>
                  </a:lnTo>
                  <a:lnTo>
                    <a:pt x="1966001" y="2328386"/>
                  </a:lnTo>
                  <a:lnTo>
                    <a:pt x="1965145" y="2328386"/>
                  </a:lnTo>
                  <a:lnTo>
                    <a:pt x="1964290" y="2328386"/>
                  </a:lnTo>
                  <a:lnTo>
                    <a:pt x="1963434" y="2328386"/>
                  </a:lnTo>
                  <a:lnTo>
                    <a:pt x="1962579" y="2328386"/>
                  </a:lnTo>
                  <a:lnTo>
                    <a:pt x="1961723" y="2328386"/>
                  </a:lnTo>
                  <a:lnTo>
                    <a:pt x="1960868" y="2328386"/>
                  </a:lnTo>
                  <a:lnTo>
                    <a:pt x="1960012" y="2328386"/>
                  </a:lnTo>
                  <a:lnTo>
                    <a:pt x="1959157" y="2328386"/>
                  </a:lnTo>
                  <a:lnTo>
                    <a:pt x="1958301" y="2328386"/>
                  </a:lnTo>
                  <a:lnTo>
                    <a:pt x="1957446" y="2328386"/>
                  </a:lnTo>
                  <a:lnTo>
                    <a:pt x="1956590" y="2328386"/>
                  </a:lnTo>
                  <a:lnTo>
                    <a:pt x="1955735" y="2328386"/>
                  </a:lnTo>
                  <a:lnTo>
                    <a:pt x="1954879" y="2328386"/>
                  </a:lnTo>
                  <a:lnTo>
                    <a:pt x="1954024" y="2328386"/>
                  </a:lnTo>
                  <a:lnTo>
                    <a:pt x="1953168" y="2328386"/>
                  </a:lnTo>
                  <a:lnTo>
                    <a:pt x="1952313" y="2328386"/>
                  </a:lnTo>
                  <a:lnTo>
                    <a:pt x="1951457" y="2328386"/>
                  </a:lnTo>
                  <a:lnTo>
                    <a:pt x="1950602" y="2328386"/>
                  </a:lnTo>
                  <a:lnTo>
                    <a:pt x="1949746" y="2328386"/>
                  </a:lnTo>
                  <a:lnTo>
                    <a:pt x="1948890" y="2328386"/>
                  </a:lnTo>
                  <a:lnTo>
                    <a:pt x="1948035" y="2328386"/>
                  </a:lnTo>
                  <a:lnTo>
                    <a:pt x="1947179" y="2328386"/>
                  </a:lnTo>
                  <a:lnTo>
                    <a:pt x="1946324" y="2328386"/>
                  </a:lnTo>
                  <a:lnTo>
                    <a:pt x="1945468" y="2328386"/>
                  </a:lnTo>
                  <a:lnTo>
                    <a:pt x="1944613" y="2328386"/>
                  </a:lnTo>
                  <a:lnTo>
                    <a:pt x="1943757" y="2328386"/>
                  </a:lnTo>
                  <a:lnTo>
                    <a:pt x="1942902" y="2328386"/>
                  </a:lnTo>
                  <a:lnTo>
                    <a:pt x="1942046" y="2328386"/>
                  </a:lnTo>
                  <a:lnTo>
                    <a:pt x="1941191" y="2328386"/>
                  </a:lnTo>
                  <a:lnTo>
                    <a:pt x="1940335" y="2328386"/>
                  </a:lnTo>
                  <a:lnTo>
                    <a:pt x="1939480" y="2328386"/>
                  </a:lnTo>
                  <a:lnTo>
                    <a:pt x="1938624" y="2328386"/>
                  </a:lnTo>
                  <a:lnTo>
                    <a:pt x="1937769" y="2328386"/>
                  </a:lnTo>
                  <a:lnTo>
                    <a:pt x="1936913" y="2328386"/>
                  </a:lnTo>
                  <a:lnTo>
                    <a:pt x="1936058" y="2328386"/>
                  </a:lnTo>
                  <a:lnTo>
                    <a:pt x="1935202" y="2328386"/>
                  </a:lnTo>
                  <a:lnTo>
                    <a:pt x="1934347" y="2328386"/>
                  </a:lnTo>
                  <a:lnTo>
                    <a:pt x="1933491" y="2328386"/>
                  </a:lnTo>
                  <a:lnTo>
                    <a:pt x="1932635" y="2328386"/>
                  </a:lnTo>
                  <a:lnTo>
                    <a:pt x="1931780" y="2328386"/>
                  </a:lnTo>
                  <a:lnTo>
                    <a:pt x="1930924" y="2328386"/>
                  </a:lnTo>
                  <a:lnTo>
                    <a:pt x="1930069" y="2328386"/>
                  </a:lnTo>
                  <a:lnTo>
                    <a:pt x="1929213" y="2328386"/>
                  </a:lnTo>
                  <a:lnTo>
                    <a:pt x="1928358" y="2328386"/>
                  </a:lnTo>
                  <a:lnTo>
                    <a:pt x="1927502" y="2328386"/>
                  </a:lnTo>
                  <a:lnTo>
                    <a:pt x="1926647" y="2328386"/>
                  </a:lnTo>
                  <a:lnTo>
                    <a:pt x="1925791" y="2328386"/>
                  </a:lnTo>
                  <a:lnTo>
                    <a:pt x="1924936" y="2328386"/>
                  </a:lnTo>
                  <a:lnTo>
                    <a:pt x="1924080" y="2328386"/>
                  </a:lnTo>
                  <a:lnTo>
                    <a:pt x="1923225" y="2328386"/>
                  </a:lnTo>
                  <a:lnTo>
                    <a:pt x="1922369" y="2328386"/>
                  </a:lnTo>
                  <a:lnTo>
                    <a:pt x="1921514" y="2328386"/>
                  </a:lnTo>
                  <a:lnTo>
                    <a:pt x="1920658" y="2328386"/>
                  </a:lnTo>
                  <a:lnTo>
                    <a:pt x="1919803" y="2328386"/>
                  </a:lnTo>
                  <a:lnTo>
                    <a:pt x="1918947" y="2328386"/>
                  </a:lnTo>
                  <a:lnTo>
                    <a:pt x="1918091" y="2328386"/>
                  </a:lnTo>
                  <a:lnTo>
                    <a:pt x="1917236" y="2328386"/>
                  </a:lnTo>
                  <a:lnTo>
                    <a:pt x="1916380" y="2328386"/>
                  </a:lnTo>
                  <a:lnTo>
                    <a:pt x="1915525" y="2328386"/>
                  </a:lnTo>
                  <a:lnTo>
                    <a:pt x="1914669" y="2328386"/>
                  </a:lnTo>
                  <a:lnTo>
                    <a:pt x="1913814" y="2328386"/>
                  </a:lnTo>
                  <a:lnTo>
                    <a:pt x="1912958" y="2328386"/>
                  </a:lnTo>
                  <a:lnTo>
                    <a:pt x="1912103" y="2328386"/>
                  </a:lnTo>
                  <a:lnTo>
                    <a:pt x="1911247" y="2328386"/>
                  </a:lnTo>
                  <a:lnTo>
                    <a:pt x="1910392" y="2328386"/>
                  </a:lnTo>
                  <a:lnTo>
                    <a:pt x="1909536" y="2328386"/>
                  </a:lnTo>
                  <a:lnTo>
                    <a:pt x="1908681" y="2328386"/>
                  </a:lnTo>
                  <a:lnTo>
                    <a:pt x="1907825" y="2328386"/>
                  </a:lnTo>
                  <a:lnTo>
                    <a:pt x="1906970" y="2328386"/>
                  </a:lnTo>
                  <a:lnTo>
                    <a:pt x="1906114" y="2328386"/>
                  </a:lnTo>
                  <a:lnTo>
                    <a:pt x="1905259" y="2328386"/>
                  </a:lnTo>
                  <a:lnTo>
                    <a:pt x="1904403" y="2328386"/>
                  </a:lnTo>
                  <a:lnTo>
                    <a:pt x="1903548" y="2328386"/>
                  </a:lnTo>
                  <a:lnTo>
                    <a:pt x="1902692" y="2328386"/>
                  </a:lnTo>
                  <a:lnTo>
                    <a:pt x="1901836" y="2328386"/>
                  </a:lnTo>
                  <a:lnTo>
                    <a:pt x="1900981" y="2328386"/>
                  </a:lnTo>
                  <a:lnTo>
                    <a:pt x="1900125" y="2328386"/>
                  </a:lnTo>
                  <a:lnTo>
                    <a:pt x="1899270" y="2328386"/>
                  </a:lnTo>
                  <a:lnTo>
                    <a:pt x="1898414" y="2328386"/>
                  </a:lnTo>
                  <a:lnTo>
                    <a:pt x="1897559" y="2328386"/>
                  </a:lnTo>
                  <a:lnTo>
                    <a:pt x="1896703" y="2328386"/>
                  </a:lnTo>
                  <a:lnTo>
                    <a:pt x="1895848" y="2328386"/>
                  </a:lnTo>
                  <a:lnTo>
                    <a:pt x="1894992" y="2328386"/>
                  </a:lnTo>
                  <a:lnTo>
                    <a:pt x="1894137" y="2328386"/>
                  </a:lnTo>
                  <a:lnTo>
                    <a:pt x="1893281" y="2328386"/>
                  </a:lnTo>
                  <a:lnTo>
                    <a:pt x="1892426" y="2328386"/>
                  </a:lnTo>
                  <a:lnTo>
                    <a:pt x="1891570" y="2328386"/>
                  </a:lnTo>
                  <a:lnTo>
                    <a:pt x="1890715" y="2328386"/>
                  </a:lnTo>
                  <a:lnTo>
                    <a:pt x="1889859" y="2328386"/>
                  </a:lnTo>
                  <a:lnTo>
                    <a:pt x="1889004" y="2328386"/>
                  </a:lnTo>
                  <a:lnTo>
                    <a:pt x="1888148" y="2328386"/>
                  </a:lnTo>
                  <a:lnTo>
                    <a:pt x="1887293" y="2328386"/>
                  </a:lnTo>
                  <a:lnTo>
                    <a:pt x="1886437" y="2328386"/>
                  </a:lnTo>
                  <a:lnTo>
                    <a:pt x="1885581" y="2328386"/>
                  </a:lnTo>
                  <a:lnTo>
                    <a:pt x="1884726" y="2328386"/>
                  </a:lnTo>
                  <a:lnTo>
                    <a:pt x="1883870" y="2328386"/>
                  </a:lnTo>
                  <a:lnTo>
                    <a:pt x="1883015" y="2328386"/>
                  </a:lnTo>
                  <a:lnTo>
                    <a:pt x="1882159" y="2328386"/>
                  </a:lnTo>
                  <a:lnTo>
                    <a:pt x="1881304" y="2328386"/>
                  </a:lnTo>
                  <a:lnTo>
                    <a:pt x="1880448" y="2328386"/>
                  </a:lnTo>
                  <a:lnTo>
                    <a:pt x="1879593" y="2328386"/>
                  </a:lnTo>
                  <a:lnTo>
                    <a:pt x="1878737" y="2328386"/>
                  </a:lnTo>
                  <a:lnTo>
                    <a:pt x="1877882" y="2328386"/>
                  </a:lnTo>
                  <a:lnTo>
                    <a:pt x="1877026" y="2328386"/>
                  </a:lnTo>
                  <a:lnTo>
                    <a:pt x="1876171" y="2328386"/>
                  </a:lnTo>
                  <a:lnTo>
                    <a:pt x="1875315" y="2328386"/>
                  </a:lnTo>
                  <a:lnTo>
                    <a:pt x="1874460" y="2328386"/>
                  </a:lnTo>
                  <a:lnTo>
                    <a:pt x="1873604" y="2328386"/>
                  </a:lnTo>
                  <a:lnTo>
                    <a:pt x="1872749" y="2328386"/>
                  </a:lnTo>
                  <a:lnTo>
                    <a:pt x="1871893" y="2328386"/>
                  </a:lnTo>
                  <a:lnTo>
                    <a:pt x="1871037" y="2328386"/>
                  </a:lnTo>
                  <a:lnTo>
                    <a:pt x="1870182" y="2328386"/>
                  </a:lnTo>
                  <a:lnTo>
                    <a:pt x="1869326" y="2328386"/>
                  </a:lnTo>
                  <a:lnTo>
                    <a:pt x="1868471" y="2328386"/>
                  </a:lnTo>
                  <a:lnTo>
                    <a:pt x="1867615" y="2328386"/>
                  </a:lnTo>
                  <a:lnTo>
                    <a:pt x="1866760" y="2328386"/>
                  </a:lnTo>
                  <a:lnTo>
                    <a:pt x="1865904" y="2328386"/>
                  </a:lnTo>
                  <a:lnTo>
                    <a:pt x="1865049" y="2328386"/>
                  </a:lnTo>
                  <a:lnTo>
                    <a:pt x="1864193" y="2328386"/>
                  </a:lnTo>
                  <a:lnTo>
                    <a:pt x="1863338" y="2328386"/>
                  </a:lnTo>
                  <a:lnTo>
                    <a:pt x="1862482" y="2328386"/>
                  </a:lnTo>
                  <a:lnTo>
                    <a:pt x="1861627" y="2328386"/>
                  </a:lnTo>
                  <a:lnTo>
                    <a:pt x="1860771" y="2328386"/>
                  </a:lnTo>
                  <a:lnTo>
                    <a:pt x="1859916" y="2328386"/>
                  </a:lnTo>
                  <a:lnTo>
                    <a:pt x="1859060" y="2328386"/>
                  </a:lnTo>
                  <a:lnTo>
                    <a:pt x="1858205" y="2328386"/>
                  </a:lnTo>
                  <a:lnTo>
                    <a:pt x="1857349" y="2328386"/>
                  </a:lnTo>
                  <a:lnTo>
                    <a:pt x="1856494" y="2328386"/>
                  </a:lnTo>
                  <a:lnTo>
                    <a:pt x="1855638" y="2328386"/>
                  </a:lnTo>
                  <a:lnTo>
                    <a:pt x="1854782" y="2328386"/>
                  </a:lnTo>
                  <a:lnTo>
                    <a:pt x="1853927" y="2328386"/>
                  </a:lnTo>
                  <a:lnTo>
                    <a:pt x="1853071" y="2328386"/>
                  </a:lnTo>
                  <a:lnTo>
                    <a:pt x="1852216" y="2328386"/>
                  </a:lnTo>
                  <a:lnTo>
                    <a:pt x="1851360" y="2328386"/>
                  </a:lnTo>
                  <a:lnTo>
                    <a:pt x="1850505" y="2328386"/>
                  </a:lnTo>
                  <a:lnTo>
                    <a:pt x="1849649" y="2328386"/>
                  </a:lnTo>
                  <a:lnTo>
                    <a:pt x="1848794" y="2328386"/>
                  </a:lnTo>
                  <a:lnTo>
                    <a:pt x="1847938" y="2328386"/>
                  </a:lnTo>
                  <a:lnTo>
                    <a:pt x="1847083" y="2328386"/>
                  </a:lnTo>
                  <a:lnTo>
                    <a:pt x="1846227" y="2328386"/>
                  </a:lnTo>
                  <a:lnTo>
                    <a:pt x="1845372" y="2328386"/>
                  </a:lnTo>
                  <a:lnTo>
                    <a:pt x="1844516" y="2328386"/>
                  </a:lnTo>
                  <a:lnTo>
                    <a:pt x="1843661" y="2328386"/>
                  </a:lnTo>
                  <a:lnTo>
                    <a:pt x="1842805" y="2328386"/>
                  </a:lnTo>
                  <a:lnTo>
                    <a:pt x="1841950" y="2328386"/>
                  </a:lnTo>
                  <a:lnTo>
                    <a:pt x="1841094" y="2328386"/>
                  </a:lnTo>
                  <a:lnTo>
                    <a:pt x="1840239" y="2328386"/>
                  </a:lnTo>
                  <a:lnTo>
                    <a:pt x="1839383" y="2328386"/>
                  </a:lnTo>
                  <a:lnTo>
                    <a:pt x="1838527" y="2328386"/>
                  </a:lnTo>
                  <a:lnTo>
                    <a:pt x="1837672" y="2328386"/>
                  </a:lnTo>
                  <a:lnTo>
                    <a:pt x="1836816" y="2328386"/>
                  </a:lnTo>
                  <a:lnTo>
                    <a:pt x="1835961" y="2328386"/>
                  </a:lnTo>
                  <a:lnTo>
                    <a:pt x="1835105" y="2328386"/>
                  </a:lnTo>
                  <a:lnTo>
                    <a:pt x="1834250" y="2328386"/>
                  </a:lnTo>
                  <a:lnTo>
                    <a:pt x="1833394" y="2328386"/>
                  </a:lnTo>
                  <a:lnTo>
                    <a:pt x="1832539" y="2328386"/>
                  </a:lnTo>
                  <a:lnTo>
                    <a:pt x="1831683" y="2328386"/>
                  </a:lnTo>
                  <a:lnTo>
                    <a:pt x="1830828" y="2328386"/>
                  </a:lnTo>
                  <a:lnTo>
                    <a:pt x="1829972" y="2328386"/>
                  </a:lnTo>
                  <a:lnTo>
                    <a:pt x="1829117" y="2328386"/>
                  </a:lnTo>
                  <a:lnTo>
                    <a:pt x="1828261" y="2328386"/>
                  </a:lnTo>
                  <a:lnTo>
                    <a:pt x="1827406" y="2328386"/>
                  </a:lnTo>
                  <a:lnTo>
                    <a:pt x="1826550" y="2328386"/>
                  </a:lnTo>
                  <a:lnTo>
                    <a:pt x="1825695" y="2328386"/>
                  </a:lnTo>
                  <a:lnTo>
                    <a:pt x="1824839" y="2328386"/>
                  </a:lnTo>
                  <a:lnTo>
                    <a:pt x="1823983" y="2328386"/>
                  </a:lnTo>
                  <a:lnTo>
                    <a:pt x="1823128" y="2328386"/>
                  </a:lnTo>
                  <a:lnTo>
                    <a:pt x="1822272" y="2328386"/>
                  </a:lnTo>
                  <a:lnTo>
                    <a:pt x="1821417" y="2328386"/>
                  </a:lnTo>
                  <a:lnTo>
                    <a:pt x="1820561" y="2328386"/>
                  </a:lnTo>
                  <a:lnTo>
                    <a:pt x="1819706" y="2328386"/>
                  </a:lnTo>
                  <a:lnTo>
                    <a:pt x="1818850" y="2328386"/>
                  </a:lnTo>
                  <a:lnTo>
                    <a:pt x="1817995" y="2328386"/>
                  </a:lnTo>
                  <a:lnTo>
                    <a:pt x="1817139" y="2328386"/>
                  </a:lnTo>
                  <a:lnTo>
                    <a:pt x="1816284" y="2328386"/>
                  </a:lnTo>
                  <a:lnTo>
                    <a:pt x="1815428" y="2328386"/>
                  </a:lnTo>
                  <a:lnTo>
                    <a:pt x="1814573" y="2328386"/>
                  </a:lnTo>
                  <a:lnTo>
                    <a:pt x="1813717" y="2328386"/>
                  </a:lnTo>
                  <a:lnTo>
                    <a:pt x="1812862" y="2328386"/>
                  </a:lnTo>
                  <a:lnTo>
                    <a:pt x="1812006" y="2328386"/>
                  </a:lnTo>
                  <a:lnTo>
                    <a:pt x="1811151" y="2328386"/>
                  </a:lnTo>
                  <a:lnTo>
                    <a:pt x="1810295" y="2328386"/>
                  </a:lnTo>
                  <a:lnTo>
                    <a:pt x="1809440" y="2328386"/>
                  </a:lnTo>
                  <a:lnTo>
                    <a:pt x="1808584" y="2328386"/>
                  </a:lnTo>
                  <a:lnTo>
                    <a:pt x="1807728" y="2328386"/>
                  </a:lnTo>
                  <a:lnTo>
                    <a:pt x="1806873" y="2328386"/>
                  </a:lnTo>
                  <a:lnTo>
                    <a:pt x="1806017" y="2328386"/>
                  </a:lnTo>
                  <a:lnTo>
                    <a:pt x="1805162" y="2328386"/>
                  </a:lnTo>
                  <a:lnTo>
                    <a:pt x="1804306" y="2328386"/>
                  </a:lnTo>
                  <a:lnTo>
                    <a:pt x="1803451" y="2328386"/>
                  </a:lnTo>
                  <a:lnTo>
                    <a:pt x="1802595" y="2328386"/>
                  </a:lnTo>
                  <a:lnTo>
                    <a:pt x="1801740" y="2328386"/>
                  </a:lnTo>
                  <a:lnTo>
                    <a:pt x="1800884" y="2328386"/>
                  </a:lnTo>
                  <a:lnTo>
                    <a:pt x="1800029" y="2328386"/>
                  </a:lnTo>
                  <a:lnTo>
                    <a:pt x="1799173" y="2328386"/>
                  </a:lnTo>
                  <a:lnTo>
                    <a:pt x="1798318" y="2328386"/>
                  </a:lnTo>
                  <a:lnTo>
                    <a:pt x="1797462" y="2328386"/>
                  </a:lnTo>
                  <a:lnTo>
                    <a:pt x="1796607" y="2328386"/>
                  </a:lnTo>
                  <a:lnTo>
                    <a:pt x="1795751" y="2328386"/>
                  </a:lnTo>
                  <a:lnTo>
                    <a:pt x="1794896" y="2328386"/>
                  </a:lnTo>
                  <a:lnTo>
                    <a:pt x="1794040" y="2328386"/>
                  </a:lnTo>
                  <a:lnTo>
                    <a:pt x="1793185" y="2328386"/>
                  </a:lnTo>
                  <a:lnTo>
                    <a:pt x="1792329" y="2328386"/>
                  </a:lnTo>
                  <a:lnTo>
                    <a:pt x="1791473" y="2328386"/>
                  </a:lnTo>
                  <a:lnTo>
                    <a:pt x="1790618" y="2328386"/>
                  </a:lnTo>
                  <a:lnTo>
                    <a:pt x="1789762" y="2328386"/>
                  </a:lnTo>
                  <a:lnTo>
                    <a:pt x="1788907" y="2328386"/>
                  </a:lnTo>
                  <a:lnTo>
                    <a:pt x="1788051" y="2328386"/>
                  </a:lnTo>
                  <a:lnTo>
                    <a:pt x="1787196" y="2328386"/>
                  </a:lnTo>
                  <a:lnTo>
                    <a:pt x="1786340" y="2328386"/>
                  </a:lnTo>
                  <a:lnTo>
                    <a:pt x="1785485" y="2328386"/>
                  </a:lnTo>
                  <a:lnTo>
                    <a:pt x="1784629" y="2328386"/>
                  </a:lnTo>
                  <a:lnTo>
                    <a:pt x="1783774" y="2328386"/>
                  </a:lnTo>
                  <a:lnTo>
                    <a:pt x="1782918" y="2328386"/>
                  </a:lnTo>
                  <a:lnTo>
                    <a:pt x="1782063" y="2328386"/>
                  </a:lnTo>
                  <a:lnTo>
                    <a:pt x="1781207" y="2328386"/>
                  </a:lnTo>
                  <a:lnTo>
                    <a:pt x="1780352" y="2328386"/>
                  </a:lnTo>
                  <a:lnTo>
                    <a:pt x="1779496" y="2328386"/>
                  </a:lnTo>
                  <a:lnTo>
                    <a:pt x="1778641" y="2328386"/>
                  </a:lnTo>
                  <a:lnTo>
                    <a:pt x="1777785" y="2328386"/>
                  </a:lnTo>
                  <a:lnTo>
                    <a:pt x="1776929" y="2328386"/>
                  </a:lnTo>
                  <a:lnTo>
                    <a:pt x="1776074" y="2328386"/>
                  </a:lnTo>
                  <a:lnTo>
                    <a:pt x="1775218" y="2328386"/>
                  </a:lnTo>
                  <a:lnTo>
                    <a:pt x="1774363" y="2328386"/>
                  </a:lnTo>
                  <a:lnTo>
                    <a:pt x="1773507" y="2328386"/>
                  </a:lnTo>
                  <a:lnTo>
                    <a:pt x="1772652" y="2328386"/>
                  </a:lnTo>
                  <a:lnTo>
                    <a:pt x="1771796" y="2328386"/>
                  </a:lnTo>
                  <a:lnTo>
                    <a:pt x="1770941" y="2328386"/>
                  </a:lnTo>
                  <a:lnTo>
                    <a:pt x="1770085" y="2328386"/>
                  </a:lnTo>
                  <a:lnTo>
                    <a:pt x="1769230" y="2328386"/>
                  </a:lnTo>
                  <a:lnTo>
                    <a:pt x="1768374" y="2328386"/>
                  </a:lnTo>
                  <a:lnTo>
                    <a:pt x="1767519" y="2328386"/>
                  </a:lnTo>
                  <a:lnTo>
                    <a:pt x="1766663" y="2328386"/>
                  </a:lnTo>
                  <a:lnTo>
                    <a:pt x="1765808" y="2328386"/>
                  </a:lnTo>
                  <a:lnTo>
                    <a:pt x="1764952" y="2328386"/>
                  </a:lnTo>
                  <a:lnTo>
                    <a:pt x="1764097" y="2328386"/>
                  </a:lnTo>
                  <a:lnTo>
                    <a:pt x="1763241" y="2328386"/>
                  </a:lnTo>
                  <a:lnTo>
                    <a:pt x="1762386" y="2328386"/>
                  </a:lnTo>
                  <a:lnTo>
                    <a:pt x="1761530" y="2328386"/>
                  </a:lnTo>
                  <a:lnTo>
                    <a:pt x="1760674" y="2328386"/>
                  </a:lnTo>
                  <a:lnTo>
                    <a:pt x="1759819" y="2328386"/>
                  </a:lnTo>
                  <a:lnTo>
                    <a:pt x="1758963" y="2328386"/>
                  </a:lnTo>
                  <a:lnTo>
                    <a:pt x="1758108" y="2328386"/>
                  </a:lnTo>
                  <a:lnTo>
                    <a:pt x="1757252" y="2328386"/>
                  </a:lnTo>
                  <a:lnTo>
                    <a:pt x="1756397" y="2328386"/>
                  </a:lnTo>
                  <a:lnTo>
                    <a:pt x="1755541" y="2328386"/>
                  </a:lnTo>
                  <a:lnTo>
                    <a:pt x="1754686" y="2328386"/>
                  </a:lnTo>
                  <a:lnTo>
                    <a:pt x="1753830" y="2328386"/>
                  </a:lnTo>
                  <a:lnTo>
                    <a:pt x="1752975" y="2328386"/>
                  </a:lnTo>
                  <a:lnTo>
                    <a:pt x="1752119" y="2328386"/>
                  </a:lnTo>
                  <a:lnTo>
                    <a:pt x="1751264" y="2328386"/>
                  </a:lnTo>
                  <a:lnTo>
                    <a:pt x="1750408" y="2328386"/>
                  </a:lnTo>
                  <a:lnTo>
                    <a:pt x="1749553" y="2328386"/>
                  </a:lnTo>
                  <a:lnTo>
                    <a:pt x="1748697" y="2328386"/>
                  </a:lnTo>
                  <a:lnTo>
                    <a:pt x="1747842" y="2328386"/>
                  </a:lnTo>
                  <a:lnTo>
                    <a:pt x="1746986" y="2328386"/>
                  </a:lnTo>
                  <a:lnTo>
                    <a:pt x="1746131" y="2328386"/>
                  </a:lnTo>
                  <a:lnTo>
                    <a:pt x="1745275" y="2328386"/>
                  </a:lnTo>
                  <a:lnTo>
                    <a:pt x="1744419" y="2328386"/>
                  </a:lnTo>
                  <a:lnTo>
                    <a:pt x="1743564" y="2328386"/>
                  </a:lnTo>
                  <a:lnTo>
                    <a:pt x="1742708" y="2328386"/>
                  </a:lnTo>
                  <a:lnTo>
                    <a:pt x="1741853" y="2328386"/>
                  </a:lnTo>
                  <a:lnTo>
                    <a:pt x="1740997" y="2328386"/>
                  </a:lnTo>
                  <a:lnTo>
                    <a:pt x="1740142" y="2328386"/>
                  </a:lnTo>
                  <a:lnTo>
                    <a:pt x="1739286" y="2328386"/>
                  </a:lnTo>
                  <a:lnTo>
                    <a:pt x="1738431" y="2328386"/>
                  </a:lnTo>
                  <a:lnTo>
                    <a:pt x="1737575" y="2328386"/>
                  </a:lnTo>
                  <a:lnTo>
                    <a:pt x="1736720" y="2328386"/>
                  </a:lnTo>
                  <a:lnTo>
                    <a:pt x="1735864" y="2328386"/>
                  </a:lnTo>
                  <a:lnTo>
                    <a:pt x="1735009" y="2328386"/>
                  </a:lnTo>
                  <a:lnTo>
                    <a:pt x="1734153" y="2328386"/>
                  </a:lnTo>
                  <a:lnTo>
                    <a:pt x="1733298" y="2328386"/>
                  </a:lnTo>
                  <a:lnTo>
                    <a:pt x="1732442" y="2328386"/>
                  </a:lnTo>
                  <a:lnTo>
                    <a:pt x="1731587" y="2328386"/>
                  </a:lnTo>
                  <a:lnTo>
                    <a:pt x="1730731" y="2328386"/>
                  </a:lnTo>
                  <a:lnTo>
                    <a:pt x="1729876" y="2328386"/>
                  </a:lnTo>
                  <a:lnTo>
                    <a:pt x="1729020" y="2328386"/>
                  </a:lnTo>
                  <a:lnTo>
                    <a:pt x="1728164" y="2328386"/>
                  </a:lnTo>
                  <a:lnTo>
                    <a:pt x="1727309" y="2328386"/>
                  </a:lnTo>
                  <a:lnTo>
                    <a:pt x="1726453" y="2328386"/>
                  </a:lnTo>
                  <a:lnTo>
                    <a:pt x="1725598" y="2328386"/>
                  </a:lnTo>
                  <a:lnTo>
                    <a:pt x="1724742" y="2328386"/>
                  </a:lnTo>
                  <a:lnTo>
                    <a:pt x="1723887" y="2328386"/>
                  </a:lnTo>
                  <a:lnTo>
                    <a:pt x="1723031" y="2328386"/>
                  </a:lnTo>
                  <a:lnTo>
                    <a:pt x="1722176" y="2328386"/>
                  </a:lnTo>
                  <a:lnTo>
                    <a:pt x="1721320" y="2328386"/>
                  </a:lnTo>
                  <a:lnTo>
                    <a:pt x="1720465" y="2328386"/>
                  </a:lnTo>
                  <a:lnTo>
                    <a:pt x="1719609" y="2328386"/>
                  </a:lnTo>
                  <a:lnTo>
                    <a:pt x="1718754" y="2328386"/>
                  </a:lnTo>
                  <a:lnTo>
                    <a:pt x="1717898" y="2328386"/>
                  </a:lnTo>
                  <a:lnTo>
                    <a:pt x="1717043" y="2328386"/>
                  </a:lnTo>
                  <a:lnTo>
                    <a:pt x="1716187" y="2328386"/>
                  </a:lnTo>
                  <a:lnTo>
                    <a:pt x="1715332" y="2328386"/>
                  </a:lnTo>
                  <a:lnTo>
                    <a:pt x="1714476" y="2328386"/>
                  </a:lnTo>
                  <a:lnTo>
                    <a:pt x="1713620" y="2328386"/>
                  </a:lnTo>
                  <a:lnTo>
                    <a:pt x="1712765" y="2328386"/>
                  </a:lnTo>
                  <a:lnTo>
                    <a:pt x="1711909" y="2328386"/>
                  </a:lnTo>
                  <a:lnTo>
                    <a:pt x="1711054" y="2328386"/>
                  </a:lnTo>
                  <a:lnTo>
                    <a:pt x="1710198" y="2328386"/>
                  </a:lnTo>
                  <a:lnTo>
                    <a:pt x="1709343" y="2328386"/>
                  </a:lnTo>
                  <a:lnTo>
                    <a:pt x="1708487" y="2328386"/>
                  </a:lnTo>
                  <a:lnTo>
                    <a:pt x="1707632" y="2328386"/>
                  </a:lnTo>
                  <a:lnTo>
                    <a:pt x="1706776" y="2328386"/>
                  </a:lnTo>
                  <a:lnTo>
                    <a:pt x="1705921" y="2328386"/>
                  </a:lnTo>
                  <a:lnTo>
                    <a:pt x="1705065" y="2328386"/>
                  </a:lnTo>
                  <a:lnTo>
                    <a:pt x="1704210" y="2328386"/>
                  </a:lnTo>
                  <a:lnTo>
                    <a:pt x="1703354" y="2328386"/>
                  </a:lnTo>
                  <a:lnTo>
                    <a:pt x="1702499" y="2328386"/>
                  </a:lnTo>
                  <a:lnTo>
                    <a:pt x="1701643" y="2328386"/>
                  </a:lnTo>
                  <a:lnTo>
                    <a:pt x="1700788" y="2328386"/>
                  </a:lnTo>
                  <a:lnTo>
                    <a:pt x="1699932" y="2328386"/>
                  </a:lnTo>
                  <a:lnTo>
                    <a:pt x="1699077" y="2328386"/>
                  </a:lnTo>
                  <a:lnTo>
                    <a:pt x="1698221" y="2328386"/>
                  </a:lnTo>
                  <a:lnTo>
                    <a:pt x="1697365" y="2328386"/>
                  </a:lnTo>
                  <a:lnTo>
                    <a:pt x="1696510" y="2328386"/>
                  </a:lnTo>
                  <a:lnTo>
                    <a:pt x="1695654" y="2328386"/>
                  </a:lnTo>
                  <a:lnTo>
                    <a:pt x="1694799" y="2328386"/>
                  </a:lnTo>
                  <a:lnTo>
                    <a:pt x="1693943" y="2328386"/>
                  </a:lnTo>
                  <a:lnTo>
                    <a:pt x="1693088" y="2328386"/>
                  </a:lnTo>
                  <a:lnTo>
                    <a:pt x="1692232" y="2328386"/>
                  </a:lnTo>
                  <a:lnTo>
                    <a:pt x="1691377" y="2328386"/>
                  </a:lnTo>
                  <a:lnTo>
                    <a:pt x="1690521" y="2328386"/>
                  </a:lnTo>
                  <a:lnTo>
                    <a:pt x="1689666" y="2328386"/>
                  </a:lnTo>
                  <a:lnTo>
                    <a:pt x="1688810" y="2328386"/>
                  </a:lnTo>
                  <a:lnTo>
                    <a:pt x="1687955" y="2328386"/>
                  </a:lnTo>
                  <a:lnTo>
                    <a:pt x="1687099" y="2328386"/>
                  </a:lnTo>
                  <a:lnTo>
                    <a:pt x="1686244" y="2328386"/>
                  </a:lnTo>
                  <a:lnTo>
                    <a:pt x="1685388" y="2328386"/>
                  </a:lnTo>
                  <a:lnTo>
                    <a:pt x="1684533" y="2328386"/>
                  </a:lnTo>
                  <a:lnTo>
                    <a:pt x="1683677" y="2328386"/>
                  </a:lnTo>
                  <a:lnTo>
                    <a:pt x="1682822" y="2328386"/>
                  </a:lnTo>
                  <a:lnTo>
                    <a:pt x="1681966" y="2328386"/>
                  </a:lnTo>
                  <a:lnTo>
                    <a:pt x="1681110" y="2328386"/>
                  </a:lnTo>
                  <a:lnTo>
                    <a:pt x="1680255" y="2328386"/>
                  </a:lnTo>
                  <a:lnTo>
                    <a:pt x="1679399" y="2328386"/>
                  </a:lnTo>
                  <a:lnTo>
                    <a:pt x="1678544" y="2328386"/>
                  </a:lnTo>
                  <a:lnTo>
                    <a:pt x="1677688" y="2328386"/>
                  </a:lnTo>
                  <a:lnTo>
                    <a:pt x="1676833" y="2328386"/>
                  </a:lnTo>
                  <a:lnTo>
                    <a:pt x="1675977" y="2328386"/>
                  </a:lnTo>
                  <a:lnTo>
                    <a:pt x="1675122" y="2328386"/>
                  </a:lnTo>
                  <a:lnTo>
                    <a:pt x="1674266" y="2328386"/>
                  </a:lnTo>
                  <a:lnTo>
                    <a:pt x="1673411" y="2328386"/>
                  </a:lnTo>
                  <a:lnTo>
                    <a:pt x="1672555" y="2328386"/>
                  </a:lnTo>
                  <a:lnTo>
                    <a:pt x="1671700" y="2328386"/>
                  </a:lnTo>
                  <a:lnTo>
                    <a:pt x="1670844" y="2328386"/>
                  </a:lnTo>
                  <a:lnTo>
                    <a:pt x="1669989" y="2328386"/>
                  </a:lnTo>
                  <a:lnTo>
                    <a:pt x="1669133" y="2328386"/>
                  </a:lnTo>
                  <a:lnTo>
                    <a:pt x="1668278" y="2328386"/>
                  </a:lnTo>
                  <a:lnTo>
                    <a:pt x="1667422" y="2328386"/>
                  </a:lnTo>
                  <a:lnTo>
                    <a:pt x="1666566" y="2328386"/>
                  </a:lnTo>
                  <a:lnTo>
                    <a:pt x="1665711" y="2328386"/>
                  </a:lnTo>
                  <a:lnTo>
                    <a:pt x="1664855" y="2328386"/>
                  </a:lnTo>
                  <a:lnTo>
                    <a:pt x="1664000" y="2328386"/>
                  </a:lnTo>
                  <a:lnTo>
                    <a:pt x="1663144" y="2328386"/>
                  </a:lnTo>
                  <a:lnTo>
                    <a:pt x="1662289" y="2328386"/>
                  </a:lnTo>
                  <a:lnTo>
                    <a:pt x="1661433" y="2328386"/>
                  </a:lnTo>
                  <a:lnTo>
                    <a:pt x="1660578" y="2328386"/>
                  </a:lnTo>
                  <a:lnTo>
                    <a:pt x="1659722" y="2328386"/>
                  </a:lnTo>
                  <a:lnTo>
                    <a:pt x="1658867" y="2328386"/>
                  </a:lnTo>
                  <a:lnTo>
                    <a:pt x="1658011" y="2328386"/>
                  </a:lnTo>
                  <a:lnTo>
                    <a:pt x="1657156" y="2328386"/>
                  </a:lnTo>
                  <a:lnTo>
                    <a:pt x="1656300" y="2328386"/>
                  </a:lnTo>
                  <a:lnTo>
                    <a:pt x="1655445" y="2328386"/>
                  </a:lnTo>
                  <a:lnTo>
                    <a:pt x="1654589" y="2328386"/>
                  </a:lnTo>
                  <a:lnTo>
                    <a:pt x="1653734" y="2328386"/>
                  </a:lnTo>
                  <a:lnTo>
                    <a:pt x="1652878" y="2328386"/>
                  </a:lnTo>
                  <a:lnTo>
                    <a:pt x="1652023" y="2328386"/>
                  </a:lnTo>
                  <a:lnTo>
                    <a:pt x="1651167" y="2328386"/>
                  </a:lnTo>
                  <a:lnTo>
                    <a:pt x="1650311" y="2328386"/>
                  </a:lnTo>
                  <a:lnTo>
                    <a:pt x="1649456" y="2328386"/>
                  </a:lnTo>
                  <a:lnTo>
                    <a:pt x="1648600" y="2328386"/>
                  </a:lnTo>
                  <a:lnTo>
                    <a:pt x="1647745" y="2328386"/>
                  </a:lnTo>
                  <a:lnTo>
                    <a:pt x="1646889" y="2328386"/>
                  </a:lnTo>
                  <a:lnTo>
                    <a:pt x="1646034" y="2328386"/>
                  </a:lnTo>
                  <a:lnTo>
                    <a:pt x="1645178" y="2328386"/>
                  </a:lnTo>
                  <a:lnTo>
                    <a:pt x="1644323" y="2328386"/>
                  </a:lnTo>
                  <a:lnTo>
                    <a:pt x="1643467" y="2328386"/>
                  </a:lnTo>
                  <a:lnTo>
                    <a:pt x="1642612" y="2328386"/>
                  </a:lnTo>
                  <a:lnTo>
                    <a:pt x="1641756" y="2328386"/>
                  </a:lnTo>
                  <a:lnTo>
                    <a:pt x="1640901" y="2328386"/>
                  </a:lnTo>
                  <a:lnTo>
                    <a:pt x="1640045" y="2328386"/>
                  </a:lnTo>
                  <a:lnTo>
                    <a:pt x="1639190" y="2328386"/>
                  </a:lnTo>
                  <a:lnTo>
                    <a:pt x="1638334" y="2328386"/>
                  </a:lnTo>
                  <a:lnTo>
                    <a:pt x="1637479" y="2328386"/>
                  </a:lnTo>
                  <a:lnTo>
                    <a:pt x="1636623" y="2328386"/>
                  </a:lnTo>
                  <a:lnTo>
                    <a:pt x="1635768" y="2328386"/>
                  </a:lnTo>
                  <a:lnTo>
                    <a:pt x="1634912" y="2328386"/>
                  </a:lnTo>
                  <a:lnTo>
                    <a:pt x="1634056" y="2328386"/>
                  </a:lnTo>
                  <a:lnTo>
                    <a:pt x="1633201" y="2328386"/>
                  </a:lnTo>
                  <a:lnTo>
                    <a:pt x="1632345" y="2328386"/>
                  </a:lnTo>
                  <a:lnTo>
                    <a:pt x="1631490" y="2328386"/>
                  </a:lnTo>
                  <a:lnTo>
                    <a:pt x="1630634" y="2328386"/>
                  </a:lnTo>
                  <a:lnTo>
                    <a:pt x="1629779" y="2328386"/>
                  </a:lnTo>
                  <a:lnTo>
                    <a:pt x="1628923" y="2328386"/>
                  </a:lnTo>
                  <a:lnTo>
                    <a:pt x="1628068" y="2328386"/>
                  </a:lnTo>
                  <a:lnTo>
                    <a:pt x="1627212" y="2328386"/>
                  </a:lnTo>
                  <a:lnTo>
                    <a:pt x="1626357" y="2328386"/>
                  </a:lnTo>
                  <a:lnTo>
                    <a:pt x="1625501" y="2328386"/>
                  </a:lnTo>
                  <a:lnTo>
                    <a:pt x="1624646" y="2328386"/>
                  </a:lnTo>
                  <a:lnTo>
                    <a:pt x="1623790" y="2328386"/>
                  </a:lnTo>
                  <a:lnTo>
                    <a:pt x="1622935" y="2328386"/>
                  </a:lnTo>
                  <a:lnTo>
                    <a:pt x="1622079" y="2328386"/>
                  </a:lnTo>
                  <a:lnTo>
                    <a:pt x="1621224" y="2328386"/>
                  </a:lnTo>
                  <a:lnTo>
                    <a:pt x="1620368" y="2328386"/>
                  </a:lnTo>
                  <a:lnTo>
                    <a:pt x="1619512" y="2328386"/>
                  </a:lnTo>
                  <a:lnTo>
                    <a:pt x="1618657" y="2328386"/>
                  </a:lnTo>
                  <a:lnTo>
                    <a:pt x="1617801" y="2328386"/>
                  </a:lnTo>
                  <a:lnTo>
                    <a:pt x="1616946" y="2328386"/>
                  </a:lnTo>
                  <a:lnTo>
                    <a:pt x="1616090" y="2328386"/>
                  </a:lnTo>
                  <a:lnTo>
                    <a:pt x="1615235" y="2328386"/>
                  </a:lnTo>
                  <a:lnTo>
                    <a:pt x="1614379" y="2328386"/>
                  </a:lnTo>
                  <a:lnTo>
                    <a:pt x="1613524" y="2328386"/>
                  </a:lnTo>
                  <a:lnTo>
                    <a:pt x="1612668" y="2328386"/>
                  </a:lnTo>
                  <a:lnTo>
                    <a:pt x="1611813" y="2328386"/>
                  </a:lnTo>
                  <a:lnTo>
                    <a:pt x="1610957" y="2328386"/>
                  </a:lnTo>
                  <a:lnTo>
                    <a:pt x="1610102" y="2328386"/>
                  </a:lnTo>
                  <a:lnTo>
                    <a:pt x="1609246" y="2328386"/>
                  </a:lnTo>
                  <a:lnTo>
                    <a:pt x="1608391" y="2328386"/>
                  </a:lnTo>
                  <a:lnTo>
                    <a:pt x="1607535" y="2328386"/>
                  </a:lnTo>
                  <a:lnTo>
                    <a:pt x="1606680" y="2328386"/>
                  </a:lnTo>
                  <a:lnTo>
                    <a:pt x="1605824" y="2328386"/>
                  </a:lnTo>
                  <a:lnTo>
                    <a:pt x="1604969" y="2328386"/>
                  </a:lnTo>
                  <a:lnTo>
                    <a:pt x="1604113" y="2328386"/>
                  </a:lnTo>
                  <a:lnTo>
                    <a:pt x="1603257" y="2328386"/>
                  </a:lnTo>
                  <a:lnTo>
                    <a:pt x="1602402" y="2328386"/>
                  </a:lnTo>
                  <a:lnTo>
                    <a:pt x="1601546" y="2328386"/>
                  </a:lnTo>
                  <a:lnTo>
                    <a:pt x="1600691" y="2328386"/>
                  </a:lnTo>
                  <a:lnTo>
                    <a:pt x="1599835" y="2328386"/>
                  </a:lnTo>
                  <a:lnTo>
                    <a:pt x="1598980" y="2328386"/>
                  </a:lnTo>
                  <a:lnTo>
                    <a:pt x="1598124" y="2328386"/>
                  </a:lnTo>
                  <a:lnTo>
                    <a:pt x="1597269" y="2328386"/>
                  </a:lnTo>
                  <a:lnTo>
                    <a:pt x="1596413" y="2328386"/>
                  </a:lnTo>
                  <a:lnTo>
                    <a:pt x="1595558" y="2328386"/>
                  </a:lnTo>
                  <a:lnTo>
                    <a:pt x="1594702" y="2328386"/>
                  </a:lnTo>
                  <a:lnTo>
                    <a:pt x="1593847" y="2328386"/>
                  </a:lnTo>
                  <a:lnTo>
                    <a:pt x="1592991" y="2328386"/>
                  </a:lnTo>
                  <a:lnTo>
                    <a:pt x="1592136" y="2328386"/>
                  </a:lnTo>
                  <a:lnTo>
                    <a:pt x="1591280" y="2328386"/>
                  </a:lnTo>
                  <a:lnTo>
                    <a:pt x="1590425" y="2328386"/>
                  </a:lnTo>
                  <a:lnTo>
                    <a:pt x="1589569" y="2328386"/>
                  </a:lnTo>
                  <a:lnTo>
                    <a:pt x="1588714" y="2328386"/>
                  </a:lnTo>
                  <a:lnTo>
                    <a:pt x="1587858" y="2328386"/>
                  </a:lnTo>
                  <a:lnTo>
                    <a:pt x="1587002" y="2328386"/>
                  </a:lnTo>
                  <a:lnTo>
                    <a:pt x="1586147" y="2328386"/>
                  </a:lnTo>
                  <a:lnTo>
                    <a:pt x="1585291" y="2328386"/>
                  </a:lnTo>
                  <a:lnTo>
                    <a:pt x="1584436" y="2328386"/>
                  </a:lnTo>
                  <a:lnTo>
                    <a:pt x="1583580" y="2328386"/>
                  </a:lnTo>
                  <a:lnTo>
                    <a:pt x="1582725" y="2328386"/>
                  </a:lnTo>
                  <a:lnTo>
                    <a:pt x="1581869" y="2328386"/>
                  </a:lnTo>
                  <a:lnTo>
                    <a:pt x="1581014" y="2328386"/>
                  </a:lnTo>
                  <a:lnTo>
                    <a:pt x="1580158" y="2328386"/>
                  </a:lnTo>
                  <a:lnTo>
                    <a:pt x="1579303" y="2328386"/>
                  </a:lnTo>
                  <a:lnTo>
                    <a:pt x="1578447" y="2328386"/>
                  </a:lnTo>
                  <a:lnTo>
                    <a:pt x="1577592" y="2328386"/>
                  </a:lnTo>
                  <a:lnTo>
                    <a:pt x="1576736" y="2328386"/>
                  </a:lnTo>
                  <a:lnTo>
                    <a:pt x="1575881" y="2328386"/>
                  </a:lnTo>
                  <a:lnTo>
                    <a:pt x="1575025" y="2328386"/>
                  </a:lnTo>
                  <a:lnTo>
                    <a:pt x="1574170" y="2328386"/>
                  </a:lnTo>
                  <a:lnTo>
                    <a:pt x="1573314" y="2328386"/>
                  </a:lnTo>
                  <a:lnTo>
                    <a:pt x="1572458" y="2328386"/>
                  </a:lnTo>
                  <a:lnTo>
                    <a:pt x="1571603" y="2328386"/>
                  </a:lnTo>
                  <a:lnTo>
                    <a:pt x="1570747" y="2328386"/>
                  </a:lnTo>
                  <a:lnTo>
                    <a:pt x="1569892" y="2328386"/>
                  </a:lnTo>
                  <a:lnTo>
                    <a:pt x="1569036" y="2328386"/>
                  </a:lnTo>
                  <a:lnTo>
                    <a:pt x="1568181" y="2328386"/>
                  </a:lnTo>
                  <a:lnTo>
                    <a:pt x="1567325" y="2328386"/>
                  </a:lnTo>
                  <a:lnTo>
                    <a:pt x="1566470" y="2328386"/>
                  </a:lnTo>
                  <a:lnTo>
                    <a:pt x="1565614" y="2328386"/>
                  </a:lnTo>
                  <a:lnTo>
                    <a:pt x="1564759" y="2328386"/>
                  </a:lnTo>
                  <a:lnTo>
                    <a:pt x="1563903" y="2328386"/>
                  </a:lnTo>
                  <a:lnTo>
                    <a:pt x="1563048" y="2328386"/>
                  </a:lnTo>
                  <a:lnTo>
                    <a:pt x="1562192" y="2328386"/>
                  </a:lnTo>
                  <a:lnTo>
                    <a:pt x="1561337" y="2328386"/>
                  </a:lnTo>
                  <a:lnTo>
                    <a:pt x="1560481" y="2328386"/>
                  </a:lnTo>
                  <a:lnTo>
                    <a:pt x="1559626" y="2328386"/>
                  </a:lnTo>
                  <a:lnTo>
                    <a:pt x="1558770" y="2328386"/>
                  </a:lnTo>
                  <a:lnTo>
                    <a:pt x="1557915" y="2328386"/>
                  </a:lnTo>
                  <a:lnTo>
                    <a:pt x="1557059" y="2328386"/>
                  </a:lnTo>
                  <a:lnTo>
                    <a:pt x="1556203" y="2328386"/>
                  </a:lnTo>
                  <a:lnTo>
                    <a:pt x="1555348" y="2328386"/>
                  </a:lnTo>
                  <a:lnTo>
                    <a:pt x="1554492" y="2328386"/>
                  </a:lnTo>
                  <a:lnTo>
                    <a:pt x="1553637" y="2328386"/>
                  </a:lnTo>
                  <a:lnTo>
                    <a:pt x="1552781" y="2328386"/>
                  </a:lnTo>
                  <a:lnTo>
                    <a:pt x="1551926" y="2328386"/>
                  </a:lnTo>
                  <a:lnTo>
                    <a:pt x="1551070" y="2328386"/>
                  </a:lnTo>
                  <a:lnTo>
                    <a:pt x="1550215" y="2328386"/>
                  </a:lnTo>
                  <a:lnTo>
                    <a:pt x="1549359" y="2328386"/>
                  </a:lnTo>
                  <a:lnTo>
                    <a:pt x="1548504" y="2328386"/>
                  </a:lnTo>
                  <a:lnTo>
                    <a:pt x="1547648" y="2328386"/>
                  </a:lnTo>
                  <a:lnTo>
                    <a:pt x="1546793" y="2328386"/>
                  </a:lnTo>
                  <a:lnTo>
                    <a:pt x="1545937" y="2328386"/>
                  </a:lnTo>
                  <a:lnTo>
                    <a:pt x="1545082" y="2328386"/>
                  </a:lnTo>
                  <a:lnTo>
                    <a:pt x="1544226" y="2328386"/>
                  </a:lnTo>
                  <a:lnTo>
                    <a:pt x="1543371" y="2328386"/>
                  </a:lnTo>
                  <a:lnTo>
                    <a:pt x="1542515" y="2328386"/>
                  </a:lnTo>
                  <a:lnTo>
                    <a:pt x="1541660" y="2328386"/>
                  </a:lnTo>
                  <a:lnTo>
                    <a:pt x="1540804" y="2328386"/>
                  </a:lnTo>
                  <a:lnTo>
                    <a:pt x="1539948" y="2328386"/>
                  </a:lnTo>
                  <a:lnTo>
                    <a:pt x="1539093" y="2328386"/>
                  </a:lnTo>
                  <a:lnTo>
                    <a:pt x="1538237" y="2328386"/>
                  </a:lnTo>
                  <a:lnTo>
                    <a:pt x="1537382" y="2328386"/>
                  </a:lnTo>
                  <a:lnTo>
                    <a:pt x="1536526" y="2328386"/>
                  </a:lnTo>
                  <a:lnTo>
                    <a:pt x="1535671" y="2328386"/>
                  </a:lnTo>
                  <a:lnTo>
                    <a:pt x="1534815" y="2328386"/>
                  </a:lnTo>
                  <a:lnTo>
                    <a:pt x="1533960" y="2328386"/>
                  </a:lnTo>
                  <a:lnTo>
                    <a:pt x="1533104" y="2328386"/>
                  </a:lnTo>
                  <a:lnTo>
                    <a:pt x="1532249" y="2328386"/>
                  </a:lnTo>
                  <a:lnTo>
                    <a:pt x="1531393" y="2328386"/>
                  </a:lnTo>
                  <a:lnTo>
                    <a:pt x="1530538" y="2328386"/>
                  </a:lnTo>
                  <a:lnTo>
                    <a:pt x="1529682" y="2328386"/>
                  </a:lnTo>
                  <a:lnTo>
                    <a:pt x="1528827" y="2328386"/>
                  </a:lnTo>
                  <a:lnTo>
                    <a:pt x="1527971" y="2328386"/>
                  </a:lnTo>
                  <a:lnTo>
                    <a:pt x="1527116" y="2328386"/>
                  </a:lnTo>
                  <a:lnTo>
                    <a:pt x="1526260" y="2328386"/>
                  </a:lnTo>
                  <a:lnTo>
                    <a:pt x="1525405" y="2328386"/>
                  </a:lnTo>
                  <a:lnTo>
                    <a:pt x="1524549" y="2328386"/>
                  </a:lnTo>
                  <a:lnTo>
                    <a:pt x="1523693" y="2328386"/>
                  </a:lnTo>
                  <a:lnTo>
                    <a:pt x="1522838" y="2328386"/>
                  </a:lnTo>
                  <a:lnTo>
                    <a:pt x="1521982" y="2328386"/>
                  </a:lnTo>
                  <a:lnTo>
                    <a:pt x="1521127" y="2328386"/>
                  </a:lnTo>
                  <a:lnTo>
                    <a:pt x="1520271" y="2328386"/>
                  </a:lnTo>
                  <a:lnTo>
                    <a:pt x="1519416" y="2328386"/>
                  </a:lnTo>
                  <a:lnTo>
                    <a:pt x="1518560" y="2328386"/>
                  </a:lnTo>
                  <a:lnTo>
                    <a:pt x="1517705" y="2328386"/>
                  </a:lnTo>
                  <a:lnTo>
                    <a:pt x="1516849" y="2328386"/>
                  </a:lnTo>
                  <a:lnTo>
                    <a:pt x="1515994" y="2328386"/>
                  </a:lnTo>
                  <a:lnTo>
                    <a:pt x="1515138" y="2328386"/>
                  </a:lnTo>
                  <a:lnTo>
                    <a:pt x="1514283" y="2328386"/>
                  </a:lnTo>
                  <a:lnTo>
                    <a:pt x="1513427" y="2328386"/>
                  </a:lnTo>
                  <a:lnTo>
                    <a:pt x="1512572" y="2328386"/>
                  </a:lnTo>
                  <a:lnTo>
                    <a:pt x="1511716" y="2328386"/>
                  </a:lnTo>
                  <a:lnTo>
                    <a:pt x="1510861" y="2328386"/>
                  </a:lnTo>
                  <a:lnTo>
                    <a:pt x="1510005" y="2328386"/>
                  </a:lnTo>
                  <a:lnTo>
                    <a:pt x="1509149" y="2328386"/>
                  </a:lnTo>
                  <a:lnTo>
                    <a:pt x="1508294" y="2328386"/>
                  </a:lnTo>
                  <a:lnTo>
                    <a:pt x="1507438" y="2328386"/>
                  </a:lnTo>
                  <a:lnTo>
                    <a:pt x="1506583" y="2328386"/>
                  </a:lnTo>
                  <a:lnTo>
                    <a:pt x="1505727" y="2328386"/>
                  </a:lnTo>
                  <a:lnTo>
                    <a:pt x="1504872" y="2328386"/>
                  </a:lnTo>
                  <a:lnTo>
                    <a:pt x="1504016" y="2328386"/>
                  </a:lnTo>
                  <a:lnTo>
                    <a:pt x="1503161" y="2328386"/>
                  </a:lnTo>
                  <a:lnTo>
                    <a:pt x="1502305" y="2328386"/>
                  </a:lnTo>
                  <a:lnTo>
                    <a:pt x="1501450" y="2328386"/>
                  </a:lnTo>
                  <a:lnTo>
                    <a:pt x="1500594" y="2328386"/>
                  </a:lnTo>
                  <a:lnTo>
                    <a:pt x="1499739" y="2328386"/>
                  </a:lnTo>
                  <a:lnTo>
                    <a:pt x="1498883" y="2328386"/>
                  </a:lnTo>
                  <a:lnTo>
                    <a:pt x="1498028" y="2328386"/>
                  </a:lnTo>
                  <a:lnTo>
                    <a:pt x="1497172" y="2328386"/>
                  </a:lnTo>
                  <a:lnTo>
                    <a:pt x="1496317" y="2328386"/>
                  </a:lnTo>
                  <a:lnTo>
                    <a:pt x="1495461" y="2328386"/>
                  </a:lnTo>
                  <a:lnTo>
                    <a:pt x="1494606" y="2328386"/>
                  </a:lnTo>
                  <a:lnTo>
                    <a:pt x="1493750" y="2328386"/>
                  </a:lnTo>
                  <a:lnTo>
                    <a:pt x="1492894" y="2328386"/>
                  </a:lnTo>
                  <a:lnTo>
                    <a:pt x="1492039" y="2328386"/>
                  </a:lnTo>
                  <a:lnTo>
                    <a:pt x="1491183" y="2328386"/>
                  </a:lnTo>
                  <a:lnTo>
                    <a:pt x="1490328" y="2328386"/>
                  </a:lnTo>
                  <a:lnTo>
                    <a:pt x="1489472" y="2328386"/>
                  </a:lnTo>
                  <a:lnTo>
                    <a:pt x="1488617" y="2328386"/>
                  </a:lnTo>
                  <a:lnTo>
                    <a:pt x="1487761" y="2328386"/>
                  </a:lnTo>
                  <a:lnTo>
                    <a:pt x="1486906" y="2328386"/>
                  </a:lnTo>
                  <a:lnTo>
                    <a:pt x="1486050" y="2328386"/>
                  </a:lnTo>
                  <a:lnTo>
                    <a:pt x="1485195" y="2328386"/>
                  </a:lnTo>
                  <a:lnTo>
                    <a:pt x="1484339" y="2328386"/>
                  </a:lnTo>
                  <a:lnTo>
                    <a:pt x="1483484" y="2328386"/>
                  </a:lnTo>
                  <a:lnTo>
                    <a:pt x="1482628" y="2328386"/>
                  </a:lnTo>
                  <a:lnTo>
                    <a:pt x="1481773" y="2328386"/>
                  </a:lnTo>
                  <a:lnTo>
                    <a:pt x="1480917" y="2328386"/>
                  </a:lnTo>
                  <a:lnTo>
                    <a:pt x="1480062" y="2328386"/>
                  </a:lnTo>
                  <a:lnTo>
                    <a:pt x="1479206" y="2328386"/>
                  </a:lnTo>
                  <a:lnTo>
                    <a:pt x="1478351" y="2328386"/>
                  </a:lnTo>
                  <a:lnTo>
                    <a:pt x="1477495" y="2328386"/>
                  </a:lnTo>
                  <a:lnTo>
                    <a:pt x="1476639" y="2328386"/>
                  </a:lnTo>
                  <a:lnTo>
                    <a:pt x="1475784" y="2328386"/>
                  </a:lnTo>
                  <a:lnTo>
                    <a:pt x="1474928" y="2328386"/>
                  </a:lnTo>
                  <a:lnTo>
                    <a:pt x="1474073" y="2328386"/>
                  </a:lnTo>
                  <a:lnTo>
                    <a:pt x="1473217" y="2328386"/>
                  </a:lnTo>
                  <a:lnTo>
                    <a:pt x="1472362" y="2328386"/>
                  </a:lnTo>
                  <a:lnTo>
                    <a:pt x="1471506" y="2328386"/>
                  </a:lnTo>
                  <a:lnTo>
                    <a:pt x="1470651" y="2328386"/>
                  </a:lnTo>
                  <a:lnTo>
                    <a:pt x="1469795" y="2328386"/>
                  </a:lnTo>
                  <a:lnTo>
                    <a:pt x="1468940" y="2328386"/>
                  </a:lnTo>
                  <a:lnTo>
                    <a:pt x="1468084" y="2328386"/>
                  </a:lnTo>
                  <a:lnTo>
                    <a:pt x="1467229" y="2328386"/>
                  </a:lnTo>
                  <a:lnTo>
                    <a:pt x="1466373" y="2328386"/>
                  </a:lnTo>
                  <a:lnTo>
                    <a:pt x="1465518" y="2328386"/>
                  </a:lnTo>
                  <a:lnTo>
                    <a:pt x="1464662" y="2328386"/>
                  </a:lnTo>
                  <a:lnTo>
                    <a:pt x="1463807" y="2328386"/>
                  </a:lnTo>
                  <a:lnTo>
                    <a:pt x="1462951" y="2328386"/>
                  </a:lnTo>
                  <a:lnTo>
                    <a:pt x="1462095" y="2328386"/>
                  </a:lnTo>
                  <a:lnTo>
                    <a:pt x="1461240" y="2328386"/>
                  </a:lnTo>
                  <a:lnTo>
                    <a:pt x="1460384" y="2328386"/>
                  </a:lnTo>
                  <a:lnTo>
                    <a:pt x="1459529" y="2328386"/>
                  </a:lnTo>
                  <a:lnTo>
                    <a:pt x="1458673" y="2328386"/>
                  </a:lnTo>
                  <a:lnTo>
                    <a:pt x="1457818" y="2328386"/>
                  </a:lnTo>
                  <a:lnTo>
                    <a:pt x="1456962" y="2328386"/>
                  </a:lnTo>
                  <a:lnTo>
                    <a:pt x="1456107" y="2328386"/>
                  </a:lnTo>
                  <a:lnTo>
                    <a:pt x="1455251" y="2328386"/>
                  </a:lnTo>
                  <a:lnTo>
                    <a:pt x="1454396" y="2328386"/>
                  </a:lnTo>
                  <a:lnTo>
                    <a:pt x="1453540" y="2328386"/>
                  </a:lnTo>
                  <a:lnTo>
                    <a:pt x="1452685" y="2328386"/>
                  </a:lnTo>
                  <a:lnTo>
                    <a:pt x="1451829" y="2328386"/>
                  </a:lnTo>
                  <a:lnTo>
                    <a:pt x="1450974" y="2328386"/>
                  </a:lnTo>
                  <a:lnTo>
                    <a:pt x="1450118" y="2328386"/>
                  </a:lnTo>
                  <a:lnTo>
                    <a:pt x="1449263" y="2328386"/>
                  </a:lnTo>
                  <a:lnTo>
                    <a:pt x="1448407" y="2328386"/>
                  </a:lnTo>
                  <a:lnTo>
                    <a:pt x="1447552" y="2328386"/>
                  </a:lnTo>
                  <a:lnTo>
                    <a:pt x="1446696" y="2328386"/>
                  </a:lnTo>
                  <a:lnTo>
                    <a:pt x="1445840" y="2328386"/>
                  </a:lnTo>
                  <a:lnTo>
                    <a:pt x="1444985" y="2328386"/>
                  </a:lnTo>
                  <a:lnTo>
                    <a:pt x="1444129" y="2328386"/>
                  </a:lnTo>
                  <a:lnTo>
                    <a:pt x="1443274" y="2328386"/>
                  </a:lnTo>
                  <a:lnTo>
                    <a:pt x="1442418" y="2328386"/>
                  </a:lnTo>
                  <a:lnTo>
                    <a:pt x="1441563" y="2328386"/>
                  </a:lnTo>
                  <a:lnTo>
                    <a:pt x="1440707" y="2328386"/>
                  </a:lnTo>
                  <a:lnTo>
                    <a:pt x="1439852" y="2328386"/>
                  </a:lnTo>
                  <a:lnTo>
                    <a:pt x="1438996" y="2328386"/>
                  </a:lnTo>
                  <a:lnTo>
                    <a:pt x="1438141" y="2328386"/>
                  </a:lnTo>
                  <a:lnTo>
                    <a:pt x="1437285" y="2328386"/>
                  </a:lnTo>
                  <a:lnTo>
                    <a:pt x="1436430" y="2328386"/>
                  </a:lnTo>
                  <a:lnTo>
                    <a:pt x="1435574" y="2328386"/>
                  </a:lnTo>
                  <a:lnTo>
                    <a:pt x="1434719" y="2328386"/>
                  </a:lnTo>
                  <a:lnTo>
                    <a:pt x="1433863" y="2328386"/>
                  </a:lnTo>
                  <a:lnTo>
                    <a:pt x="1433008" y="2328386"/>
                  </a:lnTo>
                  <a:lnTo>
                    <a:pt x="1432152" y="2328386"/>
                  </a:lnTo>
                  <a:lnTo>
                    <a:pt x="1431297" y="2328386"/>
                  </a:lnTo>
                  <a:lnTo>
                    <a:pt x="1430441" y="2328386"/>
                  </a:lnTo>
                  <a:lnTo>
                    <a:pt x="1429585" y="2328386"/>
                  </a:lnTo>
                  <a:lnTo>
                    <a:pt x="1428730" y="2328386"/>
                  </a:lnTo>
                  <a:lnTo>
                    <a:pt x="1427874" y="2328386"/>
                  </a:lnTo>
                  <a:lnTo>
                    <a:pt x="1427019" y="2328386"/>
                  </a:lnTo>
                  <a:lnTo>
                    <a:pt x="1426163" y="2328386"/>
                  </a:lnTo>
                  <a:lnTo>
                    <a:pt x="1425308" y="2328386"/>
                  </a:lnTo>
                  <a:lnTo>
                    <a:pt x="1424452" y="2328386"/>
                  </a:lnTo>
                  <a:lnTo>
                    <a:pt x="1423597" y="2328386"/>
                  </a:lnTo>
                  <a:lnTo>
                    <a:pt x="1422741" y="2328386"/>
                  </a:lnTo>
                  <a:lnTo>
                    <a:pt x="1421886" y="2328386"/>
                  </a:lnTo>
                  <a:lnTo>
                    <a:pt x="1421030" y="2328386"/>
                  </a:lnTo>
                  <a:lnTo>
                    <a:pt x="1420175" y="2328386"/>
                  </a:lnTo>
                  <a:lnTo>
                    <a:pt x="1419319" y="2328386"/>
                  </a:lnTo>
                  <a:lnTo>
                    <a:pt x="1418464" y="2328386"/>
                  </a:lnTo>
                  <a:lnTo>
                    <a:pt x="1417608" y="2328386"/>
                  </a:lnTo>
                  <a:lnTo>
                    <a:pt x="1416753" y="2328386"/>
                  </a:lnTo>
                  <a:lnTo>
                    <a:pt x="1415897" y="2328386"/>
                  </a:lnTo>
                  <a:lnTo>
                    <a:pt x="1415041" y="2328386"/>
                  </a:lnTo>
                  <a:lnTo>
                    <a:pt x="1414186" y="2328386"/>
                  </a:lnTo>
                  <a:lnTo>
                    <a:pt x="1413330" y="2328386"/>
                  </a:lnTo>
                  <a:lnTo>
                    <a:pt x="1412475" y="2328386"/>
                  </a:lnTo>
                  <a:lnTo>
                    <a:pt x="1411619" y="2328386"/>
                  </a:lnTo>
                  <a:lnTo>
                    <a:pt x="1410764" y="2328386"/>
                  </a:lnTo>
                  <a:lnTo>
                    <a:pt x="1409908" y="2328386"/>
                  </a:lnTo>
                  <a:lnTo>
                    <a:pt x="1409053" y="2328386"/>
                  </a:lnTo>
                  <a:lnTo>
                    <a:pt x="1408197" y="2328386"/>
                  </a:lnTo>
                  <a:lnTo>
                    <a:pt x="1407342" y="2328386"/>
                  </a:lnTo>
                  <a:lnTo>
                    <a:pt x="1406486" y="2328386"/>
                  </a:lnTo>
                  <a:lnTo>
                    <a:pt x="1405631" y="2328386"/>
                  </a:lnTo>
                  <a:lnTo>
                    <a:pt x="1404775" y="2328386"/>
                  </a:lnTo>
                  <a:lnTo>
                    <a:pt x="1403920" y="2328386"/>
                  </a:lnTo>
                  <a:lnTo>
                    <a:pt x="1403064" y="2328386"/>
                  </a:lnTo>
                  <a:lnTo>
                    <a:pt x="1402209" y="2328386"/>
                  </a:lnTo>
                  <a:lnTo>
                    <a:pt x="1401353" y="2328386"/>
                  </a:lnTo>
                  <a:lnTo>
                    <a:pt x="1400498" y="2328386"/>
                  </a:lnTo>
                  <a:lnTo>
                    <a:pt x="1399642" y="2328386"/>
                  </a:lnTo>
                  <a:lnTo>
                    <a:pt x="1398786" y="2328386"/>
                  </a:lnTo>
                  <a:lnTo>
                    <a:pt x="1397931" y="2328386"/>
                  </a:lnTo>
                  <a:lnTo>
                    <a:pt x="1397075" y="2328386"/>
                  </a:lnTo>
                  <a:lnTo>
                    <a:pt x="1396220" y="2328386"/>
                  </a:lnTo>
                  <a:lnTo>
                    <a:pt x="1395364" y="2328386"/>
                  </a:lnTo>
                  <a:lnTo>
                    <a:pt x="1394509" y="2328386"/>
                  </a:lnTo>
                  <a:lnTo>
                    <a:pt x="1393653" y="2328386"/>
                  </a:lnTo>
                  <a:lnTo>
                    <a:pt x="1392798" y="2328386"/>
                  </a:lnTo>
                  <a:lnTo>
                    <a:pt x="1391942" y="2328386"/>
                  </a:lnTo>
                  <a:lnTo>
                    <a:pt x="1391087" y="2328386"/>
                  </a:lnTo>
                  <a:lnTo>
                    <a:pt x="1390231" y="2328386"/>
                  </a:lnTo>
                  <a:lnTo>
                    <a:pt x="1389376" y="2328386"/>
                  </a:lnTo>
                  <a:lnTo>
                    <a:pt x="1388520" y="2328386"/>
                  </a:lnTo>
                  <a:lnTo>
                    <a:pt x="1387665" y="2328386"/>
                  </a:lnTo>
                  <a:lnTo>
                    <a:pt x="1386809" y="2328386"/>
                  </a:lnTo>
                  <a:lnTo>
                    <a:pt x="1385954" y="2328386"/>
                  </a:lnTo>
                  <a:lnTo>
                    <a:pt x="1385098" y="2328386"/>
                  </a:lnTo>
                  <a:lnTo>
                    <a:pt x="1384243" y="2328386"/>
                  </a:lnTo>
                  <a:lnTo>
                    <a:pt x="1383387" y="2328386"/>
                  </a:lnTo>
                  <a:lnTo>
                    <a:pt x="1382531" y="2328386"/>
                  </a:lnTo>
                  <a:lnTo>
                    <a:pt x="1381676" y="2328386"/>
                  </a:lnTo>
                  <a:lnTo>
                    <a:pt x="1380820" y="2328386"/>
                  </a:lnTo>
                  <a:lnTo>
                    <a:pt x="1379965" y="2328386"/>
                  </a:lnTo>
                  <a:lnTo>
                    <a:pt x="1379109" y="2328386"/>
                  </a:lnTo>
                  <a:lnTo>
                    <a:pt x="1378254" y="2328386"/>
                  </a:lnTo>
                  <a:lnTo>
                    <a:pt x="1377398" y="2328386"/>
                  </a:lnTo>
                  <a:lnTo>
                    <a:pt x="1376543" y="2328386"/>
                  </a:lnTo>
                  <a:lnTo>
                    <a:pt x="1375687" y="2328386"/>
                  </a:lnTo>
                  <a:lnTo>
                    <a:pt x="1374832" y="2328386"/>
                  </a:lnTo>
                  <a:lnTo>
                    <a:pt x="1373976" y="2328386"/>
                  </a:lnTo>
                  <a:lnTo>
                    <a:pt x="1373121" y="2328386"/>
                  </a:lnTo>
                  <a:lnTo>
                    <a:pt x="1372265" y="2328386"/>
                  </a:lnTo>
                  <a:lnTo>
                    <a:pt x="1371410" y="2328386"/>
                  </a:lnTo>
                  <a:lnTo>
                    <a:pt x="1370554" y="2328386"/>
                  </a:lnTo>
                  <a:lnTo>
                    <a:pt x="1369699" y="2328386"/>
                  </a:lnTo>
                  <a:lnTo>
                    <a:pt x="1368843" y="2328386"/>
                  </a:lnTo>
                  <a:lnTo>
                    <a:pt x="1367987" y="2328386"/>
                  </a:lnTo>
                  <a:lnTo>
                    <a:pt x="1367132" y="2328386"/>
                  </a:lnTo>
                  <a:lnTo>
                    <a:pt x="1366276" y="2328386"/>
                  </a:lnTo>
                  <a:lnTo>
                    <a:pt x="1365421" y="2328386"/>
                  </a:lnTo>
                  <a:lnTo>
                    <a:pt x="1364565" y="2328386"/>
                  </a:lnTo>
                  <a:lnTo>
                    <a:pt x="1363710" y="2328386"/>
                  </a:lnTo>
                  <a:lnTo>
                    <a:pt x="1362854" y="2328386"/>
                  </a:lnTo>
                  <a:lnTo>
                    <a:pt x="1361999" y="2328386"/>
                  </a:lnTo>
                  <a:lnTo>
                    <a:pt x="1361143" y="2328386"/>
                  </a:lnTo>
                  <a:lnTo>
                    <a:pt x="1360288" y="2328386"/>
                  </a:lnTo>
                  <a:lnTo>
                    <a:pt x="1359432" y="2328386"/>
                  </a:lnTo>
                  <a:lnTo>
                    <a:pt x="1358577" y="2328386"/>
                  </a:lnTo>
                  <a:lnTo>
                    <a:pt x="1357721" y="2328386"/>
                  </a:lnTo>
                  <a:lnTo>
                    <a:pt x="1356866" y="2328386"/>
                  </a:lnTo>
                  <a:lnTo>
                    <a:pt x="1356010" y="2328386"/>
                  </a:lnTo>
                  <a:lnTo>
                    <a:pt x="1355155" y="2328386"/>
                  </a:lnTo>
                  <a:lnTo>
                    <a:pt x="1354299" y="2328386"/>
                  </a:lnTo>
                  <a:lnTo>
                    <a:pt x="1353444" y="2328386"/>
                  </a:lnTo>
                  <a:lnTo>
                    <a:pt x="1352588" y="2328386"/>
                  </a:lnTo>
                  <a:lnTo>
                    <a:pt x="1351732" y="2328386"/>
                  </a:lnTo>
                  <a:lnTo>
                    <a:pt x="1350877" y="2328386"/>
                  </a:lnTo>
                  <a:lnTo>
                    <a:pt x="1350021" y="2328386"/>
                  </a:lnTo>
                  <a:lnTo>
                    <a:pt x="1349166" y="2328386"/>
                  </a:lnTo>
                  <a:lnTo>
                    <a:pt x="1348310" y="2328386"/>
                  </a:lnTo>
                  <a:lnTo>
                    <a:pt x="1347455" y="2328386"/>
                  </a:lnTo>
                  <a:lnTo>
                    <a:pt x="1346599" y="2328386"/>
                  </a:lnTo>
                  <a:lnTo>
                    <a:pt x="1345744" y="2328386"/>
                  </a:lnTo>
                  <a:lnTo>
                    <a:pt x="1344888" y="2328386"/>
                  </a:lnTo>
                  <a:lnTo>
                    <a:pt x="1344033" y="2328386"/>
                  </a:lnTo>
                  <a:lnTo>
                    <a:pt x="1343177" y="2328386"/>
                  </a:lnTo>
                  <a:lnTo>
                    <a:pt x="1342322" y="2328386"/>
                  </a:lnTo>
                  <a:lnTo>
                    <a:pt x="1341466" y="2328386"/>
                  </a:lnTo>
                  <a:lnTo>
                    <a:pt x="1340611" y="2328386"/>
                  </a:lnTo>
                  <a:lnTo>
                    <a:pt x="1339755" y="2328386"/>
                  </a:lnTo>
                  <a:lnTo>
                    <a:pt x="1338900" y="2328386"/>
                  </a:lnTo>
                  <a:lnTo>
                    <a:pt x="1338044" y="2328386"/>
                  </a:lnTo>
                  <a:lnTo>
                    <a:pt x="1337189" y="2328386"/>
                  </a:lnTo>
                  <a:lnTo>
                    <a:pt x="1336333" y="2328386"/>
                  </a:lnTo>
                  <a:lnTo>
                    <a:pt x="1335477" y="2328386"/>
                  </a:lnTo>
                  <a:lnTo>
                    <a:pt x="1334622" y="2328386"/>
                  </a:lnTo>
                  <a:lnTo>
                    <a:pt x="1333766" y="2328386"/>
                  </a:lnTo>
                  <a:lnTo>
                    <a:pt x="1332911" y="2328386"/>
                  </a:lnTo>
                  <a:lnTo>
                    <a:pt x="1332055" y="2328386"/>
                  </a:lnTo>
                  <a:lnTo>
                    <a:pt x="1331200" y="2328386"/>
                  </a:lnTo>
                  <a:lnTo>
                    <a:pt x="1330344" y="2328386"/>
                  </a:lnTo>
                  <a:lnTo>
                    <a:pt x="1329489" y="2328386"/>
                  </a:lnTo>
                  <a:lnTo>
                    <a:pt x="1328633" y="2328386"/>
                  </a:lnTo>
                  <a:lnTo>
                    <a:pt x="1327778" y="2328386"/>
                  </a:lnTo>
                  <a:lnTo>
                    <a:pt x="1326922" y="2328386"/>
                  </a:lnTo>
                  <a:lnTo>
                    <a:pt x="1326067" y="2328386"/>
                  </a:lnTo>
                  <a:lnTo>
                    <a:pt x="1325211" y="2328386"/>
                  </a:lnTo>
                  <a:lnTo>
                    <a:pt x="1324356" y="2328386"/>
                  </a:lnTo>
                  <a:lnTo>
                    <a:pt x="1323500" y="2328386"/>
                  </a:lnTo>
                  <a:lnTo>
                    <a:pt x="1322645" y="2328386"/>
                  </a:lnTo>
                  <a:lnTo>
                    <a:pt x="1321789" y="2328386"/>
                  </a:lnTo>
                  <a:lnTo>
                    <a:pt x="1320934" y="2328386"/>
                  </a:lnTo>
                  <a:lnTo>
                    <a:pt x="1320078" y="2328386"/>
                  </a:lnTo>
                  <a:lnTo>
                    <a:pt x="1319222" y="2328386"/>
                  </a:lnTo>
                  <a:lnTo>
                    <a:pt x="1318367" y="2328386"/>
                  </a:lnTo>
                  <a:lnTo>
                    <a:pt x="1317511" y="2328386"/>
                  </a:lnTo>
                  <a:lnTo>
                    <a:pt x="1316656" y="2328386"/>
                  </a:lnTo>
                  <a:lnTo>
                    <a:pt x="1315800" y="2328386"/>
                  </a:lnTo>
                  <a:lnTo>
                    <a:pt x="1314945" y="2328386"/>
                  </a:lnTo>
                  <a:lnTo>
                    <a:pt x="1314089" y="2328386"/>
                  </a:lnTo>
                  <a:lnTo>
                    <a:pt x="1313234" y="2328386"/>
                  </a:lnTo>
                  <a:lnTo>
                    <a:pt x="1312378" y="2328386"/>
                  </a:lnTo>
                  <a:lnTo>
                    <a:pt x="1311523" y="2328386"/>
                  </a:lnTo>
                  <a:lnTo>
                    <a:pt x="1310667" y="2328386"/>
                  </a:lnTo>
                  <a:lnTo>
                    <a:pt x="1309812" y="2328386"/>
                  </a:lnTo>
                  <a:lnTo>
                    <a:pt x="1308956" y="2328386"/>
                  </a:lnTo>
                  <a:lnTo>
                    <a:pt x="1308101" y="2328386"/>
                  </a:lnTo>
                  <a:lnTo>
                    <a:pt x="1307245" y="2328386"/>
                  </a:lnTo>
                  <a:lnTo>
                    <a:pt x="1306390" y="2328386"/>
                  </a:lnTo>
                  <a:lnTo>
                    <a:pt x="1305534" y="2328386"/>
                  </a:lnTo>
                  <a:lnTo>
                    <a:pt x="1304678" y="2328386"/>
                  </a:lnTo>
                  <a:lnTo>
                    <a:pt x="1303823" y="2328386"/>
                  </a:lnTo>
                  <a:lnTo>
                    <a:pt x="1302967" y="2328386"/>
                  </a:lnTo>
                  <a:lnTo>
                    <a:pt x="1302112" y="2328386"/>
                  </a:lnTo>
                  <a:lnTo>
                    <a:pt x="1301256" y="2328386"/>
                  </a:lnTo>
                  <a:lnTo>
                    <a:pt x="1300401" y="2328386"/>
                  </a:lnTo>
                  <a:lnTo>
                    <a:pt x="1299545" y="2328386"/>
                  </a:lnTo>
                  <a:lnTo>
                    <a:pt x="1298690" y="2328386"/>
                  </a:lnTo>
                  <a:lnTo>
                    <a:pt x="1297834" y="2328386"/>
                  </a:lnTo>
                  <a:lnTo>
                    <a:pt x="1296979" y="2328386"/>
                  </a:lnTo>
                  <a:lnTo>
                    <a:pt x="1296123" y="2328386"/>
                  </a:lnTo>
                  <a:lnTo>
                    <a:pt x="1295268" y="2328386"/>
                  </a:lnTo>
                  <a:lnTo>
                    <a:pt x="1294412" y="2328386"/>
                  </a:lnTo>
                  <a:lnTo>
                    <a:pt x="1293557" y="2328386"/>
                  </a:lnTo>
                  <a:lnTo>
                    <a:pt x="1292701" y="2328386"/>
                  </a:lnTo>
                  <a:lnTo>
                    <a:pt x="1291846" y="2328386"/>
                  </a:lnTo>
                  <a:lnTo>
                    <a:pt x="1290990" y="2328386"/>
                  </a:lnTo>
                  <a:lnTo>
                    <a:pt x="1290135" y="2328386"/>
                  </a:lnTo>
                  <a:lnTo>
                    <a:pt x="1289279" y="2328386"/>
                  </a:lnTo>
                  <a:lnTo>
                    <a:pt x="1288423" y="2328386"/>
                  </a:lnTo>
                  <a:lnTo>
                    <a:pt x="1287568" y="2328386"/>
                  </a:lnTo>
                  <a:lnTo>
                    <a:pt x="1286712" y="2328386"/>
                  </a:lnTo>
                  <a:lnTo>
                    <a:pt x="1285857" y="2328386"/>
                  </a:lnTo>
                  <a:lnTo>
                    <a:pt x="1285001" y="2328386"/>
                  </a:lnTo>
                  <a:lnTo>
                    <a:pt x="1284146" y="2328386"/>
                  </a:lnTo>
                  <a:lnTo>
                    <a:pt x="1283290" y="2328386"/>
                  </a:lnTo>
                  <a:lnTo>
                    <a:pt x="1282435" y="2328386"/>
                  </a:lnTo>
                  <a:lnTo>
                    <a:pt x="1281579" y="2328386"/>
                  </a:lnTo>
                  <a:lnTo>
                    <a:pt x="1280724" y="2328386"/>
                  </a:lnTo>
                  <a:lnTo>
                    <a:pt x="1279868" y="2328386"/>
                  </a:lnTo>
                  <a:lnTo>
                    <a:pt x="1279013" y="2328386"/>
                  </a:lnTo>
                  <a:lnTo>
                    <a:pt x="1278157" y="2328386"/>
                  </a:lnTo>
                  <a:lnTo>
                    <a:pt x="1277302" y="2328386"/>
                  </a:lnTo>
                  <a:lnTo>
                    <a:pt x="1276446" y="2328386"/>
                  </a:lnTo>
                  <a:lnTo>
                    <a:pt x="1275591" y="2328386"/>
                  </a:lnTo>
                  <a:lnTo>
                    <a:pt x="1274735" y="2328386"/>
                  </a:lnTo>
                  <a:lnTo>
                    <a:pt x="1273880" y="2328386"/>
                  </a:lnTo>
                  <a:lnTo>
                    <a:pt x="1273024" y="2328386"/>
                  </a:lnTo>
                  <a:lnTo>
                    <a:pt x="1272168" y="2328386"/>
                  </a:lnTo>
                  <a:lnTo>
                    <a:pt x="1271313" y="2328386"/>
                  </a:lnTo>
                  <a:lnTo>
                    <a:pt x="1270457" y="2328386"/>
                  </a:lnTo>
                  <a:lnTo>
                    <a:pt x="1269602" y="2328386"/>
                  </a:lnTo>
                  <a:lnTo>
                    <a:pt x="1268746" y="2328386"/>
                  </a:lnTo>
                  <a:lnTo>
                    <a:pt x="1267891" y="2328386"/>
                  </a:lnTo>
                  <a:lnTo>
                    <a:pt x="1267035" y="2328386"/>
                  </a:lnTo>
                  <a:lnTo>
                    <a:pt x="1266180" y="2328386"/>
                  </a:lnTo>
                  <a:lnTo>
                    <a:pt x="1265324" y="2328386"/>
                  </a:lnTo>
                  <a:lnTo>
                    <a:pt x="1264469" y="2328386"/>
                  </a:lnTo>
                  <a:lnTo>
                    <a:pt x="1263613" y="2328386"/>
                  </a:lnTo>
                  <a:lnTo>
                    <a:pt x="1262758" y="2328386"/>
                  </a:lnTo>
                  <a:lnTo>
                    <a:pt x="1261902" y="2328386"/>
                  </a:lnTo>
                  <a:lnTo>
                    <a:pt x="1261047" y="2328386"/>
                  </a:lnTo>
                  <a:lnTo>
                    <a:pt x="1260191" y="2328386"/>
                  </a:lnTo>
                  <a:lnTo>
                    <a:pt x="1259336" y="2328386"/>
                  </a:lnTo>
                  <a:lnTo>
                    <a:pt x="1258480" y="2328386"/>
                  </a:lnTo>
                  <a:lnTo>
                    <a:pt x="1257624" y="2328386"/>
                  </a:lnTo>
                  <a:lnTo>
                    <a:pt x="1256769" y="2328386"/>
                  </a:lnTo>
                  <a:lnTo>
                    <a:pt x="1255913" y="2328386"/>
                  </a:lnTo>
                  <a:lnTo>
                    <a:pt x="1255058" y="2328386"/>
                  </a:lnTo>
                  <a:lnTo>
                    <a:pt x="1254202" y="2328386"/>
                  </a:lnTo>
                  <a:lnTo>
                    <a:pt x="1253347" y="2328386"/>
                  </a:lnTo>
                  <a:lnTo>
                    <a:pt x="1252491" y="2328386"/>
                  </a:lnTo>
                  <a:lnTo>
                    <a:pt x="1251636" y="2328386"/>
                  </a:lnTo>
                  <a:lnTo>
                    <a:pt x="1250780" y="2328386"/>
                  </a:lnTo>
                  <a:lnTo>
                    <a:pt x="1249925" y="2328386"/>
                  </a:lnTo>
                  <a:lnTo>
                    <a:pt x="1249069" y="2328386"/>
                  </a:lnTo>
                  <a:lnTo>
                    <a:pt x="1248214" y="2328386"/>
                  </a:lnTo>
                  <a:lnTo>
                    <a:pt x="1247358" y="2328386"/>
                  </a:lnTo>
                  <a:lnTo>
                    <a:pt x="1246503" y="2328386"/>
                  </a:lnTo>
                  <a:lnTo>
                    <a:pt x="1245647" y="2328386"/>
                  </a:lnTo>
                  <a:lnTo>
                    <a:pt x="1244792" y="2328386"/>
                  </a:lnTo>
                  <a:lnTo>
                    <a:pt x="1243936" y="2328386"/>
                  </a:lnTo>
                  <a:lnTo>
                    <a:pt x="1243081" y="2328386"/>
                  </a:lnTo>
                  <a:lnTo>
                    <a:pt x="1242225" y="2328386"/>
                  </a:lnTo>
                  <a:lnTo>
                    <a:pt x="1241369" y="2328386"/>
                  </a:lnTo>
                  <a:lnTo>
                    <a:pt x="1240514" y="2328386"/>
                  </a:lnTo>
                  <a:lnTo>
                    <a:pt x="1239658" y="2328386"/>
                  </a:lnTo>
                  <a:lnTo>
                    <a:pt x="1238803" y="2328386"/>
                  </a:lnTo>
                  <a:lnTo>
                    <a:pt x="1237947" y="2328386"/>
                  </a:lnTo>
                  <a:lnTo>
                    <a:pt x="1237092" y="2328386"/>
                  </a:lnTo>
                  <a:lnTo>
                    <a:pt x="1236236" y="2328386"/>
                  </a:lnTo>
                  <a:lnTo>
                    <a:pt x="1235381" y="2328386"/>
                  </a:lnTo>
                  <a:lnTo>
                    <a:pt x="1234525" y="2328386"/>
                  </a:lnTo>
                  <a:lnTo>
                    <a:pt x="1233670" y="2328386"/>
                  </a:lnTo>
                  <a:lnTo>
                    <a:pt x="1232814" y="2328386"/>
                  </a:lnTo>
                  <a:lnTo>
                    <a:pt x="1231959" y="2328386"/>
                  </a:lnTo>
                  <a:lnTo>
                    <a:pt x="1231103" y="2328386"/>
                  </a:lnTo>
                  <a:lnTo>
                    <a:pt x="1230248" y="2328386"/>
                  </a:lnTo>
                  <a:lnTo>
                    <a:pt x="1229392" y="2328386"/>
                  </a:lnTo>
                  <a:lnTo>
                    <a:pt x="1228537" y="2328386"/>
                  </a:lnTo>
                  <a:lnTo>
                    <a:pt x="1227681" y="2328386"/>
                  </a:lnTo>
                  <a:lnTo>
                    <a:pt x="1226826" y="2328386"/>
                  </a:lnTo>
                  <a:lnTo>
                    <a:pt x="1225970" y="2328386"/>
                  </a:lnTo>
                  <a:lnTo>
                    <a:pt x="1225114" y="2328386"/>
                  </a:lnTo>
                  <a:lnTo>
                    <a:pt x="1224259" y="2328386"/>
                  </a:lnTo>
                  <a:lnTo>
                    <a:pt x="1223403" y="2328386"/>
                  </a:lnTo>
                  <a:lnTo>
                    <a:pt x="1222548" y="2328386"/>
                  </a:lnTo>
                  <a:lnTo>
                    <a:pt x="1221692" y="2328386"/>
                  </a:lnTo>
                  <a:lnTo>
                    <a:pt x="1220837" y="2328386"/>
                  </a:lnTo>
                  <a:lnTo>
                    <a:pt x="1219981" y="2328386"/>
                  </a:lnTo>
                  <a:lnTo>
                    <a:pt x="1219126" y="2328386"/>
                  </a:lnTo>
                  <a:lnTo>
                    <a:pt x="1218270" y="2328386"/>
                  </a:lnTo>
                  <a:lnTo>
                    <a:pt x="1217415" y="2328386"/>
                  </a:lnTo>
                  <a:lnTo>
                    <a:pt x="1216559" y="2328386"/>
                  </a:lnTo>
                  <a:lnTo>
                    <a:pt x="1215704" y="2328386"/>
                  </a:lnTo>
                  <a:lnTo>
                    <a:pt x="1214848" y="2328386"/>
                  </a:lnTo>
                  <a:lnTo>
                    <a:pt x="1213993" y="2328386"/>
                  </a:lnTo>
                  <a:lnTo>
                    <a:pt x="1213137" y="2328386"/>
                  </a:lnTo>
                  <a:lnTo>
                    <a:pt x="1212282" y="2328386"/>
                  </a:lnTo>
                  <a:lnTo>
                    <a:pt x="1211426" y="2328386"/>
                  </a:lnTo>
                  <a:lnTo>
                    <a:pt x="1210570" y="2328386"/>
                  </a:lnTo>
                  <a:lnTo>
                    <a:pt x="1209715" y="2328386"/>
                  </a:lnTo>
                  <a:lnTo>
                    <a:pt x="1208859" y="2328386"/>
                  </a:lnTo>
                  <a:lnTo>
                    <a:pt x="1208004" y="2328386"/>
                  </a:lnTo>
                  <a:lnTo>
                    <a:pt x="1207148" y="2328386"/>
                  </a:lnTo>
                  <a:lnTo>
                    <a:pt x="1206293" y="2328386"/>
                  </a:lnTo>
                  <a:lnTo>
                    <a:pt x="1205437" y="2328386"/>
                  </a:lnTo>
                  <a:lnTo>
                    <a:pt x="1204582" y="2328386"/>
                  </a:lnTo>
                  <a:lnTo>
                    <a:pt x="1203726" y="2328386"/>
                  </a:lnTo>
                  <a:lnTo>
                    <a:pt x="1202871" y="2328386"/>
                  </a:lnTo>
                  <a:lnTo>
                    <a:pt x="1202015" y="2328386"/>
                  </a:lnTo>
                  <a:lnTo>
                    <a:pt x="1201160" y="2328386"/>
                  </a:lnTo>
                  <a:lnTo>
                    <a:pt x="1200304" y="2328386"/>
                  </a:lnTo>
                  <a:lnTo>
                    <a:pt x="1199449" y="2328386"/>
                  </a:lnTo>
                  <a:lnTo>
                    <a:pt x="1198593" y="2328386"/>
                  </a:lnTo>
                  <a:lnTo>
                    <a:pt x="1197738" y="2328386"/>
                  </a:lnTo>
                  <a:lnTo>
                    <a:pt x="1196882" y="2328386"/>
                  </a:lnTo>
                  <a:lnTo>
                    <a:pt x="1196027" y="2328386"/>
                  </a:lnTo>
                  <a:lnTo>
                    <a:pt x="1195171" y="2328386"/>
                  </a:lnTo>
                  <a:lnTo>
                    <a:pt x="1194315" y="2328386"/>
                  </a:lnTo>
                  <a:lnTo>
                    <a:pt x="1193460" y="2328386"/>
                  </a:lnTo>
                  <a:lnTo>
                    <a:pt x="1192604" y="2328386"/>
                  </a:lnTo>
                  <a:lnTo>
                    <a:pt x="1191749" y="2328386"/>
                  </a:lnTo>
                  <a:lnTo>
                    <a:pt x="1190893" y="2328386"/>
                  </a:lnTo>
                  <a:lnTo>
                    <a:pt x="1190038" y="2328386"/>
                  </a:lnTo>
                  <a:lnTo>
                    <a:pt x="1189182" y="2328386"/>
                  </a:lnTo>
                  <a:lnTo>
                    <a:pt x="1188327" y="2328386"/>
                  </a:lnTo>
                  <a:lnTo>
                    <a:pt x="1187471" y="2328386"/>
                  </a:lnTo>
                  <a:lnTo>
                    <a:pt x="1186616" y="2328386"/>
                  </a:lnTo>
                  <a:lnTo>
                    <a:pt x="1185760" y="2328386"/>
                  </a:lnTo>
                  <a:lnTo>
                    <a:pt x="1184905" y="2328386"/>
                  </a:lnTo>
                  <a:lnTo>
                    <a:pt x="1184049" y="2328386"/>
                  </a:lnTo>
                  <a:lnTo>
                    <a:pt x="1183194" y="2328386"/>
                  </a:lnTo>
                  <a:lnTo>
                    <a:pt x="1182338" y="2328386"/>
                  </a:lnTo>
                  <a:lnTo>
                    <a:pt x="1181483" y="2328386"/>
                  </a:lnTo>
                  <a:lnTo>
                    <a:pt x="1180627" y="2328386"/>
                  </a:lnTo>
                  <a:lnTo>
                    <a:pt x="1179772" y="2328386"/>
                  </a:lnTo>
                  <a:lnTo>
                    <a:pt x="1178916" y="2328386"/>
                  </a:lnTo>
                  <a:lnTo>
                    <a:pt x="1178060" y="2328386"/>
                  </a:lnTo>
                  <a:lnTo>
                    <a:pt x="1177205" y="2328386"/>
                  </a:lnTo>
                  <a:lnTo>
                    <a:pt x="1176349" y="2328386"/>
                  </a:lnTo>
                  <a:lnTo>
                    <a:pt x="1175494" y="2328386"/>
                  </a:lnTo>
                  <a:lnTo>
                    <a:pt x="1174638" y="2328386"/>
                  </a:lnTo>
                  <a:lnTo>
                    <a:pt x="1173783" y="2328386"/>
                  </a:lnTo>
                  <a:lnTo>
                    <a:pt x="1172927" y="2328386"/>
                  </a:lnTo>
                  <a:lnTo>
                    <a:pt x="1172072" y="2328386"/>
                  </a:lnTo>
                  <a:lnTo>
                    <a:pt x="1171216" y="2328386"/>
                  </a:lnTo>
                  <a:lnTo>
                    <a:pt x="1170361" y="2328386"/>
                  </a:lnTo>
                  <a:lnTo>
                    <a:pt x="1169505" y="2328386"/>
                  </a:lnTo>
                  <a:lnTo>
                    <a:pt x="1168650" y="2328386"/>
                  </a:lnTo>
                  <a:lnTo>
                    <a:pt x="1167794" y="2328386"/>
                  </a:lnTo>
                  <a:lnTo>
                    <a:pt x="1166939" y="2328386"/>
                  </a:lnTo>
                  <a:lnTo>
                    <a:pt x="1166083" y="2328386"/>
                  </a:lnTo>
                  <a:lnTo>
                    <a:pt x="1165228" y="2328386"/>
                  </a:lnTo>
                  <a:lnTo>
                    <a:pt x="1164372" y="2328386"/>
                  </a:lnTo>
                  <a:lnTo>
                    <a:pt x="1163516" y="2328386"/>
                  </a:lnTo>
                  <a:lnTo>
                    <a:pt x="1162661" y="2328386"/>
                  </a:lnTo>
                  <a:lnTo>
                    <a:pt x="1161805" y="2328386"/>
                  </a:lnTo>
                  <a:lnTo>
                    <a:pt x="1160950" y="2328386"/>
                  </a:lnTo>
                  <a:lnTo>
                    <a:pt x="1160094" y="2328386"/>
                  </a:lnTo>
                  <a:lnTo>
                    <a:pt x="1159239" y="2328386"/>
                  </a:lnTo>
                  <a:lnTo>
                    <a:pt x="1158383" y="2328386"/>
                  </a:lnTo>
                  <a:lnTo>
                    <a:pt x="1157528" y="2328386"/>
                  </a:lnTo>
                  <a:lnTo>
                    <a:pt x="1156672" y="2328386"/>
                  </a:lnTo>
                  <a:lnTo>
                    <a:pt x="1155817" y="2328386"/>
                  </a:lnTo>
                  <a:lnTo>
                    <a:pt x="1154961" y="2328386"/>
                  </a:lnTo>
                  <a:lnTo>
                    <a:pt x="1154106" y="2328386"/>
                  </a:lnTo>
                  <a:lnTo>
                    <a:pt x="1153250" y="2328386"/>
                  </a:lnTo>
                  <a:lnTo>
                    <a:pt x="1152395" y="2328386"/>
                  </a:lnTo>
                  <a:lnTo>
                    <a:pt x="1151539" y="2328386"/>
                  </a:lnTo>
                  <a:lnTo>
                    <a:pt x="1150684" y="2328386"/>
                  </a:lnTo>
                  <a:lnTo>
                    <a:pt x="1149828" y="2328386"/>
                  </a:lnTo>
                  <a:lnTo>
                    <a:pt x="1148973" y="2328386"/>
                  </a:lnTo>
                  <a:lnTo>
                    <a:pt x="1148117" y="2328386"/>
                  </a:lnTo>
                  <a:lnTo>
                    <a:pt x="1147261" y="2328386"/>
                  </a:lnTo>
                  <a:lnTo>
                    <a:pt x="1146406" y="2328386"/>
                  </a:lnTo>
                  <a:lnTo>
                    <a:pt x="1145550" y="2328386"/>
                  </a:lnTo>
                  <a:lnTo>
                    <a:pt x="1144695" y="2328386"/>
                  </a:lnTo>
                  <a:lnTo>
                    <a:pt x="1143839" y="2328386"/>
                  </a:lnTo>
                  <a:lnTo>
                    <a:pt x="1142984" y="2328386"/>
                  </a:lnTo>
                  <a:lnTo>
                    <a:pt x="1142128" y="2328386"/>
                  </a:lnTo>
                  <a:lnTo>
                    <a:pt x="1141273" y="2328386"/>
                  </a:lnTo>
                  <a:lnTo>
                    <a:pt x="1140417" y="2328386"/>
                  </a:lnTo>
                  <a:lnTo>
                    <a:pt x="1139562" y="2328386"/>
                  </a:lnTo>
                  <a:lnTo>
                    <a:pt x="1138706" y="2328386"/>
                  </a:lnTo>
                  <a:lnTo>
                    <a:pt x="1137851" y="2328386"/>
                  </a:lnTo>
                  <a:lnTo>
                    <a:pt x="1136995" y="2328386"/>
                  </a:lnTo>
                  <a:lnTo>
                    <a:pt x="1136140" y="2328386"/>
                  </a:lnTo>
                  <a:lnTo>
                    <a:pt x="1135284" y="2328386"/>
                  </a:lnTo>
                  <a:lnTo>
                    <a:pt x="1134429" y="2328386"/>
                  </a:lnTo>
                  <a:lnTo>
                    <a:pt x="1133573" y="2328386"/>
                  </a:lnTo>
                  <a:lnTo>
                    <a:pt x="1132718" y="2328386"/>
                  </a:lnTo>
                  <a:lnTo>
                    <a:pt x="1131862" y="2328386"/>
                  </a:lnTo>
                  <a:lnTo>
                    <a:pt x="1131006" y="2328386"/>
                  </a:lnTo>
                  <a:lnTo>
                    <a:pt x="1130151" y="2328386"/>
                  </a:lnTo>
                  <a:lnTo>
                    <a:pt x="1129295" y="2328386"/>
                  </a:lnTo>
                  <a:lnTo>
                    <a:pt x="1128440" y="2328386"/>
                  </a:lnTo>
                  <a:lnTo>
                    <a:pt x="1127584" y="2328386"/>
                  </a:lnTo>
                  <a:lnTo>
                    <a:pt x="1126729" y="2328386"/>
                  </a:lnTo>
                  <a:lnTo>
                    <a:pt x="1125873" y="2328386"/>
                  </a:lnTo>
                  <a:lnTo>
                    <a:pt x="1125018" y="2328386"/>
                  </a:lnTo>
                  <a:lnTo>
                    <a:pt x="1124162" y="2328386"/>
                  </a:lnTo>
                  <a:lnTo>
                    <a:pt x="1123307" y="2328386"/>
                  </a:lnTo>
                  <a:lnTo>
                    <a:pt x="1122451" y="2328386"/>
                  </a:lnTo>
                  <a:lnTo>
                    <a:pt x="1121596" y="2328386"/>
                  </a:lnTo>
                  <a:lnTo>
                    <a:pt x="1120740" y="2328386"/>
                  </a:lnTo>
                  <a:lnTo>
                    <a:pt x="1119885" y="2328386"/>
                  </a:lnTo>
                  <a:lnTo>
                    <a:pt x="1119029" y="2328386"/>
                  </a:lnTo>
                  <a:lnTo>
                    <a:pt x="1118174" y="2328386"/>
                  </a:lnTo>
                  <a:lnTo>
                    <a:pt x="1117318" y="2328386"/>
                  </a:lnTo>
                  <a:lnTo>
                    <a:pt x="1116462" y="2328386"/>
                  </a:lnTo>
                  <a:lnTo>
                    <a:pt x="1115607" y="2328386"/>
                  </a:lnTo>
                  <a:lnTo>
                    <a:pt x="1114751" y="2328386"/>
                  </a:lnTo>
                  <a:lnTo>
                    <a:pt x="1113896" y="2328386"/>
                  </a:lnTo>
                  <a:lnTo>
                    <a:pt x="1113040" y="2328386"/>
                  </a:lnTo>
                  <a:lnTo>
                    <a:pt x="1112185" y="2328386"/>
                  </a:lnTo>
                  <a:lnTo>
                    <a:pt x="1111329" y="2328386"/>
                  </a:lnTo>
                  <a:lnTo>
                    <a:pt x="1110474" y="2328386"/>
                  </a:lnTo>
                  <a:lnTo>
                    <a:pt x="1109618" y="2328386"/>
                  </a:lnTo>
                  <a:lnTo>
                    <a:pt x="1108763" y="2328386"/>
                  </a:lnTo>
                  <a:lnTo>
                    <a:pt x="1107907" y="2328386"/>
                  </a:lnTo>
                  <a:lnTo>
                    <a:pt x="1107052" y="2328386"/>
                  </a:lnTo>
                  <a:lnTo>
                    <a:pt x="1106196" y="2328386"/>
                  </a:lnTo>
                  <a:lnTo>
                    <a:pt x="1105341" y="2328386"/>
                  </a:lnTo>
                  <a:lnTo>
                    <a:pt x="1104485" y="2328386"/>
                  </a:lnTo>
                  <a:lnTo>
                    <a:pt x="1103630" y="2328386"/>
                  </a:lnTo>
                  <a:lnTo>
                    <a:pt x="1102774" y="2328386"/>
                  </a:lnTo>
                  <a:lnTo>
                    <a:pt x="1101919" y="2328386"/>
                  </a:lnTo>
                  <a:lnTo>
                    <a:pt x="1101063" y="2328386"/>
                  </a:lnTo>
                  <a:lnTo>
                    <a:pt x="1100207" y="2328386"/>
                  </a:lnTo>
                  <a:lnTo>
                    <a:pt x="1099352" y="2328386"/>
                  </a:lnTo>
                  <a:lnTo>
                    <a:pt x="1098496" y="2328386"/>
                  </a:lnTo>
                  <a:lnTo>
                    <a:pt x="1097641" y="2328386"/>
                  </a:lnTo>
                  <a:lnTo>
                    <a:pt x="1096785" y="2328386"/>
                  </a:lnTo>
                  <a:lnTo>
                    <a:pt x="1095930" y="2328386"/>
                  </a:lnTo>
                  <a:lnTo>
                    <a:pt x="1095074" y="2328386"/>
                  </a:lnTo>
                  <a:lnTo>
                    <a:pt x="1094219" y="2328386"/>
                  </a:lnTo>
                  <a:lnTo>
                    <a:pt x="1093363" y="2328386"/>
                  </a:lnTo>
                  <a:lnTo>
                    <a:pt x="1092508" y="2328386"/>
                  </a:lnTo>
                  <a:lnTo>
                    <a:pt x="1091652" y="2328386"/>
                  </a:lnTo>
                  <a:lnTo>
                    <a:pt x="1090797" y="2328386"/>
                  </a:lnTo>
                  <a:lnTo>
                    <a:pt x="1089941" y="2328386"/>
                  </a:lnTo>
                  <a:lnTo>
                    <a:pt x="1089086" y="2328386"/>
                  </a:lnTo>
                  <a:lnTo>
                    <a:pt x="1088230" y="2328386"/>
                  </a:lnTo>
                  <a:lnTo>
                    <a:pt x="1087375" y="2328386"/>
                  </a:lnTo>
                  <a:lnTo>
                    <a:pt x="1086519" y="2328386"/>
                  </a:lnTo>
                  <a:lnTo>
                    <a:pt x="1085664" y="2328386"/>
                  </a:lnTo>
                  <a:lnTo>
                    <a:pt x="1084808" y="2328386"/>
                  </a:lnTo>
                  <a:lnTo>
                    <a:pt x="1083952" y="2328386"/>
                  </a:lnTo>
                  <a:lnTo>
                    <a:pt x="1083097" y="2328386"/>
                  </a:lnTo>
                  <a:lnTo>
                    <a:pt x="1082241" y="2328386"/>
                  </a:lnTo>
                  <a:lnTo>
                    <a:pt x="1081386" y="2328386"/>
                  </a:lnTo>
                  <a:lnTo>
                    <a:pt x="1080530" y="2328386"/>
                  </a:lnTo>
                  <a:lnTo>
                    <a:pt x="1079675" y="2328386"/>
                  </a:lnTo>
                  <a:lnTo>
                    <a:pt x="1078819" y="2328386"/>
                  </a:lnTo>
                  <a:lnTo>
                    <a:pt x="1077964" y="2328386"/>
                  </a:lnTo>
                  <a:lnTo>
                    <a:pt x="1077108" y="2328386"/>
                  </a:lnTo>
                  <a:lnTo>
                    <a:pt x="1076253" y="2328386"/>
                  </a:lnTo>
                  <a:lnTo>
                    <a:pt x="1075397" y="2328386"/>
                  </a:lnTo>
                  <a:lnTo>
                    <a:pt x="1074542" y="2328386"/>
                  </a:lnTo>
                  <a:lnTo>
                    <a:pt x="1073686" y="2328386"/>
                  </a:lnTo>
                  <a:lnTo>
                    <a:pt x="1072831" y="2328386"/>
                  </a:lnTo>
                  <a:lnTo>
                    <a:pt x="1071975" y="2328386"/>
                  </a:lnTo>
                  <a:lnTo>
                    <a:pt x="1071120" y="2328386"/>
                  </a:lnTo>
                  <a:lnTo>
                    <a:pt x="1070264" y="2328386"/>
                  </a:lnTo>
                  <a:lnTo>
                    <a:pt x="1069409" y="2328386"/>
                  </a:lnTo>
                  <a:lnTo>
                    <a:pt x="1068553" y="2328386"/>
                  </a:lnTo>
                  <a:lnTo>
                    <a:pt x="1067697" y="2328386"/>
                  </a:lnTo>
                  <a:lnTo>
                    <a:pt x="1066842" y="2328386"/>
                  </a:lnTo>
                  <a:lnTo>
                    <a:pt x="1065986" y="2328386"/>
                  </a:lnTo>
                  <a:lnTo>
                    <a:pt x="1065131" y="2328386"/>
                  </a:lnTo>
                  <a:lnTo>
                    <a:pt x="1064275" y="2328386"/>
                  </a:lnTo>
                  <a:lnTo>
                    <a:pt x="1063420" y="2328386"/>
                  </a:lnTo>
                  <a:lnTo>
                    <a:pt x="1062564" y="2328386"/>
                  </a:lnTo>
                  <a:lnTo>
                    <a:pt x="1061709" y="2328386"/>
                  </a:lnTo>
                  <a:lnTo>
                    <a:pt x="1060853" y="2328386"/>
                  </a:lnTo>
                  <a:lnTo>
                    <a:pt x="1059998" y="2328386"/>
                  </a:lnTo>
                  <a:lnTo>
                    <a:pt x="1059142" y="2328386"/>
                  </a:lnTo>
                  <a:lnTo>
                    <a:pt x="1058287" y="2328386"/>
                  </a:lnTo>
                  <a:lnTo>
                    <a:pt x="1057431" y="2328386"/>
                  </a:lnTo>
                  <a:lnTo>
                    <a:pt x="1056576" y="2328386"/>
                  </a:lnTo>
                  <a:lnTo>
                    <a:pt x="1055720" y="2328386"/>
                  </a:lnTo>
                  <a:lnTo>
                    <a:pt x="1054865" y="2328386"/>
                  </a:lnTo>
                  <a:lnTo>
                    <a:pt x="1054009" y="2328386"/>
                  </a:lnTo>
                  <a:lnTo>
                    <a:pt x="1053153" y="2328386"/>
                  </a:lnTo>
                  <a:lnTo>
                    <a:pt x="1052298" y="2328386"/>
                  </a:lnTo>
                  <a:lnTo>
                    <a:pt x="1051442" y="2328386"/>
                  </a:lnTo>
                  <a:lnTo>
                    <a:pt x="1050587" y="2328386"/>
                  </a:lnTo>
                  <a:lnTo>
                    <a:pt x="1049731" y="2328386"/>
                  </a:lnTo>
                  <a:lnTo>
                    <a:pt x="1048876" y="2328386"/>
                  </a:lnTo>
                  <a:lnTo>
                    <a:pt x="1048020" y="2328386"/>
                  </a:lnTo>
                  <a:lnTo>
                    <a:pt x="1047165" y="2328386"/>
                  </a:lnTo>
                  <a:lnTo>
                    <a:pt x="1046309" y="2328386"/>
                  </a:lnTo>
                  <a:lnTo>
                    <a:pt x="1045454" y="2328386"/>
                  </a:lnTo>
                  <a:lnTo>
                    <a:pt x="1044598" y="2328386"/>
                  </a:lnTo>
                  <a:lnTo>
                    <a:pt x="1043743" y="2328386"/>
                  </a:lnTo>
                  <a:lnTo>
                    <a:pt x="1042887" y="2328386"/>
                  </a:lnTo>
                  <a:lnTo>
                    <a:pt x="1042032" y="2328386"/>
                  </a:lnTo>
                  <a:lnTo>
                    <a:pt x="1041176" y="2328386"/>
                  </a:lnTo>
                  <a:lnTo>
                    <a:pt x="1040321" y="2328386"/>
                  </a:lnTo>
                  <a:lnTo>
                    <a:pt x="1039465" y="2328386"/>
                  </a:lnTo>
                  <a:lnTo>
                    <a:pt x="1038610" y="2328386"/>
                  </a:lnTo>
                  <a:lnTo>
                    <a:pt x="1037754" y="2328386"/>
                  </a:lnTo>
                  <a:lnTo>
                    <a:pt x="1036898" y="2328386"/>
                  </a:lnTo>
                  <a:lnTo>
                    <a:pt x="1036043" y="2328386"/>
                  </a:lnTo>
                  <a:lnTo>
                    <a:pt x="1035187" y="2328386"/>
                  </a:lnTo>
                  <a:lnTo>
                    <a:pt x="1034332" y="2328386"/>
                  </a:lnTo>
                  <a:lnTo>
                    <a:pt x="1033476" y="2328386"/>
                  </a:lnTo>
                  <a:lnTo>
                    <a:pt x="1032621" y="2328386"/>
                  </a:lnTo>
                  <a:lnTo>
                    <a:pt x="1031765" y="2328386"/>
                  </a:lnTo>
                  <a:lnTo>
                    <a:pt x="1030910" y="2328386"/>
                  </a:lnTo>
                  <a:lnTo>
                    <a:pt x="1030054" y="2328386"/>
                  </a:lnTo>
                  <a:lnTo>
                    <a:pt x="1029199" y="2328386"/>
                  </a:lnTo>
                  <a:lnTo>
                    <a:pt x="1028343" y="2328386"/>
                  </a:lnTo>
                  <a:lnTo>
                    <a:pt x="1027488" y="2328386"/>
                  </a:lnTo>
                  <a:lnTo>
                    <a:pt x="1026632" y="2328386"/>
                  </a:lnTo>
                  <a:lnTo>
                    <a:pt x="1025777" y="2328386"/>
                  </a:lnTo>
                  <a:lnTo>
                    <a:pt x="1024921" y="2328386"/>
                  </a:lnTo>
                  <a:lnTo>
                    <a:pt x="1024066" y="2328386"/>
                  </a:lnTo>
                  <a:lnTo>
                    <a:pt x="1023210" y="2328386"/>
                  </a:lnTo>
                  <a:lnTo>
                    <a:pt x="1022355" y="2328386"/>
                  </a:lnTo>
                  <a:lnTo>
                    <a:pt x="1021499" y="2328386"/>
                  </a:lnTo>
                  <a:lnTo>
                    <a:pt x="1020643" y="2328386"/>
                  </a:lnTo>
                  <a:lnTo>
                    <a:pt x="1019788" y="2328386"/>
                  </a:lnTo>
                  <a:lnTo>
                    <a:pt x="1018932" y="2328386"/>
                  </a:lnTo>
                  <a:lnTo>
                    <a:pt x="1018077" y="2328386"/>
                  </a:lnTo>
                  <a:lnTo>
                    <a:pt x="1017221" y="2328386"/>
                  </a:lnTo>
                  <a:lnTo>
                    <a:pt x="1016366" y="2328386"/>
                  </a:lnTo>
                  <a:lnTo>
                    <a:pt x="1015510" y="2328386"/>
                  </a:lnTo>
                  <a:lnTo>
                    <a:pt x="1014655" y="2328386"/>
                  </a:lnTo>
                  <a:lnTo>
                    <a:pt x="1013799" y="2328386"/>
                  </a:lnTo>
                  <a:lnTo>
                    <a:pt x="1012944" y="2328386"/>
                  </a:lnTo>
                  <a:lnTo>
                    <a:pt x="1012088" y="2328386"/>
                  </a:lnTo>
                  <a:lnTo>
                    <a:pt x="1011233" y="2328386"/>
                  </a:lnTo>
                  <a:lnTo>
                    <a:pt x="1010377" y="2328386"/>
                  </a:lnTo>
                  <a:lnTo>
                    <a:pt x="1009522" y="2328386"/>
                  </a:lnTo>
                  <a:lnTo>
                    <a:pt x="1008666" y="2328386"/>
                  </a:lnTo>
                  <a:lnTo>
                    <a:pt x="1007811" y="2328386"/>
                  </a:lnTo>
                  <a:lnTo>
                    <a:pt x="1006955" y="2328386"/>
                  </a:lnTo>
                  <a:lnTo>
                    <a:pt x="1006099" y="2328386"/>
                  </a:lnTo>
                  <a:lnTo>
                    <a:pt x="1005244" y="2328386"/>
                  </a:lnTo>
                  <a:lnTo>
                    <a:pt x="1004388" y="2328386"/>
                  </a:lnTo>
                  <a:lnTo>
                    <a:pt x="1003533" y="2328386"/>
                  </a:lnTo>
                  <a:lnTo>
                    <a:pt x="1002677" y="2328386"/>
                  </a:lnTo>
                  <a:lnTo>
                    <a:pt x="1001822" y="2328386"/>
                  </a:lnTo>
                  <a:lnTo>
                    <a:pt x="1000966" y="2328386"/>
                  </a:lnTo>
                  <a:lnTo>
                    <a:pt x="1000111" y="2328386"/>
                  </a:lnTo>
                  <a:lnTo>
                    <a:pt x="999255" y="2328386"/>
                  </a:lnTo>
                  <a:lnTo>
                    <a:pt x="998400" y="2328386"/>
                  </a:lnTo>
                  <a:lnTo>
                    <a:pt x="997544" y="2328386"/>
                  </a:lnTo>
                  <a:lnTo>
                    <a:pt x="996689" y="2328386"/>
                  </a:lnTo>
                  <a:lnTo>
                    <a:pt x="995833" y="2328386"/>
                  </a:lnTo>
                  <a:lnTo>
                    <a:pt x="994978" y="2328386"/>
                  </a:lnTo>
                  <a:lnTo>
                    <a:pt x="994122" y="2328386"/>
                  </a:lnTo>
                  <a:lnTo>
                    <a:pt x="993267" y="2328386"/>
                  </a:lnTo>
                  <a:lnTo>
                    <a:pt x="992411" y="2328386"/>
                  </a:lnTo>
                  <a:lnTo>
                    <a:pt x="991556" y="2328386"/>
                  </a:lnTo>
                  <a:lnTo>
                    <a:pt x="990700" y="2328386"/>
                  </a:lnTo>
                  <a:lnTo>
                    <a:pt x="989844" y="2328386"/>
                  </a:lnTo>
                  <a:lnTo>
                    <a:pt x="988989" y="2328386"/>
                  </a:lnTo>
                  <a:lnTo>
                    <a:pt x="988133" y="2328386"/>
                  </a:lnTo>
                  <a:lnTo>
                    <a:pt x="987278" y="2328386"/>
                  </a:lnTo>
                  <a:lnTo>
                    <a:pt x="986422" y="2328386"/>
                  </a:lnTo>
                  <a:lnTo>
                    <a:pt x="985567" y="2328386"/>
                  </a:lnTo>
                  <a:lnTo>
                    <a:pt x="984711" y="2328386"/>
                  </a:lnTo>
                  <a:lnTo>
                    <a:pt x="983856" y="2328386"/>
                  </a:lnTo>
                  <a:lnTo>
                    <a:pt x="983000" y="2328386"/>
                  </a:lnTo>
                  <a:lnTo>
                    <a:pt x="982145" y="2328386"/>
                  </a:lnTo>
                  <a:lnTo>
                    <a:pt x="981289" y="2328386"/>
                  </a:lnTo>
                  <a:lnTo>
                    <a:pt x="980434" y="2328386"/>
                  </a:lnTo>
                  <a:lnTo>
                    <a:pt x="979578" y="2328386"/>
                  </a:lnTo>
                  <a:lnTo>
                    <a:pt x="978723" y="2328386"/>
                  </a:lnTo>
                  <a:lnTo>
                    <a:pt x="977867" y="2328386"/>
                  </a:lnTo>
                  <a:lnTo>
                    <a:pt x="977012" y="2328386"/>
                  </a:lnTo>
                  <a:lnTo>
                    <a:pt x="976156" y="2328386"/>
                  </a:lnTo>
                  <a:lnTo>
                    <a:pt x="975301" y="2328386"/>
                  </a:lnTo>
                  <a:lnTo>
                    <a:pt x="974445" y="2328386"/>
                  </a:lnTo>
                  <a:lnTo>
                    <a:pt x="973589" y="2328386"/>
                  </a:lnTo>
                  <a:lnTo>
                    <a:pt x="972734" y="2328386"/>
                  </a:lnTo>
                  <a:lnTo>
                    <a:pt x="971878" y="2328386"/>
                  </a:lnTo>
                  <a:lnTo>
                    <a:pt x="971023" y="2328386"/>
                  </a:lnTo>
                  <a:lnTo>
                    <a:pt x="970167" y="2328386"/>
                  </a:lnTo>
                  <a:lnTo>
                    <a:pt x="969312" y="2328386"/>
                  </a:lnTo>
                  <a:lnTo>
                    <a:pt x="968456" y="2328386"/>
                  </a:lnTo>
                  <a:lnTo>
                    <a:pt x="967601" y="2328386"/>
                  </a:lnTo>
                  <a:lnTo>
                    <a:pt x="966745" y="2328386"/>
                  </a:lnTo>
                  <a:lnTo>
                    <a:pt x="965890" y="2328386"/>
                  </a:lnTo>
                  <a:lnTo>
                    <a:pt x="965034" y="2328386"/>
                  </a:lnTo>
                  <a:lnTo>
                    <a:pt x="964179" y="2328386"/>
                  </a:lnTo>
                  <a:lnTo>
                    <a:pt x="963323" y="2328386"/>
                  </a:lnTo>
                  <a:lnTo>
                    <a:pt x="962468" y="2328386"/>
                  </a:lnTo>
                  <a:lnTo>
                    <a:pt x="961612" y="2328386"/>
                  </a:lnTo>
                  <a:lnTo>
                    <a:pt x="960757" y="2328386"/>
                  </a:lnTo>
                  <a:lnTo>
                    <a:pt x="959901" y="2328386"/>
                  </a:lnTo>
                  <a:lnTo>
                    <a:pt x="959045" y="2328386"/>
                  </a:lnTo>
                  <a:lnTo>
                    <a:pt x="958190" y="2328386"/>
                  </a:lnTo>
                  <a:lnTo>
                    <a:pt x="957334" y="2328386"/>
                  </a:lnTo>
                  <a:lnTo>
                    <a:pt x="956479" y="2328386"/>
                  </a:lnTo>
                  <a:lnTo>
                    <a:pt x="955623" y="2328386"/>
                  </a:lnTo>
                  <a:lnTo>
                    <a:pt x="954768" y="2328386"/>
                  </a:lnTo>
                  <a:lnTo>
                    <a:pt x="953912" y="2328386"/>
                  </a:lnTo>
                  <a:lnTo>
                    <a:pt x="953057" y="2328386"/>
                  </a:lnTo>
                  <a:lnTo>
                    <a:pt x="952201" y="2328386"/>
                  </a:lnTo>
                  <a:lnTo>
                    <a:pt x="951346" y="2328386"/>
                  </a:lnTo>
                  <a:lnTo>
                    <a:pt x="950490" y="2328386"/>
                  </a:lnTo>
                  <a:lnTo>
                    <a:pt x="949635" y="2328386"/>
                  </a:lnTo>
                  <a:lnTo>
                    <a:pt x="948779" y="2328386"/>
                  </a:lnTo>
                  <a:lnTo>
                    <a:pt x="947924" y="2328386"/>
                  </a:lnTo>
                  <a:lnTo>
                    <a:pt x="947068" y="2328386"/>
                  </a:lnTo>
                  <a:lnTo>
                    <a:pt x="946213" y="2328386"/>
                  </a:lnTo>
                  <a:lnTo>
                    <a:pt x="945357" y="2328386"/>
                  </a:lnTo>
                  <a:lnTo>
                    <a:pt x="944502" y="2328386"/>
                  </a:lnTo>
                  <a:lnTo>
                    <a:pt x="943646" y="2328386"/>
                  </a:lnTo>
                  <a:lnTo>
                    <a:pt x="942790" y="2328386"/>
                  </a:lnTo>
                  <a:lnTo>
                    <a:pt x="941935" y="2328386"/>
                  </a:lnTo>
                  <a:lnTo>
                    <a:pt x="941079" y="2328386"/>
                  </a:lnTo>
                  <a:lnTo>
                    <a:pt x="940224" y="2328386"/>
                  </a:lnTo>
                  <a:lnTo>
                    <a:pt x="939368" y="2328386"/>
                  </a:lnTo>
                  <a:lnTo>
                    <a:pt x="938513" y="2328386"/>
                  </a:lnTo>
                  <a:lnTo>
                    <a:pt x="937657" y="2328386"/>
                  </a:lnTo>
                  <a:lnTo>
                    <a:pt x="936802" y="2328386"/>
                  </a:lnTo>
                  <a:lnTo>
                    <a:pt x="935946" y="2328386"/>
                  </a:lnTo>
                  <a:lnTo>
                    <a:pt x="935091" y="2328386"/>
                  </a:lnTo>
                  <a:lnTo>
                    <a:pt x="934235" y="2328386"/>
                  </a:lnTo>
                  <a:lnTo>
                    <a:pt x="933380" y="2328386"/>
                  </a:lnTo>
                  <a:lnTo>
                    <a:pt x="932524" y="2328386"/>
                  </a:lnTo>
                  <a:lnTo>
                    <a:pt x="931669" y="2328386"/>
                  </a:lnTo>
                  <a:lnTo>
                    <a:pt x="930813" y="2328386"/>
                  </a:lnTo>
                  <a:lnTo>
                    <a:pt x="929958" y="2328386"/>
                  </a:lnTo>
                  <a:lnTo>
                    <a:pt x="929102" y="2328386"/>
                  </a:lnTo>
                  <a:lnTo>
                    <a:pt x="928247" y="2328386"/>
                  </a:lnTo>
                  <a:lnTo>
                    <a:pt x="927391" y="2328386"/>
                  </a:lnTo>
                  <a:lnTo>
                    <a:pt x="926535" y="2328386"/>
                  </a:lnTo>
                  <a:lnTo>
                    <a:pt x="925680" y="2328386"/>
                  </a:lnTo>
                  <a:lnTo>
                    <a:pt x="924824" y="2328386"/>
                  </a:lnTo>
                  <a:lnTo>
                    <a:pt x="923969" y="2328386"/>
                  </a:lnTo>
                  <a:lnTo>
                    <a:pt x="923113" y="2328386"/>
                  </a:lnTo>
                  <a:lnTo>
                    <a:pt x="922258" y="2328386"/>
                  </a:lnTo>
                  <a:lnTo>
                    <a:pt x="921402" y="2328386"/>
                  </a:lnTo>
                  <a:lnTo>
                    <a:pt x="920547" y="2328386"/>
                  </a:lnTo>
                  <a:lnTo>
                    <a:pt x="919691" y="2328386"/>
                  </a:lnTo>
                  <a:lnTo>
                    <a:pt x="918836" y="2328386"/>
                  </a:lnTo>
                  <a:lnTo>
                    <a:pt x="917980" y="2328386"/>
                  </a:lnTo>
                  <a:lnTo>
                    <a:pt x="917125" y="2328386"/>
                  </a:lnTo>
                  <a:lnTo>
                    <a:pt x="916269" y="2328386"/>
                  </a:lnTo>
                  <a:lnTo>
                    <a:pt x="915414" y="2328386"/>
                  </a:lnTo>
                  <a:lnTo>
                    <a:pt x="914558" y="2328386"/>
                  </a:lnTo>
                  <a:lnTo>
                    <a:pt x="913703" y="2328386"/>
                  </a:lnTo>
                  <a:lnTo>
                    <a:pt x="912847" y="2328386"/>
                  </a:lnTo>
                  <a:lnTo>
                    <a:pt x="911991" y="2328386"/>
                  </a:lnTo>
                  <a:lnTo>
                    <a:pt x="911136" y="2328386"/>
                  </a:lnTo>
                  <a:lnTo>
                    <a:pt x="910280" y="2328386"/>
                  </a:lnTo>
                  <a:lnTo>
                    <a:pt x="909425" y="2328386"/>
                  </a:lnTo>
                  <a:lnTo>
                    <a:pt x="908569" y="2328386"/>
                  </a:lnTo>
                  <a:lnTo>
                    <a:pt x="907714" y="2328386"/>
                  </a:lnTo>
                  <a:lnTo>
                    <a:pt x="906858" y="2328386"/>
                  </a:lnTo>
                  <a:lnTo>
                    <a:pt x="906003" y="2328386"/>
                  </a:lnTo>
                  <a:lnTo>
                    <a:pt x="905147" y="2328386"/>
                  </a:lnTo>
                  <a:lnTo>
                    <a:pt x="904292" y="2328386"/>
                  </a:lnTo>
                  <a:lnTo>
                    <a:pt x="903436" y="2328386"/>
                  </a:lnTo>
                  <a:lnTo>
                    <a:pt x="902581" y="2328386"/>
                  </a:lnTo>
                  <a:lnTo>
                    <a:pt x="901725" y="2328386"/>
                  </a:lnTo>
                  <a:lnTo>
                    <a:pt x="900870" y="2328386"/>
                  </a:lnTo>
                  <a:lnTo>
                    <a:pt x="900014" y="2328386"/>
                  </a:lnTo>
                  <a:lnTo>
                    <a:pt x="899159" y="2328386"/>
                  </a:lnTo>
                  <a:lnTo>
                    <a:pt x="898303" y="2328386"/>
                  </a:lnTo>
                  <a:lnTo>
                    <a:pt x="897448" y="2328386"/>
                  </a:lnTo>
                  <a:lnTo>
                    <a:pt x="896592" y="2328386"/>
                  </a:lnTo>
                  <a:lnTo>
                    <a:pt x="895736" y="2328386"/>
                  </a:lnTo>
                  <a:lnTo>
                    <a:pt x="894881" y="2328386"/>
                  </a:lnTo>
                  <a:lnTo>
                    <a:pt x="894025" y="2328386"/>
                  </a:lnTo>
                  <a:lnTo>
                    <a:pt x="893170" y="2328386"/>
                  </a:lnTo>
                  <a:lnTo>
                    <a:pt x="892314" y="2328386"/>
                  </a:lnTo>
                  <a:lnTo>
                    <a:pt x="891459" y="2328386"/>
                  </a:lnTo>
                  <a:lnTo>
                    <a:pt x="890603" y="2328386"/>
                  </a:lnTo>
                  <a:lnTo>
                    <a:pt x="889748" y="2328386"/>
                  </a:lnTo>
                  <a:lnTo>
                    <a:pt x="888892" y="2328386"/>
                  </a:lnTo>
                  <a:lnTo>
                    <a:pt x="888037" y="2328386"/>
                  </a:lnTo>
                  <a:lnTo>
                    <a:pt x="887181" y="2328386"/>
                  </a:lnTo>
                  <a:lnTo>
                    <a:pt x="886326" y="2328386"/>
                  </a:lnTo>
                  <a:lnTo>
                    <a:pt x="885470" y="2328386"/>
                  </a:lnTo>
                  <a:lnTo>
                    <a:pt x="884615" y="2328386"/>
                  </a:lnTo>
                  <a:lnTo>
                    <a:pt x="883759" y="2328386"/>
                  </a:lnTo>
                  <a:lnTo>
                    <a:pt x="882904" y="2328386"/>
                  </a:lnTo>
                  <a:lnTo>
                    <a:pt x="882048" y="2328386"/>
                  </a:lnTo>
                  <a:lnTo>
                    <a:pt x="881193" y="2328386"/>
                  </a:lnTo>
                  <a:lnTo>
                    <a:pt x="880337" y="2328386"/>
                  </a:lnTo>
                  <a:lnTo>
                    <a:pt x="879481" y="2328386"/>
                  </a:lnTo>
                  <a:lnTo>
                    <a:pt x="878626" y="2328386"/>
                  </a:lnTo>
                  <a:lnTo>
                    <a:pt x="877770" y="2328386"/>
                  </a:lnTo>
                  <a:lnTo>
                    <a:pt x="876915" y="2328386"/>
                  </a:lnTo>
                  <a:lnTo>
                    <a:pt x="876059" y="2328386"/>
                  </a:lnTo>
                  <a:lnTo>
                    <a:pt x="875204" y="2328386"/>
                  </a:lnTo>
                  <a:lnTo>
                    <a:pt x="874348" y="2328386"/>
                  </a:lnTo>
                  <a:lnTo>
                    <a:pt x="873493" y="2328386"/>
                  </a:lnTo>
                  <a:lnTo>
                    <a:pt x="872637" y="2328386"/>
                  </a:lnTo>
                  <a:lnTo>
                    <a:pt x="871782" y="2328386"/>
                  </a:lnTo>
                  <a:lnTo>
                    <a:pt x="870926" y="2328386"/>
                  </a:lnTo>
                  <a:lnTo>
                    <a:pt x="870071" y="2328386"/>
                  </a:lnTo>
                  <a:lnTo>
                    <a:pt x="869215" y="2328386"/>
                  </a:lnTo>
                  <a:lnTo>
                    <a:pt x="868360" y="2328386"/>
                  </a:lnTo>
                  <a:lnTo>
                    <a:pt x="867504" y="2328386"/>
                  </a:lnTo>
                  <a:lnTo>
                    <a:pt x="866649" y="2328386"/>
                  </a:lnTo>
                  <a:lnTo>
                    <a:pt x="865793" y="2328386"/>
                  </a:lnTo>
                  <a:lnTo>
                    <a:pt x="864938" y="2328386"/>
                  </a:lnTo>
                  <a:lnTo>
                    <a:pt x="864082" y="2328386"/>
                  </a:lnTo>
                  <a:lnTo>
                    <a:pt x="863226" y="2328386"/>
                  </a:lnTo>
                  <a:lnTo>
                    <a:pt x="862371" y="2328386"/>
                  </a:lnTo>
                  <a:lnTo>
                    <a:pt x="861515" y="2328386"/>
                  </a:lnTo>
                  <a:lnTo>
                    <a:pt x="860660" y="2328386"/>
                  </a:lnTo>
                  <a:lnTo>
                    <a:pt x="859804" y="2328386"/>
                  </a:lnTo>
                  <a:lnTo>
                    <a:pt x="858949" y="2328386"/>
                  </a:lnTo>
                  <a:lnTo>
                    <a:pt x="858093" y="2328386"/>
                  </a:lnTo>
                  <a:lnTo>
                    <a:pt x="857238" y="2328386"/>
                  </a:lnTo>
                  <a:lnTo>
                    <a:pt x="856382" y="2328386"/>
                  </a:lnTo>
                  <a:lnTo>
                    <a:pt x="855527" y="2328386"/>
                  </a:lnTo>
                  <a:lnTo>
                    <a:pt x="854671" y="2328386"/>
                  </a:lnTo>
                  <a:lnTo>
                    <a:pt x="853816" y="2328386"/>
                  </a:lnTo>
                  <a:lnTo>
                    <a:pt x="852960" y="2328386"/>
                  </a:lnTo>
                  <a:lnTo>
                    <a:pt x="852105" y="2328386"/>
                  </a:lnTo>
                  <a:lnTo>
                    <a:pt x="851249" y="2328386"/>
                  </a:lnTo>
                  <a:lnTo>
                    <a:pt x="850394" y="2328386"/>
                  </a:lnTo>
                  <a:lnTo>
                    <a:pt x="849538" y="2328386"/>
                  </a:lnTo>
                  <a:lnTo>
                    <a:pt x="848682" y="2328386"/>
                  </a:lnTo>
                  <a:lnTo>
                    <a:pt x="847827" y="2328386"/>
                  </a:lnTo>
                  <a:lnTo>
                    <a:pt x="846971" y="2328386"/>
                  </a:lnTo>
                  <a:lnTo>
                    <a:pt x="846116" y="2328386"/>
                  </a:lnTo>
                  <a:lnTo>
                    <a:pt x="845260" y="2328386"/>
                  </a:lnTo>
                  <a:lnTo>
                    <a:pt x="844405" y="2328386"/>
                  </a:lnTo>
                  <a:lnTo>
                    <a:pt x="843549" y="2328386"/>
                  </a:lnTo>
                  <a:lnTo>
                    <a:pt x="842694" y="2328386"/>
                  </a:lnTo>
                  <a:lnTo>
                    <a:pt x="841838" y="2328386"/>
                  </a:lnTo>
                  <a:lnTo>
                    <a:pt x="840983" y="2328386"/>
                  </a:lnTo>
                  <a:lnTo>
                    <a:pt x="840127" y="2328386"/>
                  </a:lnTo>
                  <a:lnTo>
                    <a:pt x="839272" y="2328386"/>
                  </a:lnTo>
                  <a:lnTo>
                    <a:pt x="838416" y="2328386"/>
                  </a:lnTo>
                  <a:lnTo>
                    <a:pt x="837561" y="2328386"/>
                  </a:lnTo>
                  <a:lnTo>
                    <a:pt x="836705" y="2328386"/>
                  </a:lnTo>
                  <a:lnTo>
                    <a:pt x="835850" y="2328386"/>
                  </a:lnTo>
                  <a:lnTo>
                    <a:pt x="834994" y="2328386"/>
                  </a:lnTo>
                  <a:lnTo>
                    <a:pt x="834139" y="2328386"/>
                  </a:lnTo>
                  <a:lnTo>
                    <a:pt x="833283" y="2328386"/>
                  </a:lnTo>
                  <a:lnTo>
                    <a:pt x="832427" y="2328386"/>
                  </a:lnTo>
                  <a:lnTo>
                    <a:pt x="831572" y="2328386"/>
                  </a:lnTo>
                  <a:lnTo>
                    <a:pt x="830716" y="2328386"/>
                  </a:lnTo>
                  <a:lnTo>
                    <a:pt x="829861" y="2328386"/>
                  </a:lnTo>
                  <a:lnTo>
                    <a:pt x="829005" y="2328386"/>
                  </a:lnTo>
                  <a:lnTo>
                    <a:pt x="828150" y="2328386"/>
                  </a:lnTo>
                  <a:lnTo>
                    <a:pt x="827294" y="2328386"/>
                  </a:lnTo>
                  <a:lnTo>
                    <a:pt x="826439" y="2328386"/>
                  </a:lnTo>
                  <a:lnTo>
                    <a:pt x="825583" y="2328386"/>
                  </a:lnTo>
                  <a:lnTo>
                    <a:pt x="824728" y="2328386"/>
                  </a:lnTo>
                  <a:lnTo>
                    <a:pt x="823872" y="2328386"/>
                  </a:lnTo>
                  <a:lnTo>
                    <a:pt x="823017" y="2328386"/>
                  </a:lnTo>
                  <a:lnTo>
                    <a:pt x="822161" y="2328386"/>
                  </a:lnTo>
                  <a:lnTo>
                    <a:pt x="821306" y="2328386"/>
                  </a:lnTo>
                  <a:lnTo>
                    <a:pt x="820450" y="2328386"/>
                  </a:lnTo>
                  <a:lnTo>
                    <a:pt x="819595" y="2328386"/>
                  </a:lnTo>
                  <a:lnTo>
                    <a:pt x="818739" y="2328386"/>
                  </a:lnTo>
                  <a:lnTo>
                    <a:pt x="817884" y="2328386"/>
                  </a:lnTo>
                  <a:lnTo>
                    <a:pt x="817028" y="2328386"/>
                  </a:lnTo>
                  <a:lnTo>
                    <a:pt x="816172" y="2328386"/>
                  </a:lnTo>
                  <a:lnTo>
                    <a:pt x="815317" y="2328386"/>
                  </a:lnTo>
                  <a:lnTo>
                    <a:pt x="814461" y="2328386"/>
                  </a:lnTo>
                  <a:lnTo>
                    <a:pt x="813606" y="2328386"/>
                  </a:lnTo>
                  <a:lnTo>
                    <a:pt x="812750" y="2328386"/>
                  </a:lnTo>
                  <a:lnTo>
                    <a:pt x="811895" y="2328386"/>
                  </a:lnTo>
                  <a:lnTo>
                    <a:pt x="811039" y="2328386"/>
                  </a:lnTo>
                  <a:lnTo>
                    <a:pt x="810184" y="2328386"/>
                  </a:lnTo>
                  <a:lnTo>
                    <a:pt x="809328" y="2328386"/>
                  </a:lnTo>
                  <a:lnTo>
                    <a:pt x="808473" y="2328386"/>
                  </a:lnTo>
                  <a:lnTo>
                    <a:pt x="807617" y="2328386"/>
                  </a:lnTo>
                  <a:lnTo>
                    <a:pt x="806762" y="2328386"/>
                  </a:lnTo>
                  <a:lnTo>
                    <a:pt x="805906" y="2328386"/>
                  </a:lnTo>
                  <a:lnTo>
                    <a:pt x="805051" y="2328386"/>
                  </a:lnTo>
                  <a:lnTo>
                    <a:pt x="804195" y="2328386"/>
                  </a:lnTo>
                  <a:lnTo>
                    <a:pt x="803340" y="2328386"/>
                  </a:lnTo>
                  <a:lnTo>
                    <a:pt x="802484" y="2328386"/>
                  </a:lnTo>
                  <a:lnTo>
                    <a:pt x="801628" y="2328386"/>
                  </a:lnTo>
                  <a:lnTo>
                    <a:pt x="800773" y="2328386"/>
                  </a:lnTo>
                  <a:lnTo>
                    <a:pt x="799917" y="2328386"/>
                  </a:lnTo>
                  <a:lnTo>
                    <a:pt x="799062" y="2328386"/>
                  </a:lnTo>
                  <a:lnTo>
                    <a:pt x="798206" y="2328386"/>
                  </a:lnTo>
                  <a:lnTo>
                    <a:pt x="797351" y="2328386"/>
                  </a:lnTo>
                  <a:lnTo>
                    <a:pt x="796495" y="2328386"/>
                  </a:lnTo>
                  <a:lnTo>
                    <a:pt x="795640" y="2328386"/>
                  </a:lnTo>
                  <a:lnTo>
                    <a:pt x="794784" y="2328386"/>
                  </a:lnTo>
                  <a:lnTo>
                    <a:pt x="793929" y="2328386"/>
                  </a:lnTo>
                  <a:lnTo>
                    <a:pt x="793073" y="2328386"/>
                  </a:lnTo>
                  <a:lnTo>
                    <a:pt x="792218" y="2328386"/>
                  </a:lnTo>
                  <a:lnTo>
                    <a:pt x="791362" y="2328386"/>
                  </a:lnTo>
                  <a:lnTo>
                    <a:pt x="790507" y="2328386"/>
                  </a:lnTo>
                  <a:lnTo>
                    <a:pt x="789651" y="2328386"/>
                  </a:lnTo>
                  <a:lnTo>
                    <a:pt x="788796" y="2328386"/>
                  </a:lnTo>
                  <a:lnTo>
                    <a:pt x="787940" y="2328386"/>
                  </a:lnTo>
                  <a:lnTo>
                    <a:pt x="787085" y="2328386"/>
                  </a:lnTo>
                  <a:lnTo>
                    <a:pt x="786229" y="2328386"/>
                  </a:lnTo>
                  <a:lnTo>
                    <a:pt x="785373" y="2328386"/>
                  </a:lnTo>
                  <a:lnTo>
                    <a:pt x="784518" y="2328386"/>
                  </a:lnTo>
                  <a:lnTo>
                    <a:pt x="783662" y="2328386"/>
                  </a:lnTo>
                  <a:lnTo>
                    <a:pt x="782807" y="2328386"/>
                  </a:lnTo>
                  <a:lnTo>
                    <a:pt x="781951" y="2328386"/>
                  </a:lnTo>
                  <a:lnTo>
                    <a:pt x="781096" y="2328386"/>
                  </a:lnTo>
                  <a:lnTo>
                    <a:pt x="780240" y="2328386"/>
                  </a:lnTo>
                  <a:lnTo>
                    <a:pt x="779385" y="2328386"/>
                  </a:lnTo>
                  <a:lnTo>
                    <a:pt x="778529" y="2328386"/>
                  </a:lnTo>
                  <a:lnTo>
                    <a:pt x="777674" y="2328386"/>
                  </a:lnTo>
                  <a:lnTo>
                    <a:pt x="776818" y="2328386"/>
                  </a:lnTo>
                  <a:lnTo>
                    <a:pt x="775963" y="2328386"/>
                  </a:lnTo>
                  <a:lnTo>
                    <a:pt x="775107" y="2328386"/>
                  </a:lnTo>
                  <a:lnTo>
                    <a:pt x="774252" y="2328386"/>
                  </a:lnTo>
                  <a:lnTo>
                    <a:pt x="773396" y="2328386"/>
                  </a:lnTo>
                  <a:lnTo>
                    <a:pt x="772541" y="2328386"/>
                  </a:lnTo>
                  <a:lnTo>
                    <a:pt x="771685" y="2328386"/>
                  </a:lnTo>
                  <a:lnTo>
                    <a:pt x="770830" y="2328386"/>
                  </a:lnTo>
                  <a:lnTo>
                    <a:pt x="769974" y="2328386"/>
                  </a:lnTo>
                  <a:lnTo>
                    <a:pt x="769118" y="2328386"/>
                  </a:lnTo>
                  <a:lnTo>
                    <a:pt x="768263" y="2328386"/>
                  </a:lnTo>
                  <a:lnTo>
                    <a:pt x="767407" y="2328386"/>
                  </a:lnTo>
                  <a:lnTo>
                    <a:pt x="766552" y="2328386"/>
                  </a:lnTo>
                  <a:lnTo>
                    <a:pt x="765696" y="2328386"/>
                  </a:lnTo>
                  <a:lnTo>
                    <a:pt x="764841" y="2328386"/>
                  </a:lnTo>
                  <a:lnTo>
                    <a:pt x="763985" y="2328386"/>
                  </a:lnTo>
                  <a:lnTo>
                    <a:pt x="763130" y="2328386"/>
                  </a:lnTo>
                  <a:lnTo>
                    <a:pt x="762274" y="2328386"/>
                  </a:lnTo>
                  <a:lnTo>
                    <a:pt x="761419" y="2328386"/>
                  </a:lnTo>
                  <a:lnTo>
                    <a:pt x="760563" y="2328386"/>
                  </a:lnTo>
                  <a:lnTo>
                    <a:pt x="759708" y="2328386"/>
                  </a:lnTo>
                  <a:lnTo>
                    <a:pt x="758852" y="2328386"/>
                  </a:lnTo>
                  <a:lnTo>
                    <a:pt x="757997" y="2328386"/>
                  </a:lnTo>
                  <a:lnTo>
                    <a:pt x="757141" y="2328386"/>
                  </a:lnTo>
                  <a:lnTo>
                    <a:pt x="756286" y="2328386"/>
                  </a:lnTo>
                  <a:lnTo>
                    <a:pt x="755430" y="2328386"/>
                  </a:lnTo>
                  <a:lnTo>
                    <a:pt x="754574" y="2328386"/>
                  </a:lnTo>
                  <a:lnTo>
                    <a:pt x="753719" y="2328386"/>
                  </a:lnTo>
                  <a:lnTo>
                    <a:pt x="752863" y="2328386"/>
                  </a:lnTo>
                  <a:lnTo>
                    <a:pt x="752008" y="2328386"/>
                  </a:lnTo>
                  <a:lnTo>
                    <a:pt x="751152" y="2328386"/>
                  </a:lnTo>
                  <a:lnTo>
                    <a:pt x="750297" y="2328386"/>
                  </a:lnTo>
                  <a:lnTo>
                    <a:pt x="749441" y="2328386"/>
                  </a:lnTo>
                  <a:lnTo>
                    <a:pt x="748586" y="2328386"/>
                  </a:lnTo>
                  <a:lnTo>
                    <a:pt x="747730" y="2328386"/>
                  </a:lnTo>
                  <a:lnTo>
                    <a:pt x="746875" y="2328386"/>
                  </a:lnTo>
                  <a:lnTo>
                    <a:pt x="746019" y="2328386"/>
                  </a:lnTo>
                  <a:lnTo>
                    <a:pt x="745164" y="2328386"/>
                  </a:lnTo>
                  <a:lnTo>
                    <a:pt x="744308" y="2328386"/>
                  </a:lnTo>
                  <a:lnTo>
                    <a:pt x="743453" y="2328386"/>
                  </a:lnTo>
                  <a:lnTo>
                    <a:pt x="742597" y="2328386"/>
                  </a:lnTo>
                  <a:lnTo>
                    <a:pt x="741742" y="2328386"/>
                  </a:lnTo>
                  <a:lnTo>
                    <a:pt x="740886" y="2328386"/>
                  </a:lnTo>
                  <a:lnTo>
                    <a:pt x="740031" y="2328386"/>
                  </a:lnTo>
                  <a:lnTo>
                    <a:pt x="739175" y="2328386"/>
                  </a:lnTo>
                  <a:lnTo>
                    <a:pt x="738319" y="2328386"/>
                  </a:lnTo>
                  <a:lnTo>
                    <a:pt x="737464" y="2328386"/>
                  </a:lnTo>
                  <a:lnTo>
                    <a:pt x="736608" y="2328386"/>
                  </a:lnTo>
                  <a:lnTo>
                    <a:pt x="735753" y="2328386"/>
                  </a:lnTo>
                  <a:lnTo>
                    <a:pt x="734897" y="2328386"/>
                  </a:lnTo>
                  <a:lnTo>
                    <a:pt x="734042" y="2328386"/>
                  </a:lnTo>
                  <a:lnTo>
                    <a:pt x="733186" y="2328386"/>
                  </a:lnTo>
                  <a:lnTo>
                    <a:pt x="732331" y="2328386"/>
                  </a:lnTo>
                  <a:lnTo>
                    <a:pt x="731475" y="2328386"/>
                  </a:lnTo>
                  <a:lnTo>
                    <a:pt x="730620" y="2328386"/>
                  </a:lnTo>
                  <a:lnTo>
                    <a:pt x="729764" y="2328386"/>
                  </a:lnTo>
                  <a:lnTo>
                    <a:pt x="728909" y="2328386"/>
                  </a:lnTo>
                  <a:lnTo>
                    <a:pt x="728053" y="2328386"/>
                  </a:lnTo>
                  <a:lnTo>
                    <a:pt x="727198" y="2328386"/>
                  </a:lnTo>
                  <a:lnTo>
                    <a:pt x="726342" y="2328386"/>
                  </a:lnTo>
                  <a:lnTo>
                    <a:pt x="725487" y="2328386"/>
                  </a:lnTo>
                  <a:lnTo>
                    <a:pt x="724631" y="2328386"/>
                  </a:lnTo>
                  <a:lnTo>
                    <a:pt x="723776" y="2328386"/>
                  </a:lnTo>
                  <a:lnTo>
                    <a:pt x="722920" y="2328386"/>
                  </a:lnTo>
                  <a:lnTo>
                    <a:pt x="722064" y="2328386"/>
                  </a:lnTo>
                  <a:lnTo>
                    <a:pt x="721209" y="2328386"/>
                  </a:lnTo>
                  <a:lnTo>
                    <a:pt x="720353" y="2328386"/>
                  </a:lnTo>
                  <a:lnTo>
                    <a:pt x="719498" y="2328386"/>
                  </a:lnTo>
                  <a:lnTo>
                    <a:pt x="718642" y="2328386"/>
                  </a:lnTo>
                  <a:lnTo>
                    <a:pt x="717787" y="2328386"/>
                  </a:lnTo>
                  <a:lnTo>
                    <a:pt x="716931" y="2328386"/>
                  </a:lnTo>
                  <a:lnTo>
                    <a:pt x="716076" y="2328386"/>
                  </a:lnTo>
                  <a:lnTo>
                    <a:pt x="715220" y="2328386"/>
                  </a:lnTo>
                  <a:lnTo>
                    <a:pt x="714365" y="2328386"/>
                  </a:lnTo>
                  <a:lnTo>
                    <a:pt x="713509" y="2328386"/>
                  </a:lnTo>
                  <a:lnTo>
                    <a:pt x="712654" y="2328386"/>
                  </a:lnTo>
                  <a:lnTo>
                    <a:pt x="711798" y="2328386"/>
                  </a:lnTo>
                  <a:lnTo>
                    <a:pt x="710943" y="2328386"/>
                  </a:lnTo>
                  <a:lnTo>
                    <a:pt x="710087" y="2328386"/>
                  </a:lnTo>
                  <a:lnTo>
                    <a:pt x="709232" y="2328386"/>
                  </a:lnTo>
                  <a:lnTo>
                    <a:pt x="708376" y="2328386"/>
                  </a:lnTo>
                  <a:lnTo>
                    <a:pt x="707520" y="2328386"/>
                  </a:lnTo>
                  <a:lnTo>
                    <a:pt x="706665" y="2328386"/>
                  </a:lnTo>
                  <a:lnTo>
                    <a:pt x="705809" y="2328386"/>
                  </a:lnTo>
                  <a:lnTo>
                    <a:pt x="704954" y="2328386"/>
                  </a:lnTo>
                  <a:lnTo>
                    <a:pt x="704098" y="2328386"/>
                  </a:lnTo>
                  <a:lnTo>
                    <a:pt x="703243" y="2328386"/>
                  </a:lnTo>
                  <a:lnTo>
                    <a:pt x="702387" y="2328386"/>
                  </a:lnTo>
                  <a:lnTo>
                    <a:pt x="701532" y="2328386"/>
                  </a:lnTo>
                  <a:lnTo>
                    <a:pt x="700676" y="2328386"/>
                  </a:lnTo>
                  <a:lnTo>
                    <a:pt x="699821" y="2328386"/>
                  </a:lnTo>
                  <a:lnTo>
                    <a:pt x="698965" y="2328386"/>
                  </a:lnTo>
                  <a:lnTo>
                    <a:pt x="698110" y="2328386"/>
                  </a:lnTo>
                  <a:lnTo>
                    <a:pt x="697254" y="2328386"/>
                  </a:lnTo>
                  <a:lnTo>
                    <a:pt x="696399" y="2328386"/>
                  </a:lnTo>
                  <a:lnTo>
                    <a:pt x="695543" y="2328386"/>
                  </a:lnTo>
                  <a:lnTo>
                    <a:pt x="694688" y="2328386"/>
                  </a:lnTo>
                  <a:lnTo>
                    <a:pt x="693832" y="2328386"/>
                  </a:lnTo>
                  <a:lnTo>
                    <a:pt x="692977" y="2328386"/>
                  </a:lnTo>
                  <a:lnTo>
                    <a:pt x="692121" y="2328386"/>
                  </a:lnTo>
                  <a:lnTo>
                    <a:pt x="691265" y="2328386"/>
                  </a:lnTo>
                  <a:lnTo>
                    <a:pt x="690410" y="2328386"/>
                  </a:lnTo>
                  <a:lnTo>
                    <a:pt x="689554" y="2328386"/>
                  </a:lnTo>
                  <a:lnTo>
                    <a:pt x="688699" y="2328386"/>
                  </a:lnTo>
                  <a:lnTo>
                    <a:pt x="687843" y="2328386"/>
                  </a:lnTo>
                  <a:lnTo>
                    <a:pt x="686988" y="2328386"/>
                  </a:lnTo>
                  <a:lnTo>
                    <a:pt x="686132" y="2328386"/>
                  </a:lnTo>
                  <a:lnTo>
                    <a:pt x="685277" y="2328386"/>
                  </a:lnTo>
                  <a:lnTo>
                    <a:pt x="684421" y="2328386"/>
                  </a:lnTo>
                  <a:lnTo>
                    <a:pt x="683566" y="2328386"/>
                  </a:lnTo>
                  <a:lnTo>
                    <a:pt x="682710" y="2328386"/>
                  </a:lnTo>
                  <a:lnTo>
                    <a:pt x="681855" y="2328386"/>
                  </a:lnTo>
                  <a:lnTo>
                    <a:pt x="680999" y="2328386"/>
                  </a:lnTo>
                  <a:lnTo>
                    <a:pt x="680144" y="2328386"/>
                  </a:lnTo>
                  <a:lnTo>
                    <a:pt x="679288" y="2328386"/>
                  </a:lnTo>
                  <a:lnTo>
                    <a:pt x="678433" y="2328386"/>
                  </a:lnTo>
                  <a:lnTo>
                    <a:pt x="677577" y="2328386"/>
                  </a:lnTo>
                  <a:lnTo>
                    <a:pt x="676722" y="2328386"/>
                  </a:lnTo>
                  <a:lnTo>
                    <a:pt x="675866" y="2328386"/>
                  </a:lnTo>
                  <a:lnTo>
                    <a:pt x="675010" y="2328386"/>
                  </a:lnTo>
                  <a:lnTo>
                    <a:pt x="674155" y="2328386"/>
                  </a:lnTo>
                  <a:lnTo>
                    <a:pt x="673299" y="2328386"/>
                  </a:lnTo>
                  <a:lnTo>
                    <a:pt x="672444" y="2328386"/>
                  </a:lnTo>
                  <a:lnTo>
                    <a:pt x="671588" y="2328386"/>
                  </a:lnTo>
                  <a:lnTo>
                    <a:pt x="670733" y="2328386"/>
                  </a:lnTo>
                  <a:lnTo>
                    <a:pt x="669877" y="2328386"/>
                  </a:lnTo>
                  <a:lnTo>
                    <a:pt x="669022" y="2328386"/>
                  </a:lnTo>
                  <a:lnTo>
                    <a:pt x="668166" y="2328386"/>
                  </a:lnTo>
                  <a:lnTo>
                    <a:pt x="667311" y="2328386"/>
                  </a:lnTo>
                  <a:lnTo>
                    <a:pt x="666455" y="2328386"/>
                  </a:lnTo>
                  <a:lnTo>
                    <a:pt x="665600" y="2328386"/>
                  </a:lnTo>
                  <a:lnTo>
                    <a:pt x="664744" y="2328386"/>
                  </a:lnTo>
                  <a:lnTo>
                    <a:pt x="663889" y="2328386"/>
                  </a:lnTo>
                  <a:lnTo>
                    <a:pt x="663033" y="2328386"/>
                  </a:lnTo>
                  <a:lnTo>
                    <a:pt x="662178" y="2328386"/>
                  </a:lnTo>
                  <a:lnTo>
                    <a:pt x="661322" y="2328386"/>
                  </a:lnTo>
                  <a:lnTo>
                    <a:pt x="660467" y="2328386"/>
                  </a:lnTo>
                  <a:lnTo>
                    <a:pt x="659611" y="2328386"/>
                  </a:lnTo>
                  <a:lnTo>
                    <a:pt x="658755" y="2328386"/>
                  </a:lnTo>
                  <a:lnTo>
                    <a:pt x="657900" y="2328386"/>
                  </a:lnTo>
                  <a:lnTo>
                    <a:pt x="657044" y="2328386"/>
                  </a:lnTo>
                  <a:lnTo>
                    <a:pt x="656189" y="2328386"/>
                  </a:lnTo>
                  <a:lnTo>
                    <a:pt x="655333" y="2328386"/>
                  </a:lnTo>
                  <a:lnTo>
                    <a:pt x="654478" y="2328386"/>
                  </a:lnTo>
                  <a:lnTo>
                    <a:pt x="653622" y="2328386"/>
                  </a:lnTo>
                  <a:lnTo>
                    <a:pt x="652767" y="2328386"/>
                  </a:lnTo>
                  <a:lnTo>
                    <a:pt x="651911" y="2328386"/>
                  </a:lnTo>
                  <a:lnTo>
                    <a:pt x="651056" y="2328386"/>
                  </a:lnTo>
                  <a:lnTo>
                    <a:pt x="650200" y="2328386"/>
                  </a:lnTo>
                  <a:lnTo>
                    <a:pt x="649345" y="2328386"/>
                  </a:lnTo>
                  <a:lnTo>
                    <a:pt x="648489" y="2328386"/>
                  </a:lnTo>
                  <a:lnTo>
                    <a:pt x="647634" y="2328386"/>
                  </a:lnTo>
                  <a:lnTo>
                    <a:pt x="646778" y="2328386"/>
                  </a:lnTo>
                  <a:lnTo>
                    <a:pt x="645923" y="2328386"/>
                  </a:lnTo>
                  <a:lnTo>
                    <a:pt x="645067" y="2328386"/>
                  </a:lnTo>
                  <a:lnTo>
                    <a:pt x="644211" y="2328386"/>
                  </a:lnTo>
                  <a:lnTo>
                    <a:pt x="643356" y="2328386"/>
                  </a:lnTo>
                  <a:lnTo>
                    <a:pt x="642500" y="2328386"/>
                  </a:lnTo>
                  <a:lnTo>
                    <a:pt x="641645" y="2328386"/>
                  </a:lnTo>
                  <a:lnTo>
                    <a:pt x="640789" y="2328386"/>
                  </a:lnTo>
                  <a:lnTo>
                    <a:pt x="639934" y="2328386"/>
                  </a:lnTo>
                  <a:lnTo>
                    <a:pt x="639078" y="2328386"/>
                  </a:lnTo>
                  <a:lnTo>
                    <a:pt x="638223" y="2328386"/>
                  </a:lnTo>
                  <a:lnTo>
                    <a:pt x="637367" y="2328386"/>
                  </a:lnTo>
                  <a:lnTo>
                    <a:pt x="636512" y="2328386"/>
                  </a:lnTo>
                  <a:lnTo>
                    <a:pt x="635656" y="2328386"/>
                  </a:lnTo>
                  <a:lnTo>
                    <a:pt x="634801" y="2328386"/>
                  </a:lnTo>
                  <a:lnTo>
                    <a:pt x="633945" y="2328386"/>
                  </a:lnTo>
                  <a:lnTo>
                    <a:pt x="633090" y="2328386"/>
                  </a:lnTo>
                  <a:lnTo>
                    <a:pt x="632234" y="2328386"/>
                  </a:lnTo>
                  <a:lnTo>
                    <a:pt x="631379" y="2328386"/>
                  </a:lnTo>
                  <a:lnTo>
                    <a:pt x="630523" y="2328386"/>
                  </a:lnTo>
                  <a:lnTo>
                    <a:pt x="629668" y="2328386"/>
                  </a:lnTo>
                  <a:lnTo>
                    <a:pt x="628812" y="2328386"/>
                  </a:lnTo>
                  <a:lnTo>
                    <a:pt x="627956" y="2328386"/>
                  </a:lnTo>
                  <a:lnTo>
                    <a:pt x="627101" y="2328386"/>
                  </a:lnTo>
                  <a:lnTo>
                    <a:pt x="626245" y="2328386"/>
                  </a:lnTo>
                  <a:lnTo>
                    <a:pt x="625390" y="2328386"/>
                  </a:lnTo>
                  <a:lnTo>
                    <a:pt x="624534" y="2328386"/>
                  </a:lnTo>
                  <a:lnTo>
                    <a:pt x="623679" y="2328386"/>
                  </a:lnTo>
                  <a:lnTo>
                    <a:pt x="622823" y="2328386"/>
                  </a:lnTo>
                  <a:lnTo>
                    <a:pt x="621968" y="2328386"/>
                  </a:lnTo>
                  <a:lnTo>
                    <a:pt x="621112" y="2328386"/>
                  </a:lnTo>
                  <a:lnTo>
                    <a:pt x="620257" y="2328386"/>
                  </a:lnTo>
                  <a:lnTo>
                    <a:pt x="619401" y="2328386"/>
                  </a:lnTo>
                  <a:lnTo>
                    <a:pt x="618546" y="2328386"/>
                  </a:lnTo>
                  <a:lnTo>
                    <a:pt x="617690" y="2328386"/>
                  </a:lnTo>
                  <a:lnTo>
                    <a:pt x="616835" y="2328386"/>
                  </a:lnTo>
                  <a:lnTo>
                    <a:pt x="615979" y="2328386"/>
                  </a:lnTo>
                  <a:lnTo>
                    <a:pt x="615124" y="2328386"/>
                  </a:lnTo>
                  <a:lnTo>
                    <a:pt x="614268" y="2328386"/>
                  </a:lnTo>
                  <a:lnTo>
                    <a:pt x="613413" y="2328386"/>
                  </a:lnTo>
                  <a:lnTo>
                    <a:pt x="612557" y="2328386"/>
                  </a:lnTo>
                  <a:lnTo>
                    <a:pt x="611701" y="2328386"/>
                  </a:lnTo>
                  <a:lnTo>
                    <a:pt x="610846" y="2328386"/>
                  </a:lnTo>
                  <a:lnTo>
                    <a:pt x="609990" y="2328386"/>
                  </a:lnTo>
                  <a:lnTo>
                    <a:pt x="609135" y="2328386"/>
                  </a:lnTo>
                  <a:lnTo>
                    <a:pt x="608279" y="2328386"/>
                  </a:lnTo>
                  <a:lnTo>
                    <a:pt x="607424" y="2328386"/>
                  </a:lnTo>
                  <a:lnTo>
                    <a:pt x="606568" y="2328386"/>
                  </a:lnTo>
                  <a:lnTo>
                    <a:pt x="605713" y="2328386"/>
                  </a:lnTo>
                  <a:lnTo>
                    <a:pt x="604857" y="2328386"/>
                  </a:lnTo>
                  <a:lnTo>
                    <a:pt x="604002" y="2328386"/>
                  </a:lnTo>
                  <a:lnTo>
                    <a:pt x="603146" y="2328386"/>
                  </a:lnTo>
                  <a:lnTo>
                    <a:pt x="602291" y="2328386"/>
                  </a:lnTo>
                  <a:lnTo>
                    <a:pt x="601435" y="2328386"/>
                  </a:lnTo>
                  <a:lnTo>
                    <a:pt x="600580" y="2328386"/>
                  </a:lnTo>
                  <a:lnTo>
                    <a:pt x="599724" y="2328386"/>
                  </a:lnTo>
                  <a:lnTo>
                    <a:pt x="598869" y="2328386"/>
                  </a:lnTo>
                  <a:lnTo>
                    <a:pt x="598013" y="2328386"/>
                  </a:lnTo>
                  <a:lnTo>
                    <a:pt x="597157" y="2328386"/>
                  </a:lnTo>
                  <a:lnTo>
                    <a:pt x="596302" y="2328386"/>
                  </a:lnTo>
                  <a:lnTo>
                    <a:pt x="595446" y="2328386"/>
                  </a:lnTo>
                  <a:lnTo>
                    <a:pt x="594591" y="2328386"/>
                  </a:lnTo>
                  <a:lnTo>
                    <a:pt x="593735" y="2328386"/>
                  </a:lnTo>
                  <a:lnTo>
                    <a:pt x="592880" y="2328386"/>
                  </a:lnTo>
                  <a:lnTo>
                    <a:pt x="592024" y="2328386"/>
                  </a:lnTo>
                  <a:lnTo>
                    <a:pt x="591169" y="2328386"/>
                  </a:lnTo>
                  <a:lnTo>
                    <a:pt x="590313" y="2328386"/>
                  </a:lnTo>
                  <a:lnTo>
                    <a:pt x="589458" y="2328386"/>
                  </a:lnTo>
                  <a:lnTo>
                    <a:pt x="588602" y="2328386"/>
                  </a:lnTo>
                  <a:lnTo>
                    <a:pt x="587747" y="2328386"/>
                  </a:lnTo>
                  <a:lnTo>
                    <a:pt x="586891" y="2328386"/>
                  </a:lnTo>
                  <a:lnTo>
                    <a:pt x="586036" y="2328386"/>
                  </a:lnTo>
                  <a:lnTo>
                    <a:pt x="585180" y="2328386"/>
                  </a:lnTo>
                  <a:lnTo>
                    <a:pt x="584325" y="2328386"/>
                  </a:lnTo>
                  <a:lnTo>
                    <a:pt x="583469" y="2328386"/>
                  </a:lnTo>
                  <a:lnTo>
                    <a:pt x="582614" y="2328386"/>
                  </a:lnTo>
                  <a:lnTo>
                    <a:pt x="581758" y="2328386"/>
                  </a:lnTo>
                  <a:lnTo>
                    <a:pt x="580902" y="2328386"/>
                  </a:lnTo>
                  <a:lnTo>
                    <a:pt x="580047" y="2328386"/>
                  </a:lnTo>
                  <a:lnTo>
                    <a:pt x="579191" y="2328386"/>
                  </a:lnTo>
                  <a:lnTo>
                    <a:pt x="578336" y="2328386"/>
                  </a:lnTo>
                  <a:lnTo>
                    <a:pt x="577480" y="2328386"/>
                  </a:lnTo>
                  <a:lnTo>
                    <a:pt x="576625" y="2328386"/>
                  </a:lnTo>
                  <a:lnTo>
                    <a:pt x="575769" y="2328386"/>
                  </a:lnTo>
                  <a:lnTo>
                    <a:pt x="574914" y="2328386"/>
                  </a:lnTo>
                  <a:lnTo>
                    <a:pt x="574058" y="2328386"/>
                  </a:lnTo>
                  <a:lnTo>
                    <a:pt x="573203" y="2328386"/>
                  </a:lnTo>
                  <a:lnTo>
                    <a:pt x="572347" y="2328386"/>
                  </a:lnTo>
                  <a:lnTo>
                    <a:pt x="571492" y="2328386"/>
                  </a:lnTo>
                  <a:lnTo>
                    <a:pt x="570636" y="2328386"/>
                  </a:lnTo>
                  <a:lnTo>
                    <a:pt x="569781" y="2328386"/>
                  </a:lnTo>
                  <a:lnTo>
                    <a:pt x="568925" y="2328386"/>
                  </a:lnTo>
                  <a:lnTo>
                    <a:pt x="568070" y="2328386"/>
                  </a:lnTo>
                  <a:lnTo>
                    <a:pt x="567214" y="2328386"/>
                  </a:lnTo>
                  <a:lnTo>
                    <a:pt x="566359" y="2328386"/>
                  </a:lnTo>
                  <a:lnTo>
                    <a:pt x="565503" y="2328386"/>
                  </a:lnTo>
                  <a:lnTo>
                    <a:pt x="564647" y="2328386"/>
                  </a:lnTo>
                  <a:lnTo>
                    <a:pt x="563792" y="2328386"/>
                  </a:lnTo>
                  <a:lnTo>
                    <a:pt x="562936" y="2328386"/>
                  </a:lnTo>
                  <a:lnTo>
                    <a:pt x="562081" y="2328386"/>
                  </a:lnTo>
                  <a:lnTo>
                    <a:pt x="561225" y="2328386"/>
                  </a:lnTo>
                  <a:lnTo>
                    <a:pt x="560370" y="2328386"/>
                  </a:lnTo>
                  <a:lnTo>
                    <a:pt x="559514" y="2328386"/>
                  </a:lnTo>
                  <a:lnTo>
                    <a:pt x="558659" y="2328386"/>
                  </a:lnTo>
                  <a:lnTo>
                    <a:pt x="557803" y="2328386"/>
                  </a:lnTo>
                  <a:lnTo>
                    <a:pt x="556948" y="2328386"/>
                  </a:lnTo>
                  <a:lnTo>
                    <a:pt x="556092" y="2328386"/>
                  </a:lnTo>
                  <a:lnTo>
                    <a:pt x="555237" y="2328386"/>
                  </a:lnTo>
                  <a:lnTo>
                    <a:pt x="554381" y="2328386"/>
                  </a:lnTo>
                  <a:lnTo>
                    <a:pt x="553526" y="2328386"/>
                  </a:lnTo>
                  <a:lnTo>
                    <a:pt x="552670" y="2328386"/>
                  </a:lnTo>
                  <a:lnTo>
                    <a:pt x="551815" y="2328386"/>
                  </a:lnTo>
                  <a:lnTo>
                    <a:pt x="550959" y="2328386"/>
                  </a:lnTo>
                  <a:lnTo>
                    <a:pt x="550103" y="2328386"/>
                  </a:lnTo>
                  <a:lnTo>
                    <a:pt x="549248" y="2328386"/>
                  </a:lnTo>
                  <a:lnTo>
                    <a:pt x="548392" y="2328386"/>
                  </a:lnTo>
                  <a:lnTo>
                    <a:pt x="547537" y="2328386"/>
                  </a:lnTo>
                  <a:lnTo>
                    <a:pt x="546681" y="2328386"/>
                  </a:lnTo>
                  <a:lnTo>
                    <a:pt x="545826" y="2328386"/>
                  </a:lnTo>
                  <a:lnTo>
                    <a:pt x="544970" y="2328386"/>
                  </a:lnTo>
                  <a:lnTo>
                    <a:pt x="544115" y="2328386"/>
                  </a:lnTo>
                  <a:lnTo>
                    <a:pt x="543259" y="2328386"/>
                  </a:lnTo>
                  <a:lnTo>
                    <a:pt x="542404" y="2328386"/>
                  </a:lnTo>
                  <a:lnTo>
                    <a:pt x="541548" y="2328386"/>
                  </a:lnTo>
                  <a:lnTo>
                    <a:pt x="540693" y="2328386"/>
                  </a:lnTo>
                  <a:lnTo>
                    <a:pt x="539837" y="2328386"/>
                  </a:lnTo>
                  <a:lnTo>
                    <a:pt x="538982" y="2328386"/>
                  </a:lnTo>
                  <a:lnTo>
                    <a:pt x="538126" y="2328386"/>
                  </a:lnTo>
                  <a:lnTo>
                    <a:pt x="537271" y="2328386"/>
                  </a:lnTo>
                  <a:lnTo>
                    <a:pt x="536415" y="2328386"/>
                  </a:lnTo>
                  <a:lnTo>
                    <a:pt x="535560" y="2328386"/>
                  </a:lnTo>
                  <a:lnTo>
                    <a:pt x="534704" y="2328386"/>
                  </a:lnTo>
                  <a:lnTo>
                    <a:pt x="533848" y="2328386"/>
                  </a:lnTo>
                  <a:lnTo>
                    <a:pt x="532993" y="2328386"/>
                  </a:lnTo>
                  <a:lnTo>
                    <a:pt x="532137" y="2328386"/>
                  </a:lnTo>
                  <a:lnTo>
                    <a:pt x="531282" y="2328386"/>
                  </a:lnTo>
                  <a:lnTo>
                    <a:pt x="530426" y="2328386"/>
                  </a:lnTo>
                  <a:lnTo>
                    <a:pt x="529571" y="2328386"/>
                  </a:lnTo>
                  <a:lnTo>
                    <a:pt x="528715" y="2328386"/>
                  </a:lnTo>
                  <a:lnTo>
                    <a:pt x="527860" y="2328386"/>
                  </a:lnTo>
                  <a:lnTo>
                    <a:pt x="527004" y="2328386"/>
                  </a:lnTo>
                  <a:lnTo>
                    <a:pt x="526149" y="2328386"/>
                  </a:lnTo>
                  <a:lnTo>
                    <a:pt x="525293" y="2328386"/>
                  </a:lnTo>
                  <a:lnTo>
                    <a:pt x="524438" y="2328386"/>
                  </a:lnTo>
                  <a:lnTo>
                    <a:pt x="523582" y="2328386"/>
                  </a:lnTo>
                  <a:lnTo>
                    <a:pt x="522727" y="2328386"/>
                  </a:lnTo>
                  <a:lnTo>
                    <a:pt x="521871" y="2328386"/>
                  </a:lnTo>
                  <a:lnTo>
                    <a:pt x="521016" y="2328386"/>
                  </a:lnTo>
                  <a:lnTo>
                    <a:pt x="520160" y="2328386"/>
                  </a:lnTo>
                  <a:lnTo>
                    <a:pt x="519305" y="2328386"/>
                  </a:lnTo>
                  <a:lnTo>
                    <a:pt x="518449" y="2328386"/>
                  </a:lnTo>
                  <a:lnTo>
                    <a:pt x="517593" y="2328386"/>
                  </a:lnTo>
                  <a:lnTo>
                    <a:pt x="516738" y="2328386"/>
                  </a:lnTo>
                  <a:lnTo>
                    <a:pt x="515882" y="2328386"/>
                  </a:lnTo>
                  <a:lnTo>
                    <a:pt x="515027" y="2328386"/>
                  </a:lnTo>
                  <a:lnTo>
                    <a:pt x="514171" y="2328386"/>
                  </a:lnTo>
                  <a:lnTo>
                    <a:pt x="513316" y="2328386"/>
                  </a:lnTo>
                  <a:lnTo>
                    <a:pt x="512460" y="2328386"/>
                  </a:lnTo>
                  <a:lnTo>
                    <a:pt x="511605" y="2328386"/>
                  </a:lnTo>
                  <a:lnTo>
                    <a:pt x="510749" y="2328386"/>
                  </a:lnTo>
                  <a:lnTo>
                    <a:pt x="509894" y="2328386"/>
                  </a:lnTo>
                  <a:lnTo>
                    <a:pt x="509038" y="2328386"/>
                  </a:lnTo>
                  <a:lnTo>
                    <a:pt x="508183" y="2328386"/>
                  </a:lnTo>
                  <a:lnTo>
                    <a:pt x="507327" y="2328386"/>
                  </a:lnTo>
                  <a:lnTo>
                    <a:pt x="506472" y="2328386"/>
                  </a:lnTo>
                  <a:lnTo>
                    <a:pt x="505616" y="2328386"/>
                  </a:lnTo>
                  <a:lnTo>
                    <a:pt x="504761" y="2328386"/>
                  </a:lnTo>
                  <a:lnTo>
                    <a:pt x="503905" y="2328386"/>
                  </a:lnTo>
                  <a:lnTo>
                    <a:pt x="503049" y="2328386"/>
                  </a:lnTo>
                  <a:lnTo>
                    <a:pt x="502194" y="2328386"/>
                  </a:lnTo>
                  <a:lnTo>
                    <a:pt x="501338" y="2328386"/>
                  </a:lnTo>
                  <a:lnTo>
                    <a:pt x="500483" y="2328386"/>
                  </a:lnTo>
                  <a:lnTo>
                    <a:pt x="499627" y="2328386"/>
                  </a:lnTo>
                  <a:lnTo>
                    <a:pt x="498772" y="2328386"/>
                  </a:lnTo>
                  <a:lnTo>
                    <a:pt x="497916" y="2328386"/>
                  </a:lnTo>
                  <a:lnTo>
                    <a:pt x="497061" y="2328386"/>
                  </a:lnTo>
                  <a:lnTo>
                    <a:pt x="496205" y="2328386"/>
                  </a:lnTo>
                  <a:lnTo>
                    <a:pt x="495350" y="2328386"/>
                  </a:lnTo>
                  <a:lnTo>
                    <a:pt x="494494" y="2328386"/>
                  </a:lnTo>
                  <a:lnTo>
                    <a:pt x="493639" y="2328386"/>
                  </a:lnTo>
                  <a:lnTo>
                    <a:pt x="492783" y="2328386"/>
                  </a:lnTo>
                  <a:lnTo>
                    <a:pt x="491928" y="2328386"/>
                  </a:lnTo>
                  <a:lnTo>
                    <a:pt x="491072" y="2328386"/>
                  </a:lnTo>
                  <a:lnTo>
                    <a:pt x="490217" y="2328386"/>
                  </a:lnTo>
                  <a:lnTo>
                    <a:pt x="489361" y="2328386"/>
                  </a:lnTo>
                  <a:lnTo>
                    <a:pt x="488506" y="2328386"/>
                  </a:lnTo>
                  <a:lnTo>
                    <a:pt x="487650" y="2328386"/>
                  </a:lnTo>
                  <a:lnTo>
                    <a:pt x="486794" y="2328386"/>
                  </a:lnTo>
                  <a:lnTo>
                    <a:pt x="485939" y="2328386"/>
                  </a:lnTo>
                  <a:lnTo>
                    <a:pt x="485083" y="2328386"/>
                  </a:lnTo>
                  <a:lnTo>
                    <a:pt x="484228" y="2328386"/>
                  </a:lnTo>
                  <a:lnTo>
                    <a:pt x="483372" y="2328386"/>
                  </a:lnTo>
                  <a:lnTo>
                    <a:pt x="482517" y="2328386"/>
                  </a:lnTo>
                  <a:lnTo>
                    <a:pt x="481661" y="2328386"/>
                  </a:lnTo>
                  <a:lnTo>
                    <a:pt x="480806" y="2328386"/>
                  </a:lnTo>
                  <a:lnTo>
                    <a:pt x="479950" y="2328386"/>
                  </a:lnTo>
                  <a:lnTo>
                    <a:pt x="479095" y="2328386"/>
                  </a:lnTo>
                  <a:lnTo>
                    <a:pt x="478239" y="2328386"/>
                  </a:lnTo>
                  <a:lnTo>
                    <a:pt x="477384" y="2328386"/>
                  </a:lnTo>
                  <a:lnTo>
                    <a:pt x="476528" y="2328386"/>
                  </a:lnTo>
                  <a:lnTo>
                    <a:pt x="475673" y="2328386"/>
                  </a:lnTo>
                  <a:lnTo>
                    <a:pt x="474817" y="2328386"/>
                  </a:lnTo>
                  <a:lnTo>
                    <a:pt x="473962" y="2328386"/>
                  </a:lnTo>
                  <a:lnTo>
                    <a:pt x="473106" y="2328386"/>
                  </a:lnTo>
                  <a:lnTo>
                    <a:pt x="472251" y="2328386"/>
                  </a:lnTo>
                  <a:lnTo>
                    <a:pt x="471395" y="2328386"/>
                  </a:lnTo>
                  <a:lnTo>
                    <a:pt x="470539" y="2328386"/>
                  </a:lnTo>
                  <a:lnTo>
                    <a:pt x="469684" y="2328386"/>
                  </a:lnTo>
                  <a:lnTo>
                    <a:pt x="468828" y="2328386"/>
                  </a:lnTo>
                  <a:lnTo>
                    <a:pt x="467973" y="2328386"/>
                  </a:lnTo>
                  <a:lnTo>
                    <a:pt x="467117" y="2328386"/>
                  </a:lnTo>
                  <a:lnTo>
                    <a:pt x="466262" y="2328386"/>
                  </a:lnTo>
                  <a:lnTo>
                    <a:pt x="465406" y="2328386"/>
                  </a:lnTo>
                  <a:lnTo>
                    <a:pt x="464551" y="2328386"/>
                  </a:lnTo>
                  <a:lnTo>
                    <a:pt x="463695" y="2328386"/>
                  </a:lnTo>
                  <a:lnTo>
                    <a:pt x="462840" y="2328386"/>
                  </a:lnTo>
                  <a:lnTo>
                    <a:pt x="461984" y="2328386"/>
                  </a:lnTo>
                  <a:lnTo>
                    <a:pt x="461129" y="2328386"/>
                  </a:lnTo>
                  <a:lnTo>
                    <a:pt x="460273" y="2328386"/>
                  </a:lnTo>
                  <a:lnTo>
                    <a:pt x="459418" y="2328386"/>
                  </a:lnTo>
                  <a:lnTo>
                    <a:pt x="458562" y="2328386"/>
                  </a:lnTo>
                  <a:lnTo>
                    <a:pt x="457707" y="2328386"/>
                  </a:lnTo>
                  <a:lnTo>
                    <a:pt x="456851" y="2328386"/>
                  </a:lnTo>
                  <a:lnTo>
                    <a:pt x="455995" y="2328386"/>
                  </a:lnTo>
                  <a:lnTo>
                    <a:pt x="455140" y="2328386"/>
                  </a:lnTo>
                  <a:lnTo>
                    <a:pt x="454284" y="2328386"/>
                  </a:lnTo>
                  <a:lnTo>
                    <a:pt x="453429" y="2328386"/>
                  </a:lnTo>
                  <a:lnTo>
                    <a:pt x="452573" y="2328386"/>
                  </a:lnTo>
                  <a:lnTo>
                    <a:pt x="451718" y="2328386"/>
                  </a:lnTo>
                  <a:lnTo>
                    <a:pt x="450862" y="2328386"/>
                  </a:lnTo>
                  <a:lnTo>
                    <a:pt x="450007" y="2328386"/>
                  </a:lnTo>
                  <a:lnTo>
                    <a:pt x="449151" y="2328386"/>
                  </a:lnTo>
                  <a:lnTo>
                    <a:pt x="448296" y="2328386"/>
                  </a:lnTo>
                  <a:lnTo>
                    <a:pt x="447440" y="2328386"/>
                  </a:lnTo>
                  <a:lnTo>
                    <a:pt x="446585" y="2328386"/>
                  </a:lnTo>
                  <a:lnTo>
                    <a:pt x="445729" y="2328386"/>
                  </a:lnTo>
                  <a:lnTo>
                    <a:pt x="444874" y="2328386"/>
                  </a:lnTo>
                  <a:lnTo>
                    <a:pt x="444018" y="2328386"/>
                  </a:lnTo>
                  <a:lnTo>
                    <a:pt x="443163" y="2328386"/>
                  </a:lnTo>
                  <a:lnTo>
                    <a:pt x="442307" y="2328386"/>
                  </a:lnTo>
                  <a:lnTo>
                    <a:pt x="441452" y="2328386"/>
                  </a:lnTo>
                  <a:lnTo>
                    <a:pt x="440596" y="2328386"/>
                  </a:lnTo>
                  <a:lnTo>
                    <a:pt x="439740" y="2328386"/>
                  </a:lnTo>
                  <a:lnTo>
                    <a:pt x="438885" y="2328386"/>
                  </a:lnTo>
                  <a:lnTo>
                    <a:pt x="438029" y="2328386"/>
                  </a:lnTo>
                  <a:lnTo>
                    <a:pt x="437174" y="2328386"/>
                  </a:lnTo>
                  <a:lnTo>
                    <a:pt x="436318" y="2328386"/>
                  </a:lnTo>
                  <a:lnTo>
                    <a:pt x="435463" y="2328386"/>
                  </a:lnTo>
                  <a:lnTo>
                    <a:pt x="434607" y="2328386"/>
                  </a:lnTo>
                  <a:lnTo>
                    <a:pt x="433752" y="2328386"/>
                  </a:lnTo>
                  <a:lnTo>
                    <a:pt x="432896" y="2328386"/>
                  </a:lnTo>
                  <a:lnTo>
                    <a:pt x="432041" y="2328386"/>
                  </a:lnTo>
                  <a:lnTo>
                    <a:pt x="431185" y="2328386"/>
                  </a:lnTo>
                  <a:lnTo>
                    <a:pt x="430330" y="2328386"/>
                  </a:lnTo>
                  <a:lnTo>
                    <a:pt x="429474" y="2328386"/>
                  </a:lnTo>
                  <a:lnTo>
                    <a:pt x="428619" y="2328386"/>
                  </a:lnTo>
                  <a:lnTo>
                    <a:pt x="427763" y="2328386"/>
                  </a:lnTo>
                  <a:lnTo>
                    <a:pt x="426908" y="2328386"/>
                  </a:lnTo>
                  <a:lnTo>
                    <a:pt x="426052" y="2328386"/>
                  </a:lnTo>
                  <a:lnTo>
                    <a:pt x="425197" y="2328386"/>
                  </a:lnTo>
                  <a:lnTo>
                    <a:pt x="424341" y="2328386"/>
                  </a:lnTo>
                  <a:lnTo>
                    <a:pt x="423485" y="2328386"/>
                  </a:lnTo>
                  <a:lnTo>
                    <a:pt x="422630" y="2328386"/>
                  </a:lnTo>
                  <a:lnTo>
                    <a:pt x="421774" y="2328386"/>
                  </a:lnTo>
                  <a:lnTo>
                    <a:pt x="420919" y="2328386"/>
                  </a:lnTo>
                  <a:lnTo>
                    <a:pt x="420063" y="2328386"/>
                  </a:lnTo>
                  <a:lnTo>
                    <a:pt x="419208" y="2328386"/>
                  </a:lnTo>
                  <a:lnTo>
                    <a:pt x="418352" y="2328386"/>
                  </a:lnTo>
                  <a:lnTo>
                    <a:pt x="417497" y="2328386"/>
                  </a:lnTo>
                  <a:lnTo>
                    <a:pt x="416641" y="2328386"/>
                  </a:lnTo>
                  <a:lnTo>
                    <a:pt x="415786" y="2328386"/>
                  </a:lnTo>
                  <a:lnTo>
                    <a:pt x="414930" y="2328386"/>
                  </a:lnTo>
                  <a:lnTo>
                    <a:pt x="414075" y="2328386"/>
                  </a:lnTo>
                  <a:lnTo>
                    <a:pt x="413219" y="2328386"/>
                  </a:lnTo>
                  <a:lnTo>
                    <a:pt x="412364" y="2328386"/>
                  </a:lnTo>
                  <a:lnTo>
                    <a:pt x="411508" y="2328386"/>
                  </a:lnTo>
                  <a:lnTo>
                    <a:pt x="410653" y="2328386"/>
                  </a:lnTo>
                  <a:lnTo>
                    <a:pt x="409797" y="2328386"/>
                  </a:lnTo>
                  <a:lnTo>
                    <a:pt x="408942" y="2328386"/>
                  </a:lnTo>
                  <a:lnTo>
                    <a:pt x="408086" y="2328386"/>
                  </a:lnTo>
                  <a:lnTo>
                    <a:pt x="407230" y="2328386"/>
                  </a:lnTo>
                  <a:lnTo>
                    <a:pt x="406375" y="2328386"/>
                  </a:lnTo>
                  <a:lnTo>
                    <a:pt x="405519" y="2328386"/>
                  </a:lnTo>
                  <a:lnTo>
                    <a:pt x="404664" y="2328386"/>
                  </a:lnTo>
                  <a:lnTo>
                    <a:pt x="403808" y="2328386"/>
                  </a:lnTo>
                  <a:lnTo>
                    <a:pt x="402953" y="2328386"/>
                  </a:lnTo>
                  <a:lnTo>
                    <a:pt x="402097" y="2328386"/>
                  </a:lnTo>
                  <a:lnTo>
                    <a:pt x="401242" y="2328386"/>
                  </a:lnTo>
                  <a:lnTo>
                    <a:pt x="400386" y="2328386"/>
                  </a:lnTo>
                  <a:lnTo>
                    <a:pt x="399531" y="2328386"/>
                  </a:lnTo>
                  <a:lnTo>
                    <a:pt x="398675" y="2328386"/>
                  </a:lnTo>
                  <a:lnTo>
                    <a:pt x="397820" y="2328386"/>
                  </a:lnTo>
                  <a:lnTo>
                    <a:pt x="396964" y="2328386"/>
                  </a:lnTo>
                  <a:lnTo>
                    <a:pt x="396109" y="2328386"/>
                  </a:lnTo>
                  <a:lnTo>
                    <a:pt x="395253" y="2328386"/>
                  </a:lnTo>
                  <a:lnTo>
                    <a:pt x="394398" y="2328386"/>
                  </a:lnTo>
                  <a:lnTo>
                    <a:pt x="393542" y="2328386"/>
                  </a:lnTo>
                  <a:lnTo>
                    <a:pt x="392686" y="2328386"/>
                  </a:lnTo>
                  <a:lnTo>
                    <a:pt x="391831" y="2328386"/>
                  </a:lnTo>
                  <a:lnTo>
                    <a:pt x="390975" y="2328386"/>
                  </a:lnTo>
                  <a:lnTo>
                    <a:pt x="390120" y="2328386"/>
                  </a:lnTo>
                  <a:lnTo>
                    <a:pt x="389264" y="2328386"/>
                  </a:lnTo>
                  <a:lnTo>
                    <a:pt x="388409" y="2328386"/>
                  </a:lnTo>
                  <a:lnTo>
                    <a:pt x="387553" y="2328386"/>
                  </a:lnTo>
                  <a:lnTo>
                    <a:pt x="386698" y="2328386"/>
                  </a:lnTo>
                  <a:lnTo>
                    <a:pt x="385842" y="2328386"/>
                  </a:lnTo>
                  <a:lnTo>
                    <a:pt x="384987" y="2328386"/>
                  </a:lnTo>
                  <a:lnTo>
                    <a:pt x="384131" y="2328386"/>
                  </a:lnTo>
                  <a:lnTo>
                    <a:pt x="383276" y="2328386"/>
                  </a:lnTo>
                  <a:lnTo>
                    <a:pt x="382420" y="2328386"/>
                  </a:lnTo>
                  <a:lnTo>
                    <a:pt x="381565" y="2328386"/>
                  </a:lnTo>
                  <a:lnTo>
                    <a:pt x="380709" y="2328386"/>
                  </a:lnTo>
                  <a:lnTo>
                    <a:pt x="379854" y="2328386"/>
                  </a:lnTo>
                  <a:lnTo>
                    <a:pt x="378998" y="2328386"/>
                  </a:lnTo>
                  <a:lnTo>
                    <a:pt x="378143" y="2328386"/>
                  </a:lnTo>
                  <a:lnTo>
                    <a:pt x="377287" y="2328386"/>
                  </a:lnTo>
                  <a:lnTo>
                    <a:pt x="376431" y="2328386"/>
                  </a:lnTo>
                  <a:lnTo>
                    <a:pt x="375576" y="2328386"/>
                  </a:lnTo>
                  <a:lnTo>
                    <a:pt x="374720" y="2328386"/>
                  </a:lnTo>
                  <a:lnTo>
                    <a:pt x="373865" y="2328386"/>
                  </a:lnTo>
                  <a:lnTo>
                    <a:pt x="373009" y="2328386"/>
                  </a:lnTo>
                  <a:lnTo>
                    <a:pt x="372154" y="2328386"/>
                  </a:lnTo>
                  <a:lnTo>
                    <a:pt x="371298" y="2328386"/>
                  </a:lnTo>
                  <a:lnTo>
                    <a:pt x="370443" y="2328386"/>
                  </a:lnTo>
                  <a:lnTo>
                    <a:pt x="369587" y="2328386"/>
                  </a:lnTo>
                  <a:lnTo>
                    <a:pt x="368732" y="2328386"/>
                  </a:lnTo>
                  <a:lnTo>
                    <a:pt x="367876" y="2328386"/>
                  </a:lnTo>
                  <a:lnTo>
                    <a:pt x="367021" y="2328386"/>
                  </a:lnTo>
                  <a:lnTo>
                    <a:pt x="366165" y="2328386"/>
                  </a:lnTo>
                  <a:lnTo>
                    <a:pt x="365310" y="2328386"/>
                  </a:lnTo>
                  <a:lnTo>
                    <a:pt x="364454" y="2328386"/>
                  </a:lnTo>
                  <a:lnTo>
                    <a:pt x="363599" y="2328386"/>
                  </a:lnTo>
                  <a:lnTo>
                    <a:pt x="362743" y="2328386"/>
                  </a:lnTo>
                  <a:lnTo>
                    <a:pt x="361888" y="2328386"/>
                  </a:lnTo>
                  <a:lnTo>
                    <a:pt x="361032" y="2328386"/>
                  </a:lnTo>
                  <a:lnTo>
                    <a:pt x="360176" y="2328386"/>
                  </a:lnTo>
                  <a:lnTo>
                    <a:pt x="359321" y="2328386"/>
                  </a:lnTo>
                  <a:lnTo>
                    <a:pt x="358465" y="2328386"/>
                  </a:lnTo>
                  <a:lnTo>
                    <a:pt x="357610" y="2328386"/>
                  </a:lnTo>
                  <a:lnTo>
                    <a:pt x="356754" y="2328386"/>
                  </a:lnTo>
                  <a:lnTo>
                    <a:pt x="355899" y="2328386"/>
                  </a:lnTo>
                  <a:lnTo>
                    <a:pt x="355043" y="2328386"/>
                  </a:lnTo>
                  <a:lnTo>
                    <a:pt x="354188" y="2328386"/>
                  </a:lnTo>
                  <a:lnTo>
                    <a:pt x="353332" y="2328386"/>
                  </a:lnTo>
                  <a:lnTo>
                    <a:pt x="352477" y="2328386"/>
                  </a:lnTo>
                  <a:lnTo>
                    <a:pt x="351621" y="2328386"/>
                  </a:lnTo>
                  <a:lnTo>
                    <a:pt x="350766" y="2328386"/>
                  </a:lnTo>
                  <a:lnTo>
                    <a:pt x="349910" y="2328386"/>
                  </a:lnTo>
                  <a:lnTo>
                    <a:pt x="349055" y="2328386"/>
                  </a:lnTo>
                  <a:lnTo>
                    <a:pt x="348199" y="2328386"/>
                  </a:lnTo>
                  <a:lnTo>
                    <a:pt x="347344" y="2328386"/>
                  </a:lnTo>
                  <a:lnTo>
                    <a:pt x="346488" y="2328386"/>
                  </a:lnTo>
                  <a:lnTo>
                    <a:pt x="345632" y="2328386"/>
                  </a:lnTo>
                  <a:lnTo>
                    <a:pt x="344777" y="2328386"/>
                  </a:lnTo>
                  <a:lnTo>
                    <a:pt x="343921" y="2328386"/>
                  </a:lnTo>
                  <a:lnTo>
                    <a:pt x="343066" y="2328386"/>
                  </a:lnTo>
                  <a:lnTo>
                    <a:pt x="342210" y="2328386"/>
                  </a:lnTo>
                  <a:lnTo>
                    <a:pt x="341355" y="2328386"/>
                  </a:lnTo>
                  <a:lnTo>
                    <a:pt x="340499" y="2328386"/>
                  </a:lnTo>
                  <a:lnTo>
                    <a:pt x="339644" y="2328386"/>
                  </a:lnTo>
                  <a:lnTo>
                    <a:pt x="338788" y="2328386"/>
                  </a:lnTo>
                  <a:lnTo>
                    <a:pt x="337933" y="2328386"/>
                  </a:lnTo>
                  <a:lnTo>
                    <a:pt x="337077" y="2328386"/>
                  </a:lnTo>
                  <a:lnTo>
                    <a:pt x="336222" y="2328386"/>
                  </a:lnTo>
                  <a:lnTo>
                    <a:pt x="335366" y="2328386"/>
                  </a:lnTo>
                  <a:lnTo>
                    <a:pt x="334511" y="2328386"/>
                  </a:lnTo>
                  <a:lnTo>
                    <a:pt x="333655" y="2328386"/>
                  </a:lnTo>
                  <a:lnTo>
                    <a:pt x="332800" y="2328386"/>
                  </a:lnTo>
                  <a:lnTo>
                    <a:pt x="331944" y="2328386"/>
                  </a:lnTo>
                  <a:lnTo>
                    <a:pt x="331089" y="2328386"/>
                  </a:lnTo>
                  <a:lnTo>
                    <a:pt x="330233" y="2328386"/>
                  </a:lnTo>
                  <a:lnTo>
                    <a:pt x="329377" y="2328386"/>
                  </a:lnTo>
                  <a:lnTo>
                    <a:pt x="328522" y="2328386"/>
                  </a:lnTo>
                  <a:lnTo>
                    <a:pt x="327666" y="2328386"/>
                  </a:lnTo>
                  <a:lnTo>
                    <a:pt x="326811" y="2328386"/>
                  </a:lnTo>
                  <a:lnTo>
                    <a:pt x="325955" y="2328386"/>
                  </a:lnTo>
                  <a:lnTo>
                    <a:pt x="325100" y="2328386"/>
                  </a:lnTo>
                  <a:lnTo>
                    <a:pt x="324244" y="2328386"/>
                  </a:lnTo>
                  <a:lnTo>
                    <a:pt x="323389" y="2328386"/>
                  </a:lnTo>
                  <a:lnTo>
                    <a:pt x="322533" y="2328386"/>
                  </a:lnTo>
                  <a:lnTo>
                    <a:pt x="321678" y="2328386"/>
                  </a:lnTo>
                  <a:lnTo>
                    <a:pt x="320822" y="2328386"/>
                  </a:lnTo>
                  <a:lnTo>
                    <a:pt x="319967" y="2328386"/>
                  </a:lnTo>
                  <a:lnTo>
                    <a:pt x="319111" y="2328386"/>
                  </a:lnTo>
                  <a:lnTo>
                    <a:pt x="318256" y="2328386"/>
                  </a:lnTo>
                  <a:lnTo>
                    <a:pt x="317400" y="2328386"/>
                  </a:lnTo>
                  <a:lnTo>
                    <a:pt x="316545" y="2328386"/>
                  </a:lnTo>
                  <a:lnTo>
                    <a:pt x="315689" y="2328386"/>
                  </a:lnTo>
                  <a:lnTo>
                    <a:pt x="314834" y="2328386"/>
                  </a:lnTo>
                  <a:lnTo>
                    <a:pt x="313978" y="2328386"/>
                  </a:lnTo>
                  <a:lnTo>
                    <a:pt x="313122" y="2328386"/>
                  </a:lnTo>
                  <a:lnTo>
                    <a:pt x="312267" y="2328386"/>
                  </a:lnTo>
                  <a:lnTo>
                    <a:pt x="311411" y="2328386"/>
                  </a:lnTo>
                  <a:lnTo>
                    <a:pt x="310556" y="2328386"/>
                  </a:lnTo>
                  <a:lnTo>
                    <a:pt x="309700" y="2328386"/>
                  </a:lnTo>
                  <a:lnTo>
                    <a:pt x="308845" y="2328386"/>
                  </a:lnTo>
                  <a:lnTo>
                    <a:pt x="307989" y="2328386"/>
                  </a:lnTo>
                  <a:lnTo>
                    <a:pt x="307134" y="2328386"/>
                  </a:lnTo>
                  <a:lnTo>
                    <a:pt x="306278" y="2328386"/>
                  </a:lnTo>
                  <a:lnTo>
                    <a:pt x="305423" y="2328386"/>
                  </a:lnTo>
                  <a:lnTo>
                    <a:pt x="304567" y="2328386"/>
                  </a:lnTo>
                  <a:lnTo>
                    <a:pt x="303712" y="2328386"/>
                  </a:lnTo>
                  <a:lnTo>
                    <a:pt x="302856" y="2328386"/>
                  </a:lnTo>
                  <a:lnTo>
                    <a:pt x="302001" y="2328386"/>
                  </a:lnTo>
                  <a:lnTo>
                    <a:pt x="301145" y="2328386"/>
                  </a:lnTo>
                  <a:lnTo>
                    <a:pt x="300290" y="2328386"/>
                  </a:lnTo>
                  <a:lnTo>
                    <a:pt x="299434" y="2328386"/>
                  </a:lnTo>
                  <a:lnTo>
                    <a:pt x="298578" y="2328386"/>
                  </a:lnTo>
                  <a:lnTo>
                    <a:pt x="297723" y="2328386"/>
                  </a:lnTo>
                  <a:lnTo>
                    <a:pt x="296867" y="2328386"/>
                  </a:lnTo>
                  <a:lnTo>
                    <a:pt x="296012" y="2328386"/>
                  </a:lnTo>
                  <a:lnTo>
                    <a:pt x="295156" y="2328386"/>
                  </a:lnTo>
                  <a:lnTo>
                    <a:pt x="294301" y="2328386"/>
                  </a:lnTo>
                  <a:lnTo>
                    <a:pt x="293445" y="2328386"/>
                  </a:lnTo>
                  <a:lnTo>
                    <a:pt x="292590" y="2328386"/>
                  </a:lnTo>
                  <a:lnTo>
                    <a:pt x="291734" y="2328386"/>
                  </a:lnTo>
                  <a:lnTo>
                    <a:pt x="290879" y="2328386"/>
                  </a:lnTo>
                  <a:lnTo>
                    <a:pt x="290023" y="2328386"/>
                  </a:lnTo>
                  <a:lnTo>
                    <a:pt x="289168" y="2328386"/>
                  </a:lnTo>
                  <a:lnTo>
                    <a:pt x="288312" y="2328386"/>
                  </a:lnTo>
                  <a:lnTo>
                    <a:pt x="287457" y="2328386"/>
                  </a:lnTo>
                  <a:lnTo>
                    <a:pt x="286601" y="2328386"/>
                  </a:lnTo>
                  <a:lnTo>
                    <a:pt x="285746" y="2328386"/>
                  </a:lnTo>
                  <a:lnTo>
                    <a:pt x="284890" y="2328386"/>
                  </a:lnTo>
                  <a:lnTo>
                    <a:pt x="284035" y="2328386"/>
                  </a:lnTo>
                  <a:lnTo>
                    <a:pt x="283179" y="2328386"/>
                  </a:lnTo>
                  <a:lnTo>
                    <a:pt x="282323" y="2328386"/>
                  </a:lnTo>
                  <a:lnTo>
                    <a:pt x="281468" y="2328386"/>
                  </a:lnTo>
                  <a:lnTo>
                    <a:pt x="280612" y="2328386"/>
                  </a:lnTo>
                  <a:lnTo>
                    <a:pt x="279757" y="2328386"/>
                  </a:lnTo>
                  <a:lnTo>
                    <a:pt x="278901" y="2328386"/>
                  </a:lnTo>
                  <a:lnTo>
                    <a:pt x="278046" y="2328386"/>
                  </a:lnTo>
                  <a:lnTo>
                    <a:pt x="277190" y="2328386"/>
                  </a:lnTo>
                  <a:lnTo>
                    <a:pt x="276335" y="2328386"/>
                  </a:lnTo>
                  <a:lnTo>
                    <a:pt x="275479" y="2328386"/>
                  </a:lnTo>
                  <a:lnTo>
                    <a:pt x="274624" y="2328386"/>
                  </a:lnTo>
                  <a:lnTo>
                    <a:pt x="273768" y="2328386"/>
                  </a:lnTo>
                  <a:lnTo>
                    <a:pt x="272913" y="2328386"/>
                  </a:lnTo>
                  <a:lnTo>
                    <a:pt x="272057" y="2328386"/>
                  </a:lnTo>
                  <a:lnTo>
                    <a:pt x="271202" y="2328386"/>
                  </a:lnTo>
                  <a:lnTo>
                    <a:pt x="270346" y="2328386"/>
                  </a:lnTo>
                  <a:lnTo>
                    <a:pt x="269491" y="2328386"/>
                  </a:lnTo>
                  <a:lnTo>
                    <a:pt x="268635" y="2328386"/>
                  </a:lnTo>
                  <a:lnTo>
                    <a:pt x="267780" y="2328386"/>
                  </a:lnTo>
                  <a:lnTo>
                    <a:pt x="266924" y="2328386"/>
                  </a:lnTo>
                  <a:lnTo>
                    <a:pt x="266068" y="2328386"/>
                  </a:lnTo>
                  <a:lnTo>
                    <a:pt x="265213" y="2328386"/>
                  </a:lnTo>
                  <a:lnTo>
                    <a:pt x="264357" y="2328386"/>
                  </a:lnTo>
                  <a:lnTo>
                    <a:pt x="263502" y="2328386"/>
                  </a:lnTo>
                  <a:lnTo>
                    <a:pt x="262646" y="2328386"/>
                  </a:lnTo>
                  <a:lnTo>
                    <a:pt x="261791" y="2328386"/>
                  </a:lnTo>
                  <a:lnTo>
                    <a:pt x="260935" y="2328386"/>
                  </a:lnTo>
                  <a:lnTo>
                    <a:pt x="260080" y="2328386"/>
                  </a:lnTo>
                  <a:lnTo>
                    <a:pt x="259224" y="2328386"/>
                  </a:lnTo>
                  <a:lnTo>
                    <a:pt x="258369" y="2328386"/>
                  </a:lnTo>
                  <a:lnTo>
                    <a:pt x="257513" y="2328386"/>
                  </a:lnTo>
                  <a:lnTo>
                    <a:pt x="256658" y="2328386"/>
                  </a:lnTo>
                  <a:lnTo>
                    <a:pt x="255802" y="2328386"/>
                  </a:lnTo>
                  <a:lnTo>
                    <a:pt x="254947" y="2328386"/>
                  </a:lnTo>
                  <a:lnTo>
                    <a:pt x="254091" y="2328386"/>
                  </a:lnTo>
                  <a:lnTo>
                    <a:pt x="253236" y="2328386"/>
                  </a:lnTo>
                  <a:lnTo>
                    <a:pt x="252380" y="2328386"/>
                  </a:lnTo>
                  <a:lnTo>
                    <a:pt x="251524" y="2328386"/>
                  </a:lnTo>
                  <a:lnTo>
                    <a:pt x="250669" y="2328386"/>
                  </a:lnTo>
                  <a:lnTo>
                    <a:pt x="249813" y="2328386"/>
                  </a:lnTo>
                  <a:lnTo>
                    <a:pt x="248958" y="2328386"/>
                  </a:lnTo>
                  <a:lnTo>
                    <a:pt x="248102" y="2328386"/>
                  </a:lnTo>
                  <a:lnTo>
                    <a:pt x="247247" y="2328386"/>
                  </a:lnTo>
                  <a:lnTo>
                    <a:pt x="246391" y="2328386"/>
                  </a:lnTo>
                  <a:lnTo>
                    <a:pt x="245536" y="2328386"/>
                  </a:lnTo>
                  <a:lnTo>
                    <a:pt x="244680" y="2328386"/>
                  </a:lnTo>
                  <a:lnTo>
                    <a:pt x="243825" y="2328386"/>
                  </a:lnTo>
                  <a:lnTo>
                    <a:pt x="242969" y="2328386"/>
                  </a:lnTo>
                  <a:lnTo>
                    <a:pt x="242114" y="2328386"/>
                  </a:lnTo>
                  <a:lnTo>
                    <a:pt x="241258" y="2328386"/>
                  </a:lnTo>
                  <a:lnTo>
                    <a:pt x="240403" y="2328386"/>
                  </a:lnTo>
                  <a:lnTo>
                    <a:pt x="239547" y="2328386"/>
                  </a:lnTo>
                  <a:lnTo>
                    <a:pt x="238692" y="2328386"/>
                  </a:lnTo>
                  <a:lnTo>
                    <a:pt x="237836" y="2328386"/>
                  </a:lnTo>
                  <a:lnTo>
                    <a:pt x="236981" y="2328386"/>
                  </a:lnTo>
                  <a:lnTo>
                    <a:pt x="236125" y="2328386"/>
                  </a:lnTo>
                  <a:lnTo>
                    <a:pt x="235269" y="2328386"/>
                  </a:lnTo>
                  <a:lnTo>
                    <a:pt x="234414" y="2328386"/>
                  </a:lnTo>
                  <a:lnTo>
                    <a:pt x="233558" y="2328386"/>
                  </a:lnTo>
                  <a:lnTo>
                    <a:pt x="232703" y="2328386"/>
                  </a:lnTo>
                  <a:lnTo>
                    <a:pt x="231847" y="2328386"/>
                  </a:lnTo>
                  <a:lnTo>
                    <a:pt x="230992" y="2328386"/>
                  </a:lnTo>
                  <a:lnTo>
                    <a:pt x="230136" y="2328386"/>
                  </a:lnTo>
                  <a:lnTo>
                    <a:pt x="229281" y="2328386"/>
                  </a:lnTo>
                  <a:lnTo>
                    <a:pt x="228425" y="2328386"/>
                  </a:lnTo>
                  <a:lnTo>
                    <a:pt x="227570" y="2328386"/>
                  </a:lnTo>
                  <a:lnTo>
                    <a:pt x="226714" y="2328386"/>
                  </a:lnTo>
                  <a:lnTo>
                    <a:pt x="225859" y="2328386"/>
                  </a:lnTo>
                  <a:lnTo>
                    <a:pt x="225003" y="2328386"/>
                  </a:lnTo>
                  <a:lnTo>
                    <a:pt x="224148" y="2328386"/>
                  </a:lnTo>
                  <a:lnTo>
                    <a:pt x="223292" y="2328386"/>
                  </a:lnTo>
                  <a:lnTo>
                    <a:pt x="222437" y="2328386"/>
                  </a:lnTo>
                  <a:lnTo>
                    <a:pt x="221581" y="2328386"/>
                  </a:lnTo>
                  <a:lnTo>
                    <a:pt x="220726" y="2328386"/>
                  </a:lnTo>
                  <a:lnTo>
                    <a:pt x="219870" y="2328386"/>
                  </a:lnTo>
                  <a:lnTo>
                    <a:pt x="219014" y="2328386"/>
                  </a:lnTo>
                  <a:lnTo>
                    <a:pt x="218159" y="2328386"/>
                  </a:lnTo>
                  <a:lnTo>
                    <a:pt x="217303" y="2328386"/>
                  </a:lnTo>
                  <a:lnTo>
                    <a:pt x="216448" y="2328386"/>
                  </a:lnTo>
                  <a:lnTo>
                    <a:pt x="215592" y="2328386"/>
                  </a:lnTo>
                  <a:lnTo>
                    <a:pt x="214737" y="2328386"/>
                  </a:lnTo>
                  <a:lnTo>
                    <a:pt x="213881" y="2328386"/>
                  </a:lnTo>
                  <a:lnTo>
                    <a:pt x="213026" y="2328386"/>
                  </a:lnTo>
                  <a:lnTo>
                    <a:pt x="212170" y="2328386"/>
                  </a:lnTo>
                  <a:lnTo>
                    <a:pt x="211315" y="2328386"/>
                  </a:lnTo>
                  <a:lnTo>
                    <a:pt x="210459" y="2328386"/>
                  </a:lnTo>
                  <a:lnTo>
                    <a:pt x="209604" y="2328386"/>
                  </a:lnTo>
                  <a:lnTo>
                    <a:pt x="208748" y="2328386"/>
                  </a:lnTo>
                  <a:lnTo>
                    <a:pt x="207893" y="2328386"/>
                  </a:lnTo>
                  <a:lnTo>
                    <a:pt x="207037" y="2328386"/>
                  </a:lnTo>
                  <a:lnTo>
                    <a:pt x="206182" y="2328386"/>
                  </a:lnTo>
                  <a:lnTo>
                    <a:pt x="205326" y="2328386"/>
                  </a:lnTo>
                  <a:lnTo>
                    <a:pt x="204471" y="2328386"/>
                  </a:lnTo>
                  <a:lnTo>
                    <a:pt x="203615" y="2328386"/>
                  </a:lnTo>
                  <a:lnTo>
                    <a:pt x="202759" y="2328386"/>
                  </a:lnTo>
                  <a:lnTo>
                    <a:pt x="201904" y="2328386"/>
                  </a:lnTo>
                  <a:lnTo>
                    <a:pt x="201048" y="2328386"/>
                  </a:lnTo>
                  <a:lnTo>
                    <a:pt x="200193" y="2328386"/>
                  </a:lnTo>
                  <a:lnTo>
                    <a:pt x="199337" y="2328386"/>
                  </a:lnTo>
                  <a:lnTo>
                    <a:pt x="198482" y="2328386"/>
                  </a:lnTo>
                  <a:lnTo>
                    <a:pt x="197626" y="2328386"/>
                  </a:lnTo>
                  <a:lnTo>
                    <a:pt x="196771" y="2328386"/>
                  </a:lnTo>
                  <a:lnTo>
                    <a:pt x="195915" y="2328386"/>
                  </a:lnTo>
                  <a:lnTo>
                    <a:pt x="195060" y="2328386"/>
                  </a:lnTo>
                  <a:lnTo>
                    <a:pt x="194204" y="2328386"/>
                  </a:lnTo>
                  <a:lnTo>
                    <a:pt x="193349" y="2328386"/>
                  </a:lnTo>
                  <a:lnTo>
                    <a:pt x="192493" y="2328386"/>
                  </a:lnTo>
                  <a:lnTo>
                    <a:pt x="191638" y="2328386"/>
                  </a:lnTo>
                  <a:lnTo>
                    <a:pt x="190782" y="2328386"/>
                  </a:lnTo>
                  <a:lnTo>
                    <a:pt x="189927" y="2328386"/>
                  </a:lnTo>
                  <a:lnTo>
                    <a:pt x="189071" y="2328386"/>
                  </a:lnTo>
                  <a:lnTo>
                    <a:pt x="188215" y="2328386"/>
                  </a:lnTo>
                  <a:lnTo>
                    <a:pt x="187360" y="2328386"/>
                  </a:lnTo>
                  <a:lnTo>
                    <a:pt x="186504" y="2328386"/>
                  </a:lnTo>
                  <a:lnTo>
                    <a:pt x="185649" y="2328386"/>
                  </a:lnTo>
                  <a:lnTo>
                    <a:pt x="184793" y="2328386"/>
                  </a:lnTo>
                  <a:lnTo>
                    <a:pt x="183938" y="2328386"/>
                  </a:lnTo>
                  <a:lnTo>
                    <a:pt x="183082" y="2328386"/>
                  </a:lnTo>
                  <a:lnTo>
                    <a:pt x="182227" y="2328386"/>
                  </a:lnTo>
                  <a:lnTo>
                    <a:pt x="181371" y="2328386"/>
                  </a:lnTo>
                  <a:lnTo>
                    <a:pt x="180516" y="2328386"/>
                  </a:lnTo>
                  <a:lnTo>
                    <a:pt x="179660" y="2328386"/>
                  </a:lnTo>
                  <a:lnTo>
                    <a:pt x="178805" y="2328386"/>
                  </a:lnTo>
                  <a:lnTo>
                    <a:pt x="177949" y="2328386"/>
                  </a:lnTo>
                  <a:lnTo>
                    <a:pt x="177094" y="2328386"/>
                  </a:lnTo>
                  <a:lnTo>
                    <a:pt x="176238" y="2328386"/>
                  </a:lnTo>
                  <a:lnTo>
                    <a:pt x="175383" y="2328386"/>
                  </a:lnTo>
                  <a:lnTo>
                    <a:pt x="174527" y="2328386"/>
                  </a:lnTo>
                  <a:lnTo>
                    <a:pt x="173672" y="2328386"/>
                  </a:lnTo>
                  <a:lnTo>
                    <a:pt x="172816" y="2328386"/>
                  </a:lnTo>
                  <a:lnTo>
                    <a:pt x="171960" y="2328386"/>
                  </a:lnTo>
                  <a:lnTo>
                    <a:pt x="171105" y="2328386"/>
                  </a:lnTo>
                  <a:lnTo>
                    <a:pt x="170249" y="2328386"/>
                  </a:lnTo>
                  <a:lnTo>
                    <a:pt x="169394" y="2328386"/>
                  </a:lnTo>
                  <a:lnTo>
                    <a:pt x="168538" y="2328386"/>
                  </a:lnTo>
                  <a:lnTo>
                    <a:pt x="167683" y="2328386"/>
                  </a:lnTo>
                  <a:lnTo>
                    <a:pt x="166827" y="2328386"/>
                  </a:lnTo>
                  <a:lnTo>
                    <a:pt x="165972" y="2328386"/>
                  </a:lnTo>
                  <a:lnTo>
                    <a:pt x="165116" y="2328386"/>
                  </a:lnTo>
                  <a:lnTo>
                    <a:pt x="164261" y="2328386"/>
                  </a:lnTo>
                  <a:lnTo>
                    <a:pt x="163405" y="2328386"/>
                  </a:lnTo>
                  <a:lnTo>
                    <a:pt x="162550" y="2328386"/>
                  </a:lnTo>
                  <a:lnTo>
                    <a:pt x="161694" y="2328386"/>
                  </a:lnTo>
                  <a:lnTo>
                    <a:pt x="160839" y="2328386"/>
                  </a:lnTo>
                  <a:lnTo>
                    <a:pt x="159983" y="2328386"/>
                  </a:lnTo>
                  <a:lnTo>
                    <a:pt x="159128" y="2328386"/>
                  </a:lnTo>
                  <a:lnTo>
                    <a:pt x="158272" y="2328386"/>
                  </a:lnTo>
                  <a:lnTo>
                    <a:pt x="157417" y="2328386"/>
                  </a:lnTo>
                  <a:lnTo>
                    <a:pt x="156561" y="2328386"/>
                  </a:lnTo>
                  <a:lnTo>
                    <a:pt x="155705" y="2328386"/>
                  </a:lnTo>
                  <a:lnTo>
                    <a:pt x="154850" y="2328386"/>
                  </a:lnTo>
                  <a:lnTo>
                    <a:pt x="153994" y="2328386"/>
                  </a:lnTo>
                  <a:lnTo>
                    <a:pt x="153139" y="2328386"/>
                  </a:lnTo>
                  <a:lnTo>
                    <a:pt x="152283" y="2328386"/>
                  </a:lnTo>
                  <a:lnTo>
                    <a:pt x="151428" y="2328386"/>
                  </a:lnTo>
                  <a:lnTo>
                    <a:pt x="150572" y="2328386"/>
                  </a:lnTo>
                  <a:lnTo>
                    <a:pt x="149717" y="2328386"/>
                  </a:lnTo>
                  <a:lnTo>
                    <a:pt x="148861" y="2328386"/>
                  </a:lnTo>
                  <a:lnTo>
                    <a:pt x="148006" y="2328386"/>
                  </a:lnTo>
                  <a:lnTo>
                    <a:pt x="147150" y="2328386"/>
                  </a:lnTo>
                  <a:lnTo>
                    <a:pt x="146295" y="2328386"/>
                  </a:lnTo>
                  <a:lnTo>
                    <a:pt x="145439" y="2328386"/>
                  </a:lnTo>
                  <a:lnTo>
                    <a:pt x="144584" y="2328386"/>
                  </a:lnTo>
                  <a:lnTo>
                    <a:pt x="143728" y="2328386"/>
                  </a:lnTo>
                  <a:lnTo>
                    <a:pt x="142873" y="2328386"/>
                  </a:lnTo>
                  <a:lnTo>
                    <a:pt x="142017" y="2328386"/>
                  </a:lnTo>
                  <a:lnTo>
                    <a:pt x="141161" y="2328386"/>
                  </a:lnTo>
                  <a:lnTo>
                    <a:pt x="140306" y="2328386"/>
                  </a:lnTo>
                  <a:lnTo>
                    <a:pt x="139450" y="2328386"/>
                  </a:lnTo>
                  <a:lnTo>
                    <a:pt x="138595" y="2328386"/>
                  </a:lnTo>
                  <a:lnTo>
                    <a:pt x="137739" y="2328386"/>
                  </a:lnTo>
                  <a:lnTo>
                    <a:pt x="136884" y="2328386"/>
                  </a:lnTo>
                  <a:lnTo>
                    <a:pt x="136028" y="2328386"/>
                  </a:lnTo>
                  <a:lnTo>
                    <a:pt x="135173" y="2328386"/>
                  </a:lnTo>
                  <a:lnTo>
                    <a:pt x="134317" y="2328386"/>
                  </a:lnTo>
                  <a:lnTo>
                    <a:pt x="133462" y="2328386"/>
                  </a:lnTo>
                  <a:lnTo>
                    <a:pt x="132606" y="2328386"/>
                  </a:lnTo>
                  <a:lnTo>
                    <a:pt x="131751" y="2328386"/>
                  </a:lnTo>
                  <a:lnTo>
                    <a:pt x="130895" y="2328386"/>
                  </a:lnTo>
                  <a:lnTo>
                    <a:pt x="130040" y="2328386"/>
                  </a:lnTo>
                  <a:lnTo>
                    <a:pt x="129184" y="2328386"/>
                  </a:lnTo>
                  <a:lnTo>
                    <a:pt x="128329" y="2328386"/>
                  </a:lnTo>
                  <a:lnTo>
                    <a:pt x="127473" y="2328386"/>
                  </a:lnTo>
                  <a:lnTo>
                    <a:pt x="126618" y="2328386"/>
                  </a:lnTo>
                  <a:lnTo>
                    <a:pt x="125762" y="2328386"/>
                  </a:lnTo>
                  <a:lnTo>
                    <a:pt x="124906" y="2328386"/>
                  </a:lnTo>
                  <a:lnTo>
                    <a:pt x="124051" y="2328386"/>
                  </a:lnTo>
                  <a:lnTo>
                    <a:pt x="123195" y="2328386"/>
                  </a:lnTo>
                  <a:lnTo>
                    <a:pt x="122340" y="2328386"/>
                  </a:lnTo>
                  <a:lnTo>
                    <a:pt x="121484" y="2328386"/>
                  </a:lnTo>
                  <a:lnTo>
                    <a:pt x="120629" y="2328386"/>
                  </a:lnTo>
                  <a:lnTo>
                    <a:pt x="119773" y="2328386"/>
                  </a:lnTo>
                  <a:lnTo>
                    <a:pt x="118918" y="2328386"/>
                  </a:lnTo>
                  <a:lnTo>
                    <a:pt x="118062" y="2328386"/>
                  </a:lnTo>
                  <a:lnTo>
                    <a:pt x="117207" y="2328386"/>
                  </a:lnTo>
                  <a:lnTo>
                    <a:pt x="116351" y="2328386"/>
                  </a:lnTo>
                  <a:lnTo>
                    <a:pt x="115496" y="2328386"/>
                  </a:lnTo>
                  <a:lnTo>
                    <a:pt x="114640" y="2328386"/>
                  </a:lnTo>
                  <a:lnTo>
                    <a:pt x="113785" y="2328386"/>
                  </a:lnTo>
                  <a:lnTo>
                    <a:pt x="112929" y="2328386"/>
                  </a:lnTo>
                  <a:lnTo>
                    <a:pt x="112074" y="2328386"/>
                  </a:lnTo>
                  <a:lnTo>
                    <a:pt x="111218" y="2328386"/>
                  </a:lnTo>
                  <a:lnTo>
                    <a:pt x="110363" y="2328386"/>
                  </a:lnTo>
                  <a:lnTo>
                    <a:pt x="109507" y="2328386"/>
                  </a:lnTo>
                  <a:lnTo>
                    <a:pt x="108651" y="2328386"/>
                  </a:lnTo>
                  <a:lnTo>
                    <a:pt x="107796" y="2328386"/>
                  </a:lnTo>
                  <a:lnTo>
                    <a:pt x="106940" y="2328386"/>
                  </a:lnTo>
                  <a:lnTo>
                    <a:pt x="106085" y="2328386"/>
                  </a:lnTo>
                  <a:lnTo>
                    <a:pt x="105229" y="2328386"/>
                  </a:lnTo>
                  <a:lnTo>
                    <a:pt x="104374" y="2328386"/>
                  </a:lnTo>
                  <a:lnTo>
                    <a:pt x="103518" y="2328386"/>
                  </a:lnTo>
                  <a:lnTo>
                    <a:pt x="102663" y="2328386"/>
                  </a:lnTo>
                  <a:lnTo>
                    <a:pt x="101807" y="2328386"/>
                  </a:lnTo>
                  <a:lnTo>
                    <a:pt x="100952" y="2328386"/>
                  </a:lnTo>
                  <a:lnTo>
                    <a:pt x="100096" y="2328386"/>
                  </a:lnTo>
                  <a:lnTo>
                    <a:pt x="99241" y="2328386"/>
                  </a:lnTo>
                  <a:lnTo>
                    <a:pt x="98385" y="2328386"/>
                  </a:lnTo>
                  <a:lnTo>
                    <a:pt x="97530" y="2328386"/>
                  </a:lnTo>
                  <a:lnTo>
                    <a:pt x="96674" y="2328386"/>
                  </a:lnTo>
                  <a:lnTo>
                    <a:pt x="95819" y="2328386"/>
                  </a:lnTo>
                  <a:lnTo>
                    <a:pt x="94963" y="2328386"/>
                  </a:lnTo>
                  <a:lnTo>
                    <a:pt x="94107" y="2328386"/>
                  </a:lnTo>
                  <a:lnTo>
                    <a:pt x="93252" y="2328386"/>
                  </a:lnTo>
                  <a:lnTo>
                    <a:pt x="92396" y="2328386"/>
                  </a:lnTo>
                  <a:lnTo>
                    <a:pt x="91541" y="2328386"/>
                  </a:lnTo>
                  <a:lnTo>
                    <a:pt x="90685" y="2328386"/>
                  </a:lnTo>
                  <a:lnTo>
                    <a:pt x="89830" y="2328386"/>
                  </a:lnTo>
                  <a:lnTo>
                    <a:pt x="88974" y="2328386"/>
                  </a:lnTo>
                  <a:lnTo>
                    <a:pt x="88119" y="2328386"/>
                  </a:lnTo>
                  <a:lnTo>
                    <a:pt x="87263" y="2328386"/>
                  </a:lnTo>
                  <a:lnTo>
                    <a:pt x="86408" y="2328386"/>
                  </a:lnTo>
                  <a:lnTo>
                    <a:pt x="85552" y="2328386"/>
                  </a:lnTo>
                  <a:lnTo>
                    <a:pt x="84697" y="2328386"/>
                  </a:lnTo>
                  <a:lnTo>
                    <a:pt x="83841" y="2328386"/>
                  </a:lnTo>
                  <a:lnTo>
                    <a:pt x="82986" y="2328386"/>
                  </a:lnTo>
                  <a:lnTo>
                    <a:pt x="82130" y="2328386"/>
                  </a:lnTo>
                  <a:lnTo>
                    <a:pt x="81275" y="2328386"/>
                  </a:lnTo>
                  <a:lnTo>
                    <a:pt x="80419" y="2328386"/>
                  </a:lnTo>
                  <a:lnTo>
                    <a:pt x="79564" y="2328386"/>
                  </a:lnTo>
                  <a:lnTo>
                    <a:pt x="78708" y="2328386"/>
                  </a:lnTo>
                  <a:lnTo>
                    <a:pt x="77852" y="2328386"/>
                  </a:lnTo>
                  <a:lnTo>
                    <a:pt x="76997" y="2328386"/>
                  </a:lnTo>
                  <a:lnTo>
                    <a:pt x="76141" y="2328386"/>
                  </a:lnTo>
                  <a:lnTo>
                    <a:pt x="75286" y="2328386"/>
                  </a:lnTo>
                  <a:lnTo>
                    <a:pt x="74430" y="2328386"/>
                  </a:lnTo>
                  <a:lnTo>
                    <a:pt x="73575" y="2328386"/>
                  </a:lnTo>
                  <a:lnTo>
                    <a:pt x="72719" y="2328386"/>
                  </a:lnTo>
                  <a:lnTo>
                    <a:pt x="71864" y="2328386"/>
                  </a:lnTo>
                  <a:lnTo>
                    <a:pt x="71008" y="2328386"/>
                  </a:lnTo>
                  <a:lnTo>
                    <a:pt x="70153" y="2328386"/>
                  </a:lnTo>
                  <a:lnTo>
                    <a:pt x="69297" y="2328386"/>
                  </a:lnTo>
                  <a:lnTo>
                    <a:pt x="68442" y="2328386"/>
                  </a:lnTo>
                  <a:lnTo>
                    <a:pt x="67586" y="2328386"/>
                  </a:lnTo>
                  <a:lnTo>
                    <a:pt x="66731" y="2328386"/>
                  </a:lnTo>
                  <a:lnTo>
                    <a:pt x="65875" y="2328386"/>
                  </a:lnTo>
                  <a:lnTo>
                    <a:pt x="65020" y="2328386"/>
                  </a:lnTo>
                  <a:lnTo>
                    <a:pt x="64164" y="2328386"/>
                  </a:lnTo>
                  <a:lnTo>
                    <a:pt x="63309" y="2328386"/>
                  </a:lnTo>
                  <a:lnTo>
                    <a:pt x="62453" y="2328386"/>
                  </a:lnTo>
                  <a:lnTo>
                    <a:pt x="61597" y="2328386"/>
                  </a:lnTo>
                  <a:lnTo>
                    <a:pt x="60742" y="2328386"/>
                  </a:lnTo>
                  <a:lnTo>
                    <a:pt x="59886" y="2328386"/>
                  </a:lnTo>
                  <a:lnTo>
                    <a:pt x="59031" y="2328386"/>
                  </a:lnTo>
                  <a:lnTo>
                    <a:pt x="58175" y="2328386"/>
                  </a:lnTo>
                  <a:lnTo>
                    <a:pt x="57320" y="2328386"/>
                  </a:lnTo>
                  <a:lnTo>
                    <a:pt x="56464" y="2328386"/>
                  </a:lnTo>
                  <a:lnTo>
                    <a:pt x="55609" y="2328386"/>
                  </a:lnTo>
                  <a:lnTo>
                    <a:pt x="54753" y="2328386"/>
                  </a:lnTo>
                  <a:lnTo>
                    <a:pt x="53898" y="2328386"/>
                  </a:lnTo>
                  <a:lnTo>
                    <a:pt x="53042" y="2328386"/>
                  </a:lnTo>
                  <a:lnTo>
                    <a:pt x="52187" y="2328386"/>
                  </a:lnTo>
                  <a:lnTo>
                    <a:pt x="51331" y="2328386"/>
                  </a:lnTo>
                  <a:lnTo>
                    <a:pt x="50476" y="2328386"/>
                  </a:lnTo>
                  <a:lnTo>
                    <a:pt x="49620" y="2328386"/>
                  </a:lnTo>
                  <a:lnTo>
                    <a:pt x="48765" y="2328386"/>
                  </a:lnTo>
                  <a:lnTo>
                    <a:pt x="47909" y="2328386"/>
                  </a:lnTo>
                  <a:lnTo>
                    <a:pt x="47053" y="2328386"/>
                  </a:lnTo>
                  <a:lnTo>
                    <a:pt x="46198" y="2328386"/>
                  </a:lnTo>
                  <a:lnTo>
                    <a:pt x="45342" y="2328386"/>
                  </a:lnTo>
                  <a:lnTo>
                    <a:pt x="44487" y="2328386"/>
                  </a:lnTo>
                  <a:lnTo>
                    <a:pt x="43631" y="2328386"/>
                  </a:lnTo>
                  <a:lnTo>
                    <a:pt x="42776" y="2328386"/>
                  </a:lnTo>
                  <a:lnTo>
                    <a:pt x="41920" y="2328386"/>
                  </a:lnTo>
                  <a:lnTo>
                    <a:pt x="41065" y="2328386"/>
                  </a:lnTo>
                  <a:lnTo>
                    <a:pt x="40209" y="2328386"/>
                  </a:lnTo>
                  <a:lnTo>
                    <a:pt x="39354" y="2328386"/>
                  </a:lnTo>
                  <a:lnTo>
                    <a:pt x="38498" y="2328386"/>
                  </a:lnTo>
                  <a:lnTo>
                    <a:pt x="37643" y="2328386"/>
                  </a:lnTo>
                  <a:lnTo>
                    <a:pt x="36787" y="2328386"/>
                  </a:lnTo>
                  <a:lnTo>
                    <a:pt x="35932" y="2328386"/>
                  </a:lnTo>
                  <a:lnTo>
                    <a:pt x="35076" y="2328386"/>
                  </a:lnTo>
                  <a:lnTo>
                    <a:pt x="34221" y="2328386"/>
                  </a:lnTo>
                  <a:lnTo>
                    <a:pt x="33365" y="2328386"/>
                  </a:lnTo>
                  <a:lnTo>
                    <a:pt x="32510" y="2328386"/>
                  </a:lnTo>
                  <a:lnTo>
                    <a:pt x="31654" y="2328386"/>
                  </a:lnTo>
                  <a:lnTo>
                    <a:pt x="30798" y="2328386"/>
                  </a:lnTo>
                  <a:lnTo>
                    <a:pt x="29943" y="2328386"/>
                  </a:lnTo>
                  <a:lnTo>
                    <a:pt x="29087" y="2328386"/>
                  </a:lnTo>
                  <a:lnTo>
                    <a:pt x="28232" y="2328386"/>
                  </a:lnTo>
                  <a:lnTo>
                    <a:pt x="27376" y="2328386"/>
                  </a:lnTo>
                  <a:lnTo>
                    <a:pt x="26521" y="2328386"/>
                  </a:lnTo>
                  <a:lnTo>
                    <a:pt x="25665" y="2328386"/>
                  </a:lnTo>
                  <a:lnTo>
                    <a:pt x="24810" y="2328386"/>
                  </a:lnTo>
                  <a:lnTo>
                    <a:pt x="23954" y="2328386"/>
                  </a:lnTo>
                  <a:lnTo>
                    <a:pt x="23099" y="2328386"/>
                  </a:lnTo>
                  <a:lnTo>
                    <a:pt x="22243" y="2328386"/>
                  </a:lnTo>
                  <a:lnTo>
                    <a:pt x="21388" y="2328386"/>
                  </a:lnTo>
                  <a:lnTo>
                    <a:pt x="20532" y="2328386"/>
                  </a:lnTo>
                  <a:lnTo>
                    <a:pt x="19677" y="2328386"/>
                  </a:lnTo>
                  <a:lnTo>
                    <a:pt x="18821" y="2328386"/>
                  </a:lnTo>
                  <a:lnTo>
                    <a:pt x="17966" y="2328386"/>
                  </a:lnTo>
                  <a:lnTo>
                    <a:pt x="17110" y="2328386"/>
                  </a:lnTo>
                  <a:lnTo>
                    <a:pt x="16255" y="2328386"/>
                  </a:lnTo>
                  <a:lnTo>
                    <a:pt x="15399" y="2328386"/>
                  </a:lnTo>
                  <a:lnTo>
                    <a:pt x="14543" y="2328386"/>
                  </a:lnTo>
                  <a:lnTo>
                    <a:pt x="13688" y="2328386"/>
                  </a:lnTo>
                  <a:lnTo>
                    <a:pt x="12832" y="2328386"/>
                  </a:lnTo>
                  <a:lnTo>
                    <a:pt x="11977" y="2328386"/>
                  </a:lnTo>
                  <a:lnTo>
                    <a:pt x="11121" y="2328386"/>
                  </a:lnTo>
                  <a:lnTo>
                    <a:pt x="10266" y="2328386"/>
                  </a:lnTo>
                  <a:lnTo>
                    <a:pt x="9410" y="2328386"/>
                  </a:lnTo>
                  <a:lnTo>
                    <a:pt x="8555" y="2328386"/>
                  </a:lnTo>
                  <a:lnTo>
                    <a:pt x="7699" y="2328386"/>
                  </a:lnTo>
                  <a:lnTo>
                    <a:pt x="6844" y="2328386"/>
                  </a:lnTo>
                  <a:lnTo>
                    <a:pt x="5988" y="2328386"/>
                  </a:lnTo>
                  <a:lnTo>
                    <a:pt x="5133" y="2328386"/>
                  </a:lnTo>
                  <a:lnTo>
                    <a:pt x="4277" y="2328386"/>
                  </a:lnTo>
                  <a:lnTo>
                    <a:pt x="3422" y="2328386"/>
                  </a:lnTo>
                  <a:lnTo>
                    <a:pt x="2566" y="2328386"/>
                  </a:lnTo>
                  <a:lnTo>
                    <a:pt x="1711" y="2328386"/>
                  </a:lnTo>
                  <a:lnTo>
                    <a:pt x="855" y="2328386"/>
                  </a:lnTo>
                  <a:lnTo>
                    <a:pt x="0" y="2328386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444934" y="4051063"/>
              <a:ext cx="8553560" cy="2328386"/>
            </a:xfrm>
            <a:custGeom>
              <a:avLst/>
              <a:pathLst>
                <a:path w="8553560" h="2328386">
                  <a:moveTo>
                    <a:pt x="0" y="2285832"/>
                  </a:moveTo>
                  <a:lnTo>
                    <a:pt x="855" y="2299060"/>
                  </a:lnTo>
                  <a:lnTo>
                    <a:pt x="1711" y="2276591"/>
                  </a:lnTo>
                  <a:lnTo>
                    <a:pt x="2566" y="2297688"/>
                  </a:lnTo>
                  <a:lnTo>
                    <a:pt x="3422" y="2297467"/>
                  </a:lnTo>
                  <a:lnTo>
                    <a:pt x="4277" y="2295487"/>
                  </a:lnTo>
                  <a:lnTo>
                    <a:pt x="5133" y="2291832"/>
                  </a:lnTo>
                  <a:lnTo>
                    <a:pt x="5988" y="2253731"/>
                  </a:lnTo>
                  <a:lnTo>
                    <a:pt x="6844" y="2206021"/>
                  </a:lnTo>
                  <a:lnTo>
                    <a:pt x="7699" y="2225388"/>
                  </a:lnTo>
                  <a:lnTo>
                    <a:pt x="8555" y="2239451"/>
                  </a:lnTo>
                  <a:lnTo>
                    <a:pt x="9410" y="2228946"/>
                  </a:lnTo>
                  <a:lnTo>
                    <a:pt x="10266" y="2194050"/>
                  </a:lnTo>
                  <a:lnTo>
                    <a:pt x="11121" y="2214362"/>
                  </a:lnTo>
                  <a:lnTo>
                    <a:pt x="11977" y="2205796"/>
                  </a:lnTo>
                  <a:lnTo>
                    <a:pt x="12832" y="2196856"/>
                  </a:lnTo>
                  <a:lnTo>
                    <a:pt x="13688" y="2169406"/>
                  </a:lnTo>
                  <a:lnTo>
                    <a:pt x="14543" y="2150077"/>
                  </a:lnTo>
                  <a:lnTo>
                    <a:pt x="15399" y="2162458"/>
                  </a:lnTo>
                  <a:lnTo>
                    <a:pt x="16255" y="2189544"/>
                  </a:lnTo>
                  <a:lnTo>
                    <a:pt x="17110" y="2175616"/>
                  </a:lnTo>
                  <a:lnTo>
                    <a:pt x="17966" y="2180041"/>
                  </a:lnTo>
                  <a:lnTo>
                    <a:pt x="18821" y="2152428"/>
                  </a:lnTo>
                  <a:lnTo>
                    <a:pt x="19677" y="2120620"/>
                  </a:lnTo>
                  <a:lnTo>
                    <a:pt x="20532" y="2122422"/>
                  </a:lnTo>
                  <a:lnTo>
                    <a:pt x="21388" y="2135467"/>
                  </a:lnTo>
                  <a:lnTo>
                    <a:pt x="22243" y="2165709"/>
                  </a:lnTo>
                  <a:lnTo>
                    <a:pt x="23099" y="2150821"/>
                  </a:lnTo>
                  <a:lnTo>
                    <a:pt x="23954" y="2135859"/>
                  </a:lnTo>
                  <a:lnTo>
                    <a:pt x="24810" y="2127584"/>
                  </a:lnTo>
                  <a:lnTo>
                    <a:pt x="25665" y="2113941"/>
                  </a:lnTo>
                  <a:lnTo>
                    <a:pt x="26521" y="2128991"/>
                  </a:lnTo>
                  <a:lnTo>
                    <a:pt x="27376" y="2049201"/>
                  </a:lnTo>
                  <a:lnTo>
                    <a:pt x="28232" y="2078608"/>
                  </a:lnTo>
                  <a:lnTo>
                    <a:pt x="29087" y="2089717"/>
                  </a:lnTo>
                  <a:lnTo>
                    <a:pt x="29943" y="2072894"/>
                  </a:lnTo>
                  <a:lnTo>
                    <a:pt x="30798" y="2095903"/>
                  </a:lnTo>
                  <a:lnTo>
                    <a:pt x="31654" y="2159621"/>
                  </a:lnTo>
                  <a:lnTo>
                    <a:pt x="32510" y="2170977"/>
                  </a:lnTo>
                  <a:lnTo>
                    <a:pt x="33365" y="2170042"/>
                  </a:lnTo>
                  <a:lnTo>
                    <a:pt x="34221" y="2179406"/>
                  </a:lnTo>
                  <a:lnTo>
                    <a:pt x="35076" y="2203356"/>
                  </a:lnTo>
                  <a:lnTo>
                    <a:pt x="35932" y="2208546"/>
                  </a:lnTo>
                  <a:lnTo>
                    <a:pt x="36787" y="2223160"/>
                  </a:lnTo>
                  <a:lnTo>
                    <a:pt x="37643" y="2246593"/>
                  </a:lnTo>
                  <a:lnTo>
                    <a:pt x="38498" y="2251553"/>
                  </a:lnTo>
                  <a:lnTo>
                    <a:pt x="39354" y="2264363"/>
                  </a:lnTo>
                  <a:lnTo>
                    <a:pt x="40209" y="2233904"/>
                  </a:lnTo>
                  <a:lnTo>
                    <a:pt x="41065" y="2231127"/>
                  </a:lnTo>
                  <a:lnTo>
                    <a:pt x="41920" y="2206263"/>
                  </a:lnTo>
                  <a:lnTo>
                    <a:pt x="42776" y="2198790"/>
                  </a:lnTo>
                  <a:lnTo>
                    <a:pt x="43631" y="2199997"/>
                  </a:lnTo>
                  <a:lnTo>
                    <a:pt x="44487" y="2140923"/>
                  </a:lnTo>
                  <a:lnTo>
                    <a:pt x="45342" y="2122863"/>
                  </a:lnTo>
                  <a:lnTo>
                    <a:pt x="46198" y="2110311"/>
                  </a:lnTo>
                  <a:lnTo>
                    <a:pt x="47053" y="2085669"/>
                  </a:lnTo>
                  <a:lnTo>
                    <a:pt x="47909" y="2060139"/>
                  </a:lnTo>
                  <a:lnTo>
                    <a:pt x="48765" y="1988095"/>
                  </a:lnTo>
                  <a:lnTo>
                    <a:pt x="49620" y="2003504"/>
                  </a:lnTo>
                  <a:lnTo>
                    <a:pt x="50476" y="2006536"/>
                  </a:lnTo>
                  <a:lnTo>
                    <a:pt x="51331" y="1995727"/>
                  </a:lnTo>
                  <a:lnTo>
                    <a:pt x="52187" y="2010468"/>
                  </a:lnTo>
                  <a:lnTo>
                    <a:pt x="53042" y="2016061"/>
                  </a:lnTo>
                  <a:lnTo>
                    <a:pt x="53898" y="2026403"/>
                  </a:lnTo>
                  <a:lnTo>
                    <a:pt x="54753" y="2093009"/>
                  </a:lnTo>
                  <a:lnTo>
                    <a:pt x="55609" y="2115922"/>
                  </a:lnTo>
                  <a:lnTo>
                    <a:pt x="56464" y="2077051"/>
                  </a:lnTo>
                  <a:lnTo>
                    <a:pt x="57320" y="2035745"/>
                  </a:lnTo>
                  <a:lnTo>
                    <a:pt x="58175" y="2035323"/>
                  </a:lnTo>
                  <a:lnTo>
                    <a:pt x="59031" y="2082408"/>
                  </a:lnTo>
                  <a:lnTo>
                    <a:pt x="59886" y="2118330"/>
                  </a:lnTo>
                  <a:lnTo>
                    <a:pt x="60742" y="2079996"/>
                  </a:lnTo>
                  <a:lnTo>
                    <a:pt x="61597" y="2092785"/>
                  </a:lnTo>
                  <a:lnTo>
                    <a:pt x="62453" y="2071691"/>
                  </a:lnTo>
                  <a:lnTo>
                    <a:pt x="63309" y="2103817"/>
                  </a:lnTo>
                  <a:lnTo>
                    <a:pt x="64164" y="2130231"/>
                  </a:lnTo>
                  <a:lnTo>
                    <a:pt x="65020" y="2104878"/>
                  </a:lnTo>
                  <a:lnTo>
                    <a:pt x="65875" y="2156955"/>
                  </a:lnTo>
                  <a:lnTo>
                    <a:pt x="66731" y="2118928"/>
                  </a:lnTo>
                  <a:lnTo>
                    <a:pt x="67586" y="2081875"/>
                  </a:lnTo>
                  <a:lnTo>
                    <a:pt x="68442" y="2110759"/>
                  </a:lnTo>
                  <a:lnTo>
                    <a:pt x="69297" y="2156551"/>
                  </a:lnTo>
                  <a:lnTo>
                    <a:pt x="70153" y="2192589"/>
                  </a:lnTo>
                  <a:lnTo>
                    <a:pt x="71008" y="2213143"/>
                  </a:lnTo>
                  <a:lnTo>
                    <a:pt x="71864" y="2210326"/>
                  </a:lnTo>
                  <a:lnTo>
                    <a:pt x="72719" y="2231994"/>
                  </a:lnTo>
                  <a:lnTo>
                    <a:pt x="73575" y="2202886"/>
                  </a:lnTo>
                  <a:lnTo>
                    <a:pt x="74430" y="2209474"/>
                  </a:lnTo>
                  <a:lnTo>
                    <a:pt x="75286" y="2196889"/>
                  </a:lnTo>
                  <a:lnTo>
                    <a:pt x="76141" y="2214580"/>
                  </a:lnTo>
                  <a:lnTo>
                    <a:pt x="76997" y="2203343"/>
                  </a:lnTo>
                  <a:lnTo>
                    <a:pt x="77852" y="2180884"/>
                  </a:lnTo>
                  <a:lnTo>
                    <a:pt x="78708" y="2164966"/>
                  </a:lnTo>
                  <a:lnTo>
                    <a:pt x="79564" y="2146123"/>
                  </a:lnTo>
                  <a:lnTo>
                    <a:pt x="80419" y="2181112"/>
                  </a:lnTo>
                  <a:lnTo>
                    <a:pt x="81275" y="2151689"/>
                  </a:lnTo>
                  <a:lnTo>
                    <a:pt x="82130" y="2074532"/>
                  </a:lnTo>
                  <a:lnTo>
                    <a:pt x="82986" y="2069662"/>
                  </a:lnTo>
                  <a:lnTo>
                    <a:pt x="83841" y="2094681"/>
                  </a:lnTo>
                  <a:lnTo>
                    <a:pt x="84697" y="2139285"/>
                  </a:lnTo>
                  <a:lnTo>
                    <a:pt x="85552" y="2105984"/>
                  </a:lnTo>
                  <a:lnTo>
                    <a:pt x="86408" y="2100493"/>
                  </a:lnTo>
                  <a:lnTo>
                    <a:pt x="87263" y="2162544"/>
                  </a:lnTo>
                  <a:lnTo>
                    <a:pt x="88119" y="2170380"/>
                  </a:lnTo>
                  <a:lnTo>
                    <a:pt x="88974" y="2194724"/>
                  </a:lnTo>
                  <a:lnTo>
                    <a:pt x="89830" y="2188897"/>
                  </a:lnTo>
                  <a:lnTo>
                    <a:pt x="90685" y="2218650"/>
                  </a:lnTo>
                  <a:lnTo>
                    <a:pt x="91541" y="2244877"/>
                  </a:lnTo>
                  <a:lnTo>
                    <a:pt x="92396" y="2244790"/>
                  </a:lnTo>
                  <a:lnTo>
                    <a:pt x="93252" y="2243226"/>
                  </a:lnTo>
                  <a:lnTo>
                    <a:pt x="94107" y="2216802"/>
                  </a:lnTo>
                  <a:lnTo>
                    <a:pt x="94963" y="2256831"/>
                  </a:lnTo>
                  <a:lnTo>
                    <a:pt x="95819" y="2216675"/>
                  </a:lnTo>
                  <a:lnTo>
                    <a:pt x="96674" y="2165856"/>
                  </a:lnTo>
                  <a:lnTo>
                    <a:pt x="97530" y="2086998"/>
                  </a:lnTo>
                  <a:lnTo>
                    <a:pt x="98385" y="2136520"/>
                  </a:lnTo>
                  <a:lnTo>
                    <a:pt x="99241" y="2179586"/>
                  </a:lnTo>
                  <a:lnTo>
                    <a:pt x="100096" y="2146394"/>
                  </a:lnTo>
                  <a:lnTo>
                    <a:pt x="100952" y="2071408"/>
                  </a:lnTo>
                  <a:lnTo>
                    <a:pt x="101807" y="2169025"/>
                  </a:lnTo>
                  <a:lnTo>
                    <a:pt x="102663" y="2184807"/>
                  </a:lnTo>
                  <a:lnTo>
                    <a:pt x="103518" y="2237046"/>
                  </a:lnTo>
                  <a:lnTo>
                    <a:pt x="104374" y="2234420"/>
                  </a:lnTo>
                  <a:lnTo>
                    <a:pt x="105229" y="2248686"/>
                  </a:lnTo>
                  <a:lnTo>
                    <a:pt x="106085" y="2255538"/>
                  </a:lnTo>
                  <a:lnTo>
                    <a:pt x="106940" y="2286658"/>
                  </a:lnTo>
                  <a:lnTo>
                    <a:pt x="107796" y="2284026"/>
                  </a:lnTo>
                  <a:lnTo>
                    <a:pt x="108651" y="2294813"/>
                  </a:lnTo>
                  <a:lnTo>
                    <a:pt x="109507" y="2308149"/>
                  </a:lnTo>
                  <a:lnTo>
                    <a:pt x="110363" y="2315022"/>
                  </a:lnTo>
                  <a:lnTo>
                    <a:pt x="111218" y="2315278"/>
                  </a:lnTo>
                  <a:lnTo>
                    <a:pt x="112074" y="2313886"/>
                  </a:lnTo>
                  <a:lnTo>
                    <a:pt x="112929" y="2312054"/>
                  </a:lnTo>
                  <a:lnTo>
                    <a:pt x="113785" y="2300912"/>
                  </a:lnTo>
                  <a:lnTo>
                    <a:pt x="114640" y="2299212"/>
                  </a:lnTo>
                  <a:lnTo>
                    <a:pt x="115496" y="2302074"/>
                  </a:lnTo>
                  <a:lnTo>
                    <a:pt x="116351" y="2279297"/>
                  </a:lnTo>
                  <a:lnTo>
                    <a:pt x="117207" y="2240682"/>
                  </a:lnTo>
                  <a:lnTo>
                    <a:pt x="118062" y="2241293"/>
                  </a:lnTo>
                  <a:lnTo>
                    <a:pt x="118918" y="2263921"/>
                  </a:lnTo>
                  <a:lnTo>
                    <a:pt x="119773" y="2250347"/>
                  </a:lnTo>
                  <a:lnTo>
                    <a:pt x="120629" y="2267712"/>
                  </a:lnTo>
                  <a:lnTo>
                    <a:pt x="121484" y="2229705"/>
                  </a:lnTo>
                  <a:lnTo>
                    <a:pt x="122340" y="2261120"/>
                  </a:lnTo>
                  <a:lnTo>
                    <a:pt x="123195" y="2239847"/>
                  </a:lnTo>
                  <a:lnTo>
                    <a:pt x="124051" y="2211800"/>
                  </a:lnTo>
                  <a:lnTo>
                    <a:pt x="124906" y="2154222"/>
                  </a:lnTo>
                  <a:lnTo>
                    <a:pt x="125762" y="2185628"/>
                  </a:lnTo>
                  <a:lnTo>
                    <a:pt x="126618" y="2244059"/>
                  </a:lnTo>
                  <a:lnTo>
                    <a:pt x="127473" y="2221665"/>
                  </a:lnTo>
                  <a:lnTo>
                    <a:pt x="128329" y="2185572"/>
                  </a:lnTo>
                  <a:lnTo>
                    <a:pt x="129184" y="2213399"/>
                  </a:lnTo>
                  <a:lnTo>
                    <a:pt x="130040" y="2212397"/>
                  </a:lnTo>
                  <a:lnTo>
                    <a:pt x="130895" y="2210740"/>
                  </a:lnTo>
                  <a:lnTo>
                    <a:pt x="131751" y="2160914"/>
                  </a:lnTo>
                  <a:lnTo>
                    <a:pt x="132606" y="2159828"/>
                  </a:lnTo>
                  <a:lnTo>
                    <a:pt x="133462" y="2203728"/>
                  </a:lnTo>
                  <a:lnTo>
                    <a:pt x="134317" y="2150549"/>
                  </a:lnTo>
                  <a:lnTo>
                    <a:pt x="135173" y="2159801"/>
                  </a:lnTo>
                  <a:lnTo>
                    <a:pt x="136028" y="2182404"/>
                  </a:lnTo>
                  <a:lnTo>
                    <a:pt x="136884" y="2213946"/>
                  </a:lnTo>
                  <a:lnTo>
                    <a:pt x="137739" y="2182121"/>
                  </a:lnTo>
                  <a:lnTo>
                    <a:pt x="138595" y="2171381"/>
                  </a:lnTo>
                  <a:lnTo>
                    <a:pt x="139450" y="2129663"/>
                  </a:lnTo>
                  <a:lnTo>
                    <a:pt x="140306" y="2142035"/>
                  </a:lnTo>
                  <a:lnTo>
                    <a:pt x="141161" y="2146776"/>
                  </a:lnTo>
                  <a:lnTo>
                    <a:pt x="142017" y="2137137"/>
                  </a:lnTo>
                  <a:lnTo>
                    <a:pt x="142873" y="2110518"/>
                  </a:lnTo>
                  <a:lnTo>
                    <a:pt x="143728" y="2108436"/>
                  </a:lnTo>
                  <a:lnTo>
                    <a:pt x="144584" y="2058673"/>
                  </a:lnTo>
                  <a:lnTo>
                    <a:pt x="145439" y="2042221"/>
                  </a:lnTo>
                  <a:lnTo>
                    <a:pt x="146295" y="2078323"/>
                  </a:lnTo>
                  <a:lnTo>
                    <a:pt x="147150" y="2104436"/>
                  </a:lnTo>
                  <a:lnTo>
                    <a:pt x="148006" y="2158983"/>
                  </a:lnTo>
                  <a:lnTo>
                    <a:pt x="148861" y="2174015"/>
                  </a:lnTo>
                  <a:lnTo>
                    <a:pt x="149717" y="2152215"/>
                  </a:lnTo>
                  <a:lnTo>
                    <a:pt x="150572" y="2130800"/>
                  </a:lnTo>
                  <a:lnTo>
                    <a:pt x="151428" y="2149246"/>
                  </a:lnTo>
                  <a:lnTo>
                    <a:pt x="152283" y="2198871"/>
                  </a:lnTo>
                  <a:lnTo>
                    <a:pt x="153139" y="2227124"/>
                  </a:lnTo>
                  <a:lnTo>
                    <a:pt x="153994" y="2234107"/>
                  </a:lnTo>
                  <a:lnTo>
                    <a:pt x="154850" y="2223032"/>
                  </a:lnTo>
                  <a:lnTo>
                    <a:pt x="155705" y="2194687"/>
                  </a:lnTo>
                  <a:lnTo>
                    <a:pt x="156561" y="2230253"/>
                  </a:lnTo>
                  <a:lnTo>
                    <a:pt x="157417" y="2239095"/>
                  </a:lnTo>
                  <a:lnTo>
                    <a:pt x="158272" y="2236427"/>
                  </a:lnTo>
                  <a:lnTo>
                    <a:pt x="159128" y="2263801"/>
                  </a:lnTo>
                  <a:lnTo>
                    <a:pt x="159983" y="2241654"/>
                  </a:lnTo>
                  <a:lnTo>
                    <a:pt x="160839" y="2286430"/>
                  </a:lnTo>
                  <a:lnTo>
                    <a:pt x="161694" y="2237140"/>
                  </a:lnTo>
                  <a:lnTo>
                    <a:pt x="162550" y="2205623"/>
                  </a:lnTo>
                  <a:lnTo>
                    <a:pt x="163405" y="2110161"/>
                  </a:lnTo>
                  <a:lnTo>
                    <a:pt x="164261" y="2089533"/>
                  </a:lnTo>
                  <a:lnTo>
                    <a:pt x="165116" y="2140428"/>
                  </a:lnTo>
                  <a:lnTo>
                    <a:pt x="165972" y="2176105"/>
                  </a:lnTo>
                  <a:lnTo>
                    <a:pt x="166827" y="2187005"/>
                  </a:lnTo>
                  <a:lnTo>
                    <a:pt x="167683" y="2244350"/>
                  </a:lnTo>
                  <a:lnTo>
                    <a:pt x="168538" y="2216442"/>
                  </a:lnTo>
                  <a:lnTo>
                    <a:pt x="169394" y="2250614"/>
                  </a:lnTo>
                  <a:lnTo>
                    <a:pt x="170249" y="2264121"/>
                  </a:lnTo>
                  <a:lnTo>
                    <a:pt x="171105" y="2245680"/>
                  </a:lnTo>
                  <a:lnTo>
                    <a:pt x="171960" y="2248587"/>
                  </a:lnTo>
                  <a:lnTo>
                    <a:pt x="172816" y="2226061"/>
                  </a:lnTo>
                  <a:lnTo>
                    <a:pt x="173672" y="2230079"/>
                  </a:lnTo>
                  <a:lnTo>
                    <a:pt x="174527" y="2219299"/>
                  </a:lnTo>
                  <a:lnTo>
                    <a:pt x="175383" y="2187169"/>
                  </a:lnTo>
                  <a:lnTo>
                    <a:pt x="176238" y="2118605"/>
                  </a:lnTo>
                  <a:lnTo>
                    <a:pt x="177094" y="2146258"/>
                  </a:lnTo>
                  <a:lnTo>
                    <a:pt x="177949" y="2206775"/>
                  </a:lnTo>
                  <a:lnTo>
                    <a:pt x="178805" y="2226395"/>
                  </a:lnTo>
                  <a:lnTo>
                    <a:pt x="179660" y="2235579"/>
                  </a:lnTo>
                  <a:lnTo>
                    <a:pt x="180516" y="2258976"/>
                  </a:lnTo>
                  <a:lnTo>
                    <a:pt x="181371" y="2257293"/>
                  </a:lnTo>
                  <a:lnTo>
                    <a:pt x="182227" y="2259323"/>
                  </a:lnTo>
                  <a:lnTo>
                    <a:pt x="183082" y="2250244"/>
                  </a:lnTo>
                  <a:lnTo>
                    <a:pt x="183938" y="2239271"/>
                  </a:lnTo>
                  <a:lnTo>
                    <a:pt x="184793" y="2228749"/>
                  </a:lnTo>
                  <a:lnTo>
                    <a:pt x="185649" y="2238102"/>
                  </a:lnTo>
                  <a:lnTo>
                    <a:pt x="186504" y="2261941"/>
                  </a:lnTo>
                  <a:lnTo>
                    <a:pt x="187360" y="2238633"/>
                  </a:lnTo>
                  <a:lnTo>
                    <a:pt x="188215" y="2253899"/>
                  </a:lnTo>
                  <a:lnTo>
                    <a:pt x="189071" y="2265030"/>
                  </a:lnTo>
                  <a:lnTo>
                    <a:pt x="189927" y="2258729"/>
                  </a:lnTo>
                  <a:lnTo>
                    <a:pt x="190782" y="2266476"/>
                  </a:lnTo>
                  <a:lnTo>
                    <a:pt x="191638" y="2249433"/>
                  </a:lnTo>
                  <a:lnTo>
                    <a:pt x="192493" y="2271923"/>
                  </a:lnTo>
                  <a:lnTo>
                    <a:pt x="193349" y="2265483"/>
                  </a:lnTo>
                  <a:lnTo>
                    <a:pt x="194204" y="2215098"/>
                  </a:lnTo>
                  <a:lnTo>
                    <a:pt x="195060" y="2192175"/>
                  </a:lnTo>
                  <a:lnTo>
                    <a:pt x="195915" y="2181054"/>
                  </a:lnTo>
                  <a:lnTo>
                    <a:pt x="196771" y="2208641"/>
                  </a:lnTo>
                  <a:lnTo>
                    <a:pt x="197626" y="2178620"/>
                  </a:lnTo>
                  <a:lnTo>
                    <a:pt x="198482" y="2155685"/>
                  </a:lnTo>
                  <a:lnTo>
                    <a:pt x="199337" y="2169869"/>
                  </a:lnTo>
                  <a:lnTo>
                    <a:pt x="200193" y="2168948"/>
                  </a:lnTo>
                  <a:lnTo>
                    <a:pt x="201048" y="2226701"/>
                  </a:lnTo>
                  <a:lnTo>
                    <a:pt x="201904" y="2186505"/>
                  </a:lnTo>
                  <a:lnTo>
                    <a:pt x="202759" y="2200155"/>
                  </a:lnTo>
                  <a:lnTo>
                    <a:pt x="203615" y="2182988"/>
                  </a:lnTo>
                  <a:lnTo>
                    <a:pt x="204471" y="2152218"/>
                  </a:lnTo>
                  <a:lnTo>
                    <a:pt x="205326" y="2113112"/>
                  </a:lnTo>
                  <a:lnTo>
                    <a:pt x="206182" y="2010542"/>
                  </a:lnTo>
                  <a:lnTo>
                    <a:pt x="207037" y="2005450"/>
                  </a:lnTo>
                  <a:lnTo>
                    <a:pt x="207893" y="2012013"/>
                  </a:lnTo>
                  <a:lnTo>
                    <a:pt x="208748" y="1892573"/>
                  </a:lnTo>
                  <a:lnTo>
                    <a:pt x="209604" y="1874464"/>
                  </a:lnTo>
                  <a:lnTo>
                    <a:pt x="210459" y="1818325"/>
                  </a:lnTo>
                  <a:lnTo>
                    <a:pt x="211315" y="1841898"/>
                  </a:lnTo>
                  <a:lnTo>
                    <a:pt x="212170" y="1834009"/>
                  </a:lnTo>
                  <a:lnTo>
                    <a:pt x="213026" y="1791531"/>
                  </a:lnTo>
                  <a:lnTo>
                    <a:pt x="213881" y="1756921"/>
                  </a:lnTo>
                  <a:lnTo>
                    <a:pt x="214737" y="1728471"/>
                  </a:lnTo>
                  <a:lnTo>
                    <a:pt x="215592" y="1698979"/>
                  </a:lnTo>
                  <a:lnTo>
                    <a:pt x="216448" y="1675851"/>
                  </a:lnTo>
                  <a:lnTo>
                    <a:pt x="217303" y="1669451"/>
                  </a:lnTo>
                  <a:lnTo>
                    <a:pt x="218159" y="1676205"/>
                  </a:lnTo>
                  <a:lnTo>
                    <a:pt x="219014" y="1687502"/>
                  </a:lnTo>
                  <a:lnTo>
                    <a:pt x="219870" y="1642911"/>
                  </a:lnTo>
                  <a:lnTo>
                    <a:pt x="220726" y="1685564"/>
                  </a:lnTo>
                  <a:lnTo>
                    <a:pt x="221581" y="1712478"/>
                  </a:lnTo>
                  <a:lnTo>
                    <a:pt x="222437" y="1722766"/>
                  </a:lnTo>
                  <a:lnTo>
                    <a:pt x="223292" y="1731752"/>
                  </a:lnTo>
                  <a:lnTo>
                    <a:pt x="224148" y="1730210"/>
                  </a:lnTo>
                  <a:lnTo>
                    <a:pt x="225003" y="1746586"/>
                  </a:lnTo>
                  <a:lnTo>
                    <a:pt x="225859" y="1718818"/>
                  </a:lnTo>
                  <a:lnTo>
                    <a:pt x="226714" y="1686041"/>
                  </a:lnTo>
                  <a:lnTo>
                    <a:pt x="227570" y="1700356"/>
                  </a:lnTo>
                  <a:lnTo>
                    <a:pt x="228425" y="1721847"/>
                  </a:lnTo>
                  <a:lnTo>
                    <a:pt x="229281" y="1706072"/>
                  </a:lnTo>
                  <a:lnTo>
                    <a:pt x="230136" y="1699743"/>
                  </a:lnTo>
                  <a:lnTo>
                    <a:pt x="230992" y="1711261"/>
                  </a:lnTo>
                  <a:lnTo>
                    <a:pt x="231847" y="1709729"/>
                  </a:lnTo>
                  <a:lnTo>
                    <a:pt x="232703" y="1753934"/>
                  </a:lnTo>
                  <a:lnTo>
                    <a:pt x="233558" y="1742846"/>
                  </a:lnTo>
                  <a:lnTo>
                    <a:pt x="234414" y="1748536"/>
                  </a:lnTo>
                  <a:lnTo>
                    <a:pt x="235269" y="1753402"/>
                  </a:lnTo>
                  <a:lnTo>
                    <a:pt x="236125" y="1755637"/>
                  </a:lnTo>
                  <a:lnTo>
                    <a:pt x="236981" y="1777037"/>
                  </a:lnTo>
                  <a:lnTo>
                    <a:pt x="237836" y="1735261"/>
                  </a:lnTo>
                  <a:lnTo>
                    <a:pt x="238692" y="1780081"/>
                  </a:lnTo>
                  <a:lnTo>
                    <a:pt x="239547" y="1780044"/>
                  </a:lnTo>
                  <a:lnTo>
                    <a:pt x="240403" y="1751050"/>
                  </a:lnTo>
                  <a:lnTo>
                    <a:pt x="241258" y="1795988"/>
                  </a:lnTo>
                  <a:lnTo>
                    <a:pt x="242114" y="1772686"/>
                  </a:lnTo>
                  <a:lnTo>
                    <a:pt x="242969" y="1819089"/>
                  </a:lnTo>
                  <a:lnTo>
                    <a:pt x="243825" y="1815159"/>
                  </a:lnTo>
                  <a:lnTo>
                    <a:pt x="244680" y="1793109"/>
                  </a:lnTo>
                  <a:lnTo>
                    <a:pt x="245536" y="1795891"/>
                  </a:lnTo>
                  <a:lnTo>
                    <a:pt x="246391" y="1794000"/>
                  </a:lnTo>
                  <a:lnTo>
                    <a:pt x="247247" y="1779345"/>
                  </a:lnTo>
                  <a:lnTo>
                    <a:pt x="248102" y="1732768"/>
                  </a:lnTo>
                  <a:lnTo>
                    <a:pt x="248958" y="1777035"/>
                  </a:lnTo>
                  <a:lnTo>
                    <a:pt x="249813" y="1803101"/>
                  </a:lnTo>
                  <a:lnTo>
                    <a:pt x="250669" y="1785989"/>
                  </a:lnTo>
                  <a:lnTo>
                    <a:pt x="251524" y="1824545"/>
                  </a:lnTo>
                  <a:lnTo>
                    <a:pt x="252380" y="1824936"/>
                  </a:lnTo>
                  <a:lnTo>
                    <a:pt x="253236" y="1845424"/>
                  </a:lnTo>
                  <a:lnTo>
                    <a:pt x="254091" y="1961863"/>
                  </a:lnTo>
                  <a:lnTo>
                    <a:pt x="254947" y="2054017"/>
                  </a:lnTo>
                  <a:lnTo>
                    <a:pt x="255802" y="2073660"/>
                  </a:lnTo>
                  <a:lnTo>
                    <a:pt x="256658" y="2060016"/>
                  </a:lnTo>
                  <a:lnTo>
                    <a:pt x="257513" y="2030523"/>
                  </a:lnTo>
                  <a:lnTo>
                    <a:pt x="258369" y="2017128"/>
                  </a:lnTo>
                  <a:lnTo>
                    <a:pt x="259224" y="2000696"/>
                  </a:lnTo>
                  <a:lnTo>
                    <a:pt x="260080" y="1934028"/>
                  </a:lnTo>
                  <a:lnTo>
                    <a:pt x="260935" y="1882189"/>
                  </a:lnTo>
                  <a:lnTo>
                    <a:pt x="261791" y="1883482"/>
                  </a:lnTo>
                  <a:lnTo>
                    <a:pt x="262646" y="1839642"/>
                  </a:lnTo>
                  <a:lnTo>
                    <a:pt x="263502" y="1820559"/>
                  </a:lnTo>
                  <a:lnTo>
                    <a:pt x="264357" y="1743340"/>
                  </a:lnTo>
                  <a:lnTo>
                    <a:pt x="265213" y="1736871"/>
                  </a:lnTo>
                  <a:lnTo>
                    <a:pt x="266068" y="1714541"/>
                  </a:lnTo>
                  <a:lnTo>
                    <a:pt x="266924" y="1714472"/>
                  </a:lnTo>
                  <a:lnTo>
                    <a:pt x="267780" y="1710554"/>
                  </a:lnTo>
                  <a:lnTo>
                    <a:pt x="268635" y="1686422"/>
                  </a:lnTo>
                  <a:lnTo>
                    <a:pt x="269491" y="1697441"/>
                  </a:lnTo>
                  <a:lnTo>
                    <a:pt x="270346" y="1720801"/>
                  </a:lnTo>
                  <a:lnTo>
                    <a:pt x="271202" y="1733680"/>
                  </a:lnTo>
                  <a:lnTo>
                    <a:pt x="272057" y="1735537"/>
                  </a:lnTo>
                  <a:lnTo>
                    <a:pt x="272913" y="1747667"/>
                  </a:lnTo>
                  <a:lnTo>
                    <a:pt x="273768" y="1815117"/>
                  </a:lnTo>
                  <a:lnTo>
                    <a:pt x="274624" y="1802256"/>
                  </a:lnTo>
                  <a:lnTo>
                    <a:pt x="275479" y="1812732"/>
                  </a:lnTo>
                  <a:lnTo>
                    <a:pt x="276335" y="1783720"/>
                  </a:lnTo>
                  <a:lnTo>
                    <a:pt x="277190" y="1785199"/>
                  </a:lnTo>
                  <a:lnTo>
                    <a:pt x="278046" y="1803413"/>
                  </a:lnTo>
                  <a:lnTo>
                    <a:pt x="278901" y="1793405"/>
                  </a:lnTo>
                  <a:lnTo>
                    <a:pt x="279757" y="1801939"/>
                  </a:lnTo>
                  <a:lnTo>
                    <a:pt x="280612" y="1832044"/>
                  </a:lnTo>
                  <a:lnTo>
                    <a:pt x="281468" y="1791143"/>
                  </a:lnTo>
                  <a:lnTo>
                    <a:pt x="282323" y="1816846"/>
                  </a:lnTo>
                  <a:lnTo>
                    <a:pt x="283179" y="1790701"/>
                  </a:lnTo>
                  <a:lnTo>
                    <a:pt x="284035" y="1756590"/>
                  </a:lnTo>
                  <a:lnTo>
                    <a:pt x="284890" y="1754747"/>
                  </a:lnTo>
                  <a:lnTo>
                    <a:pt x="285746" y="1728806"/>
                  </a:lnTo>
                  <a:lnTo>
                    <a:pt x="286601" y="1736263"/>
                  </a:lnTo>
                  <a:lnTo>
                    <a:pt x="287457" y="1739050"/>
                  </a:lnTo>
                  <a:lnTo>
                    <a:pt x="288312" y="1759609"/>
                  </a:lnTo>
                  <a:lnTo>
                    <a:pt x="289168" y="1752914"/>
                  </a:lnTo>
                  <a:lnTo>
                    <a:pt x="290023" y="1762085"/>
                  </a:lnTo>
                  <a:lnTo>
                    <a:pt x="290879" y="1758154"/>
                  </a:lnTo>
                  <a:lnTo>
                    <a:pt x="291734" y="1722279"/>
                  </a:lnTo>
                  <a:lnTo>
                    <a:pt x="292590" y="1728598"/>
                  </a:lnTo>
                  <a:lnTo>
                    <a:pt x="293445" y="1712967"/>
                  </a:lnTo>
                  <a:lnTo>
                    <a:pt x="294301" y="1625256"/>
                  </a:lnTo>
                  <a:lnTo>
                    <a:pt x="295156" y="1639865"/>
                  </a:lnTo>
                  <a:lnTo>
                    <a:pt x="296012" y="1648289"/>
                  </a:lnTo>
                  <a:lnTo>
                    <a:pt x="296867" y="1640937"/>
                  </a:lnTo>
                  <a:lnTo>
                    <a:pt x="297723" y="1668137"/>
                  </a:lnTo>
                  <a:lnTo>
                    <a:pt x="298578" y="1679354"/>
                  </a:lnTo>
                  <a:lnTo>
                    <a:pt x="299434" y="1663910"/>
                  </a:lnTo>
                  <a:lnTo>
                    <a:pt x="300290" y="1720438"/>
                  </a:lnTo>
                  <a:lnTo>
                    <a:pt x="301145" y="1714179"/>
                  </a:lnTo>
                  <a:lnTo>
                    <a:pt x="302001" y="1733461"/>
                  </a:lnTo>
                  <a:lnTo>
                    <a:pt x="302856" y="1721387"/>
                  </a:lnTo>
                  <a:lnTo>
                    <a:pt x="303712" y="1695690"/>
                  </a:lnTo>
                  <a:lnTo>
                    <a:pt x="304567" y="1689193"/>
                  </a:lnTo>
                  <a:lnTo>
                    <a:pt x="305423" y="1656621"/>
                  </a:lnTo>
                  <a:lnTo>
                    <a:pt x="306278" y="1663090"/>
                  </a:lnTo>
                  <a:lnTo>
                    <a:pt x="307134" y="1647437"/>
                  </a:lnTo>
                  <a:lnTo>
                    <a:pt x="307989" y="1669789"/>
                  </a:lnTo>
                  <a:lnTo>
                    <a:pt x="308845" y="1660450"/>
                  </a:lnTo>
                  <a:lnTo>
                    <a:pt x="309700" y="1638138"/>
                  </a:lnTo>
                  <a:lnTo>
                    <a:pt x="310556" y="1660829"/>
                  </a:lnTo>
                  <a:lnTo>
                    <a:pt x="311411" y="1650933"/>
                  </a:lnTo>
                  <a:lnTo>
                    <a:pt x="312267" y="1647664"/>
                  </a:lnTo>
                  <a:lnTo>
                    <a:pt x="313122" y="1658205"/>
                  </a:lnTo>
                  <a:lnTo>
                    <a:pt x="313978" y="1651229"/>
                  </a:lnTo>
                  <a:lnTo>
                    <a:pt x="314834" y="1689547"/>
                  </a:lnTo>
                  <a:lnTo>
                    <a:pt x="315689" y="1694313"/>
                  </a:lnTo>
                  <a:lnTo>
                    <a:pt x="316545" y="1664413"/>
                  </a:lnTo>
                  <a:lnTo>
                    <a:pt x="317400" y="1683044"/>
                  </a:lnTo>
                  <a:lnTo>
                    <a:pt x="318256" y="1686375"/>
                  </a:lnTo>
                  <a:lnTo>
                    <a:pt x="319111" y="1727165"/>
                  </a:lnTo>
                  <a:lnTo>
                    <a:pt x="319967" y="1679649"/>
                  </a:lnTo>
                  <a:lnTo>
                    <a:pt x="320822" y="1668368"/>
                  </a:lnTo>
                  <a:lnTo>
                    <a:pt x="321678" y="1677747"/>
                  </a:lnTo>
                  <a:lnTo>
                    <a:pt x="322533" y="1676483"/>
                  </a:lnTo>
                  <a:lnTo>
                    <a:pt x="323389" y="1665462"/>
                  </a:lnTo>
                  <a:lnTo>
                    <a:pt x="324244" y="1682394"/>
                  </a:lnTo>
                  <a:lnTo>
                    <a:pt x="325100" y="1674060"/>
                  </a:lnTo>
                  <a:lnTo>
                    <a:pt x="325955" y="1737938"/>
                  </a:lnTo>
                  <a:lnTo>
                    <a:pt x="326811" y="1779599"/>
                  </a:lnTo>
                  <a:lnTo>
                    <a:pt x="327666" y="1774748"/>
                  </a:lnTo>
                  <a:lnTo>
                    <a:pt x="328522" y="1819907"/>
                  </a:lnTo>
                  <a:lnTo>
                    <a:pt x="329377" y="1794190"/>
                  </a:lnTo>
                  <a:lnTo>
                    <a:pt x="330233" y="1844204"/>
                  </a:lnTo>
                  <a:lnTo>
                    <a:pt x="331089" y="1854126"/>
                  </a:lnTo>
                  <a:lnTo>
                    <a:pt x="331944" y="1788274"/>
                  </a:lnTo>
                  <a:lnTo>
                    <a:pt x="332800" y="1817382"/>
                  </a:lnTo>
                  <a:lnTo>
                    <a:pt x="333655" y="1835440"/>
                  </a:lnTo>
                  <a:lnTo>
                    <a:pt x="334511" y="1836366"/>
                  </a:lnTo>
                  <a:lnTo>
                    <a:pt x="335366" y="1836395"/>
                  </a:lnTo>
                  <a:lnTo>
                    <a:pt x="336222" y="1757441"/>
                  </a:lnTo>
                  <a:lnTo>
                    <a:pt x="337077" y="1778283"/>
                  </a:lnTo>
                  <a:lnTo>
                    <a:pt x="337933" y="1774898"/>
                  </a:lnTo>
                  <a:lnTo>
                    <a:pt x="338788" y="1690123"/>
                  </a:lnTo>
                  <a:lnTo>
                    <a:pt x="339644" y="1668365"/>
                  </a:lnTo>
                  <a:lnTo>
                    <a:pt x="340499" y="1639701"/>
                  </a:lnTo>
                  <a:lnTo>
                    <a:pt x="341355" y="1627692"/>
                  </a:lnTo>
                  <a:lnTo>
                    <a:pt x="342210" y="1646361"/>
                  </a:lnTo>
                  <a:lnTo>
                    <a:pt x="343066" y="1612583"/>
                  </a:lnTo>
                  <a:lnTo>
                    <a:pt x="343921" y="1624767"/>
                  </a:lnTo>
                  <a:lnTo>
                    <a:pt x="344777" y="1690728"/>
                  </a:lnTo>
                  <a:lnTo>
                    <a:pt x="345632" y="1716034"/>
                  </a:lnTo>
                  <a:lnTo>
                    <a:pt x="346488" y="1750437"/>
                  </a:lnTo>
                  <a:lnTo>
                    <a:pt x="347344" y="1812808"/>
                  </a:lnTo>
                  <a:lnTo>
                    <a:pt x="348199" y="1869634"/>
                  </a:lnTo>
                  <a:lnTo>
                    <a:pt x="349055" y="1925932"/>
                  </a:lnTo>
                  <a:lnTo>
                    <a:pt x="349910" y="1810307"/>
                  </a:lnTo>
                  <a:lnTo>
                    <a:pt x="350766" y="1791692"/>
                  </a:lnTo>
                  <a:lnTo>
                    <a:pt x="351621" y="1787202"/>
                  </a:lnTo>
                  <a:lnTo>
                    <a:pt x="352477" y="1781544"/>
                  </a:lnTo>
                  <a:lnTo>
                    <a:pt x="353332" y="1743727"/>
                  </a:lnTo>
                  <a:lnTo>
                    <a:pt x="354188" y="1777706"/>
                  </a:lnTo>
                  <a:lnTo>
                    <a:pt x="355043" y="1765476"/>
                  </a:lnTo>
                  <a:lnTo>
                    <a:pt x="355899" y="1774579"/>
                  </a:lnTo>
                  <a:lnTo>
                    <a:pt x="356754" y="1802461"/>
                  </a:lnTo>
                  <a:lnTo>
                    <a:pt x="357610" y="1767458"/>
                  </a:lnTo>
                  <a:lnTo>
                    <a:pt x="358465" y="1747959"/>
                  </a:lnTo>
                  <a:lnTo>
                    <a:pt x="359321" y="1724729"/>
                  </a:lnTo>
                  <a:lnTo>
                    <a:pt x="360176" y="1725634"/>
                  </a:lnTo>
                  <a:lnTo>
                    <a:pt x="361032" y="1727914"/>
                  </a:lnTo>
                  <a:lnTo>
                    <a:pt x="361888" y="1728951"/>
                  </a:lnTo>
                  <a:lnTo>
                    <a:pt x="362743" y="1725668"/>
                  </a:lnTo>
                  <a:lnTo>
                    <a:pt x="363599" y="1770072"/>
                  </a:lnTo>
                  <a:lnTo>
                    <a:pt x="364454" y="1771563"/>
                  </a:lnTo>
                  <a:lnTo>
                    <a:pt x="365310" y="1799188"/>
                  </a:lnTo>
                  <a:lnTo>
                    <a:pt x="366165" y="1815902"/>
                  </a:lnTo>
                  <a:lnTo>
                    <a:pt x="367021" y="1878693"/>
                  </a:lnTo>
                  <a:lnTo>
                    <a:pt x="367876" y="1946942"/>
                  </a:lnTo>
                  <a:lnTo>
                    <a:pt x="368732" y="2036760"/>
                  </a:lnTo>
                  <a:lnTo>
                    <a:pt x="369587" y="2023152"/>
                  </a:lnTo>
                  <a:lnTo>
                    <a:pt x="370443" y="2032393"/>
                  </a:lnTo>
                  <a:lnTo>
                    <a:pt x="371298" y="2001001"/>
                  </a:lnTo>
                  <a:lnTo>
                    <a:pt x="372154" y="1988778"/>
                  </a:lnTo>
                  <a:lnTo>
                    <a:pt x="373009" y="1908108"/>
                  </a:lnTo>
                  <a:lnTo>
                    <a:pt x="373865" y="1869562"/>
                  </a:lnTo>
                  <a:lnTo>
                    <a:pt x="374720" y="1813967"/>
                  </a:lnTo>
                  <a:lnTo>
                    <a:pt x="375576" y="1819329"/>
                  </a:lnTo>
                  <a:lnTo>
                    <a:pt x="376431" y="1860467"/>
                  </a:lnTo>
                  <a:lnTo>
                    <a:pt x="377287" y="1801229"/>
                  </a:lnTo>
                  <a:lnTo>
                    <a:pt x="378143" y="1786226"/>
                  </a:lnTo>
                  <a:lnTo>
                    <a:pt x="378998" y="1759280"/>
                  </a:lnTo>
                  <a:lnTo>
                    <a:pt x="379854" y="1777994"/>
                  </a:lnTo>
                  <a:lnTo>
                    <a:pt x="380709" y="1883156"/>
                  </a:lnTo>
                  <a:lnTo>
                    <a:pt x="381565" y="1841671"/>
                  </a:lnTo>
                  <a:lnTo>
                    <a:pt x="382420" y="1836161"/>
                  </a:lnTo>
                  <a:lnTo>
                    <a:pt x="383276" y="1878531"/>
                  </a:lnTo>
                  <a:lnTo>
                    <a:pt x="384131" y="1903834"/>
                  </a:lnTo>
                  <a:lnTo>
                    <a:pt x="384987" y="1955709"/>
                  </a:lnTo>
                  <a:lnTo>
                    <a:pt x="385842" y="1857960"/>
                  </a:lnTo>
                  <a:lnTo>
                    <a:pt x="386698" y="1810508"/>
                  </a:lnTo>
                  <a:lnTo>
                    <a:pt x="387553" y="1843672"/>
                  </a:lnTo>
                  <a:lnTo>
                    <a:pt x="388409" y="1832476"/>
                  </a:lnTo>
                  <a:lnTo>
                    <a:pt x="389264" y="1872861"/>
                  </a:lnTo>
                  <a:lnTo>
                    <a:pt x="390120" y="1924282"/>
                  </a:lnTo>
                  <a:lnTo>
                    <a:pt x="390975" y="1867170"/>
                  </a:lnTo>
                  <a:lnTo>
                    <a:pt x="391831" y="1858924"/>
                  </a:lnTo>
                  <a:lnTo>
                    <a:pt x="392686" y="1832653"/>
                  </a:lnTo>
                  <a:lnTo>
                    <a:pt x="393542" y="1884578"/>
                  </a:lnTo>
                  <a:lnTo>
                    <a:pt x="394398" y="1866195"/>
                  </a:lnTo>
                  <a:lnTo>
                    <a:pt x="395253" y="1856116"/>
                  </a:lnTo>
                  <a:lnTo>
                    <a:pt x="396109" y="1842168"/>
                  </a:lnTo>
                  <a:lnTo>
                    <a:pt x="396964" y="1798833"/>
                  </a:lnTo>
                  <a:lnTo>
                    <a:pt x="397820" y="1804516"/>
                  </a:lnTo>
                  <a:lnTo>
                    <a:pt x="398675" y="1791114"/>
                  </a:lnTo>
                  <a:lnTo>
                    <a:pt x="399531" y="1784878"/>
                  </a:lnTo>
                  <a:lnTo>
                    <a:pt x="400386" y="1762201"/>
                  </a:lnTo>
                  <a:lnTo>
                    <a:pt x="401242" y="1726781"/>
                  </a:lnTo>
                  <a:lnTo>
                    <a:pt x="402097" y="1767079"/>
                  </a:lnTo>
                  <a:lnTo>
                    <a:pt x="402953" y="1784707"/>
                  </a:lnTo>
                  <a:lnTo>
                    <a:pt x="403808" y="1750041"/>
                  </a:lnTo>
                  <a:lnTo>
                    <a:pt x="404664" y="1766787"/>
                  </a:lnTo>
                  <a:lnTo>
                    <a:pt x="405519" y="1761463"/>
                  </a:lnTo>
                  <a:lnTo>
                    <a:pt x="406375" y="1821554"/>
                  </a:lnTo>
                  <a:lnTo>
                    <a:pt x="407230" y="1863605"/>
                  </a:lnTo>
                  <a:lnTo>
                    <a:pt x="408086" y="1779239"/>
                  </a:lnTo>
                  <a:lnTo>
                    <a:pt x="408942" y="1836151"/>
                  </a:lnTo>
                  <a:lnTo>
                    <a:pt x="409797" y="1814971"/>
                  </a:lnTo>
                  <a:lnTo>
                    <a:pt x="410653" y="1860199"/>
                  </a:lnTo>
                  <a:lnTo>
                    <a:pt x="411508" y="1955621"/>
                  </a:lnTo>
                  <a:lnTo>
                    <a:pt x="412364" y="1839411"/>
                  </a:lnTo>
                  <a:lnTo>
                    <a:pt x="413219" y="1800740"/>
                  </a:lnTo>
                  <a:lnTo>
                    <a:pt x="414075" y="1805380"/>
                  </a:lnTo>
                  <a:lnTo>
                    <a:pt x="414930" y="1824446"/>
                  </a:lnTo>
                  <a:lnTo>
                    <a:pt x="415786" y="1833655"/>
                  </a:lnTo>
                  <a:lnTo>
                    <a:pt x="416641" y="1832407"/>
                  </a:lnTo>
                  <a:lnTo>
                    <a:pt x="417497" y="1827665"/>
                  </a:lnTo>
                  <a:lnTo>
                    <a:pt x="418352" y="1846998"/>
                  </a:lnTo>
                  <a:lnTo>
                    <a:pt x="419208" y="1833279"/>
                  </a:lnTo>
                  <a:lnTo>
                    <a:pt x="420063" y="1810056"/>
                  </a:lnTo>
                  <a:lnTo>
                    <a:pt x="420919" y="1797922"/>
                  </a:lnTo>
                  <a:lnTo>
                    <a:pt x="421774" y="1812506"/>
                  </a:lnTo>
                  <a:lnTo>
                    <a:pt x="422630" y="1807566"/>
                  </a:lnTo>
                  <a:lnTo>
                    <a:pt x="423485" y="1810719"/>
                  </a:lnTo>
                  <a:lnTo>
                    <a:pt x="424341" y="1800224"/>
                  </a:lnTo>
                  <a:lnTo>
                    <a:pt x="425197" y="1821820"/>
                  </a:lnTo>
                  <a:lnTo>
                    <a:pt x="426052" y="1777788"/>
                  </a:lnTo>
                  <a:lnTo>
                    <a:pt x="426908" y="1817802"/>
                  </a:lnTo>
                  <a:lnTo>
                    <a:pt x="427763" y="1861549"/>
                  </a:lnTo>
                  <a:lnTo>
                    <a:pt x="428619" y="1873000"/>
                  </a:lnTo>
                  <a:lnTo>
                    <a:pt x="429474" y="1950735"/>
                  </a:lnTo>
                  <a:lnTo>
                    <a:pt x="430330" y="1976925"/>
                  </a:lnTo>
                  <a:lnTo>
                    <a:pt x="431185" y="2035520"/>
                  </a:lnTo>
                  <a:lnTo>
                    <a:pt x="432041" y="2079773"/>
                  </a:lnTo>
                  <a:lnTo>
                    <a:pt x="432896" y="2060957"/>
                  </a:lnTo>
                  <a:lnTo>
                    <a:pt x="433752" y="2068558"/>
                  </a:lnTo>
                  <a:lnTo>
                    <a:pt x="434607" y="2097481"/>
                  </a:lnTo>
                  <a:lnTo>
                    <a:pt x="435463" y="2061919"/>
                  </a:lnTo>
                  <a:lnTo>
                    <a:pt x="436318" y="1986167"/>
                  </a:lnTo>
                  <a:lnTo>
                    <a:pt x="437174" y="1905464"/>
                  </a:lnTo>
                  <a:lnTo>
                    <a:pt x="438029" y="1901597"/>
                  </a:lnTo>
                  <a:lnTo>
                    <a:pt x="438885" y="1881538"/>
                  </a:lnTo>
                  <a:lnTo>
                    <a:pt x="439740" y="1840120"/>
                  </a:lnTo>
                  <a:lnTo>
                    <a:pt x="440596" y="1869657"/>
                  </a:lnTo>
                  <a:lnTo>
                    <a:pt x="441452" y="1812071"/>
                  </a:lnTo>
                  <a:lnTo>
                    <a:pt x="442307" y="1808195"/>
                  </a:lnTo>
                  <a:lnTo>
                    <a:pt x="443163" y="1799351"/>
                  </a:lnTo>
                  <a:lnTo>
                    <a:pt x="444018" y="1746525"/>
                  </a:lnTo>
                  <a:lnTo>
                    <a:pt x="444874" y="1735787"/>
                  </a:lnTo>
                  <a:lnTo>
                    <a:pt x="445729" y="1753820"/>
                  </a:lnTo>
                  <a:lnTo>
                    <a:pt x="446585" y="1754884"/>
                  </a:lnTo>
                  <a:lnTo>
                    <a:pt x="447440" y="1748484"/>
                  </a:lnTo>
                  <a:lnTo>
                    <a:pt x="448296" y="1742221"/>
                  </a:lnTo>
                  <a:lnTo>
                    <a:pt x="449151" y="1736269"/>
                  </a:lnTo>
                  <a:lnTo>
                    <a:pt x="450007" y="1735992"/>
                  </a:lnTo>
                  <a:lnTo>
                    <a:pt x="450862" y="1756073"/>
                  </a:lnTo>
                  <a:lnTo>
                    <a:pt x="451718" y="1742596"/>
                  </a:lnTo>
                  <a:lnTo>
                    <a:pt x="452573" y="1738192"/>
                  </a:lnTo>
                  <a:lnTo>
                    <a:pt x="453429" y="1762683"/>
                  </a:lnTo>
                  <a:lnTo>
                    <a:pt x="454284" y="1788360"/>
                  </a:lnTo>
                  <a:lnTo>
                    <a:pt x="455140" y="1830656"/>
                  </a:lnTo>
                  <a:lnTo>
                    <a:pt x="455995" y="1828766"/>
                  </a:lnTo>
                  <a:lnTo>
                    <a:pt x="456851" y="1812454"/>
                  </a:lnTo>
                  <a:lnTo>
                    <a:pt x="457707" y="1796196"/>
                  </a:lnTo>
                  <a:lnTo>
                    <a:pt x="458562" y="1761747"/>
                  </a:lnTo>
                  <a:lnTo>
                    <a:pt x="459418" y="1758196"/>
                  </a:lnTo>
                  <a:lnTo>
                    <a:pt x="460273" y="1717494"/>
                  </a:lnTo>
                  <a:lnTo>
                    <a:pt x="461129" y="1690862"/>
                  </a:lnTo>
                  <a:lnTo>
                    <a:pt x="461984" y="1638969"/>
                  </a:lnTo>
                  <a:lnTo>
                    <a:pt x="462840" y="1653692"/>
                  </a:lnTo>
                  <a:lnTo>
                    <a:pt x="463695" y="1682742"/>
                  </a:lnTo>
                  <a:lnTo>
                    <a:pt x="464551" y="1627551"/>
                  </a:lnTo>
                  <a:lnTo>
                    <a:pt x="465406" y="1626529"/>
                  </a:lnTo>
                  <a:lnTo>
                    <a:pt x="466262" y="1595809"/>
                  </a:lnTo>
                  <a:lnTo>
                    <a:pt x="467117" y="1556040"/>
                  </a:lnTo>
                  <a:lnTo>
                    <a:pt x="467973" y="1552580"/>
                  </a:lnTo>
                  <a:lnTo>
                    <a:pt x="468828" y="1564351"/>
                  </a:lnTo>
                  <a:lnTo>
                    <a:pt x="469684" y="1599792"/>
                  </a:lnTo>
                  <a:lnTo>
                    <a:pt x="470539" y="1584444"/>
                  </a:lnTo>
                  <a:lnTo>
                    <a:pt x="471395" y="1598197"/>
                  </a:lnTo>
                  <a:lnTo>
                    <a:pt x="472251" y="1579189"/>
                  </a:lnTo>
                  <a:lnTo>
                    <a:pt x="473106" y="1567882"/>
                  </a:lnTo>
                  <a:lnTo>
                    <a:pt x="473962" y="1638026"/>
                  </a:lnTo>
                  <a:lnTo>
                    <a:pt x="474817" y="1618509"/>
                  </a:lnTo>
                  <a:lnTo>
                    <a:pt x="475673" y="1615021"/>
                  </a:lnTo>
                  <a:lnTo>
                    <a:pt x="476528" y="1615970"/>
                  </a:lnTo>
                  <a:lnTo>
                    <a:pt x="477384" y="1628503"/>
                  </a:lnTo>
                  <a:lnTo>
                    <a:pt x="478239" y="1553087"/>
                  </a:lnTo>
                  <a:lnTo>
                    <a:pt x="479095" y="1530454"/>
                  </a:lnTo>
                  <a:lnTo>
                    <a:pt x="479950" y="1534104"/>
                  </a:lnTo>
                  <a:lnTo>
                    <a:pt x="480806" y="1579265"/>
                  </a:lnTo>
                  <a:lnTo>
                    <a:pt x="481661" y="1621980"/>
                  </a:lnTo>
                  <a:lnTo>
                    <a:pt x="482517" y="1699190"/>
                  </a:lnTo>
                  <a:lnTo>
                    <a:pt x="483372" y="1803477"/>
                  </a:lnTo>
                  <a:lnTo>
                    <a:pt x="484228" y="1916890"/>
                  </a:lnTo>
                  <a:lnTo>
                    <a:pt x="485083" y="1949266"/>
                  </a:lnTo>
                  <a:lnTo>
                    <a:pt x="485939" y="1908358"/>
                  </a:lnTo>
                  <a:lnTo>
                    <a:pt x="486794" y="1793220"/>
                  </a:lnTo>
                  <a:lnTo>
                    <a:pt x="487650" y="1762719"/>
                  </a:lnTo>
                  <a:lnTo>
                    <a:pt x="488506" y="1761302"/>
                  </a:lnTo>
                  <a:lnTo>
                    <a:pt x="489361" y="1806485"/>
                  </a:lnTo>
                  <a:lnTo>
                    <a:pt x="490217" y="1724077"/>
                  </a:lnTo>
                  <a:lnTo>
                    <a:pt x="491072" y="1753118"/>
                  </a:lnTo>
                  <a:lnTo>
                    <a:pt x="491928" y="1731560"/>
                  </a:lnTo>
                  <a:lnTo>
                    <a:pt x="492783" y="1693992"/>
                  </a:lnTo>
                  <a:lnTo>
                    <a:pt x="493639" y="1737866"/>
                  </a:lnTo>
                  <a:lnTo>
                    <a:pt x="494494" y="1685431"/>
                  </a:lnTo>
                  <a:lnTo>
                    <a:pt x="495350" y="1723631"/>
                  </a:lnTo>
                  <a:lnTo>
                    <a:pt x="496205" y="1727296"/>
                  </a:lnTo>
                  <a:lnTo>
                    <a:pt x="497061" y="1696705"/>
                  </a:lnTo>
                  <a:lnTo>
                    <a:pt x="497916" y="1706238"/>
                  </a:lnTo>
                  <a:lnTo>
                    <a:pt x="498772" y="1684223"/>
                  </a:lnTo>
                  <a:lnTo>
                    <a:pt x="499627" y="1648799"/>
                  </a:lnTo>
                  <a:lnTo>
                    <a:pt x="500483" y="1682053"/>
                  </a:lnTo>
                  <a:lnTo>
                    <a:pt x="501338" y="1702338"/>
                  </a:lnTo>
                  <a:lnTo>
                    <a:pt x="502194" y="1724254"/>
                  </a:lnTo>
                  <a:lnTo>
                    <a:pt x="503049" y="1706571"/>
                  </a:lnTo>
                  <a:lnTo>
                    <a:pt x="503905" y="1729647"/>
                  </a:lnTo>
                  <a:lnTo>
                    <a:pt x="504761" y="1656519"/>
                  </a:lnTo>
                  <a:lnTo>
                    <a:pt x="505616" y="1667165"/>
                  </a:lnTo>
                  <a:lnTo>
                    <a:pt x="506472" y="1680425"/>
                  </a:lnTo>
                  <a:lnTo>
                    <a:pt x="507327" y="1645163"/>
                  </a:lnTo>
                  <a:lnTo>
                    <a:pt x="508183" y="1699931"/>
                  </a:lnTo>
                  <a:lnTo>
                    <a:pt x="509038" y="1638132"/>
                  </a:lnTo>
                  <a:lnTo>
                    <a:pt x="509894" y="1637365"/>
                  </a:lnTo>
                  <a:lnTo>
                    <a:pt x="510749" y="1664855"/>
                  </a:lnTo>
                  <a:lnTo>
                    <a:pt x="511605" y="1647462"/>
                  </a:lnTo>
                  <a:lnTo>
                    <a:pt x="512460" y="1654672"/>
                  </a:lnTo>
                  <a:lnTo>
                    <a:pt x="513316" y="1680090"/>
                  </a:lnTo>
                  <a:lnTo>
                    <a:pt x="514171" y="1682742"/>
                  </a:lnTo>
                  <a:lnTo>
                    <a:pt x="515027" y="1681277"/>
                  </a:lnTo>
                  <a:lnTo>
                    <a:pt x="515882" y="1705300"/>
                  </a:lnTo>
                  <a:lnTo>
                    <a:pt x="516738" y="1697162"/>
                  </a:lnTo>
                  <a:lnTo>
                    <a:pt x="517593" y="1711885"/>
                  </a:lnTo>
                  <a:lnTo>
                    <a:pt x="518449" y="1715334"/>
                  </a:lnTo>
                  <a:lnTo>
                    <a:pt x="519305" y="1688669"/>
                  </a:lnTo>
                  <a:lnTo>
                    <a:pt x="520160" y="1748207"/>
                  </a:lnTo>
                  <a:lnTo>
                    <a:pt x="521016" y="1733594"/>
                  </a:lnTo>
                  <a:lnTo>
                    <a:pt x="521871" y="1717068"/>
                  </a:lnTo>
                  <a:lnTo>
                    <a:pt x="522727" y="1696996"/>
                  </a:lnTo>
                  <a:lnTo>
                    <a:pt x="523582" y="1681189"/>
                  </a:lnTo>
                  <a:lnTo>
                    <a:pt x="524438" y="1706978"/>
                  </a:lnTo>
                  <a:lnTo>
                    <a:pt x="525293" y="1704230"/>
                  </a:lnTo>
                  <a:lnTo>
                    <a:pt x="526149" y="1714140"/>
                  </a:lnTo>
                  <a:lnTo>
                    <a:pt x="527004" y="1673555"/>
                  </a:lnTo>
                  <a:lnTo>
                    <a:pt x="527860" y="1750128"/>
                  </a:lnTo>
                  <a:lnTo>
                    <a:pt x="528715" y="1690182"/>
                  </a:lnTo>
                  <a:lnTo>
                    <a:pt x="529571" y="1688035"/>
                  </a:lnTo>
                  <a:lnTo>
                    <a:pt x="530426" y="1705510"/>
                  </a:lnTo>
                  <a:lnTo>
                    <a:pt x="531282" y="1749490"/>
                  </a:lnTo>
                  <a:lnTo>
                    <a:pt x="532137" y="1768127"/>
                  </a:lnTo>
                  <a:lnTo>
                    <a:pt x="532993" y="1749986"/>
                  </a:lnTo>
                  <a:lnTo>
                    <a:pt x="533848" y="1727656"/>
                  </a:lnTo>
                  <a:lnTo>
                    <a:pt x="534704" y="1760777"/>
                  </a:lnTo>
                  <a:lnTo>
                    <a:pt x="535560" y="1747829"/>
                  </a:lnTo>
                  <a:lnTo>
                    <a:pt x="536415" y="1776503"/>
                  </a:lnTo>
                  <a:lnTo>
                    <a:pt x="537271" y="1825308"/>
                  </a:lnTo>
                  <a:lnTo>
                    <a:pt x="538126" y="1776947"/>
                  </a:lnTo>
                  <a:lnTo>
                    <a:pt x="538982" y="1889327"/>
                  </a:lnTo>
                  <a:lnTo>
                    <a:pt x="539837" y="1882700"/>
                  </a:lnTo>
                  <a:lnTo>
                    <a:pt x="540693" y="1943207"/>
                  </a:lnTo>
                  <a:lnTo>
                    <a:pt x="541548" y="2025820"/>
                  </a:lnTo>
                  <a:lnTo>
                    <a:pt x="542404" y="2008407"/>
                  </a:lnTo>
                  <a:lnTo>
                    <a:pt x="543259" y="2006608"/>
                  </a:lnTo>
                  <a:lnTo>
                    <a:pt x="544115" y="1981428"/>
                  </a:lnTo>
                  <a:lnTo>
                    <a:pt x="544970" y="1898495"/>
                  </a:lnTo>
                  <a:lnTo>
                    <a:pt x="545826" y="1890145"/>
                  </a:lnTo>
                  <a:lnTo>
                    <a:pt x="546681" y="1857001"/>
                  </a:lnTo>
                  <a:lnTo>
                    <a:pt x="547537" y="1814927"/>
                  </a:lnTo>
                  <a:lnTo>
                    <a:pt x="548392" y="1736673"/>
                  </a:lnTo>
                  <a:lnTo>
                    <a:pt x="549248" y="1688668"/>
                  </a:lnTo>
                  <a:lnTo>
                    <a:pt x="550103" y="1703300"/>
                  </a:lnTo>
                  <a:lnTo>
                    <a:pt x="550959" y="1685656"/>
                  </a:lnTo>
                  <a:lnTo>
                    <a:pt x="551815" y="1683722"/>
                  </a:lnTo>
                  <a:lnTo>
                    <a:pt x="552670" y="1691543"/>
                  </a:lnTo>
                  <a:lnTo>
                    <a:pt x="553526" y="1654582"/>
                  </a:lnTo>
                  <a:lnTo>
                    <a:pt x="554381" y="1665599"/>
                  </a:lnTo>
                  <a:lnTo>
                    <a:pt x="555237" y="1685484"/>
                  </a:lnTo>
                  <a:lnTo>
                    <a:pt x="556092" y="1706797"/>
                  </a:lnTo>
                  <a:lnTo>
                    <a:pt x="556948" y="1698633"/>
                  </a:lnTo>
                  <a:lnTo>
                    <a:pt x="557803" y="1655872"/>
                  </a:lnTo>
                  <a:lnTo>
                    <a:pt x="558659" y="1669198"/>
                  </a:lnTo>
                  <a:lnTo>
                    <a:pt x="559514" y="1675325"/>
                  </a:lnTo>
                  <a:lnTo>
                    <a:pt x="560370" y="1686819"/>
                  </a:lnTo>
                  <a:lnTo>
                    <a:pt x="561225" y="1685065"/>
                  </a:lnTo>
                  <a:lnTo>
                    <a:pt x="562081" y="1665217"/>
                  </a:lnTo>
                  <a:lnTo>
                    <a:pt x="562936" y="1720627"/>
                  </a:lnTo>
                  <a:lnTo>
                    <a:pt x="563792" y="1748196"/>
                  </a:lnTo>
                  <a:lnTo>
                    <a:pt x="564647" y="1719374"/>
                  </a:lnTo>
                  <a:lnTo>
                    <a:pt x="565503" y="1769481"/>
                  </a:lnTo>
                  <a:lnTo>
                    <a:pt x="566359" y="1795692"/>
                  </a:lnTo>
                  <a:lnTo>
                    <a:pt x="567214" y="1817057"/>
                  </a:lnTo>
                  <a:lnTo>
                    <a:pt x="568070" y="1947796"/>
                  </a:lnTo>
                  <a:lnTo>
                    <a:pt x="568925" y="2019710"/>
                  </a:lnTo>
                  <a:lnTo>
                    <a:pt x="569781" y="2106145"/>
                  </a:lnTo>
                  <a:lnTo>
                    <a:pt x="570636" y="2115750"/>
                  </a:lnTo>
                  <a:lnTo>
                    <a:pt x="571492" y="2109549"/>
                  </a:lnTo>
                  <a:lnTo>
                    <a:pt x="572347" y="2139071"/>
                  </a:lnTo>
                  <a:lnTo>
                    <a:pt x="573203" y="2084490"/>
                  </a:lnTo>
                  <a:lnTo>
                    <a:pt x="574058" y="2086038"/>
                  </a:lnTo>
                  <a:lnTo>
                    <a:pt x="574914" y="2044776"/>
                  </a:lnTo>
                  <a:lnTo>
                    <a:pt x="575769" y="1974653"/>
                  </a:lnTo>
                  <a:lnTo>
                    <a:pt x="576625" y="1830925"/>
                  </a:lnTo>
                  <a:lnTo>
                    <a:pt x="577480" y="1701310"/>
                  </a:lnTo>
                  <a:lnTo>
                    <a:pt x="578336" y="1683819"/>
                  </a:lnTo>
                  <a:lnTo>
                    <a:pt x="579191" y="1719572"/>
                  </a:lnTo>
                  <a:lnTo>
                    <a:pt x="580047" y="1635147"/>
                  </a:lnTo>
                  <a:lnTo>
                    <a:pt x="580902" y="1622416"/>
                  </a:lnTo>
                  <a:lnTo>
                    <a:pt x="581758" y="1534307"/>
                  </a:lnTo>
                  <a:lnTo>
                    <a:pt x="582614" y="1585003"/>
                  </a:lnTo>
                  <a:lnTo>
                    <a:pt x="583469" y="1589460"/>
                  </a:lnTo>
                  <a:lnTo>
                    <a:pt x="584325" y="1565501"/>
                  </a:lnTo>
                  <a:lnTo>
                    <a:pt x="585180" y="1589152"/>
                  </a:lnTo>
                  <a:lnTo>
                    <a:pt x="586036" y="1523401"/>
                  </a:lnTo>
                  <a:lnTo>
                    <a:pt x="586891" y="1517908"/>
                  </a:lnTo>
                  <a:lnTo>
                    <a:pt x="587747" y="1529507"/>
                  </a:lnTo>
                  <a:lnTo>
                    <a:pt x="588602" y="1558933"/>
                  </a:lnTo>
                  <a:lnTo>
                    <a:pt x="589458" y="1545736"/>
                  </a:lnTo>
                  <a:lnTo>
                    <a:pt x="590313" y="1668540"/>
                  </a:lnTo>
                  <a:lnTo>
                    <a:pt x="591169" y="1643695"/>
                  </a:lnTo>
                  <a:lnTo>
                    <a:pt x="592024" y="1771887"/>
                  </a:lnTo>
                  <a:lnTo>
                    <a:pt x="592880" y="1829080"/>
                  </a:lnTo>
                  <a:lnTo>
                    <a:pt x="593735" y="1778464"/>
                  </a:lnTo>
                  <a:lnTo>
                    <a:pt x="594591" y="1823864"/>
                  </a:lnTo>
                  <a:lnTo>
                    <a:pt x="595446" y="1815591"/>
                  </a:lnTo>
                  <a:lnTo>
                    <a:pt x="596302" y="1926319"/>
                  </a:lnTo>
                  <a:lnTo>
                    <a:pt x="597157" y="1883067"/>
                  </a:lnTo>
                  <a:lnTo>
                    <a:pt x="598013" y="1788634"/>
                  </a:lnTo>
                  <a:lnTo>
                    <a:pt x="598869" y="1702846"/>
                  </a:lnTo>
                  <a:lnTo>
                    <a:pt x="599724" y="1521481"/>
                  </a:lnTo>
                  <a:lnTo>
                    <a:pt x="600580" y="1534403"/>
                  </a:lnTo>
                  <a:lnTo>
                    <a:pt x="601435" y="1463503"/>
                  </a:lnTo>
                  <a:lnTo>
                    <a:pt x="602291" y="1378453"/>
                  </a:lnTo>
                  <a:lnTo>
                    <a:pt x="603146" y="1356887"/>
                  </a:lnTo>
                  <a:lnTo>
                    <a:pt x="604002" y="1313634"/>
                  </a:lnTo>
                  <a:lnTo>
                    <a:pt x="604857" y="1287878"/>
                  </a:lnTo>
                  <a:lnTo>
                    <a:pt x="605713" y="1302781"/>
                  </a:lnTo>
                  <a:lnTo>
                    <a:pt x="606568" y="1273703"/>
                  </a:lnTo>
                  <a:lnTo>
                    <a:pt x="607424" y="1289248"/>
                  </a:lnTo>
                  <a:lnTo>
                    <a:pt x="608279" y="1298041"/>
                  </a:lnTo>
                  <a:lnTo>
                    <a:pt x="609135" y="1317125"/>
                  </a:lnTo>
                  <a:lnTo>
                    <a:pt x="609990" y="1378767"/>
                  </a:lnTo>
                  <a:lnTo>
                    <a:pt x="610846" y="1318753"/>
                  </a:lnTo>
                  <a:lnTo>
                    <a:pt x="611701" y="1329870"/>
                  </a:lnTo>
                  <a:lnTo>
                    <a:pt x="612557" y="1381943"/>
                  </a:lnTo>
                  <a:lnTo>
                    <a:pt x="613413" y="1349293"/>
                  </a:lnTo>
                  <a:lnTo>
                    <a:pt x="614268" y="1394437"/>
                  </a:lnTo>
                  <a:lnTo>
                    <a:pt x="615124" y="1408243"/>
                  </a:lnTo>
                  <a:lnTo>
                    <a:pt x="615979" y="1412155"/>
                  </a:lnTo>
                  <a:lnTo>
                    <a:pt x="616835" y="1448329"/>
                  </a:lnTo>
                  <a:lnTo>
                    <a:pt x="617690" y="1446499"/>
                  </a:lnTo>
                  <a:lnTo>
                    <a:pt x="618546" y="1457612"/>
                  </a:lnTo>
                  <a:lnTo>
                    <a:pt x="619401" y="1471168"/>
                  </a:lnTo>
                  <a:lnTo>
                    <a:pt x="620257" y="1474158"/>
                  </a:lnTo>
                  <a:lnTo>
                    <a:pt x="621112" y="1465023"/>
                  </a:lnTo>
                  <a:lnTo>
                    <a:pt x="621968" y="1456986"/>
                  </a:lnTo>
                  <a:lnTo>
                    <a:pt x="622823" y="1439366"/>
                  </a:lnTo>
                  <a:lnTo>
                    <a:pt x="623679" y="1483839"/>
                  </a:lnTo>
                  <a:lnTo>
                    <a:pt x="624534" y="1496657"/>
                  </a:lnTo>
                  <a:lnTo>
                    <a:pt x="625390" y="1495516"/>
                  </a:lnTo>
                  <a:lnTo>
                    <a:pt x="626245" y="1504699"/>
                  </a:lnTo>
                  <a:lnTo>
                    <a:pt x="627101" y="1500928"/>
                  </a:lnTo>
                  <a:lnTo>
                    <a:pt x="627956" y="1448251"/>
                  </a:lnTo>
                  <a:lnTo>
                    <a:pt x="628812" y="1467936"/>
                  </a:lnTo>
                  <a:lnTo>
                    <a:pt x="629668" y="1496956"/>
                  </a:lnTo>
                  <a:lnTo>
                    <a:pt x="630523" y="1539227"/>
                  </a:lnTo>
                  <a:lnTo>
                    <a:pt x="631379" y="1506927"/>
                  </a:lnTo>
                  <a:lnTo>
                    <a:pt x="632234" y="1492353"/>
                  </a:lnTo>
                  <a:lnTo>
                    <a:pt x="633090" y="1462547"/>
                  </a:lnTo>
                  <a:lnTo>
                    <a:pt x="633945" y="1438891"/>
                  </a:lnTo>
                  <a:lnTo>
                    <a:pt x="634801" y="1386449"/>
                  </a:lnTo>
                  <a:lnTo>
                    <a:pt x="635656" y="1467655"/>
                  </a:lnTo>
                  <a:lnTo>
                    <a:pt x="636512" y="1416161"/>
                  </a:lnTo>
                  <a:lnTo>
                    <a:pt x="637367" y="1390669"/>
                  </a:lnTo>
                  <a:lnTo>
                    <a:pt x="638223" y="1411817"/>
                  </a:lnTo>
                  <a:lnTo>
                    <a:pt x="639078" y="1386548"/>
                  </a:lnTo>
                  <a:lnTo>
                    <a:pt x="639934" y="1417690"/>
                  </a:lnTo>
                  <a:lnTo>
                    <a:pt x="640789" y="1471818"/>
                  </a:lnTo>
                  <a:lnTo>
                    <a:pt x="641645" y="1527161"/>
                  </a:lnTo>
                  <a:lnTo>
                    <a:pt x="642500" y="1509941"/>
                  </a:lnTo>
                  <a:lnTo>
                    <a:pt x="643356" y="1572521"/>
                  </a:lnTo>
                  <a:lnTo>
                    <a:pt x="644211" y="1567868"/>
                  </a:lnTo>
                  <a:lnTo>
                    <a:pt x="645067" y="1634772"/>
                  </a:lnTo>
                  <a:lnTo>
                    <a:pt x="645923" y="1669461"/>
                  </a:lnTo>
                  <a:lnTo>
                    <a:pt x="646778" y="1543633"/>
                  </a:lnTo>
                  <a:lnTo>
                    <a:pt x="647634" y="1571985"/>
                  </a:lnTo>
                  <a:lnTo>
                    <a:pt x="648489" y="1550537"/>
                  </a:lnTo>
                  <a:lnTo>
                    <a:pt x="649345" y="1553710"/>
                  </a:lnTo>
                  <a:lnTo>
                    <a:pt x="650200" y="1629135"/>
                  </a:lnTo>
                  <a:lnTo>
                    <a:pt x="651056" y="1584560"/>
                  </a:lnTo>
                  <a:lnTo>
                    <a:pt x="651911" y="1625525"/>
                  </a:lnTo>
                  <a:lnTo>
                    <a:pt x="652767" y="1644340"/>
                  </a:lnTo>
                  <a:lnTo>
                    <a:pt x="653622" y="1614617"/>
                  </a:lnTo>
                  <a:lnTo>
                    <a:pt x="654478" y="1765157"/>
                  </a:lnTo>
                  <a:lnTo>
                    <a:pt x="655333" y="1810296"/>
                  </a:lnTo>
                  <a:lnTo>
                    <a:pt x="656189" y="1889790"/>
                  </a:lnTo>
                  <a:lnTo>
                    <a:pt x="657044" y="1972047"/>
                  </a:lnTo>
                  <a:lnTo>
                    <a:pt x="657900" y="1858981"/>
                  </a:lnTo>
                  <a:lnTo>
                    <a:pt x="658755" y="1850790"/>
                  </a:lnTo>
                  <a:lnTo>
                    <a:pt x="659611" y="1838073"/>
                  </a:lnTo>
                  <a:lnTo>
                    <a:pt x="660467" y="1930832"/>
                  </a:lnTo>
                  <a:lnTo>
                    <a:pt x="661322" y="1960468"/>
                  </a:lnTo>
                  <a:lnTo>
                    <a:pt x="662178" y="1886695"/>
                  </a:lnTo>
                  <a:lnTo>
                    <a:pt x="663033" y="1801508"/>
                  </a:lnTo>
                  <a:lnTo>
                    <a:pt x="663889" y="1744118"/>
                  </a:lnTo>
                  <a:lnTo>
                    <a:pt x="664744" y="1593799"/>
                  </a:lnTo>
                  <a:lnTo>
                    <a:pt x="665600" y="1571528"/>
                  </a:lnTo>
                  <a:lnTo>
                    <a:pt x="666455" y="1536247"/>
                  </a:lnTo>
                  <a:lnTo>
                    <a:pt x="667311" y="1470086"/>
                  </a:lnTo>
                  <a:lnTo>
                    <a:pt x="668166" y="1471725"/>
                  </a:lnTo>
                  <a:lnTo>
                    <a:pt x="669022" y="1505478"/>
                  </a:lnTo>
                  <a:lnTo>
                    <a:pt x="669877" y="1495930"/>
                  </a:lnTo>
                  <a:lnTo>
                    <a:pt x="670733" y="1583104"/>
                  </a:lnTo>
                  <a:lnTo>
                    <a:pt x="671588" y="1667651"/>
                  </a:lnTo>
                  <a:lnTo>
                    <a:pt x="672444" y="1794410"/>
                  </a:lnTo>
                  <a:lnTo>
                    <a:pt x="673299" y="1816261"/>
                  </a:lnTo>
                  <a:lnTo>
                    <a:pt x="674155" y="1738660"/>
                  </a:lnTo>
                  <a:lnTo>
                    <a:pt x="675010" y="1648683"/>
                  </a:lnTo>
                  <a:lnTo>
                    <a:pt x="675866" y="1559291"/>
                  </a:lnTo>
                  <a:lnTo>
                    <a:pt x="676722" y="1560858"/>
                  </a:lnTo>
                  <a:lnTo>
                    <a:pt x="677577" y="1564690"/>
                  </a:lnTo>
                  <a:lnTo>
                    <a:pt x="678433" y="1555044"/>
                  </a:lnTo>
                  <a:lnTo>
                    <a:pt x="679288" y="1520819"/>
                  </a:lnTo>
                  <a:lnTo>
                    <a:pt x="680144" y="1543687"/>
                  </a:lnTo>
                  <a:lnTo>
                    <a:pt x="680999" y="1562569"/>
                  </a:lnTo>
                  <a:lnTo>
                    <a:pt x="681855" y="1551292"/>
                  </a:lnTo>
                  <a:lnTo>
                    <a:pt x="682710" y="1567981"/>
                  </a:lnTo>
                  <a:lnTo>
                    <a:pt x="683566" y="1561246"/>
                  </a:lnTo>
                  <a:lnTo>
                    <a:pt x="684421" y="1545163"/>
                  </a:lnTo>
                  <a:lnTo>
                    <a:pt x="685277" y="1578831"/>
                  </a:lnTo>
                  <a:lnTo>
                    <a:pt x="686132" y="1590026"/>
                  </a:lnTo>
                  <a:lnTo>
                    <a:pt x="686988" y="1578499"/>
                  </a:lnTo>
                  <a:lnTo>
                    <a:pt x="687843" y="1575823"/>
                  </a:lnTo>
                  <a:lnTo>
                    <a:pt x="688699" y="1587126"/>
                  </a:lnTo>
                  <a:lnTo>
                    <a:pt x="689554" y="1578948"/>
                  </a:lnTo>
                  <a:lnTo>
                    <a:pt x="690410" y="1596509"/>
                  </a:lnTo>
                  <a:lnTo>
                    <a:pt x="691265" y="1579370"/>
                  </a:lnTo>
                  <a:lnTo>
                    <a:pt x="692121" y="1574377"/>
                  </a:lnTo>
                  <a:lnTo>
                    <a:pt x="692977" y="1588525"/>
                  </a:lnTo>
                  <a:lnTo>
                    <a:pt x="693832" y="1524999"/>
                  </a:lnTo>
                  <a:lnTo>
                    <a:pt x="694688" y="1536329"/>
                  </a:lnTo>
                  <a:lnTo>
                    <a:pt x="695543" y="1534642"/>
                  </a:lnTo>
                  <a:lnTo>
                    <a:pt x="696399" y="1531740"/>
                  </a:lnTo>
                  <a:lnTo>
                    <a:pt x="697254" y="1576307"/>
                  </a:lnTo>
                  <a:lnTo>
                    <a:pt x="698110" y="1499085"/>
                  </a:lnTo>
                  <a:lnTo>
                    <a:pt x="698965" y="1529070"/>
                  </a:lnTo>
                  <a:lnTo>
                    <a:pt x="699821" y="1509579"/>
                  </a:lnTo>
                  <a:lnTo>
                    <a:pt x="700676" y="1521317"/>
                  </a:lnTo>
                  <a:lnTo>
                    <a:pt x="701532" y="1512953"/>
                  </a:lnTo>
                  <a:lnTo>
                    <a:pt x="702387" y="1519793"/>
                  </a:lnTo>
                  <a:lnTo>
                    <a:pt x="703243" y="1548688"/>
                  </a:lnTo>
                  <a:lnTo>
                    <a:pt x="704098" y="1582901"/>
                  </a:lnTo>
                  <a:lnTo>
                    <a:pt x="704954" y="1655224"/>
                  </a:lnTo>
                  <a:lnTo>
                    <a:pt x="705809" y="1648695"/>
                  </a:lnTo>
                  <a:lnTo>
                    <a:pt x="706665" y="1685787"/>
                  </a:lnTo>
                  <a:lnTo>
                    <a:pt x="707520" y="1681107"/>
                  </a:lnTo>
                  <a:lnTo>
                    <a:pt x="708376" y="1792357"/>
                  </a:lnTo>
                  <a:lnTo>
                    <a:pt x="709232" y="1854963"/>
                  </a:lnTo>
                  <a:lnTo>
                    <a:pt x="710087" y="1916644"/>
                  </a:lnTo>
                  <a:lnTo>
                    <a:pt x="710943" y="1976324"/>
                  </a:lnTo>
                  <a:lnTo>
                    <a:pt x="711798" y="1963909"/>
                  </a:lnTo>
                  <a:lnTo>
                    <a:pt x="712654" y="1994972"/>
                  </a:lnTo>
                  <a:lnTo>
                    <a:pt x="713509" y="2037777"/>
                  </a:lnTo>
                  <a:lnTo>
                    <a:pt x="714365" y="2037889"/>
                  </a:lnTo>
                  <a:lnTo>
                    <a:pt x="715220" y="2068221"/>
                  </a:lnTo>
                  <a:lnTo>
                    <a:pt x="716076" y="2052235"/>
                  </a:lnTo>
                  <a:lnTo>
                    <a:pt x="716931" y="2025468"/>
                  </a:lnTo>
                  <a:lnTo>
                    <a:pt x="717787" y="1919942"/>
                  </a:lnTo>
                  <a:lnTo>
                    <a:pt x="718642" y="1861101"/>
                  </a:lnTo>
                  <a:lnTo>
                    <a:pt x="719498" y="1973486"/>
                  </a:lnTo>
                  <a:lnTo>
                    <a:pt x="720353" y="1990341"/>
                  </a:lnTo>
                  <a:lnTo>
                    <a:pt x="721209" y="1923250"/>
                  </a:lnTo>
                  <a:lnTo>
                    <a:pt x="722064" y="1921230"/>
                  </a:lnTo>
                  <a:lnTo>
                    <a:pt x="722920" y="1870380"/>
                  </a:lnTo>
                  <a:lnTo>
                    <a:pt x="723776" y="1890323"/>
                  </a:lnTo>
                  <a:lnTo>
                    <a:pt x="724631" y="1803863"/>
                  </a:lnTo>
                  <a:lnTo>
                    <a:pt x="725487" y="1648163"/>
                  </a:lnTo>
                  <a:lnTo>
                    <a:pt x="726342" y="1576550"/>
                  </a:lnTo>
                  <a:lnTo>
                    <a:pt x="727198" y="1568374"/>
                  </a:lnTo>
                  <a:lnTo>
                    <a:pt x="728053" y="1576195"/>
                  </a:lnTo>
                  <a:lnTo>
                    <a:pt x="728909" y="1498389"/>
                  </a:lnTo>
                  <a:lnTo>
                    <a:pt x="729764" y="1433865"/>
                  </a:lnTo>
                  <a:lnTo>
                    <a:pt x="730620" y="1432764"/>
                  </a:lnTo>
                  <a:lnTo>
                    <a:pt x="731475" y="1375054"/>
                  </a:lnTo>
                  <a:lnTo>
                    <a:pt x="732331" y="1283583"/>
                  </a:lnTo>
                  <a:lnTo>
                    <a:pt x="733186" y="1217867"/>
                  </a:lnTo>
                  <a:lnTo>
                    <a:pt x="734042" y="1119003"/>
                  </a:lnTo>
                  <a:lnTo>
                    <a:pt x="734897" y="1157651"/>
                  </a:lnTo>
                  <a:lnTo>
                    <a:pt x="735753" y="1124776"/>
                  </a:lnTo>
                  <a:lnTo>
                    <a:pt x="736608" y="1178079"/>
                  </a:lnTo>
                  <a:lnTo>
                    <a:pt x="737464" y="1173115"/>
                  </a:lnTo>
                  <a:lnTo>
                    <a:pt x="738319" y="1217537"/>
                  </a:lnTo>
                  <a:lnTo>
                    <a:pt x="739175" y="1229456"/>
                  </a:lnTo>
                  <a:lnTo>
                    <a:pt x="740031" y="1190638"/>
                  </a:lnTo>
                  <a:lnTo>
                    <a:pt x="740886" y="1207404"/>
                  </a:lnTo>
                  <a:lnTo>
                    <a:pt x="741742" y="1182677"/>
                  </a:lnTo>
                  <a:lnTo>
                    <a:pt x="742597" y="1215514"/>
                  </a:lnTo>
                  <a:lnTo>
                    <a:pt x="743453" y="1281089"/>
                  </a:lnTo>
                  <a:lnTo>
                    <a:pt x="744308" y="1194976"/>
                  </a:lnTo>
                  <a:lnTo>
                    <a:pt x="745164" y="1153289"/>
                  </a:lnTo>
                  <a:lnTo>
                    <a:pt x="746019" y="1086336"/>
                  </a:lnTo>
                  <a:lnTo>
                    <a:pt x="746875" y="979989"/>
                  </a:lnTo>
                  <a:lnTo>
                    <a:pt x="747730" y="986944"/>
                  </a:lnTo>
                  <a:lnTo>
                    <a:pt x="748586" y="916801"/>
                  </a:lnTo>
                  <a:lnTo>
                    <a:pt x="749441" y="920847"/>
                  </a:lnTo>
                  <a:lnTo>
                    <a:pt x="750297" y="997347"/>
                  </a:lnTo>
                  <a:lnTo>
                    <a:pt x="751152" y="966482"/>
                  </a:lnTo>
                  <a:lnTo>
                    <a:pt x="752008" y="992465"/>
                  </a:lnTo>
                  <a:lnTo>
                    <a:pt x="752863" y="687947"/>
                  </a:lnTo>
                  <a:lnTo>
                    <a:pt x="753719" y="574422"/>
                  </a:lnTo>
                  <a:lnTo>
                    <a:pt x="754574" y="502349"/>
                  </a:lnTo>
                  <a:lnTo>
                    <a:pt x="755430" y="468536"/>
                  </a:lnTo>
                  <a:lnTo>
                    <a:pt x="756286" y="455526"/>
                  </a:lnTo>
                  <a:lnTo>
                    <a:pt x="757141" y="537151"/>
                  </a:lnTo>
                  <a:lnTo>
                    <a:pt x="757997" y="547307"/>
                  </a:lnTo>
                  <a:lnTo>
                    <a:pt x="758852" y="626882"/>
                  </a:lnTo>
                  <a:lnTo>
                    <a:pt x="759708" y="738028"/>
                  </a:lnTo>
                  <a:lnTo>
                    <a:pt x="760563" y="679163"/>
                  </a:lnTo>
                  <a:lnTo>
                    <a:pt x="761419" y="728127"/>
                  </a:lnTo>
                  <a:lnTo>
                    <a:pt x="762274" y="715506"/>
                  </a:lnTo>
                  <a:lnTo>
                    <a:pt x="763130" y="648819"/>
                  </a:lnTo>
                  <a:lnTo>
                    <a:pt x="763985" y="677004"/>
                  </a:lnTo>
                  <a:lnTo>
                    <a:pt x="764841" y="693650"/>
                  </a:lnTo>
                  <a:lnTo>
                    <a:pt x="765696" y="726426"/>
                  </a:lnTo>
                  <a:lnTo>
                    <a:pt x="766552" y="743332"/>
                  </a:lnTo>
                  <a:lnTo>
                    <a:pt x="767407" y="821662"/>
                  </a:lnTo>
                  <a:lnTo>
                    <a:pt x="768263" y="901731"/>
                  </a:lnTo>
                  <a:lnTo>
                    <a:pt x="769118" y="997566"/>
                  </a:lnTo>
                  <a:lnTo>
                    <a:pt x="769974" y="1083091"/>
                  </a:lnTo>
                  <a:lnTo>
                    <a:pt x="770830" y="1222486"/>
                  </a:lnTo>
                  <a:lnTo>
                    <a:pt x="771685" y="1337154"/>
                  </a:lnTo>
                  <a:lnTo>
                    <a:pt x="772541" y="1302310"/>
                  </a:lnTo>
                  <a:lnTo>
                    <a:pt x="773396" y="1378243"/>
                  </a:lnTo>
                  <a:lnTo>
                    <a:pt x="774252" y="1417059"/>
                  </a:lnTo>
                  <a:lnTo>
                    <a:pt x="775107" y="1531562"/>
                  </a:lnTo>
                  <a:lnTo>
                    <a:pt x="775963" y="1650504"/>
                  </a:lnTo>
                  <a:lnTo>
                    <a:pt x="776818" y="1623187"/>
                  </a:lnTo>
                  <a:lnTo>
                    <a:pt x="777674" y="1653320"/>
                  </a:lnTo>
                  <a:lnTo>
                    <a:pt x="778529" y="1615393"/>
                  </a:lnTo>
                  <a:lnTo>
                    <a:pt x="779385" y="1690052"/>
                  </a:lnTo>
                  <a:lnTo>
                    <a:pt x="780240" y="1692890"/>
                  </a:lnTo>
                  <a:lnTo>
                    <a:pt x="781096" y="1679991"/>
                  </a:lnTo>
                  <a:lnTo>
                    <a:pt x="781951" y="1653528"/>
                  </a:lnTo>
                  <a:lnTo>
                    <a:pt x="782807" y="1756276"/>
                  </a:lnTo>
                  <a:lnTo>
                    <a:pt x="783662" y="1699701"/>
                  </a:lnTo>
                  <a:lnTo>
                    <a:pt x="784518" y="1755754"/>
                  </a:lnTo>
                  <a:lnTo>
                    <a:pt x="785373" y="1682928"/>
                  </a:lnTo>
                  <a:lnTo>
                    <a:pt x="786229" y="1618440"/>
                  </a:lnTo>
                  <a:lnTo>
                    <a:pt x="787085" y="1610317"/>
                  </a:lnTo>
                  <a:lnTo>
                    <a:pt x="787940" y="1740951"/>
                  </a:lnTo>
                  <a:lnTo>
                    <a:pt x="788796" y="1804247"/>
                  </a:lnTo>
                  <a:lnTo>
                    <a:pt x="789651" y="1825316"/>
                  </a:lnTo>
                  <a:lnTo>
                    <a:pt x="790507" y="1739179"/>
                  </a:lnTo>
                  <a:lnTo>
                    <a:pt x="791362" y="1700943"/>
                  </a:lnTo>
                  <a:lnTo>
                    <a:pt x="792218" y="1689202"/>
                  </a:lnTo>
                  <a:lnTo>
                    <a:pt x="793073" y="1653889"/>
                  </a:lnTo>
                  <a:lnTo>
                    <a:pt x="793929" y="1675518"/>
                  </a:lnTo>
                  <a:lnTo>
                    <a:pt x="794784" y="1744370"/>
                  </a:lnTo>
                  <a:lnTo>
                    <a:pt x="795640" y="1817190"/>
                  </a:lnTo>
                  <a:lnTo>
                    <a:pt x="796495" y="1821209"/>
                  </a:lnTo>
                  <a:lnTo>
                    <a:pt x="797351" y="1846383"/>
                  </a:lnTo>
                  <a:lnTo>
                    <a:pt x="798206" y="1815985"/>
                  </a:lnTo>
                  <a:lnTo>
                    <a:pt x="799062" y="1713441"/>
                  </a:lnTo>
                  <a:lnTo>
                    <a:pt x="799917" y="1642086"/>
                  </a:lnTo>
                  <a:lnTo>
                    <a:pt x="800773" y="1582527"/>
                  </a:lnTo>
                  <a:lnTo>
                    <a:pt x="801628" y="1493721"/>
                  </a:lnTo>
                  <a:lnTo>
                    <a:pt x="802484" y="1574426"/>
                  </a:lnTo>
                  <a:lnTo>
                    <a:pt x="803340" y="1562962"/>
                  </a:lnTo>
                  <a:lnTo>
                    <a:pt x="804195" y="1625425"/>
                  </a:lnTo>
                  <a:lnTo>
                    <a:pt x="805051" y="1632013"/>
                  </a:lnTo>
                  <a:lnTo>
                    <a:pt x="805906" y="1578809"/>
                  </a:lnTo>
                  <a:lnTo>
                    <a:pt x="806762" y="1501845"/>
                  </a:lnTo>
                  <a:lnTo>
                    <a:pt x="807617" y="1499985"/>
                  </a:lnTo>
                  <a:lnTo>
                    <a:pt x="808473" y="1447001"/>
                  </a:lnTo>
                  <a:lnTo>
                    <a:pt x="809328" y="1448591"/>
                  </a:lnTo>
                  <a:lnTo>
                    <a:pt x="810184" y="1454785"/>
                  </a:lnTo>
                  <a:lnTo>
                    <a:pt x="811039" y="1450413"/>
                  </a:lnTo>
                  <a:lnTo>
                    <a:pt x="811895" y="1485919"/>
                  </a:lnTo>
                  <a:lnTo>
                    <a:pt x="812750" y="1511352"/>
                  </a:lnTo>
                  <a:lnTo>
                    <a:pt x="813606" y="1601484"/>
                  </a:lnTo>
                  <a:lnTo>
                    <a:pt x="814461" y="1574565"/>
                  </a:lnTo>
                  <a:lnTo>
                    <a:pt x="815317" y="1588554"/>
                  </a:lnTo>
                  <a:lnTo>
                    <a:pt x="816172" y="1560461"/>
                  </a:lnTo>
                  <a:lnTo>
                    <a:pt x="817028" y="1532959"/>
                  </a:lnTo>
                  <a:lnTo>
                    <a:pt x="817884" y="1506015"/>
                  </a:lnTo>
                  <a:lnTo>
                    <a:pt x="818739" y="1400541"/>
                  </a:lnTo>
                  <a:lnTo>
                    <a:pt x="819595" y="1401909"/>
                  </a:lnTo>
                  <a:lnTo>
                    <a:pt x="820450" y="1250098"/>
                  </a:lnTo>
                  <a:lnTo>
                    <a:pt x="821306" y="1225207"/>
                  </a:lnTo>
                  <a:lnTo>
                    <a:pt x="822161" y="1259869"/>
                  </a:lnTo>
                  <a:lnTo>
                    <a:pt x="823017" y="1235889"/>
                  </a:lnTo>
                  <a:lnTo>
                    <a:pt x="823872" y="1235929"/>
                  </a:lnTo>
                  <a:lnTo>
                    <a:pt x="824728" y="1177389"/>
                  </a:lnTo>
                  <a:lnTo>
                    <a:pt x="825583" y="1230187"/>
                  </a:lnTo>
                  <a:lnTo>
                    <a:pt x="826439" y="1301000"/>
                  </a:lnTo>
                  <a:lnTo>
                    <a:pt x="827294" y="1341325"/>
                  </a:lnTo>
                  <a:lnTo>
                    <a:pt x="828150" y="1346564"/>
                  </a:lnTo>
                  <a:lnTo>
                    <a:pt x="829005" y="1274490"/>
                  </a:lnTo>
                  <a:lnTo>
                    <a:pt x="829861" y="1253000"/>
                  </a:lnTo>
                  <a:lnTo>
                    <a:pt x="830716" y="1233413"/>
                  </a:lnTo>
                  <a:lnTo>
                    <a:pt x="831572" y="1266864"/>
                  </a:lnTo>
                  <a:lnTo>
                    <a:pt x="832427" y="1321858"/>
                  </a:lnTo>
                  <a:lnTo>
                    <a:pt x="833283" y="1238102"/>
                  </a:lnTo>
                  <a:lnTo>
                    <a:pt x="834139" y="1133212"/>
                  </a:lnTo>
                  <a:lnTo>
                    <a:pt x="834994" y="1115457"/>
                  </a:lnTo>
                  <a:lnTo>
                    <a:pt x="835850" y="1066059"/>
                  </a:lnTo>
                  <a:lnTo>
                    <a:pt x="836705" y="1196594"/>
                  </a:lnTo>
                  <a:lnTo>
                    <a:pt x="837561" y="1314860"/>
                  </a:lnTo>
                  <a:lnTo>
                    <a:pt x="838416" y="1442230"/>
                  </a:lnTo>
                  <a:lnTo>
                    <a:pt x="839272" y="1428492"/>
                  </a:lnTo>
                  <a:lnTo>
                    <a:pt x="840127" y="1421583"/>
                  </a:lnTo>
                  <a:lnTo>
                    <a:pt x="840983" y="1444931"/>
                  </a:lnTo>
                  <a:lnTo>
                    <a:pt x="841838" y="1567907"/>
                  </a:lnTo>
                  <a:lnTo>
                    <a:pt x="842694" y="1589214"/>
                  </a:lnTo>
                  <a:lnTo>
                    <a:pt x="843549" y="1733807"/>
                  </a:lnTo>
                  <a:lnTo>
                    <a:pt x="844405" y="1713979"/>
                  </a:lnTo>
                  <a:lnTo>
                    <a:pt x="845260" y="1709014"/>
                  </a:lnTo>
                  <a:lnTo>
                    <a:pt x="846116" y="1684359"/>
                  </a:lnTo>
                  <a:lnTo>
                    <a:pt x="846971" y="1674957"/>
                  </a:lnTo>
                  <a:lnTo>
                    <a:pt x="847827" y="1657835"/>
                  </a:lnTo>
                  <a:lnTo>
                    <a:pt x="848682" y="1677662"/>
                  </a:lnTo>
                  <a:lnTo>
                    <a:pt x="849538" y="1636925"/>
                  </a:lnTo>
                  <a:lnTo>
                    <a:pt x="850394" y="1572920"/>
                  </a:lnTo>
                  <a:lnTo>
                    <a:pt x="851249" y="1561196"/>
                  </a:lnTo>
                  <a:lnTo>
                    <a:pt x="852105" y="1642454"/>
                  </a:lnTo>
                  <a:lnTo>
                    <a:pt x="852960" y="1711969"/>
                  </a:lnTo>
                  <a:lnTo>
                    <a:pt x="853816" y="1738621"/>
                  </a:lnTo>
                  <a:lnTo>
                    <a:pt x="854671" y="1740936"/>
                  </a:lnTo>
                  <a:lnTo>
                    <a:pt x="855527" y="1756918"/>
                  </a:lnTo>
                  <a:lnTo>
                    <a:pt x="856382" y="1792321"/>
                  </a:lnTo>
                  <a:lnTo>
                    <a:pt x="857238" y="1807172"/>
                  </a:lnTo>
                  <a:lnTo>
                    <a:pt x="858093" y="1740523"/>
                  </a:lnTo>
                  <a:lnTo>
                    <a:pt x="858949" y="1759943"/>
                  </a:lnTo>
                  <a:lnTo>
                    <a:pt x="859804" y="1743181"/>
                  </a:lnTo>
                  <a:lnTo>
                    <a:pt x="860660" y="1807433"/>
                  </a:lnTo>
                  <a:lnTo>
                    <a:pt x="861515" y="1883651"/>
                  </a:lnTo>
                  <a:lnTo>
                    <a:pt x="862371" y="1862998"/>
                  </a:lnTo>
                  <a:lnTo>
                    <a:pt x="863226" y="1831669"/>
                  </a:lnTo>
                  <a:lnTo>
                    <a:pt x="864082" y="1910057"/>
                  </a:lnTo>
                  <a:lnTo>
                    <a:pt x="864938" y="1946650"/>
                  </a:lnTo>
                  <a:lnTo>
                    <a:pt x="865793" y="1933941"/>
                  </a:lnTo>
                  <a:lnTo>
                    <a:pt x="866649" y="1929451"/>
                  </a:lnTo>
                  <a:lnTo>
                    <a:pt x="867504" y="1997807"/>
                  </a:lnTo>
                  <a:lnTo>
                    <a:pt x="868360" y="2055770"/>
                  </a:lnTo>
                  <a:lnTo>
                    <a:pt x="869215" y="2034400"/>
                  </a:lnTo>
                  <a:lnTo>
                    <a:pt x="870071" y="2111111"/>
                  </a:lnTo>
                  <a:lnTo>
                    <a:pt x="870926" y="2144463"/>
                  </a:lnTo>
                  <a:lnTo>
                    <a:pt x="871782" y="2146627"/>
                  </a:lnTo>
                  <a:lnTo>
                    <a:pt x="872637" y="2154005"/>
                  </a:lnTo>
                  <a:lnTo>
                    <a:pt x="873493" y="2126627"/>
                  </a:lnTo>
                  <a:lnTo>
                    <a:pt x="874348" y="2147243"/>
                  </a:lnTo>
                  <a:lnTo>
                    <a:pt x="875204" y="2158388"/>
                  </a:lnTo>
                  <a:lnTo>
                    <a:pt x="876059" y="2132857"/>
                  </a:lnTo>
                  <a:lnTo>
                    <a:pt x="876915" y="2144090"/>
                  </a:lnTo>
                  <a:lnTo>
                    <a:pt x="877770" y="2160100"/>
                  </a:lnTo>
                  <a:lnTo>
                    <a:pt x="878626" y="2154381"/>
                  </a:lnTo>
                  <a:lnTo>
                    <a:pt x="879481" y="2160330"/>
                  </a:lnTo>
                  <a:lnTo>
                    <a:pt x="880337" y="2154491"/>
                  </a:lnTo>
                  <a:lnTo>
                    <a:pt x="881193" y="2160305"/>
                  </a:lnTo>
                  <a:lnTo>
                    <a:pt x="882048" y="2147762"/>
                  </a:lnTo>
                  <a:lnTo>
                    <a:pt x="882904" y="2131267"/>
                  </a:lnTo>
                  <a:lnTo>
                    <a:pt x="883759" y="2131116"/>
                  </a:lnTo>
                  <a:lnTo>
                    <a:pt x="884615" y="2120262"/>
                  </a:lnTo>
                  <a:lnTo>
                    <a:pt x="885470" y="2105619"/>
                  </a:lnTo>
                  <a:lnTo>
                    <a:pt x="886326" y="2101576"/>
                  </a:lnTo>
                  <a:lnTo>
                    <a:pt x="887181" y="2081857"/>
                  </a:lnTo>
                  <a:lnTo>
                    <a:pt x="888037" y="2093801"/>
                  </a:lnTo>
                  <a:lnTo>
                    <a:pt x="888892" y="2012097"/>
                  </a:lnTo>
                  <a:lnTo>
                    <a:pt x="889748" y="1958029"/>
                  </a:lnTo>
                  <a:lnTo>
                    <a:pt x="890603" y="1934229"/>
                  </a:lnTo>
                  <a:lnTo>
                    <a:pt x="891459" y="2018451"/>
                  </a:lnTo>
                  <a:lnTo>
                    <a:pt x="892314" y="2126537"/>
                  </a:lnTo>
                  <a:lnTo>
                    <a:pt x="893170" y="2126098"/>
                  </a:lnTo>
                  <a:lnTo>
                    <a:pt x="894025" y="2124076"/>
                  </a:lnTo>
                  <a:lnTo>
                    <a:pt x="894881" y="2083113"/>
                  </a:lnTo>
                  <a:lnTo>
                    <a:pt x="895736" y="2089965"/>
                  </a:lnTo>
                  <a:lnTo>
                    <a:pt x="896592" y="2125984"/>
                  </a:lnTo>
                  <a:lnTo>
                    <a:pt x="897448" y="2073372"/>
                  </a:lnTo>
                  <a:lnTo>
                    <a:pt x="898303" y="2038274"/>
                  </a:lnTo>
                  <a:lnTo>
                    <a:pt x="899159" y="2047207"/>
                  </a:lnTo>
                  <a:lnTo>
                    <a:pt x="900014" y="2090376"/>
                  </a:lnTo>
                  <a:lnTo>
                    <a:pt x="900870" y="2147160"/>
                  </a:lnTo>
                  <a:lnTo>
                    <a:pt x="901725" y="2134519"/>
                  </a:lnTo>
                  <a:lnTo>
                    <a:pt x="902581" y="2145830"/>
                  </a:lnTo>
                  <a:lnTo>
                    <a:pt x="903436" y="2180867"/>
                  </a:lnTo>
                  <a:lnTo>
                    <a:pt x="904292" y="2210627"/>
                  </a:lnTo>
                  <a:lnTo>
                    <a:pt x="905147" y="2236233"/>
                  </a:lnTo>
                  <a:lnTo>
                    <a:pt x="906003" y="2227099"/>
                  </a:lnTo>
                  <a:lnTo>
                    <a:pt x="906858" y="2248849"/>
                  </a:lnTo>
                  <a:lnTo>
                    <a:pt x="907714" y="2243754"/>
                  </a:lnTo>
                  <a:lnTo>
                    <a:pt x="908569" y="2259600"/>
                  </a:lnTo>
                  <a:lnTo>
                    <a:pt x="909425" y="2255511"/>
                  </a:lnTo>
                  <a:lnTo>
                    <a:pt x="910280" y="2190128"/>
                  </a:lnTo>
                  <a:lnTo>
                    <a:pt x="911136" y="2211289"/>
                  </a:lnTo>
                  <a:lnTo>
                    <a:pt x="911991" y="2257819"/>
                  </a:lnTo>
                  <a:lnTo>
                    <a:pt x="912847" y="2280340"/>
                  </a:lnTo>
                  <a:lnTo>
                    <a:pt x="913703" y="2284649"/>
                  </a:lnTo>
                  <a:lnTo>
                    <a:pt x="914558" y="2226665"/>
                  </a:lnTo>
                  <a:lnTo>
                    <a:pt x="915414" y="2284179"/>
                  </a:lnTo>
                  <a:lnTo>
                    <a:pt x="916269" y="2277663"/>
                  </a:lnTo>
                  <a:lnTo>
                    <a:pt x="917125" y="2283652"/>
                  </a:lnTo>
                  <a:lnTo>
                    <a:pt x="917980" y="2282477"/>
                  </a:lnTo>
                  <a:lnTo>
                    <a:pt x="918836" y="2254623"/>
                  </a:lnTo>
                  <a:lnTo>
                    <a:pt x="919691" y="2270186"/>
                  </a:lnTo>
                  <a:lnTo>
                    <a:pt x="920547" y="2277095"/>
                  </a:lnTo>
                  <a:lnTo>
                    <a:pt x="921402" y="2265875"/>
                  </a:lnTo>
                  <a:lnTo>
                    <a:pt x="922258" y="2265185"/>
                  </a:lnTo>
                  <a:lnTo>
                    <a:pt x="923113" y="2272944"/>
                  </a:lnTo>
                  <a:lnTo>
                    <a:pt x="923969" y="2273529"/>
                  </a:lnTo>
                  <a:lnTo>
                    <a:pt x="924824" y="2258938"/>
                  </a:lnTo>
                  <a:lnTo>
                    <a:pt x="925680" y="2234675"/>
                  </a:lnTo>
                  <a:lnTo>
                    <a:pt x="926535" y="2240439"/>
                  </a:lnTo>
                  <a:lnTo>
                    <a:pt x="927391" y="2258937"/>
                  </a:lnTo>
                  <a:lnTo>
                    <a:pt x="928247" y="2220877"/>
                  </a:lnTo>
                  <a:lnTo>
                    <a:pt x="929102" y="2180408"/>
                  </a:lnTo>
                  <a:lnTo>
                    <a:pt x="929958" y="2181787"/>
                  </a:lnTo>
                  <a:lnTo>
                    <a:pt x="930813" y="2220258"/>
                  </a:lnTo>
                  <a:lnTo>
                    <a:pt x="931669" y="2241564"/>
                  </a:lnTo>
                  <a:lnTo>
                    <a:pt x="932524" y="2245145"/>
                  </a:lnTo>
                  <a:lnTo>
                    <a:pt x="933380" y="2240917"/>
                  </a:lnTo>
                  <a:lnTo>
                    <a:pt x="934235" y="2219979"/>
                  </a:lnTo>
                  <a:lnTo>
                    <a:pt x="935091" y="2242313"/>
                  </a:lnTo>
                  <a:lnTo>
                    <a:pt x="935946" y="2197728"/>
                  </a:lnTo>
                  <a:lnTo>
                    <a:pt x="936802" y="2177873"/>
                  </a:lnTo>
                  <a:lnTo>
                    <a:pt x="937657" y="2214748"/>
                  </a:lnTo>
                  <a:lnTo>
                    <a:pt x="938513" y="2213317"/>
                  </a:lnTo>
                  <a:lnTo>
                    <a:pt x="939368" y="2257776"/>
                  </a:lnTo>
                  <a:lnTo>
                    <a:pt x="940224" y="2249588"/>
                  </a:lnTo>
                  <a:lnTo>
                    <a:pt x="941079" y="2262928"/>
                  </a:lnTo>
                  <a:lnTo>
                    <a:pt x="941935" y="2273987"/>
                  </a:lnTo>
                  <a:lnTo>
                    <a:pt x="942790" y="2277952"/>
                  </a:lnTo>
                  <a:lnTo>
                    <a:pt x="943646" y="2269390"/>
                  </a:lnTo>
                  <a:lnTo>
                    <a:pt x="944502" y="2255214"/>
                  </a:lnTo>
                  <a:lnTo>
                    <a:pt x="945357" y="2263817"/>
                  </a:lnTo>
                  <a:lnTo>
                    <a:pt x="946213" y="2239512"/>
                  </a:lnTo>
                  <a:lnTo>
                    <a:pt x="947068" y="2220663"/>
                  </a:lnTo>
                  <a:lnTo>
                    <a:pt x="947924" y="2210959"/>
                  </a:lnTo>
                  <a:lnTo>
                    <a:pt x="948779" y="2233918"/>
                  </a:lnTo>
                  <a:lnTo>
                    <a:pt x="949635" y="2236483"/>
                  </a:lnTo>
                  <a:lnTo>
                    <a:pt x="950490" y="2237782"/>
                  </a:lnTo>
                  <a:lnTo>
                    <a:pt x="951346" y="2244910"/>
                  </a:lnTo>
                  <a:lnTo>
                    <a:pt x="952201" y="2246659"/>
                  </a:lnTo>
                  <a:lnTo>
                    <a:pt x="953057" y="2256155"/>
                  </a:lnTo>
                  <a:lnTo>
                    <a:pt x="953912" y="2254198"/>
                  </a:lnTo>
                  <a:lnTo>
                    <a:pt x="954768" y="2264313"/>
                  </a:lnTo>
                  <a:lnTo>
                    <a:pt x="955623" y="2277962"/>
                  </a:lnTo>
                  <a:lnTo>
                    <a:pt x="956479" y="2294261"/>
                  </a:lnTo>
                  <a:lnTo>
                    <a:pt x="957334" y="2287562"/>
                  </a:lnTo>
                  <a:lnTo>
                    <a:pt x="958190" y="2291934"/>
                  </a:lnTo>
                  <a:lnTo>
                    <a:pt x="959045" y="2290213"/>
                  </a:lnTo>
                  <a:lnTo>
                    <a:pt x="959901" y="2291802"/>
                  </a:lnTo>
                  <a:lnTo>
                    <a:pt x="960757" y="2290806"/>
                  </a:lnTo>
                  <a:lnTo>
                    <a:pt x="961612" y="2288685"/>
                  </a:lnTo>
                  <a:lnTo>
                    <a:pt x="962468" y="2293988"/>
                  </a:lnTo>
                  <a:lnTo>
                    <a:pt x="963323" y="2291507"/>
                  </a:lnTo>
                  <a:lnTo>
                    <a:pt x="964179" y="2289419"/>
                  </a:lnTo>
                  <a:lnTo>
                    <a:pt x="965034" y="2289046"/>
                  </a:lnTo>
                  <a:lnTo>
                    <a:pt x="965890" y="2279180"/>
                  </a:lnTo>
                  <a:lnTo>
                    <a:pt x="966745" y="2291080"/>
                  </a:lnTo>
                  <a:lnTo>
                    <a:pt x="967601" y="2282177"/>
                  </a:lnTo>
                  <a:lnTo>
                    <a:pt x="968456" y="2266200"/>
                  </a:lnTo>
                  <a:lnTo>
                    <a:pt x="969312" y="2259133"/>
                  </a:lnTo>
                  <a:lnTo>
                    <a:pt x="970167" y="2264978"/>
                  </a:lnTo>
                  <a:lnTo>
                    <a:pt x="971023" y="2271771"/>
                  </a:lnTo>
                  <a:lnTo>
                    <a:pt x="971878" y="2260729"/>
                  </a:lnTo>
                  <a:lnTo>
                    <a:pt x="972734" y="2273837"/>
                  </a:lnTo>
                  <a:lnTo>
                    <a:pt x="973589" y="2278108"/>
                  </a:lnTo>
                  <a:lnTo>
                    <a:pt x="974445" y="2290129"/>
                  </a:lnTo>
                  <a:lnTo>
                    <a:pt x="975301" y="2289594"/>
                  </a:lnTo>
                  <a:lnTo>
                    <a:pt x="976156" y="2284000"/>
                  </a:lnTo>
                  <a:lnTo>
                    <a:pt x="977012" y="2279295"/>
                  </a:lnTo>
                  <a:lnTo>
                    <a:pt x="977867" y="2277830"/>
                  </a:lnTo>
                  <a:lnTo>
                    <a:pt x="978723" y="2278730"/>
                  </a:lnTo>
                  <a:lnTo>
                    <a:pt x="979578" y="2272629"/>
                  </a:lnTo>
                  <a:lnTo>
                    <a:pt x="980434" y="2279884"/>
                  </a:lnTo>
                  <a:lnTo>
                    <a:pt x="981289" y="2286313"/>
                  </a:lnTo>
                  <a:lnTo>
                    <a:pt x="982145" y="2287955"/>
                  </a:lnTo>
                  <a:lnTo>
                    <a:pt x="983000" y="2290891"/>
                  </a:lnTo>
                  <a:lnTo>
                    <a:pt x="983856" y="2240277"/>
                  </a:lnTo>
                  <a:lnTo>
                    <a:pt x="984711" y="2281661"/>
                  </a:lnTo>
                  <a:lnTo>
                    <a:pt x="985567" y="2263790"/>
                  </a:lnTo>
                  <a:lnTo>
                    <a:pt x="986422" y="2273727"/>
                  </a:lnTo>
                  <a:lnTo>
                    <a:pt x="987278" y="2282948"/>
                  </a:lnTo>
                  <a:lnTo>
                    <a:pt x="988133" y="2244305"/>
                  </a:lnTo>
                  <a:lnTo>
                    <a:pt x="988989" y="2270551"/>
                  </a:lnTo>
                  <a:lnTo>
                    <a:pt x="989844" y="2241607"/>
                  </a:lnTo>
                  <a:lnTo>
                    <a:pt x="990700" y="2255095"/>
                  </a:lnTo>
                  <a:lnTo>
                    <a:pt x="991556" y="2245786"/>
                  </a:lnTo>
                  <a:lnTo>
                    <a:pt x="992411" y="2208440"/>
                  </a:lnTo>
                  <a:lnTo>
                    <a:pt x="993267" y="2217813"/>
                  </a:lnTo>
                  <a:lnTo>
                    <a:pt x="994122" y="2191587"/>
                  </a:lnTo>
                  <a:lnTo>
                    <a:pt x="994978" y="2254046"/>
                  </a:lnTo>
                  <a:lnTo>
                    <a:pt x="995833" y="2257332"/>
                  </a:lnTo>
                  <a:lnTo>
                    <a:pt x="996689" y="2267121"/>
                  </a:lnTo>
                  <a:lnTo>
                    <a:pt x="997544" y="2277693"/>
                  </a:lnTo>
                  <a:lnTo>
                    <a:pt x="998400" y="2259239"/>
                  </a:lnTo>
                  <a:lnTo>
                    <a:pt x="999255" y="2264595"/>
                  </a:lnTo>
                  <a:lnTo>
                    <a:pt x="1000111" y="2236891"/>
                  </a:lnTo>
                  <a:lnTo>
                    <a:pt x="1000966" y="2199091"/>
                  </a:lnTo>
                  <a:lnTo>
                    <a:pt x="1001822" y="2223572"/>
                  </a:lnTo>
                  <a:lnTo>
                    <a:pt x="1002677" y="2240744"/>
                  </a:lnTo>
                  <a:lnTo>
                    <a:pt x="1003533" y="2260110"/>
                  </a:lnTo>
                  <a:lnTo>
                    <a:pt x="1004388" y="2252758"/>
                  </a:lnTo>
                  <a:lnTo>
                    <a:pt x="1005244" y="2252007"/>
                  </a:lnTo>
                  <a:lnTo>
                    <a:pt x="1006099" y="2282793"/>
                  </a:lnTo>
                  <a:lnTo>
                    <a:pt x="1006955" y="2277096"/>
                  </a:lnTo>
                  <a:lnTo>
                    <a:pt x="1007811" y="2261960"/>
                  </a:lnTo>
                  <a:lnTo>
                    <a:pt x="1008666" y="2266942"/>
                  </a:lnTo>
                  <a:lnTo>
                    <a:pt x="1009522" y="2264693"/>
                  </a:lnTo>
                  <a:lnTo>
                    <a:pt x="1010377" y="2263063"/>
                  </a:lnTo>
                  <a:lnTo>
                    <a:pt x="1011233" y="2269364"/>
                  </a:lnTo>
                  <a:lnTo>
                    <a:pt x="1012088" y="2235686"/>
                  </a:lnTo>
                  <a:lnTo>
                    <a:pt x="1012944" y="2244613"/>
                  </a:lnTo>
                  <a:lnTo>
                    <a:pt x="1013799" y="2223405"/>
                  </a:lnTo>
                  <a:lnTo>
                    <a:pt x="1014655" y="2197446"/>
                  </a:lnTo>
                  <a:lnTo>
                    <a:pt x="1015510" y="2201013"/>
                  </a:lnTo>
                  <a:lnTo>
                    <a:pt x="1016366" y="2221375"/>
                  </a:lnTo>
                  <a:lnTo>
                    <a:pt x="1017221" y="2262056"/>
                  </a:lnTo>
                  <a:lnTo>
                    <a:pt x="1018077" y="2259797"/>
                  </a:lnTo>
                  <a:lnTo>
                    <a:pt x="1018932" y="2230868"/>
                  </a:lnTo>
                  <a:lnTo>
                    <a:pt x="1019788" y="2283536"/>
                  </a:lnTo>
                  <a:lnTo>
                    <a:pt x="1020643" y="2260401"/>
                  </a:lnTo>
                  <a:lnTo>
                    <a:pt x="1021499" y="2282287"/>
                  </a:lnTo>
                  <a:lnTo>
                    <a:pt x="1022355" y="2279903"/>
                  </a:lnTo>
                  <a:lnTo>
                    <a:pt x="1023210" y="2266279"/>
                  </a:lnTo>
                  <a:lnTo>
                    <a:pt x="1024066" y="2288852"/>
                  </a:lnTo>
                  <a:lnTo>
                    <a:pt x="1024921" y="2288427"/>
                  </a:lnTo>
                  <a:lnTo>
                    <a:pt x="1025777" y="2286875"/>
                  </a:lnTo>
                  <a:lnTo>
                    <a:pt x="1026632" y="2291141"/>
                  </a:lnTo>
                  <a:lnTo>
                    <a:pt x="1027488" y="2290286"/>
                  </a:lnTo>
                  <a:lnTo>
                    <a:pt x="1028343" y="2291150"/>
                  </a:lnTo>
                  <a:lnTo>
                    <a:pt x="1029199" y="2291640"/>
                  </a:lnTo>
                  <a:lnTo>
                    <a:pt x="1030054" y="2286555"/>
                  </a:lnTo>
                  <a:lnTo>
                    <a:pt x="1030910" y="2279178"/>
                  </a:lnTo>
                  <a:lnTo>
                    <a:pt x="1031765" y="2272757"/>
                  </a:lnTo>
                  <a:lnTo>
                    <a:pt x="1032621" y="2268027"/>
                  </a:lnTo>
                  <a:lnTo>
                    <a:pt x="1033476" y="2248064"/>
                  </a:lnTo>
                  <a:lnTo>
                    <a:pt x="1034332" y="2281609"/>
                  </a:lnTo>
                  <a:lnTo>
                    <a:pt x="1035187" y="2258474"/>
                  </a:lnTo>
                  <a:lnTo>
                    <a:pt x="1036043" y="2235066"/>
                  </a:lnTo>
                  <a:lnTo>
                    <a:pt x="1036898" y="2221240"/>
                  </a:lnTo>
                  <a:lnTo>
                    <a:pt x="1037754" y="2144471"/>
                  </a:lnTo>
                  <a:lnTo>
                    <a:pt x="1038610" y="2189851"/>
                  </a:lnTo>
                  <a:lnTo>
                    <a:pt x="1039465" y="2212144"/>
                  </a:lnTo>
                  <a:lnTo>
                    <a:pt x="1040321" y="2233925"/>
                  </a:lnTo>
                  <a:lnTo>
                    <a:pt x="1041176" y="2252999"/>
                  </a:lnTo>
                  <a:lnTo>
                    <a:pt x="1042032" y="2212334"/>
                  </a:lnTo>
                  <a:lnTo>
                    <a:pt x="1042887" y="2257035"/>
                  </a:lnTo>
                  <a:lnTo>
                    <a:pt x="1043743" y="2262787"/>
                  </a:lnTo>
                  <a:lnTo>
                    <a:pt x="1044598" y="2264567"/>
                  </a:lnTo>
                  <a:lnTo>
                    <a:pt x="1045454" y="2290081"/>
                  </a:lnTo>
                  <a:lnTo>
                    <a:pt x="1046309" y="2269579"/>
                  </a:lnTo>
                  <a:lnTo>
                    <a:pt x="1047165" y="2293259"/>
                  </a:lnTo>
                  <a:lnTo>
                    <a:pt x="1048020" y="2300493"/>
                  </a:lnTo>
                  <a:lnTo>
                    <a:pt x="1048876" y="2293296"/>
                  </a:lnTo>
                  <a:lnTo>
                    <a:pt x="1049731" y="2295836"/>
                  </a:lnTo>
                  <a:lnTo>
                    <a:pt x="1050587" y="2288629"/>
                  </a:lnTo>
                  <a:lnTo>
                    <a:pt x="1051442" y="2287364"/>
                  </a:lnTo>
                  <a:lnTo>
                    <a:pt x="1052298" y="2287286"/>
                  </a:lnTo>
                  <a:lnTo>
                    <a:pt x="1053153" y="2283245"/>
                  </a:lnTo>
                  <a:lnTo>
                    <a:pt x="1054009" y="2279485"/>
                  </a:lnTo>
                  <a:lnTo>
                    <a:pt x="1054865" y="2238577"/>
                  </a:lnTo>
                  <a:lnTo>
                    <a:pt x="1055720" y="2262235"/>
                  </a:lnTo>
                  <a:lnTo>
                    <a:pt x="1056576" y="2255622"/>
                  </a:lnTo>
                  <a:lnTo>
                    <a:pt x="1057431" y="2234036"/>
                  </a:lnTo>
                  <a:lnTo>
                    <a:pt x="1058287" y="2245938"/>
                  </a:lnTo>
                  <a:lnTo>
                    <a:pt x="1059142" y="2235035"/>
                  </a:lnTo>
                  <a:lnTo>
                    <a:pt x="1059998" y="2254887"/>
                  </a:lnTo>
                  <a:lnTo>
                    <a:pt x="1060853" y="2259591"/>
                  </a:lnTo>
                  <a:lnTo>
                    <a:pt x="1061709" y="2254330"/>
                  </a:lnTo>
                  <a:lnTo>
                    <a:pt x="1062564" y="2264865"/>
                  </a:lnTo>
                  <a:lnTo>
                    <a:pt x="1063420" y="2275660"/>
                  </a:lnTo>
                  <a:lnTo>
                    <a:pt x="1064275" y="2270395"/>
                  </a:lnTo>
                  <a:lnTo>
                    <a:pt x="1065131" y="2275937"/>
                  </a:lnTo>
                  <a:lnTo>
                    <a:pt x="1065986" y="2279584"/>
                  </a:lnTo>
                  <a:lnTo>
                    <a:pt x="1066842" y="2294539"/>
                  </a:lnTo>
                  <a:lnTo>
                    <a:pt x="1067697" y="2294043"/>
                  </a:lnTo>
                  <a:lnTo>
                    <a:pt x="1068553" y="2283155"/>
                  </a:lnTo>
                  <a:lnTo>
                    <a:pt x="1069409" y="2288092"/>
                  </a:lnTo>
                  <a:lnTo>
                    <a:pt x="1070264" y="2284952"/>
                  </a:lnTo>
                  <a:lnTo>
                    <a:pt x="1071120" y="2288411"/>
                  </a:lnTo>
                  <a:lnTo>
                    <a:pt x="1071975" y="2277808"/>
                  </a:lnTo>
                  <a:lnTo>
                    <a:pt x="1072831" y="2286479"/>
                  </a:lnTo>
                  <a:lnTo>
                    <a:pt x="1073686" y="2286217"/>
                  </a:lnTo>
                  <a:lnTo>
                    <a:pt x="1074542" y="2288793"/>
                  </a:lnTo>
                  <a:lnTo>
                    <a:pt x="1075397" y="2284917"/>
                  </a:lnTo>
                  <a:lnTo>
                    <a:pt x="1076253" y="2285228"/>
                  </a:lnTo>
                  <a:lnTo>
                    <a:pt x="1077108" y="2285257"/>
                  </a:lnTo>
                  <a:lnTo>
                    <a:pt x="1077964" y="2292959"/>
                  </a:lnTo>
                  <a:lnTo>
                    <a:pt x="1078819" y="2283772"/>
                  </a:lnTo>
                  <a:lnTo>
                    <a:pt x="1079675" y="2280364"/>
                  </a:lnTo>
                  <a:lnTo>
                    <a:pt x="1080530" y="2286033"/>
                  </a:lnTo>
                  <a:lnTo>
                    <a:pt x="1081386" y="2286318"/>
                  </a:lnTo>
                  <a:lnTo>
                    <a:pt x="1082241" y="2304437"/>
                  </a:lnTo>
                  <a:lnTo>
                    <a:pt x="1083097" y="2300969"/>
                  </a:lnTo>
                  <a:lnTo>
                    <a:pt x="1083952" y="2299473"/>
                  </a:lnTo>
                  <a:lnTo>
                    <a:pt x="1084808" y="2309421"/>
                  </a:lnTo>
                  <a:lnTo>
                    <a:pt x="1085664" y="2306534"/>
                  </a:lnTo>
                  <a:lnTo>
                    <a:pt x="1086519" y="2306540"/>
                  </a:lnTo>
                  <a:lnTo>
                    <a:pt x="1087375" y="2302787"/>
                  </a:lnTo>
                  <a:lnTo>
                    <a:pt x="1088230" y="2286989"/>
                  </a:lnTo>
                  <a:lnTo>
                    <a:pt x="1089086" y="2302071"/>
                  </a:lnTo>
                  <a:lnTo>
                    <a:pt x="1089941" y="2290295"/>
                  </a:lnTo>
                  <a:lnTo>
                    <a:pt x="1090797" y="2290306"/>
                  </a:lnTo>
                  <a:lnTo>
                    <a:pt x="1091652" y="2293850"/>
                  </a:lnTo>
                  <a:lnTo>
                    <a:pt x="1092508" y="2276086"/>
                  </a:lnTo>
                  <a:lnTo>
                    <a:pt x="1093363" y="2301302"/>
                  </a:lnTo>
                  <a:lnTo>
                    <a:pt x="1094219" y="2292383"/>
                  </a:lnTo>
                  <a:lnTo>
                    <a:pt x="1095074" y="2286308"/>
                  </a:lnTo>
                  <a:lnTo>
                    <a:pt x="1095930" y="2290901"/>
                  </a:lnTo>
                  <a:lnTo>
                    <a:pt x="1096785" y="2285879"/>
                  </a:lnTo>
                  <a:lnTo>
                    <a:pt x="1097641" y="2290542"/>
                  </a:lnTo>
                  <a:lnTo>
                    <a:pt x="1098496" y="2299860"/>
                  </a:lnTo>
                  <a:lnTo>
                    <a:pt x="1099352" y="2297942"/>
                  </a:lnTo>
                  <a:lnTo>
                    <a:pt x="1100207" y="2300905"/>
                  </a:lnTo>
                  <a:lnTo>
                    <a:pt x="1101063" y="2288835"/>
                  </a:lnTo>
                  <a:lnTo>
                    <a:pt x="1101919" y="2277607"/>
                  </a:lnTo>
                  <a:lnTo>
                    <a:pt x="1102774" y="2270107"/>
                  </a:lnTo>
                  <a:lnTo>
                    <a:pt x="1103630" y="2255612"/>
                  </a:lnTo>
                  <a:lnTo>
                    <a:pt x="1104485" y="2241302"/>
                  </a:lnTo>
                  <a:lnTo>
                    <a:pt x="1105341" y="2243640"/>
                  </a:lnTo>
                  <a:lnTo>
                    <a:pt x="1106196" y="2256452"/>
                  </a:lnTo>
                  <a:lnTo>
                    <a:pt x="1107052" y="2271373"/>
                  </a:lnTo>
                  <a:lnTo>
                    <a:pt x="1107907" y="2263573"/>
                  </a:lnTo>
                  <a:lnTo>
                    <a:pt x="1108763" y="2266118"/>
                  </a:lnTo>
                  <a:lnTo>
                    <a:pt x="1109618" y="2259889"/>
                  </a:lnTo>
                  <a:lnTo>
                    <a:pt x="1110474" y="2258341"/>
                  </a:lnTo>
                  <a:lnTo>
                    <a:pt x="1111329" y="2251139"/>
                  </a:lnTo>
                  <a:lnTo>
                    <a:pt x="1112185" y="2235760"/>
                  </a:lnTo>
                  <a:lnTo>
                    <a:pt x="1113040" y="2236224"/>
                  </a:lnTo>
                  <a:lnTo>
                    <a:pt x="1113896" y="2244348"/>
                  </a:lnTo>
                  <a:lnTo>
                    <a:pt x="1114751" y="2256385"/>
                  </a:lnTo>
                  <a:lnTo>
                    <a:pt x="1115607" y="2260233"/>
                  </a:lnTo>
                  <a:lnTo>
                    <a:pt x="1116462" y="2264808"/>
                  </a:lnTo>
                  <a:lnTo>
                    <a:pt x="1117318" y="2260016"/>
                  </a:lnTo>
                  <a:lnTo>
                    <a:pt x="1118174" y="2269915"/>
                  </a:lnTo>
                  <a:lnTo>
                    <a:pt x="1119029" y="2264064"/>
                  </a:lnTo>
                  <a:lnTo>
                    <a:pt x="1119885" y="2246630"/>
                  </a:lnTo>
                  <a:lnTo>
                    <a:pt x="1120740" y="2263006"/>
                  </a:lnTo>
                  <a:lnTo>
                    <a:pt x="1121596" y="2243178"/>
                  </a:lnTo>
                  <a:lnTo>
                    <a:pt x="1122451" y="2261467"/>
                  </a:lnTo>
                  <a:lnTo>
                    <a:pt x="1123307" y="2271320"/>
                  </a:lnTo>
                  <a:lnTo>
                    <a:pt x="1124162" y="2270593"/>
                  </a:lnTo>
                  <a:lnTo>
                    <a:pt x="1125018" y="2288314"/>
                  </a:lnTo>
                  <a:lnTo>
                    <a:pt x="1125873" y="2279637"/>
                  </a:lnTo>
                  <a:lnTo>
                    <a:pt x="1126729" y="2284625"/>
                  </a:lnTo>
                  <a:lnTo>
                    <a:pt x="1127584" y="2283907"/>
                  </a:lnTo>
                  <a:lnTo>
                    <a:pt x="1128440" y="2277374"/>
                  </a:lnTo>
                  <a:lnTo>
                    <a:pt x="1129295" y="2284848"/>
                  </a:lnTo>
                  <a:lnTo>
                    <a:pt x="1130151" y="2283378"/>
                  </a:lnTo>
                  <a:lnTo>
                    <a:pt x="1131006" y="2284713"/>
                  </a:lnTo>
                  <a:lnTo>
                    <a:pt x="1131862" y="2283839"/>
                  </a:lnTo>
                  <a:lnTo>
                    <a:pt x="1132718" y="2286050"/>
                  </a:lnTo>
                  <a:lnTo>
                    <a:pt x="1133573" y="2285356"/>
                  </a:lnTo>
                  <a:lnTo>
                    <a:pt x="1134429" y="2284256"/>
                  </a:lnTo>
                  <a:lnTo>
                    <a:pt x="1135284" y="2276034"/>
                  </a:lnTo>
                  <a:lnTo>
                    <a:pt x="1136140" y="2272994"/>
                  </a:lnTo>
                  <a:lnTo>
                    <a:pt x="1136995" y="2279241"/>
                  </a:lnTo>
                  <a:lnTo>
                    <a:pt x="1137851" y="2257439"/>
                  </a:lnTo>
                  <a:lnTo>
                    <a:pt x="1138706" y="2260420"/>
                  </a:lnTo>
                  <a:lnTo>
                    <a:pt x="1139562" y="2223061"/>
                  </a:lnTo>
                  <a:lnTo>
                    <a:pt x="1140417" y="2230414"/>
                  </a:lnTo>
                  <a:lnTo>
                    <a:pt x="1141273" y="2228765"/>
                  </a:lnTo>
                  <a:lnTo>
                    <a:pt x="1142128" y="2173754"/>
                  </a:lnTo>
                  <a:lnTo>
                    <a:pt x="1142984" y="2179072"/>
                  </a:lnTo>
                  <a:lnTo>
                    <a:pt x="1143839" y="2118717"/>
                  </a:lnTo>
                  <a:lnTo>
                    <a:pt x="1144695" y="2135794"/>
                  </a:lnTo>
                  <a:lnTo>
                    <a:pt x="1145550" y="2156585"/>
                  </a:lnTo>
                  <a:lnTo>
                    <a:pt x="1146406" y="2083775"/>
                  </a:lnTo>
                  <a:lnTo>
                    <a:pt x="1147261" y="2131923"/>
                  </a:lnTo>
                  <a:lnTo>
                    <a:pt x="1148117" y="2125191"/>
                  </a:lnTo>
                  <a:lnTo>
                    <a:pt x="1148973" y="2161408"/>
                  </a:lnTo>
                  <a:lnTo>
                    <a:pt x="1149828" y="2129042"/>
                  </a:lnTo>
                  <a:lnTo>
                    <a:pt x="1150684" y="2062014"/>
                  </a:lnTo>
                  <a:lnTo>
                    <a:pt x="1151539" y="2115170"/>
                  </a:lnTo>
                  <a:lnTo>
                    <a:pt x="1152395" y="2139792"/>
                  </a:lnTo>
                  <a:lnTo>
                    <a:pt x="1153250" y="2185520"/>
                  </a:lnTo>
                  <a:lnTo>
                    <a:pt x="1154106" y="2201648"/>
                  </a:lnTo>
                  <a:lnTo>
                    <a:pt x="1154961" y="2203051"/>
                  </a:lnTo>
                  <a:lnTo>
                    <a:pt x="1155817" y="2245877"/>
                  </a:lnTo>
                  <a:lnTo>
                    <a:pt x="1156672" y="2266857"/>
                  </a:lnTo>
                  <a:lnTo>
                    <a:pt x="1157528" y="2272670"/>
                  </a:lnTo>
                  <a:lnTo>
                    <a:pt x="1158383" y="2266558"/>
                  </a:lnTo>
                  <a:lnTo>
                    <a:pt x="1159239" y="2273064"/>
                  </a:lnTo>
                  <a:lnTo>
                    <a:pt x="1160094" y="2281355"/>
                  </a:lnTo>
                  <a:lnTo>
                    <a:pt x="1160950" y="2285319"/>
                  </a:lnTo>
                  <a:lnTo>
                    <a:pt x="1161805" y="2288751"/>
                  </a:lnTo>
                  <a:lnTo>
                    <a:pt x="1162661" y="2287127"/>
                  </a:lnTo>
                  <a:lnTo>
                    <a:pt x="1163516" y="2289343"/>
                  </a:lnTo>
                  <a:lnTo>
                    <a:pt x="1164372" y="2290732"/>
                  </a:lnTo>
                  <a:lnTo>
                    <a:pt x="1165228" y="2275452"/>
                  </a:lnTo>
                  <a:lnTo>
                    <a:pt x="1166083" y="2280893"/>
                  </a:lnTo>
                  <a:lnTo>
                    <a:pt x="1166939" y="2273801"/>
                  </a:lnTo>
                  <a:lnTo>
                    <a:pt x="1167794" y="2272010"/>
                  </a:lnTo>
                  <a:lnTo>
                    <a:pt x="1168650" y="2272943"/>
                  </a:lnTo>
                  <a:lnTo>
                    <a:pt x="1169505" y="2233130"/>
                  </a:lnTo>
                  <a:lnTo>
                    <a:pt x="1170361" y="2240911"/>
                  </a:lnTo>
                  <a:lnTo>
                    <a:pt x="1171216" y="2192710"/>
                  </a:lnTo>
                  <a:lnTo>
                    <a:pt x="1172072" y="2195098"/>
                  </a:lnTo>
                  <a:lnTo>
                    <a:pt x="1172927" y="2172685"/>
                  </a:lnTo>
                  <a:lnTo>
                    <a:pt x="1173783" y="2173574"/>
                  </a:lnTo>
                  <a:lnTo>
                    <a:pt x="1174638" y="2233644"/>
                  </a:lnTo>
                  <a:lnTo>
                    <a:pt x="1175494" y="2209334"/>
                  </a:lnTo>
                  <a:lnTo>
                    <a:pt x="1176349" y="2237420"/>
                  </a:lnTo>
                  <a:lnTo>
                    <a:pt x="1177205" y="2248287"/>
                  </a:lnTo>
                  <a:lnTo>
                    <a:pt x="1178060" y="2260735"/>
                  </a:lnTo>
                  <a:lnTo>
                    <a:pt x="1178916" y="2263635"/>
                  </a:lnTo>
                  <a:lnTo>
                    <a:pt x="1179772" y="2242779"/>
                  </a:lnTo>
                  <a:lnTo>
                    <a:pt x="1180627" y="2251955"/>
                  </a:lnTo>
                  <a:lnTo>
                    <a:pt x="1181483" y="2262087"/>
                  </a:lnTo>
                  <a:lnTo>
                    <a:pt x="1182338" y="2276376"/>
                  </a:lnTo>
                  <a:lnTo>
                    <a:pt x="1183194" y="2281541"/>
                  </a:lnTo>
                  <a:lnTo>
                    <a:pt x="1184049" y="2278870"/>
                  </a:lnTo>
                  <a:lnTo>
                    <a:pt x="1184905" y="2280049"/>
                  </a:lnTo>
                  <a:lnTo>
                    <a:pt x="1185760" y="2276483"/>
                  </a:lnTo>
                  <a:lnTo>
                    <a:pt x="1186616" y="2275006"/>
                  </a:lnTo>
                  <a:lnTo>
                    <a:pt x="1187471" y="2270210"/>
                  </a:lnTo>
                  <a:lnTo>
                    <a:pt x="1188327" y="2275098"/>
                  </a:lnTo>
                  <a:lnTo>
                    <a:pt x="1189182" y="2281536"/>
                  </a:lnTo>
                  <a:lnTo>
                    <a:pt x="1190038" y="2298978"/>
                  </a:lnTo>
                  <a:lnTo>
                    <a:pt x="1190893" y="2312637"/>
                  </a:lnTo>
                  <a:lnTo>
                    <a:pt x="1191749" y="2312045"/>
                  </a:lnTo>
                  <a:lnTo>
                    <a:pt x="1192604" y="2283713"/>
                  </a:lnTo>
                  <a:lnTo>
                    <a:pt x="1193460" y="2302298"/>
                  </a:lnTo>
                  <a:lnTo>
                    <a:pt x="1194315" y="2305644"/>
                  </a:lnTo>
                  <a:lnTo>
                    <a:pt x="1195171" y="2304198"/>
                  </a:lnTo>
                  <a:lnTo>
                    <a:pt x="1196027" y="2304847"/>
                  </a:lnTo>
                  <a:lnTo>
                    <a:pt x="1196882" y="2283138"/>
                  </a:lnTo>
                  <a:lnTo>
                    <a:pt x="1197738" y="2287424"/>
                  </a:lnTo>
                  <a:lnTo>
                    <a:pt x="1198593" y="2293398"/>
                  </a:lnTo>
                  <a:lnTo>
                    <a:pt x="1199449" y="2268738"/>
                  </a:lnTo>
                  <a:lnTo>
                    <a:pt x="1200304" y="2274962"/>
                  </a:lnTo>
                  <a:lnTo>
                    <a:pt x="1201160" y="2288499"/>
                  </a:lnTo>
                  <a:lnTo>
                    <a:pt x="1202015" y="2292279"/>
                  </a:lnTo>
                  <a:lnTo>
                    <a:pt x="1202871" y="2291180"/>
                  </a:lnTo>
                  <a:lnTo>
                    <a:pt x="1203726" y="2283887"/>
                  </a:lnTo>
                  <a:lnTo>
                    <a:pt x="1204582" y="2299237"/>
                  </a:lnTo>
                  <a:lnTo>
                    <a:pt x="1205437" y="2303976"/>
                  </a:lnTo>
                  <a:lnTo>
                    <a:pt x="1206293" y="2305642"/>
                  </a:lnTo>
                  <a:lnTo>
                    <a:pt x="1207148" y="2304517"/>
                  </a:lnTo>
                  <a:lnTo>
                    <a:pt x="1208004" y="2310253"/>
                  </a:lnTo>
                  <a:lnTo>
                    <a:pt x="1208859" y="2303029"/>
                  </a:lnTo>
                  <a:lnTo>
                    <a:pt x="1209715" y="2301318"/>
                  </a:lnTo>
                  <a:lnTo>
                    <a:pt x="1210570" y="2303340"/>
                  </a:lnTo>
                  <a:lnTo>
                    <a:pt x="1211426" y="2300371"/>
                  </a:lnTo>
                  <a:lnTo>
                    <a:pt x="1212282" y="2308753"/>
                  </a:lnTo>
                  <a:lnTo>
                    <a:pt x="1213137" y="2308123"/>
                  </a:lnTo>
                  <a:lnTo>
                    <a:pt x="1213993" y="2308238"/>
                  </a:lnTo>
                  <a:lnTo>
                    <a:pt x="1214848" y="2308758"/>
                  </a:lnTo>
                  <a:lnTo>
                    <a:pt x="1215704" y="2306078"/>
                  </a:lnTo>
                  <a:lnTo>
                    <a:pt x="1216559" y="2298009"/>
                  </a:lnTo>
                  <a:lnTo>
                    <a:pt x="1217415" y="2295173"/>
                  </a:lnTo>
                  <a:lnTo>
                    <a:pt x="1218270" y="2303044"/>
                  </a:lnTo>
                  <a:lnTo>
                    <a:pt x="1219126" y="2301022"/>
                  </a:lnTo>
                  <a:lnTo>
                    <a:pt x="1219981" y="2302283"/>
                  </a:lnTo>
                  <a:lnTo>
                    <a:pt x="1220837" y="2310078"/>
                  </a:lnTo>
                  <a:lnTo>
                    <a:pt x="1221692" y="2307937"/>
                  </a:lnTo>
                  <a:lnTo>
                    <a:pt x="1222548" y="2305808"/>
                  </a:lnTo>
                  <a:lnTo>
                    <a:pt x="1223403" y="2301274"/>
                  </a:lnTo>
                  <a:lnTo>
                    <a:pt x="1224259" y="2305474"/>
                  </a:lnTo>
                  <a:lnTo>
                    <a:pt x="1225114" y="2311502"/>
                  </a:lnTo>
                  <a:lnTo>
                    <a:pt x="1225970" y="2291829"/>
                  </a:lnTo>
                  <a:lnTo>
                    <a:pt x="1226826" y="2293475"/>
                  </a:lnTo>
                  <a:lnTo>
                    <a:pt x="1227681" y="2296384"/>
                  </a:lnTo>
                  <a:lnTo>
                    <a:pt x="1228537" y="2309994"/>
                  </a:lnTo>
                  <a:lnTo>
                    <a:pt x="1229392" y="2308235"/>
                  </a:lnTo>
                  <a:lnTo>
                    <a:pt x="1230248" y="2302146"/>
                  </a:lnTo>
                  <a:lnTo>
                    <a:pt x="1231103" y="2306484"/>
                  </a:lnTo>
                  <a:lnTo>
                    <a:pt x="1231959" y="2302911"/>
                  </a:lnTo>
                  <a:lnTo>
                    <a:pt x="1232814" y="2307544"/>
                  </a:lnTo>
                  <a:lnTo>
                    <a:pt x="1233670" y="2303607"/>
                  </a:lnTo>
                  <a:lnTo>
                    <a:pt x="1234525" y="2279443"/>
                  </a:lnTo>
                  <a:lnTo>
                    <a:pt x="1235381" y="2318013"/>
                  </a:lnTo>
                  <a:lnTo>
                    <a:pt x="1236236" y="2315031"/>
                  </a:lnTo>
                  <a:lnTo>
                    <a:pt x="1237092" y="2313691"/>
                  </a:lnTo>
                  <a:lnTo>
                    <a:pt x="1237947" y="2310571"/>
                  </a:lnTo>
                  <a:lnTo>
                    <a:pt x="1238803" y="2277809"/>
                  </a:lnTo>
                  <a:lnTo>
                    <a:pt x="1239658" y="2268209"/>
                  </a:lnTo>
                  <a:lnTo>
                    <a:pt x="1240514" y="2239181"/>
                  </a:lnTo>
                  <a:lnTo>
                    <a:pt x="1241369" y="2242570"/>
                  </a:lnTo>
                  <a:lnTo>
                    <a:pt x="1242225" y="2252443"/>
                  </a:lnTo>
                  <a:lnTo>
                    <a:pt x="1243081" y="2244351"/>
                  </a:lnTo>
                  <a:lnTo>
                    <a:pt x="1243936" y="2272253"/>
                  </a:lnTo>
                  <a:lnTo>
                    <a:pt x="1244792" y="2258303"/>
                  </a:lnTo>
                  <a:lnTo>
                    <a:pt x="1245647" y="2277808"/>
                  </a:lnTo>
                  <a:lnTo>
                    <a:pt x="1246503" y="2250139"/>
                  </a:lnTo>
                  <a:lnTo>
                    <a:pt x="1247358" y="2230870"/>
                  </a:lnTo>
                  <a:lnTo>
                    <a:pt x="1248214" y="2249693"/>
                  </a:lnTo>
                  <a:lnTo>
                    <a:pt x="1249069" y="2247054"/>
                  </a:lnTo>
                  <a:lnTo>
                    <a:pt x="1249925" y="2283885"/>
                  </a:lnTo>
                  <a:lnTo>
                    <a:pt x="1250780" y="2283922"/>
                  </a:lnTo>
                  <a:lnTo>
                    <a:pt x="1251636" y="2298302"/>
                  </a:lnTo>
                  <a:lnTo>
                    <a:pt x="1252491" y="2302740"/>
                  </a:lnTo>
                  <a:lnTo>
                    <a:pt x="1253347" y="2292745"/>
                  </a:lnTo>
                  <a:lnTo>
                    <a:pt x="1254202" y="2305151"/>
                  </a:lnTo>
                  <a:lnTo>
                    <a:pt x="1255058" y="2294650"/>
                  </a:lnTo>
                  <a:lnTo>
                    <a:pt x="1255913" y="2296244"/>
                  </a:lnTo>
                  <a:lnTo>
                    <a:pt x="1256769" y="2297851"/>
                  </a:lnTo>
                  <a:lnTo>
                    <a:pt x="1257624" y="2267456"/>
                  </a:lnTo>
                  <a:lnTo>
                    <a:pt x="1258480" y="2297911"/>
                  </a:lnTo>
                  <a:lnTo>
                    <a:pt x="1259336" y="2321473"/>
                  </a:lnTo>
                  <a:lnTo>
                    <a:pt x="1260191" y="2326272"/>
                  </a:lnTo>
                  <a:lnTo>
                    <a:pt x="1261047" y="2299121"/>
                  </a:lnTo>
                  <a:lnTo>
                    <a:pt x="1261902" y="2289087"/>
                  </a:lnTo>
                  <a:lnTo>
                    <a:pt x="1262758" y="2290406"/>
                  </a:lnTo>
                  <a:lnTo>
                    <a:pt x="1263613" y="2299213"/>
                  </a:lnTo>
                  <a:lnTo>
                    <a:pt x="1264469" y="2294087"/>
                  </a:lnTo>
                  <a:lnTo>
                    <a:pt x="1265324" y="2285696"/>
                  </a:lnTo>
                  <a:lnTo>
                    <a:pt x="1266180" y="2283243"/>
                  </a:lnTo>
                  <a:lnTo>
                    <a:pt x="1267035" y="2263876"/>
                  </a:lnTo>
                  <a:lnTo>
                    <a:pt x="1267891" y="2265339"/>
                  </a:lnTo>
                  <a:lnTo>
                    <a:pt x="1268746" y="2250925"/>
                  </a:lnTo>
                  <a:lnTo>
                    <a:pt x="1269602" y="2254042"/>
                  </a:lnTo>
                  <a:lnTo>
                    <a:pt x="1270457" y="2250662"/>
                  </a:lnTo>
                  <a:lnTo>
                    <a:pt x="1271313" y="2248452"/>
                  </a:lnTo>
                  <a:lnTo>
                    <a:pt x="1272168" y="2238517"/>
                  </a:lnTo>
                  <a:lnTo>
                    <a:pt x="1273024" y="2235756"/>
                  </a:lnTo>
                  <a:lnTo>
                    <a:pt x="1273880" y="2212197"/>
                  </a:lnTo>
                  <a:lnTo>
                    <a:pt x="1274735" y="2198317"/>
                  </a:lnTo>
                  <a:lnTo>
                    <a:pt x="1275591" y="2179894"/>
                  </a:lnTo>
                  <a:lnTo>
                    <a:pt x="1276446" y="2143317"/>
                  </a:lnTo>
                  <a:lnTo>
                    <a:pt x="1277302" y="2164981"/>
                  </a:lnTo>
                  <a:lnTo>
                    <a:pt x="1278157" y="2151418"/>
                  </a:lnTo>
                  <a:lnTo>
                    <a:pt x="1279013" y="2121987"/>
                  </a:lnTo>
                  <a:lnTo>
                    <a:pt x="1279868" y="2073005"/>
                  </a:lnTo>
                  <a:lnTo>
                    <a:pt x="1280724" y="2027533"/>
                  </a:lnTo>
                  <a:lnTo>
                    <a:pt x="1281579" y="1970577"/>
                  </a:lnTo>
                  <a:lnTo>
                    <a:pt x="1282435" y="2000132"/>
                  </a:lnTo>
                  <a:lnTo>
                    <a:pt x="1283290" y="2021828"/>
                  </a:lnTo>
                  <a:lnTo>
                    <a:pt x="1284146" y="2008096"/>
                  </a:lnTo>
                  <a:lnTo>
                    <a:pt x="1285001" y="2034122"/>
                  </a:lnTo>
                  <a:lnTo>
                    <a:pt x="1285857" y="2034144"/>
                  </a:lnTo>
                  <a:lnTo>
                    <a:pt x="1286712" y="2056681"/>
                  </a:lnTo>
                  <a:lnTo>
                    <a:pt x="1287568" y="2047154"/>
                  </a:lnTo>
                  <a:lnTo>
                    <a:pt x="1288423" y="2092269"/>
                  </a:lnTo>
                  <a:lnTo>
                    <a:pt x="1289279" y="2158966"/>
                  </a:lnTo>
                  <a:lnTo>
                    <a:pt x="1290135" y="2175761"/>
                  </a:lnTo>
                  <a:lnTo>
                    <a:pt x="1290990" y="2177386"/>
                  </a:lnTo>
                  <a:lnTo>
                    <a:pt x="1291846" y="2166978"/>
                  </a:lnTo>
                  <a:lnTo>
                    <a:pt x="1292701" y="2195583"/>
                  </a:lnTo>
                  <a:lnTo>
                    <a:pt x="1293557" y="2228848"/>
                  </a:lnTo>
                  <a:lnTo>
                    <a:pt x="1294412" y="2217890"/>
                  </a:lnTo>
                  <a:lnTo>
                    <a:pt x="1295268" y="2222546"/>
                  </a:lnTo>
                  <a:lnTo>
                    <a:pt x="1296123" y="2214518"/>
                  </a:lnTo>
                  <a:lnTo>
                    <a:pt x="1296979" y="2204405"/>
                  </a:lnTo>
                  <a:lnTo>
                    <a:pt x="1297834" y="2195802"/>
                  </a:lnTo>
                  <a:lnTo>
                    <a:pt x="1298690" y="2192379"/>
                  </a:lnTo>
                  <a:lnTo>
                    <a:pt x="1299545" y="2183771"/>
                  </a:lnTo>
                  <a:lnTo>
                    <a:pt x="1300401" y="2190492"/>
                  </a:lnTo>
                  <a:lnTo>
                    <a:pt x="1301256" y="2181042"/>
                  </a:lnTo>
                  <a:lnTo>
                    <a:pt x="1302112" y="2108212"/>
                  </a:lnTo>
                  <a:lnTo>
                    <a:pt x="1302967" y="2126020"/>
                  </a:lnTo>
                  <a:lnTo>
                    <a:pt x="1303823" y="2059380"/>
                  </a:lnTo>
                  <a:lnTo>
                    <a:pt x="1304678" y="2061270"/>
                  </a:lnTo>
                  <a:lnTo>
                    <a:pt x="1305534" y="2070969"/>
                  </a:lnTo>
                  <a:lnTo>
                    <a:pt x="1306390" y="2052693"/>
                  </a:lnTo>
                  <a:lnTo>
                    <a:pt x="1307245" y="2100163"/>
                  </a:lnTo>
                  <a:lnTo>
                    <a:pt x="1308101" y="2031038"/>
                  </a:lnTo>
                  <a:lnTo>
                    <a:pt x="1308956" y="2040865"/>
                  </a:lnTo>
                  <a:lnTo>
                    <a:pt x="1309812" y="2042405"/>
                  </a:lnTo>
                  <a:lnTo>
                    <a:pt x="1310667" y="1993711"/>
                  </a:lnTo>
                  <a:lnTo>
                    <a:pt x="1311523" y="2030399"/>
                  </a:lnTo>
                  <a:lnTo>
                    <a:pt x="1312378" y="1989045"/>
                  </a:lnTo>
                  <a:lnTo>
                    <a:pt x="1313234" y="1962933"/>
                  </a:lnTo>
                  <a:lnTo>
                    <a:pt x="1314089" y="1934551"/>
                  </a:lnTo>
                  <a:lnTo>
                    <a:pt x="1314945" y="1921275"/>
                  </a:lnTo>
                  <a:lnTo>
                    <a:pt x="1315800" y="1862339"/>
                  </a:lnTo>
                  <a:lnTo>
                    <a:pt x="1316656" y="1826031"/>
                  </a:lnTo>
                  <a:lnTo>
                    <a:pt x="1317511" y="1818629"/>
                  </a:lnTo>
                  <a:lnTo>
                    <a:pt x="1318367" y="1757897"/>
                  </a:lnTo>
                  <a:lnTo>
                    <a:pt x="1319222" y="1739623"/>
                  </a:lnTo>
                  <a:lnTo>
                    <a:pt x="1320078" y="1737137"/>
                  </a:lnTo>
                  <a:lnTo>
                    <a:pt x="1320934" y="1779293"/>
                  </a:lnTo>
                  <a:lnTo>
                    <a:pt x="1321789" y="1830594"/>
                  </a:lnTo>
                  <a:lnTo>
                    <a:pt x="1322645" y="1798838"/>
                  </a:lnTo>
                  <a:lnTo>
                    <a:pt x="1323500" y="1814305"/>
                  </a:lnTo>
                  <a:lnTo>
                    <a:pt x="1324356" y="1851901"/>
                  </a:lnTo>
                  <a:lnTo>
                    <a:pt x="1325211" y="1788932"/>
                  </a:lnTo>
                  <a:lnTo>
                    <a:pt x="1326067" y="1806706"/>
                  </a:lnTo>
                  <a:lnTo>
                    <a:pt x="1326922" y="1784419"/>
                  </a:lnTo>
                  <a:lnTo>
                    <a:pt x="1327778" y="1790989"/>
                  </a:lnTo>
                  <a:lnTo>
                    <a:pt x="1328633" y="1861815"/>
                  </a:lnTo>
                  <a:lnTo>
                    <a:pt x="1329489" y="1865783"/>
                  </a:lnTo>
                  <a:lnTo>
                    <a:pt x="1330344" y="1880497"/>
                  </a:lnTo>
                  <a:lnTo>
                    <a:pt x="1331200" y="1887620"/>
                  </a:lnTo>
                  <a:lnTo>
                    <a:pt x="1332055" y="1889692"/>
                  </a:lnTo>
                  <a:lnTo>
                    <a:pt x="1332911" y="1895763"/>
                  </a:lnTo>
                  <a:lnTo>
                    <a:pt x="1333766" y="1853246"/>
                  </a:lnTo>
                  <a:lnTo>
                    <a:pt x="1334622" y="1884257"/>
                  </a:lnTo>
                  <a:lnTo>
                    <a:pt x="1335477" y="1877924"/>
                  </a:lnTo>
                  <a:lnTo>
                    <a:pt x="1336333" y="1908037"/>
                  </a:lnTo>
                  <a:lnTo>
                    <a:pt x="1337189" y="1920070"/>
                  </a:lnTo>
                  <a:lnTo>
                    <a:pt x="1338044" y="1980645"/>
                  </a:lnTo>
                  <a:lnTo>
                    <a:pt x="1338900" y="2016488"/>
                  </a:lnTo>
                  <a:lnTo>
                    <a:pt x="1339755" y="2011938"/>
                  </a:lnTo>
                  <a:lnTo>
                    <a:pt x="1340611" y="2022370"/>
                  </a:lnTo>
                  <a:lnTo>
                    <a:pt x="1341466" y="2043961"/>
                  </a:lnTo>
                  <a:lnTo>
                    <a:pt x="1342322" y="2017020"/>
                  </a:lnTo>
                  <a:lnTo>
                    <a:pt x="1343177" y="2047495"/>
                  </a:lnTo>
                  <a:lnTo>
                    <a:pt x="1344033" y="2060090"/>
                  </a:lnTo>
                  <a:lnTo>
                    <a:pt x="1344888" y="2053201"/>
                  </a:lnTo>
                  <a:lnTo>
                    <a:pt x="1345744" y="2077790"/>
                  </a:lnTo>
                  <a:lnTo>
                    <a:pt x="1346599" y="2105121"/>
                  </a:lnTo>
                  <a:lnTo>
                    <a:pt x="1347455" y="2095591"/>
                  </a:lnTo>
                  <a:lnTo>
                    <a:pt x="1348310" y="2080245"/>
                  </a:lnTo>
                  <a:lnTo>
                    <a:pt x="1349166" y="2061156"/>
                  </a:lnTo>
                  <a:lnTo>
                    <a:pt x="1350021" y="2088983"/>
                  </a:lnTo>
                  <a:lnTo>
                    <a:pt x="1350877" y="2129162"/>
                  </a:lnTo>
                  <a:lnTo>
                    <a:pt x="1351732" y="2091329"/>
                  </a:lnTo>
                  <a:lnTo>
                    <a:pt x="1352588" y="2030539"/>
                  </a:lnTo>
                  <a:lnTo>
                    <a:pt x="1353444" y="2055902"/>
                  </a:lnTo>
                  <a:lnTo>
                    <a:pt x="1354299" y="2122082"/>
                  </a:lnTo>
                  <a:lnTo>
                    <a:pt x="1355155" y="2181489"/>
                  </a:lnTo>
                  <a:lnTo>
                    <a:pt x="1356010" y="2162647"/>
                  </a:lnTo>
                  <a:lnTo>
                    <a:pt x="1356866" y="2132370"/>
                  </a:lnTo>
                  <a:lnTo>
                    <a:pt x="1357721" y="2165409"/>
                  </a:lnTo>
                  <a:lnTo>
                    <a:pt x="1358577" y="2161075"/>
                  </a:lnTo>
                  <a:lnTo>
                    <a:pt x="1359432" y="2164140"/>
                  </a:lnTo>
                  <a:lnTo>
                    <a:pt x="1360288" y="2137636"/>
                  </a:lnTo>
                  <a:lnTo>
                    <a:pt x="1361143" y="2162319"/>
                  </a:lnTo>
                  <a:lnTo>
                    <a:pt x="1361999" y="2197826"/>
                  </a:lnTo>
                  <a:lnTo>
                    <a:pt x="1362854" y="2199231"/>
                  </a:lnTo>
                  <a:lnTo>
                    <a:pt x="1363710" y="2135476"/>
                  </a:lnTo>
                  <a:lnTo>
                    <a:pt x="1364565" y="2141403"/>
                  </a:lnTo>
                  <a:lnTo>
                    <a:pt x="1365421" y="2132787"/>
                  </a:lnTo>
                  <a:lnTo>
                    <a:pt x="1366276" y="2138621"/>
                  </a:lnTo>
                  <a:lnTo>
                    <a:pt x="1367132" y="2110912"/>
                  </a:lnTo>
                  <a:lnTo>
                    <a:pt x="1367987" y="2068003"/>
                  </a:lnTo>
                  <a:lnTo>
                    <a:pt x="1368843" y="2101905"/>
                  </a:lnTo>
                  <a:lnTo>
                    <a:pt x="1369699" y="2147916"/>
                  </a:lnTo>
                  <a:lnTo>
                    <a:pt x="1370554" y="2143909"/>
                  </a:lnTo>
                  <a:lnTo>
                    <a:pt x="1371410" y="2166793"/>
                  </a:lnTo>
                  <a:lnTo>
                    <a:pt x="1372265" y="2152925"/>
                  </a:lnTo>
                  <a:lnTo>
                    <a:pt x="1373121" y="2149841"/>
                  </a:lnTo>
                  <a:lnTo>
                    <a:pt x="1373976" y="2110078"/>
                  </a:lnTo>
                  <a:lnTo>
                    <a:pt x="1374832" y="2113896"/>
                  </a:lnTo>
                  <a:lnTo>
                    <a:pt x="1375687" y="2103798"/>
                  </a:lnTo>
                  <a:lnTo>
                    <a:pt x="1376543" y="2131967"/>
                  </a:lnTo>
                  <a:lnTo>
                    <a:pt x="1377398" y="2129508"/>
                  </a:lnTo>
                  <a:lnTo>
                    <a:pt x="1378254" y="2097943"/>
                  </a:lnTo>
                  <a:lnTo>
                    <a:pt x="1379109" y="2074213"/>
                  </a:lnTo>
                  <a:lnTo>
                    <a:pt x="1379965" y="2085578"/>
                  </a:lnTo>
                  <a:lnTo>
                    <a:pt x="1380820" y="2137056"/>
                  </a:lnTo>
                  <a:lnTo>
                    <a:pt x="1381676" y="2062915"/>
                  </a:lnTo>
                  <a:lnTo>
                    <a:pt x="1382531" y="2079227"/>
                  </a:lnTo>
                  <a:lnTo>
                    <a:pt x="1383387" y="2108887"/>
                  </a:lnTo>
                  <a:lnTo>
                    <a:pt x="1384243" y="2144639"/>
                  </a:lnTo>
                  <a:lnTo>
                    <a:pt x="1385098" y="2158377"/>
                  </a:lnTo>
                  <a:lnTo>
                    <a:pt x="1385954" y="2110049"/>
                  </a:lnTo>
                  <a:lnTo>
                    <a:pt x="1386809" y="2130193"/>
                  </a:lnTo>
                  <a:lnTo>
                    <a:pt x="1387665" y="2102393"/>
                  </a:lnTo>
                  <a:lnTo>
                    <a:pt x="1388520" y="2087081"/>
                  </a:lnTo>
                  <a:lnTo>
                    <a:pt x="1389376" y="2104473"/>
                  </a:lnTo>
                  <a:lnTo>
                    <a:pt x="1390231" y="2086298"/>
                  </a:lnTo>
                  <a:lnTo>
                    <a:pt x="1391087" y="2163096"/>
                  </a:lnTo>
                  <a:lnTo>
                    <a:pt x="1391942" y="2172314"/>
                  </a:lnTo>
                  <a:lnTo>
                    <a:pt x="1392798" y="2152686"/>
                  </a:lnTo>
                  <a:lnTo>
                    <a:pt x="1393653" y="2142475"/>
                  </a:lnTo>
                  <a:lnTo>
                    <a:pt x="1394509" y="2090330"/>
                  </a:lnTo>
                  <a:lnTo>
                    <a:pt x="1395364" y="2091018"/>
                  </a:lnTo>
                  <a:lnTo>
                    <a:pt x="1396220" y="2116503"/>
                  </a:lnTo>
                  <a:lnTo>
                    <a:pt x="1397075" y="2139679"/>
                  </a:lnTo>
                  <a:lnTo>
                    <a:pt x="1397931" y="2157697"/>
                  </a:lnTo>
                  <a:lnTo>
                    <a:pt x="1398786" y="2138372"/>
                  </a:lnTo>
                  <a:lnTo>
                    <a:pt x="1399642" y="2173129"/>
                  </a:lnTo>
                  <a:lnTo>
                    <a:pt x="1400498" y="2209510"/>
                  </a:lnTo>
                  <a:lnTo>
                    <a:pt x="1401353" y="2202686"/>
                  </a:lnTo>
                  <a:lnTo>
                    <a:pt x="1402209" y="2190117"/>
                  </a:lnTo>
                  <a:lnTo>
                    <a:pt x="1403064" y="2133644"/>
                  </a:lnTo>
                  <a:lnTo>
                    <a:pt x="1403920" y="2134750"/>
                  </a:lnTo>
                  <a:lnTo>
                    <a:pt x="1404775" y="2128869"/>
                  </a:lnTo>
                  <a:lnTo>
                    <a:pt x="1405631" y="2167658"/>
                  </a:lnTo>
                  <a:lnTo>
                    <a:pt x="1406486" y="2088096"/>
                  </a:lnTo>
                  <a:lnTo>
                    <a:pt x="1407342" y="2078994"/>
                  </a:lnTo>
                  <a:lnTo>
                    <a:pt x="1408197" y="2118564"/>
                  </a:lnTo>
                  <a:lnTo>
                    <a:pt x="1409053" y="2094266"/>
                  </a:lnTo>
                  <a:lnTo>
                    <a:pt x="1409908" y="2108372"/>
                  </a:lnTo>
                  <a:lnTo>
                    <a:pt x="1410764" y="2067331"/>
                  </a:lnTo>
                  <a:lnTo>
                    <a:pt x="1411619" y="2039826"/>
                  </a:lnTo>
                  <a:lnTo>
                    <a:pt x="1412475" y="2076185"/>
                  </a:lnTo>
                  <a:lnTo>
                    <a:pt x="1413330" y="2028529"/>
                  </a:lnTo>
                  <a:lnTo>
                    <a:pt x="1414186" y="2012780"/>
                  </a:lnTo>
                  <a:lnTo>
                    <a:pt x="1415041" y="2029160"/>
                  </a:lnTo>
                  <a:lnTo>
                    <a:pt x="1415897" y="2092170"/>
                  </a:lnTo>
                  <a:lnTo>
                    <a:pt x="1416753" y="2083287"/>
                  </a:lnTo>
                  <a:lnTo>
                    <a:pt x="1417608" y="2073718"/>
                  </a:lnTo>
                  <a:lnTo>
                    <a:pt x="1418464" y="2011920"/>
                  </a:lnTo>
                  <a:lnTo>
                    <a:pt x="1419319" y="1978869"/>
                  </a:lnTo>
                  <a:lnTo>
                    <a:pt x="1420175" y="1954042"/>
                  </a:lnTo>
                  <a:lnTo>
                    <a:pt x="1421030" y="1965569"/>
                  </a:lnTo>
                  <a:lnTo>
                    <a:pt x="1421886" y="1935228"/>
                  </a:lnTo>
                  <a:lnTo>
                    <a:pt x="1422741" y="1939468"/>
                  </a:lnTo>
                  <a:lnTo>
                    <a:pt x="1423597" y="1954189"/>
                  </a:lnTo>
                  <a:lnTo>
                    <a:pt x="1424452" y="1969632"/>
                  </a:lnTo>
                  <a:lnTo>
                    <a:pt x="1425308" y="2012609"/>
                  </a:lnTo>
                  <a:lnTo>
                    <a:pt x="1426163" y="1951336"/>
                  </a:lnTo>
                  <a:lnTo>
                    <a:pt x="1427019" y="1907496"/>
                  </a:lnTo>
                  <a:lnTo>
                    <a:pt x="1427874" y="1910744"/>
                  </a:lnTo>
                  <a:lnTo>
                    <a:pt x="1428730" y="1900029"/>
                  </a:lnTo>
                  <a:lnTo>
                    <a:pt x="1429585" y="1908516"/>
                  </a:lnTo>
                  <a:lnTo>
                    <a:pt x="1430441" y="1926582"/>
                  </a:lnTo>
                  <a:lnTo>
                    <a:pt x="1431297" y="1974869"/>
                  </a:lnTo>
                  <a:lnTo>
                    <a:pt x="1432152" y="1872998"/>
                  </a:lnTo>
                  <a:lnTo>
                    <a:pt x="1433008" y="1979130"/>
                  </a:lnTo>
                  <a:lnTo>
                    <a:pt x="1433863" y="2026181"/>
                  </a:lnTo>
                  <a:lnTo>
                    <a:pt x="1434719" y="2047747"/>
                  </a:lnTo>
                  <a:lnTo>
                    <a:pt x="1435574" y="2054990"/>
                  </a:lnTo>
                  <a:lnTo>
                    <a:pt x="1436430" y="2076729"/>
                  </a:lnTo>
                  <a:lnTo>
                    <a:pt x="1437285" y="2092700"/>
                  </a:lnTo>
                  <a:lnTo>
                    <a:pt x="1438141" y="2093321"/>
                  </a:lnTo>
                  <a:lnTo>
                    <a:pt x="1438996" y="2091495"/>
                  </a:lnTo>
                  <a:lnTo>
                    <a:pt x="1439852" y="2109417"/>
                  </a:lnTo>
                  <a:lnTo>
                    <a:pt x="1440707" y="2147272"/>
                  </a:lnTo>
                  <a:lnTo>
                    <a:pt x="1441563" y="2128744"/>
                  </a:lnTo>
                  <a:lnTo>
                    <a:pt x="1442418" y="2159800"/>
                  </a:lnTo>
                  <a:lnTo>
                    <a:pt x="1443274" y="2153716"/>
                  </a:lnTo>
                  <a:lnTo>
                    <a:pt x="1444129" y="2185679"/>
                  </a:lnTo>
                  <a:lnTo>
                    <a:pt x="1444985" y="2139256"/>
                  </a:lnTo>
                  <a:lnTo>
                    <a:pt x="1445840" y="2075419"/>
                  </a:lnTo>
                  <a:lnTo>
                    <a:pt x="1446696" y="1981161"/>
                  </a:lnTo>
                  <a:lnTo>
                    <a:pt x="1447552" y="2018598"/>
                  </a:lnTo>
                  <a:lnTo>
                    <a:pt x="1448407" y="2053777"/>
                  </a:lnTo>
                  <a:lnTo>
                    <a:pt x="1449263" y="2032267"/>
                  </a:lnTo>
                  <a:lnTo>
                    <a:pt x="1450118" y="2001159"/>
                  </a:lnTo>
                  <a:lnTo>
                    <a:pt x="1450974" y="1991750"/>
                  </a:lnTo>
                  <a:lnTo>
                    <a:pt x="1451829" y="2016361"/>
                  </a:lnTo>
                  <a:lnTo>
                    <a:pt x="1452685" y="1936834"/>
                  </a:lnTo>
                  <a:lnTo>
                    <a:pt x="1453540" y="1899406"/>
                  </a:lnTo>
                  <a:lnTo>
                    <a:pt x="1454396" y="1905745"/>
                  </a:lnTo>
                  <a:lnTo>
                    <a:pt x="1455251" y="1995869"/>
                  </a:lnTo>
                  <a:lnTo>
                    <a:pt x="1456107" y="1977740"/>
                  </a:lnTo>
                  <a:lnTo>
                    <a:pt x="1456962" y="1907956"/>
                  </a:lnTo>
                  <a:lnTo>
                    <a:pt x="1457818" y="1926157"/>
                  </a:lnTo>
                  <a:lnTo>
                    <a:pt x="1458673" y="1961813"/>
                  </a:lnTo>
                  <a:lnTo>
                    <a:pt x="1459529" y="1978429"/>
                  </a:lnTo>
                  <a:lnTo>
                    <a:pt x="1460384" y="1912520"/>
                  </a:lnTo>
                  <a:lnTo>
                    <a:pt x="1461240" y="1876304"/>
                  </a:lnTo>
                  <a:lnTo>
                    <a:pt x="1462095" y="1988156"/>
                  </a:lnTo>
                  <a:lnTo>
                    <a:pt x="1462951" y="1994704"/>
                  </a:lnTo>
                  <a:lnTo>
                    <a:pt x="1463807" y="1927823"/>
                  </a:lnTo>
                  <a:lnTo>
                    <a:pt x="1464662" y="1854828"/>
                  </a:lnTo>
                  <a:lnTo>
                    <a:pt x="1465518" y="1843576"/>
                  </a:lnTo>
                  <a:lnTo>
                    <a:pt x="1466373" y="1907289"/>
                  </a:lnTo>
                  <a:lnTo>
                    <a:pt x="1467229" y="1951469"/>
                  </a:lnTo>
                  <a:lnTo>
                    <a:pt x="1468084" y="1834786"/>
                  </a:lnTo>
                  <a:lnTo>
                    <a:pt x="1468940" y="1835272"/>
                  </a:lnTo>
                  <a:lnTo>
                    <a:pt x="1469795" y="1884187"/>
                  </a:lnTo>
                  <a:lnTo>
                    <a:pt x="1470651" y="1934503"/>
                  </a:lnTo>
                  <a:lnTo>
                    <a:pt x="1471506" y="1885972"/>
                  </a:lnTo>
                  <a:lnTo>
                    <a:pt x="1472362" y="1803582"/>
                  </a:lnTo>
                  <a:lnTo>
                    <a:pt x="1473217" y="1756632"/>
                  </a:lnTo>
                  <a:lnTo>
                    <a:pt x="1474073" y="1777331"/>
                  </a:lnTo>
                  <a:lnTo>
                    <a:pt x="1474928" y="1864029"/>
                  </a:lnTo>
                  <a:lnTo>
                    <a:pt x="1475784" y="1848202"/>
                  </a:lnTo>
                  <a:lnTo>
                    <a:pt x="1476639" y="1987250"/>
                  </a:lnTo>
                  <a:lnTo>
                    <a:pt x="1477495" y="2010498"/>
                  </a:lnTo>
                  <a:lnTo>
                    <a:pt x="1478351" y="1977062"/>
                  </a:lnTo>
                  <a:lnTo>
                    <a:pt x="1479206" y="1902408"/>
                  </a:lnTo>
                  <a:lnTo>
                    <a:pt x="1480062" y="1825925"/>
                  </a:lnTo>
                  <a:lnTo>
                    <a:pt x="1480917" y="1886911"/>
                  </a:lnTo>
                  <a:lnTo>
                    <a:pt x="1481773" y="1958645"/>
                  </a:lnTo>
                  <a:lnTo>
                    <a:pt x="1482628" y="2084382"/>
                  </a:lnTo>
                  <a:lnTo>
                    <a:pt x="1483484" y="2141406"/>
                  </a:lnTo>
                  <a:lnTo>
                    <a:pt x="1484339" y="2126402"/>
                  </a:lnTo>
                  <a:lnTo>
                    <a:pt x="1485195" y="2105779"/>
                  </a:lnTo>
                  <a:lnTo>
                    <a:pt x="1486050" y="1982211"/>
                  </a:lnTo>
                  <a:lnTo>
                    <a:pt x="1486906" y="1939335"/>
                  </a:lnTo>
                  <a:lnTo>
                    <a:pt x="1487761" y="1986140"/>
                  </a:lnTo>
                  <a:lnTo>
                    <a:pt x="1488617" y="2041904"/>
                  </a:lnTo>
                  <a:lnTo>
                    <a:pt x="1489472" y="1959939"/>
                  </a:lnTo>
                  <a:lnTo>
                    <a:pt x="1490328" y="1935275"/>
                  </a:lnTo>
                  <a:lnTo>
                    <a:pt x="1491183" y="1932538"/>
                  </a:lnTo>
                  <a:lnTo>
                    <a:pt x="1492039" y="1859782"/>
                  </a:lnTo>
                  <a:lnTo>
                    <a:pt x="1492894" y="1879169"/>
                  </a:lnTo>
                  <a:lnTo>
                    <a:pt x="1493750" y="1812803"/>
                  </a:lnTo>
                  <a:lnTo>
                    <a:pt x="1494606" y="1753429"/>
                  </a:lnTo>
                  <a:lnTo>
                    <a:pt x="1495461" y="1711197"/>
                  </a:lnTo>
                  <a:lnTo>
                    <a:pt x="1496317" y="1694362"/>
                  </a:lnTo>
                  <a:lnTo>
                    <a:pt x="1497172" y="1650245"/>
                  </a:lnTo>
                  <a:lnTo>
                    <a:pt x="1498028" y="1723993"/>
                  </a:lnTo>
                  <a:lnTo>
                    <a:pt x="1498883" y="1665063"/>
                  </a:lnTo>
                  <a:lnTo>
                    <a:pt x="1499739" y="1640636"/>
                  </a:lnTo>
                  <a:lnTo>
                    <a:pt x="1500594" y="1700596"/>
                  </a:lnTo>
                  <a:lnTo>
                    <a:pt x="1501450" y="1666731"/>
                  </a:lnTo>
                  <a:lnTo>
                    <a:pt x="1502305" y="1742606"/>
                  </a:lnTo>
                  <a:lnTo>
                    <a:pt x="1503161" y="1662503"/>
                  </a:lnTo>
                  <a:lnTo>
                    <a:pt x="1504016" y="1708823"/>
                  </a:lnTo>
                  <a:lnTo>
                    <a:pt x="1504872" y="1735105"/>
                  </a:lnTo>
                  <a:lnTo>
                    <a:pt x="1505727" y="1742794"/>
                  </a:lnTo>
                  <a:lnTo>
                    <a:pt x="1506583" y="1777215"/>
                  </a:lnTo>
                  <a:lnTo>
                    <a:pt x="1507438" y="1789946"/>
                  </a:lnTo>
                  <a:lnTo>
                    <a:pt x="1508294" y="1776710"/>
                  </a:lnTo>
                  <a:lnTo>
                    <a:pt x="1509149" y="1796074"/>
                  </a:lnTo>
                  <a:lnTo>
                    <a:pt x="1510005" y="1731129"/>
                  </a:lnTo>
                  <a:lnTo>
                    <a:pt x="1510861" y="1720329"/>
                  </a:lnTo>
                  <a:lnTo>
                    <a:pt x="1511716" y="1709728"/>
                  </a:lnTo>
                  <a:lnTo>
                    <a:pt x="1512572" y="1700323"/>
                  </a:lnTo>
                  <a:lnTo>
                    <a:pt x="1513427" y="1617536"/>
                  </a:lnTo>
                  <a:lnTo>
                    <a:pt x="1514283" y="1548322"/>
                  </a:lnTo>
                  <a:lnTo>
                    <a:pt x="1515138" y="1506094"/>
                  </a:lnTo>
                  <a:lnTo>
                    <a:pt x="1515994" y="1469120"/>
                  </a:lnTo>
                  <a:lnTo>
                    <a:pt x="1516849" y="1430252"/>
                  </a:lnTo>
                  <a:lnTo>
                    <a:pt x="1517705" y="1367782"/>
                  </a:lnTo>
                  <a:lnTo>
                    <a:pt x="1518560" y="1373794"/>
                  </a:lnTo>
                  <a:lnTo>
                    <a:pt x="1519416" y="1289470"/>
                  </a:lnTo>
                  <a:lnTo>
                    <a:pt x="1520271" y="1327060"/>
                  </a:lnTo>
                  <a:lnTo>
                    <a:pt x="1521127" y="1356772"/>
                  </a:lnTo>
                  <a:lnTo>
                    <a:pt x="1521982" y="1300034"/>
                  </a:lnTo>
                  <a:lnTo>
                    <a:pt x="1522838" y="1307692"/>
                  </a:lnTo>
                  <a:lnTo>
                    <a:pt x="1523693" y="1303050"/>
                  </a:lnTo>
                  <a:lnTo>
                    <a:pt x="1524549" y="1254533"/>
                  </a:lnTo>
                  <a:lnTo>
                    <a:pt x="1525405" y="1263611"/>
                  </a:lnTo>
                  <a:lnTo>
                    <a:pt x="1526260" y="1316847"/>
                  </a:lnTo>
                  <a:lnTo>
                    <a:pt x="1527116" y="1098141"/>
                  </a:lnTo>
                  <a:lnTo>
                    <a:pt x="1527971" y="1036443"/>
                  </a:lnTo>
                  <a:lnTo>
                    <a:pt x="1528827" y="1000066"/>
                  </a:lnTo>
                  <a:lnTo>
                    <a:pt x="1529682" y="1007138"/>
                  </a:lnTo>
                  <a:lnTo>
                    <a:pt x="1530538" y="981058"/>
                  </a:lnTo>
                  <a:lnTo>
                    <a:pt x="1531393" y="894354"/>
                  </a:lnTo>
                  <a:lnTo>
                    <a:pt x="1532249" y="949070"/>
                  </a:lnTo>
                  <a:lnTo>
                    <a:pt x="1533104" y="950478"/>
                  </a:lnTo>
                  <a:lnTo>
                    <a:pt x="1533960" y="928032"/>
                  </a:lnTo>
                  <a:lnTo>
                    <a:pt x="1534815" y="848498"/>
                  </a:lnTo>
                  <a:lnTo>
                    <a:pt x="1535671" y="823458"/>
                  </a:lnTo>
                  <a:lnTo>
                    <a:pt x="1536526" y="888999"/>
                  </a:lnTo>
                  <a:lnTo>
                    <a:pt x="1537382" y="926665"/>
                  </a:lnTo>
                  <a:lnTo>
                    <a:pt x="1538237" y="901598"/>
                  </a:lnTo>
                  <a:lnTo>
                    <a:pt x="1539093" y="1032256"/>
                  </a:lnTo>
                  <a:lnTo>
                    <a:pt x="1539948" y="1041599"/>
                  </a:lnTo>
                  <a:lnTo>
                    <a:pt x="1540804" y="1150437"/>
                  </a:lnTo>
                  <a:lnTo>
                    <a:pt x="1541660" y="1112515"/>
                  </a:lnTo>
                  <a:lnTo>
                    <a:pt x="1542515" y="1135588"/>
                  </a:lnTo>
                  <a:lnTo>
                    <a:pt x="1543371" y="1099930"/>
                  </a:lnTo>
                  <a:lnTo>
                    <a:pt x="1544226" y="1109970"/>
                  </a:lnTo>
                  <a:lnTo>
                    <a:pt x="1545082" y="1128104"/>
                  </a:lnTo>
                  <a:lnTo>
                    <a:pt x="1545937" y="1085053"/>
                  </a:lnTo>
                  <a:lnTo>
                    <a:pt x="1546793" y="1128818"/>
                  </a:lnTo>
                  <a:lnTo>
                    <a:pt x="1547648" y="1184427"/>
                  </a:lnTo>
                  <a:lnTo>
                    <a:pt x="1548504" y="1101006"/>
                  </a:lnTo>
                  <a:lnTo>
                    <a:pt x="1549359" y="1149849"/>
                  </a:lnTo>
                  <a:lnTo>
                    <a:pt x="1550215" y="1227140"/>
                  </a:lnTo>
                  <a:lnTo>
                    <a:pt x="1551070" y="1299838"/>
                  </a:lnTo>
                  <a:lnTo>
                    <a:pt x="1551926" y="1349743"/>
                  </a:lnTo>
                  <a:lnTo>
                    <a:pt x="1552781" y="1387025"/>
                  </a:lnTo>
                  <a:lnTo>
                    <a:pt x="1553637" y="1305896"/>
                  </a:lnTo>
                  <a:lnTo>
                    <a:pt x="1554492" y="1429329"/>
                  </a:lnTo>
                  <a:lnTo>
                    <a:pt x="1555348" y="1481450"/>
                  </a:lnTo>
                  <a:lnTo>
                    <a:pt x="1556203" y="1435387"/>
                  </a:lnTo>
                  <a:lnTo>
                    <a:pt x="1557059" y="1571135"/>
                  </a:lnTo>
                  <a:lnTo>
                    <a:pt x="1557915" y="1620446"/>
                  </a:lnTo>
                  <a:lnTo>
                    <a:pt x="1558770" y="1665794"/>
                  </a:lnTo>
                  <a:lnTo>
                    <a:pt x="1559626" y="1617117"/>
                  </a:lnTo>
                  <a:lnTo>
                    <a:pt x="1560481" y="1704867"/>
                  </a:lnTo>
                  <a:lnTo>
                    <a:pt x="1561337" y="1726750"/>
                  </a:lnTo>
                  <a:lnTo>
                    <a:pt x="1562192" y="1651194"/>
                  </a:lnTo>
                  <a:lnTo>
                    <a:pt x="1563048" y="1640688"/>
                  </a:lnTo>
                  <a:lnTo>
                    <a:pt x="1563903" y="1693811"/>
                  </a:lnTo>
                  <a:lnTo>
                    <a:pt x="1564759" y="1612255"/>
                  </a:lnTo>
                  <a:lnTo>
                    <a:pt x="1565614" y="1641126"/>
                  </a:lnTo>
                  <a:lnTo>
                    <a:pt x="1566470" y="1676881"/>
                  </a:lnTo>
                  <a:lnTo>
                    <a:pt x="1567325" y="1744352"/>
                  </a:lnTo>
                  <a:lnTo>
                    <a:pt x="1568181" y="1742126"/>
                  </a:lnTo>
                  <a:lnTo>
                    <a:pt x="1569036" y="1709177"/>
                  </a:lnTo>
                  <a:lnTo>
                    <a:pt x="1569892" y="1683837"/>
                  </a:lnTo>
                  <a:lnTo>
                    <a:pt x="1570747" y="1624292"/>
                  </a:lnTo>
                  <a:lnTo>
                    <a:pt x="1571603" y="1664049"/>
                  </a:lnTo>
                  <a:lnTo>
                    <a:pt x="1572458" y="1658732"/>
                  </a:lnTo>
                  <a:lnTo>
                    <a:pt x="1573314" y="1707261"/>
                  </a:lnTo>
                  <a:lnTo>
                    <a:pt x="1574170" y="1741786"/>
                  </a:lnTo>
                  <a:lnTo>
                    <a:pt x="1575025" y="1723994"/>
                  </a:lnTo>
                  <a:lnTo>
                    <a:pt x="1575881" y="1792561"/>
                  </a:lnTo>
                  <a:lnTo>
                    <a:pt x="1576736" y="1802051"/>
                  </a:lnTo>
                  <a:lnTo>
                    <a:pt x="1577592" y="1897822"/>
                  </a:lnTo>
                  <a:lnTo>
                    <a:pt x="1578447" y="1906008"/>
                  </a:lnTo>
                  <a:lnTo>
                    <a:pt x="1579303" y="1924962"/>
                  </a:lnTo>
                  <a:lnTo>
                    <a:pt x="1580158" y="1972550"/>
                  </a:lnTo>
                  <a:lnTo>
                    <a:pt x="1581014" y="1950483"/>
                  </a:lnTo>
                  <a:lnTo>
                    <a:pt x="1581869" y="1911846"/>
                  </a:lnTo>
                  <a:lnTo>
                    <a:pt x="1582725" y="1818015"/>
                  </a:lnTo>
                  <a:lnTo>
                    <a:pt x="1583580" y="1769112"/>
                  </a:lnTo>
                  <a:lnTo>
                    <a:pt x="1584436" y="1749538"/>
                  </a:lnTo>
                  <a:lnTo>
                    <a:pt x="1585291" y="1798153"/>
                  </a:lnTo>
                  <a:lnTo>
                    <a:pt x="1586147" y="1759823"/>
                  </a:lnTo>
                  <a:lnTo>
                    <a:pt x="1587002" y="1713059"/>
                  </a:lnTo>
                  <a:lnTo>
                    <a:pt x="1587858" y="1753892"/>
                  </a:lnTo>
                  <a:lnTo>
                    <a:pt x="1588714" y="1743400"/>
                  </a:lnTo>
                  <a:lnTo>
                    <a:pt x="1589569" y="1788624"/>
                  </a:lnTo>
                  <a:lnTo>
                    <a:pt x="1590425" y="1798663"/>
                  </a:lnTo>
                  <a:lnTo>
                    <a:pt x="1591280" y="1900431"/>
                  </a:lnTo>
                  <a:lnTo>
                    <a:pt x="1592136" y="1931732"/>
                  </a:lnTo>
                  <a:lnTo>
                    <a:pt x="1592991" y="1922618"/>
                  </a:lnTo>
                  <a:lnTo>
                    <a:pt x="1593847" y="1970689"/>
                  </a:lnTo>
                  <a:lnTo>
                    <a:pt x="1594702" y="2039905"/>
                  </a:lnTo>
                  <a:lnTo>
                    <a:pt x="1595558" y="2072547"/>
                  </a:lnTo>
                  <a:lnTo>
                    <a:pt x="1596413" y="2055574"/>
                  </a:lnTo>
                  <a:lnTo>
                    <a:pt x="1597269" y="2111631"/>
                  </a:lnTo>
                  <a:lnTo>
                    <a:pt x="1598124" y="2164255"/>
                  </a:lnTo>
                  <a:lnTo>
                    <a:pt x="1598980" y="2186610"/>
                  </a:lnTo>
                  <a:lnTo>
                    <a:pt x="1599835" y="2190461"/>
                  </a:lnTo>
                  <a:lnTo>
                    <a:pt x="1600691" y="2165335"/>
                  </a:lnTo>
                  <a:lnTo>
                    <a:pt x="1601546" y="2205466"/>
                  </a:lnTo>
                  <a:lnTo>
                    <a:pt x="1602402" y="2225584"/>
                  </a:lnTo>
                  <a:lnTo>
                    <a:pt x="1603257" y="2235148"/>
                  </a:lnTo>
                  <a:lnTo>
                    <a:pt x="1604113" y="2236923"/>
                  </a:lnTo>
                  <a:lnTo>
                    <a:pt x="1604969" y="2232611"/>
                  </a:lnTo>
                  <a:lnTo>
                    <a:pt x="1605824" y="2226201"/>
                  </a:lnTo>
                  <a:lnTo>
                    <a:pt x="1606680" y="2217767"/>
                  </a:lnTo>
                  <a:lnTo>
                    <a:pt x="1607535" y="2217046"/>
                  </a:lnTo>
                  <a:lnTo>
                    <a:pt x="1608391" y="2222750"/>
                  </a:lnTo>
                  <a:lnTo>
                    <a:pt x="1609246" y="2173352"/>
                  </a:lnTo>
                  <a:lnTo>
                    <a:pt x="1610102" y="2172784"/>
                  </a:lnTo>
                  <a:lnTo>
                    <a:pt x="1610957" y="2154646"/>
                  </a:lnTo>
                  <a:lnTo>
                    <a:pt x="1611813" y="2141315"/>
                  </a:lnTo>
                  <a:lnTo>
                    <a:pt x="1612668" y="2102147"/>
                  </a:lnTo>
                  <a:lnTo>
                    <a:pt x="1613524" y="2074855"/>
                  </a:lnTo>
                  <a:lnTo>
                    <a:pt x="1614379" y="1991056"/>
                  </a:lnTo>
                  <a:lnTo>
                    <a:pt x="1615235" y="1954859"/>
                  </a:lnTo>
                  <a:lnTo>
                    <a:pt x="1616090" y="1889202"/>
                  </a:lnTo>
                  <a:lnTo>
                    <a:pt x="1616946" y="1884125"/>
                  </a:lnTo>
                  <a:lnTo>
                    <a:pt x="1617801" y="1811191"/>
                  </a:lnTo>
                  <a:lnTo>
                    <a:pt x="1618657" y="1831063"/>
                  </a:lnTo>
                  <a:lnTo>
                    <a:pt x="1619512" y="1817242"/>
                  </a:lnTo>
                  <a:lnTo>
                    <a:pt x="1620368" y="1894657"/>
                  </a:lnTo>
                  <a:lnTo>
                    <a:pt x="1621224" y="1930488"/>
                  </a:lnTo>
                  <a:lnTo>
                    <a:pt x="1622079" y="2022482"/>
                  </a:lnTo>
                  <a:lnTo>
                    <a:pt x="1622935" y="2033831"/>
                  </a:lnTo>
                  <a:lnTo>
                    <a:pt x="1623790" y="2028278"/>
                  </a:lnTo>
                  <a:lnTo>
                    <a:pt x="1624646" y="2056142"/>
                  </a:lnTo>
                  <a:lnTo>
                    <a:pt x="1625501" y="2010161"/>
                  </a:lnTo>
                  <a:lnTo>
                    <a:pt x="1626357" y="1961107"/>
                  </a:lnTo>
                  <a:lnTo>
                    <a:pt x="1627212" y="1960671"/>
                  </a:lnTo>
                  <a:lnTo>
                    <a:pt x="1628068" y="2001632"/>
                  </a:lnTo>
                  <a:lnTo>
                    <a:pt x="1628923" y="1922136"/>
                  </a:lnTo>
                  <a:lnTo>
                    <a:pt x="1629779" y="1835879"/>
                  </a:lnTo>
                  <a:lnTo>
                    <a:pt x="1630634" y="1824087"/>
                  </a:lnTo>
                  <a:lnTo>
                    <a:pt x="1631490" y="1795182"/>
                  </a:lnTo>
                  <a:lnTo>
                    <a:pt x="1632345" y="1746604"/>
                  </a:lnTo>
                  <a:lnTo>
                    <a:pt x="1633201" y="1719802"/>
                  </a:lnTo>
                  <a:lnTo>
                    <a:pt x="1634056" y="1697708"/>
                  </a:lnTo>
                  <a:lnTo>
                    <a:pt x="1634912" y="1698463"/>
                  </a:lnTo>
                  <a:lnTo>
                    <a:pt x="1635768" y="1726491"/>
                  </a:lnTo>
                  <a:lnTo>
                    <a:pt x="1636623" y="1730240"/>
                  </a:lnTo>
                  <a:lnTo>
                    <a:pt x="1637479" y="1749499"/>
                  </a:lnTo>
                  <a:lnTo>
                    <a:pt x="1638334" y="1784521"/>
                  </a:lnTo>
                  <a:lnTo>
                    <a:pt x="1639190" y="1788800"/>
                  </a:lnTo>
                  <a:lnTo>
                    <a:pt x="1640045" y="1825794"/>
                  </a:lnTo>
                  <a:lnTo>
                    <a:pt x="1640901" y="1883434"/>
                  </a:lnTo>
                  <a:lnTo>
                    <a:pt x="1641756" y="1890733"/>
                  </a:lnTo>
                  <a:lnTo>
                    <a:pt x="1642612" y="1971888"/>
                  </a:lnTo>
                  <a:lnTo>
                    <a:pt x="1643467" y="1987927"/>
                  </a:lnTo>
                  <a:lnTo>
                    <a:pt x="1644323" y="1983772"/>
                  </a:lnTo>
                  <a:lnTo>
                    <a:pt x="1645178" y="2012513"/>
                  </a:lnTo>
                  <a:lnTo>
                    <a:pt x="1646034" y="1968770"/>
                  </a:lnTo>
                  <a:lnTo>
                    <a:pt x="1646889" y="1879668"/>
                  </a:lnTo>
                  <a:lnTo>
                    <a:pt x="1647745" y="1858831"/>
                  </a:lnTo>
                  <a:lnTo>
                    <a:pt x="1648600" y="1848157"/>
                  </a:lnTo>
                  <a:lnTo>
                    <a:pt x="1649456" y="1836735"/>
                  </a:lnTo>
                  <a:lnTo>
                    <a:pt x="1650311" y="1904774"/>
                  </a:lnTo>
                  <a:lnTo>
                    <a:pt x="1651167" y="1911893"/>
                  </a:lnTo>
                  <a:lnTo>
                    <a:pt x="1652023" y="1986485"/>
                  </a:lnTo>
                  <a:lnTo>
                    <a:pt x="1652878" y="1985470"/>
                  </a:lnTo>
                  <a:lnTo>
                    <a:pt x="1653734" y="1952551"/>
                  </a:lnTo>
                  <a:lnTo>
                    <a:pt x="1654589" y="1938474"/>
                  </a:lnTo>
                  <a:lnTo>
                    <a:pt x="1655445" y="1911797"/>
                  </a:lnTo>
                  <a:lnTo>
                    <a:pt x="1656300" y="1892626"/>
                  </a:lnTo>
                  <a:lnTo>
                    <a:pt x="1657156" y="1942637"/>
                  </a:lnTo>
                  <a:lnTo>
                    <a:pt x="1658011" y="1910651"/>
                  </a:lnTo>
                  <a:lnTo>
                    <a:pt x="1658867" y="1962928"/>
                  </a:lnTo>
                  <a:lnTo>
                    <a:pt x="1659722" y="1953410"/>
                  </a:lnTo>
                  <a:lnTo>
                    <a:pt x="1660578" y="1952272"/>
                  </a:lnTo>
                  <a:lnTo>
                    <a:pt x="1661433" y="1929118"/>
                  </a:lnTo>
                  <a:lnTo>
                    <a:pt x="1662289" y="1872478"/>
                  </a:lnTo>
                  <a:lnTo>
                    <a:pt x="1663144" y="1857265"/>
                  </a:lnTo>
                  <a:lnTo>
                    <a:pt x="1664000" y="1873786"/>
                  </a:lnTo>
                  <a:lnTo>
                    <a:pt x="1664855" y="1876752"/>
                  </a:lnTo>
                  <a:lnTo>
                    <a:pt x="1665711" y="1864966"/>
                  </a:lnTo>
                  <a:lnTo>
                    <a:pt x="1666566" y="1839696"/>
                  </a:lnTo>
                  <a:lnTo>
                    <a:pt x="1667422" y="1842233"/>
                  </a:lnTo>
                  <a:lnTo>
                    <a:pt x="1668278" y="1908129"/>
                  </a:lnTo>
                  <a:lnTo>
                    <a:pt x="1669133" y="1924498"/>
                  </a:lnTo>
                  <a:lnTo>
                    <a:pt x="1669989" y="1898590"/>
                  </a:lnTo>
                  <a:lnTo>
                    <a:pt x="1670844" y="1855819"/>
                  </a:lnTo>
                  <a:lnTo>
                    <a:pt x="1671700" y="1863660"/>
                  </a:lnTo>
                  <a:lnTo>
                    <a:pt x="1672555" y="1920012"/>
                  </a:lnTo>
                  <a:lnTo>
                    <a:pt x="1673411" y="1880835"/>
                  </a:lnTo>
                  <a:lnTo>
                    <a:pt x="1674266" y="1834378"/>
                  </a:lnTo>
                  <a:lnTo>
                    <a:pt x="1675122" y="1935843"/>
                  </a:lnTo>
                  <a:lnTo>
                    <a:pt x="1675977" y="1975229"/>
                  </a:lnTo>
                  <a:lnTo>
                    <a:pt x="1676833" y="1946282"/>
                  </a:lnTo>
                  <a:lnTo>
                    <a:pt x="1677688" y="1946995"/>
                  </a:lnTo>
                  <a:lnTo>
                    <a:pt x="1678544" y="1964419"/>
                  </a:lnTo>
                  <a:lnTo>
                    <a:pt x="1679399" y="2052304"/>
                  </a:lnTo>
                  <a:lnTo>
                    <a:pt x="1680255" y="2063875"/>
                  </a:lnTo>
                  <a:lnTo>
                    <a:pt x="1681110" y="2030307"/>
                  </a:lnTo>
                  <a:lnTo>
                    <a:pt x="1681966" y="2010871"/>
                  </a:lnTo>
                  <a:lnTo>
                    <a:pt x="1682822" y="2047409"/>
                  </a:lnTo>
                  <a:lnTo>
                    <a:pt x="1683677" y="1976029"/>
                  </a:lnTo>
                  <a:lnTo>
                    <a:pt x="1684533" y="1951345"/>
                  </a:lnTo>
                  <a:lnTo>
                    <a:pt x="1685388" y="1927946"/>
                  </a:lnTo>
                  <a:lnTo>
                    <a:pt x="1686244" y="1922523"/>
                  </a:lnTo>
                  <a:lnTo>
                    <a:pt x="1687099" y="1894121"/>
                  </a:lnTo>
                  <a:lnTo>
                    <a:pt x="1687955" y="1837470"/>
                  </a:lnTo>
                  <a:lnTo>
                    <a:pt x="1688810" y="1903782"/>
                  </a:lnTo>
                  <a:lnTo>
                    <a:pt x="1689666" y="1967549"/>
                  </a:lnTo>
                  <a:lnTo>
                    <a:pt x="1690521" y="1965017"/>
                  </a:lnTo>
                  <a:lnTo>
                    <a:pt x="1691377" y="2054684"/>
                  </a:lnTo>
                  <a:lnTo>
                    <a:pt x="1692232" y="2095303"/>
                  </a:lnTo>
                  <a:lnTo>
                    <a:pt x="1693088" y="2127828"/>
                  </a:lnTo>
                  <a:lnTo>
                    <a:pt x="1693943" y="2197416"/>
                  </a:lnTo>
                  <a:lnTo>
                    <a:pt x="1694799" y="2202807"/>
                  </a:lnTo>
                  <a:lnTo>
                    <a:pt x="1695654" y="2205546"/>
                  </a:lnTo>
                  <a:lnTo>
                    <a:pt x="1696510" y="2208651"/>
                  </a:lnTo>
                  <a:lnTo>
                    <a:pt x="1697365" y="2216985"/>
                  </a:lnTo>
                  <a:lnTo>
                    <a:pt x="1698221" y="2273427"/>
                  </a:lnTo>
                  <a:lnTo>
                    <a:pt x="1699077" y="2278889"/>
                  </a:lnTo>
                  <a:lnTo>
                    <a:pt x="1699932" y="2271062"/>
                  </a:lnTo>
                  <a:lnTo>
                    <a:pt x="1700788" y="2271912"/>
                  </a:lnTo>
                  <a:lnTo>
                    <a:pt x="1701643" y="2230872"/>
                  </a:lnTo>
                  <a:lnTo>
                    <a:pt x="1702499" y="2226812"/>
                  </a:lnTo>
                  <a:lnTo>
                    <a:pt x="1703354" y="2244236"/>
                  </a:lnTo>
                  <a:lnTo>
                    <a:pt x="1704210" y="2201486"/>
                  </a:lnTo>
                  <a:lnTo>
                    <a:pt x="1705065" y="2217896"/>
                  </a:lnTo>
                  <a:lnTo>
                    <a:pt x="1705921" y="2168030"/>
                  </a:lnTo>
                  <a:lnTo>
                    <a:pt x="1706776" y="2144834"/>
                  </a:lnTo>
                  <a:lnTo>
                    <a:pt x="1707632" y="2142591"/>
                  </a:lnTo>
                  <a:lnTo>
                    <a:pt x="1708487" y="2102377"/>
                  </a:lnTo>
                  <a:lnTo>
                    <a:pt x="1709343" y="2123978"/>
                  </a:lnTo>
                  <a:lnTo>
                    <a:pt x="1710198" y="2103658"/>
                  </a:lnTo>
                  <a:lnTo>
                    <a:pt x="1711054" y="2178869"/>
                  </a:lnTo>
                  <a:lnTo>
                    <a:pt x="1711909" y="2177388"/>
                  </a:lnTo>
                  <a:lnTo>
                    <a:pt x="1712765" y="2153437"/>
                  </a:lnTo>
                  <a:lnTo>
                    <a:pt x="1713620" y="2182085"/>
                  </a:lnTo>
                  <a:lnTo>
                    <a:pt x="1714476" y="2144313"/>
                  </a:lnTo>
                  <a:lnTo>
                    <a:pt x="1715332" y="2133345"/>
                  </a:lnTo>
                  <a:lnTo>
                    <a:pt x="1716187" y="2129385"/>
                  </a:lnTo>
                  <a:lnTo>
                    <a:pt x="1717043" y="2115465"/>
                  </a:lnTo>
                  <a:lnTo>
                    <a:pt x="1717898" y="2155306"/>
                  </a:lnTo>
                  <a:lnTo>
                    <a:pt x="1718754" y="2060236"/>
                  </a:lnTo>
                  <a:lnTo>
                    <a:pt x="1719609" y="1997420"/>
                  </a:lnTo>
                  <a:lnTo>
                    <a:pt x="1720465" y="1953512"/>
                  </a:lnTo>
                  <a:lnTo>
                    <a:pt x="1721320" y="1934833"/>
                  </a:lnTo>
                  <a:lnTo>
                    <a:pt x="1722176" y="1912048"/>
                  </a:lnTo>
                  <a:lnTo>
                    <a:pt x="1723031" y="1838005"/>
                  </a:lnTo>
                  <a:lnTo>
                    <a:pt x="1723887" y="1911484"/>
                  </a:lnTo>
                  <a:lnTo>
                    <a:pt x="1724742" y="1954967"/>
                  </a:lnTo>
                  <a:lnTo>
                    <a:pt x="1725598" y="1976516"/>
                  </a:lnTo>
                  <a:lnTo>
                    <a:pt x="1726453" y="1968760"/>
                  </a:lnTo>
                  <a:lnTo>
                    <a:pt x="1727309" y="1854415"/>
                  </a:lnTo>
                  <a:lnTo>
                    <a:pt x="1728164" y="1867512"/>
                  </a:lnTo>
                  <a:lnTo>
                    <a:pt x="1729020" y="1828335"/>
                  </a:lnTo>
                  <a:lnTo>
                    <a:pt x="1729876" y="1783630"/>
                  </a:lnTo>
                  <a:lnTo>
                    <a:pt x="1730731" y="1804535"/>
                  </a:lnTo>
                  <a:lnTo>
                    <a:pt x="1731587" y="1879515"/>
                  </a:lnTo>
                  <a:lnTo>
                    <a:pt x="1732442" y="1853481"/>
                  </a:lnTo>
                  <a:lnTo>
                    <a:pt x="1733298" y="1790538"/>
                  </a:lnTo>
                  <a:lnTo>
                    <a:pt x="1734153" y="1725647"/>
                  </a:lnTo>
                  <a:lnTo>
                    <a:pt x="1735009" y="1711134"/>
                  </a:lnTo>
                  <a:lnTo>
                    <a:pt x="1735864" y="1794624"/>
                  </a:lnTo>
                  <a:lnTo>
                    <a:pt x="1736720" y="1756822"/>
                  </a:lnTo>
                  <a:lnTo>
                    <a:pt x="1737575" y="1846246"/>
                  </a:lnTo>
                  <a:lnTo>
                    <a:pt x="1738431" y="1911023"/>
                  </a:lnTo>
                  <a:lnTo>
                    <a:pt x="1739286" y="2018731"/>
                  </a:lnTo>
                  <a:lnTo>
                    <a:pt x="1740142" y="2070920"/>
                  </a:lnTo>
                  <a:lnTo>
                    <a:pt x="1740997" y="2039607"/>
                  </a:lnTo>
                  <a:lnTo>
                    <a:pt x="1741853" y="2114914"/>
                  </a:lnTo>
                  <a:lnTo>
                    <a:pt x="1742708" y="2156927"/>
                  </a:lnTo>
                  <a:lnTo>
                    <a:pt x="1743564" y="2200326"/>
                  </a:lnTo>
                  <a:lnTo>
                    <a:pt x="1744419" y="2204557"/>
                  </a:lnTo>
                  <a:lnTo>
                    <a:pt x="1745275" y="2208006"/>
                  </a:lnTo>
                  <a:lnTo>
                    <a:pt x="1746131" y="2166838"/>
                  </a:lnTo>
                  <a:lnTo>
                    <a:pt x="1746986" y="2181730"/>
                  </a:lnTo>
                  <a:lnTo>
                    <a:pt x="1747842" y="2241006"/>
                  </a:lnTo>
                  <a:lnTo>
                    <a:pt x="1748697" y="2227628"/>
                  </a:lnTo>
                  <a:lnTo>
                    <a:pt x="1749553" y="2222924"/>
                  </a:lnTo>
                  <a:lnTo>
                    <a:pt x="1750408" y="2203516"/>
                  </a:lnTo>
                  <a:lnTo>
                    <a:pt x="1751264" y="2182629"/>
                  </a:lnTo>
                  <a:lnTo>
                    <a:pt x="1752119" y="2155731"/>
                  </a:lnTo>
                  <a:lnTo>
                    <a:pt x="1752975" y="2143654"/>
                  </a:lnTo>
                  <a:lnTo>
                    <a:pt x="1753830" y="2086717"/>
                  </a:lnTo>
                  <a:lnTo>
                    <a:pt x="1754686" y="2102784"/>
                  </a:lnTo>
                  <a:lnTo>
                    <a:pt x="1755541" y="2064519"/>
                  </a:lnTo>
                  <a:lnTo>
                    <a:pt x="1756397" y="2012629"/>
                  </a:lnTo>
                  <a:lnTo>
                    <a:pt x="1757252" y="1998375"/>
                  </a:lnTo>
                  <a:lnTo>
                    <a:pt x="1758108" y="1957323"/>
                  </a:lnTo>
                  <a:lnTo>
                    <a:pt x="1758963" y="1970465"/>
                  </a:lnTo>
                  <a:lnTo>
                    <a:pt x="1759819" y="2009372"/>
                  </a:lnTo>
                  <a:lnTo>
                    <a:pt x="1760674" y="2059625"/>
                  </a:lnTo>
                  <a:lnTo>
                    <a:pt x="1761530" y="2088483"/>
                  </a:lnTo>
                  <a:lnTo>
                    <a:pt x="1762386" y="2070481"/>
                  </a:lnTo>
                  <a:lnTo>
                    <a:pt x="1763241" y="2055795"/>
                  </a:lnTo>
                  <a:lnTo>
                    <a:pt x="1764097" y="2035390"/>
                  </a:lnTo>
                  <a:lnTo>
                    <a:pt x="1764952" y="2038756"/>
                  </a:lnTo>
                  <a:lnTo>
                    <a:pt x="1765808" y="1985644"/>
                  </a:lnTo>
                  <a:lnTo>
                    <a:pt x="1766663" y="1884138"/>
                  </a:lnTo>
                  <a:lnTo>
                    <a:pt x="1767519" y="1867427"/>
                  </a:lnTo>
                  <a:lnTo>
                    <a:pt x="1768374" y="1898733"/>
                  </a:lnTo>
                  <a:lnTo>
                    <a:pt x="1769230" y="1826539"/>
                  </a:lnTo>
                  <a:lnTo>
                    <a:pt x="1770085" y="1829961"/>
                  </a:lnTo>
                  <a:lnTo>
                    <a:pt x="1770941" y="1722561"/>
                  </a:lnTo>
                  <a:lnTo>
                    <a:pt x="1771796" y="1722437"/>
                  </a:lnTo>
                  <a:lnTo>
                    <a:pt x="1772652" y="1761431"/>
                  </a:lnTo>
                  <a:lnTo>
                    <a:pt x="1773507" y="1704174"/>
                  </a:lnTo>
                  <a:lnTo>
                    <a:pt x="1774363" y="1801993"/>
                  </a:lnTo>
                  <a:lnTo>
                    <a:pt x="1775218" y="1756010"/>
                  </a:lnTo>
                  <a:lnTo>
                    <a:pt x="1776074" y="1730742"/>
                  </a:lnTo>
                  <a:lnTo>
                    <a:pt x="1776929" y="1860955"/>
                  </a:lnTo>
                  <a:lnTo>
                    <a:pt x="1777785" y="1922340"/>
                  </a:lnTo>
                  <a:lnTo>
                    <a:pt x="1778641" y="1986708"/>
                  </a:lnTo>
                  <a:lnTo>
                    <a:pt x="1779496" y="2031850"/>
                  </a:lnTo>
                  <a:lnTo>
                    <a:pt x="1780352" y="2029525"/>
                  </a:lnTo>
                  <a:lnTo>
                    <a:pt x="1781207" y="2120598"/>
                  </a:lnTo>
                  <a:lnTo>
                    <a:pt x="1782063" y="2124373"/>
                  </a:lnTo>
                  <a:lnTo>
                    <a:pt x="1782918" y="2074800"/>
                  </a:lnTo>
                  <a:lnTo>
                    <a:pt x="1783774" y="1978517"/>
                  </a:lnTo>
                  <a:lnTo>
                    <a:pt x="1784629" y="2011482"/>
                  </a:lnTo>
                  <a:lnTo>
                    <a:pt x="1785485" y="2050855"/>
                  </a:lnTo>
                  <a:lnTo>
                    <a:pt x="1786340" y="2055501"/>
                  </a:lnTo>
                  <a:lnTo>
                    <a:pt x="1787196" y="1950431"/>
                  </a:lnTo>
                  <a:lnTo>
                    <a:pt x="1788051" y="1959893"/>
                  </a:lnTo>
                  <a:lnTo>
                    <a:pt x="1788907" y="1939257"/>
                  </a:lnTo>
                  <a:lnTo>
                    <a:pt x="1789762" y="2009194"/>
                  </a:lnTo>
                  <a:lnTo>
                    <a:pt x="1790618" y="2009156"/>
                  </a:lnTo>
                  <a:lnTo>
                    <a:pt x="1791473" y="1928099"/>
                  </a:lnTo>
                  <a:lnTo>
                    <a:pt x="1792329" y="1857927"/>
                  </a:lnTo>
                  <a:lnTo>
                    <a:pt x="1793185" y="1851448"/>
                  </a:lnTo>
                  <a:lnTo>
                    <a:pt x="1794040" y="1926318"/>
                  </a:lnTo>
                  <a:lnTo>
                    <a:pt x="1794896" y="1926480"/>
                  </a:lnTo>
                  <a:lnTo>
                    <a:pt x="1795751" y="2046994"/>
                  </a:lnTo>
                  <a:lnTo>
                    <a:pt x="1796607" y="2061725"/>
                  </a:lnTo>
                  <a:lnTo>
                    <a:pt x="1797462" y="2107128"/>
                  </a:lnTo>
                  <a:lnTo>
                    <a:pt x="1798318" y="2125972"/>
                  </a:lnTo>
                  <a:lnTo>
                    <a:pt x="1799173" y="2077298"/>
                  </a:lnTo>
                  <a:lnTo>
                    <a:pt x="1800029" y="2000202"/>
                  </a:lnTo>
                  <a:lnTo>
                    <a:pt x="1800884" y="1978464"/>
                  </a:lnTo>
                  <a:lnTo>
                    <a:pt x="1801740" y="2022801"/>
                  </a:lnTo>
                  <a:lnTo>
                    <a:pt x="1802595" y="2061350"/>
                  </a:lnTo>
                  <a:lnTo>
                    <a:pt x="1803451" y="1987106"/>
                  </a:lnTo>
                  <a:lnTo>
                    <a:pt x="1804306" y="1988245"/>
                  </a:lnTo>
                  <a:lnTo>
                    <a:pt x="1805162" y="1999567"/>
                  </a:lnTo>
                  <a:lnTo>
                    <a:pt x="1806017" y="2090280"/>
                  </a:lnTo>
                  <a:lnTo>
                    <a:pt x="1806873" y="2063540"/>
                  </a:lnTo>
                  <a:lnTo>
                    <a:pt x="1807728" y="2086637"/>
                  </a:lnTo>
                  <a:lnTo>
                    <a:pt x="1808584" y="2065780"/>
                  </a:lnTo>
                  <a:lnTo>
                    <a:pt x="1809440" y="2013184"/>
                  </a:lnTo>
                  <a:lnTo>
                    <a:pt x="1810295" y="2056257"/>
                  </a:lnTo>
                  <a:lnTo>
                    <a:pt x="1811151" y="2026866"/>
                  </a:lnTo>
                  <a:lnTo>
                    <a:pt x="1812006" y="2039780"/>
                  </a:lnTo>
                  <a:lnTo>
                    <a:pt x="1812862" y="2020491"/>
                  </a:lnTo>
                  <a:lnTo>
                    <a:pt x="1813717" y="2137642"/>
                  </a:lnTo>
                  <a:lnTo>
                    <a:pt x="1814573" y="2147247"/>
                  </a:lnTo>
                  <a:lnTo>
                    <a:pt x="1815428" y="2087521"/>
                  </a:lnTo>
                  <a:lnTo>
                    <a:pt x="1816284" y="2133666"/>
                  </a:lnTo>
                  <a:lnTo>
                    <a:pt x="1817139" y="2153613"/>
                  </a:lnTo>
                  <a:lnTo>
                    <a:pt x="1817995" y="2156460"/>
                  </a:lnTo>
                  <a:lnTo>
                    <a:pt x="1818850" y="2112739"/>
                  </a:lnTo>
                  <a:lnTo>
                    <a:pt x="1819706" y="2120601"/>
                  </a:lnTo>
                  <a:lnTo>
                    <a:pt x="1820561" y="2100119"/>
                  </a:lnTo>
                  <a:lnTo>
                    <a:pt x="1821417" y="2105133"/>
                  </a:lnTo>
                  <a:lnTo>
                    <a:pt x="1822272" y="2019194"/>
                  </a:lnTo>
                  <a:lnTo>
                    <a:pt x="1823128" y="1917411"/>
                  </a:lnTo>
                  <a:lnTo>
                    <a:pt x="1823983" y="1863597"/>
                  </a:lnTo>
                  <a:lnTo>
                    <a:pt x="1824839" y="1849719"/>
                  </a:lnTo>
                  <a:lnTo>
                    <a:pt x="1825695" y="1852984"/>
                  </a:lnTo>
                  <a:lnTo>
                    <a:pt x="1826550" y="1819497"/>
                  </a:lnTo>
                  <a:lnTo>
                    <a:pt x="1827406" y="1804968"/>
                  </a:lnTo>
                  <a:lnTo>
                    <a:pt x="1828261" y="1853247"/>
                  </a:lnTo>
                  <a:lnTo>
                    <a:pt x="1829117" y="1925957"/>
                  </a:lnTo>
                  <a:lnTo>
                    <a:pt x="1829972" y="1919105"/>
                  </a:lnTo>
                  <a:lnTo>
                    <a:pt x="1830828" y="1828209"/>
                  </a:lnTo>
                  <a:lnTo>
                    <a:pt x="1831683" y="1732392"/>
                  </a:lnTo>
                  <a:lnTo>
                    <a:pt x="1832539" y="1724947"/>
                  </a:lnTo>
                  <a:lnTo>
                    <a:pt x="1833394" y="1710171"/>
                  </a:lnTo>
                  <a:lnTo>
                    <a:pt x="1834250" y="1654882"/>
                  </a:lnTo>
                  <a:lnTo>
                    <a:pt x="1835105" y="1625419"/>
                  </a:lnTo>
                  <a:lnTo>
                    <a:pt x="1835961" y="1636977"/>
                  </a:lnTo>
                  <a:lnTo>
                    <a:pt x="1836816" y="1617950"/>
                  </a:lnTo>
                  <a:lnTo>
                    <a:pt x="1837672" y="1644548"/>
                  </a:lnTo>
                  <a:lnTo>
                    <a:pt x="1838527" y="1669187"/>
                  </a:lnTo>
                  <a:lnTo>
                    <a:pt x="1839383" y="1704718"/>
                  </a:lnTo>
                  <a:lnTo>
                    <a:pt x="1840239" y="1684470"/>
                  </a:lnTo>
                  <a:lnTo>
                    <a:pt x="1841094" y="1786743"/>
                  </a:lnTo>
                  <a:lnTo>
                    <a:pt x="1841950" y="1866104"/>
                  </a:lnTo>
                  <a:lnTo>
                    <a:pt x="1842805" y="1951793"/>
                  </a:lnTo>
                  <a:lnTo>
                    <a:pt x="1843661" y="1975519"/>
                  </a:lnTo>
                  <a:lnTo>
                    <a:pt x="1844516" y="1976829"/>
                  </a:lnTo>
                  <a:lnTo>
                    <a:pt x="1845372" y="1977397"/>
                  </a:lnTo>
                  <a:lnTo>
                    <a:pt x="1846227" y="1973071"/>
                  </a:lnTo>
                  <a:lnTo>
                    <a:pt x="1847083" y="2019992"/>
                  </a:lnTo>
                  <a:lnTo>
                    <a:pt x="1847938" y="2012726"/>
                  </a:lnTo>
                  <a:lnTo>
                    <a:pt x="1848794" y="2032719"/>
                  </a:lnTo>
                  <a:lnTo>
                    <a:pt x="1849649" y="2046901"/>
                  </a:lnTo>
                  <a:lnTo>
                    <a:pt x="1850505" y="2022862"/>
                  </a:lnTo>
                  <a:lnTo>
                    <a:pt x="1851360" y="2018233"/>
                  </a:lnTo>
                  <a:lnTo>
                    <a:pt x="1852216" y="1956978"/>
                  </a:lnTo>
                  <a:lnTo>
                    <a:pt x="1853071" y="1914820"/>
                  </a:lnTo>
                  <a:lnTo>
                    <a:pt x="1853927" y="1932648"/>
                  </a:lnTo>
                  <a:lnTo>
                    <a:pt x="1854782" y="1961850"/>
                  </a:lnTo>
                  <a:lnTo>
                    <a:pt x="1855638" y="1949547"/>
                  </a:lnTo>
                  <a:lnTo>
                    <a:pt x="1856494" y="1957623"/>
                  </a:lnTo>
                  <a:lnTo>
                    <a:pt x="1857349" y="2042492"/>
                  </a:lnTo>
                  <a:lnTo>
                    <a:pt x="1858205" y="2012029"/>
                  </a:lnTo>
                  <a:lnTo>
                    <a:pt x="1859060" y="1966347"/>
                  </a:lnTo>
                  <a:lnTo>
                    <a:pt x="1859916" y="1927033"/>
                  </a:lnTo>
                  <a:lnTo>
                    <a:pt x="1860771" y="1894951"/>
                  </a:lnTo>
                  <a:lnTo>
                    <a:pt x="1861627" y="1906550"/>
                  </a:lnTo>
                  <a:lnTo>
                    <a:pt x="1862482" y="1867110"/>
                  </a:lnTo>
                  <a:lnTo>
                    <a:pt x="1863338" y="1866877"/>
                  </a:lnTo>
                  <a:lnTo>
                    <a:pt x="1864193" y="1906520"/>
                  </a:lnTo>
                  <a:lnTo>
                    <a:pt x="1865049" y="1921894"/>
                  </a:lnTo>
                  <a:lnTo>
                    <a:pt x="1865904" y="1928362"/>
                  </a:lnTo>
                  <a:lnTo>
                    <a:pt x="1866760" y="1960247"/>
                  </a:lnTo>
                  <a:lnTo>
                    <a:pt x="1867615" y="2060865"/>
                  </a:lnTo>
                  <a:lnTo>
                    <a:pt x="1868471" y="2129557"/>
                  </a:lnTo>
                  <a:lnTo>
                    <a:pt x="1869326" y="2123261"/>
                  </a:lnTo>
                  <a:lnTo>
                    <a:pt x="1870182" y="2166194"/>
                  </a:lnTo>
                  <a:lnTo>
                    <a:pt x="1871037" y="2116659"/>
                  </a:lnTo>
                  <a:lnTo>
                    <a:pt x="1871893" y="2058860"/>
                  </a:lnTo>
                  <a:lnTo>
                    <a:pt x="1872749" y="2037756"/>
                  </a:lnTo>
                  <a:lnTo>
                    <a:pt x="1873604" y="2147029"/>
                  </a:lnTo>
                  <a:lnTo>
                    <a:pt x="1874460" y="2135390"/>
                  </a:lnTo>
                  <a:lnTo>
                    <a:pt x="1875315" y="2086204"/>
                  </a:lnTo>
                  <a:lnTo>
                    <a:pt x="1876171" y="2020790"/>
                  </a:lnTo>
                  <a:lnTo>
                    <a:pt x="1877026" y="2074676"/>
                  </a:lnTo>
                  <a:lnTo>
                    <a:pt x="1877882" y="2112776"/>
                  </a:lnTo>
                  <a:lnTo>
                    <a:pt x="1878737" y="2101892"/>
                  </a:lnTo>
                  <a:lnTo>
                    <a:pt x="1879593" y="2064051"/>
                  </a:lnTo>
                  <a:lnTo>
                    <a:pt x="1880448" y="1955951"/>
                  </a:lnTo>
                  <a:lnTo>
                    <a:pt x="1881304" y="1941747"/>
                  </a:lnTo>
                  <a:lnTo>
                    <a:pt x="1882159" y="1911472"/>
                  </a:lnTo>
                  <a:lnTo>
                    <a:pt x="1883015" y="1886363"/>
                  </a:lnTo>
                  <a:lnTo>
                    <a:pt x="1883870" y="1856345"/>
                  </a:lnTo>
                  <a:lnTo>
                    <a:pt x="1884726" y="1865342"/>
                  </a:lnTo>
                  <a:lnTo>
                    <a:pt x="1885581" y="1964080"/>
                  </a:lnTo>
                  <a:lnTo>
                    <a:pt x="1886437" y="2015756"/>
                  </a:lnTo>
                  <a:lnTo>
                    <a:pt x="1887293" y="2032467"/>
                  </a:lnTo>
                  <a:lnTo>
                    <a:pt x="1888148" y="1906175"/>
                  </a:lnTo>
                  <a:lnTo>
                    <a:pt x="1889004" y="1863336"/>
                  </a:lnTo>
                  <a:lnTo>
                    <a:pt x="1889859" y="1841065"/>
                  </a:lnTo>
                  <a:lnTo>
                    <a:pt x="1890715" y="1869591"/>
                  </a:lnTo>
                  <a:lnTo>
                    <a:pt x="1891570" y="1764700"/>
                  </a:lnTo>
                  <a:lnTo>
                    <a:pt x="1892426" y="1662302"/>
                  </a:lnTo>
                  <a:lnTo>
                    <a:pt x="1893281" y="1679104"/>
                  </a:lnTo>
                  <a:lnTo>
                    <a:pt x="1894137" y="1642424"/>
                  </a:lnTo>
                  <a:lnTo>
                    <a:pt x="1894992" y="1647309"/>
                  </a:lnTo>
                  <a:lnTo>
                    <a:pt x="1895848" y="1622938"/>
                  </a:lnTo>
                  <a:lnTo>
                    <a:pt x="1896703" y="1705695"/>
                  </a:lnTo>
                  <a:lnTo>
                    <a:pt x="1897559" y="1718534"/>
                  </a:lnTo>
                  <a:lnTo>
                    <a:pt x="1898414" y="1813819"/>
                  </a:lnTo>
                  <a:lnTo>
                    <a:pt x="1899270" y="1933023"/>
                  </a:lnTo>
                  <a:lnTo>
                    <a:pt x="1900125" y="2046824"/>
                  </a:lnTo>
                  <a:lnTo>
                    <a:pt x="1900981" y="2126167"/>
                  </a:lnTo>
                  <a:lnTo>
                    <a:pt x="1901836" y="2151707"/>
                  </a:lnTo>
                  <a:lnTo>
                    <a:pt x="1902692" y="2195097"/>
                  </a:lnTo>
                  <a:lnTo>
                    <a:pt x="1903548" y="2225280"/>
                  </a:lnTo>
                  <a:lnTo>
                    <a:pt x="1904403" y="2214830"/>
                  </a:lnTo>
                  <a:lnTo>
                    <a:pt x="1905259" y="2231572"/>
                  </a:lnTo>
                  <a:lnTo>
                    <a:pt x="1906114" y="2204713"/>
                  </a:lnTo>
                  <a:lnTo>
                    <a:pt x="1906970" y="2200570"/>
                  </a:lnTo>
                  <a:lnTo>
                    <a:pt x="1907825" y="2181965"/>
                  </a:lnTo>
                  <a:lnTo>
                    <a:pt x="1908681" y="2145767"/>
                  </a:lnTo>
                  <a:lnTo>
                    <a:pt x="1909536" y="2129027"/>
                  </a:lnTo>
                  <a:lnTo>
                    <a:pt x="1910392" y="2079515"/>
                  </a:lnTo>
                  <a:lnTo>
                    <a:pt x="1911247" y="2033914"/>
                  </a:lnTo>
                  <a:lnTo>
                    <a:pt x="1912103" y="1927490"/>
                  </a:lnTo>
                  <a:lnTo>
                    <a:pt x="1912958" y="1924118"/>
                  </a:lnTo>
                  <a:lnTo>
                    <a:pt x="1913814" y="1891836"/>
                  </a:lnTo>
                  <a:lnTo>
                    <a:pt x="1914669" y="1897438"/>
                  </a:lnTo>
                  <a:lnTo>
                    <a:pt x="1915525" y="1900872"/>
                  </a:lnTo>
                  <a:lnTo>
                    <a:pt x="1916380" y="1915640"/>
                  </a:lnTo>
                  <a:lnTo>
                    <a:pt x="1917236" y="1965500"/>
                  </a:lnTo>
                  <a:lnTo>
                    <a:pt x="1918091" y="2049145"/>
                  </a:lnTo>
                  <a:lnTo>
                    <a:pt x="1918947" y="2030955"/>
                  </a:lnTo>
                  <a:lnTo>
                    <a:pt x="1919803" y="2053571"/>
                  </a:lnTo>
                  <a:lnTo>
                    <a:pt x="1920658" y="2055478"/>
                  </a:lnTo>
                  <a:lnTo>
                    <a:pt x="1921514" y="1997213"/>
                  </a:lnTo>
                  <a:lnTo>
                    <a:pt x="1922369" y="2003717"/>
                  </a:lnTo>
                  <a:lnTo>
                    <a:pt x="1923225" y="1922613"/>
                  </a:lnTo>
                  <a:lnTo>
                    <a:pt x="1924080" y="1868297"/>
                  </a:lnTo>
                  <a:lnTo>
                    <a:pt x="1924936" y="1946984"/>
                  </a:lnTo>
                  <a:lnTo>
                    <a:pt x="1925791" y="1922399"/>
                  </a:lnTo>
                  <a:lnTo>
                    <a:pt x="1926647" y="1952778"/>
                  </a:lnTo>
                  <a:lnTo>
                    <a:pt x="1927502" y="1932056"/>
                  </a:lnTo>
                  <a:lnTo>
                    <a:pt x="1928358" y="1835353"/>
                  </a:lnTo>
                  <a:lnTo>
                    <a:pt x="1929213" y="1876176"/>
                  </a:lnTo>
                  <a:lnTo>
                    <a:pt x="1930069" y="1769111"/>
                  </a:lnTo>
                  <a:lnTo>
                    <a:pt x="1930924" y="1723872"/>
                  </a:lnTo>
                  <a:lnTo>
                    <a:pt x="1931780" y="1789298"/>
                  </a:lnTo>
                  <a:lnTo>
                    <a:pt x="1932635" y="1685501"/>
                  </a:lnTo>
                  <a:lnTo>
                    <a:pt x="1933491" y="1732583"/>
                  </a:lnTo>
                  <a:lnTo>
                    <a:pt x="1934347" y="1734286"/>
                  </a:lnTo>
                  <a:lnTo>
                    <a:pt x="1935202" y="1692182"/>
                  </a:lnTo>
                  <a:lnTo>
                    <a:pt x="1936058" y="1686162"/>
                  </a:lnTo>
                  <a:lnTo>
                    <a:pt x="1936913" y="1697967"/>
                  </a:lnTo>
                  <a:lnTo>
                    <a:pt x="1937769" y="1651799"/>
                  </a:lnTo>
                  <a:lnTo>
                    <a:pt x="1938624" y="1653881"/>
                  </a:lnTo>
                  <a:lnTo>
                    <a:pt x="1939480" y="1680451"/>
                  </a:lnTo>
                  <a:lnTo>
                    <a:pt x="1940335" y="1657808"/>
                  </a:lnTo>
                  <a:lnTo>
                    <a:pt x="1941191" y="1714907"/>
                  </a:lnTo>
                  <a:lnTo>
                    <a:pt x="1942046" y="1720272"/>
                  </a:lnTo>
                  <a:lnTo>
                    <a:pt x="1942902" y="1716557"/>
                  </a:lnTo>
                  <a:lnTo>
                    <a:pt x="1943757" y="1796375"/>
                  </a:lnTo>
                  <a:lnTo>
                    <a:pt x="1944613" y="1786032"/>
                  </a:lnTo>
                  <a:lnTo>
                    <a:pt x="1945468" y="1829469"/>
                  </a:lnTo>
                  <a:lnTo>
                    <a:pt x="1946324" y="1839409"/>
                  </a:lnTo>
                  <a:lnTo>
                    <a:pt x="1947179" y="1912489"/>
                  </a:lnTo>
                  <a:lnTo>
                    <a:pt x="1948035" y="1878936"/>
                  </a:lnTo>
                  <a:lnTo>
                    <a:pt x="1948890" y="1824653"/>
                  </a:lnTo>
                  <a:lnTo>
                    <a:pt x="1949746" y="1831214"/>
                  </a:lnTo>
                  <a:lnTo>
                    <a:pt x="1950602" y="1827631"/>
                  </a:lnTo>
                  <a:lnTo>
                    <a:pt x="1951457" y="1836336"/>
                  </a:lnTo>
                  <a:lnTo>
                    <a:pt x="1952313" y="1887725"/>
                  </a:lnTo>
                  <a:lnTo>
                    <a:pt x="1953168" y="1926711"/>
                  </a:lnTo>
                  <a:lnTo>
                    <a:pt x="1954024" y="1959264"/>
                  </a:lnTo>
                  <a:lnTo>
                    <a:pt x="1954879" y="1818170"/>
                  </a:lnTo>
                  <a:lnTo>
                    <a:pt x="1955735" y="1806835"/>
                  </a:lnTo>
                  <a:lnTo>
                    <a:pt x="1956590" y="1852236"/>
                  </a:lnTo>
                  <a:lnTo>
                    <a:pt x="1957446" y="1870074"/>
                  </a:lnTo>
                  <a:lnTo>
                    <a:pt x="1958301" y="1898100"/>
                  </a:lnTo>
                  <a:lnTo>
                    <a:pt x="1959157" y="1811104"/>
                  </a:lnTo>
                  <a:lnTo>
                    <a:pt x="1960012" y="1794173"/>
                  </a:lnTo>
                  <a:lnTo>
                    <a:pt x="1960868" y="1878427"/>
                  </a:lnTo>
                  <a:lnTo>
                    <a:pt x="1961723" y="1808690"/>
                  </a:lnTo>
                  <a:lnTo>
                    <a:pt x="1962579" y="1816654"/>
                  </a:lnTo>
                  <a:lnTo>
                    <a:pt x="1963434" y="1818723"/>
                  </a:lnTo>
                  <a:lnTo>
                    <a:pt x="1964290" y="1820937"/>
                  </a:lnTo>
                  <a:lnTo>
                    <a:pt x="1965145" y="1849214"/>
                  </a:lnTo>
                  <a:lnTo>
                    <a:pt x="1966001" y="1844306"/>
                  </a:lnTo>
                  <a:lnTo>
                    <a:pt x="1966857" y="1873252"/>
                  </a:lnTo>
                  <a:lnTo>
                    <a:pt x="1967712" y="1937268"/>
                  </a:lnTo>
                  <a:lnTo>
                    <a:pt x="1968568" y="1929147"/>
                  </a:lnTo>
                  <a:lnTo>
                    <a:pt x="1969423" y="1975969"/>
                  </a:lnTo>
                  <a:lnTo>
                    <a:pt x="1970279" y="2009955"/>
                  </a:lnTo>
                  <a:lnTo>
                    <a:pt x="1971134" y="1951575"/>
                  </a:lnTo>
                  <a:lnTo>
                    <a:pt x="1971990" y="1881418"/>
                  </a:lnTo>
                  <a:lnTo>
                    <a:pt x="1972845" y="1813755"/>
                  </a:lnTo>
                  <a:lnTo>
                    <a:pt x="1973701" y="1829461"/>
                  </a:lnTo>
                  <a:lnTo>
                    <a:pt x="1974556" y="1832955"/>
                  </a:lnTo>
                  <a:lnTo>
                    <a:pt x="1975412" y="1746146"/>
                  </a:lnTo>
                  <a:lnTo>
                    <a:pt x="1976267" y="1735866"/>
                  </a:lnTo>
                  <a:lnTo>
                    <a:pt x="1977123" y="1786104"/>
                  </a:lnTo>
                  <a:lnTo>
                    <a:pt x="1977978" y="1810159"/>
                  </a:lnTo>
                  <a:lnTo>
                    <a:pt x="1978834" y="1872532"/>
                  </a:lnTo>
                  <a:lnTo>
                    <a:pt x="1979689" y="1870841"/>
                  </a:lnTo>
                  <a:lnTo>
                    <a:pt x="1980545" y="1967084"/>
                  </a:lnTo>
                  <a:lnTo>
                    <a:pt x="1981401" y="2073280"/>
                  </a:lnTo>
                  <a:lnTo>
                    <a:pt x="1982256" y="2063119"/>
                  </a:lnTo>
                  <a:lnTo>
                    <a:pt x="1983112" y="1986853"/>
                  </a:lnTo>
                  <a:lnTo>
                    <a:pt x="1983967" y="2018219"/>
                  </a:lnTo>
                  <a:lnTo>
                    <a:pt x="1984823" y="2010212"/>
                  </a:lnTo>
                  <a:lnTo>
                    <a:pt x="1985678" y="2025846"/>
                  </a:lnTo>
                  <a:lnTo>
                    <a:pt x="1986534" y="2081425"/>
                  </a:lnTo>
                  <a:lnTo>
                    <a:pt x="1987389" y="2109773"/>
                  </a:lnTo>
                  <a:lnTo>
                    <a:pt x="1988245" y="2116966"/>
                  </a:lnTo>
                  <a:lnTo>
                    <a:pt x="1989100" y="2102560"/>
                  </a:lnTo>
                  <a:lnTo>
                    <a:pt x="1989956" y="2103332"/>
                  </a:lnTo>
                  <a:lnTo>
                    <a:pt x="1990811" y="2052421"/>
                  </a:lnTo>
                  <a:lnTo>
                    <a:pt x="1991667" y="2070610"/>
                  </a:lnTo>
                  <a:lnTo>
                    <a:pt x="1992522" y="2089706"/>
                  </a:lnTo>
                  <a:lnTo>
                    <a:pt x="1993378" y="2025356"/>
                  </a:lnTo>
                  <a:lnTo>
                    <a:pt x="1994233" y="2041961"/>
                  </a:lnTo>
                  <a:lnTo>
                    <a:pt x="1995089" y="2008164"/>
                  </a:lnTo>
                  <a:lnTo>
                    <a:pt x="1995944" y="2058489"/>
                  </a:lnTo>
                  <a:lnTo>
                    <a:pt x="1996800" y="1929968"/>
                  </a:lnTo>
                  <a:lnTo>
                    <a:pt x="1997656" y="1868110"/>
                  </a:lnTo>
                  <a:lnTo>
                    <a:pt x="1998511" y="1870407"/>
                  </a:lnTo>
                  <a:lnTo>
                    <a:pt x="1999367" y="1849313"/>
                  </a:lnTo>
                  <a:lnTo>
                    <a:pt x="2000222" y="1772017"/>
                  </a:lnTo>
                  <a:lnTo>
                    <a:pt x="2001078" y="1742964"/>
                  </a:lnTo>
                  <a:lnTo>
                    <a:pt x="2001933" y="1737175"/>
                  </a:lnTo>
                  <a:lnTo>
                    <a:pt x="2002789" y="1636225"/>
                  </a:lnTo>
                  <a:lnTo>
                    <a:pt x="2003644" y="1656968"/>
                  </a:lnTo>
                  <a:lnTo>
                    <a:pt x="2004500" y="1601896"/>
                  </a:lnTo>
                  <a:lnTo>
                    <a:pt x="2005355" y="1596659"/>
                  </a:lnTo>
                  <a:lnTo>
                    <a:pt x="2006211" y="1602931"/>
                  </a:lnTo>
                  <a:lnTo>
                    <a:pt x="2007066" y="1589498"/>
                  </a:lnTo>
                  <a:lnTo>
                    <a:pt x="2007922" y="1600919"/>
                  </a:lnTo>
                  <a:lnTo>
                    <a:pt x="2008777" y="1626073"/>
                  </a:lnTo>
                  <a:lnTo>
                    <a:pt x="2009633" y="1608231"/>
                  </a:lnTo>
                  <a:lnTo>
                    <a:pt x="2010488" y="1688032"/>
                  </a:lnTo>
                  <a:lnTo>
                    <a:pt x="2011344" y="1607369"/>
                  </a:lnTo>
                  <a:lnTo>
                    <a:pt x="2012199" y="1647069"/>
                  </a:lnTo>
                  <a:lnTo>
                    <a:pt x="2013055" y="1712495"/>
                  </a:lnTo>
                  <a:lnTo>
                    <a:pt x="2013911" y="1662835"/>
                  </a:lnTo>
                  <a:lnTo>
                    <a:pt x="2014766" y="1695382"/>
                  </a:lnTo>
                  <a:lnTo>
                    <a:pt x="2015622" y="1618355"/>
                  </a:lnTo>
                  <a:lnTo>
                    <a:pt x="2016477" y="1659189"/>
                  </a:lnTo>
                  <a:lnTo>
                    <a:pt x="2017333" y="1657389"/>
                  </a:lnTo>
                  <a:lnTo>
                    <a:pt x="2018188" y="1647081"/>
                  </a:lnTo>
                  <a:lnTo>
                    <a:pt x="2019044" y="1624305"/>
                  </a:lnTo>
                  <a:lnTo>
                    <a:pt x="2019899" y="1611321"/>
                  </a:lnTo>
                  <a:lnTo>
                    <a:pt x="2020755" y="1700829"/>
                  </a:lnTo>
                  <a:lnTo>
                    <a:pt x="2021610" y="1738860"/>
                  </a:lnTo>
                  <a:lnTo>
                    <a:pt x="2022466" y="1721897"/>
                  </a:lnTo>
                  <a:lnTo>
                    <a:pt x="2023321" y="1718515"/>
                  </a:lnTo>
                  <a:lnTo>
                    <a:pt x="2024177" y="1690942"/>
                  </a:lnTo>
                  <a:lnTo>
                    <a:pt x="2025032" y="1725201"/>
                  </a:lnTo>
                  <a:lnTo>
                    <a:pt x="2025888" y="1709875"/>
                  </a:lnTo>
                  <a:lnTo>
                    <a:pt x="2026743" y="1628693"/>
                  </a:lnTo>
                  <a:lnTo>
                    <a:pt x="2027599" y="1630868"/>
                  </a:lnTo>
                  <a:lnTo>
                    <a:pt x="2028454" y="1610449"/>
                  </a:lnTo>
                  <a:lnTo>
                    <a:pt x="2029310" y="1622458"/>
                  </a:lnTo>
                  <a:lnTo>
                    <a:pt x="2030166" y="1706504"/>
                  </a:lnTo>
                  <a:lnTo>
                    <a:pt x="2031021" y="1654786"/>
                  </a:lnTo>
                  <a:lnTo>
                    <a:pt x="2031877" y="1671343"/>
                  </a:lnTo>
                  <a:lnTo>
                    <a:pt x="2032732" y="1719450"/>
                  </a:lnTo>
                  <a:lnTo>
                    <a:pt x="2033588" y="1733181"/>
                  </a:lnTo>
                  <a:lnTo>
                    <a:pt x="2034443" y="1752244"/>
                  </a:lnTo>
                  <a:lnTo>
                    <a:pt x="2035299" y="1624346"/>
                  </a:lnTo>
                  <a:lnTo>
                    <a:pt x="2036154" y="1616873"/>
                  </a:lnTo>
                  <a:lnTo>
                    <a:pt x="2037010" y="1598173"/>
                  </a:lnTo>
                  <a:lnTo>
                    <a:pt x="2037865" y="1555653"/>
                  </a:lnTo>
                  <a:lnTo>
                    <a:pt x="2038721" y="1559495"/>
                  </a:lnTo>
                  <a:lnTo>
                    <a:pt x="2039576" y="1534347"/>
                  </a:lnTo>
                  <a:lnTo>
                    <a:pt x="2040432" y="1544111"/>
                  </a:lnTo>
                  <a:lnTo>
                    <a:pt x="2041287" y="1539880"/>
                  </a:lnTo>
                  <a:lnTo>
                    <a:pt x="2042143" y="1530291"/>
                  </a:lnTo>
                  <a:lnTo>
                    <a:pt x="2042998" y="1534831"/>
                  </a:lnTo>
                  <a:lnTo>
                    <a:pt x="2043854" y="1544562"/>
                  </a:lnTo>
                  <a:lnTo>
                    <a:pt x="2044710" y="1560712"/>
                  </a:lnTo>
                  <a:lnTo>
                    <a:pt x="2045565" y="1567836"/>
                  </a:lnTo>
                  <a:lnTo>
                    <a:pt x="2046421" y="1585586"/>
                  </a:lnTo>
                  <a:lnTo>
                    <a:pt x="2047276" y="1576883"/>
                  </a:lnTo>
                  <a:lnTo>
                    <a:pt x="2048132" y="1556156"/>
                  </a:lnTo>
                  <a:lnTo>
                    <a:pt x="2048987" y="1537279"/>
                  </a:lnTo>
                  <a:lnTo>
                    <a:pt x="2049843" y="1511623"/>
                  </a:lnTo>
                  <a:lnTo>
                    <a:pt x="2050698" y="1447451"/>
                  </a:lnTo>
                  <a:lnTo>
                    <a:pt x="2051554" y="1455431"/>
                  </a:lnTo>
                  <a:lnTo>
                    <a:pt x="2052409" y="1430419"/>
                  </a:lnTo>
                  <a:lnTo>
                    <a:pt x="2053265" y="1445002"/>
                  </a:lnTo>
                  <a:lnTo>
                    <a:pt x="2054120" y="1481815"/>
                  </a:lnTo>
                  <a:lnTo>
                    <a:pt x="2054976" y="1468538"/>
                  </a:lnTo>
                  <a:lnTo>
                    <a:pt x="2055831" y="1556548"/>
                  </a:lnTo>
                  <a:lnTo>
                    <a:pt x="2056687" y="1588206"/>
                  </a:lnTo>
                  <a:lnTo>
                    <a:pt x="2057542" y="1640662"/>
                  </a:lnTo>
                  <a:lnTo>
                    <a:pt x="2058398" y="1642386"/>
                  </a:lnTo>
                  <a:lnTo>
                    <a:pt x="2059253" y="1669996"/>
                  </a:lnTo>
                  <a:lnTo>
                    <a:pt x="2060109" y="1758953"/>
                  </a:lnTo>
                  <a:lnTo>
                    <a:pt x="2060965" y="1732149"/>
                  </a:lnTo>
                  <a:lnTo>
                    <a:pt x="2061820" y="1670692"/>
                  </a:lnTo>
                  <a:lnTo>
                    <a:pt x="2062676" y="1706834"/>
                  </a:lnTo>
                  <a:lnTo>
                    <a:pt x="2063531" y="1714717"/>
                  </a:lnTo>
                  <a:lnTo>
                    <a:pt x="2064387" y="1694283"/>
                  </a:lnTo>
                  <a:lnTo>
                    <a:pt x="2065242" y="1733864"/>
                  </a:lnTo>
                  <a:lnTo>
                    <a:pt x="2066098" y="1714345"/>
                  </a:lnTo>
                  <a:lnTo>
                    <a:pt x="2066953" y="1697254"/>
                  </a:lnTo>
                  <a:lnTo>
                    <a:pt x="2067809" y="1667693"/>
                  </a:lnTo>
                  <a:lnTo>
                    <a:pt x="2068664" y="1725608"/>
                  </a:lnTo>
                  <a:lnTo>
                    <a:pt x="2069520" y="1740829"/>
                  </a:lnTo>
                  <a:lnTo>
                    <a:pt x="2070375" y="1752203"/>
                  </a:lnTo>
                  <a:lnTo>
                    <a:pt x="2071231" y="1734740"/>
                  </a:lnTo>
                  <a:lnTo>
                    <a:pt x="2072086" y="1708911"/>
                  </a:lnTo>
                  <a:lnTo>
                    <a:pt x="2072942" y="1667335"/>
                  </a:lnTo>
                  <a:lnTo>
                    <a:pt x="2073797" y="1584453"/>
                  </a:lnTo>
                  <a:lnTo>
                    <a:pt x="2074653" y="1559525"/>
                  </a:lnTo>
                  <a:lnTo>
                    <a:pt x="2075508" y="1495611"/>
                  </a:lnTo>
                  <a:lnTo>
                    <a:pt x="2076364" y="1399198"/>
                  </a:lnTo>
                  <a:lnTo>
                    <a:pt x="2077220" y="1327807"/>
                  </a:lnTo>
                  <a:lnTo>
                    <a:pt x="2078075" y="1321039"/>
                  </a:lnTo>
                  <a:lnTo>
                    <a:pt x="2078931" y="1292472"/>
                  </a:lnTo>
                  <a:lnTo>
                    <a:pt x="2079786" y="1291294"/>
                  </a:lnTo>
                  <a:lnTo>
                    <a:pt x="2080642" y="1305375"/>
                  </a:lnTo>
                  <a:lnTo>
                    <a:pt x="2081497" y="1133238"/>
                  </a:lnTo>
                  <a:lnTo>
                    <a:pt x="2082353" y="1178483"/>
                  </a:lnTo>
                  <a:lnTo>
                    <a:pt x="2083208" y="1194400"/>
                  </a:lnTo>
                  <a:lnTo>
                    <a:pt x="2084064" y="1184579"/>
                  </a:lnTo>
                  <a:lnTo>
                    <a:pt x="2084919" y="1118016"/>
                  </a:lnTo>
                  <a:lnTo>
                    <a:pt x="2085775" y="1104991"/>
                  </a:lnTo>
                  <a:lnTo>
                    <a:pt x="2086630" y="1013658"/>
                  </a:lnTo>
                  <a:lnTo>
                    <a:pt x="2087486" y="995224"/>
                  </a:lnTo>
                  <a:lnTo>
                    <a:pt x="2088341" y="935102"/>
                  </a:lnTo>
                  <a:lnTo>
                    <a:pt x="2089197" y="973422"/>
                  </a:lnTo>
                  <a:lnTo>
                    <a:pt x="2090052" y="1004853"/>
                  </a:lnTo>
                  <a:lnTo>
                    <a:pt x="2090908" y="1089040"/>
                  </a:lnTo>
                  <a:lnTo>
                    <a:pt x="2091764" y="1096036"/>
                  </a:lnTo>
                  <a:lnTo>
                    <a:pt x="2092619" y="1141733"/>
                  </a:lnTo>
                  <a:lnTo>
                    <a:pt x="2093475" y="1145979"/>
                  </a:lnTo>
                  <a:lnTo>
                    <a:pt x="2094330" y="1117656"/>
                  </a:lnTo>
                  <a:lnTo>
                    <a:pt x="2095186" y="1160370"/>
                  </a:lnTo>
                  <a:lnTo>
                    <a:pt x="2096041" y="1134813"/>
                  </a:lnTo>
                  <a:lnTo>
                    <a:pt x="2096897" y="1110602"/>
                  </a:lnTo>
                  <a:lnTo>
                    <a:pt x="2097752" y="1067146"/>
                  </a:lnTo>
                  <a:lnTo>
                    <a:pt x="2098608" y="1063320"/>
                  </a:lnTo>
                  <a:lnTo>
                    <a:pt x="2099463" y="958762"/>
                  </a:lnTo>
                  <a:lnTo>
                    <a:pt x="2100319" y="930951"/>
                  </a:lnTo>
                  <a:lnTo>
                    <a:pt x="2101174" y="943703"/>
                  </a:lnTo>
                  <a:lnTo>
                    <a:pt x="2102030" y="1026117"/>
                  </a:lnTo>
                  <a:lnTo>
                    <a:pt x="2102885" y="1075587"/>
                  </a:lnTo>
                  <a:lnTo>
                    <a:pt x="2103741" y="1135990"/>
                  </a:lnTo>
                  <a:lnTo>
                    <a:pt x="2104596" y="1189771"/>
                  </a:lnTo>
                  <a:lnTo>
                    <a:pt x="2105452" y="1175702"/>
                  </a:lnTo>
                  <a:lnTo>
                    <a:pt x="2106307" y="1217594"/>
                  </a:lnTo>
                  <a:lnTo>
                    <a:pt x="2107163" y="1228513"/>
                  </a:lnTo>
                  <a:lnTo>
                    <a:pt x="2108019" y="1448020"/>
                  </a:lnTo>
                  <a:lnTo>
                    <a:pt x="2108874" y="1447750"/>
                  </a:lnTo>
                  <a:lnTo>
                    <a:pt x="2109730" y="1395932"/>
                  </a:lnTo>
                  <a:lnTo>
                    <a:pt x="2110585" y="1402891"/>
                  </a:lnTo>
                  <a:lnTo>
                    <a:pt x="2111441" y="1457779"/>
                  </a:lnTo>
                  <a:lnTo>
                    <a:pt x="2112296" y="1428397"/>
                  </a:lnTo>
                  <a:lnTo>
                    <a:pt x="2113152" y="1476040"/>
                  </a:lnTo>
                  <a:lnTo>
                    <a:pt x="2114007" y="1460481"/>
                  </a:lnTo>
                  <a:lnTo>
                    <a:pt x="2114863" y="1450612"/>
                  </a:lnTo>
                  <a:lnTo>
                    <a:pt x="2115718" y="1529871"/>
                  </a:lnTo>
                  <a:lnTo>
                    <a:pt x="2116574" y="1427819"/>
                  </a:lnTo>
                  <a:lnTo>
                    <a:pt x="2117429" y="1488637"/>
                  </a:lnTo>
                  <a:lnTo>
                    <a:pt x="2118285" y="1479336"/>
                  </a:lnTo>
                  <a:lnTo>
                    <a:pt x="2119140" y="1413903"/>
                  </a:lnTo>
                  <a:lnTo>
                    <a:pt x="2119996" y="1438605"/>
                  </a:lnTo>
                  <a:lnTo>
                    <a:pt x="2120851" y="1371601"/>
                  </a:lnTo>
                  <a:lnTo>
                    <a:pt x="2121707" y="1505347"/>
                  </a:lnTo>
                  <a:lnTo>
                    <a:pt x="2122562" y="1586571"/>
                  </a:lnTo>
                  <a:lnTo>
                    <a:pt x="2123418" y="1560670"/>
                  </a:lnTo>
                  <a:lnTo>
                    <a:pt x="2124274" y="1649851"/>
                  </a:lnTo>
                  <a:lnTo>
                    <a:pt x="2125129" y="1667559"/>
                  </a:lnTo>
                  <a:lnTo>
                    <a:pt x="2125985" y="1794780"/>
                  </a:lnTo>
                  <a:lnTo>
                    <a:pt x="2126840" y="1812760"/>
                  </a:lnTo>
                  <a:lnTo>
                    <a:pt x="2127696" y="1728412"/>
                  </a:lnTo>
                  <a:lnTo>
                    <a:pt x="2128551" y="1724697"/>
                  </a:lnTo>
                  <a:lnTo>
                    <a:pt x="2129407" y="1711457"/>
                  </a:lnTo>
                  <a:lnTo>
                    <a:pt x="2130262" y="1723982"/>
                  </a:lnTo>
                  <a:lnTo>
                    <a:pt x="2131118" y="1733739"/>
                  </a:lnTo>
                  <a:lnTo>
                    <a:pt x="2131973" y="1822375"/>
                  </a:lnTo>
                  <a:lnTo>
                    <a:pt x="2132829" y="1823627"/>
                  </a:lnTo>
                  <a:lnTo>
                    <a:pt x="2133684" y="1801039"/>
                  </a:lnTo>
                  <a:lnTo>
                    <a:pt x="2134540" y="1752172"/>
                  </a:lnTo>
                  <a:lnTo>
                    <a:pt x="2135395" y="1703118"/>
                  </a:lnTo>
                  <a:lnTo>
                    <a:pt x="2136251" y="1744264"/>
                  </a:lnTo>
                  <a:lnTo>
                    <a:pt x="2137106" y="1729541"/>
                  </a:lnTo>
                  <a:lnTo>
                    <a:pt x="2137962" y="1717609"/>
                  </a:lnTo>
                  <a:lnTo>
                    <a:pt x="2138818" y="1732427"/>
                  </a:lnTo>
                  <a:lnTo>
                    <a:pt x="2139673" y="1681405"/>
                  </a:lnTo>
                  <a:lnTo>
                    <a:pt x="2140529" y="1721061"/>
                  </a:lnTo>
                  <a:lnTo>
                    <a:pt x="2141384" y="1660497"/>
                  </a:lnTo>
                  <a:lnTo>
                    <a:pt x="2142240" y="1661111"/>
                  </a:lnTo>
                  <a:lnTo>
                    <a:pt x="2143095" y="1684687"/>
                  </a:lnTo>
                  <a:lnTo>
                    <a:pt x="2143951" y="1667139"/>
                  </a:lnTo>
                  <a:lnTo>
                    <a:pt x="2144806" y="1689249"/>
                  </a:lnTo>
                  <a:lnTo>
                    <a:pt x="2145662" y="1690149"/>
                  </a:lnTo>
                  <a:lnTo>
                    <a:pt x="2146517" y="1658855"/>
                  </a:lnTo>
                  <a:lnTo>
                    <a:pt x="2147373" y="1640837"/>
                  </a:lnTo>
                  <a:lnTo>
                    <a:pt x="2148228" y="1593695"/>
                  </a:lnTo>
                  <a:lnTo>
                    <a:pt x="2149084" y="1613685"/>
                  </a:lnTo>
                  <a:lnTo>
                    <a:pt x="2149939" y="1683188"/>
                  </a:lnTo>
                  <a:lnTo>
                    <a:pt x="2150795" y="1587838"/>
                  </a:lnTo>
                  <a:lnTo>
                    <a:pt x="2151650" y="1671670"/>
                  </a:lnTo>
                  <a:lnTo>
                    <a:pt x="2152506" y="1706505"/>
                  </a:lnTo>
                  <a:lnTo>
                    <a:pt x="2153361" y="1686167"/>
                  </a:lnTo>
                  <a:lnTo>
                    <a:pt x="2154217" y="1703852"/>
                  </a:lnTo>
                  <a:lnTo>
                    <a:pt x="2155073" y="1582208"/>
                  </a:lnTo>
                  <a:lnTo>
                    <a:pt x="2155928" y="1562526"/>
                  </a:lnTo>
                  <a:lnTo>
                    <a:pt x="2156784" y="1595810"/>
                  </a:lnTo>
                  <a:lnTo>
                    <a:pt x="2157639" y="1529953"/>
                  </a:lnTo>
                  <a:lnTo>
                    <a:pt x="2158495" y="1542654"/>
                  </a:lnTo>
                  <a:lnTo>
                    <a:pt x="2159350" y="1544061"/>
                  </a:lnTo>
                  <a:lnTo>
                    <a:pt x="2160206" y="1554847"/>
                  </a:lnTo>
                  <a:lnTo>
                    <a:pt x="2161061" y="1604609"/>
                  </a:lnTo>
                  <a:lnTo>
                    <a:pt x="2161917" y="1643952"/>
                  </a:lnTo>
                  <a:lnTo>
                    <a:pt x="2162772" y="1656978"/>
                  </a:lnTo>
                  <a:lnTo>
                    <a:pt x="2163628" y="1790265"/>
                  </a:lnTo>
                  <a:lnTo>
                    <a:pt x="2164483" y="1892893"/>
                  </a:lnTo>
                  <a:lnTo>
                    <a:pt x="2165339" y="1975015"/>
                  </a:lnTo>
                  <a:lnTo>
                    <a:pt x="2166194" y="2008539"/>
                  </a:lnTo>
                  <a:lnTo>
                    <a:pt x="2167050" y="2008068"/>
                  </a:lnTo>
                  <a:lnTo>
                    <a:pt x="2167905" y="2043965"/>
                  </a:lnTo>
                  <a:lnTo>
                    <a:pt x="2168761" y="2018370"/>
                  </a:lnTo>
                  <a:lnTo>
                    <a:pt x="2169616" y="2033322"/>
                  </a:lnTo>
                  <a:lnTo>
                    <a:pt x="2170472" y="1965664"/>
                  </a:lnTo>
                  <a:lnTo>
                    <a:pt x="2171328" y="1939542"/>
                  </a:lnTo>
                  <a:lnTo>
                    <a:pt x="2172183" y="2018822"/>
                  </a:lnTo>
                  <a:lnTo>
                    <a:pt x="2173039" y="2101741"/>
                  </a:lnTo>
                  <a:lnTo>
                    <a:pt x="2173894" y="2072121"/>
                  </a:lnTo>
                  <a:lnTo>
                    <a:pt x="2174750" y="2136467"/>
                  </a:lnTo>
                  <a:lnTo>
                    <a:pt x="2175605" y="2150902"/>
                  </a:lnTo>
                  <a:lnTo>
                    <a:pt x="2176461" y="2140336"/>
                  </a:lnTo>
                  <a:lnTo>
                    <a:pt x="2177316" y="2126972"/>
                  </a:lnTo>
                  <a:lnTo>
                    <a:pt x="2178172" y="2116374"/>
                  </a:lnTo>
                  <a:lnTo>
                    <a:pt x="2179027" y="2105279"/>
                  </a:lnTo>
                  <a:lnTo>
                    <a:pt x="2179883" y="2103915"/>
                  </a:lnTo>
                  <a:lnTo>
                    <a:pt x="2180738" y="2077441"/>
                  </a:lnTo>
                  <a:lnTo>
                    <a:pt x="2181594" y="2088623"/>
                  </a:lnTo>
                  <a:lnTo>
                    <a:pt x="2182449" y="2072833"/>
                  </a:lnTo>
                  <a:lnTo>
                    <a:pt x="2183305" y="2044019"/>
                  </a:lnTo>
                  <a:lnTo>
                    <a:pt x="2184160" y="1957202"/>
                  </a:lnTo>
                  <a:lnTo>
                    <a:pt x="2185016" y="1994966"/>
                  </a:lnTo>
                  <a:lnTo>
                    <a:pt x="2185872" y="1952229"/>
                  </a:lnTo>
                  <a:lnTo>
                    <a:pt x="2186727" y="1950312"/>
                  </a:lnTo>
                  <a:lnTo>
                    <a:pt x="2187583" y="1948106"/>
                  </a:lnTo>
                  <a:lnTo>
                    <a:pt x="2188438" y="2045087"/>
                  </a:lnTo>
                  <a:lnTo>
                    <a:pt x="2189294" y="2039794"/>
                  </a:lnTo>
                  <a:lnTo>
                    <a:pt x="2190149" y="1991522"/>
                  </a:lnTo>
                  <a:lnTo>
                    <a:pt x="2191005" y="2002017"/>
                  </a:lnTo>
                  <a:lnTo>
                    <a:pt x="2191860" y="1970845"/>
                  </a:lnTo>
                  <a:lnTo>
                    <a:pt x="2192716" y="1952060"/>
                  </a:lnTo>
                  <a:lnTo>
                    <a:pt x="2193571" y="1855678"/>
                  </a:lnTo>
                  <a:lnTo>
                    <a:pt x="2194427" y="1789500"/>
                  </a:lnTo>
                  <a:lnTo>
                    <a:pt x="2195282" y="1851069"/>
                  </a:lnTo>
                  <a:lnTo>
                    <a:pt x="2196138" y="1903425"/>
                  </a:lnTo>
                  <a:lnTo>
                    <a:pt x="2196993" y="1972679"/>
                  </a:lnTo>
                  <a:lnTo>
                    <a:pt x="2197849" y="2031404"/>
                  </a:lnTo>
                  <a:lnTo>
                    <a:pt x="2198704" y="2079341"/>
                  </a:lnTo>
                  <a:lnTo>
                    <a:pt x="2199560" y="2126223"/>
                  </a:lnTo>
                  <a:lnTo>
                    <a:pt x="2200415" y="2146075"/>
                  </a:lnTo>
                  <a:lnTo>
                    <a:pt x="2201271" y="2109077"/>
                  </a:lnTo>
                  <a:lnTo>
                    <a:pt x="2202127" y="2120492"/>
                  </a:lnTo>
                  <a:lnTo>
                    <a:pt x="2202982" y="2100305"/>
                  </a:lnTo>
                  <a:lnTo>
                    <a:pt x="2203838" y="2129274"/>
                  </a:lnTo>
                  <a:lnTo>
                    <a:pt x="2204693" y="2092330"/>
                  </a:lnTo>
                  <a:lnTo>
                    <a:pt x="2205549" y="2105581"/>
                  </a:lnTo>
                  <a:lnTo>
                    <a:pt x="2206404" y="2120319"/>
                  </a:lnTo>
                  <a:lnTo>
                    <a:pt x="2207260" y="2113719"/>
                  </a:lnTo>
                  <a:lnTo>
                    <a:pt x="2208115" y="2088634"/>
                  </a:lnTo>
                  <a:lnTo>
                    <a:pt x="2208971" y="2132797"/>
                  </a:lnTo>
                  <a:lnTo>
                    <a:pt x="2209826" y="2124699"/>
                  </a:lnTo>
                  <a:lnTo>
                    <a:pt x="2210682" y="2110722"/>
                  </a:lnTo>
                  <a:lnTo>
                    <a:pt x="2211537" y="2138006"/>
                  </a:lnTo>
                  <a:lnTo>
                    <a:pt x="2212393" y="2132681"/>
                  </a:lnTo>
                  <a:lnTo>
                    <a:pt x="2213248" y="2130716"/>
                  </a:lnTo>
                  <a:lnTo>
                    <a:pt x="2214104" y="2122176"/>
                  </a:lnTo>
                  <a:lnTo>
                    <a:pt x="2214959" y="2072441"/>
                  </a:lnTo>
                  <a:lnTo>
                    <a:pt x="2215815" y="2078046"/>
                  </a:lnTo>
                  <a:lnTo>
                    <a:pt x="2216670" y="2094868"/>
                  </a:lnTo>
                  <a:lnTo>
                    <a:pt x="2217526" y="2000541"/>
                  </a:lnTo>
                  <a:lnTo>
                    <a:pt x="2218382" y="1931913"/>
                  </a:lnTo>
                  <a:lnTo>
                    <a:pt x="2219237" y="1944273"/>
                  </a:lnTo>
                  <a:lnTo>
                    <a:pt x="2220093" y="1968429"/>
                  </a:lnTo>
                  <a:lnTo>
                    <a:pt x="2220948" y="1899068"/>
                  </a:lnTo>
                  <a:lnTo>
                    <a:pt x="2221804" y="1850382"/>
                  </a:lnTo>
                  <a:lnTo>
                    <a:pt x="2222659" y="1865732"/>
                  </a:lnTo>
                  <a:lnTo>
                    <a:pt x="2223515" y="1882939"/>
                  </a:lnTo>
                  <a:lnTo>
                    <a:pt x="2224370" y="1894958"/>
                  </a:lnTo>
                  <a:lnTo>
                    <a:pt x="2225226" y="1829484"/>
                  </a:lnTo>
                  <a:lnTo>
                    <a:pt x="2226081" y="1818169"/>
                  </a:lnTo>
                  <a:lnTo>
                    <a:pt x="2226937" y="1774274"/>
                  </a:lnTo>
                  <a:lnTo>
                    <a:pt x="2227792" y="1740842"/>
                  </a:lnTo>
                  <a:lnTo>
                    <a:pt x="2228648" y="1801262"/>
                  </a:lnTo>
                  <a:lnTo>
                    <a:pt x="2229503" y="1714199"/>
                  </a:lnTo>
                  <a:lnTo>
                    <a:pt x="2230359" y="1648398"/>
                  </a:lnTo>
                  <a:lnTo>
                    <a:pt x="2231214" y="1655276"/>
                  </a:lnTo>
                  <a:lnTo>
                    <a:pt x="2232070" y="1683647"/>
                  </a:lnTo>
                  <a:lnTo>
                    <a:pt x="2232925" y="1727781"/>
                  </a:lnTo>
                  <a:lnTo>
                    <a:pt x="2233781" y="1634600"/>
                  </a:lnTo>
                  <a:lnTo>
                    <a:pt x="2234637" y="1597961"/>
                  </a:lnTo>
                  <a:lnTo>
                    <a:pt x="2235492" y="1589395"/>
                  </a:lnTo>
                  <a:lnTo>
                    <a:pt x="2236348" y="1601329"/>
                  </a:lnTo>
                  <a:lnTo>
                    <a:pt x="2237203" y="1577288"/>
                  </a:lnTo>
                  <a:lnTo>
                    <a:pt x="2238059" y="1591557"/>
                  </a:lnTo>
                  <a:lnTo>
                    <a:pt x="2238914" y="1598472"/>
                  </a:lnTo>
                  <a:lnTo>
                    <a:pt x="2239770" y="1604326"/>
                  </a:lnTo>
                  <a:lnTo>
                    <a:pt x="2240625" y="1675880"/>
                  </a:lnTo>
                  <a:lnTo>
                    <a:pt x="2241481" y="1657263"/>
                  </a:lnTo>
                  <a:lnTo>
                    <a:pt x="2242336" y="1712605"/>
                  </a:lnTo>
                  <a:lnTo>
                    <a:pt x="2243192" y="1795719"/>
                  </a:lnTo>
                  <a:lnTo>
                    <a:pt x="2244047" y="1758143"/>
                  </a:lnTo>
                  <a:lnTo>
                    <a:pt x="2244903" y="1820024"/>
                  </a:lnTo>
                  <a:lnTo>
                    <a:pt x="2245758" y="1864044"/>
                  </a:lnTo>
                  <a:lnTo>
                    <a:pt x="2246614" y="1937790"/>
                  </a:lnTo>
                  <a:lnTo>
                    <a:pt x="2247469" y="2033807"/>
                  </a:lnTo>
                  <a:lnTo>
                    <a:pt x="2248325" y="2020524"/>
                  </a:lnTo>
                  <a:lnTo>
                    <a:pt x="2249181" y="2003635"/>
                  </a:lnTo>
                  <a:lnTo>
                    <a:pt x="2250036" y="2003843"/>
                  </a:lnTo>
                  <a:lnTo>
                    <a:pt x="2250892" y="2006023"/>
                  </a:lnTo>
                  <a:lnTo>
                    <a:pt x="2251747" y="2046519"/>
                  </a:lnTo>
                  <a:lnTo>
                    <a:pt x="2252603" y="2059290"/>
                  </a:lnTo>
                  <a:lnTo>
                    <a:pt x="2253458" y="2111551"/>
                  </a:lnTo>
                  <a:lnTo>
                    <a:pt x="2254314" y="2144760"/>
                  </a:lnTo>
                  <a:lnTo>
                    <a:pt x="2255169" y="2133585"/>
                  </a:lnTo>
                  <a:lnTo>
                    <a:pt x="2256025" y="2106604"/>
                  </a:lnTo>
                  <a:lnTo>
                    <a:pt x="2256880" y="2070617"/>
                  </a:lnTo>
                  <a:lnTo>
                    <a:pt x="2257736" y="1990190"/>
                  </a:lnTo>
                  <a:lnTo>
                    <a:pt x="2258591" y="1991756"/>
                  </a:lnTo>
                  <a:lnTo>
                    <a:pt x="2259447" y="2028469"/>
                  </a:lnTo>
                  <a:lnTo>
                    <a:pt x="2260302" y="2084327"/>
                  </a:lnTo>
                  <a:lnTo>
                    <a:pt x="2261158" y="2124658"/>
                  </a:lnTo>
                  <a:lnTo>
                    <a:pt x="2262013" y="2137889"/>
                  </a:lnTo>
                  <a:lnTo>
                    <a:pt x="2262869" y="2142081"/>
                  </a:lnTo>
                  <a:lnTo>
                    <a:pt x="2263724" y="2024799"/>
                  </a:lnTo>
                  <a:lnTo>
                    <a:pt x="2264580" y="1936044"/>
                  </a:lnTo>
                  <a:lnTo>
                    <a:pt x="2265436" y="1900327"/>
                  </a:lnTo>
                  <a:lnTo>
                    <a:pt x="2266291" y="1909361"/>
                  </a:lnTo>
                  <a:lnTo>
                    <a:pt x="2267147" y="1848664"/>
                  </a:lnTo>
                  <a:lnTo>
                    <a:pt x="2268002" y="1761776"/>
                  </a:lnTo>
                  <a:lnTo>
                    <a:pt x="2268858" y="1737174"/>
                  </a:lnTo>
                  <a:lnTo>
                    <a:pt x="2269713" y="1774455"/>
                  </a:lnTo>
                  <a:lnTo>
                    <a:pt x="2270569" y="1739136"/>
                  </a:lnTo>
                  <a:lnTo>
                    <a:pt x="2271424" y="1701889"/>
                  </a:lnTo>
                  <a:lnTo>
                    <a:pt x="2272280" y="1796524"/>
                  </a:lnTo>
                  <a:lnTo>
                    <a:pt x="2273135" y="1840441"/>
                  </a:lnTo>
                  <a:lnTo>
                    <a:pt x="2273991" y="1880913"/>
                  </a:lnTo>
                  <a:lnTo>
                    <a:pt x="2274846" y="1945886"/>
                  </a:lnTo>
                  <a:lnTo>
                    <a:pt x="2275702" y="1976265"/>
                  </a:lnTo>
                  <a:lnTo>
                    <a:pt x="2276557" y="2094991"/>
                  </a:lnTo>
                  <a:lnTo>
                    <a:pt x="2277413" y="2072720"/>
                  </a:lnTo>
                  <a:lnTo>
                    <a:pt x="2278268" y="1998230"/>
                  </a:lnTo>
                  <a:lnTo>
                    <a:pt x="2279124" y="1960909"/>
                  </a:lnTo>
                  <a:lnTo>
                    <a:pt x="2279979" y="1974800"/>
                  </a:lnTo>
                  <a:lnTo>
                    <a:pt x="2280835" y="2025714"/>
                  </a:lnTo>
                  <a:lnTo>
                    <a:pt x="2281691" y="2011530"/>
                  </a:lnTo>
                  <a:lnTo>
                    <a:pt x="2282546" y="1896636"/>
                  </a:lnTo>
                  <a:lnTo>
                    <a:pt x="2283402" y="1811258"/>
                  </a:lnTo>
                  <a:lnTo>
                    <a:pt x="2284257" y="1792282"/>
                  </a:lnTo>
                  <a:lnTo>
                    <a:pt x="2285113" y="1787263"/>
                  </a:lnTo>
                  <a:lnTo>
                    <a:pt x="2285968" y="1728114"/>
                  </a:lnTo>
                  <a:lnTo>
                    <a:pt x="2286824" y="1678024"/>
                  </a:lnTo>
                  <a:lnTo>
                    <a:pt x="2287679" y="1684959"/>
                  </a:lnTo>
                  <a:lnTo>
                    <a:pt x="2288535" y="1636474"/>
                  </a:lnTo>
                  <a:lnTo>
                    <a:pt x="2289390" y="1583348"/>
                  </a:lnTo>
                  <a:lnTo>
                    <a:pt x="2290246" y="1569518"/>
                  </a:lnTo>
                  <a:lnTo>
                    <a:pt x="2291101" y="1543585"/>
                  </a:lnTo>
                  <a:lnTo>
                    <a:pt x="2291957" y="1557738"/>
                  </a:lnTo>
                  <a:lnTo>
                    <a:pt x="2292812" y="1558571"/>
                  </a:lnTo>
                  <a:lnTo>
                    <a:pt x="2293668" y="1530886"/>
                  </a:lnTo>
                  <a:lnTo>
                    <a:pt x="2294523" y="1554657"/>
                  </a:lnTo>
                  <a:lnTo>
                    <a:pt x="2295379" y="1581921"/>
                  </a:lnTo>
                  <a:lnTo>
                    <a:pt x="2296235" y="1590633"/>
                  </a:lnTo>
                  <a:lnTo>
                    <a:pt x="2297090" y="1624123"/>
                  </a:lnTo>
                  <a:lnTo>
                    <a:pt x="2297946" y="1654478"/>
                  </a:lnTo>
                  <a:lnTo>
                    <a:pt x="2298801" y="1692926"/>
                  </a:lnTo>
                  <a:lnTo>
                    <a:pt x="2299657" y="1787329"/>
                  </a:lnTo>
                  <a:lnTo>
                    <a:pt x="2300512" y="1808009"/>
                  </a:lnTo>
                  <a:lnTo>
                    <a:pt x="2301368" y="1908431"/>
                  </a:lnTo>
                  <a:lnTo>
                    <a:pt x="2302223" y="2002096"/>
                  </a:lnTo>
                  <a:lnTo>
                    <a:pt x="2303079" y="2071247"/>
                  </a:lnTo>
                  <a:lnTo>
                    <a:pt x="2303934" y="2125903"/>
                  </a:lnTo>
                  <a:lnTo>
                    <a:pt x="2304790" y="2145809"/>
                  </a:lnTo>
                  <a:lnTo>
                    <a:pt x="2305645" y="2162958"/>
                  </a:lnTo>
                  <a:lnTo>
                    <a:pt x="2306501" y="2148438"/>
                  </a:lnTo>
                  <a:lnTo>
                    <a:pt x="2307356" y="2128677"/>
                  </a:lnTo>
                  <a:lnTo>
                    <a:pt x="2308212" y="2135400"/>
                  </a:lnTo>
                  <a:lnTo>
                    <a:pt x="2309067" y="2142584"/>
                  </a:lnTo>
                  <a:lnTo>
                    <a:pt x="2309923" y="2116874"/>
                  </a:lnTo>
                  <a:lnTo>
                    <a:pt x="2310778" y="2105339"/>
                  </a:lnTo>
                  <a:lnTo>
                    <a:pt x="2311634" y="2023709"/>
                  </a:lnTo>
                  <a:lnTo>
                    <a:pt x="2312490" y="1958356"/>
                  </a:lnTo>
                  <a:lnTo>
                    <a:pt x="2313345" y="1842993"/>
                  </a:lnTo>
                  <a:lnTo>
                    <a:pt x="2314201" y="1745335"/>
                  </a:lnTo>
                  <a:lnTo>
                    <a:pt x="2315056" y="1739291"/>
                  </a:lnTo>
                  <a:lnTo>
                    <a:pt x="2315912" y="1753357"/>
                  </a:lnTo>
                  <a:lnTo>
                    <a:pt x="2316767" y="1790880"/>
                  </a:lnTo>
                  <a:lnTo>
                    <a:pt x="2317623" y="1767213"/>
                  </a:lnTo>
                  <a:lnTo>
                    <a:pt x="2318478" y="1717420"/>
                  </a:lnTo>
                  <a:lnTo>
                    <a:pt x="2319334" y="1748813"/>
                  </a:lnTo>
                  <a:lnTo>
                    <a:pt x="2320189" y="1739353"/>
                  </a:lnTo>
                  <a:lnTo>
                    <a:pt x="2321045" y="1749286"/>
                  </a:lnTo>
                  <a:lnTo>
                    <a:pt x="2321900" y="1748508"/>
                  </a:lnTo>
                  <a:lnTo>
                    <a:pt x="2322756" y="1683892"/>
                  </a:lnTo>
                  <a:lnTo>
                    <a:pt x="2323611" y="1686144"/>
                  </a:lnTo>
                  <a:lnTo>
                    <a:pt x="2324467" y="1702556"/>
                  </a:lnTo>
                  <a:lnTo>
                    <a:pt x="2325322" y="1710482"/>
                  </a:lnTo>
                  <a:lnTo>
                    <a:pt x="2326178" y="1677753"/>
                  </a:lnTo>
                  <a:lnTo>
                    <a:pt x="2327033" y="1615061"/>
                  </a:lnTo>
                  <a:lnTo>
                    <a:pt x="2327889" y="1611332"/>
                  </a:lnTo>
                  <a:lnTo>
                    <a:pt x="2328745" y="1643619"/>
                  </a:lnTo>
                  <a:lnTo>
                    <a:pt x="2329600" y="1719526"/>
                  </a:lnTo>
                  <a:lnTo>
                    <a:pt x="2330456" y="1654100"/>
                  </a:lnTo>
                  <a:lnTo>
                    <a:pt x="2331311" y="1758829"/>
                  </a:lnTo>
                  <a:lnTo>
                    <a:pt x="2332167" y="1812633"/>
                  </a:lnTo>
                  <a:lnTo>
                    <a:pt x="2333022" y="1978217"/>
                  </a:lnTo>
                  <a:lnTo>
                    <a:pt x="2333878" y="2011527"/>
                  </a:lnTo>
                  <a:lnTo>
                    <a:pt x="2334733" y="2023827"/>
                  </a:lnTo>
                  <a:lnTo>
                    <a:pt x="2335589" y="2094281"/>
                  </a:lnTo>
                  <a:lnTo>
                    <a:pt x="2336444" y="2062991"/>
                  </a:lnTo>
                  <a:lnTo>
                    <a:pt x="2337300" y="2101967"/>
                  </a:lnTo>
                  <a:lnTo>
                    <a:pt x="2338155" y="2072760"/>
                  </a:lnTo>
                  <a:lnTo>
                    <a:pt x="2339011" y="2097787"/>
                  </a:lnTo>
                  <a:lnTo>
                    <a:pt x="2339866" y="2023534"/>
                  </a:lnTo>
                  <a:lnTo>
                    <a:pt x="2340722" y="2026642"/>
                  </a:lnTo>
                  <a:lnTo>
                    <a:pt x="2341577" y="2043938"/>
                  </a:lnTo>
                  <a:lnTo>
                    <a:pt x="2342433" y="2061784"/>
                  </a:lnTo>
                  <a:lnTo>
                    <a:pt x="2343289" y="2068730"/>
                  </a:lnTo>
                  <a:lnTo>
                    <a:pt x="2344144" y="2014743"/>
                  </a:lnTo>
                  <a:lnTo>
                    <a:pt x="2345000" y="1916883"/>
                  </a:lnTo>
                  <a:lnTo>
                    <a:pt x="2345855" y="1852771"/>
                  </a:lnTo>
                  <a:lnTo>
                    <a:pt x="2346711" y="1849320"/>
                  </a:lnTo>
                  <a:lnTo>
                    <a:pt x="2347566" y="1932351"/>
                  </a:lnTo>
                  <a:lnTo>
                    <a:pt x="2348422" y="1926192"/>
                  </a:lnTo>
                  <a:lnTo>
                    <a:pt x="2349277" y="1984487"/>
                  </a:lnTo>
                  <a:lnTo>
                    <a:pt x="2350133" y="1989344"/>
                  </a:lnTo>
                  <a:lnTo>
                    <a:pt x="2350988" y="1924004"/>
                  </a:lnTo>
                  <a:lnTo>
                    <a:pt x="2351844" y="1882705"/>
                  </a:lnTo>
                  <a:lnTo>
                    <a:pt x="2352699" y="1783205"/>
                  </a:lnTo>
                  <a:lnTo>
                    <a:pt x="2353555" y="1814887"/>
                  </a:lnTo>
                  <a:lnTo>
                    <a:pt x="2354410" y="1875837"/>
                  </a:lnTo>
                  <a:lnTo>
                    <a:pt x="2355266" y="1858470"/>
                  </a:lnTo>
                  <a:lnTo>
                    <a:pt x="2356121" y="1925344"/>
                  </a:lnTo>
                  <a:lnTo>
                    <a:pt x="2356977" y="2028047"/>
                  </a:lnTo>
                  <a:lnTo>
                    <a:pt x="2357832" y="2067089"/>
                  </a:lnTo>
                  <a:lnTo>
                    <a:pt x="2358688" y="2105722"/>
                  </a:lnTo>
                  <a:lnTo>
                    <a:pt x="2359544" y="2068276"/>
                  </a:lnTo>
                  <a:lnTo>
                    <a:pt x="2360399" y="2039034"/>
                  </a:lnTo>
                  <a:lnTo>
                    <a:pt x="2361255" y="2047495"/>
                  </a:lnTo>
                  <a:lnTo>
                    <a:pt x="2362110" y="2013639"/>
                  </a:lnTo>
                  <a:lnTo>
                    <a:pt x="2362966" y="1950210"/>
                  </a:lnTo>
                  <a:lnTo>
                    <a:pt x="2363821" y="1889737"/>
                  </a:lnTo>
                  <a:lnTo>
                    <a:pt x="2364677" y="1841751"/>
                  </a:lnTo>
                  <a:lnTo>
                    <a:pt x="2365532" y="1865716"/>
                  </a:lnTo>
                  <a:lnTo>
                    <a:pt x="2366388" y="1865521"/>
                  </a:lnTo>
                  <a:lnTo>
                    <a:pt x="2367243" y="1862197"/>
                  </a:lnTo>
                  <a:lnTo>
                    <a:pt x="2368099" y="1757866"/>
                  </a:lnTo>
                  <a:lnTo>
                    <a:pt x="2368954" y="1707317"/>
                  </a:lnTo>
                  <a:lnTo>
                    <a:pt x="2369810" y="1776991"/>
                  </a:lnTo>
                  <a:lnTo>
                    <a:pt x="2370665" y="1771693"/>
                  </a:lnTo>
                  <a:lnTo>
                    <a:pt x="2371521" y="1856637"/>
                  </a:lnTo>
                  <a:lnTo>
                    <a:pt x="2372376" y="1757774"/>
                  </a:lnTo>
                  <a:lnTo>
                    <a:pt x="2373232" y="1786186"/>
                  </a:lnTo>
                  <a:lnTo>
                    <a:pt x="2374087" y="1866575"/>
                  </a:lnTo>
                  <a:lnTo>
                    <a:pt x="2374943" y="1875515"/>
                  </a:lnTo>
                  <a:lnTo>
                    <a:pt x="2375799" y="1859373"/>
                  </a:lnTo>
                  <a:lnTo>
                    <a:pt x="2376654" y="1798514"/>
                  </a:lnTo>
                  <a:lnTo>
                    <a:pt x="2377510" y="1780191"/>
                  </a:lnTo>
                  <a:lnTo>
                    <a:pt x="2378365" y="1840005"/>
                  </a:lnTo>
                  <a:lnTo>
                    <a:pt x="2379221" y="1759555"/>
                  </a:lnTo>
                  <a:lnTo>
                    <a:pt x="2380076" y="1851931"/>
                  </a:lnTo>
                  <a:lnTo>
                    <a:pt x="2380932" y="1851396"/>
                  </a:lnTo>
                  <a:lnTo>
                    <a:pt x="2381787" y="1860558"/>
                  </a:lnTo>
                  <a:lnTo>
                    <a:pt x="2382643" y="1860624"/>
                  </a:lnTo>
                  <a:lnTo>
                    <a:pt x="2383498" y="1805839"/>
                  </a:lnTo>
                  <a:lnTo>
                    <a:pt x="2384354" y="1863275"/>
                  </a:lnTo>
                  <a:lnTo>
                    <a:pt x="2385209" y="1827467"/>
                  </a:lnTo>
                  <a:lnTo>
                    <a:pt x="2386065" y="1765511"/>
                  </a:lnTo>
                  <a:lnTo>
                    <a:pt x="2386920" y="1813384"/>
                  </a:lnTo>
                  <a:lnTo>
                    <a:pt x="2387776" y="1833473"/>
                  </a:lnTo>
                  <a:lnTo>
                    <a:pt x="2388631" y="1858775"/>
                  </a:lnTo>
                  <a:lnTo>
                    <a:pt x="2389487" y="1900066"/>
                  </a:lnTo>
                  <a:lnTo>
                    <a:pt x="2390343" y="1766350"/>
                  </a:lnTo>
                  <a:lnTo>
                    <a:pt x="2391198" y="1845467"/>
                  </a:lnTo>
                  <a:lnTo>
                    <a:pt x="2392054" y="1843213"/>
                  </a:lnTo>
                  <a:lnTo>
                    <a:pt x="2392909" y="1793340"/>
                  </a:lnTo>
                  <a:lnTo>
                    <a:pt x="2393765" y="1794703"/>
                  </a:lnTo>
                  <a:lnTo>
                    <a:pt x="2394620" y="1709200"/>
                  </a:lnTo>
                  <a:lnTo>
                    <a:pt x="2395476" y="1756951"/>
                  </a:lnTo>
                  <a:lnTo>
                    <a:pt x="2396331" y="1738593"/>
                  </a:lnTo>
                  <a:lnTo>
                    <a:pt x="2397187" y="1730992"/>
                  </a:lnTo>
                  <a:lnTo>
                    <a:pt x="2398042" y="1739325"/>
                  </a:lnTo>
                  <a:lnTo>
                    <a:pt x="2398898" y="1798584"/>
                  </a:lnTo>
                  <a:lnTo>
                    <a:pt x="2399753" y="1846406"/>
                  </a:lnTo>
                  <a:lnTo>
                    <a:pt x="2400609" y="1898022"/>
                  </a:lnTo>
                  <a:lnTo>
                    <a:pt x="2401464" y="1893043"/>
                  </a:lnTo>
                  <a:lnTo>
                    <a:pt x="2402320" y="1913523"/>
                  </a:lnTo>
                  <a:lnTo>
                    <a:pt x="2403175" y="1934141"/>
                  </a:lnTo>
                  <a:lnTo>
                    <a:pt x="2404031" y="1970172"/>
                  </a:lnTo>
                  <a:lnTo>
                    <a:pt x="2404886" y="2060350"/>
                  </a:lnTo>
                  <a:lnTo>
                    <a:pt x="2405742" y="1935343"/>
                  </a:lnTo>
                  <a:lnTo>
                    <a:pt x="2406598" y="1894196"/>
                  </a:lnTo>
                  <a:lnTo>
                    <a:pt x="2407453" y="1888234"/>
                  </a:lnTo>
                  <a:lnTo>
                    <a:pt x="2408309" y="1828046"/>
                  </a:lnTo>
                  <a:lnTo>
                    <a:pt x="2409164" y="1876796"/>
                  </a:lnTo>
                  <a:lnTo>
                    <a:pt x="2410020" y="1939911"/>
                  </a:lnTo>
                  <a:lnTo>
                    <a:pt x="2410875" y="1938417"/>
                  </a:lnTo>
                  <a:lnTo>
                    <a:pt x="2411731" y="1859663"/>
                  </a:lnTo>
                  <a:lnTo>
                    <a:pt x="2412586" y="1842185"/>
                  </a:lnTo>
                  <a:lnTo>
                    <a:pt x="2413442" y="1839122"/>
                  </a:lnTo>
                  <a:lnTo>
                    <a:pt x="2414297" y="1844216"/>
                  </a:lnTo>
                  <a:lnTo>
                    <a:pt x="2415153" y="1905376"/>
                  </a:lnTo>
                  <a:lnTo>
                    <a:pt x="2416008" y="2034721"/>
                  </a:lnTo>
                  <a:lnTo>
                    <a:pt x="2416864" y="2115685"/>
                  </a:lnTo>
                  <a:lnTo>
                    <a:pt x="2417719" y="2139455"/>
                  </a:lnTo>
                  <a:lnTo>
                    <a:pt x="2418575" y="2171225"/>
                  </a:lnTo>
                  <a:lnTo>
                    <a:pt x="2419430" y="2209394"/>
                  </a:lnTo>
                  <a:lnTo>
                    <a:pt x="2420286" y="2226695"/>
                  </a:lnTo>
                  <a:lnTo>
                    <a:pt x="2421141" y="2209907"/>
                  </a:lnTo>
                  <a:lnTo>
                    <a:pt x="2421997" y="2231640"/>
                  </a:lnTo>
                  <a:lnTo>
                    <a:pt x="2422853" y="2212955"/>
                  </a:lnTo>
                  <a:lnTo>
                    <a:pt x="2423708" y="2195493"/>
                  </a:lnTo>
                  <a:lnTo>
                    <a:pt x="2424564" y="2197234"/>
                  </a:lnTo>
                  <a:lnTo>
                    <a:pt x="2425419" y="2196555"/>
                  </a:lnTo>
                  <a:lnTo>
                    <a:pt x="2426275" y="2212516"/>
                  </a:lnTo>
                  <a:lnTo>
                    <a:pt x="2427130" y="2181328"/>
                  </a:lnTo>
                  <a:lnTo>
                    <a:pt x="2427986" y="2172961"/>
                  </a:lnTo>
                  <a:lnTo>
                    <a:pt x="2428841" y="2112432"/>
                  </a:lnTo>
                  <a:lnTo>
                    <a:pt x="2429697" y="2123210"/>
                  </a:lnTo>
                  <a:lnTo>
                    <a:pt x="2430552" y="2120782"/>
                  </a:lnTo>
                  <a:lnTo>
                    <a:pt x="2431408" y="2157110"/>
                  </a:lnTo>
                  <a:lnTo>
                    <a:pt x="2432263" y="2211498"/>
                  </a:lnTo>
                  <a:lnTo>
                    <a:pt x="2433119" y="2215805"/>
                  </a:lnTo>
                  <a:lnTo>
                    <a:pt x="2433974" y="2215033"/>
                  </a:lnTo>
                  <a:lnTo>
                    <a:pt x="2434830" y="2229539"/>
                  </a:lnTo>
                  <a:lnTo>
                    <a:pt x="2435685" y="2254384"/>
                  </a:lnTo>
                  <a:lnTo>
                    <a:pt x="2436541" y="2263107"/>
                  </a:lnTo>
                  <a:lnTo>
                    <a:pt x="2437396" y="2200157"/>
                  </a:lnTo>
                  <a:lnTo>
                    <a:pt x="2438252" y="2176753"/>
                  </a:lnTo>
                  <a:lnTo>
                    <a:pt x="2439108" y="2146050"/>
                  </a:lnTo>
                  <a:lnTo>
                    <a:pt x="2439963" y="2115092"/>
                  </a:lnTo>
                  <a:lnTo>
                    <a:pt x="2440819" y="2001068"/>
                  </a:lnTo>
                  <a:lnTo>
                    <a:pt x="2441674" y="1879865"/>
                  </a:lnTo>
                  <a:lnTo>
                    <a:pt x="2442530" y="1809624"/>
                  </a:lnTo>
                  <a:lnTo>
                    <a:pt x="2443385" y="1799824"/>
                  </a:lnTo>
                  <a:lnTo>
                    <a:pt x="2444241" y="1806272"/>
                  </a:lnTo>
                  <a:lnTo>
                    <a:pt x="2445096" y="1845516"/>
                  </a:lnTo>
                  <a:lnTo>
                    <a:pt x="2445952" y="1791110"/>
                  </a:lnTo>
                  <a:lnTo>
                    <a:pt x="2446807" y="1707716"/>
                  </a:lnTo>
                  <a:lnTo>
                    <a:pt x="2447663" y="1734619"/>
                  </a:lnTo>
                  <a:lnTo>
                    <a:pt x="2448518" y="1750074"/>
                  </a:lnTo>
                  <a:lnTo>
                    <a:pt x="2449374" y="1722853"/>
                  </a:lnTo>
                  <a:lnTo>
                    <a:pt x="2450229" y="1961482"/>
                  </a:lnTo>
                  <a:lnTo>
                    <a:pt x="2451085" y="1991742"/>
                  </a:lnTo>
                  <a:lnTo>
                    <a:pt x="2451940" y="1962882"/>
                  </a:lnTo>
                  <a:lnTo>
                    <a:pt x="2452796" y="1956092"/>
                  </a:lnTo>
                  <a:lnTo>
                    <a:pt x="2453652" y="1948195"/>
                  </a:lnTo>
                  <a:lnTo>
                    <a:pt x="2454507" y="1912601"/>
                  </a:lnTo>
                  <a:lnTo>
                    <a:pt x="2455363" y="1935657"/>
                  </a:lnTo>
                  <a:lnTo>
                    <a:pt x="2456218" y="1870485"/>
                  </a:lnTo>
                  <a:lnTo>
                    <a:pt x="2457074" y="1890672"/>
                  </a:lnTo>
                  <a:lnTo>
                    <a:pt x="2457929" y="1887738"/>
                  </a:lnTo>
                  <a:lnTo>
                    <a:pt x="2458785" y="1912010"/>
                  </a:lnTo>
                  <a:lnTo>
                    <a:pt x="2459640" y="1914944"/>
                  </a:lnTo>
                  <a:lnTo>
                    <a:pt x="2460496" y="1935565"/>
                  </a:lnTo>
                  <a:lnTo>
                    <a:pt x="2461351" y="1949509"/>
                  </a:lnTo>
                  <a:lnTo>
                    <a:pt x="2462207" y="1947114"/>
                  </a:lnTo>
                  <a:lnTo>
                    <a:pt x="2463062" y="1993596"/>
                  </a:lnTo>
                  <a:lnTo>
                    <a:pt x="2463918" y="1993727"/>
                  </a:lnTo>
                  <a:lnTo>
                    <a:pt x="2464773" y="2074295"/>
                  </a:lnTo>
                  <a:lnTo>
                    <a:pt x="2465629" y="2106749"/>
                  </a:lnTo>
                  <a:lnTo>
                    <a:pt x="2466484" y="2144866"/>
                  </a:lnTo>
                  <a:lnTo>
                    <a:pt x="2467340" y="2194278"/>
                  </a:lnTo>
                  <a:lnTo>
                    <a:pt x="2468195" y="2197254"/>
                  </a:lnTo>
                  <a:lnTo>
                    <a:pt x="2469051" y="2228126"/>
                  </a:lnTo>
                  <a:lnTo>
                    <a:pt x="2469907" y="2215990"/>
                  </a:lnTo>
                  <a:lnTo>
                    <a:pt x="2470762" y="2161994"/>
                  </a:lnTo>
                  <a:lnTo>
                    <a:pt x="2471618" y="2158001"/>
                  </a:lnTo>
                  <a:lnTo>
                    <a:pt x="2472473" y="2149019"/>
                  </a:lnTo>
                  <a:lnTo>
                    <a:pt x="2473329" y="2124442"/>
                  </a:lnTo>
                  <a:lnTo>
                    <a:pt x="2474184" y="2140447"/>
                  </a:lnTo>
                  <a:lnTo>
                    <a:pt x="2475040" y="2140415"/>
                  </a:lnTo>
                  <a:lnTo>
                    <a:pt x="2475895" y="2153159"/>
                  </a:lnTo>
                  <a:lnTo>
                    <a:pt x="2476751" y="2117208"/>
                  </a:lnTo>
                  <a:lnTo>
                    <a:pt x="2477606" y="2078761"/>
                  </a:lnTo>
                  <a:lnTo>
                    <a:pt x="2478462" y="2086541"/>
                  </a:lnTo>
                  <a:lnTo>
                    <a:pt x="2479317" y="2078881"/>
                  </a:lnTo>
                  <a:lnTo>
                    <a:pt x="2480173" y="2068328"/>
                  </a:lnTo>
                  <a:lnTo>
                    <a:pt x="2481028" y="2114295"/>
                  </a:lnTo>
                  <a:lnTo>
                    <a:pt x="2481884" y="2100485"/>
                  </a:lnTo>
                  <a:lnTo>
                    <a:pt x="2482739" y="2141195"/>
                  </a:lnTo>
                  <a:lnTo>
                    <a:pt x="2483595" y="2144222"/>
                  </a:lnTo>
                  <a:lnTo>
                    <a:pt x="2484450" y="2121382"/>
                  </a:lnTo>
                  <a:lnTo>
                    <a:pt x="2485306" y="2103136"/>
                  </a:lnTo>
                  <a:lnTo>
                    <a:pt x="2486162" y="2107088"/>
                  </a:lnTo>
                  <a:lnTo>
                    <a:pt x="2487017" y="2145280"/>
                  </a:lnTo>
                  <a:lnTo>
                    <a:pt x="2487873" y="2148312"/>
                  </a:lnTo>
                  <a:lnTo>
                    <a:pt x="2488728" y="2154228"/>
                  </a:lnTo>
                  <a:lnTo>
                    <a:pt x="2489584" y="2178510"/>
                  </a:lnTo>
                  <a:lnTo>
                    <a:pt x="2490439" y="2147153"/>
                  </a:lnTo>
                  <a:lnTo>
                    <a:pt x="2491295" y="2153359"/>
                  </a:lnTo>
                  <a:lnTo>
                    <a:pt x="2492150" y="2168613"/>
                  </a:lnTo>
                  <a:lnTo>
                    <a:pt x="2493006" y="2197153"/>
                  </a:lnTo>
                  <a:lnTo>
                    <a:pt x="2493861" y="2205486"/>
                  </a:lnTo>
                  <a:lnTo>
                    <a:pt x="2494717" y="2263989"/>
                  </a:lnTo>
                  <a:lnTo>
                    <a:pt x="2495572" y="2285223"/>
                  </a:lnTo>
                  <a:lnTo>
                    <a:pt x="2496428" y="2282797"/>
                  </a:lnTo>
                  <a:lnTo>
                    <a:pt x="2497283" y="2296451"/>
                  </a:lnTo>
                  <a:lnTo>
                    <a:pt x="2498139" y="2282682"/>
                  </a:lnTo>
                  <a:lnTo>
                    <a:pt x="2498994" y="2276527"/>
                  </a:lnTo>
                  <a:lnTo>
                    <a:pt x="2499850" y="2277897"/>
                  </a:lnTo>
                  <a:lnTo>
                    <a:pt x="2500706" y="2239859"/>
                  </a:lnTo>
                  <a:lnTo>
                    <a:pt x="2501561" y="2246339"/>
                  </a:lnTo>
                  <a:lnTo>
                    <a:pt x="2502417" y="2272323"/>
                  </a:lnTo>
                  <a:lnTo>
                    <a:pt x="2503272" y="2283596"/>
                  </a:lnTo>
                  <a:lnTo>
                    <a:pt x="2504128" y="2292149"/>
                  </a:lnTo>
                  <a:lnTo>
                    <a:pt x="2504983" y="2287146"/>
                  </a:lnTo>
                  <a:lnTo>
                    <a:pt x="2505839" y="2256458"/>
                  </a:lnTo>
                  <a:lnTo>
                    <a:pt x="2506694" y="2232906"/>
                  </a:lnTo>
                  <a:lnTo>
                    <a:pt x="2507550" y="2247979"/>
                  </a:lnTo>
                  <a:lnTo>
                    <a:pt x="2508405" y="2261455"/>
                  </a:lnTo>
                  <a:lnTo>
                    <a:pt x="2509261" y="2263496"/>
                  </a:lnTo>
                  <a:lnTo>
                    <a:pt x="2510116" y="2303669"/>
                  </a:lnTo>
                  <a:lnTo>
                    <a:pt x="2510972" y="2288395"/>
                  </a:lnTo>
                  <a:lnTo>
                    <a:pt x="2511827" y="2285772"/>
                  </a:lnTo>
                  <a:lnTo>
                    <a:pt x="2512683" y="2277591"/>
                  </a:lnTo>
                  <a:lnTo>
                    <a:pt x="2513538" y="2280726"/>
                  </a:lnTo>
                  <a:lnTo>
                    <a:pt x="2514394" y="2301387"/>
                  </a:lnTo>
                  <a:lnTo>
                    <a:pt x="2515249" y="2300670"/>
                  </a:lnTo>
                  <a:lnTo>
                    <a:pt x="2516105" y="2310655"/>
                  </a:lnTo>
                  <a:lnTo>
                    <a:pt x="2516961" y="2324665"/>
                  </a:lnTo>
                  <a:lnTo>
                    <a:pt x="2517816" y="2328386"/>
                  </a:lnTo>
                  <a:lnTo>
                    <a:pt x="2517816" y="2328386"/>
                  </a:lnTo>
                  <a:lnTo>
                    <a:pt x="2518672" y="2328386"/>
                  </a:lnTo>
                  <a:lnTo>
                    <a:pt x="2519527" y="2328386"/>
                  </a:lnTo>
                  <a:lnTo>
                    <a:pt x="2520383" y="2328386"/>
                  </a:lnTo>
                  <a:lnTo>
                    <a:pt x="2521238" y="2328386"/>
                  </a:lnTo>
                  <a:lnTo>
                    <a:pt x="2522094" y="2327119"/>
                  </a:lnTo>
                  <a:lnTo>
                    <a:pt x="2522949" y="2328386"/>
                  </a:lnTo>
                  <a:lnTo>
                    <a:pt x="2522949" y="2328386"/>
                  </a:lnTo>
                  <a:lnTo>
                    <a:pt x="2523805" y="2328386"/>
                  </a:lnTo>
                  <a:lnTo>
                    <a:pt x="2524660" y="2328386"/>
                  </a:lnTo>
                  <a:lnTo>
                    <a:pt x="2525516" y="2328386"/>
                  </a:lnTo>
                  <a:lnTo>
                    <a:pt x="2526371" y="2306888"/>
                  </a:lnTo>
                  <a:lnTo>
                    <a:pt x="2527227" y="2310848"/>
                  </a:lnTo>
                  <a:lnTo>
                    <a:pt x="2528082" y="2311934"/>
                  </a:lnTo>
                  <a:lnTo>
                    <a:pt x="2528938" y="2328386"/>
                  </a:lnTo>
                  <a:lnTo>
                    <a:pt x="2528938" y="2328386"/>
                  </a:lnTo>
                  <a:lnTo>
                    <a:pt x="2529793" y="2319148"/>
                  </a:lnTo>
                  <a:lnTo>
                    <a:pt x="2530649" y="2328386"/>
                  </a:lnTo>
                  <a:lnTo>
                    <a:pt x="2530649" y="2328386"/>
                  </a:lnTo>
                  <a:lnTo>
                    <a:pt x="2531504" y="2328386"/>
                  </a:lnTo>
                  <a:lnTo>
                    <a:pt x="2532360" y="2328386"/>
                  </a:lnTo>
                  <a:lnTo>
                    <a:pt x="2533216" y="2328386"/>
                  </a:lnTo>
                  <a:lnTo>
                    <a:pt x="2534071" y="2328386"/>
                  </a:lnTo>
                  <a:lnTo>
                    <a:pt x="2534927" y="2321429"/>
                  </a:lnTo>
                  <a:lnTo>
                    <a:pt x="2535782" y="2322173"/>
                  </a:lnTo>
                  <a:lnTo>
                    <a:pt x="2536638" y="2297249"/>
                  </a:lnTo>
                  <a:lnTo>
                    <a:pt x="2537493" y="2298423"/>
                  </a:lnTo>
                  <a:lnTo>
                    <a:pt x="2538349" y="2296793"/>
                  </a:lnTo>
                  <a:lnTo>
                    <a:pt x="2539204" y="2286614"/>
                  </a:lnTo>
                  <a:lnTo>
                    <a:pt x="2540060" y="2295459"/>
                  </a:lnTo>
                  <a:lnTo>
                    <a:pt x="2540915" y="2263898"/>
                  </a:lnTo>
                  <a:lnTo>
                    <a:pt x="2541771" y="2269963"/>
                  </a:lnTo>
                  <a:lnTo>
                    <a:pt x="2542626" y="2243014"/>
                  </a:lnTo>
                  <a:lnTo>
                    <a:pt x="2543482" y="2204726"/>
                  </a:lnTo>
                  <a:lnTo>
                    <a:pt x="2544337" y="2208767"/>
                  </a:lnTo>
                  <a:lnTo>
                    <a:pt x="2545193" y="2227322"/>
                  </a:lnTo>
                  <a:lnTo>
                    <a:pt x="2546048" y="2238434"/>
                  </a:lnTo>
                  <a:lnTo>
                    <a:pt x="2546904" y="2213531"/>
                  </a:lnTo>
                  <a:lnTo>
                    <a:pt x="2547760" y="2175646"/>
                  </a:lnTo>
                  <a:lnTo>
                    <a:pt x="2548615" y="2255074"/>
                  </a:lnTo>
                  <a:lnTo>
                    <a:pt x="2549471" y="2286428"/>
                  </a:lnTo>
                  <a:lnTo>
                    <a:pt x="2550326" y="2265915"/>
                  </a:lnTo>
                  <a:lnTo>
                    <a:pt x="2551182" y="2307930"/>
                  </a:lnTo>
                  <a:lnTo>
                    <a:pt x="2552037" y="2324681"/>
                  </a:lnTo>
                  <a:lnTo>
                    <a:pt x="2552893" y="2320239"/>
                  </a:lnTo>
                  <a:lnTo>
                    <a:pt x="2553748" y="2320247"/>
                  </a:lnTo>
                  <a:lnTo>
                    <a:pt x="2554604" y="2301905"/>
                  </a:lnTo>
                  <a:lnTo>
                    <a:pt x="2555459" y="2328386"/>
                  </a:lnTo>
                  <a:lnTo>
                    <a:pt x="2555459" y="2328386"/>
                  </a:lnTo>
                  <a:lnTo>
                    <a:pt x="2556315" y="2328386"/>
                  </a:lnTo>
                  <a:lnTo>
                    <a:pt x="2557170" y="2322842"/>
                  </a:lnTo>
                  <a:lnTo>
                    <a:pt x="2558026" y="2328386"/>
                  </a:lnTo>
                  <a:lnTo>
                    <a:pt x="2558026" y="2328386"/>
                  </a:lnTo>
                  <a:lnTo>
                    <a:pt x="2558881" y="2328386"/>
                  </a:lnTo>
                  <a:lnTo>
                    <a:pt x="2559737" y="2328386"/>
                  </a:lnTo>
                  <a:lnTo>
                    <a:pt x="2560592" y="2328386"/>
                  </a:lnTo>
                  <a:lnTo>
                    <a:pt x="2561448" y="2328386"/>
                  </a:lnTo>
                  <a:lnTo>
                    <a:pt x="2562303" y="2328386"/>
                  </a:lnTo>
                  <a:lnTo>
                    <a:pt x="2563159" y="2328386"/>
                  </a:lnTo>
                  <a:lnTo>
                    <a:pt x="2564015" y="2328386"/>
                  </a:lnTo>
                  <a:lnTo>
                    <a:pt x="2564870" y="2328386"/>
                  </a:lnTo>
                  <a:lnTo>
                    <a:pt x="2565726" y="2328386"/>
                  </a:lnTo>
                  <a:lnTo>
                    <a:pt x="2566581" y="2328386"/>
                  </a:lnTo>
                  <a:lnTo>
                    <a:pt x="2567437" y="2328386"/>
                  </a:lnTo>
                  <a:lnTo>
                    <a:pt x="2568292" y="2328386"/>
                  </a:lnTo>
                  <a:lnTo>
                    <a:pt x="2569148" y="2328386"/>
                  </a:lnTo>
                  <a:lnTo>
                    <a:pt x="2570003" y="2328386"/>
                  </a:lnTo>
                  <a:lnTo>
                    <a:pt x="2570859" y="2328386"/>
                  </a:lnTo>
                  <a:lnTo>
                    <a:pt x="2571714" y="2328386"/>
                  </a:lnTo>
                  <a:lnTo>
                    <a:pt x="2572570" y="2328386"/>
                  </a:lnTo>
                  <a:lnTo>
                    <a:pt x="2573425" y="2328386"/>
                  </a:lnTo>
                  <a:lnTo>
                    <a:pt x="2574281" y="2328386"/>
                  </a:lnTo>
                  <a:lnTo>
                    <a:pt x="2575136" y="2328386"/>
                  </a:lnTo>
                  <a:lnTo>
                    <a:pt x="2575992" y="2328386"/>
                  </a:lnTo>
                  <a:lnTo>
                    <a:pt x="2576847" y="2328386"/>
                  </a:lnTo>
                  <a:lnTo>
                    <a:pt x="2577703" y="2328386"/>
                  </a:lnTo>
                  <a:lnTo>
                    <a:pt x="2578558" y="2328386"/>
                  </a:lnTo>
                  <a:lnTo>
                    <a:pt x="2579414" y="2328386"/>
                  </a:lnTo>
                  <a:lnTo>
                    <a:pt x="2580270" y="2328386"/>
                  </a:lnTo>
                  <a:lnTo>
                    <a:pt x="2581125" y="2328386"/>
                  </a:lnTo>
                  <a:lnTo>
                    <a:pt x="2581981" y="2328386"/>
                  </a:lnTo>
                  <a:lnTo>
                    <a:pt x="2582836" y="2328386"/>
                  </a:lnTo>
                  <a:lnTo>
                    <a:pt x="2583692" y="2328386"/>
                  </a:lnTo>
                  <a:lnTo>
                    <a:pt x="2584547" y="2328386"/>
                  </a:lnTo>
                  <a:lnTo>
                    <a:pt x="2585403" y="2328386"/>
                  </a:lnTo>
                  <a:lnTo>
                    <a:pt x="2586258" y="2328386"/>
                  </a:lnTo>
                  <a:lnTo>
                    <a:pt x="2587114" y="2328386"/>
                  </a:lnTo>
                  <a:lnTo>
                    <a:pt x="2587969" y="2328386"/>
                  </a:lnTo>
                  <a:lnTo>
                    <a:pt x="2588825" y="2328386"/>
                  </a:lnTo>
                  <a:lnTo>
                    <a:pt x="2589680" y="2328386"/>
                  </a:lnTo>
                  <a:lnTo>
                    <a:pt x="2590536" y="2328386"/>
                  </a:lnTo>
                  <a:lnTo>
                    <a:pt x="2591391" y="2328386"/>
                  </a:lnTo>
                  <a:lnTo>
                    <a:pt x="2592247" y="2328386"/>
                  </a:lnTo>
                  <a:lnTo>
                    <a:pt x="2593102" y="2328386"/>
                  </a:lnTo>
                  <a:lnTo>
                    <a:pt x="2593958" y="2328386"/>
                  </a:lnTo>
                  <a:lnTo>
                    <a:pt x="2594814" y="2328386"/>
                  </a:lnTo>
                  <a:lnTo>
                    <a:pt x="2595669" y="2328386"/>
                  </a:lnTo>
                  <a:lnTo>
                    <a:pt x="2596525" y="2328386"/>
                  </a:lnTo>
                  <a:lnTo>
                    <a:pt x="2597380" y="2328386"/>
                  </a:lnTo>
                  <a:lnTo>
                    <a:pt x="2598236" y="2328386"/>
                  </a:lnTo>
                  <a:lnTo>
                    <a:pt x="2599091" y="2328386"/>
                  </a:lnTo>
                  <a:lnTo>
                    <a:pt x="2599947" y="2328386"/>
                  </a:lnTo>
                  <a:lnTo>
                    <a:pt x="2600802" y="2328386"/>
                  </a:lnTo>
                  <a:lnTo>
                    <a:pt x="2601658" y="2328386"/>
                  </a:lnTo>
                  <a:lnTo>
                    <a:pt x="2602513" y="2328386"/>
                  </a:lnTo>
                  <a:lnTo>
                    <a:pt x="2603369" y="2328386"/>
                  </a:lnTo>
                  <a:lnTo>
                    <a:pt x="2604224" y="2328386"/>
                  </a:lnTo>
                  <a:lnTo>
                    <a:pt x="2605080" y="2328386"/>
                  </a:lnTo>
                  <a:lnTo>
                    <a:pt x="2605935" y="2328386"/>
                  </a:lnTo>
                  <a:lnTo>
                    <a:pt x="2606791" y="2328386"/>
                  </a:lnTo>
                  <a:lnTo>
                    <a:pt x="2607646" y="2328386"/>
                  </a:lnTo>
                  <a:lnTo>
                    <a:pt x="2608502" y="2328386"/>
                  </a:lnTo>
                  <a:lnTo>
                    <a:pt x="2609357" y="2328386"/>
                  </a:lnTo>
                  <a:lnTo>
                    <a:pt x="2610213" y="2328386"/>
                  </a:lnTo>
                  <a:lnTo>
                    <a:pt x="2611069" y="2328386"/>
                  </a:lnTo>
                  <a:lnTo>
                    <a:pt x="2611924" y="2328386"/>
                  </a:lnTo>
                  <a:lnTo>
                    <a:pt x="2612780" y="2328386"/>
                  </a:lnTo>
                  <a:lnTo>
                    <a:pt x="2613635" y="2328386"/>
                  </a:lnTo>
                  <a:lnTo>
                    <a:pt x="2614491" y="2328386"/>
                  </a:lnTo>
                  <a:lnTo>
                    <a:pt x="2615346" y="2328386"/>
                  </a:lnTo>
                  <a:lnTo>
                    <a:pt x="2616202" y="2328386"/>
                  </a:lnTo>
                  <a:lnTo>
                    <a:pt x="2617057" y="2328386"/>
                  </a:lnTo>
                  <a:lnTo>
                    <a:pt x="2617913" y="2328386"/>
                  </a:lnTo>
                  <a:lnTo>
                    <a:pt x="2618768" y="2328386"/>
                  </a:lnTo>
                  <a:lnTo>
                    <a:pt x="2619624" y="2328386"/>
                  </a:lnTo>
                  <a:lnTo>
                    <a:pt x="2620479" y="2328386"/>
                  </a:lnTo>
                  <a:lnTo>
                    <a:pt x="2621335" y="2328386"/>
                  </a:lnTo>
                  <a:lnTo>
                    <a:pt x="2622190" y="2328386"/>
                  </a:lnTo>
                  <a:lnTo>
                    <a:pt x="2623046" y="2328386"/>
                  </a:lnTo>
                  <a:lnTo>
                    <a:pt x="2623901" y="2328386"/>
                  </a:lnTo>
                  <a:lnTo>
                    <a:pt x="2624757" y="2328386"/>
                  </a:lnTo>
                  <a:lnTo>
                    <a:pt x="2625612" y="2328386"/>
                  </a:lnTo>
                  <a:lnTo>
                    <a:pt x="2626468" y="2328386"/>
                  </a:lnTo>
                  <a:lnTo>
                    <a:pt x="2627324" y="2328386"/>
                  </a:lnTo>
                  <a:lnTo>
                    <a:pt x="2628179" y="2328386"/>
                  </a:lnTo>
                  <a:lnTo>
                    <a:pt x="2629035" y="2328386"/>
                  </a:lnTo>
                  <a:lnTo>
                    <a:pt x="2629890" y="2328386"/>
                  </a:lnTo>
                  <a:lnTo>
                    <a:pt x="2630746" y="2328386"/>
                  </a:lnTo>
                  <a:lnTo>
                    <a:pt x="2631601" y="2328386"/>
                  </a:lnTo>
                  <a:lnTo>
                    <a:pt x="2632457" y="2328386"/>
                  </a:lnTo>
                  <a:lnTo>
                    <a:pt x="2633312" y="2328386"/>
                  </a:lnTo>
                  <a:lnTo>
                    <a:pt x="2634168" y="2328386"/>
                  </a:lnTo>
                  <a:lnTo>
                    <a:pt x="2635023" y="2328386"/>
                  </a:lnTo>
                  <a:lnTo>
                    <a:pt x="2635879" y="2328386"/>
                  </a:lnTo>
                  <a:lnTo>
                    <a:pt x="2636734" y="2328386"/>
                  </a:lnTo>
                  <a:lnTo>
                    <a:pt x="2637590" y="2328386"/>
                  </a:lnTo>
                  <a:lnTo>
                    <a:pt x="2638445" y="2328386"/>
                  </a:lnTo>
                  <a:lnTo>
                    <a:pt x="2639301" y="2328386"/>
                  </a:lnTo>
                  <a:lnTo>
                    <a:pt x="2640156" y="2328386"/>
                  </a:lnTo>
                  <a:lnTo>
                    <a:pt x="2641012" y="2328386"/>
                  </a:lnTo>
                  <a:lnTo>
                    <a:pt x="2641868" y="2328386"/>
                  </a:lnTo>
                  <a:lnTo>
                    <a:pt x="2642723" y="2328386"/>
                  </a:lnTo>
                  <a:lnTo>
                    <a:pt x="2643579" y="2328386"/>
                  </a:lnTo>
                  <a:lnTo>
                    <a:pt x="2644434" y="2328386"/>
                  </a:lnTo>
                  <a:lnTo>
                    <a:pt x="2645290" y="2328386"/>
                  </a:lnTo>
                  <a:lnTo>
                    <a:pt x="2646145" y="2328386"/>
                  </a:lnTo>
                  <a:lnTo>
                    <a:pt x="2647001" y="2328386"/>
                  </a:lnTo>
                  <a:lnTo>
                    <a:pt x="2647856" y="2328386"/>
                  </a:lnTo>
                  <a:lnTo>
                    <a:pt x="2648712" y="2328386"/>
                  </a:lnTo>
                  <a:lnTo>
                    <a:pt x="2649567" y="2328386"/>
                  </a:lnTo>
                  <a:lnTo>
                    <a:pt x="2650423" y="2328386"/>
                  </a:lnTo>
                  <a:lnTo>
                    <a:pt x="2651278" y="2328386"/>
                  </a:lnTo>
                  <a:lnTo>
                    <a:pt x="2652134" y="2328386"/>
                  </a:lnTo>
                  <a:lnTo>
                    <a:pt x="2652989" y="2328386"/>
                  </a:lnTo>
                  <a:lnTo>
                    <a:pt x="2653845" y="2328386"/>
                  </a:lnTo>
                  <a:lnTo>
                    <a:pt x="2654700" y="2328386"/>
                  </a:lnTo>
                  <a:lnTo>
                    <a:pt x="2655556" y="2328386"/>
                  </a:lnTo>
                  <a:lnTo>
                    <a:pt x="2656411" y="2328386"/>
                  </a:lnTo>
                  <a:lnTo>
                    <a:pt x="2657267" y="2328386"/>
                  </a:lnTo>
                  <a:lnTo>
                    <a:pt x="2658123" y="2328386"/>
                  </a:lnTo>
                  <a:lnTo>
                    <a:pt x="2658978" y="2328386"/>
                  </a:lnTo>
                  <a:lnTo>
                    <a:pt x="2659834" y="2328386"/>
                  </a:lnTo>
                  <a:lnTo>
                    <a:pt x="2660689" y="2328386"/>
                  </a:lnTo>
                  <a:lnTo>
                    <a:pt x="2661545" y="2328386"/>
                  </a:lnTo>
                  <a:lnTo>
                    <a:pt x="2662400" y="2328386"/>
                  </a:lnTo>
                  <a:lnTo>
                    <a:pt x="2663256" y="2328386"/>
                  </a:lnTo>
                  <a:lnTo>
                    <a:pt x="2664111" y="2328386"/>
                  </a:lnTo>
                  <a:lnTo>
                    <a:pt x="2664967" y="2328386"/>
                  </a:lnTo>
                  <a:lnTo>
                    <a:pt x="2665822" y="2328386"/>
                  </a:lnTo>
                  <a:lnTo>
                    <a:pt x="2666678" y="2328386"/>
                  </a:lnTo>
                  <a:lnTo>
                    <a:pt x="2667533" y="2328386"/>
                  </a:lnTo>
                  <a:lnTo>
                    <a:pt x="2668389" y="2328386"/>
                  </a:lnTo>
                  <a:lnTo>
                    <a:pt x="2669244" y="2328386"/>
                  </a:lnTo>
                  <a:lnTo>
                    <a:pt x="2670100" y="2328386"/>
                  </a:lnTo>
                  <a:lnTo>
                    <a:pt x="2670955" y="2328386"/>
                  </a:lnTo>
                  <a:lnTo>
                    <a:pt x="2671811" y="2328386"/>
                  </a:lnTo>
                  <a:lnTo>
                    <a:pt x="2672666" y="2328386"/>
                  </a:lnTo>
                  <a:lnTo>
                    <a:pt x="2673522" y="2328386"/>
                  </a:lnTo>
                  <a:lnTo>
                    <a:pt x="2674378" y="2328386"/>
                  </a:lnTo>
                  <a:lnTo>
                    <a:pt x="2675233" y="2328386"/>
                  </a:lnTo>
                  <a:lnTo>
                    <a:pt x="2676089" y="2328386"/>
                  </a:lnTo>
                  <a:lnTo>
                    <a:pt x="2676944" y="2328386"/>
                  </a:lnTo>
                  <a:lnTo>
                    <a:pt x="2677800" y="2328386"/>
                  </a:lnTo>
                  <a:lnTo>
                    <a:pt x="2678655" y="2328386"/>
                  </a:lnTo>
                  <a:lnTo>
                    <a:pt x="2679511" y="2328386"/>
                  </a:lnTo>
                  <a:lnTo>
                    <a:pt x="2680366" y="2328386"/>
                  </a:lnTo>
                  <a:lnTo>
                    <a:pt x="2681222" y="2328386"/>
                  </a:lnTo>
                  <a:lnTo>
                    <a:pt x="2682077" y="2328386"/>
                  </a:lnTo>
                  <a:lnTo>
                    <a:pt x="2682933" y="2328386"/>
                  </a:lnTo>
                  <a:lnTo>
                    <a:pt x="2683788" y="2328386"/>
                  </a:lnTo>
                  <a:lnTo>
                    <a:pt x="2684644" y="2328386"/>
                  </a:lnTo>
                  <a:lnTo>
                    <a:pt x="2685499" y="2328386"/>
                  </a:lnTo>
                  <a:lnTo>
                    <a:pt x="2686355" y="2328386"/>
                  </a:lnTo>
                  <a:lnTo>
                    <a:pt x="2687210" y="2328386"/>
                  </a:lnTo>
                  <a:lnTo>
                    <a:pt x="2688066" y="2328386"/>
                  </a:lnTo>
                  <a:lnTo>
                    <a:pt x="2688921" y="2328386"/>
                  </a:lnTo>
                  <a:lnTo>
                    <a:pt x="2689777" y="2328386"/>
                  </a:lnTo>
                  <a:lnTo>
                    <a:pt x="2690633" y="2328386"/>
                  </a:lnTo>
                  <a:lnTo>
                    <a:pt x="2691488" y="2328386"/>
                  </a:lnTo>
                  <a:lnTo>
                    <a:pt x="2692344" y="2328386"/>
                  </a:lnTo>
                  <a:lnTo>
                    <a:pt x="2693199" y="2328386"/>
                  </a:lnTo>
                  <a:lnTo>
                    <a:pt x="2694055" y="2328386"/>
                  </a:lnTo>
                  <a:lnTo>
                    <a:pt x="2694910" y="2328386"/>
                  </a:lnTo>
                  <a:lnTo>
                    <a:pt x="2695766" y="2328386"/>
                  </a:lnTo>
                  <a:lnTo>
                    <a:pt x="2696621" y="2328386"/>
                  </a:lnTo>
                  <a:lnTo>
                    <a:pt x="2697477" y="2328386"/>
                  </a:lnTo>
                  <a:lnTo>
                    <a:pt x="2698332" y="2328386"/>
                  </a:lnTo>
                  <a:lnTo>
                    <a:pt x="2699188" y="2328386"/>
                  </a:lnTo>
                  <a:lnTo>
                    <a:pt x="2700043" y="2328386"/>
                  </a:lnTo>
                  <a:lnTo>
                    <a:pt x="2700899" y="2328386"/>
                  </a:lnTo>
                  <a:lnTo>
                    <a:pt x="2701754" y="2328386"/>
                  </a:lnTo>
                  <a:lnTo>
                    <a:pt x="2702610" y="2328386"/>
                  </a:lnTo>
                  <a:lnTo>
                    <a:pt x="2703465" y="2328386"/>
                  </a:lnTo>
                  <a:lnTo>
                    <a:pt x="2704321" y="2328386"/>
                  </a:lnTo>
                  <a:lnTo>
                    <a:pt x="2705177" y="2328386"/>
                  </a:lnTo>
                  <a:lnTo>
                    <a:pt x="2706032" y="2328386"/>
                  </a:lnTo>
                  <a:lnTo>
                    <a:pt x="2706888" y="2328386"/>
                  </a:lnTo>
                  <a:lnTo>
                    <a:pt x="2707743" y="2328386"/>
                  </a:lnTo>
                  <a:lnTo>
                    <a:pt x="2708599" y="2328386"/>
                  </a:lnTo>
                  <a:lnTo>
                    <a:pt x="2709454" y="2328386"/>
                  </a:lnTo>
                  <a:lnTo>
                    <a:pt x="2710310" y="2328386"/>
                  </a:lnTo>
                  <a:lnTo>
                    <a:pt x="2711165" y="2328386"/>
                  </a:lnTo>
                  <a:lnTo>
                    <a:pt x="2712021" y="2328386"/>
                  </a:lnTo>
                  <a:lnTo>
                    <a:pt x="2712876" y="2328386"/>
                  </a:lnTo>
                  <a:lnTo>
                    <a:pt x="2713732" y="2328386"/>
                  </a:lnTo>
                  <a:lnTo>
                    <a:pt x="2714587" y="2328386"/>
                  </a:lnTo>
                  <a:lnTo>
                    <a:pt x="2715443" y="2328386"/>
                  </a:lnTo>
                  <a:lnTo>
                    <a:pt x="2716298" y="2328386"/>
                  </a:lnTo>
                  <a:lnTo>
                    <a:pt x="2717154" y="2328386"/>
                  </a:lnTo>
                  <a:lnTo>
                    <a:pt x="2718009" y="2328386"/>
                  </a:lnTo>
                  <a:lnTo>
                    <a:pt x="2718865" y="2328386"/>
                  </a:lnTo>
                  <a:lnTo>
                    <a:pt x="2719720" y="2328386"/>
                  </a:lnTo>
                  <a:lnTo>
                    <a:pt x="2720576" y="2328386"/>
                  </a:lnTo>
                  <a:lnTo>
                    <a:pt x="2721432" y="2328386"/>
                  </a:lnTo>
                  <a:lnTo>
                    <a:pt x="2722287" y="2328386"/>
                  </a:lnTo>
                  <a:lnTo>
                    <a:pt x="2723143" y="2328386"/>
                  </a:lnTo>
                  <a:lnTo>
                    <a:pt x="2723998" y="2328386"/>
                  </a:lnTo>
                  <a:lnTo>
                    <a:pt x="2724854" y="2328386"/>
                  </a:lnTo>
                  <a:lnTo>
                    <a:pt x="2725709" y="2328386"/>
                  </a:lnTo>
                  <a:lnTo>
                    <a:pt x="2726565" y="2328386"/>
                  </a:lnTo>
                  <a:lnTo>
                    <a:pt x="2727420" y="2328386"/>
                  </a:lnTo>
                  <a:lnTo>
                    <a:pt x="2728276" y="2328386"/>
                  </a:lnTo>
                  <a:lnTo>
                    <a:pt x="2729131" y="2328386"/>
                  </a:lnTo>
                  <a:lnTo>
                    <a:pt x="2729987" y="2328386"/>
                  </a:lnTo>
                  <a:lnTo>
                    <a:pt x="2730842" y="2328386"/>
                  </a:lnTo>
                  <a:lnTo>
                    <a:pt x="2731698" y="2328386"/>
                  </a:lnTo>
                  <a:lnTo>
                    <a:pt x="2732553" y="2328386"/>
                  </a:lnTo>
                  <a:lnTo>
                    <a:pt x="2733409" y="2328386"/>
                  </a:lnTo>
                  <a:lnTo>
                    <a:pt x="2734264" y="2328386"/>
                  </a:lnTo>
                  <a:lnTo>
                    <a:pt x="2735120" y="2328386"/>
                  </a:lnTo>
                  <a:lnTo>
                    <a:pt x="2735975" y="2328386"/>
                  </a:lnTo>
                  <a:lnTo>
                    <a:pt x="2736831" y="2328386"/>
                  </a:lnTo>
                  <a:lnTo>
                    <a:pt x="2737687" y="2328386"/>
                  </a:lnTo>
                  <a:lnTo>
                    <a:pt x="2738542" y="2328386"/>
                  </a:lnTo>
                  <a:lnTo>
                    <a:pt x="2739398" y="2328386"/>
                  </a:lnTo>
                  <a:lnTo>
                    <a:pt x="2740253" y="2328386"/>
                  </a:lnTo>
                  <a:lnTo>
                    <a:pt x="2741109" y="2328386"/>
                  </a:lnTo>
                  <a:lnTo>
                    <a:pt x="2741964" y="2328386"/>
                  </a:lnTo>
                  <a:lnTo>
                    <a:pt x="2742820" y="2328386"/>
                  </a:lnTo>
                  <a:lnTo>
                    <a:pt x="2743675" y="2328386"/>
                  </a:lnTo>
                  <a:lnTo>
                    <a:pt x="2744531" y="2328386"/>
                  </a:lnTo>
                  <a:lnTo>
                    <a:pt x="2745386" y="2328386"/>
                  </a:lnTo>
                  <a:lnTo>
                    <a:pt x="2746242" y="2328386"/>
                  </a:lnTo>
                  <a:lnTo>
                    <a:pt x="2747097" y="2328386"/>
                  </a:lnTo>
                  <a:lnTo>
                    <a:pt x="2747953" y="2328386"/>
                  </a:lnTo>
                  <a:lnTo>
                    <a:pt x="2748808" y="2328386"/>
                  </a:lnTo>
                  <a:lnTo>
                    <a:pt x="2749664" y="2328386"/>
                  </a:lnTo>
                  <a:lnTo>
                    <a:pt x="2750519" y="2328386"/>
                  </a:lnTo>
                  <a:lnTo>
                    <a:pt x="2751375" y="2328386"/>
                  </a:lnTo>
                  <a:lnTo>
                    <a:pt x="2752231" y="2328386"/>
                  </a:lnTo>
                  <a:lnTo>
                    <a:pt x="2753086" y="2328386"/>
                  </a:lnTo>
                  <a:lnTo>
                    <a:pt x="2753942" y="2328386"/>
                  </a:lnTo>
                  <a:lnTo>
                    <a:pt x="2754797" y="2328386"/>
                  </a:lnTo>
                  <a:lnTo>
                    <a:pt x="2755653" y="2328386"/>
                  </a:lnTo>
                  <a:lnTo>
                    <a:pt x="2756508" y="2328386"/>
                  </a:lnTo>
                  <a:lnTo>
                    <a:pt x="2757364" y="2328386"/>
                  </a:lnTo>
                  <a:lnTo>
                    <a:pt x="2758219" y="2328386"/>
                  </a:lnTo>
                  <a:lnTo>
                    <a:pt x="2759075" y="2328386"/>
                  </a:lnTo>
                  <a:lnTo>
                    <a:pt x="2759930" y="2328386"/>
                  </a:lnTo>
                  <a:lnTo>
                    <a:pt x="2760786" y="2328386"/>
                  </a:lnTo>
                  <a:lnTo>
                    <a:pt x="2761641" y="2328386"/>
                  </a:lnTo>
                  <a:lnTo>
                    <a:pt x="2762497" y="2328386"/>
                  </a:lnTo>
                  <a:lnTo>
                    <a:pt x="2763352" y="2328386"/>
                  </a:lnTo>
                  <a:lnTo>
                    <a:pt x="2764208" y="2328386"/>
                  </a:lnTo>
                  <a:lnTo>
                    <a:pt x="2765063" y="2328386"/>
                  </a:lnTo>
                  <a:lnTo>
                    <a:pt x="2765919" y="2328386"/>
                  </a:lnTo>
                  <a:lnTo>
                    <a:pt x="2766774" y="2328386"/>
                  </a:lnTo>
                  <a:lnTo>
                    <a:pt x="2767630" y="2328386"/>
                  </a:lnTo>
                  <a:lnTo>
                    <a:pt x="2768486" y="2328386"/>
                  </a:lnTo>
                  <a:lnTo>
                    <a:pt x="2769341" y="2328386"/>
                  </a:lnTo>
                  <a:lnTo>
                    <a:pt x="2770197" y="2328386"/>
                  </a:lnTo>
                  <a:lnTo>
                    <a:pt x="2771052" y="2328386"/>
                  </a:lnTo>
                  <a:lnTo>
                    <a:pt x="2771908" y="2328386"/>
                  </a:lnTo>
                  <a:lnTo>
                    <a:pt x="2772763" y="2328386"/>
                  </a:lnTo>
                  <a:lnTo>
                    <a:pt x="2773619" y="2328386"/>
                  </a:lnTo>
                  <a:lnTo>
                    <a:pt x="2774474" y="2328386"/>
                  </a:lnTo>
                  <a:lnTo>
                    <a:pt x="2775330" y="2328386"/>
                  </a:lnTo>
                  <a:lnTo>
                    <a:pt x="2776185" y="2328386"/>
                  </a:lnTo>
                  <a:lnTo>
                    <a:pt x="2777041" y="2328386"/>
                  </a:lnTo>
                  <a:lnTo>
                    <a:pt x="2777896" y="2328386"/>
                  </a:lnTo>
                  <a:lnTo>
                    <a:pt x="2778752" y="2328386"/>
                  </a:lnTo>
                  <a:lnTo>
                    <a:pt x="2779607" y="2328386"/>
                  </a:lnTo>
                  <a:lnTo>
                    <a:pt x="2780463" y="2328386"/>
                  </a:lnTo>
                  <a:lnTo>
                    <a:pt x="2781318" y="2328386"/>
                  </a:lnTo>
                  <a:lnTo>
                    <a:pt x="2782174" y="2328386"/>
                  </a:lnTo>
                  <a:lnTo>
                    <a:pt x="2783029" y="2328386"/>
                  </a:lnTo>
                  <a:lnTo>
                    <a:pt x="2783885" y="2328386"/>
                  </a:lnTo>
                  <a:lnTo>
                    <a:pt x="2784741" y="2328386"/>
                  </a:lnTo>
                  <a:lnTo>
                    <a:pt x="2785596" y="2328386"/>
                  </a:lnTo>
                  <a:lnTo>
                    <a:pt x="2786452" y="2328386"/>
                  </a:lnTo>
                  <a:lnTo>
                    <a:pt x="2787307" y="2328386"/>
                  </a:lnTo>
                  <a:lnTo>
                    <a:pt x="2788163" y="2328386"/>
                  </a:lnTo>
                  <a:lnTo>
                    <a:pt x="2789018" y="2328386"/>
                  </a:lnTo>
                  <a:lnTo>
                    <a:pt x="2789874" y="2328386"/>
                  </a:lnTo>
                  <a:lnTo>
                    <a:pt x="2790729" y="2328386"/>
                  </a:lnTo>
                  <a:lnTo>
                    <a:pt x="2791585" y="2328386"/>
                  </a:lnTo>
                  <a:lnTo>
                    <a:pt x="2792440" y="2328386"/>
                  </a:lnTo>
                  <a:lnTo>
                    <a:pt x="2793296" y="2328386"/>
                  </a:lnTo>
                  <a:lnTo>
                    <a:pt x="2794151" y="2328386"/>
                  </a:lnTo>
                  <a:lnTo>
                    <a:pt x="2795007" y="2328386"/>
                  </a:lnTo>
                  <a:lnTo>
                    <a:pt x="2795862" y="2328386"/>
                  </a:lnTo>
                  <a:lnTo>
                    <a:pt x="2796718" y="2328386"/>
                  </a:lnTo>
                  <a:lnTo>
                    <a:pt x="2797573" y="2328386"/>
                  </a:lnTo>
                  <a:lnTo>
                    <a:pt x="2798429" y="2328386"/>
                  </a:lnTo>
                  <a:lnTo>
                    <a:pt x="2799285" y="2328386"/>
                  </a:lnTo>
                  <a:lnTo>
                    <a:pt x="2800140" y="2328386"/>
                  </a:lnTo>
                  <a:lnTo>
                    <a:pt x="2800996" y="2328386"/>
                  </a:lnTo>
                  <a:lnTo>
                    <a:pt x="2801851" y="2328386"/>
                  </a:lnTo>
                  <a:lnTo>
                    <a:pt x="2802707" y="2328386"/>
                  </a:lnTo>
                  <a:lnTo>
                    <a:pt x="2803562" y="2328386"/>
                  </a:lnTo>
                  <a:lnTo>
                    <a:pt x="2804418" y="2328386"/>
                  </a:lnTo>
                  <a:lnTo>
                    <a:pt x="2805273" y="2328386"/>
                  </a:lnTo>
                  <a:lnTo>
                    <a:pt x="2806129" y="2328386"/>
                  </a:lnTo>
                  <a:lnTo>
                    <a:pt x="2806984" y="2328386"/>
                  </a:lnTo>
                  <a:lnTo>
                    <a:pt x="2807840" y="2328386"/>
                  </a:lnTo>
                  <a:lnTo>
                    <a:pt x="2808695" y="2328386"/>
                  </a:lnTo>
                  <a:lnTo>
                    <a:pt x="2809551" y="2328386"/>
                  </a:lnTo>
                  <a:lnTo>
                    <a:pt x="2810406" y="2328386"/>
                  </a:lnTo>
                  <a:lnTo>
                    <a:pt x="2811262" y="2328386"/>
                  </a:lnTo>
                  <a:lnTo>
                    <a:pt x="2812117" y="2328386"/>
                  </a:lnTo>
                  <a:lnTo>
                    <a:pt x="2812973" y="2328386"/>
                  </a:lnTo>
                  <a:lnTo>
                    <a:pt x="2813828" y="2328386"/>
                  </a:lnTo>
                  <a:lnTo>
                    <a:pt x="2814684" y="2328386"/>
                  </a:lnTo>
                  <a:lnTo>
                    <a:pt x="2815540" y="2328386"/>
                  </a:lnTo>
                  <a:lnTo>
                    <a:pt x="2816395" y="2328386"/>
                  </a:lnTo>
                  <a:lnTo>
                    <a:pt x="2817251" y="2328386"/>
                  </a:lnTo>
                  <a:lnTo>
                    <a:pt x="2818106" y="2328386"/>
                  </a:lnTo>
                  <a:lnTo>
                    <a:pt x="2818962" y="2328386"/>
                  </a:lnTo>
                  <a:lnTo>
                    <a:pt x="2819817" y="2328386"/>
                  </a:lnTo>
                  <a:lnTo>
                    <a:pt x="2820673" y="2328386"/>
                  </a:lnTo>
                  <a:lnTo>
                    <a:pt x="2821528" y="2328386"/>
                  </a:lnTo>
                  <a:lnTo>
                    <a:pt x="2822384" y="2328386"/>
                  </a:lnTo>
                  <a:lnTo>
                    <a:pt x="2823239" y="2328386"/>
                  </a:lnTo>
                  <a:lnTo>
                    <a:pt x="2824095" y="2328386"/>
                  </a:lnTo>
                  <a:lnTo>
                    <a:pt x="2824950" y="2328386"/>
                  </a:lnTo>
                  <a:lnTo>
                    <a:pt x="2825806" y="2328386"/>
                  </a:lnTo>
                  <a:lnTo>
                    <a:pt x="2826661" y="2328386"/>
                  </a:lnTo>
                  <a:lnTo>
                    <a:pt x="2827517" y="2328386"/>
                  </a:lnTo>
                  <a:lnTo>
                    <a:pt x="2828372" y="2328386"/>
                  </a:lnTo>
                  <a:lnTo>
                    <a:pt x="2829228" y="2328386"/>
                  </a:lnTo>
                  <a:lnTo>
                    <a:pt x="2830083" y="2328386"/>
                  </a:lnTo>
                  <a:lnTo>
                    <a:pt x="2830939" y="2328386"/>
                  </a:lnTo>
                  <a:lnTo>
                    <a:pt x="2831795" y="2328386"/>
                  </a:lnTo>
                  <a:lnTo>
                    <a:pt x="2832650" y="2328386"/>
                  </a:lnTo>
                  <a:lnTo>
                    <a:pt x="2833506" y="2328386"/>
                  </a:lnTo>
                  <a:lnTo>
                    <a:pt x="2834361" y="2328386"/>
                  </a:lnTo>
                  <a:lnTo>
                    <a:pt x="2835217" y="2328386"/>
                  </a:lnTo>
                  <a:lnTo>
                    <a:pt x="2836072" y="2328386"/>
                  </a:lnTo>
                  <a:lnTo>
                    <a:pt x="2836928" y="2328386"/>
                  </a:lnTo>
                  <a:lnTo>
                    <a:pt x="2837783" y="2328386"/>
                  </a:lnTo>
                  <a:lnTo>
                    <a:pt x="2838639" y="2328386"/>
                  </a:lnTo>
                  <a:lnTo>
                    <a:pt x="2839494" y="2328386"/>
                  </a:lnTo>
                  <a:lnTo>
                    <a:pt x="2840350" y="2328386"/>
                  </a:lnTo>
                  <a:lnTo>
                    <a:pt x="2841205" y="2328386"/>
                  </a:lnTo>
                  <a:lnTo>
                    <a:pt x="2842061" y="2328386"/>
                  </a:lnTo>
                  <a:lnTo>
                    <a:pt x="2842916" y="2328386"/>
                  </a:lnTo>
                  <a:lnTo>
                    <a:pt x="2843772" y="2328386"/>
                  </a:lnTo>
                  <a:lnTo>
                    <a:pt x="2844627" y="2328386"/>
                  </a:lnTo>
                  <a:lnTo>
                    <a:pt x="2845483" y="2328386"/>
                  </a:lnTo>
                  <a:lnTo>
                    <a:pt x="2846339" y="2328386"/>
                  </a:lnTo>
                  <a:lnTo>
                    <a:pt x="2847194" y="2328386"/>
                  </a:lnTo>
                  <a:lnTo>
                    <a:pt x="2848050" y="2328386"/>
                  </a:lnTo>
                  <a:lnTo>
                    <a:pt x="2848905" y="2328386"/>
                  </a:lnTo>
                  <a:lnTo>
                    <a:pt x="2849761" y="2328386"/>
                  </a:lnTo>
                  <a:lnTo>
                    <a:pt x="2850616" y="2328386"/>
                  </a:lnTo>
                  <a:lnTo>
                    <a:pt x="2851472" y="2328386"/>
                  </a:lnTo>
                  <a:lnTo>
                    <a:pt x="2852327" y="2328386"/>
                  </a:lnTo>
                  <a:lnTo>
                    <a:pt x="2853183" y="2328386"/>
                  </a:lnTo>
                  <a:lnTo>
                    <a:pt x="2854038" y="2328386"/>
                  </a:lnTo>
                  <a:lnTo>
                    <a:pt x="2854894" y="2328386"/>
                  </a:lnTo>
                  <a:lnTo>
                    <a:pt x="2855749" y="2328386"/>
                  </a:lnTo>
                  <a:lnTo>
                    <a:pt x="2856605" y="2328386"/>
                  </a:lnTo>
                  <a:lnTo>
                    <a:pt x="2857460" y="2328386"/>
                  </a:lnTo>
                  <a:lnTo>
                    <a:pt x="2858316" y="2328386"/>
                  </a:lnTo>
                  <a:lnTo>
                    <a:pt x="2859171" y="2328386"/>
                  </a:lnTo>
                  <a:lnTo>
                    <a:pt x="2860027" y="2328386"/>
                  </a:lnTo>
                  <a:lnTo>
                    <a:pt x="2860882" y="2328386"/>
                  </a:lnTo>
                  <a:lnTo>
                    <a:pt x="2861738" y="2328386"/>
                  </a:lnTo>
                  <a:lnTo>
                    <a:pt x="2862594" y="2328386"/>
                  </a:lnTo>
                  <a:lnTo>
                    <a:pt x="2863449" y="2328386"/>
                  </a:lnTo>
                  <a:lnTo>
                    <a:pt x="2864305" y="2320864"/>
                  </a:lnTo>
                  <a:lnTo>
                    <a:pt x="2865160" y="2328386"/>
                  </a:lnTo>
                  <a:lnTo>
                    <a:pt x="2865160" y="2328386"/>
                  </a:lnTo>
                  <a:lnTo>
                    <a:pt x="2866016" y="2328386"/>
                  </a:lnTo>
                  <a:lnTo>
                    <a:pt x="2866871" y="2320321"/>
                  </a:lnTo>
                  <a:lnTo>
                    <a:pt x="2867727" y="2328386"/>
                  </a:lnTo>
                  <a:lnTo>
                    <a:pt x="2867727" y="2328386"/>
                  </a:lnTo>
                  <a:lnTo>
                    <a:pt x="2868582" y="2328386"/>
                  </a:lnTo>
                  <a:lnTo>
                    <a:pt x="2869438" y="2328386"/>
                  </a:lnTo>
                  <a:lnTo>
                    <a:pt x="2870293" y="2328386"/>
                  </a:lnTo>
                  <a:lnTo>
                    <a:pt x="2871149" y="2328386"/>
                  </a:lnTo>
                  <a:lnTo>
                    <a:pt x="2872004" y="2328386"/>
                  </a:lnTo>
                  <a:lnTo>
                    <a:pt x="2872860" y="2311071"/>
                  </a:lnTo>
                  <a:lnTo>
                    <a:pt x="2873715" y="2317643"/>
                  </a:lnTo>
                  <a:lnTo>
                    <a:pt x="2874571" y="2328386"/>
                  </a:lnTo>
                  <a:lnTo>
                    <a:pt x="2874571" y="2328386"/>
                  </a:lnTo>
                  <a:lnTo>
                    <a:pt x="2875426" y="2328386"/>
                  </a:lnTo>
                  <a:lnTo>
                    <a:pt x="2876282" y="2328386"/>
                  </a:lnTo>
                  <a:lnTo>
                    <a:pt x="2877137" y="2284724"/>
                  </a:lnTo>
                  <a:lnTo>
                    <a:pt x="2877993" y="2284250"/>
                  </a:lnTo>
                  <a:lnTo>
                    <a:pt x="2878849" y="2279015"/>
                  </a:lnTo>
                  <a:lnTo>
                    <a:pt x="2879704" y="2277831"/>
                  </a:lnTo>
                  <a:lnTo>
                    <a:pt x="2880560" y="2305306"/>
                  </a:lnTo>
                  <a:lnTo>
                    <a:pt x="2881415" y="2307177"/>
                  </a:lnTo>
                  <a:lnTo>
                    <a:pt x="2882271" y="2328386"/>
                  </a:lnTo>
                  <a:lnTo>
                    <a:pt x="2882271" y="2328386"/>
                  </a:lnTo>
                  <a:lnTo>
                    <a:pt x="2883126" y="2328386"/>
                  </a:lnTo>
                  <a:lnTo>
                    <a:pt x="2883982" y="2310922"/>
                  </a:lnTo>
                  <a:lnTo>
                    <a:pt x="2884837" y="2284687"/>
                  </a:lnTo>
                  <a:lnTo>
                    <a:pt x="2885693" y="2320775"/>
                  </a:lnTo>
                  <a:lnTo>
                    <a:pt x="2886548" y="2309307"/>
                  </a:lnTo>
                  <a:lnTo>
                    <a:pt x="2887404" y="2318858"/>
                  </a:lnTo>
                  <a:lnTo>
                    <a:pt x="2888259" y="2312358"/>
                  </a:lnTo>
                  <a:lnTo>
                    <a:pt x="2889115" y="2288713"/>
                  </a:lnTo>
                  <a:lnTo>
                    <a:pt x="2889970" y="2309318"/>
                  </a:lnTo>
                  <a:lnTo>
                    <a:pt x="2890826" y="2272489"/>
                  </a:lnTo>
                  <a:lnTo>
                    <a:pt x="2891681" y="2248488"/>
                  </a:lnTo>
                  <a:lnTo>
                    <a:pt x="2892537" y="2265165"/>
                  </a:lnTo>
                  <a:lnTo>
                    <a:pt x="2893392" y="2280964"/>
                  </a:lnTo>
                  <a:lnTo>
                    <a:pt x="2894248" y="2277251"/>
                  </a:lnTo>
                  <a:lnTo>
                    <a:pt x="2895104" y="2271835"/>
                  </a:lnTo>
                  <a:lnTo>
                    <a:pt x="2895959" y="2300209"/>
                  </a:lnTo>
                  <a:lnTo>
                    <a:pt x="2896815" y="2298152"/>
                  </a:lnTo>
                  <a:lnTo>
                    <a:pt x="2897670" y="2278458"/>
                  </a:lnTo>
                  <a:lnTo>
                    <a:pt x="2898526" y="2283223"/>
                  </a:lnTo>
                  <a:lnTo>
                    <a:pt x="2899381" y="2301179"/>
                  </a:lnTo>
                  <a:lnTo>
                    <a:pt x="2900237" y="2328386"/>
                  </a:lnTo>
                  <a:lnTo>
                    <a:pt x="2900237" y="2328386"/>
                  </a:lnTo>
                  <a:lnTo>
                    <a:pt x="2901092" y="2328386"/>
                  </a:lnTo>
                  <a:lnTo>
                    <a:pt x="2901948" y="2328386"/>
                  </a:lnTo>
                  <a:lnTo>
                    <a:pt x="2902803" y="2314609"/>
                  </a:lnTo>
                  <a:lnTo>
                    <a:pt x="2903659" y="2308636"/>
                  </a:lnTo>
                  <a:lnTo>
                    <a:pt x="2904514" y="2293574"/>
                  </a:lnTo>
                  <a:lnTo>
                    <a:pt x="2905370" y="2309323"/>
                  </a:lnTo>
                  <a:lnTo>
                    <a:pt x="2906225" y="2328386"/>
                  </a:lnTo>
                  <a:lnTo>
                    <a:pt x="2906225" y="2328386"/>
                  </a:lnTo>
                  <a:lnTo>
                    <a:pt x="2907081" y="2323798"/>
                  </a:lnTo>
                  <a:lnTo>
                    <a:pt x="2907936" y="2309304"/>
                  </a:lnTo>
                  <a:lnTo>
                    <a:pt x="2908792" y="2291851"/>
                  </a:lnTo>
                  <a:lnTo>
                    <a:pt x="2909648" y="2281738"/>
                  </a:lnTo>
                  <a:lnTo>
                    <a:pt x="2910503" y="2311604"/>
                  </a:lnTo>
                  <a:lnTo>
                    <a:pt x="2911359" y="2291717"/>
                  </a:lnTo>
                  <a:lnTo>
                    <a:pt x="2912214" y="2293263"/>
                  </a:lnTo>
                  <a:lnTo>
                    <a:pt x="2913070" y="2311696"/>
                  </a:lnTo>
                  <a:lnTo>
                    <a:pt x="2913925" y="2309861"/>
                  </a:lnTo>
                  <a:lnTo>
                    <a:pt x="2914781" y="2302508"/>
                  </a:lnTo>
                  <a:lnTo>
                    <a:pt x="2915636" y="2271080"/>
                  </a:lnTo>
                  <a:lnTo>
                    <a:pt x="2916492" y="2289100"/>
                  </a:lnTo>
                  <a:lnTo>
                    <a:pt x="2917347" y="2304201"/>
                  </a:lnTo>
                  <a:lnTo>
                    <a:pt x="2918203" y="2319610"/>
                  </a:lnTo>
                  <a:lnTo>
                    <a:pt x="2919058" y="2328386"/>
                  </a:lnTo>
                  <a:lnTo>
                    <a:pt x="2919058" y="2328386"/>
                  </a:lnTo>
                  <a:lnTo>
                    <a:pt x="2919914" y="2328386"/>
                  </a:lnTo>
                  <a:lnTo>
                    <a:pt x="2920769" y="2328386"/>
                  </a:lnTo>
                  <a:lnTo>
                    <a:pt x="2921625" y="2328386"/>
                  </a:lnTo>
                  <a:lnTo>
                    <a:pt x="2922480" y="2266173"/>
                  </a:lnTo>
                  <a:lnTo>
                    <a:pt x="2923336" y="2284438"/>
                  </a:lnTo>
                  <a:lnTo>
                    <a:pt x="2924191" y="2291224"/>
                  </a:lnTo>
                  <a:lnTo>
                    <a:pt x="2925047" y="2276391"/>
                  </a:lnTo>
                  <a:lnTo>
                    <a:pt x="2925903" y="2276892"/>
                  </a:lnTo>
                  <a:lnTo>
                    <a:pt x="2926758" y="2244442"/>
                  </a:lnTo>
                  <a:lnTo>
                    <a:pt x="2927614" y="2239824"/>
                  </a:lnTo>
                  <a:lnTo>
                    <a:pt x="2928469" y="2235865"/>
                  </a:lnTo>
                  <a:lnTo>
                    <a:pt x="2929325" y="2240569"/>
                  </a:lnTo>
                  <a:lnTo>
                    <a:pt x="2930180" y="2264080"/>
                  </a:lnTo>
                  <a:lnTo>
                    <a:pt x="2931036" y="2309476"/>
                  </a:lnTo>
                  <a:lnTo>
                    <a:pt x="2931891" y="2328386"/>
                  </a:lnTo>
                  <a:lnTo>
                    <a:pt x="2931891" y="2328386"/>
                  </a:lnTo>
                  <a:lnTo>
                    <a:pt x="2932747" y="2328386"/>
                  </a:lnTo>
                  <a:lnTo>
                    <a:pt x="2933602" y="2328386"/>
                  </a:lnTo>
                  <a:lnTo>
                    <a:pt x="2934458" y="2328386"/>
                  </a:lnTo>
                  <a:lnTo>
                    <a:pt x="2935313" y="2328386"/>
                  </a:lnTo>
                  <a:lnTo>
                    <a:pt x="2936169" y="2328386"/>
                  </a:lnTo>
                  <a:lnTo>
                    <a:pt x="2937024" y="2326312"/>
                  </a:lnTo>
                  <a:lnTo>
                    <a:pt x="2937880" y="2328386"/>
                  </a:lnTo>
                  <a:lnTo>
                    <a:pt x="2937880" y="2328386"/>
                  </a:lnTo>
                  <a:lnTo>
                    <a:pt x="2938735" y="2328386"/>
                  </a:lnTo>
                  <a:lnTo>
                    <a:pt x="2939591" y="2314453"/>
                  </a:lnTo>
                  <a:lnTo>
                    <a:pt x="2940446" y="2328386"/>
                  </a:lnTo>
                  <a:lnTo>
                    <a:pt x="2940446" y="2328386"/>
                  </a:lnTo>
                  <a:lnTo>
                    <a:pt x="2941302" y="2328386"/>
                  </a:lnTo>
                  <a:lnTo>
                    <a:pt x="2942158" y="2328386"/>
                  </a:lnTo>
                  <a:lnTo>
                    <a:pt x="2943013" y="2328386"/>
                  </a:lnTo>
                  <a:lnTo>
                    <a:pt x="2943869" y="2306154"/>
                  </a:lnTo>
                  <a:lnTo>
                    <a:pt x="2944724" y="2314859"/>
                  </a:lnTo>
                  <a:lnTo>
                    <a:pt x="2945580" y="2324431"/>
                  </a:lnTo>
                  <a:lnTo>
                    <a:pt x="2946435" y="2312172"/>
                  </a:lnTo>
                  <a:lnTo>
                    <a:pt x="2947291" y="2327946"/>
                  </a:lnTo>
                  <a:lnTo>
                    <a:pt x="2948146" y="2328386"/>
                  </a:lnTo>
                  <a:lnTo>
                    <a:pt x="2948146" y="2328386"/>
                  </a:lnTo>
                  <a:lnTo>
                    <a:pt x="2949002" y="2314227"/>
                  </a:lnTo>
                  <a:lnTo>
                    <a:pt x="2949857" y="2305604"/>
                  </a:lnTo>
                  <a:lnTo>
                    <a:pt x="2950713" y="2308205"/>
                  </a:lnTo>
                  <a:lnTo>
                    <a:pt x="2951568" y="2293823"/>
                  </a:lnTo>
                  <a:lnTo>
                    <a:pt x="2952424" y="2258934"/>
                  </a:lnTo>
                  <a:lnTo>
                    <a:pt x="2953279" y="2282491"/>
                  </a:lnTo>
                  <a:lnTo>
                    <a:pt x="2954135" y="2268695"/>
                  </a:lnTo>
                  <a:lnTo>
                    <a:pt x="2954990" y="2321302"/>
                  </a:lnTo>
                  <a:lnTo>
                    <a:pt x="2955846" y="2309404"/>
                  </a:lnTo>
                  <a:lnTo>
                    <a:pt x="2956702" y="2257248"/>
                  </a:lnTo>
                  <a:lnTo>
                    <a:pt x="2957557" y="2319407"/>
                  </a:lnTo>
                  <a:lnTo>
                    <a:pt x="2958413" y="2279857"/>
                  </a:lnTo>
                  <a:lnTo>
                    <a:pt x="2959268" y="2286141"/>
                  </a:lnTo>
                  <a:lnTo>
                    <a:pt x="2960124" y="2296887"/>
                  </a:lnTo>
                  <a:lnTo>
                    <a:pt x="2960979" y="2305606"/>
                  </a:lnTo>
                  <a:lnTo>
                    <a:pt x="2961835" y="2328386"/>
                  </a:lnTo>
                  <a:lnTo>
                    <a:pt x="2961835" y="2328386"/>
                  </a:lnTo>
                  <a:lnTo>
                    <a:pt x="2962690" y="2328386"/>
                  </a:lnTo>
                  <a:lnTo>
                    <a:pt x="2963546" y="2328386"/>
                  </a:lnTo>
                  <a:lnTo>
                    <a:pt x="2964401" y="2328386"/>
                  </a:lnTo>
                  <a:lnTo>
                    <a:pt x="2965257" y="2328386"/>
                  </a:lnTo>
                  <a:lnTo>
                    <a:pt x="2966112" y="2326736"/>
                  </a:lnTo>
                  <a:lnTo>
                    <a:pt x="2966968" y="2308251"/>
                  </a:lnTo>
                  <a:lnTo>
                    <a:pt x="2967823" y="2328386"/>
                  </a:lnTo>
                  <a:lnTo>
                    <a:pt x="2967823" y="2328386"/>
                  </a:lnTo>
                  <a:lnTo>
                    <a:pt x="2968679" y="2328386"/>
                  </a:lnTo>
                  <a:lnTo>
                    <a:pt x="2969534" y="2328386"/>
                  </a:lnTo>
                  <a:lnTo>
                    <a:pt x="2970390" y="2328386"/>
                  </a:lnTo>
                  <a:lnTo>
                    <a:pt x="2971245" y="2324385"/>
                  </a:lnTo>
                  <a:lnTo>
                    <a:pt x="2972101" y="2328386"/>
                  </a:lnTo>
                  <a:lnTo>
                    <a:pt x="2972101" y="2328386"/>
                  </a:lnTo>
                  <a:lnTo>
                    <a:pt x="2972957" y="2328386"/>
                  </a:lnTo>
                  <a:lnTo>
                    <a:pt x="2973812" y="2328386"/>
                  </a:lnTo>
                  <a:lnTo>
                    <a:pt x="2974668" y="2328386"/>
                  </a:lnTo>
                  <a:lnTo>
                    <a:pt x="2975523" y="2328386"/>
                  </a:lnTo>
                  <a:lnTo>
                    <a:pt x="2976379" y="2328386"/>
                  </a:lnTo>
                  <a:lnTo>
                    <a:pt x="2977234" y="2328386"/>
                  </a:lnTo>
                  <a:lnTo>
                    <a:pt x="2978090" y="2328386"/>
                  </a:lnTo>
                  <a:lnTo>
                    <a:pt x="2978945" y="2328386"/>
                  </a:lnTo>
                  <a:lnTo>
                    <a:pt x="2979801" y="2328386"/>
                  </a:lnTo>
                  <a:lnTo>
                    <a:pt x="2980656" y="2328386"/>
                  </a:lnTo>
                  <a:lnTo>
                    <a:pt x="2981512" y="2328386"/>
                  </a:lnTo>
                  <a:lnTo>
                    <a:pt x="2982367" y="2328386"/>
                  </a:lnTo>
                  <a:lnTo>
                    <a:pt x="2983223" y="2328386"/>
                  </a:lnTo>
                  <a:lnTo>
                    <a:pt x="2984078" y="2328386"/>
                  </a:lnTo>
                  <a:lnTo>
                    <a:pt x="2984934" y="2328386"/>
                  </a:lnTo>
                  <a:lnTo>
                    <a:pt x="2985789" y="2328220"/>
                  </a:lnTo>
                  <a:lnTo>
                    <a:pt x="2986645" y="2325693"/>
                  </a:lnTo>
                  <a:lnTo>
                    <a:pt x="2987500" y="2328386"/>
                  </a:lnTo>
                  <a:lnTo>
                    <a:pt x="2987500" y="2328386"/>
                  </a:lnTo>
                  <a:lnTo>
                    <a:pt x="2988356" y="2311236"/>
                  </a:lnTo>
                  <a:lnTo>
                    <a:pt x="2989212" y="2312642"/>
                  </a:lnTo>
                  <a:lnTo>
                    <a:pt x="2990067" y="2299000"/>
                  </a:lnTo>
                  <a:lnTo>
                    <a:pt x="2990923" y="2262136"/>
                  </a:lnTo>
                  <a:lnTo>
                    <a:pt x="2991778" y="2279896"/>
                  </a:lnTo>
                  <a:lnTo>
                    <a:pt x="2992634" y="2234231"/>
                  </a:lnTo>
                  <a:lnTo>
                    <a:pt x="2993489" y="2237213"/>
                  </a:lnTo>
                  <a:lnTo>
                    <a:pt x="2994345" y="2269668"/>
                  </a:lnTo>
                  <a:lnTo>
                    <a:pt x="2995200" y="2254432"/>
                  </a:lnTo>
                  <a:lnTo>
                    <a:pt x="2996056" y="2261564"/>
                  </a:lnTo>
                  <a:lnTo>
                    <a:pt x="2996911" y="2248196"/>
                  </a:lnTo>
                  <a:lnTo>
                    <a:pt x="2997767" y="2261489"/>
                  </a:lnTo>
                  <a:lnTo>
                    <a:pt x="2998622" y="2241452"/>
                  </a:lnTo>
                  <a:lnTo>
                    <a:pt x="2999478" y="2209211"/>
                  </a:lnTo>
                  <a:lnTo>
                    <a:pt x="3000333" y="2231296"/>
                  </a:lnTo>
                  <a:lnTo>
                    <a:pt x="3001189" y="2264512"/>
                  </a:lnTo>
                  <a:lnTo>
                    <a:pt x="3002044" y="2245311"/>
                  </a:lnTo>
                  <a:lnTo>
                    <a:pt x="3002900" y="2283898"/>
                  </a:lnTo>
                  <a:lnTo>
                    <a:pt x="3003756" y="2328386"/>
                  </a:lnTo>
                  <a:lnTo>
                    <a:pt x="3003756" y="2328386"/>
                  </a:lnTo>
                  <a:lnTo>
                    <a:pt x="3004611" y="2328386"/>
                  </a:lnTo>
                  <a:lnTo>
                    <a:pt x="3005467" y="2328386"/>
                  </a:lnTo>
                  <a:lnTo>
                    <a:pt x="3006322" y="2328386"/>
                  </a:lnTo>
                  <a:lnTo>
                    <a:pt x="3007178" y="2328386"/>
                  </a:lnTo>
                  <a:lnTo>
                    <a:pt x="3008033" y="2328386"/>
                  </a:lnTo>
                  <a:lnTo>
                    <a:pt x="3008889" y="2328386"/>
                  </a:lnTo>
                  <a:lnTo>
                    <a:pt x="3009744" y="2328386"/>
                  </a:lnTo>
                  <a:lnTo>
                    <a:pt x="3010600" y="2328386"/>
                  </a:lnTo>
                  <a:lnTo>
                    <a:pt x="3011455" y="2318599"/>
                  </a:lnTo>
                  <a:lnTo>
                    <a:pt x="3012311" y="2320772"/>
                  </a:lnTo>
                  <a:lnTo>
                    <a:pt x="3013166" y="2328386"/>
                  </a:lnTo>
                  <a:lnTo>
                    <a:pt x="3013166" y="2328386"/>
                  </a:lnTo>
                  <a:lnTo>
                    <a:pt x="3014022" y="2328386"/>
                  </a:lnTo>
                  <a:lnTo>
                    <a:pt x="3014877" y="2328386"/>
                  </a:lnTo>
                  <a:lnTo>
                    <a:pt x="3015733" y="2328386"/>
                  </a:lnTo>
                  <a:lnTo>
                    <a:pt x="3016588" y="2328386"/>
                  </a:lnTo>
                  <a:lnTo>
                    <a:pt x="3017444" y="2328386"/>
                  </a:lnTo>
                  <a:lnTo>
                    <a:pt x="3018299" y="2328386"/>
                  </a:lnTo>
                  <a:lnTo>
                    <a:pt x="3019155" y="2328386"/>
                  </a:lnTo>
                  <a:lnTo>
                    <a:pt x="3020011" y="2328386"/>
                  </a:lnTo>
                  <a:lnTo>
                    <a:pt x="3020866" y="2328386"/>
                  </a:lnTo>
                  <a:lnTo>
                    <a:pt x="3021722" y="2328386"/>
                  </a:lnTo>
                  <a:lnTo>
                    <a:pt x="3022577" y="2328386"/>
                  </a:lnTo>
                  <a:lnTo>
                    <a:pt x="3023433" y="2328386"/>
                  </a:lnTo>
                  <a:lnTo>
                    <a:pt x="3024288" y="2328386"/>
                  </a:lnTo>
                  <a:lnTo>
                    <a:pt x="3025144" y="2328386"/>
                  </a:lnTo>
                  <a:lnTo>
                    <a:pt x="3025999" y="2328386"/>
                  </a:lnTo>
                  <a:lnTo>
                    <a:pt x="3026855" y="2328386"/>
                  </a:lnTo>
                  <a:lnTo>
                    <a:pt x="3027710" y="2328386"/>
                  </a:lnTo>
                  <a:lnTo>
                    <a:pt x="3028566" y="2328386"/>
                  </a:lnTo>
                  <a:lnTo>
                    <a:pt x="3029421" y="2328386"/>
                  </a:lnTo>
                  <a:lnTo>
                    <a:pt x="3030277" y="2328386"/>
                  </a:lnTo>
                  <a:lnTo>
                    <a:pt x="3031132" y="2328386"/>
                  </a:lnTo>
                  <a:lnTo>
                    <a:pt x="3031988" y="2328386"/>
                  </a:lnTo>
                  <a:lnTo>
                    <a:pt x="3032843" y="2328386"/>
                  </a:lnTo>
                  <a:lnTo>
                    <a:pt x="3033699" y="2328386"/>
                  </a:lnTo>
                  <a:lnTo>
                    <a:pt x="3034554" y="2328386"/>
                  </a:lnTo>
                  <a:lnTo>
                    <a:pt x="3035410" y="2328386"/>
                  </a:lnTo>
                  <a:lnTo>
                    <a:pt x="3036266" y="2328386"/>
                  </a:lnTo>
                  <a:lnTo>
                    <a:pt x="3037121" y="2328386"/>
                  </a:lnTo>
                  <a:lnTo>
                    <a:pt x="3037977" y="2328386"/>
                  </a:lnTo>
                  <a:lnTo>
                    <a:pt x="3038832" y="2328386"/>
                  </a:lnTo>
                  <a:lnTo>
                    <a:pt x="3039688" y="2328386"/>
                  </a:lnTo>
                  <a:lnTo>
                    <a:pt x="3040543" y="2328386"/>
                  </a:lnTo>
                  <a:lnTo>
                    <a:pt x="3041399" y="2328386"/>
                  </a:lnTo>
                  <a:lnTo>
                    <a:pt x="3042254" y="2328386"/>
                  </a:lnTo>
                  <a:lnTo>
                    <a:pt x="3043110" y="2328386"/>
                  </a:lnTo>
                  <a:lnTo>
                    <a:pt x="3043965" y="2328386"/>
                  </a:lnTo>
                  <a:lnTo>
                    <a:pt x="3044821" y="2328386"/>
                  </a:lnTo>
                  <a:lnTo>
                    <a:pt x="3045676" y="2328386"/>
                  </a:lnTo>
                  <a:lnTo>
                    <a:pt x="3046532" y="2328386"/>
                  </a:lnTo>
                  <a:lnTo>
                    <a:pt x="3047387" y="2328386"/>
                  </a:lnTo>
                  <a:lnTo>
                    <a:pt x="3048243" y="2328386"/>
                  </a:lnTo>
                  <a:lnTo>
                    <a:pt x="3049098" y="2328122"/>
                  </a:lnTo>
                  <a:lnTo>
                    <a:pt x="3049954" y="2328386"/>
                  </a:lnTo>
                  <a:lnTo>
                    <a:pt x="3049954" y="2328386"/>
                  </a:lnTo>
                  <a:lnTo>
                    <a:pt x="3050810" y="2328386"/>
                  </a:lnTo>
                  <a:lnTo>
                    <a:pt x="3051665" y="2328386"/>
                  </a:lnTo>
                  <a:lnTo>
                    <a:pt x="3052521" y="2328386"/>
                  </a:lnTo>
                  <a:lnTo>
                    <a:pt x="3053376" y="2328386"/>
                  </a:lnTo>
                  <a:lnTo>
                    <a:pt x="3054232" y="2328386"/>
                  </a:lnTo>
                  <a:lnTo>
                    <a:pt x="3055087" y="2328386"/>
                  </a:lnTo>
                  <a:lnTo>
                    <a:pt x="3055943" y="2328386"/>
                  </a:lnTo>
                  <a:lnTo>
                    <a:pt x="3056798" y="2328386"/>
                  </a:lnTo>
                  <a:lnTo>
                    <a:pt x="3057654" y="2328386"/>
                  </a:lnTo>
                  <a:lnTo>
                    <a:pt x="3058509" y="2328386"/>
                  </a:lnTo>
                  <a:lnTo>
                    <a:pt x="3059365" y="2328386"/>
                  </a:lnTo>
                  <a:lnTo>
                    <a:pt x="3060220" y="2328386"/>
                  </a:lnTo>
                  <a:lnTo>
                    <a:pt x="3061076" y="2328386"/>
                  </a:lnTo>
                  <a:lnTo>
                    <a:pt x="3061931" y="2328386"/>
                  </a:lnTo>
                  <a:lnTo>
                    <a:pt x="3062787" y="2328386"/>
                  </a:lnTo>
                  <a:lnTo>
                    <a:pt x="3063642" y="2328386"/>
                  </a:lnTo>
                  <a:lnTo>
                    <a:pt x="3064498" y="2328386"/>
                  </a:lnTo>
                  <a:lnTo>
                    <a:pt x="3065353" y="2328386"/>
                  </a:lnTo>
                  <a:lnTo>
                    <a:pt x="3066209" y="2328386"/>
                  </a:lnTo>
                  <a:lnTo>
                    <a:pt x="3067065" y="2328386"/>
                  </a:lnTo>
                  <a:lnTo>
                    <a:pt x="3067920" y="2328386"/>
                  </a:lnTo>
                  <a:lnTo>
                    <a:pt x="3068776" y="2328386"/>
                  </a:lnTo>
                  <a:lnTo>
                    <a:pt x="3069631" y="2328386"/>
                  </a:lnTo>
                  <a:lnTo>
                    <a:pt x="3070487" y="2328386"/>
                  </a:lnTo>
                  <a:lnTo>
                    <a:pt x="3071342" y="2328386"/>
                  </a:lnTo>
                  <a:lnTo>
                    <a:pt x="3072198" y="2309613"/>
                  </a:lnTo>
                  <a:lnTo>
                    <a:pt x="3073053" y="2321829"/>
                  </a:lnTo>
                  <a:lnTo>
                    <a:pt x="3073909" y="2296964"/>
                  </a:lnTo>
                  <a:lnTo>
                    <a:pt x="3074764" y="2291641"/>
                  </a:lnTo>
                  <a:lnTo>
                    <a:pt x="3075620" y="2313711"/>
                  </a:lnTo>
                  <a:lnTo>
                    <a:pt x="3076475" y="2309153"/>
                  </a:lnTo>
                  <a:lnTo>
                    <a:pt x="3077331" y="2328386"/>
                  </a:lnTo>
                  <a:lnTo>
                    <a:pt x="3077331" y="2328386"/>
                  </a:lnTo>
                  <a:lnTo>
                    <a:pt x="3078186" y="2328386"/>
                  </a:lnTo>
                  <a:lnTo>
                    <a:pt x="3079042" y="2328386"/>
                  </a:lnTo>
                  <a:lnTo>
                    <a:pt x="3079897" y="2328386"/>
                  </a:lnTo>
                  <a:lnTo>
                    <a:pt x="3080753" y="2328386"/>
                  </a:lnTo>
                  <a:lnTo>
                    <a:pt x="3081608" y="2328386"/>
                  </a:lnTo>
                  <a:lnTo>
                    <a:pt x="3082464" y="2328386"/>
                  </a:lnTo>
                  <a:lnTo>
                    <a:pt x="3083320" y="2328386"/>
                  </a:lnTo>
                  <a:lnTo>
                    <a:pt x="3084175" y="2328386"/>
                  </a:lnTo>
                  <a:lnTo>
                    <a:pt x="3085031" y="2328386"/>
                  </a:lnTo>
                  <a:lnTo>
                    <a:pt x="3085886" y="2328386"/>
                  </a:lnTo>
                  <a:lnTo>
                    <a:pt x="3086742" y="2318299"/>
                  </a:lnTo>
                  <a:lnTo>
                    <a:pt x="3087597" y="2283939"/>
                  </a:lnTo>
                  <a:lnTo>
                    <a:pt x="3088453" y="2277418"/>
                  </a:lnTo>
                  <a:lnTo>
                    <a:pt x="3089308" y="2281419"/>
                  </a:lnTo>
                  <a:lnTo>
                    <a:pt x="3090164" y="2282817"/>
                  </a:lnTo>
                  <a:lnTo>
                    <a:pt x="3091019" y="2259364"/>
                  </a:lnTo>
                  <a:lnTo>
                    <a:pt x="3091875" y="2256566"/>
                  </a:lnTo>
                  <a:lnTo>
                    <a:pt x="3092730" y="2285050"/>
                  </a:lnTo>
                  <a:lnTo>
                    <a:pt x="3093586" y="2304178"/>
                  </a:lnTo>
                  <a:lnTo>
                    <a:pt x="3094441" y="2316141"/>
                  </a:lnTo>
                  <a:lnTo>
                    <a:pt x="3095297" y="2257787"/>
                  </a:lnTo>
                  <a:lnTo>
                    <a:pt x="3096152" y="2278734"/>
                  </a:lnTo>
                  <a:lnTo>
                    <a:pt x="3097008" y="2261315"/>
                  </a:lnTo>
                  <a:lnTo>
                    <a:pt x="3097864" y="2259296"/>
                  </a:lnTo>
                  <a:lnTo>
                    <a:pt x="3098719" y="2267663"/>
                  </a:lnTo>
                  <a:lnTo>
                    <a:pt x="3099575" y="2234928"/>
                  </a:lnTo>
                  <a:lnTo>
                    <a:pt x="3100430" y="2202100"/>
                  </a:lnTo>
                  <a:lnTo>
                    <a:pt x="3101286" y="2200813"/>
                  </a:lnTo>
                  <a:lnTo>
                    <a:pt x="3102141" y="2193581"/>
                  </a:lnTo>
                  <a:lnTo>
                    <a:pt x="3102997" y="2229380"/>
                  </a:lnTo>
                  <a:lnTo>
                    <a:pt x="3103852" y="2202136"/>
                  </a:lnTo>
                  <a:lnTo>
                    <a:pt x="3104708" y="2223608"/>
                  </a:lnTo>
                  <a:lnTo>
                    <a:pt x="3105563" y="2214655"/>
                  </a:lnTo>
                  <a:lnTo>
                    <a:pt x="3106419" y="2240668"/>
                  </a:lnTo>
                  <a:lnTo>
                    <a:pt x="3107274" y="2239786"/>
                  </a:lnTo>
                  <a:lnTo>
                    <a:pt x="3108130" y="2266506"/>
                  </a:lnTo>
                  <a:lnTo>
                    <a:pt x="3108985" y="2260207"/>
                  </a:lnTo>
                  <a:lnTo>
                    <a:pt x="3109841" y="2255869"/>
                  </a:lnTo>
                  <a:lnTo>
                    <a:pt x="3110696" y="2266792"/>
                  </a:lnTo>
                  <a:lnTo>
                    <a:pt x="3111552" y="2261790"/>
                  </a:lnTo>
                  <a:lnTo>
                    <a:pt x="3112407" y="2234940"/>
                  </a:lnTo>
                  <a:lnTo>
                    <a:pt x="3113263" y="2224218"/>
                  </a:lnTo>
                  <a:lnTo>
                    <a:pt x="3114119" y="2244203"/>
                  </a:lnTo>
                  <a:lnTo>
                    <a:pt x="3114974" y="2213530"/>
                  </a:lnTo>
                  <a:lnTo>
                    <a:pt x="3115830" y="2209472"/>
                  </a:lnTo>
                  <a:lnTo>
                    <a:pt x="3116685" y="2149101"/>
                  </a:lnTo>
                  <a:lnTo>
                    <a:pt x="3117541" y="2131373"/>
                  </a:lnTo>
                  <a:lnTo>
                    <a:pt x="3118396" y="2156366"/>
                  </a:lnTo>
                  <a:lnTo>
                    <a:pt x="3119252" y="2169957"/>
                  </a:lnTo>
                  <a:lnTo>
                    <a:pt x="3120107" y="2198448"/>
                  </a:lnTo>
                  <a:lnTo>
                    <a:pt x="3120963" y="2210441"/>
                  </a:lnTo>
                  <a:lnTo>
                    <a:pt x="3121818" y="2246706"/>
                  </a:lnTo>
                  <a:lnTo>
                    <a:pt x="3122674" y="2245449"/>
                  </a:lnTo>
                  <a:lnTo>
                    <a:pt x="3123529" y="2280775"/>
                  </a:lnTo>
                  <a:lnTo>
                    <a:pt x="3124385" y="2287836"/>
                  </a:lnTo>
                  <a:lnTo>
                    <a:pt x="3125240" y="2270163"/>
                  </a:lnTo>
                  <a:lnTo>
                    <a:pt x="3126096" y="2230280"/>
                  </a:lnTo>
                  <a:lnTo>
                    <a:pt x="3126951" y="2231013"/>
                  </a:lnTo>
                  <a:lnTo>
                    <a:pt x="3127807" y="2282193"/>
                  </a:lnTo>
                  <a:lnTo>
                    <a:pt x="3128662" y="2272261"/>
                  </a:lnTo>
                  <a:lnTo>
                    <a:pt x="3129518" y="2253665"/>
                  </a:lnTo>
                  <a:lnTo>
                    <a:pt x="3130374" y="2228880"/>
                  </a:lnTo>
                  <a:lnTo>
                    <a:pt x="3131229" y="2264748"/>
                  </a:lnTo>
                  <a:lnTo>
                    <a:pt x="3132085" y="2261133"/>
                  </a:lnTo>
                  <a:lnTo>
                    <a:pt x="3132940" y="2254616"/>
                  </a:lnTo>
                  <a:lnTo>
                    <a:pt x="3133796" y="2216525"/>
                  </a:lnTo>
                  <a:lnTo>
                    <a:pt x="3134651" y="2216557"/>
                  </a:lnTo>
                  <a:lnTo>
                    <a:pt x="3135507" y="2205134"/>
                  </a:lnTo>
                  <a:lnTo>
                    <a:pt x="3136362" y="2235262"/>
                  </a:lnTo>
                  <a:lnTo>
                    <a:pt x="3137218" y="2213983"/>
                  </a:lnTo>
                  <a:lnTo>
                    <a:pt x="3138073" y="2218205"/>
                  </a:lnTo>
                  <a:lnTo>
                    <a:pt x="3138929" y="2197416"/>
                  </a:lnTo>
                  <a:lnTo>
                    <a:pt x="3139784" y="2222679"/>
                  </a:lnTo>
                  <a:lnTo>
                    <a:pt x="3140640" y="2192875"/>
                  </a:lnTo>
                  <a:lnTo>
                    <a:pt x="3141495" y="2159176"/>
                  </a:lnTo>
                  <a:lnTo>
                    <a:pt x="3142351" y="2173242"/>
                  </a:lnTo>
                  <a:lnTo>
                    <a:pt x="3143206" y="2141657"/>
                  </a:lnTo>
                  <a:lnTo>
                    <a:pt x="3144062" y="2158173"/>
                  </a:lnTo>
                  <a:lnTo>
                    <a:pt x="3144917" y="2156526"/>
                  </a:lnTo>
                  <a:lnTo>
                    <a:pt x="3145773" y="2125718"/>
                  </a:lnTo>
                  <a:lnTo>
                    <a:pt x="3146629" y="2137561"/>
                  </a:lnTo>
                  <a:lnTo>
                    <a:pt x="3147484" y="2107192"/>
                  </a:lnTo>
                  <a:lnTo>
                    <a:pt x="3148340" y="2076932"/>
                  </a:lnTo>
                  <a:lnTo>
                    <a:pt x="3149195" y="2123479"/>
                  </a:lnTo>
                  <a:lnTo>
                    <a:pt x="3150051" y="2112225"/>
                  </a:lnTo>
                  <a:lnTo>
                    <a:pt x="3150906" y="2075386"/>
                  </a:lnTo>
                  <a:lnTo>
                    <a:pt x="3151762" y="2074279"/>
                  </a:lnTo>
                  <a:lnTo>
                    <a:pt x="3152617" y="2074898"/>
                  </a:lnTo>
                  <a:lnTo>
                    <a:pt x="3153473" y="2099583"/>
                  </a:lnTo>
                  <a:lnTo>
                    <a:pt x="3154328" y="2100669"/>
                  </a:lnTo>
                  <a:lnTo>
                    <a:pt x="3155184" y="2094463"/>
                  </a:lnTo>
                  <a:lnTo>
                    <a:pt x="3156039" y="2117482"/>
                  </a:lnTo>
                  <a:lnTo>
                    <a:pt x="3156895" y="2097373"/>
                  </a:lnTo>
                  <a:lnTo>
                    <a:pt x="3157750" y="2122504"/>
                  </a:lnTo>
                  <a:lnTo>
                    <a:pt x="3158606" y="2145001"/>
                  </a:lnTo>
                  <a:lnTo>
                    <a:pt x="3159461" y="2164223"/>
                  </a:lnTo>
                  <a:lnTo>
                    <a:pt x="3160317" y="2160553"/>
                  </a:lnTo>
                  <a:lnTo>
                    <a:pt x="3161173" y="2202187"/>
                  </a:lnTo>
                  <a:lnTo>
                    <a:pt x="3162028" y="2202236"/>
                  </a:lnTo>
                  <a:lnTo>
                    <a:pt x="3162884" y="2197538"/>
                  </a:lnTo>
                  <a:lnTo>
                    <a:pt x="3163739" y="2134921"/>
                  </a:lnTo>
                  <a:lnTo>
                    <a:pt x="3164595" y="2146588"/>
                  </a:lnTo>
                  <a:lnTo>
                    <a:pt x="3165450" y="2092412"/>
                  </a:lnTo>
                  <a:lnTo>
                    <a:pt x="3166306" y="2115114"/>
                  </a:lnTo>
                  <a:lnTo>
                    <a:pt x="3167161" y="2078669"/>
                  </a:lnTo>
                  <a:lnTo>
                    <a:pt x="3168017" y="2089941"/>
                  </a:lnTo>
                  <a:lnTo>
                    <a:pt x="3168872" y="2057630"/>
                  </a:lnTo>
                  <a:lnTo>
                    <a:pt x="3169728" y="2080197"/>
                  </a:lnTo>
                  <a:lnTo>
                    <a:pt x="3170583" y="2102056"/>
                  </a:lnTo>
                  <a:lnTo>
                    <a:pt x="3171439" y="2114067"/>
                  </a:lnTo>
                  <a:lnTo>
                    <a:pt x="3172294" y="2158646"/>
                  </a:lnTo>
                  <a:lnTo>
                    <a:pt x="3173150" y="2135138"/>
                  </a:lnTo>
                  <a:lnTo>
                    <a:pt x="3174005" y="2080051"/>
                  </a:lnTo>
                  <a:lnTo>
                    <a:pt x="3174861" y="2045293"/>
                  </a:lnTo>
                  <a:lnTo>
                    <a:pt x="3175716" y="2007596"/>
                  </a:lnTo>
                  <a:lnTo>
                    <a:pt x="3176572" y="1951712"/>
                  </a:lnTo>
                  <a:lnTo>
                    <a:pt x="3177428" y="1936284"/>
                  </a:lnTo>
                  <a:lnTo>
                    <a:pt x="3178283" y="1900965"/>
                  </a:lnTo>
                  <a:lnTo>
                    <a:pt x="3179139" y="1898207"/>
                  </a:lnTo>
                  <a:lnTo>
                    <a:pt x="3179994" y="1901361"/>
                  </a:lnTo>
                  <a:lnTo>
                    <a:pt x="3180850" y="1890538"/>
                  </a:lnTo>
                  <a:lnTo>
                    <a:pt x="3181705" y="1856362"/>
                  </a:lnTo>
                  <a:lnTo>
                    <a:pt x="3182561" y="1877231"/>
                  </a:lnTo>
                  <a:lnTo>
                    <a:pt x="3183416" y="1930267"/>
                  </a:lnTo>
                  <a:lnTo>
                    <a:pt x="3184272" y="1897546"/>
                  </a:lnTo>
                  <a:lnTo>
                    <a:pt x="3185127" y="1888031"/>
                  </a:lnTo>
                  <a:lnTo>
                    <a:pt x="3185983" y="1918349"/>
                  </a:lnTo>
                  <a:lnTo>
                    <a:pt x="3186838" y="1921856"/>
                  </a:lnTo>
                  <a:lnTo>
                    <a:pt x="3187694" y="1953032"/>
                  </a:lnTo>
                  <a:lnTo>
                    <a:pt x="3188549" y="1981940"/>
                  </a:lnTo>
                  <a:lnTo>
                    <a:pt x="3189405" y="1955884"/>
                  </a:lnTo>
                  <a:lnTo>
                    <a:pt x="3190260" y="1973855"/>
                  </a:lnTo>
                  <a:lnTo>
                    <a:pt x="3191116" y="1955102"/>
                  </a:lnTo>
                  <a:lnTo>
                    <a:pt x="3191971" y="1930847"/>
                  </a:lnTo>
                  <a:lnTo>
                    <a:pt x="3192827" y="1925963"/>
                  </a:lnTo>
                  <a:lnTo>
                    <a:pt x="3193683" y="1921540"/>
                  </a:lnTo>
                  <a:lnTo>
                    <a:pt x="3194538" y="1889895"/>
                  </a:lnTo>
                  <a:lnTo>
                    <a:pt x="3195394" y="1904362"/>
                  </a:lnTo>
                  <a:lnTo>
                    <a:pt x="3196249" y="1895006"/>
                  </a:lnTo>
                  <a:lnTo>
                    <a:pt x="3197105" y="1912413"/>
                  </a:lnTo>
                  <a:lnTo>
                    <a:pt x="3197960" y="1960449"/>
                  </a:lnTo>
                  <a:lnTo>
                    <a:pt x="3198816" y="1955351"/>
                  </a:lnTo>
                  <a:lnTo>
                    <a:pt x="3199671" y="1992287"/>
                  </a:lnTo>
                  <a:lnTo>
                    <a:pt x="3200527" y="2063878"/>
                  </a:lnTo>
                  <a:lnTo>
                    <a:pt x="3201382" y="2053609"/>
                  </a:lnTo>
                  <a:lnTo>
                    <a:pt x="3202238" y="2069022"/>
                  </a:lnTo>
                  <a:lnTo>
                    <a:pt x="3203093" y="2072834"/>
                  </a:lnTo>
                  <a:lnTo>
                    <a:pt x="3203949" y="2091768"/>
                  </a:lnTo>
                  <a:lnTo>
                    <a:pt x="3204804" y="2072786"/>
                  </a:lnTo>
                  <a:lnTo>
                    <a:pt x="3205660" y="2019683"/>
                  </a:lnTo>
                  <a:lnTo>
                    <a:pt x="3206515" y="2006516"/>
                  </a:lnTo>
                  <a:lnTo>
                    <a:pt x="3207371" y="2027521"/>
                  </a:lnTo>
                  <a:lnTo>
                    <a:pt x="3208227" y="2030628"/>
                  </a:lnTo>
                  <a:lnTo>
                    <a:pt x="3209082" y="2063952"/>
                  </a:lnTo>
                  <a:lnTo>
                    <a:pt x="3209938" y="2016597"/>
                  </a:lnTo>
                  <a:lnTo>
                    <a:pt x="3210793" y="2013173"/>
                  </a:lnTo>
                  <a:lnTo>
                    <a:pt x="3211649" y="1994721"/>
                  </a:lnTo>
                  <a:lnTo>
                    <a:pt x="3212504" y="1986268"/>
                  </a:lnTo>
                  <a:lnTo>
                    <a:pt x="3213360" y="2020464"/>
                  </a:lnTo>
                  <a:lnTo>
                    <a:pt x="3214215" y="1977390"/>
                  </a:lnTo>
                  <a:lnTo>
                    <a:pt x="3215071" y="1895486"/>
                  </a:lnTo>
                  <a:lnTo>
                    <a:pt x="3215926" y="2031133"/>
                  </a:lnTo>
                  <a:lnTo>
                    <a:pt x="3216782" y="2007645"/>
                  </a:lnTo>
                  <a:lnTo>
                    <a:pt x="3217637" y="2004783"/>
                  </a:lnTo>
                  <a:lnTo>
                    <a:pt x="3218493" y="2006881"/>
                  </a:lnTo>
                  <a:lnTo>
                    <a:pt x="3219348" y="1965116"/>
                  </a:lnTo>
                  <a:lnTo>
                    <a:pt x="3220204" y="2016135"/>
                  </a:lnTo>
                  <a:lnTo>
                    <a:pt x="3221059" y="2019041"/>
                  </a:lnTo>
                  <a:lnTo>
                    <a:pt x="3221915" y="1989506"/>
                  </a:lnTo>
                  <a:lnTo>
                    <a:pt x="3222770" y="1963366"/>
                  </a:lnTo>
                  <a:lnTo>
                    <a:pt x="3223626" y="2012708"/>
                  </a:lnTo>
                  <a:lnTo>
                    <a:pt x="3224482" y="2025465"/>
                  </a:lnTo>
                  <a:lnTo>
                    <a:pt x="3225337" y="1997649"/>
                  </a:lnTo>
                  <a:lnTo>
                    <a:pt x="3226193" y="1919784"/>
                  </a:lnTo>
                  <a:lnTo>
                    <a:pt x="3227048" y="1915879"/>
                  </a:lnTo>
                  <a:lnTo>
                    <a:pt x="3227904" y="1901124"/>
                  </a:lnTo>
                  <a:lnTo>
                    <a:pt x="3228759" y="1919499"/>
                  </a:lnTo>
                  <a:lnTo>
                    <a:pt x="3229615" y="1882120"/>
                  </a:lnTo>
                  <a:lnTo>
                    <a:pt x="3230470" y="1915274"/>
                  </a:lnTo>
                  <a:lnTo>
                    <a:pt x="3231326" y="1950340"/>
                  </a:lnTo>
                  <a:lnTo>
                    <a:pt x="3232181" y="1972770"/>
                  </a:lnTo>
                  <a:lnTo>
                    <a:pt x="3233037" y="2034487"/>
                  </a:lnTo>
                  <a:lnTo>
                    <a:pt x="3233892" y="2004688"/>
                  </a:lnTo>
                  <a:lnTo>
                    <a:pt x="3234748" y="2017974"/>
                  </a:lnTo>
                  <a:lnTo>
                    <a:pt x="3235603" y="2042714"/>
                  </a:lnTo>
                  <a:lnTo>
                    <a:pt x="3236459" y="2027154"/>
                  </a:lnTo>
                  <a:lnTo>
                    <a:pt x="3237314" y="2072648"/>
                  </a:lnTo>
                  <a:lnTo>
                    <a:pt x="3238170" y="2053936"/>
                  </a:lnTo>
                  <a:lnTo>
                    <a:pt x="3239025" y="2042552"/>
                  </a:lnTo>
                  <a:lnTo>
                    <a:pt x="3239881" y="1999869"/>
                  </a:lnTo>
                  <a:lnTo>
                    <a:pt x="3240737" y="2010443"/>
                  </a:lnTo>
                  <a:lnTo>
                    <a:pt x="3241592" y="1979159"/>
                  </a:lnTo>
                  <a:lnTo>
                    <a:pt x="3242448" y="1974230"/>
                  </a:lnTo>
                  <a:lnTo>
                    <a:pt x="3243303" y="1927076"/>
                  </a:lnTo>
                  <a:lnTo>
                    <a:pt x="3244159" y="1894492"/>
                  </a:lnTo>
                  <a:lnTo>
                    <a:pt x="3245014" y="1907521"/>
                  </a:lnTo>
                  <a:lnTo>
                    <a:pt x="3245870" y="1901640"/>
                  </a:lnTo>
                  <a:lnTo>
                    <a:pt x="3246725" y="1927411"/>
                  </a:lnTo>
                  <a:lnTo>
                    <a:pt x="3247581" y="1710403"/>
                  </a:lnTo>
                  <a:lnTo>
                    <a:pt x="3248436" y="1727171"/>
                  </a:lnTo>
                  <a:lnTo>
                    <a:pt x="3249292" y="1773023"/>
                  </a:lnTo>
                  <a:lnTo>
                    <a:pt x="3250147" y="1793462"/>
                  </a:lnTo>
                  <a:lnTo>
                    <a:pt x="3251003" y="1895558"/>
                  </a:lnTo>
                  <a:lnTo>
                    <a:pt x="3251858" y="1858476"/>
                  </a:lnTo>
                  <a:lnTo>
                    <a:pt x="3252714" y="1884948"/>
                  </a:lnTo>
                  <a:lnTo>
                    <a:pt x="3253569" y="1862823"/>
                  </a:lnTo>
                  <a:lnTo>
                    <a:pt x="3254425" y="1925769"/>
                  </a:lnTo>
                  <a:lnTo>
                    <a:pt x="3255281" y="1968087"/>
                  </a:lnTo>
                  <a:lnTo>
                    <a:pt x="3256136" y="1933724"/>
                  </a:lnTo>
                  <a:lnTo>
                    <a:pt x="3256992" y="1938138"/>
                  </a:lnTo>
                  <a:lnTo>
                    <a:pt x="3257847" y="1912980"/>
                  </a:lnTo>
                  <a:lnTo>
                    <a:pt x="3258703" y="1995887"/>
                  </a:lnTo>
                  <a:lnTo>
                    <a:pt x="3259558" y="1932544"/>
                  </a:lnTo>
                  <a:lnTo>
                    <a:pt x="3260414" y="1873093"/>
                  </a:lnTo>
                  <a:lnTo>
                    <a:pt x="3261269" y="1951760"/>
                  </a:lnTo>
                  <a:lnTo>
                    <a:pt x="3262125" y="1932841"/>
                  </a:lnTo>
                  <a:lnTo>
                    <a:pt x="3262980" y="1894629"/>
                  </a:lnTo>
                  <a:lnTo>
                    <a:pt x="3263836" y="1847757"/>
                  </a:lnTo>
                  <a:lnTo>
                    <a:pt x="3264691" y="1866187"/>
                  </a:lnTo>
                  <a:lnTo>
                    <a:pt x="3265547" y="1811266"/>
                  </a:lnTo>
                  <a:lnTo>
                    <a:pt x="3266402" y="1781730"/>
                  </a:lnTo>
                  <a:lnTo>
                    <a:pt x="3267258" y="1754570"/>
                  </a:lnTo>
                  <a:lnTo>
                    <a:pt x="3268113" y="1732929"/>
                  </a:lnTo>
                  <a:lnTo>
                    <a:pt x="3268969" y="1711026"/>
                  </a:lnTo>
                  <a:lnTo>
                    <a:pt x="3269824" y="1781626"/>
                  </a:lnTo>
                  <a:lnTo>
                    <a:pt x="3270680" y="1789476"/>
                  </a:lnTo>
                  <a:lnTo>
                    <a:pt x="3271536" y="1812703"/>
                  </a:lnTo>
                  <a:lnTo>
                    <a:pt x="3272391" y="1828892"/>
                  </a:lnTo>
                  <a:lnTo>
                    <a:pt x="3273247" y="1846236"/>
                  </a:lnTo>
                  <a:lnTo>
                    <a:pt x="3274102" y="1798566"/>
                  </a:lnTo>
                  <a:lnTo>
                    <a:pt x="3274958" y="1679917"/>
                  </a:lnTo>
                  <a:lnTo>
                    <a:pt x="3275813" y="1710709"/>
                  </a:lnTo>
                  <a:lnTo>
                    <a:pt x="3276669" y="1758331"/>
                  </a:lnTo>
                  <a:lnTo>
                    <a:pt x="3277524" y="1646510"/>
                  </a:lnTo>
                  <a:lnTo>
                    <a:pt x="3278380" y="1638973"/>
                  </a:lnTo>
                  <a:lnTo>
                    <a:pt x="3279235" y="1644906"/>
                  </a:lnTo>
                  <a:lnTo>
                    <a:pt x="3280091" y="1591126"/>
                  </a:lnTo>
                  <a:lnTo>
                    <a:pt x="3280946" y="1650288"/>
                  </a:lnTo>
                  <a:lnTo>
                    <a:pt x="3281802" y="1627399"/>
                  </a:lnTo>
                  <a:lnTo>
                    <a:pt x="3282657" y="1629508"/>
                  </a:lnTo>
                  <a:lnTo>
                    <a:pt x="3283513" y="1598868"/>
                  </a:lnTo>
                  <a:lnTo>
                    <a:pt x="3284368" y="1656202"/>
                  </a:lnTo>
                  <a:lnTo>
                    <a:pt x="3285224" y="1696674"/>
                  </a:lnTo>
                  <a:lnTo>
                    <a:pt x="3286079" y="1754094"/>
                  </a:lnTo>
                  <a:lnTo>
                    <a:pt x="3286935" y="1679906"/>
                  </a:lnTo>
                  <a:lnTo>
                    <a:pt x="3287791" y="1596006"/>
                  </a:lnTo>
                  <a:lnTo>
                    <a:pt x="3288646" y="1661499"/>
                  </a:lnTo>
                  <a:lnTo>
                    <a:pt x="3289502" y="1674421"/>
                  </a:lnTo>
                  <a:lnTo>
                    <a:pt x="3290357" y="1571952"/>
                  </a:lnTo>
                  <a:lnTo>
                    <a:pt x="3291213" y="1635407"/>
                  </a:lnTo>
                  <a:lnTo>
                    <a:pt x="3292068" y="1714364"/>
                  </a:lnTo>
                  <a:lnTo>
                    <a:pt x="3292924" y="1844636"/>
                  </a:lnTo>
                  <a:lnTo>
                    <a:pt x="3293779" y="1778736"/>
                  </a:lnTo>
                  <a:lnTo>
                    <a:pt x="3294635" y="1691706"/>
                  </a:lnTo>
                  <a:lnTo>
                    <a:pt x="3295490" y="1753498"/>
                  </a:lnTo>
                  <a:lnTo>
                    <a:pt x="3296346" y="1759001"/>
                  </a:lnTo>
                  <a:lnTo>
                    <a:pt x="3297201" y="1796859"/>
                  </a:lnTo>
                  <a:lnTo>
                    <a:pt x="3298057" y="1808947"/>
                  </a:lnTo>
                  <a:lnTo>
                    <a:pt x="3298912" y="1749641"/>
                  </a:lnTo>
                  <a:lnTo>
                    <a:pt x="3299768" y="1733093"/>
                  </a:lnTo>
                  <a:lnTo>
                    <a:pt x="3300623" y="1763214"/>
                  </a:lnTo>
                  <a:lnTo>
                    <a:pt x="3301479" y="1787090"/>
                  </a:lnTo>
                  <a:lnTo>
                    <a:pt x="3302335" y="1871667"/>
                  </a:lnTo>
                  <a:lnTo>
                    <a:pt x="3303190" y="1814794"/>
                  </a:lnTo>
                  <a:lnTo>
                    <a:pt x="3304046" y="1728822"/>
                  </a:lnTo>
                  <a:lnTo>
                    <a:pt x="3304901" y="1690834"/>
                  </a:lnTo>
                  <a:lnTo>
                    <a:pt x="3305757" y="1578629"/>
                  </a:lnTo>
                  <a:lnTo>
                    <a:pt x="3306612" y="1558442"/>
                  </a:lnTo>
                  <a:lnTo>
                    <a:pt x="3307468" y="1501437"/>
                  </a:lnTo>
                  <a:lnTo>
                    <a:pt x="3308323" y="1523954"/>
                  </a:lnTo>
                  <a:lnTo>
                    <a:pt x="3309179" y="1536388"/>
                  </a:lnTo>
                  <a:lnTo>
                    <a:pt x="3310034" y="1518996"/>
                  </a:lnTo>
                  <a:lnTo>
                    <a:pt x="3310890" y="1566227"/>
                  </a:lnTo>
                  <a:lnTo>
                    <a:pt x="3311745" y="1551200"/>
                  </a:lnTo>
                  <a:lnTo>
                    <a:pt x="3312601" y="1651668"/>
                  </a:lnTo>
                  <a:lnTo>
                    <a:pt x="3313456" y="1626498"/>
                  </a:lnTo>
                  <a:lnTo>
                    <a:pt x="3314312" y="1628987"/>
                  </a:lnTo>
                  <a:lnTo>
                    <a:pt x="3315167" y="1663765"/>
                  </a:lnTo>
                  <a:lnTo>
                    <a:pt x="3316023" y="1667260"/>
                  </a:lnTo>
                  <a:lnTo>
                    <a:pt x="3316878" y="1689366"/>
                  </a:lnTo>
                  <a:lnTo>
                    <a:pt x="3317734" y="1646812"/>
                  </a:lnTo>
                  <a:lnTo>
                    <a:pt x="3318590" y="1615923"/>
                  </a:lnTo>
                  <a:lnTo>
                    <a:pt x="3319445" y="1612559"/>
                  </a:lnTo>
                  <a:lnTo>
                    <a:pt x="3320301" y="1632568"/>
                  </a:lnTo>
                  <a:lnTo>
                    <a:pt x="3321156" y="1560471"/>
                  </a:lnTo>
                  <a:lnTo>
                    <a:pt x="3322012" y="1554513"/>
                  </a:lnTo>
                  <a:lnTo>
                    <a:pt x="3322867" y="1565175"/>
                  </a:lnTo>
                  <a:lnTo>
                    <a:pt x="3323723" y="1546954"/>
                  </a:lnTo>
                  <a:lnTo>
                    <a:pt x="3324578" y="1550047"/>
                  </a:lnTo>
                  <a:lnTo>
                    <a:pt x="3325434" y="1526885"/>
                  </a:lnTo>
                  <a:lnTo>
                    <a:pt x="3326289" y="1533960"/>
                  </a:lnTo>
                  <a:lnTo>
                    <a:pt x="3327145" y="1629784"/>
                  </a:lnTo>
                  <a:lnTo>
                    <a:pt x="3328000" y="1595152"/>
                  </a:lnTo>
                  <a:lnTo>
                    <a:pt x="3328856" y="1623010"/>
                  </a:lnTo>
                  <a:lnTo>
                    <a:pt x="3329711" y="1647794"/>
                  </a:lnTo>
                  <a:lnTo>
                    <a:pt x="3330567" y="1642602"/>
                  </a:lnTo>
                  <a:lnTo>
                    <a:pt x="3331422" y="1767686"/>
                  </a:lnTo>
                  <a:lnTo>
                    <a:pt x="3332278" y="1765340"/>
                  </a:lnTo>
                  <a:lnTo>
                    <a:pt x="3333133" y="1949533"/>
                  </a:lnTo>
                  <a:lnTo>
                    <a:pt x="3333989" y="1979246"/>
                  </a:lnTo>
                  <a:lnTo>
                    <a:pt x="3334845" y="1944059"/>
                  </a:lnTo>
                  <a:lnTo>
                    <a:pt x="3335700" y="1943571"/>
                  </a:lnTo>
                  <a:lnTo>
                    <a:pt x="3336556" y="1994088"/>
                  </a:lnTo>
                  <a:lnTo>
                    <a:pt x="3337411" y="1949688"/>
                  </a:lnTo>
                  <a:lnTo>
                    <a:pt x="3338267" y="1914857"/>
                  </a:lnTo>
                  <a:lnTo>
                    <a:pt x="3339122" y="1869228"/>
                  </a:lnTo>
                  <a:lnTo>
                    <a:pt x="3339978" y="1953100"/>
                  </a:lnTo>
                  <a:lnTo>
                    <a:pt x="3340833" y="2057052"/>
                  </a:lnTo>
                  <a:lnTo>
                    <a:pt x="3341689" y="2053591"/>
                  </a:lnTo>
                  <a:lnTo>
                    <a:pt x="3342544" y="2106614"/>
                  </a:lnTo>
                  <a:lnTo>
                    <a:pt x="3343400" y="2077948"/>
                  </a:lnTo>
                  <a:lnTo>
                    <a:pt x="3344255" y="2098313"/>
                  </a:lnTo>
                  <a:lnTo>
                    <a:pt x="3345111" y="2074591"/>
                  </a:lnTo>
                  <a:lnTo>
                    <a:pt x="3345966" y="2019738"/>
                  </a:lnTo>
                  <a:lnTo>
                    <a:pt x="3346822" y="2037388"/>
                  </a:lnTo>
                  <a:lnTo>
                    <a:pt x="3347677" y="1963298"/>
                  </a:lnTo>
                  <a:lnTo>
                    <a:pt x="3348533" y="1883515"/>
                  </a:lnTo>
                  <a:lnTo>
                    <a:pt x="3349388" y="1809781"/>
                  </a:lnTo>
                  <a:lnTo>
                    <a:pt x="3350244" y="1728146"/>
                  </a:lnTo>
                  <a:lnTo>
                    <a:pt x="3351100" y="1779598"/>
                  </a:lnTo>
                  <a:lnTo>
                    <a:pt x="3351955" y="1666580"/>
                  </a:lnTo>
                  <a:lnTo>
                    <a:pt x="3352811" y="1693425"/>
                  </a:lnTo>
                  <a:lnTo>
                    <a:pt x="3353666" y="1681229"/>
                  </a:lnTo>
                  <a:lnTo>
                    <a:pt x="3354522" y="1681410"/>
                  </a:lnTo>
                  <a:lnTo>
                    <a:pt x="3355377" y="1751067"/>
                  </a:lnTo>
                  <a:lnTo>
                    <a:pt x="3356233" y="1741890"/>
                  </a:lnTo>
                  <a:lnTo>
                    <a:pt x="3357088" y="1774699"/>
                  </a:lnTo>
                  <a:lnTo>
                    <a:pt x="3357944" y="1724302"/>
                  </a:lnTo>
                  <a:lnTo>
                    <a:pt x="3358799" y="1855613"/>
                  </a:lnTo>
                  <a:lnTo>
                    <a:pt x="3359655" y="1970463"/>
                  </a:lnTo>
                  <a:lnTo>
                    <a:pt x="3360510" y="2001262"/>
                  </a:lnTo>
                  <a:lnTo>
                    <a:pt x="3361366" y="2039664"/>
                  </a:lnTo>
                  <a:lnTo>
                    <a:pt x="3362221" y="2031352"/>
                  </a:lnTo>
                  <a:lnTo>
                    <a:pt x="3363077" y="2079198"/>
                  </a:lnTo>
                  <a:lnTo>
                    <a:pt x="3363932" y="2056524"/>
                  </a:lnTo>
                  <a:lnTo>
                    <a:pt x="3364788" y="1972391"/>
                  </a:lnTo>
                  <a:lnTo>
                    <a:pt x="3365644" y="1872026"/>
                  </a:lnTo>
                  <a:lnTo>
                    <a:pt x="3366499" y="1865259"/>
                  </a:lnTo>
                  <a:lnTo>
                    <a:pt x="3367355" y="1864765"/>
                  </a:lnTo>
                  <a:lnTo>
                    <a:pt x="3368210" y="1765853"/>
                  </a:lnTo>
                  <a:lnTo>
                    <a:pt x="3369066" y="1754945"/>
                  </a:lnTo>
                  <a:lnTo>
                    <a:pt x="3369921" y="1716451"/>
                  </a:lnTo>
                  <a:lnTo>
                    <a:pt x="3370777" y="1731884"/>
                  </a:lnTo>
                  <a:lnTo>
                    <a:pt x="3371632" y="1780708"/>
                  </a:lnTo>
                  <a:lnTo>
                    <a:pt x="3372488" y="1784649"/>
                  </a:lnTo>
                  <a:lnTo>
                    <a:pt x="3373343" y="1815414"/>
                  </a:lnTo>
                  <a:lnTo>
                    <a:pt x="3374199" y="1776167"/>
                  </a:lnTo>
                  <a:lnTo>
                    <a:pt x="3375054" y="1865938"/>
                  </a:lnTo>
                  <a:lnTo>
                    <a:pt x="3375910" y="1934961"/>
                  </a:lnTo>
                  <a:lnTo>
                    <a:pt x="3376765" y="2025333"/>
                  </a:lnTo>
                  <a:lnTo>
                    <a:pt x="3377621" y="2058756"/>
                  </a:lnTo>
                  <a:lnTo>
                    <a:pt x="3378476" y="2076566"/>
                  </a:lnTo>
                  <a:lnTo>
                    <a:pt x="3379332" y="2091416"/>
                  </a:lnTo>
                  <a:lnTo>
                    <a:pt x="3380187" y="1994757"/>
                  </a:lnTo>
                  <a:lnTo>
                    <a:pt x="3381043" y="1904626"/>
                  </a:lnTo>
                  <a:lnTo>
                    <a:pt x="3381899" y="1859667"/>
                  </a:lnTo>
                  <a:lnTo>
                    <a:pt x="3382754" y="1841961"/>
                  </a:lnTo>
                  <a:lnTo>
                    <a:pt x="3383610" y="1835214"/>
                  </a:lnTo>
                  <a:lnTo>
                    <a:pt x="3384465" y="1844921"/>
                  </a:lnTo>
                  <a:lnTo>
                    <a:pt x="3385321" y="1875783"/>
                  </a:lnTo>
                  <a:lnTo>
                    <a:pt x="3386176" y="1924837"/>
                  </a:lnTo>
                  <a:lnTo>
                    <a:pt x="3387032" y="2040709"/>
                  </a:lnTo>
                  <a:lnTo>
                    <a:pt x="3387887" y="2013394"/>
                  </a:lnTo>
                  <a:lnTo>
                    <a:pt x="3388743" y="2016684"/>
                  </a:lnTo>
                  <a:lnTo>
                    <a:pt x="3389598" y="1987559"/>
                  </a:lnTo>
                  <a:lnTo>
                    <a:pt x="3390454" y="1987251"/>
                  </a:lnTo>
                  <a:lnTo>
                    <a:pt x="3391309" y="1996848"/>
                  </a:lnTo>
                  <a:lnTo>
                    <a:pt x="3392165" y="2028936"/>
                  </a:lnTo>
                  <a:lnTo>
                    <a:pt x="3393020" y="2059555"/>
                  </a:lnTo>
                  <a:lnTo>
                    <a:pt x="3393876" y="2056687"/>
                  </a:lnTo>
                  <a:lnTo>
                    <a:pt x="3394731" y="1947764"/>
                  </a:lnTo>
                  <a:lnTo>
                    <a:pt x="3395587" y="1987001"/>
                  </a:lnTo>
                  <a:lnTo>
                    <a:pt x="3396442" y="1886171"/>
                  </a:lnTo>
                  <a:lnTo>
                    <a:pt x="3397298" y="1919833"/>
                  </a:lnTo>
                  <a:lnTo>
                    <a:pt x="3398154" y="1931800"/>
                  </a:lnTo>
                  <a:lnTo>
                    <a:pt x="3399009" y="1972766"/>
                  </a:lnTo>
                  <a:lnTo>
                    <a:pt x="3399865" y="2003263"/>
                  </a:lnTo>
                  <a:lnTo>
                    <a:pt x="3400720" y="1975141"/>
                  </a:lnTo>
                  <a:lnTo>
                    <a:pt x="3401576" y="1963072"/>
                  </a:lnTo>
                  <a:lnTo>
                    <a:pt x="3402431" y="1960942"/>
                  </a:lnTo>
                  <a:lnTo>
                    <a:pt x="3403287" y="1931565"/>
                  </a:lnTo>
                  <a:lnTo>
                    <a:pt x="3404142" y="1816670"/>
                  </a:lnTo>
                  <a:lnTo>
                    <a:pt x="3404998" y="1809693"/>
                  </a:lnTo>
                  <a:lnTo>
                    <a:pt x="3405853" y="1867016"/>
                  </a:lnTo>
                  <a:lnTo>
                    <a:pt x="3406709" y="1845233"/>
                  </a:lnTo>
                  <a:lnTo>
                    <a:pt x="3407564" y="1756320"/>
                  </a:lnTo>
                  <a:lnTo>
                    <a:pt x="3408420" y="1687986"/>
                  </a:lnTo>
                  <a:lnTo>
                    <a:pt x="3409275" y="1724826"/>
                  </a:lnTo>
                  <a:lnTo>
                    <a:pt x="3410131" y="1652044"/>
                  </a:lnTo>
                  <a:lnTo>
                    <a:pt x="3410986" y="1591191"/>
                  </a:lnTo>
                  <a:lnTo>
                    <a:pt x="3411842" y="1525747"/>
                  </a:lnTo>
                  <a:lnTo>
                    <a:pt x="3412698" y="1547625"/>
                  </a:lnTo>
                  <a:lnTo>
                    <a:pt x="3413553" y="1623377"/>
                  </a:lnTo>
                  <a:lnTo>
                    <a:pt x="3414409" y="1560479"/>
                  </a:lnTo>
                  <a:lnTo>
                    <a:pt x="3415264" y="1588065"/>
                  </a:lnTo>
                  <a:lnTo>
                    <a:pt x="3416120" y="1594430"/>
                  </a:lnTo>
                  <a:lnTo>
                    <a:pt x="3416975" y="1617867"/>
                  </a:lnTo>
                  <a:lnTo>
                    <a:pt x="3417831" y="1690987"/>
                  </a:lnTo>
                  <a:lnTo>
                    <a:pt x="3418686" y="1660379"/>
                  </a:lnTo>
                  <a:lnTo>
                    <a:pt x="3419542" y="1681963"/>
                  </a:lnTo>
                  <a:lnTo>
                    <a:pt x="3420397" y="1733709"/>
                  </a:lnTo>
                  <a:lnTo>
                    <a:pt x="3421253" y="1823563"/>
                  </a:lnTo>
                  <a:lnTo>
                    <a:pt x="3422108" y="1841706"/>
                  </a:lnTo>
                  <a:lnTo>
                    <a:pt x="3422964" y="1798101"/>
                  </a:lnTo>
                  <a:lnTo>
                    <a:pt x="3423819" y="1756679"/>
                  </a:lnTo>
                  <a:lnTo>
                    <a:pt x="3424675" y="1760480"/>
                  </a:lnTo>
                  <a:lnTo>
                    <a:pt x="3425530" y="1719814"/>
                  </a:lnTo>
                  <a:lnTo>
                    <a:pt x="3426386" y="1745005"/>
                  </a:lnTo>
                  <a:lnTo>
                    <a:pt x="3427241" y="1756276"/>
                  </a:lnTo>
                  <a:lnTo>
                    <a:pt x="3428097" y="1714668"/>
                  </a:lnTo>
                  <a:lnTo>
                    <a:pt x="3428953" y="1753673"/>
                  </a:lnTo>
                  <a:lnTo>
                    <a:pt x="3429808" y="1799072"/>
                  </a:lnTo>
                  <a:lnTo>
                    <a:pt x="3430664" y="1770782"/>
                  </a:lnTo>
                  <a:lnTo>
                    <a:pt x="3431519" y="1788194"/>
                  </a:lnTo>
                  <a:lnTo>
                    <a:pt x="3432375" y="1810371"/>
                  </a:lnTo>
                  <a:lnTo>
                    <a:pt x="3433230" y="1810960"/>
                  </a:lnTo>
                  <a:lnTo>
                    <a:pt x="3434086" y="1859925"/>
                  </a:lnTo>
                  <a:lnTo>
                    <a:pt x="3434941" y="1852562"/>
                  </a:lnTo>
                  <a:lnTo>
                    <a:pt x="3435797" y="1845907"/>
                  </a:lnTo>
                  <a:lnTo>
                    <a:pt x="3436652" y="1884480"/>
                  </a:lnTo>
                  <a:lnTo>
                    <a:pt x="3437508" y="1891399"/>
                  </a:lnTo>
                  <a:lnTo>
                    <a:pt x="3438363" y="1803163"/>
                  </a:lnTo>
                  <a:lnTo>
                    <a:pt x="3439219" y="1776452"/>
                  </a:lnTo>
                  <a:lnTo>
                    <a:pt x="3440074" y="1734098"/>
                  </a:lnTo>
                  <a:lnTo>
                    <a:pt x="3440930" y="1760503"/>
                  </a:lnTo>
                  <a:lnTo>
                    <a:pt x="3441785" y="1715867"/>
                  </a:lnTo>
                  <a:lnTo>
                    <a:pt x="3442641" y="1723381"/>
                  </a:lnTo>
                  <a:lnTo>
                    <a:pt x="3443496" y="1779633"/>
                  </a:lnTo>
                  <a:lnTo>
                    <a:pt x="3444352" y="1780062"/>
                  </a:lnTo>
                  <a:lnTo>
                    <a:pt x="3445208" y="1862610"/>
                  </a:lnTo>
                  <a:lnTo>
                    <a:pt x="3446063" y="1860573"/>
                  </a:lnTo>
                  <a:lnTo>
                    <a:pt x="3446919" y="1766969"/>
                  </a:lnTo>
                  <a:lnTo>
                    <a:pt x="3447774" y="1721793"/>
                  </a:lnTo>
                  <a:lnTo>
                    <a:pt x="3448630" y="1661598"/>
                  </a:lnTo>
                  <a:lnTo>
                    <a:pt x="3449485" y="1640073"/>
                  </a:lnTo>
                  <a:lnTo>
                    <a:pt x="3450341" y="1623756"/>
                  </a:lnTo>
                  <a:lnTo>
                    <a:pt x="3451196" y="1661456"/>
                  </a:lnTo>
                  <a:lnTo>
                    <a:pt x="3452052" y="1712350"/>
                  </a:lnTo>
                  <a:lnTo>
                    <a:pt x="3452907" y="1807815"/>
                  </a:lnTo>
                  <a:lnTo>
                    <a:pt x="3453763" y="1837432"/>
                  </a:lnTo>
                  <a:lnTo>
                    <a:pt x="3454618" y="1773176"/>
                  </a:lnTo>
                  <a:lnTo>
                    <a:pt x="3455474" y="1678825"/>
                  </a:lnTo>
                  <a:lnTo>
                    <a:pt x="3456329" y="1633395"/>
                  </a:lnTo>
                  <a:lnTo>
                    <a:pt x="3457185" y="1639368"/>
                  </a:lnTo>
                  <a:lnTo>
                    <a:pt x="3458040" y="1586072"/>
                  </a:lnTo>
                  <a:lnTo>
                    <a:pt x="3458896" y="1578755"/>
                  </a:lnTo>
                  <a:lnTo>
                    <a:pt x="3459752" y="1549309"/>
                  </a:lnTo>
                  <a:lnTo>
                    <a:pt x="3460607" y="1460588"/>
                  </a:lnTo>
                  <a:lnTo>
                    <a:pt x="3461463" y="1436109"/>
                  </a:lnTo>
                  <a:lnTo>
                    <a:pt x="3462318" y="1391883"/>
                  </a:lnTo>
                  <a:lnTo>
                    <a:pt x="3463174" y="1264446"/>
                  </a:lnTo>
                  <a:lnTo>
                    <a:pt x="3464029" y="1340081"/>
                  </a:lnTo>
                  <a:lnTo>
                    <a:pt x="3464885" y="1250623"/>
                  </a:lnTo>
                  <a:lnTo>
                    <a:pt x="3465740" y="1138422"/>
                  </a:lnTo>
                  <a:lnTo>
                    <a:pt x="3466596" y="1150602"/>
                  </a:lnTo>
                  <a:lnTo>
                    <a:pt x="3467451" y="1037895"/>
                  </a:lnTo>
                  <a:lnTo>
                    <a:pt x="3468307" y="1068615"/>
                  </a:lnTo>
                  <a:lnTo>
                    <a:pt x="3469162" y="990012"/>
                  </a:lnTo>
                  <a:lnTo>
                    <a:pt x="3470018" y="947768"/>
                  </a:lnTo>
                  <a:lnTo>
                    <a:pt x="3470873" y="962074"/>
                  </a:lnTo>
                  <a:lnTo>
                    <a:pt x="3471729" y="933987"/>
                  </a:lnTo>
                  <a:lnTo>
                    <a:pt x="3472584" y="956726"/>
                  </a:lnTo>
                  <a:lnTo>
                    <a:pt x="3473440" y="887042"/>
                  </a:lnTo>
                  <a:lnTo>
                    <a:pt x="3474295" y="774050"/>
                  </a:lnTo>
                  <a:lnTo>
                    <a:pt x="3475151" y="770649"/>
                  </a:lnTo>
                  <a:lnTo>
                    <a:pt x="3476007" y="795226"/>
                  </a:lnTo>
                  <a:lnTo>
                    <a:pt x="3476862" y="667922"/>
                  </a:lnTo>
                  <a:lnTo>
                    <a:pt x="3477718" y="749900"/>
                  </a:lnTo>
                  <a:lnTo>
                    <a:pt x="3478573" y="679775"/>
                  </a:lnTo>
                  <a:lnTo>
                    <a:pt x="3479429" y="699879"/>
                  </a:lnTo>
                  <a:lnTo>
                    <a:pt x="3480284" y="759483"/>
                  </a:lnTo>
                  <a:lnTo>
                    <a:pt x="3481140" y="769254"/>
                  </a:lnTo>
                  <a:lnTo>
                    <a:pt x="3481995" y="900196"/>
                  </a:lnTo>
                  <a:lnTo>
                    <a:pt x="3482851" y="849984"/>
                  </a:lnTo>
                  <a:lnTo>
                    <a:pt x="3483706" y="827087"/>
                  </a:lnTo>
                  <a:lnTo>
                    <a:pt x="3484562" y="836258"/>
                  </a:lnTo>
                  <a:lnTo>
                    <a:pt x="3485417" y="925789"/>
                  </a:lnTo>
                  <a:lnTo>
                    <a:pt x="3486273" y="961052"/>
                  </a:lnTo>
                  <a:lnTo>
                    <a:pt x="3487128" y="1003574"/>
                  </a:lnTo>
                  <a:lnTo>
                    <a:pt x="3487984" y="950728"/>
                  </a:lnTo>
                  <a:lnTo>
                    <a:pt x="3488839" y="995340"/>
                  </a:lnTo>
                  <a:lnTo>
                    <a:pt x="3489695" y="973225"/>
                  </a:lnTo>
                  <a:lnTo>
                    <a:pt x="3490550" y="947673"/>
                  </a:lnTo>
                  <a:lnTo>
                    <a:pt x="3491406" y="912354"/>
                  </a:lnTo>
                  <a:lnTo>
                    <a:pt x="3492262" y="829369"/>
                  </a:lnTo>
                  <a:lnTo>
                    <a:pt x="3493117" y="817781"/>
                  </a:lnTo>
                  <a:lnTo>
                    <a:pt x="3493973" y="767935"/>
                  </a:lnTo>
                  <a:lnTo>
                    <a:pt x="3494828" y="708764"/>
                  </a:lnTo>
                  <a:lnTo>
                    <a:pt x="3495684" y="631922"/>
                  </a:lnTo>
                  <a:lnTo>
                    <a:pt x="3496539" y="583377"/>
                  </a:lnTo>
                  <a:lnTo>
                    <a:pt x="3497395" y="631113"/>
                  </a:lnTo>
                  <a:lnTo>
                    <a:pt x="3498250" y="689254"/>
                  </a:lnTo>
                  <a:lnTo>
                    <a:pt x="3499106" y="703711"/>
                  </a:lnTo>
                  <a:lnTo>
                    <a:pt x="3499961" y="736887"/>
                  </a:lnTo>
                  <a:lnTo>
                    <a:pt x="3500817" y="748775"/>
                  </a:lnTo>
                  <a:lnTo>
                    <a:pt x="3501672" y="766808"/>
                  </a:lnTo>
                  <a:lnTo>
                    <a:pt x="3502528" y="847755"/>
                  </a:lnTo>
                  <a:lnTo>
                    <a:pt x="3503383" y="900945"/>
                  </a:lnTo>
                  <a:lnTo>
                    <a:pt x="3504239" y="967214"/>
                  </a:lnTo>
                  <a:lnTo>
                    <a:pt x="3505094" y="1036498"/>
                  </a:lnTo>
                  <a:lnTo>
                    <a:pt x="3505950" y="955894"/>
                  </a:lnTo>
                  <a:lnTo>
                    <a:pt x="3506806" y="1060759"/>
                  </a:lnTo>
                  <a:lnTo>
                    <a:pt x="3507661" y="1045383"/>
                  </a:lnTo>
                  <a:lnTo>
                    <a:pt x="3508517" y="999767"/>
                  </a:lnTo>
                  <a:lnTo>
                    <a:pt x="3509372" y="1006317"/>
                  </a:lnTo>
                  <a:lnTo>
                    <a:pt x="3510228" y="1063728"/>
                  </a:lnTo>
                  <a:lnTo>
                    <a:pt x="3511083" y="1072263"/>
                  </a:lnTo>
                  <a:lnTo>
                    <a:pt x="3511939" y="1118737"/>
                  </a:lnTo>
                  <a:lnTo>
                    <a:pt x="3512794" y="1127715"/>
                  </a:lnTo>
                  <a:lnTo>
                    <a:pt x="3513650" y="1180251"/>
                  </a:lnTo>
                  <a:lnTo>
                    <a:pt x="3514505" y="1181512"/>
                  </a:lnTo>
                  <a:lnTo>
                    <a:pt x="3515361" y="1247629"/>
                  </a:lnTo>
                  <a:lnTo>
                    <a:pt x="3516216" y="1228997"/>
                  </a:lnTo>
                  <a:lnTo>
                    <a:pt x="3517072" y="1337757"/>
                  </a:lnTo>
                  <a:lnTo>
                    <a:pt x="3517927" y="1527316"/>
                  </a:lnTo>
                  <a:lnTo>
                    <a:pt x="3518783" y="1550331"/>
                  </a:lnTo>
                  <a:lnTo>
                    <a:pt x="3519638" y="1494955"/>
                  </a:lnTo>
                  <a:lnTo>
                    <a:pt x="3520494" y="1532054"/>
                  </a:lnTo>
                  <a:lnTo>
                    <a:pt x="3521349" y="1485290"/>
                  </a:lnTo>
                  <a:lnTo>
                    <a:pt x="3522205" y="1450792"/>
                  </a:lnTo>
                  <a:lnTo>
                    <a:pt x="3523061" y="1401216"/>
                  </a:lnTo>
                  <a:lnTo>
                    <a:pt x="3523916" y="1314973"/>
                  </a:lnTo>
                  <a:lnTo>
                    <a:pt x="3524772" y="1428726"/>
                  </a:lnTo>
                  <a:lnTo>
                    <a:pt x="3525627" y="1370632"/>
                  </a:lnTo>
                  <a:lnTo>
                    <a:pt x="3526483" y="1415326"/>
                  </a:lnTo>
                  <a:lnTo>
                    <a:pt x="3527338" y="1423275"/>
                  </a:lnTo>
                  <a:lnTo>
                    <a:pt x="3528194" y="1442086"/>
                  </a:lnTo>
                  <a:lnTo>
                    <a:pt x="3529049" y="1505352"/>
                  </a:lnTo>
                  <a:lnTo>
                    <a:pt x="3529905" y="1477846"/>
                  </a:lnTo>
                  <a:lnTo>
                    <a:pt x="3530760" y="1636431"/>
                  </a:lnTo>
                  <a:lnTo>
                    <a:pt x="3531616" y="1591603"/>
                  </a:lnTo>
                  <a:lnTo>
                    <a:pt x="3532471" y="1550015"/>
                  </a:lnTo>
                  <a:lnTo>
                    <a:pt x="3533327" y="1470120"/>
                  </a:lnTo>
                  <a:lnTo>
                    <a:pt x="3534182" y="1416278"/>
                  </a:lnTo>
                  <a:lnTo>
                    <a:pt x="3535038" y="1325919"/>
                  </a:lnTo>
                  <a:lnTo>
                    <a:pt x="3535893" y="1259406"/>
                  </a:lnTo>
                  <a:lnTo>
                    <a:pt x="3536749" y="1140843"/>
                  </a:lnTo>
                  <a:lnTo>
                    <a:pt x="3537604" y="1088959"/>
                  </a:lnTo>
                  <a:lnTo>
                    <a:pt x="3538460" y="1108293"/>
                  </a:lnTo>
                  <a:lnTo>
                    <a:pt x="3539316" y="1059384"/>
                  </a:lnTo>
                  <a:lnTo>
                    <a:pt x="3540171" y="1061912"/>
                  </a:lnTo>
                  <a:lnTo>
                    <a:pt x="3541027" y="1089754"/>
                  </a:lnTo>
                  <a:lnTo>
                    <a:pt x="3541882" y="1100297"/>
                  </a:lnTo>
                  <a:lnTo>
                    <a:pt x="3542738" y="1072310"/>
                  </a:lnTo>
                  <a:lnTo>
                    <a:pt x="3543593" y="1080236"/>
                  </a:lnTo>
                  <a:lnTo>
                    <a:pt x="3544449" y="1092245"/>
                  </a:lnTo>
                  <a:lnTo>
                    <a:pt x="3545304" y="1007009"/>
                  </a:lnTo>
                  <a:lnTo>
                    <a:pt x="3546160" y="1105843"/>
                  </a:lnTo>
                  <a:lnTo>
                    <a:pt x="3547015" y="1049555"/>
                  </a:lnTo>
                  <a:lnTo>
                    <a:pt x="3547871" y="1060054"/>
                  </a:lnTo>
                  <a:lnTo>
                    <a:pt x="3548726" y="1104415"/>
                  </a:lnTo>
                  <a:lnTo>
                    <a:pt x="3549582" y="1089530"/>
                  </a:lnTo>
                  <a:lnTo>
                    <a:pt x="3550437" y="1048140"/>
                  </a:lnTo>
                  <a:lnTo>
                    <a:pt x="3551293" y="875225"/>
                  </a:lnTo>
                  <a:lnTo>
                    <a:pt x="3552148" y="845651"/>
                  </a:lnTo>
                  <a:lnTo>
                    <a:pt x="3553004" y="795672"/>
                  </a:lnTo>
                  <a:lnTo>
                    <a:pt x="3553859" y="741010"/>
                  </a:lnTo>
                  <a:lnTo>
                    <a:pt x="3554715" y="699054"/>
                  </a:lnTo>
                  <a:lnTo>
                    <a:pt x="3555571" y="675669"/>
                  </a:lnTo>
                  <a:lnTo>
                    <a:pt x="3556426" y="683598"/>
                  </a:lnTo>
                  <a:lnTo>
                    <a:pt x="3557282" y="586776"/>
                  </a:lnTo>
                  <a:lnTo>
                    <a:pt x="3558137" y="631570"/>
                  </a:lnTo>
                  <a:lnTo>
                    <a:pt x="3558993" y="473477"/>
                  </a:lnTo>
                  <a:lnTo>
                    <a:pt x="3559848" y="508989"/>
                  </a:lnTo>
                  <a:lnTo>
                    <a:pt x="3560704" y="398377"/>
                  </a:lnTo>
                  <a:lnTo>
                    <a:pt x="3561559" y="380392"/>
                  </a:lnTo>
                  <a:lnTo>
                    <a:pt x="3562415" y="348511"/>
                  </a:lnTo>
                  <a:lnTo>
                    <a:pt x="3563270" y="217704"/>
                  </a:lnTo>
                  <a:lnTo>
                    <a:pt x="3564126" y="319863"/>
                  </a:lnTo>
                  <a:lnTo>
                    <a:pt x="3564981" y="298475"/>
                  </a:lnTo>
                  <a:lnTo>
                    <a:pt x="3565837" y="310541"/>
                  </a:lnTo>
                  <a:lnTo>
                    <a:pt x="3566692" y="335321"/>
                  </a:lnTo>
                  <a:lnTo>
                    <a:pt x="3567548" y="304150"/>
                  </a:lnTo>
                  <a:lnTo>
                    <a:pt x="3568403" y="400487"/>
                  </a:lnTo>
                  <a:lnTo>
                    <a:pt x="3569259" y="411750"/>
                  </a:lnTo>
                  <a:lnTo>
                    <a:pt x="3570115" y="434945"/>
                  </a:lnTo>
                  <a:lnTo>
                    <a:pt x="3570970" y="519239"/>
                  </a:lnTo>
                  <a:lnTo>
                    <a:pt x="3571826" y="603701"/>
                  </a:lnTo>
                  <a:lnTo>
                    <a:pt x="3572681" y="614680"/>
                  </a:lnTo>
                  <a:lnTo>
                    <a:pt x="3573537" y="630584"/>
                  </a:lnTo>
                  <a:lnTo>
                    <a:pt x="3574392" y="261043"/>
                  </a:lnTo>
                  <a:lnTo>
                    <a:pt x="3575248" y="280385"/>
                  </a:lnTo>
                  <a:lnTo>
                    <a:pt x="3576103" y="319841"/>
                  </a:lnTo>
                  <a:lnTo>
                    <a:pt x="3576959" y="258177"/>
                  </a:lnTo>
                  <a:lnTo>
                    <a:pt x="3577814" y="516514"/>
                  </a:lnTo>
                  <a:lnTo>
                    <a:pt x="3578670" y="492570"/>
                  </a:lnTo>
                  <a:lnTo>
                    <a:pt x="3579525" y="484768"/>
                  </a:lnTo>
                  <a:lnTo>
                    <a:pt x="3580381" y="553818"/>
                  </a:lnTo>
                  <a:lnTo>
                    <a:pt x="3581236" y="492452"/>
                  </a:lnTo>
                  <a:lnTo>
                    <a:pt x="3582092" y="417477"/>
                  </a:lnTo>
                  <a:lnTo>
                    <a:pt x="3582947" y="433663"/>
                  </a:lnTo>
                  <a:lnTo>
                    <a:pt x="3583803" y="575584"/>
                  </a:lnTo>
                  <a:lnTo>
                    <a:pt x="3584658" y="643938"/>
                  </a:lnTo>
                  <a:lnTo>
                    <a:pt x="3585514" y="646269"/>
                  </a:lnTo>
                  <a:lnTo>
                    <a:pt x="3586370" y="684596"/>
                  </a:lnTo>
                  <a:lnTo>
                    <a:pt x="3587225" y="664666"/>
                  </a:lnTo>
                  <a:lnTo>
                    <a:pt x="3588081" y="640580"/>
                  </a:lnTo>
                  <a:lnTo>
                    <a:pt x="3588936" y="619815"/>
                  </a:lnTo>
                  <a:lnTo>
                    <a:pt x="3589792" y="573586"/>
                  </a:lnTo>
                  <a:lnTo>
                    <a:pt x="3590647" y="427212"/>
                  </a:lnTo>
                  <a:lnTo>
                    <a:pt x="3591503" y="392263"/>
                  </a:lnTo>
                  <a:lnTo>
                    <a:pt x="3592358" y="168400"/>
                  </a:lnTo>
                  <a:lnTo>
                    <a:pt x="3593214" y="177573"/>
                  </a:lnTo>
                  <a:lnTo>
                    <a:pt x="3594069" y="135712"/>
                  </a:lnTo>
                  <a:lnTo>
                    <a:pt x="3594925" y="206058"/>
                  </a:lnTo>
                  <a:lnTo>
                    <a:pt x="3595780" y="230893"/>
                  </a:lnTo>
                  <a:lnTo>
                    <a:pt x="3596636" y="308837"/>
                  </a:lnTo>
                  <a:lnTo>
                    <a:pt x="3597491" y="348943"/>
                  </a:lnTo>
                  <a:lnTo>
                    <a:pt x="3598347" y="296511"/>
                  </a:lnTo>
                  <a:lnTo>
                    <a:pt x="3599202" y="360702"/>
                  </a:lnTo>
                  <a:lnTo>
                    <a:pt x="3600058" y="326012"/>
                  </a:lnTo>
                  <a:lnTo>
                    <a:pt x="3600913" y="466603"/>
                  </a:lnTo>
                  <a:lnTo>
                    <a:pt x="3601769" y="468695"/>
                  </a:lnTo>
                  <a:lnTo>
                    <a:pt x="3602625" y="479460"/>
                  </a:lnTo>
                  <a:lnTo>
                    <a:pt x="3603480" y="662033"/>
                  </a:lnTo>
                  <a:lnTo>
                    <a:pt x="3604336" y="586997"/>
                  </a:lnTo>
                  <a:lnTo>
                    <a:pt x="3605191" y="726118"/>
                  </a:lnTo>
                  <a:lnTo>
                    <a:pt x="3606047" y="744838"/>
                  </a:lnTo>
                  <a:lnTo>
                    <a:pt x="3606902" y="645777"/>
                  </a:lnTo>
                  <a:lnTo>
                    <a:pt x="3607758" y="726949"/>
                  </a:lnTo>
                  <a:lnTo>
                    <a:pt x="3608613" y="685376"/>
                  </a:lnTo>
                  <a:lnTo>
                    <a:pt x="3609469" y="680439"/>
                  </a:lnTo>
                  <a:lnTo>
                    <a:pt x="3610324" y="672663"/>
                  </a:lnTo>
                  <a:lnTo>
                    <a:pt x="3611180" y="679077"/>
                  </a:lnTo>
                  <a:lnTo>
                    <a:pt x="3612035" y="635646"/>
                  </a:lnTo>
                  <a:lnTo>
                    <a:pt x="3612891" y="599673"/>
                  </a:lnTo>
                  <a:lnTo>
                    <a:pt x="3613746" y="643956"/>
                  </a:lnTo>
                  <a:lnTo>
                    <a:pt x="3614602" y="660507"/>
                  </a:lnTo>
                  <a:lnTo>
                    <a:pt x="3615457" y="720513"/>
                  </a:lnTo>
                  <a:lnTo>
                    <a:pt x="3616313" y="716768"/>
                  </a:lnTo>
                  <a:lnTo>
                    <a:pt x="3617169" y="764979"/>
                  </a:lnTo>
                  <a:lnTo>
                    <a:pt x="3618024" y="781355"/>
                  </a:lnTo>
                  <a:lnTo>
                    <a:pt x="3618880" y="789741"/>
                  </a:lnTo>
                  <a:lnTo>
                    <a:pt x="3619735" y="748821"/>
                  </a:lnTo>
                  <a:lnTo>
                    <a:pt x="3620591" y="703745"/>
                  </a:lnTo>
                  <a:lnTo>
                    <a:pt x="3621446" y="724324"/>
                  </a:lnTo>
                  <a:lnTo>
                    <a:pt x="3622302" y="703669"/>
                  </a:lnTo>
                  <a:lnTo>
                    <a:pt x="3623157" y="711559"/>
                  </a:lnTo>
                  <a:lnTo>
                    <a:pt x="3624013" y="658907"/>
                  </a:lnTo>
                  <a:lnTo>
                    <a:pt x="3624868" y="617243"/>
                  </a:lnTo>
                  <a:lnTo>
                    <a:pt x="3625724" y="631368"/>
                  </a:lnTo>
                  <a:lnTo>
                    <a:pt x="3626579" y="675999"/>
                  </a:lnTo>
                  <a:lnTo>
                    <a:pt x="3627435" y="754359"/>
                  </a:lnTo>
                  <a:lnTo>
                    <a:pt x="3628290" y="800934"/>
                  </a:lnTo>
                  <a:lnTo>
                    <a:pt x="3629146" y="789202"/>
                  </a:lnTo>
                  <a:lnTo>
                    <a:pt x="3630001" y="818125"/>
                  </a:lnTo>
                  <a:lnTo>
                    <a:pt x="3630857" y="810694"/>
                  </a:lnTo>
                  <a:lnTo>
                    <a:pt x="3631712" y="878500"/>
                  </a:lnTo>
                  <a:lnTo>
                    <a:pt x="3632568" y="843175"/>
                  </a:lnTo>
                  <a:lnTo>
                    <a:pt x="3633424" y="885223"/>
                  </a:lnTo>
                  <a:lnTo>
                    <a:pt x="3634279" y="986827"/>
                  </a:lnTo>
                  <a:lnTo>
                    <a:pt x="3635135" y="1018516"/>
                  </a:lnTo>
                  <a:lnTo>
                    <a:pt x="3635990" y="1154742"/>
                  </a:lnTo>
                  <a:lnTo>
                    <a:pt x="3636846" y="1109370"/>
                  </a:lnTo>
                  <a:lnTo>
                    <a:pt x="3637701" y="1147665"/>
                  </a:lnTo>
                  <a:lnTo>
                    <a:pt x="3638557" y="1163326"/>
                  </a:lnTo>
                  <a:lnTo>
                    <a:pt x="3639412" y="1202972"/>
                  </a:lnTo>
                  <a:lnTo>
                    <a:pt x="3640268" y="1253489"/>
                  </a:lnTo>
                  <a:lnTo>
                    <a:pt x="3641123" y="1278327"/>
                  </a:lnTo>
                  <a:lnTo>
                    <a:pt x="3641979" y="1335439"/>
                  </a:lnTo>
                  <a:lnTo>
                    <a:pt x="3642834" y="1385159"/>
                  </a:lnTo>
                  <a:lnTo>
                    <a:pt x="3643690" y="1488090"/>
                  </a:lnTo>
                  <a:lnTo>
                    <a:pt x="3644545" y="1633548"/>
                  </a:lnTo>
                  <a:lnTo>
                    <a:pt x="3645401" y="1636898"/>
                  </a:lnTo>
                  <a:lnTo>
                    <a:pt x="3646256" y="1618576"/>
                  </a:lnTo>
                  <a:lnTo>
                    <a:pt x="3647112" y="1626458"/>
                  </a:lnTo>
                  <a:lnTo>
                    <a:pt x="3647967" y="1652829"/>
                  </a:lnTo>
                  <a:lnTo>
                    <a:pt x="3648823" y="1549965"/>
                  </a:lnTo>
                  <a:lnTo>
                    <a:pt x="3649679" y="1557049"/>
                  </a:lnTo>
                  <a:lnTo>
                    <a:pt x="3650534" y="1594551"/>
                  </a:lnTo>
                  <a:lnTo>
                    <a:pt x="3651390" y="1623828"/>
                  </a:lnTo>
                  <a:lnTo>
                    <a:pt x="3652245" y="1560418"/>
                  </a:lnTo>
                  <a:lnTo>
                    <a:pt x="3653101" y="1423944"/>
                  </a:lnTo>
                  <a:lnTo>
                    <a:pt x="3653956" y="1480929"/>
                  </a:lnTo>
                  <a:lnTo>
                    <a:pt x="3654812" y="1506542"/>
                  </a:lnTo>
                  <a:lnTo>
                    <a:pt x="3655667" y="1589943"/>
                  </a:lnTo>
                  <a:lnTo>
                    <a:pt x="3656523" y="1610904"/>
                  </a:lnTo>
                  <a:lnTo>
                    <a:pt x="3657378" y="1394828"/>
                  </a:lnTo>
                  <a:lnTo>
                    <a:pt x="3658234" y="1330312"/>
                  </a:lnTo>
                  <a:lnTo>
                    <a:pt x="3659089" y="1275547"/>
                  </a:lnTo>
                  <a:lnTo>
                    <a:pt x="3659945" y="1276100"/>
                  </a:lnTo>
                  <a:lnTo>
                    <a:pt x="3660800" y="1325588"/>
                  </a:lnTo>
                  <a:lnTo>
                    <a:pt x="3661656" y="1270272"/>
                  </a:lnTo>
                  <a:lnTo>
                    <a:pt x="3662511" y="1261352"/>
                  </a:lnTo>
                  <a:lnTo>
                    <a:pt x="3663367" y="1234728"/>
                  </a:lnTo>
                  <a:lnTo>
                    <a:pt x="3664223" y="1325409"/>
                  </a:lnTo>
                  <a:lnTo>
                    <a:pt x="3665078" y="1292632"/>
                  </a:lnTo>
                  <a:lnTo>
                    <a:pt x="3665934" y="1316366"/>
                  </a:lnTo>
                  <a:lnTo>
                    <a:pt x="3666789" y="1375464"/>
                  </a:lnTo>
                  <a:lnTo>
                    <a:pt x="3667645" y="1381544"/>
                  </a:lnTo>
                  <a:lnTo>
                    <a:pt x="3668500" y="1374427"/>
                  </a:lnTo>
                  <a:lnTo>
                    <a:pt x="3669356" y="1350210"/>
                  </a:lnTo>
                  <a:lnTo>
                    <a:pt x="3670211" y="1365712"/>
                  </a:lnTo>
                  <a:lnTo>
                    <a:pt x="3671067" y="1419740"/>
                  </a:lnTo>
                  <a:lnTo>
                    <a:pt x="3671922" y="1360040"/>
                  </a:lnTo>
                  <a:lnTo>
                    <a:pt x="3672778" y="1361693"/>
                  </a:lnTo>
                  <a:lnTo>
                    <a:pt x="3673633" y="1371344"/>
                  </a:lnTo>
                  <a:lnTo>
                    <a:pt x="3674489" y="1379936"/>
                  </a:lnTo>
                  <a:lnTo>
                    <a:pt x="3675344" y="1330265"/>
                  </a:lnTo>
                  <a:lnTo>
                    <a:pt x="3676200" y="1337773"/>
                  </a:lnTo>
                  <a:lnTo>
                    <a:pt x="3677055" y="1464863"/>
                  </a:lnTo>
                  <a:lnTo>
                    <a:pt x="3677911" y="1418708"/>
                  </a:lnTo>
                  <a:lnTo>
                    <a:pt x="3678766" y="1369765"/>
                  </a:lnTo>
                  <a:lnTo>
                    <a:pt x="3679622" y="1274570"/>
                  </a:lnTo>
                  <a:lnTo>
                    <a:pt x="3680478" y="1239833"/>
                  </a:lnTo>
                  <a:lnTo>
                    <a:pt x="3681333" y="1269759"/>
                  </a:lnTo>
                  <a:lnTo>
                    <a:pt x="3682189" y="1201034"/>
                  </a:lnTo>
                  <a:lnTo>
                    <a:pt x="3683044" y="1217070"/>
                  </a:lnTo>
                  <a:lnTo>
                    <a:pt x="3683900" y="1193391"/>
                  </a:lnTo>
                  <a:lnTo>
                    <a:pt x="3684755" y="1189577"/>
                  </a:lnTo>
                  <a:lnTo>
                    <a:pt x="3685611" y="1184713"/>
                  </a:lnTo>
                  <a:lnTo>
                    <a:pt x="3686466" y="1202991"/>
                  </a:lnTo>
                  <a:lnTo>
                    <a:pt x="3687322" y="1254551"/>
                  </a:lnTo>
                  <a:lnTo>
                    <a:pt x="3688177" y="1264900"/>
                  </a:lnTo>
                  <a:lnTo>
                    <a:pt x="3689033" y="1264239"/>
                  </a:lnTo>
                  <a:lnTo>
                    <a:pt x="3689888" y="1280622"/>
                  </a:lnTo>
                  <a:lnTo>
                    <a:pt x="3690744" y="1317635"/>
                  </a:lnTo>
                  <a:lnTo>
                    <a:pt x="3691599" y="1301143"/>
                  </a:lnTo>
                  <a:lnTo>
                    <a:pt x="3692455" y="1328144"/>
                  </a:lnTo>
                  <a:lnTo>
                    <a:pt x="3693310" y="1340864"/>
                  </a:lnTo>
                  <a:lnTo>
                    <a:pt x="3694166" y="1357405"/>
                  </a:lnTo>
                  <a:lnTo>
                    <a:pt x="3695021" y="1358585"/>
                  </a:lnTo>
                  <a:lnTo>
                    <a:pt x="3695877" y="1361138"/>
                  </a:lnTo>
                  <a:lnTo>
                    <a:pt x="3696733" y="1421161"/>
                  </a:lnTo>
                  <a:lnTo>
                    <a:pt x="3697588" y="1438506"/>
                  </a:lnTo>
                  <a:lnTo>
                    <a:pt x="3698444" y="1444032"/>
                  </a:lnTo>
                  <a:lnTo>
                    <a:pt x="3699299" y="1536404"/>
                  </a:lnTo>
                  <a:lnTo>
                    <a:pt x="3700155" y="1590521"/>
                  </a:lnTo>
                  <a:lnTo>
                    <a:pt x="3701010" y="1594415"/>
                  </a:lnTo>
                  <a:lnTo>
                    <a:pt x="3701866" y="1590715"/>
                  </a:lnTo>
                  <a:lnTo>
                    <a:pt x="3702721" y="1535739"/>
                  </a:lnTo>
                  <a:lnTo>
                    <a:pt x="3703577" y="1439913"/>
                  </a:lnTo>
                  <a:lnTo>
                    <a:pt x="3704432" y="1441268"/>
                  </a:lnTo>
                  <a:lnTo>
                    <a:pt x="3705288" y="1459768"/>
                  </a:lnTo>
                  <a:lnTo>
                    <a:pt x="3706143" y="1436851"/>
                  </a:lnTo>
                  <a:lnTo>
                    <a:pt x="3706999" y="1426968"/>
                  </a:lnTo>
                  <a:lnTo>
                    <a:pt x="3707854" y="1412285"/>
                  </a:lnTo>
                  <a:lnTo>
                    <a:pt x="3708710" y="1431833"/>
                  </a:lnTo>
                  <a:lnTo>
                    <a:pt x="3709565" y="1423365"/>
                  </a:lnTo>
                  <a:lnTo>
                    <a:pt x="3710421" y="1399656"/>
                  </a:lnTo>
                  <a:lnTo>
                    <a:pt x="3711277" y="1378994"/>
                  </a:lnTo>
                  <a:lnTo>
                    <a:pt x="3712132" y="1378547"/>
                  </a:lnTo>
                  <a:lnTo>
                    <a:pt x="3712988" y="1386207"/>
                  </a:lnTo>
                  <a:lnTo>
                    <a:pt x="3713843" y="1391743"/>
                  </a:lnTo>
                  <a:lnTo>
                    <a:pt x="3714699" y="1365660"/>
                  </a:lnTo>
                  <a:lnTo>
                    <a:pt x="3715554" y="1380544"/>
                  </a:lnTo>
                  <a:lnTo>
                    <a:pt x="3716410" y="1367448"/>
                  </a:lnTo>
                  <a:lnTo>
                    <a:pt x="3717265" y="1395050"/>
                  </a:lnTo>
                  <a:lnTo>
                    <a:pt x="3718121" y="1413489"/>
                  </a:lnTo>
                  <a:lnTo>
                    <a:pt x="3718976" y="1378886"/>
                  </a:lnTo>
                  <a:lnTo>
                    <a:pt x="3719832" y="1410766"/>
                  </a:lnTo>
                  <a:lnTo>
                    <a:pt x="3720687" y="1461263"/>
                  </a:lnTo>
                  <a:lnTo>
                    <a:pt x="3721543" y="1538284"/>
                  </a:lnTo>
                  <a:lnTo>
                    <a:pt x="3722398" y="1538103"/>
                  </a:lnTo>
                  <a:lnTo>
                    <a:pt x="3723254" y="1534330"/>
                  </a:lnTo>
                  <a:lnTo>
                    <a:pt x="3724109" y="1553457"/>
                  </a:lnTo>
                  <a:lnTo>
                    <a:pt x="3724965" y="1602251"/>
                  </a:lnTo>
                  <a:lnTo>
                    <a:pt x="3725820" y="1595768"/>
                  </a:lnTo>
                  <a:lnTo>
                    <a:pt x="3726676" y="1703571"/>
                  </a:lnTo>
                  <a:lnTo>
                    <a:pt x="3727532" y="1724687"/>
                  </a:lnTo>
                  <a:lnTo>
                    <a:pt x="3728387" y="1725252"/>
                  </a:lnTo>
                  <a:lnTo>
                    <a:pt x="3729243" y="1802669"/>
                  </a:lnTo>
                  <a:lnTo>
                    <a:pt x="3730098" y="1742920"/>
                  </a:lnTo>
                  <a:lnTo>
                    <a:pt x="3730954" y="1757657"/>
                  </a:lnTo>
                  <a:lnTo>
                    <a:pt x="3731809" y="1749333"/>
                  </a:lnTo>
                  <a:lnTo>
                    <a:pt x="3732665" y="1811896"/>
                  </a:lnTo>
                  <a:lnTo>
                    <a:pt x="3733520" y="1905090"/>
                  </a:lnTo>
                  <a:lnTo>
                    <a:pt x="3734376" y="1852936"/>
                  </a:lnTo>
                  <a:lnTo>
                    <a:pt x="3735231" y="1876607"/>
                  </a:lnTo>
                  <a:lnTo>
                    <a:pt x="3736087" y="1937605"/>
                  </a:lnTo>
                  <a:lnTo>
                    <a:pt x="3736942" y="2059391"/>
                  </a:lnTo>
                  <a:lnTo>
                    <a:pt x="3737798" y="2064498"/>
                  </a:lnTo>
                  <a:lnTo>
                    <a:pt x="3738653" y="1993983"/>
                  </a:lnTo>
                  <a:lnTo>
                    <a:pt x="3739509" y="1945142"/>
                  </a:lnTo>
                  <a:lnTo>
                    <a:pt x="3740364" y="1846436"/>
                  </a:lnTo>
                  <a:lnTo>
                    <a:pt x="3741220" y="1772041"/>
                  </a:lnTo>
                  <a:lnTo>
                    <a:pt x="3742075" y="1842415"/>
                  </a:lnTo>
                  <a:lnTo>
                    <a:pt x="3742931" y="1845032"/>
                  </a:lnTo>
                  <a:lnTo>
                    <a:pt x="3743787" y="1764159"/>
                  </a:lnTo>
                  <a:lnTo>
                    <a:pt x="3744642" y="1705856"/>
                  </a:lnTo>
                  <a:lnTo>
                    <a:pt x="3745498" y="1681250"/>
                  </a:lnTo>
                  <a:lnTo>
                    <a:pt x="3746353" y="1589314"/>
                  </a:lnTo>
                  <a:lnTo>
                    <a:pt x="3747209" y="1552247"/>
                  </a:lnTo>
                  <a:lnTo>
                    <a:pt x="3748064" y="1574449"/>
                  </a:lnTo>
                  <a:lnTo>
                    <a:pt x="3748920" y="1504242"/>
                  </a:lnTo>
                  <a:lnTo>
                    <a:pt x="3749775" y="1462336"/>
                  </a:lnTo>
                  <a:lnTo>
                    <a:pt x="3750631" y="1478260"/>
                  </a:lnTo>
                  <a:lnTo>
                    <a:pt x="3751486" y="1442106"/>
                  </a:lnTo>
                  <a:lnTo>
                    <a:pt x="3752342" y="1501372"/>
                  </a:lnTo>
                  <a:lnTo>
                    <a:pt x="3753197" y="1504581"/>
                  </a:lnTo>
                  <a:lnTo>
                    <a:pt x="3754053" y="1547417"/>
                  </a:lnTo>
                  <a:lnTo>
                    <a:pt x="3754908" y="1602289"/>
                  </a:lnTo>
                  <a:lnTo>
                    <a:pt x="3755764" y="1605874"/>
                  </a:lnTo>
                  <a:lnTo>
                    <a:pt x="3756619" y="1703651"/>
                  </a:lnTo>
                  <a:lnTo>
                    <a:pt x="3757475" y="1846824"/>
                  </a:lnTo>
                  <a:lnTo>
                    <a:pt x="3758331" y="1858889"/>
                  </a:lnTo>
                  <a:lnTo>
                    <a:pt x="3759186" y="1785551"/>
                  </a:lnTo>
                  <a:lnTo>
                    <a:pt x="3760042" y="1742741"/>
                  </a:lnTo>
                  <a:lnTo>
                    <a:pt x="3760897" y="1615299"/>
                  </a:lnTo>
                  <a:lnTo>
                    <a:pt x="3761753" y="1647465"/>
                  </a:lnTo>
                  <a:lnTo>
                    <a:pt x="3762608" y="1659591"/>
                  </a:lnTo>
                  <a:lnTo>
                    <a:pt x="3763464" y="1510698"/>
                  </a:lnTo>
                  <a:lnTo>
                    <a:pt x="3764319" y="1511538"/>
                  </a:lnTo>
                  <a:lnTo>
                    <a:pt x="3765175" y="1452355"/>
                  </a:lnTo>
                  <a:lnTo>
                    <a:pt x="3766030" y="1490243"/>
                  </a:lnTo>
                  <a:lnTo>
                    <a:pt x="3766886" y="1513037"/>
                  </a:lnTo>
                  <a:lnTo>
                    <a:pt x="3767741" y="1452910"/>
                  </a:lnTo>
                  <a:lnTo>
                    <a:pt x="3768597" y="1531195"/>
                  </a:lnTo>
                  <a:lnTo>
                    <a:pt x="3769452" y="1587781"/>
                  </a:lnTo>
                  <a:lnTo>
                    <a:pt x="3770308" y="1631396"/>
                  </a:lnTo>
                  <a:lnTo>
                    <a:pt x="3771163" y="1637446"/>
                  </a:lnTo>
                  <a:lnTo>
                    <a:pt x="3772019" y="1616179"/>
                  </a:lnTo>
                  <a:lnTo>
                    <a:pt x="3772874" y="1732529"/>
                  </a:lnTo>
                  <a:lnTo>
                    <a:pt x="3773730" y="1754666"/>
                  </a:lnTo>
                  <a:lnTo>
                    <a:pt x="3774586" y="1798953"/>
                  </a:lnTo>
                  <a:lnTo>
                    <a:pt x="3775441" y="1813407"/>
                  </a:lnTo>
                  <a:lnTo>
                    <a:pt x="3776297" y="1771089"/>
                  </a:lnTo>
                  <a:lnTo>
                    <a:pt x="3777152" y="1750918"/>
                  </a:lnTo>
                  <a:lnTo>
                    <a:pt x="3778008" y="1739715"/>
                  </a:lnTo>
                  <a:lnTo>
                    <a:pt x="3778863" y="1787401"/>
                  </a:lnTo>
                  <a:lnTo>
                    <a:pt x="3779719" y="1804419"/>
                  </a:lnTo>
                  <a:lnTo>
                    <a:pt x="3780574" y="1829664"/>
                  </a:lnTo>
                  <a:lnTo>
                    <a:pt x="3781430" y="1820978"/>
                  </a:lnTo>
                  <a:lnTo>
                    <a:pt x="3782285" y="1832688"/>
                  </a:lnTo>
                  <a:lnTo>
                    <a:pt x="3783141" y="1860533"/>
                  </a:lnTo>
                  <a:lnTo>
                    <a:pt x="3783996" y="1944266"/>
                  </a:lnTo>
                  <a:lnTo>
                    <a:pt x="3784852" y="2015660"/>
                  </a:lnTo>
                  <a:lnTo>
                    <a:pt x="3785707" y="1950852"/>
                  </a:lnTo>
                  <a:lnTo>
                    <a:pt x="3786563" y="1943206"/>
                  </a:lnTo>
                  <a:lnTo>
                    <a:pt x="3787418" y="1814740"/>
                  </a:lnTo>
                  <a:lnTo>
                    <a:pt x="3788274" y="1812640"/>
                  </a:lnTo>
                  <a:lnTo>
                    <a:pt x="3789129" y="1821322"/>
                  </a:lnTo>
                  <a:lnTo>
                    <a:pt x="3789985" y="1846596"/>
                  </a:lnTo>
                  <a:lnTo>
                    <a:pt x="3790841" y="1901574"/>
                  </a:lnTo>
                  <a:lnTo>
                    <a:pt x="3791696" y="1898253"/>
                  </a:lnTo>
                  <a:lnTo>
                    <a:pt x="3792552" y="1925612"/>
                  </a:lnTo>
                  <a:lnTo>
                    <a:pt x="3793407" y="1903488"/>
                  </a:lnTo>
                  <a:lnTo>
                    <a:pt x="3794263" y="1880357"/>
                  </a:lnTo>
                  <a:lnTo>
                    <a:pt x="3795118" y="1858544"/>
                  </a:lnTo>
                  <a:lnTo>
                    <a:pt x="3795974" y="1763915"/>
                  </a:lnTo>
                  <a:lnTo>
                    <a:pt x="3796829" y="1779861"/>
                  </a:lnTo>
                  <a:lnTo>
                    <a:pt x="3797685" y="1802113"/>
                  </a:lnTo>
                  <a:lnTo>
                    <a:pt x="3798540" y="1805283"/>
                  </a:lnTo>
                  <a:lnTo>
                    <a:pt x="3799396" y="1877583"/>
                  </a:lnTo>
                  <a:lnTo>
                    <a:pt x="3800251" y="1922977"/>
                  </a:lnTo>
                  <a:lnTo>
                    <a:pt x="3801107" y="2010847"/>
                  </a:lnTo>
                  <a:lnTo>
                    <a:pt x="3801962" y="1974307"/>
                  </a:lnTo>
                  <a:lnTo>
                    <a:pt x="3802818" y="1908976"/>
                  </a:lnTo>
                  <a:lnTo>
                    <a:pt x="3803673" y="1933572"/>
                  </a:lnTo>
                  <a:lnTo>
                    <a:pt x="3804529" y="1849361"/>
                  </a:lnTo>
                  <a:lnTo>
                    <a:pt x="3805384" y="1840902"/>
                  </a:lnTo>
                  <a:lnTo>
                    <a:pt x="3806240" y="1814836"/>
                  </a:lnTo>
                  <a:lnTo>
                    <a:pt x="3807096" y="1738314"/>
                  </a:lnTo>
                  <a:lnTo>
                    <a:pt x="3807951" y="1778895"/>
                  </a:lnTo>
                  <a:lnTo>
                    <a:pt x="3808807" y="1870742"/>
                  </a:lnTo>
                  <a:lnTo>
                    <a:pt x="3809662" y="1882678"/>
                  </a:lnTo>
                  <a:lnTo>
                    <a:pt x="3810518" y="1969992"/>
                  </a:lnTo>
                  <a:lnTo>
                    <a:pt x="3811373" y="2059651"/>
                  </a:lnTo>
                  <a:lnTo>
                    <a:pt x="3812229" y="2092446"/>
                  </a:lnTo>
                  <a:lnTo>
                    <a:pt x="3813084" y="2103737"/>
                  </a:lnTo>
                  <a:lnTo>
                    <a:pt x="3813940" y="2119419"/>
                  </a:lnTo>
                  <a:lnTo>
                    <a:pt x="3814795" y="2113389"/>
                  </a:lnTo>
                  <a:lnTo>
                    <a:pt x="3815651" y="2097898"/>
                  </a:lnTo>
                  <a:lnTo>
                    <a:pt x="3816506" y="2025834"/>
                  </a:lnTo>
                  <a:lnTo>
                    <a:pt x="3817362" y="2019899"/>
                  </a:lnTo>
                  <a:lnTo>
                    <a:pt x="3818217" y="2023630"/>
                  </a:lnTo>
                  <a:lnTo>
                    <a:pt x="3819073" y="2007460"/>
                  </a:lnTo>
                  <a:lnTo>
                    <a:pt x="3819928" y="1988969"/>
                  </a:lnTo>
                  <a:lnTo>
                    <a:pt x="3820784" y="2045884"/>
                  </a:lnTo>
                  <a:lnTo>
                    <a:pt x="3821640" y="1972326"/>
                  </a:lnTo>
                  <a:lnTo>
                    <a:pt x="3822495" y="1948095"/>
                  </a:lnTo>
                  <a:lnTo>
                    <a:pt x="3823351" y="1949446"/>
                  </a:lnTo>
                  <a:lnTo>
                    <a:pt x="3824206" y="1933366"/>
                  </a:lnTo>
                  <a:lnTo>
                    <a:pt x="3825062" y="1971827"/>
                  </a:lnTo>
                  <a:lnTo>
                    <a:pt x="3825917" y="1973304"/>
                  </a:lnTo>
                  <a:lnTo>
                    <a:pt x="3826773" y="1918674"/>
                  </a:lnTo>
                  <a:lnTo>
                    <a:pt x="3827628" y="1907258"/>
                  </a:lnTo>
                  <a:lnTo>
                    <a:pt x="3828484" y="1926523"/>
                  </a:lnTo>
                  <a:lnTo>
                    <a:pt x="3829339" y="1937376"/>
                  </a:lnTo>
                  <a:lnTo>
                    <a:pt x="3830195" y="1956654"/>
                  </a:lnTo>
                  <a:lnTo>
                    <a:pt x="3831050" y="1845280"/>
                  </a:lnTo>
                  <a:lnTo>
                    <a:pt x="3831906" y="1793021"/>
                  </a:lnTo>
                  <a:lnTo>
                    <a:pt x="3832761" y="1867226"/>
                  </a:lnTo>
                  <a:lnTo>
                    <a:pt x="3833617" y="1879932"/>
                  </a:lnTo>
                  <a:lnTo>
                    <a:pt x="3834472" y="1830058"/>
                  </a:lnTo>
                  <a:lnTo>
                    <a:pt x="3835328" y="1827902"/>
                  </a:lnTo>
                  <a:lnTo>
                    <a:pt x="3836183" y="1838312"/>
                  </a:lnTo>
                  <a:lnTo>
                    <a:pt x="3837039" y="1849070"/>
                  </a:lnTo>
                  <a:lnTo>
                    <a:pt x="3837895" y="1817983"/>
                  </a:lnTo>
                  <a:lnTo>
                    <a:pt x="3838750" y="1776092"/>
                  </a:lnTo>
                  <a:lnTo>
                    <a:pt x="3839606" y="1811606"/>
                  </a:lnTo>
                  <a:lnTo>
                    <a:pt x="3840461" y="1790048"/>
                  </a:lnTo>
                  <a:lnTo>
                    <a:pt x="3841317" y="1880424"/>
                  </a:lnTo>
                  <a:lnTo>
                    <a:pt x="3842172" y="1891579"/>
                  </a:lnTo>
                  <a:lnTo>
                    <a:pt x="3843028" y="1925868"/>
                  </a:lnTo>
                  <a:lnTo>
                    <a:pt x="3843883" y="1935665"/>
                  </a:lnTo>
                  <a:lnTo>
                    <a:pt x="3844739" y="1998718"/>
                  </a:lnTo>
                  <a:lnTo>
                    <a:pt x="3845594" y="2084700"/>
                  </a:lnTo>
                  <a:lnTo>
                    <a:pt x="3846450" y="2058200"/>
                  </a:lnTo>
                  <a:lnTo>
                    <a:pt x="3847305" y="2012806"/>
                  </a:lnTo>
                  <a:lnTo>
                    <a:pt x="3848161" y="2004193"/>
                  </a:lnTo>
                  <a:lnTo>
                    <a:pt x="3849016" y="1954513"/>
                  </a:lnTo>
                  <a:lnTo>
                    <a:pt x="3849872" y="1973827"/>
                  </a:lnTo>
                  <a:lnTo>
                    <a:pt x="3850727" y="1987722"/>
                  </a:lnTo>
                  <a:lnTo>
                    <a:pt x="3851583" y="1929181"/>
                  </a:lnTo>
                  <a:lnTo>
                    <a:pt x="3852438" y="1980404"/>
                  </a:lnTo>
                  <a:lnTo>
                    <a:pt x="3853294" y="2087187"/>
                  </a:lnTo>
                  <a:lnTo>
                    <a:pt x="3854150" y="2163418"/>
                  </a:lnTo>
                  <a:lnTo>
                    <a:pt x="3855005" y="2130156"/>
                  </a:lnTo>
                  <a:lnTo>
                    <a:pt x="3855861" y="2093789"/>
                  </a:lnTo>
                  <a:lnTo>
                    <a:pt x="3856716" y="2105790"/>
                  </a:lnTo>
                  <a:lnTo>
                    <a:pt x="3857572" y="2088109"/>
                  </a:lnTo>
                  <a:lnTo>
                    <a:pt x="3858427" y="2103212"/>
                  </a:lnTo>
                  <a:lnTo>
                    <a:pt x="3859283" y="2065115"/>
                  </a:lnTo>
                  <a:lnTo>
                    <a:pt x="3860138" y="2078118"/>
                  </a:lnTo>
                  <a:lnTo>
                    <a:pt x="3860994" y="1988245"/>
                  </a:lnTo>
                  <a:lnTo>
                    <a:pt x="3861849" y="2004488"/>
                  </a:lnTo>
                  <a:lnTo>
                    <a:pt x="3862705" y="1952114"/>
                  </a:lnTo>
                  <a:lnTo>
                    <a:pt x="3863560" y="1883042"/>
                  </a:lnTo>
                  <a:lnTo>
                    <a:pt x="3864416" y="1896443"/>
                  </a:lnTo>
                  <a:lnTo>
                    <a:pt x="3865271" y="1902644"/>
                  </a:lnTo>
                  <a:lnTo>
                    <a:pt x="3866127" y="1929364"/>
                  </a:lnTo>
                  <a:lnTo>
                    <a:pt x="3866982" y="1962693"/>
                  </a:lnTo>
                  <a:lnTo>
                    <a:pt x="3867838" y="1925133"/>
                  </a:lnTo>
                  <a:lnTo>
                    <a:pt x="3868694" y="1915117"/>
                  </a:lnTo>
                  <a:lnTo>
                    <a:pt x="3869549" y="1991313"/>
                  </a:lnTo>
                  <a:lnTo>
                    <a:pt x="3870405" y="1975680"/>
                  </a:lnTo>
                  <a:lnTo>
                    <a:pt x="3871260" y="1928127"/>
                  </a:lnTo>
                  <a:lnTo>
                    <a:pt x="3872116" y="1947041"/>
                  </a:lnTo>
                  <a:lnTo>
                    <a:pt x="3872971" y="1950489"/>
                  </a:lnTo>
                  <a:lnTo>
                    <a:pt x="3873827" y="1969989"/>
                  </a:lnTo>
                  <a:lnTo>
                    <a:pt x="3874682" y="1941521"/>
                  </a:lnTo>
                  <a:lnTo>
                    <a:pt x="3875538" y="1944349"/>
                  </a:lnTo>
                  <a:lnTo>
                    <a:pt x="3876393" y="2038639"/>
                  </a:lnTo>
                  <a:lnTo>
                    <a:pt x="3877249" y="2059113"/>
                  </a:lnTo>
                  <a:lnTo>
                    <a:pt x="3878104" y="2021757"/>
                  </a:lnTo>
                  <a:lnTo>
                    <a:pt x="3878960" y="2100625"/>
                  </a:lnTo>
                  <a:lnTo>
                    <a:pt x="3879815" y="2103201"/>
                  </a:lnTo>
                  <a:lnTo>
                    <a:pt x="3880671" y="2173649"/>
                  </a:lnTo>
                  <a:lnTo>
                    <a:pt x="3881526" y="2149554"/>
                  </a:lnTo>
                  <a:lnTo>
                    <a:pt x="3882382" y="2119452"/>
                  </a:lnTo>
                  <a:lnTo>
                    <a:pt x="3883237" y="2122687"/>
                  </a:lnTo>
                  <a:lnTo>
                    <a:pt x="3884093" y="2024332"/>
                  </a:lnTo>
                  <a:lnTo>
                    <a:pt x="3884949" y="2031100"/>
                  </a:lnTo>
                  <a:lnTo>
                    <a:pt x="3885804" y="2034670"/>
                  </a:lnTo>
                  <a:lnTo>
                    <a:pt x="3886660" y="2074383"/>
                  </a:lnTo>
                  <a:lnTo>
                    <a:pt x="3887515" y="2049307"/>
                  </a:lnTo>
                  <a:lnTo>
                    <a:pt x="3888371" y="2083525"/>
                  </a:lnTo>
                  <a:lnTo>
                    <a:pt x="3889226" y="2072719"/>
                  </a:lnTo>
                  <a:lnTo>
                    <a:pt x="3890082" y="2031369"/>
                  </a:lnTo>
                  <a:lnTo>
                    <a:pt x="3890937" y="2038988"/>
                  </a:lnTo>
                  <a:lnTo>
                    <a:pt x="3891793" y="2024925"/>
                  </a:lnTo>
                  <a:lnTo>
                    <a:pt x="3892648" y="2028011"/>
                  </a:lnTo>
                  <a:lnTo>
                    <a:pt x="3893504" y="2073876"/>
                  </a:lnTo>
                  <a:lnTo>
                    <a:pt x="3894359" y="2060009"/>
                  </a:lnTo>
                  <a:lnTo>
                    <a:pt x="3895215" y="2171125"/>
                  </a:lnTo>
                  <a:lnTo>
                    <a:pt x="3896070" y="2144090"/>
                  </a:lnTo>
                  <a:lnTo>
                    <a:pt x="3896926" y="2144525"/>
                  </a:lnTo>
                  <a:lnTo>
                    <a:pt x="3897781" y="2109181"/>
                  </a:lnTo>
                  <a:lnTo>
                    <a:pt x="3898637" y="2055650"/>
                  </a:lnTo>
                  <a:lnTo>
                    <a:pt x="3899492" y="2202452"/>
                  </a:lnTo>
                  <a:lnTo>
                    <a:pt x="3900348" y="2144853"/>
                  </a:lnTo>
                  <a:lnTo>
                    <a:pt x="3901204" y="2137864"/>
                  </a:lnTo>
                  <a:lnTo>
                    <a:pt x="3902059" y="2128228"/>
                  </a:lnTo>
                  <a:lnTo>
                    <a:pt x="3902915" y="2076377"/>
                  </a:lnTo>
                  <a:lnTo>
                    <a:pt x="3903770" y="2162860"/>
                  </a:lnTo>
                  <a:lnTo>
                    <a:pt x="3904626" y="2036636"/>
                  </a:lnTo>
                  <a:lnTo>
                    <a:pt x="3905481" y="2028002"/>
                  </a:lnTo>
                  <a:lnTo>
                    <a:pt x="3906337" y="1971265"/>
                  </a:lnTo>
                  <a:lnTo>
                    <a:pt x="3907192" y="1914561"/>
                  </a:lnTo>
                  <a:lnTo>
                    <a:pt x="3908048" y="2001721"/>
                  </a:lnTo>
                  <a:lnTo>
                    <a:pt x="3908903" y="1925372"/>
                  </a:lnTo>
                  <a:lnTo>
                    <a:pt x="3909759" y="1980707"/>
                  </a:lnTo>
                  <a:lnTo>
                    <a:pt x="3910614" y="2011571"/>
                  </a:lnTo>
                  <a:lnTo>
                    <a:pt x="3911470" y="2056257"/>
                  </a:lnTo>
                  <a:lnTo>
                    <a:pt x="3912325" y="2093759"/>
                  </a:lnTo>
                  <a:lnTo>
                    <a:pt x="3913181" y="2123871"/>
                  </a:lnTo>
                  <a:lnTo>
                    <a:pt x="3914036" y="2141060"/>
                  </a:lnTo>
                  <a:lnTo>
                    <a:pt x="3914892" y="2124267"/>
                  </a:lnTo>
                  <a:lnTo>
                    <a:pt x="3915748" y="2100133"/>
                  </a:lnTo>
                  <a:lnTo>
                    <a:pt x="3916603" y="2158634"/>
                  </a:lnTo>
                  <a:lnTo>
                    <a:pt x="3917459" y="2196590"/>
                  </a:lnTo>
                  <a:lnTo>
                    <a:pt x="3918314" y="2172991"/>
                  </a:lnTo>
                  <a:lnTo>
                    <a:pt x="3919170" y="2098293"/>
                  </a:lnTo>
                  <a:lnTo>
                    <a:pt x="3920025" y="2151579"/>
                  </a:lnTo>
                  <a:lnTo>
                    <a:pt x="3920881" y="2115064"/>
                  </a:lnTo>
                  <a:lnTo>
                    <a:pt x="3921736" y="2101126"/>
                  </a:lnTo>
                  <a:lnTo>
                    <a:pt x="3922592" y="2076106"/>
                  </a:lnTo>
                  <a:lnTo>
                    <a:pt x="3923447" y="2062486"/>
                  </a:lnTo>
                  <a:lnTo>
                    <a:pt x="3924303" y="1971683"/>
                  </a:lnTo>
                  <a:lnTo>
                    <a:pt x="3925158" y="1937920"/>
                  </a:lnTo>
                  <a:lnTo>
                    <a:pt x="3926014" y="1948679"/>
                  </a:lnTo>
                  <a:lnTo>
                    <a:pt x="3926869" y="2021249"/>
                  </a:lnTo>
                  <a:lnTo>
                    <a:pt x="3927725" y="2081810"/>
                  </a:lnTo>
                  <a:lnTo>
                    <a:pt x="3928580" y="2022888"/>
                  </a:lnTo>
                  <a:lnTo>
                    <a:pt x="3929436" y="1965965"/>
                  </a:lnTo>
                  <a:lnTo>
                    <a:pt x="3930291" y="2031539"/>
                  </a:lnTo>
                  <a:lnTo>
                    <a:pt x="3931147" y="2128656"/>
                  </a:lnTo>
                  <a:lnTo>
                    <a:pt x="3932003" y="2124707"/>
                  </a:lnTo>
                  <a:lnTo>
                    <a:pt x="3932858" y="2098649"/>
                  </a:lnTo>
                  <a:lnTo>
                    <a:pt x="3933714" y="2167584"/>
                  </a:lnTo>
                  <a:lnTo>
                    <a:pt x="3934569" y="2131684"/>
                  </a:lnTo>
                  <a:lnTo>
                    <a:pt x="3935425" y="2154735"/>
                  </a:lnTo>
                  <a:lnTo>
                    <a:pt x="3936280" y="2141585"/>
                  </a:lnTo>
                  <a:lnTo>
                    <a:pt x="3937136" y="2125944"/>
                  </a:lnTo>
                  <a:lnTo>
                    <a:pt x="3937991" y="2113093"/>
                  </a:lnTo>
                  <a:lnTo>
                    <a:pt x="3938847" y="2061843"/>
                  </a:lnTo>
                  <a:lnTo>
                    <a:pt x="3939702" y="2137028"/>
                  </a:lnTo>
                  <a:lnTo>
                    <a:pt x="3940558" y="2140484"/>
                  </a:lnTo>
                  <a:lnTo>
                    <a:pt x="3941413" y="2108672"/>
                  </a:lnTo>
                  <a:lnTo>
                    <a:pt x="3942269" y="2101501"/>
                  </a:lnTo>
                  <a:lnTo>
                    <a:pt x="3943124" y="2094155"/>
                  </a:lnTo>
                  <a:lnTo>
                    <a:pt x="3943980" y="2098168"/>
                  </a:lnTo>
                  <a:lnTo>
                    <a:pt x="3944835" y="2089009"/>
                  </a:lnTo>
                  <a:lnTo>
                    <a:pt x="3945691" y="2001152"/>
                  </a:lnTo>
                  <a:lnTo>
                    <a:pt x="3946546" y="1995426"/>
                  </a:lnTo>
                  <a:lnTo>
                    <a:pt x="3947402" y="2074104"/>
                  </a:lnTo>
                  <a:lnTo>
                    <a:pt x="3948258" y="2076990"/>
                  </a:lnTo>
                  <a:lnTo>
                    <a:pt x="3949113" y="2029301"/>
                  </a:lnTo>
                  <a:lnTo>
                    <a:pt x="3949969" y="2058300"/>
                  </a:lnTo>
                  <a:lnTo>
                    <a:pt x="3950824" y="2043623"/>
                  </a:lnTo>
                  <a:lnTo>
                    <a:pt x="3951680" y="2073939"/>
                  </a:lnTo>
                  <a:lnTo>
                    <a:pt x="3952535" y="2020622"/>
                  </a:lnTo>
                  <a:lnTo>
                    <a:pt x="3953391" y="1977500"/>
                  </a:lnTo>
                  <a:lnTo>
                    <a:pt x="3954246" y="2063815"/>
                  </a:lnTo>
                  <a:lnTo>
                    <a:pt x="3955102" y="2099831"/>
                  </a:lnTo>
                  <a:lnTo>
                    <a:pt x="3955957" y="2102595"/>
                  </a:lnTo>
                  <a:lnTo>
                    <a:pt x="3956813" y="2085361"/>
                  </a:lnTo>
                  <a:lnTo>
                    <a:pt x="3957668" y="2023988"/>
                  </a:lnTo>
                  <a:lnTo>
                    <a:pt x="3958524" y="2035747"/>
                  </a:lnTo>
                  <a:lnTo>
                    <a:pt x="3959379" y="2057015"/>
                  </a:lnTo>
                  <a:lnTo>
                    <a:pt x="3960235" y="2014210"/>
                  </a:lnTo>
                  <a:lnTo>
                    <a:pt x="3961090" y="2096187"/>
                  </a:lnTo>
                  <a:lnTo>
                    <a:pt x="3961946" y="2045749"/>
                  </a:lnTo>
                  <a:lnTo>
                    <a:pt x="3962802" y="2088198"/>
                  </a:lnTo>
                  <a:lnTo>
                    <a:pt x="3963657" y="2014837"/>
                  </a:lnTo>
                  <a:lnTo>
                    <a:pt x="3964513" y="1975041"/>
                  </a:lnTo>
                  <a:lnTo>
                    <a:pt x="3965368" y="2067789"/>
                  </a:lnTo>
                  <a:lnTo>
                    <a:pt x="3966224" y="2105131"/>
                  </a:lnTo>
                  <a:lnTo>
                    <a:pt x="3967079" y="2168281"/>
                  </a:lnTo>
                  <a:lnTo>
                    <a:pt x="3967935" y="2225256"/>
                  </a:lnTo>
                  <a:lnTo>
                    <a:pt x="3968790" y="2165519"/>
                  </a:lnTo>
                  <a:lnTo>
                    <a:pt x="3969646" y="2195974"/>
                  </a:lnTo>
                  <a:lnTo>
                    <a:pt x="3970501" y="2181276"/>
                  </a:lnTo>
                  <a:lnTo>
                    <a:pt x="3971357" y="2217807"/>
                  </a:lnTo>
                  <a:lnTo>
                    <a:pt x="3972212" y="2210907"/>
                  </a:lnTo>
                  <a:lnTo>
                    <a:pt x="3973068" y="2208625"/>
                  </a:lnTo>
                  <a:lnTo>
                    <a:pt x="3973923" y="2214532"/>
                  </a:lnTo>
                  <a:lnTo>
                    <a:pt x="3974779" y="2209373"/>
                  </a:lnTo>
                  <a:lnTo>
                    <a:pt x="3975634" y="2229809"/>
                  </a:lnTo>
                  <a:lnTo>
                    <a:pt x="3976490" y="2191196"/>
                  </a:lnTo>
                  <a:lnTo>
                    <a:pt x="3977345" y="2186655"/>
                  </a:lnTo>
                  <a:lnTo>
                    <a:pt x="3978201" y="2209167"/>
                  </a:lnTo>
                  <a:lnTo>
                    <a:pt x="3979057" y="2137834"/>
                  </a:lnTo>
                  <a:lnTo>
                    <a:pt x="3979912" y="2102776"/>
                  </a:lnTo>
                  <a:lnTo>
                    <a:pt x="3980768" y="2137953"/>
                  </a:lnTo>
                  <a:lnTo>
                    <a:pt x="3981623" y="2179783"/>
                  </a:lnTo>
                  <a:lnTo>
                    <a:pt x="3982479" y="2214692"/>
                  </a:lnTo>
                  <a:lnTo>
                    <a:pt x="3983334" y="2182104"/>
                  </a:lnTo>
                  <a:lnTo>
                    <a:pt x="3984190" y="2242360"/>
                  </a:lnTo>
                  <a:lnTo>
                    <a:pt x="3985045" y="2245504"/>
                  </a:lnTo>
                  <a:lnTo>
                    <a:pt x="3985901" y="2227016"/>
                  </a:lnTo>
                  <a:lnTo>
                    <a:pt x="3986756" y="2208679"/>
                  </a:lnTo>
                  <a:lnTo>
                    <a:pt x="3987612" y="2174845"/>
                  </a:lnTo>
                  <a:lnTo>
                    <a:pt x="3988467" y="2217209"/>
                  </a:lnTo>
                  <a:lnTo>
                    <a:pt x="3989323" y="2177628"/>
                  </a:lnTo>
                  <a:lnTo>
                    <a:pt x="3990178" y="2236019"/>
                  </a:lnTo>
                  <a:lnTo>
                    <a:pt x="3991034" y="2183595"/>
                  </a:lnTo>
                  <a:lnTo>
                    <a:pt x="3991889" y="2169302"/>
                  </a:lnTo>
                  <a:lnTo>
                    <a:pt x="3992745" y="2232600"/>
                  </a:lnTo>
                  <a:lnTo>
                    <a:pt x="3993600" y="2192983"/>
                  </a:lnTo>
                  <a:lnTo>
                    <a:pt x="3994456" y="2268131"/>
                  </a:lnTo>
                  <a:lnTo>
                    <a:pt x="3995312" y="2224239"/>
                  </a:lnTo>
                  <a:lnTo>
                    <a:pt x="3996167" y="2140951"/>
                  </a:lnTo>
                  <a:lnTo>
                    <a:pt x="3997023" y="2183286"/>
                  </a:lnTo>
                  <a:lnTo>
                    <a:pt x="3997878" y="2187940"/>
                  </a:lnTo>
                  <a:lnTo>
                    <a:pt x="3998734" y="2179863"/>
                  </a:lnTo>
                  <a:lnTo>
                    <a:pt x="3999589" y="2184389"/>
                  </a:lnTo>
                  <a:lnTo>
                    <a:pt x="4000445" y="2139624"/>
                  </a:lnTo>
                  <a:lnTo>
                    <a:pt x="4001300" y="2143246"/>
                  </a:lnTo>
                  <a:lnTo>
                    <a:pt x="4002156" y="2153611"/>
                  </a:lnTo>
                  <a:lnTo>
                    <a:pt x="4003011" y="2116694"/>
                  </a:lnTo>
                  <a:lnTo>
                    <a:pt x="4003867" y="2058770"/>
                  </a:lnTo>
                  <a:lnTo>
                    <a:pt x="4004722" y="2061214"/>
                  </a:lnTo>
                  <a:lnTo>
                    <a:pt x="4005578" y="2120187"/>
                  </a:lnTo>
                  <a:lnTo>
                    <a:pt x="4006433" y="2127717"/>
                  </a:lnTo>
                  <a:lnTo>
                    <a:pt x="4007289" y="2081863"/>
                  </a:lnTo>
                  <a:lnTo>
                    <a:pt x="4008144" y="2065853"/>
                  </a:lnTo>
                  <a:lnTo>
                    <a:pt x="4009000" y="2051531"/>
                  </a:lnTo>
                  <a:lnTo>
                    <a:pt x="4009855" y="2116477"/>
                  </a:lnTo>
                  <a:lnTo>
                    <a:pt x="4010711" y="2101784"/>
                  </a:lnTo>
                  <a:lnTo>
                    <a:pt x="4011567" y="2067103"/>
                  </a:lnTo>
                  <a:lnTo>
                    <a:pt x="4012422" y="2078332"/>
                  </a:lnTo>
                  <a:lnTo>
                    <a:pt x="4013278" y="2105361"/>
                  </a:lnTo>
                  <a:lnTo>
                    <a:pt x="4014133" y="2133344"/>
                  </a:lnTo>
                  <a:lnTo>
                    <a:pt x="4014989" y="2150466"/>
                  </a:lnTo>
                  <a:lnTo>
                    <a:pt x="4015844" y="2118071"/>
                  </a:lnTo>
                  <a:lnTo>
                    <a:pt x="4016700" y="2154687"/>
                  </a:lnTo>
                  <a:lnTo>
                    <a:pt x="4017555" y="2146082"/>
                  </a:lnTo>
                  <a:lnTo>
                    <a:pt x="4018411" y="2135749"/>
                  </a:lnTo>
                  <a:lnTo>
                    <a:pt x="4019266" y="2170808"/>
                  </a:lnTo>
                  <a:lnTo>
                    <a:pt x="4020122" y="2151578"/>
                  </a:lnTo>
                  <a:lnTo>
                    <a:pt x="4020977" y="2199515"/>
                  </a:lnTo>
                  <a:lnTo>
                    <a:pt x="4021833" y="2184449"/>
                  </a:lnTo>
                  <a:lnTo>
                    <a:pt x="4022688" y="2151484"/>
                  </a:lnTo>
                  <a:lnTo>
                    <a:pt x="4023544" y="2161786"/>
                  </a:lnTo>
                  <a:lnTo>
                    <a:pt x="4024399" y="2117169"/>
                  </a:lnTo>
                  <a:lnTo>
                    <a:pt x="4025255" y="2080383"/>
                  </a:lnTo>
                  <a:lnTo>
                    <a:pt x="4026111" y="1986842"/>
                  </a:lnTo>
                  <a:lnTo>
                    <a:pt x="4026966" y="2017780"/>
                  </a:lnTo>
                  <a:lnTo>
                    <a:pt x="4027822" y="2122165"/>
                  </a:lnTo>
                  <a:lnTo>
                    <a:pt x="4028677" y="2165811"/>
                  </a:lnTo>
                  <a:lnTo>
                    <a:pt x="4029533" y="2182030"/>
                  </a:lnTo>
                  <a:lnTo>
                    <a:pt x="4030388" y="2162613"/>
                  </a:lnTo>
                  <a:lnTo>
                    <a:pt x="4031244" y="2202990"/>
                  </a:lnTo>
                  <a:lnTo>
                    <a:pt x="4032099" y="2185816"/>
                  </a:lnTo>
                  <a:lnTo>
                    <a:pt x="4032955" y="2176984"/>
                  </a:lnTo>
                  <a:lnTo>
                    <a:pt x="4033810" y="2182007"/>
                  </a:lnTo>
                  <a:lnTo>
                    <a:pt x="4034666" y="2178319"/>
                  </a:lnTo>
                  <a:lnTo>
                    <a:pt x="4035521" y="2217870"/>
                  </a:lnTo>
                  <a:lnTo>
                    <a:pt x="4036377" y="2176238"/>
                  </a:lnTo>
                  <a:lnTo>
                    <a:pt x="4037232" y="2184737"/>
                  </a:lnTo>
                  <a:lnTo>
                    <a:pt x="4038088" y="2146693"/>
                  </a:lnTo>
                  <a:lnTo>
                    <a:pt x="4038943" y="2100591"/>
                  </a:lnTo>
                  <a:lnTo>
                    <a:pt x="4039799" y="2064670"/>
                  </a:lnTo>
                  <a:lnTo>
                    <a:pt x="4040654" y="2100862"/>
                  </a:lnTo>
                  <a:lnTo>
                    <a:pt x="4041510" y="2109817"/>
                  </a:lnTo>
                  <a:lnTo>
                    <a:pt x="4042366" y="2125042"/>
                  </a:lnTo>
                  <a:lnTo>
                    <a:pt x="4043221" y="2139587"/>
                  </a:lnTo>
                  <a:lnTo>
                    <a:pt x="4044077" y="2178238"/>
                  </a:lnTo>
                  <a:lnTo>
                    <a:pt x="4044932" y="2194713"/>
                  </a:lnTo>
                  <a:lnTo>
                    <a:pt x="4045788" y="2186536"/>
                  </a:lnTo>
                  <a:lnTo>
                    <a:pt x="4046643" y="2189803"/>
                  </a:lnTo>
                  <a:lnTo>
                    <a:pt x="4047499" y="2175080"/>
                  </a:lnTo>
                  <a:lnTo>
                    <a:pt x="4048354" y="2197057"/>
                  </a:lnTo>
                  <a:lnTo>
                    <a:pt x="4049210" y="2213203"/>
                  </a:lnTo>
                  <a:lnTo>
                    <a:pt x="4050065" y="2164856"/>
                  </a:lnTo>
                  <a:lnTo>
                    <a:pt x="4050921" y="2148698"/>
                  </a:lnTo>
                  <a:lnTo>
                    <a:pt x="4051776" y="2192285"/>
                  </a:lnTo>
                  <a:lnTo>
                    <a:pt x="4052632" y="2165915"/>
                  </a:lnTo>
                  <a:lnTo>
                    <a:pt x="4053487" y="2137389"/>
                  </a:lnTo>
                  <a:lnTo>
                    <a:pt x="4054343" y="2143130"/>
                  </a:lnTo>
                  <a:lnTo>
                    <a:pt x="4055198" y="2176013"/>
                  </a:lnTo>
                  <a:lnTo>
                    <a:pt x="4056054" y="2193711"/>
                  </a:lnTo>
                  <a:lnTo>
                    <a:pt x="4056909" y="2199312"/>
                  </a:lnTo>
                  <a:lnTo>
                    <a:pt x="4057765" y="2154528"/>
                  </a:lnTo>
                  <a:lnTo>
                    <a:pt x="4058621" y="2135859"/>
                  </a:lnTo>
                  <a:lnTo>
                    <a:pt x="4059476" y="2170659"/>
                  </a:lnTo>
                  <a:lnTo>
                    <a:pt x="4060332" y="2204002"/>
                  </a:lnTo>
                  <a:lnTo>
                    <a:pt x="4061187" y="2198641"/>
                  </a:lnTo>
                  <a:lnTo>
                    <a:pt x="4062043" y="2198634"/>
                  </a:lnTo>
                  <a:lnTo>
                    <a:pt x="4062898" y="2234854"/>
                  </a:lnTo>
                  <a:lnTo>
                    <a:pt x="4063754" y="2249922"/>
                  </a:lnTo>
                  <a:lnTo>
                    <a:pt x="4064609" y="2242907"/>
                  </a:lnTo>
                  <a:lnTo>
                    <a:pt x="4065465" y="2249244"/>
                  </a:lnTo>
                  <a:lnTo>
                    <a:pt x="4066320" y="2253535"/>
                  </a:lnTo>
                  <a:lnTo>
                    <a:pt x="4067176" y="2274414"/>
                  </a:lnTo>
                  <a:lnTo>
                    <a:pt x="4068031" y="2274769"/>
                  </a:lnTo>
                  <a:lnTo>
                    <a:pt x="4068887" y="2261158"/>
                  </a:lnTo>
                  <a:lnTo>
                    <a:pt x="4069742" y="2271921"/>
                  </a:lnTo>
                  <a:lnTo>
                    <a:pt x="4070598" y="2236971"/>
                  </a:lnTo>
                  <a:lnTo>
                    <a:pt x="4071453" y="2198758"/>
                  </a:lnTo>
                  <a:lnTo>
                    <a:pt x="4072309" y="2195405"/>
                  </a:lnTo>
                  <a:lnTo>
                    <a:pt x="4073165" y="2171670"/>
                  </a:lnTo>
                  <a:lnTo>
                    <a:pt x="4074020" y="2201865"/>
                  </a:lnTo>
                  <a:lnTo>
                    <a:pt x="4074876" y="2162844"/>
                  </a:lnTo>
                  <a:lnTo>
                    <a:pt x="4075731" y="2160985"/>
                  </a:lnTo>
                  <a:lnTo>
                    <a:pt x="4076587" y="2158209"/>
                  </a:lnTo>
                  <a:lnTo>
                    <a:pt x="4077442" y="2136526"/>
                  </a:lnTo>
                  <a:lnTo>
                    <a:pt x="4078298" y="2039411"/>
                  </a:lnTo>
                  <a:lnTo>
                    <a:pt x="4079153" y="1973798"/>
                  </a:lnTo>
                  <a:lnTo>
                    <a:pt x="4080009" y="1943172"/>
                  </a:lnTo>
                  <a:lnTo>
                    <a:pt x="4080864" y="1938451"/>
                  </a:lnTo>
                  <a:lnTo>
                    <a:pt x="4081720" y="1957445"/>
                  </a:lnTo>
                  <a:lnTo>
                    <a:pt x="4082575" y="1963035"/>
                  </a:lnTo>
                  <a:lnTo>
                    <a:pt x="4083431" y="2127216"/>
                  </a:lnTo>
                  <a:lnTo>
                    <a:pt x="4084286" y="2105326"/>
                  </a:lnTo>
                  <a:lnTo>
                    <a:pt x="4085142" y="2067051"/>
                  </a:lnTo>
                  <a:lnTo>
                    <a:pt x="4085997" y="1993938"/>
                  </a:lnTo>
                  <a:lnTo>
                    <a:pt x="4086853" y="2072595"/>
                  </a:lnTo>
                  <a:lnTo>
                    <a:pt x="4087708" y="2125105"/>
                  </a:lnTo>
                  <a:lnTo>
                    <a:pt x="4088564" y="2109331"/>
                  </a:lnTo>
                  <a:lnTo>
                    <a:pt x="4089420" y="2057166"/>
                  </a:lnTo>
                  <a:lnTo>
                    <a:pt x="4090275" y="2116068"/>
                  </a:lnTo>
                  <a:lnTo>
                    <a:pt x="4091131" y="2182728"/>
                  </a:lnTo>
                  <a:lnTo>
                    <a:pt x="4091986" y="2208750"/>
                  </a:lnTo>
                  <a:lnTo>
                    <a:pt x="4092842" y="2147714"/>
                  </a:lnTo>
                  <a:lnTo>
                    <a:pt x="4093697" y="2168647"/>
                  </a:lnTo>
                  <a:lnTo>
                    <a:pt x="4094553" y="2163821"/>
                  </a:lnTo>
                  <a:lnTo>
                    <a:pt x="4095408" y="2157287"/>
                  </a:lnTo>
                  <a:lnTo>
                    <a:pt x="4096264" y="2185126"/>
                  </a:lnTo>
                  <a:lnTo>
                    <a:pt x="4097119" y="2143145"/>
                  </a:lnTo>
                  <a:lnTo>
                    <a:pt x="4097975" y="2076690"/>
                  </a:lnTo>
                  <a:lnTo>
                    <a:pt x="4098830" y="2077931"/>
                  </a:lnTo>
                  <a:lnTo>
                    <a:pt x="4099686" y="2107625"/>
                  </a:lnTo>
                  <a:lnTo>
                    <a:pt x="4100541" y="2173829"/>
                  </a:lnTo>
                  <a:lnTo>
                    <a:pt x="4101397" y="2067875"/>
                  </a:lnTo>
                  <a:lnTo>
                    <a:pt x="4102252" y="2037481"/>
                  </a:lnTo>
                  <a:lnTo>
                    <a:pt x="4103108" y="2001627"/>
                  </a:lnTo>
                  <a:lnTo>
                    <a:pt x="4103963" y="2050353"/>
                  </a:lnTo>
                  <a:lnTo>
                    <a:pt x="4104819" y="2079826"/>
                  </a:lnTo>
                  <a:lnTo>
                    <a:pt x="4105675" y="2036040"/>
                  </a:lnTo>
                  <a:lnTo>
                    <a:pt x="4106530" y="1970243"/>
                  </a:lnTo>
                  <a:lnTo>
                    <a:pt x="4107386" y="2097195"/>
                  </a:lnTo>
                  <a:lnTo>
                    <a:pt x="4108241" y="2096070"/>
                  </a:lnTo>
                  <a:lnTo>
                    <a:pt x="4109097" y="2060895"/>
                  </a:lnTo>
                  <a:lnTo>
                    <a:pt x="4109952" y="1985908"/>
                  </a:lnTo>
                  <a:lnTo>
                    <a:pt x="4110808" y="1981513"/>
                  </a:lnTo>
                  <a:lnTo>
                    <a:pt x="4111663" y="2047112"/>
                  </a:lnTo>
                  <a:lnTo>
                    <a:pt x="4112519" y="1984931"/>
                  </a:lnTo>
                  <a:lnTo>
                    <a:pt x="4113374" y="1931038"/>
                  </a:lnTo>
                  <a:lnTo>
                    <a:pt x="4114230" y="1916054"/>
                  </a:lnTo>
                  <a:lnTo>
                    <a:pt x="4115085" y="1932313"/>
                  </a:lnTo>
                  <a:lnTo>
                    <a:pt x="4115941" y="1895929"/>
                  </a:lnTo>
                  <a:lnTo>
                    <a:pt x="4116796" y="1878254"/>
                  </a:lnTo>
                  <a:lnTo>
                    <a:pt x="4117652" y="1844294"/>
                  </a:lnTo>
                  <a:lnTo>
                    <a:pt x="4118507" y="1852092"/>
                  </a:lnTo>
                  <a:lnTo>
                    <a:pt x="4119363" y="1896427"/>
                  </a:lnTo>
                  <a:lnTo>
                    <a:pt x="4120219" y="1896061"/>
                  </a:lnTo>
                  <a:lnTo>
                    <a:pt x="4121074" y="1951327"/>
                  </a:lnTo>
                  <a:lnTo>
                    <a:pt x="4121930" y="2001875"/>
                  </a:lnTo>
                  <a:lnTo>
                    <a:pt x="4122785" y="2096434"/>
                  </a:lnTo>
                  <a:lnTo>
                    <a:pt x="4123641" y="2123079"/>
                  </a:lnTo>
                  <a:lnTo>
                    <a:pt x="4124496" y="2133378"/>
                  </a:lnTo>
                  <a:lnTo>
                    <a:pt x="4125352" y="2144582"/>
                  </a:lnTo>
                  <a:lnTo>
                    <a:pt x="4126207" y="2143882"/>
                  </a:lnTo>
                  <a:lnTo>
                    <a:pt x="4127063" y="2101163"/>
                  </a:lnTo>
                  <a:lnTo>
                    <a:pt x="4127918" y="2099302"/>
                  </a:lnTo>
                  <a:lnTo>
                    <a:pt x="4128774" y="2106411"/>
                  </a:lnTo>
                  <a:lnTo>
                    <a:pt x="4129629" y="2077105"/>
                  </a:lnTo>
                  <a:lnTo>
                    <a:pt x="4130485" y="2013129"/>
                  </a:lnTo>
                  <a:lnTo>
                    <a:pt x="4131340" y="2006583"/>
                  </a:lnTo>
                  <a:lnTo>
                    <a:pt x="4132196" y="2047030"/>
                  </a:lnTo>
                  <a:lnTo>
                    <a:pt x="4133051" y="2092746"/>
                  </a:lnTo>
                  <a:lnTo>
                    <a:pt x="4133907" y="2100756"/>
                  </a:lnTo>
                  <a:lnTo>
                    <a:pt x="4134762" y="2109003"/>
                  </a:lnTo>
                  <a:lnTo>
                    <a:pt x="4135618" y="2099774"/>
                  </a:lnTo>
                  <a:lnTo>
                    <a:pt x="4136474" y="2016764"/>
                  </a:lnTo>
                  <a:lnTo>
                    <a:pt x="4137329" y="1977139"/>
                  </a:lnTo>
                  <a:lnTo>
                    <a:pt x="4138185" y="2042596"/>
                  </a:lnTo>
                  <a:lnTo>
                    <a:pt x="4139040" y="2082030"/>
                  </a:lnTo>
                  <a:lnTo>
                    <a:pt x="4139896" y="2050669"/>
                  </a:lnTo>
                  <a:lnTo>
                    <a:pt x="4140751" y="2053764"/>
                  </a:lnTo>
                  <a:lnTo>
                    <a:pt x="4141607" y="2064619"/>
                  </a:lnTo>
                  <a:lnTo>
                    <a:pt x="4142462" y="2083301"/>
                  </a:lnTo>
                  <a:lnTo>
                    <a:pt x="4143318" y="2070695"/>
                  </a:lnTo>
                  <a:lnTo>
                    <a:pt x="4144173" y="1943699"/>
                  </a:lnTo>
                  <a:lnTo>
                    <a:pt x="4145029" y="1954135"/>
                  </a:lnTo>
                  <a:lnTo>
                    <a:pt x="4145884" y="1986612"/>
                  </a:lnTo>
                  <a:lnTo>
                    <a:pt x="4146740" y="2074352"/>
                  </a:lnTo>
                  <a:lnTo>
                    <a:pt x="4147595" y="2067960"/>
                  </a:lnTo>
                  <a:lnTo>
                    <a:pt x="4148451" y="2079428"/>
                  </a:lnTo>
                  <a:lnTo>
                    <a:pt x="4149306" y="2105299"/>
                  </a:lnTo>
                  <a:lnTo>
                    <a:pt x="4150162" y="2049741"/>
                  </a:lnTo>
                  <a:lnTo>
                    <a:pt x="4151017" y="1956418"/>
                  </a:lnTo>
                  <a:lnTo>
                    <a:pt x="4151873" y="1978285"/>
                  </a:lnTo>
                  <a:lnTo>
                    <a:pt x="4152729" y="2048079"/>
                  </a:lnTo>
                  <a:lnTo>
                    <a:pt x="4153584" y="2125868"/>
                  </a:lnTo>
                  <a:lnTo>
                    <a:pt x="4154440" y="2083723"/>
                  </a:lnTo>
                  <a:lnTo>
                    <a:pt x="4155295" y="1997882"/>
                  </a:lnTo>
                  <a:lnTo>
                    <a:pt x="4156151" y="2037794"/>
                  </a:lnTo>
                  <a:lnTo>
                    <a:pt x="4157006" y="2058712"/>
                  </a:lnTo>
                  <a:lnTo>
                    <a:pt x="4157862" y="2081227"/>
                  </a:lnTo>
                  <a:lnTo>
                    <a:pt x="4158717" y="2026112"/>
                  </a:lnTo>
                  <a:lnTo>
                    <a:pt x="4159573" y="2003859"/>
                  </a:lnTo>
                  <a:lnTo>
                    <a:pt x="4160428" y="2117695"/>
                  </a:lnTo>
                  <a:lnTo>
                    <a:pt x="4161284" y="2178581"/>
                  </a:lnTo>
                  <a:lnTo>
                    <a:pt x="4162139" y="2195681"/>
                  </a:lnTo>
                  <a:lnTo>
                    <a:pt x="4162995" y="2198820"/>
                  </a:lnTo>
                  <a:lnTo>
                    <a:pt x="4163850" y="2207288"/>
                  </a:lnTo>
                  <a:lnTo>
                    <a:pt x="4164706" y="2233384"/>
                  </a:lnTo>
                  <a:lnTo>
                    <a:pt x="4165561" y="2233212"/>
                  </a:lnTo>
                  <a:lnTo>
                    <a:pt x="4166417" y="2231121"/>
                  </a:lnTo>
                  <a:lnTo>
                    <a:pt x="4167273" y="2190888"/>
                  </a:lnTo>
                  <a:lnTo>
                    <a:pt x="4168128" y="2166722"/>
                  </a:lnTo>
                  <a:lnTo>
                    <a:pt x="4168984" y="2223045"/>
                  </a:lnTo>
                  <a:lnTo>
                    <a:pt x="4169839" y="2237285"/>
                  </a:lnTo>
                  <a:lnTo>
                    <a:pt x="4170695" y="2263864"/>
                  </a:lnTo>
                  <a:lnTo>
                    <a:pt x="4171550" y="2230486"/>
                  </a:lnTo>
                  <a:lnTo>
                    <a:pt x="4172406" y="2226006"/>
                  </a:lnTo>
                  <a:lnTo>
                    <a:pt x="4173261" y="2228292"/>
                  </a:lnTo>
                  <a:lnTo>
                    <a:pt x="4174117" y="2152607"/>
                  </a:lnTo>
                  <a:lnTo>
                    <a:pt x="4174972" y="2166817"/>
                  </a:lnTo>
                  <a:lnTo>
                    <a:pt x="4175828" y="2173859"/>
                  </a:lnTo>
                  <a:lnTo>
                    <a:pt x="4176683" y="2204409"/>
                  </a:lnTo>
                  <a:lnTo>
                    <a:pt x="4177539" y="2223890"/>
                  </a:lnTo>
                  <a:lnTo>
                    <a:pt x="4178394" y="2215906"/>
                  </a:lnTo>
                  <a:lnTo>
                    <a:pt x="4179250" y="2222126"/>
                  </a:lnTo>
                  <a:lnTo>
                    <a:pt x="4180105" y="2218267"/>
                  </a:lnTo>
                  <a:lnTo>
                    <a:pt x="4180961" y="2219593"/>
                  </a:lnTo>
                  <a:lnTo>
                    <a:pt x="4181816" y="2206969"/>
                  </a:lnTo>
                  <a:lnTo>
                    <a:pt x="4182672" y="2211806"/>
                  </a:lnTo>
                  <a:lnTo>
                    <a:pt x="4183528" y="2226418"/>
                  </a:lnTo>
                  <a:lnTo>
                    <a:pt x="4184383" y="2161895"/>
                  </a:lnTo>
                  <a:lnTo>
                    <a:pt x="4185239" y="2188908"/>
                  </a:lnTo>
                  <a:lnTo>
                    <a:pt x="4186094" y="2212938"/>
                  </a:lnTo>
                  <a:lnTo>
                    <a:pt x="4186950" y="2231507"/>
                  </a:lnTo>
                  <a:lnTo>
                    <a:pt x="4187805" y="2234209"/>
                  </a:lnTo>
                  <a:lnTo>
                    <a:pt x="4188661" y="2236873"/>
                  </a:lnTo>
                  <a:lnTo>
                    <a:pt x="4189516" y="2218881"/>
                  </a:lnTo>
                  <a:lnTo>
                    <a:pt x="4190372" y="2252178"/>
                  </a:lnTo>
                  <a:lnTo>
                    <a:pt x="4191227" y="2206076"/>
                  </a:lnTo>
                  <a:lnTo>
                    <a:pt x="4192083" y="2150193"/>
                  </a:lnTo>
                  <a:lnTo>
                    <a:pt x="4192938" y="2202755"/>
                  </a:lnTo>
                  <a:lnTo>
                    <a:pt x="4193794" y="2214905"/>
                  </a:lnTo>
                  <a:lnTo>
                    <a:pt x="4194649" y="2250930"/>
                  </a:lnTo>
                  <a:lnTo>
                    <a:pt x="4195505" y="2247074"/>
                  </a:lnTo>
                  <a:lnTo>
                    <a:pt x="4196360" y="2243560"/>
                  </a:lnTo>
                  <a:lnTo>
                    <a:pt x="4197216" y="2204934"/>
                  </a:lnTo>
                  <a:lnTo>
                    <a:pt x="4198071" y="2211264"/>
                  </a:lnTo>
                  <a:lnTo>
                    <a:pt x="4198927" y="2193467"/>
                  </a:lnTo>
                  <a:lnTo>
                    <a:pt x="4199783" y="2165890"/>
                  </a:lnTo>
                  <a:lnTo>
                    <a:pt x="4200638" y="2148541"/>
                  </a:lnTo>
                  <a:lnTo>
                    <a:pt x="4201494" y="2132174"/>
                  </a:lnTo>
                  <a:lnTo>
                    <a:pt x="4202349" y="2213000"/>
                  </a:lnTo>
                  <a:lnTo>
                    <a:pt x="4203205" y="2195561"/>
                  </a:lnTo>
                  <a:lnTo>
                    <a:pt x="4204060" y="2211786"/>
                  </a:lnTo>
                  <a:lnTo>
                    <a:pt x="4204916" y="2185324"/>
                  </a:lnTo>
                  <a:lnTo>
                    <a:pt x="4205771" y="2137305"/>
                  </a:lnTo>
                  <a:lnTo>
                    <a:pt x="4206627" y="2184879"/>
                  </a:lnTo>
                  <a:lnTo>
                    <a:pt x="4207482" y="2179300"/>
                  </a:lnTo>
                  <a:lnTo>
                    <a:pt x="4208338" y="2173954"/>
                  </a:lnTo>
                  <a:lnTo>
                    <a:pt x="4209193" y="2166541"/>
                  </a:lnTo>
                  <a:lnTo>
                    <a:pt x="4210049" y="2203968"/>
                  </a:lnTo>
                  <a:lnTo>
                    <a:pt x="4210904" y="2204198"/>
                  </a:lnTo>
                  <a:lnTo>
                    <a:pt x="4211760" y="2176655"/>
                  </a:lnTo>
                  <a:lnTo>
                    <a:pt x="4212615" y="2158144"/>
                  </a:lnTo>
                  <a:lnTo>
                    <a:pt x="4213471" y="2134123"/>
                  </a:lnTo>
                  <a:lnTo>
                    <a:pt x="4214326" y="2132633"/>
                  </a:lnTo>
                  <a:lnTo>
                    <a:pt x="4215182" y="2100427"/>
                  </a:lnTo>
                  <a:lnTo>
                    <a:pt x="4216038" y="1936579"/>
                  </a:lnTo>
                  <a:lnTo>
                    <a:pt x="4216893" y="1878535"/>
                  </a:lnTo>
                  <a:lnTo>
                    <a:pt x="4217749" y="1878855"/>
                  </a:lnTo>
                  <a:lnTo>
                    <a:pt x="4218604" y="1893895"/>
                  </a:lnTo>
                  <a:lnTo>
                    <a:pt x="4219460" y="1967130"/>
                  </a:lnTo>
                  <a:lnTo>
                    <a:pt x="4220315" y="1927927"/>
                  </a:lnTo>
                  <a:lnTo>
                    <a:pt x="4221171" y="2008064"/>
                  </a:lnTo>
                  <a:lnTo>
                    <a:pt x="4222026" y="2041743"/>
                  </a:lnTo>
                  <a:lnTo>
                    <a:pt x="4222882" y="2121337"/>
                  </a:lnTo>
                  <a:lnTo>
                    <a:pt x="4223737" y="2184185"/>
                  </a:lnTo>
                  <a:lnTo>
                    <a:pt x="4224593" y="2181158"/>
                  </a:lnTo>
                  <a:lnTo>
                    <a:pt x="4225448" y="2207932"/>
                  </a:lnTo>
                  <a:lnTo>
                    <a:pt x="4226304" y="2239722"/>
                  </a:lnTo>
                  <a:lnTo>
                    <a:pt x="4227159" y="2219422"/>
                  </a:lnTo>
                  <a:lnTo>
                    <a:pt x="4228015" y="2242028"/>
                  </a:lnTo>
                  <a:lnTo>
                    <a:pt x="4228870" y="2215056"/>
                  </a:lnTo>
                  <a:lnTo>
                    <a:pt x="4229726" y="2182395"/>
                  </a:lnTo>
                  <a:lnTo>
                    <a:pt x="4230582" y="2128219"/>
                  </a:lnTo>
                  <a:lnTo>
                    <a:pt x="4231437" y="2150828"/>
                  </a:lnTo>
                  <a:lnTo>
                    <a:pt x="4232293" y="2171514"/>
                  </a:lnTo>
                  <a:lnTo>
                    <a:pt x="4233148" y="2196132"/>
                  </a:lnTo>
                  <a:lnTo>
                    <a:pt x="4234004" y="2181395"/>
                  </a:lnTo>
                  <a:lnTo>
                    <a:pt x="4234859" y="2184741"/>
                  </a:lnTo>
                  <a:lnTo>
                    <a:pt x="4235715" y="2150079"/>
                  </a:lnTo>
                  <a:lnTo>
                    <a:pt x="4236570" y="2114241"/>
                  </a:lnTo>
                  <a:lnTo>
                    <a:pt x="4237426" y="2107612"/>
                  </a:lnTo>
                  <a:lnTo>
                    <a:pt x="4238281" y="2103733"/>
                  </a:lnTo>
                  <a:lnTo>
                    <a:pt x="4239137" y="2138733"/>
                  </a:lnTo>
                  <a:lnTo>
                    <a:pt x="4239992" y="2170750"/>
                  </a:lnTo>
                  <a:lnTo>
                    <a:pt x="4240848" y="2145599"/>
                  </a:lnTo>
                  <a:lnTo>
                    <a:pt x="4241703" y="2113770"/>
                  </a:lnTo>
                  <a:lnTo>
                    <a:pt x="4242559" y="2135820"/>
                  </a:lnTo>
                  <a:lnTo>
                    <a:pt x="4243414" y="2183233"/>
                  </a:lnTo>
                  <a:lnTo>
                    <a:pt x="4244270" y="2221138"/>
                  </a:lnTo>
                  <a:lnTo>
                    <a:pt x="4245125" y="2197255"/>
                  </a:lnTo>
                  <a:lnTo>
                    <a:pt x="4245981" y="2224048"/>
                  </a:lnTo>
                  <a:lnTo>
                    <a:pt x="4246837" y="2210194"/>
                  </a:lnTo>
                  <a:lnTo>
                    <a:pt x="4247692" y="2217246"/>
                  </a:lnTo>
                  <a:lnTo>
                    <a:pt x="4248548" y="2229874"/>
                  </a:lnTo>
                  <a:lnTo>
                    <a:pt x="4249403" y="2259691"/>
                  </a:lnTo>
                  <a:lnTo>
                    <a:pt x="4250259" y="2231997"/>
                  </a:lnTo>
                  <a:lnTo>
                    <a:pt x="4251114" y="2234598"/>
                  </a:lnTo>
                  <a:lnTo>
                    <a:pt x="4251970" y="2222903"/>
                  </a:lnTo>
                  <a:lnTo>
                    <a:pt x="4252825" y="2203179"/>
                  </a:lnTo>
                  <a:lnTo>
                    <a:pt x="4253681" y="2223486"/>
                  </a:lnTo>
                  <a:lnTo>
                    <a:pt x="4254536" y="2229616"/>
                  </a:lnTo>
                  <a:lnTo>
                    <a:pt x="4255392" y="2186683"/>
                  </a:lnTo>
                  <a:lnTo>
                    <a:pt x="4256247" y="2199108"/>
                  </a:lnTo>
                  <a:lnTo>
                    <a:pt x="4257103" y="2207693"/>
                  </a:lnTo>
                  <a:lnTo>
                    <a:pt x="4257958" y="2165376"/>
                  </a:lnTo>
                  <a:lnTo>
                    <a:pt x="4258814" y="2185628"/>
                  </a:lnTo>
                  <a:lnTo>
                    <a:pt x="4259669" y="2147568"/>
                  </a:lnTo>
                  <a:lnTo>
                    <a:pt x="4260525" y="2195617"/>
                  </a:lnTo>
                  <a:lnTo>
                    <a:pt x="4261380" y="2224918"/>
                  </a:lnTo>
                  <a:lnTo>
                    <a:pt x="4262236" y="2214303"/>
                  </a:lnTo>
                  <a:lnTo>
                    <a:pt x="4263092" y="2234830"/>
                  </a:lnTo>
                  <a:lnTo>
                    <a:pt x="4263947" y="2222069"/>
                  </a:lnTo>
                  <a:lnTo>
                    <a:pt x="4264803" y="2205062"/>
                  </a:lnTo>
                  <a:lnTo>
                    <a:pt x="4265658" y="2227051"/>
                  </a:lnTo>
                  <a:lnTo>
                    <a:pt x="4266514" y="2264420"/>
                  </a:lnTo>
                  <a:lnTo>
                    <a:pt x="4267369" y="2292061"/>
                  </a:lnTo>
                  <a:lnTo>
                    <a:pt x="4268225" y="2288645"/>
                  </a:lnTo>
                  <a:lnTo>
                    <a:pt x="4269080" y="2304130"/>
                  </a:lnTo>
                  <a:lnTo>
                    <a:pt x="4269936" y="2304929"/>
                  </a:lnTo>
                  <a:lnTo>
                    <a:pt x="4270791" y="2311260"/>
                  </a:lnTo>
                  <a:lnTo>
                    <a:pt x="4271647" y="2309219"/>
                  </a:lnTo>
                  <a:lnTo>
                    <a:pt x="4272502" y="2281100"/>
                  </a:lnTo>
                  <a:lnTo>
                    <a:pt x="4273358" y="2281544"/>
                  </a:lnTo>
                  <a:lnTo>
                    <a:pt x="4274213" y="2283096"/>
                  </a:lnTo>
                  <a:lnTo>
                    <a:pt x="4275069" y="2285303"/>
                  </a:lnTo>
                  <a:lnTo>
                    <a:pt x="4275924" y="2273288"/>
                  </a:lnTo>
                  <a:lnTo>
                    <a:pt x="4276780" y="2256888"/>
                  </a:lnTo>
                  <a:lnTo>
                    <a:pt x="4277636" y="2259516"/>
                  </a:lnTo>
                  <a:lnTo>
                    <a:pt x="4278491" y="2289860"/>
                  </a:lnTo>
                  <a:lnTo>
                    <a:pt x="4279347" y="2281388"/>
                  </a:lnTo>
                  <a:lnTo>
                    <a:pt x="4280202" y="2275703"/>
                  </a:lnTo>
                  <a:lnTo>
                    <a:pt x="4281058" y="2281808"/>
                  </a:lnTo>
                  <a:lnTo>
                    <a:pt x="4281913" y="2281133"/>
                  </a:lnTo>
                  <a:lnTo>
                    <a:pt x="4282769" y="2311436"/>
                  </a:lnTo>
                  <a:lnTo>
                    <a:pt x="4283624" y="2298284"/>
                  </a:lnTo>
                  <a:lnTo>
                    <a:pt x="4284480" y="2287094"/>
                  </a:lnTo>
                  <a:lnTo>
                    <a:pt x="4285335" y="2328386"/>
                  </a:lnTo>
                  <a:lnTo>
                    <a:pt x="4285335" y="2328386"/>
                  </a:lnTo>
                  <a:lnTo>
                    <a:pt x="4286191" y="2319050"/>
                  </a:lnTo>
                  <a:lnTo>
                    <a:pt x="4287046" y="2328386"/>
                  </a:lnTo>
                  <a:lnTo>
                    <a:pt x="4287046" y="2328386"/>
                  </a:lnTo>
                  <a:lnTo>
                    <a:pt x="4287902" y="2300782"/>
                  </a:lnTo>
                  <a:lnTo>
                    <a:pt x="4288757" y="2318114"/>
                  </a:lnTo>
                  <a:lnTo>
                    <a:pt x="4289613" y="2318048"/>
                  </a:lnTo>
                  <a:lnTo>
                    <a:pt x="4290468" y="2307165"/>
                  </a:lnTo>
                  <a:lnTo>
                    <a:pt x="4291324" y="2308828"/>
                  </a:lnTo>
                  <a:lnTo>
                    <a:pt x="4292179" y="2328386"/>
                  </a:lnTo>
                  <a:lnTo>
                    <a:pt x="4292179" y="2328386"/>
                  </a:lnTo>
                  <a:lnTo>
                    <a:pt x="4293035" y="2328386"/>
                  </a:lnTo>
                  <a:lnTo>
                    <a:pt x="4293891" y="2316798"/>
                  </a:lnTo>
                  <a:lnTo>
                    <a:pt x="4294746" y="2301396"/>
                  </a:lnTo>
                  <a:lnTo>
                    <a:pt x="4295602" y="2311183"/>
                  </a:lnTo>
                  <a:lnTo>
                    <a:pt x="4296457" y="2319847"/>
                  </a:lnTo>
                  <a:lnTo>
                    <a:pt x="4297313" y="2293984"/>
                  </a:lnTo>
                  <a:lnTo>
                    <a:pt x="4298168" y="2266834"/>
                  </a:lnTo>
                  <a:lnTo>
                    <a:pt x="4299024" y="2254790"/>
                  </a:lnTo>
                  <a:lnTo>
                    <a:pt x="4299879" y="2281808"/>
                  </a:lnTo>
                  <a:lnTo>
                    <a:pt x="4300735" y="2297945"/>
                  </a:lnTo>
                  <a:lnTo>
                    <a:pt x="4301590" y="2275014"/>
                  </a:lnTo>
                  <a:lnTo>
                    <a:pt x="4302446" y="2260472"/>
                  </a:lnTo>
                  <a:lnTo>
                    <a:pt x="4303301" y="2224256"/>
                  </a:lnTo>
                  <a:lnTo>
                    <a:pt x="4304157" y="2232737"/>
                  </a:lnTo>
                  <a:lnTo>
                    <a:pt x="4305012" y="2185176"/>
                  </a:lnTo>
                  <a:lnTo>
                    <a:pt x="4305868" y="2168456"/>
                  </a:lnTo>
                  <a:lnTo>
                    <a:pt x="4306723" y="2179811"/>
                  </a:lnTo>
                  <a:lnTo>
                    <a:pt x="4307579" y="2195188"/>
                  </a:lnTo>
                  <a:lnTo>
                    <a:pt x="4308434" y="2232357"/>
                  </a:lnTo>
                  <a:lnTo>
                    <a:pt x="4309290" y="2250849"/>
                  </a:lnTo>
                  <a:lnTo>
                    <a:pt x="4310146" y="2265994"/>
                  </a:lnTo>
                  <a:lnTo>
                    <a:pt x="4311001" y="2282018"/>
                  </a:lnTo>
                  <a:lnTo>
                    <a:pt x="4311857" y="2259971"/>
                  </a:lnTo>
                  <a:lnTo>
                    <a:pt x="4312712" y="2283698"/>
                  </a:lnTo>
                  <a:lnTo>
                    <a:pt x="4313568" y="2294611"/>
                  </a:lnTo>
                  <a:lnTo>
                    <a:pt x="4314423" y="2284821"/>
                  </a:lnTo>
                  <a:lnTo>
                    <a:pt x="4315279" y="2313441"/>
                  </a:lnTo>
                  <a:lnTo>
                    <a:pt x="4316134" y="2298475"/>
                  </a:lnTo>
                  <a:lnTo>
                    <a:pt x="4316990" y="2315314"/>
                  </a:lnTo>
                  <a:lnTo>
                    <a:pt x="4317845" y="2309472"/>
                  </a:lnTo>
                  <a:lnTo>
                    <a:pt x="4318701" y="2302101"/>
                  </a:lnTo>
                  <a:lnTo>
                    <a:pt x="4319556" y="2328386"/>
                  </a:lnTo>
                  <a:lnTo>
                    <a:pt x="4319556" y="2328386"/>
                  </a:lnTo>
                  <a:lnTo>
                    <a:pt x="4320412" y="2323493"/>
                  </a:lnTo>
                  <a:lnTo>
                    <a:pt x="4321267" y="2297944"/>
                  </a:lnTo>
                  <a:lnTo>
                    <a:pt x="4322123" y="2306587"/>
                  </a:lnTo>
                  <a:lnTo>
                    <a:pt x="4322978" y="2291403"/>
                  </a:lnTo>
                  <a:lnTo>
                    <a:pt x="4323834" y="2315432"/>
                  </a:lnTo>
                  <a:lnTo>
                    <a:pt x="4324690" y="2303178"/>
                  </a:lnTo>
                  <a:lnTo>
                    <a:pt x="4325545" y="2269189"/>
                  </a:lnTo>
                  <a:lnTo>
                    <a:pt x="4326401" y="2290864"/>
                  </a:lnTo>
                  <a:lnTo>
                    <a:pt x="4327256" y="2283715"/>
                  </a:lnTo>
                  <a:lnTo>
                    <a:pt x="4328112" y="2297986"/>
                  </a:lnTo>
                  <a:lnTo>
                    <a:pt x="4328967" y="2298784"/>
                  </a:lnTo>
                  <a:lnTo>
                    <a:pt x="4329823" y="2269031"/>
                  </a:lnTo>
                  <a:lnTo>
                    <a:pt x="4330678" y="2289312"/>
                  </a:lnTo>
                  <a:lnTo>
                    <a:pt x="4331534" y="2301973"/>
                  </a:lnTo>
                  <a:lnTo>
                    <a:pt x="4332389" y="2304400"/>
                  </a:lnTo>
                  <a:lnTo>
                    <a:pt x="4333245" y="2315210"/>
                  </a:lnTo>
                  <a:lnTo>
                    <a:pt x="4334100" y="2287265"/>
                  </a:lnTo>
                  <a:lnTo>
                    <a:pt x="4334956" y="2250923"/>
                  </a:lnTo>
                  <a:lnTo>
                    <a:pt x="4335811" y="2248140"/>
                  </a:lnTo>
                  <a:lnTo>
                    <a:pt x="4336667" y="2237058"/>
                  </a:lnTo>
                  <a:lnTo>
                    <a:pt x="4337522" y="2234427"/>
                  </a:lnTo>
                  <a:lnTo>
                    <a:pt x="4338378" y="2228579"/>
                  </a:lnTo>
                  <a:lnTo>
                    <a:pt x="4339233" y="2191695"/>
                  </a:lnTo>
                  <a:lnTo>
                    <a:pt x="4340089" y="2224962"/>
                  </a:lnTo>
                  <a:lnTo>
                    <a:pt x="4340945" y="2258674"/>
                  </a:lnTo>
                  <a:lnTo>
                    <a:pt x="4341800" y="2220491"/>
                  </a:lnTo>
                  <a:lnTo>
                    <a:pt x="4342656" y="2216233"/>
                  </a:lnTo>
                  <a:lnTo>
                    <a:pt x="4343511" y="2201484"/>
                  </a:lnTo>
                  <a:lnTo>
                    <a:pt x="4344367" y="2253808"/>
                  </a:lnTo>
                  <a:lnTo>
                    <a:pt x="4345222" y="2254595"/>
                  </a:lnTo>
                  <a:lnTo>
                    <a:pt x="4346078" y="2246399"/>
                  </a:lnTo>
                  <a:lnTo>
                    <a:pt x="4346933" y="2281173"/>
                  </a:lnTo>
                  <a:lnTo>
                    <a:pt x="4347789" y="2262586"/>
                  </a:lnTo>
                  <a:lnTo>
                    <a:pt x="4348644" y="2258259"/>
                  </a:lnTo>
                  <a:lnTo>
                    <a:pt x="4349500" y="2227912"/>
                  </a:lnTo>
                  <a:lnTo>
                    <a:pt x="4350355" y="2209488"/>
                  </a:lnTo>
                  <a:lnTo>
                    <a:pt x="4351211" y="2216681"/>
                  </a:lnTo>
                  <a:lnTo>
                    <a:pt x="4352066" y="2213577"/>
                  </a:lnTo>
                  <a:lnTo>
                    <a:pt x="4352922" y="2208540"/>
                  </a:lnTo>
                  <a:lnTo>
                    <a:pt x="4353777" y="2236508"/>
                  </a:lnTo>
                  <a:lnTo>
                    <a:pt x="4354633" y="2247864"/>
                  </a:lnTo>
                  <a:lnTo>
                    <a:pt x="4355488" y="2264541"/>
                  </a:lnTo>
                  <a:lnTo>
                    <a:pt x="4356344" y="2223686"/>
                  </a:lnTo>
                  <a:lnTo>
                    <a:pt x="4357200" y="2218001"/>
                  </a:lnTo>
                  <a:lnTo>
                    <a:pt x="4358055" y="2217706"/>
                  </a:lnTo>
                  <a:lnTo>
                    <a:pt x="4358911" y="2193758"/>
                  </a:lnTo>
                  <a:lnTo>
                    <a:pt x="4359766" y="2185703"/>
                  </a:lnTo>
                  <a:lnTo>
                    <a:pt x="4360622" y="2172650"/>
                  </a:lnTo>
                  <a:lnTo>
                    <a:pt x="4361477" y="2217342"/>
                  </a:lnTo>
                  <a:lnTo>
                    <a:pt x="4362333" y="2223745"/>
                  </a:lnTo>
                  <a:lnTo>
                    <a:pt x="4363188" y="2163501"/>
                  </a:lnTo>
                  <a:lnTo>
                    <a:pt x="4364044" y="2168440"/>
                  </a:lnTo>
                  <a:lnTo>
                    <a:pt x="4364899" y="2136081"/>
                  </a:lnTo>
                  <a:lnTo>
                    <a:pt x="4365755" y="2141180"/>
                  </a:lnTo>
                  <a:lnTo>
                    <a:pt x="4366610" y="2159731"/>
                  </a:lnTo>
                  <a:lnTo>
                    <a:pt x="4367466" y="2097406"/>
                  </a:lnTo>
                  <a:lnTo>
                    <a:pt x="4368321" y="2116530"/>
                  </a:lnTo>
                  <a:lnTo>
                    <a:pt x="4369177" y="2150457"/>
                  </a:lnTo>
                  <a:lnTo>
                    <a:pt x="4370032" y="2183457"/>
                  </a:lnTo>
                  <a:lnTo>
                    <a:pt x="4370888" y="2231271"/>
                  </a:lnTo>
                  <a:lnTo>
                    <a:pt x="4371744" y="2235070"/>
                  </a:lnTo>
                  <a:lnTo>
                    <a:pt x="4372599" y="2246721"/>
                  </a:lnTo>
                  <a:lnTo>
                    <a:pt x="4373455" y="2273583"/>
                  </a:lnTo>
                  <a:lnTo>
                    <a:pt x="4374310" y="2259063"/>
                  </a:lnTo>
                  <a:lnTo>
                    <a:pt x="4375166" y="2273533"/>
                  </a:lnTo>
                  <a:lnTo>
                    <a:pt x="4376021" y="2264568"/>
                  </a:lnTo>
                  <a:lnTo>
                    <a:pt x="4376877" y="2231951"/>
                  </a:lnTo>
                  <a:lnTo>
                    <a:pt x="4377732" y="2250728"/>
                  </a:lnTo>
                  <a:lnTo>
                    <a:pt x="4378588" y="2260334"/>
                  </a:lnTo>
                  <a:lnTo>
                    <a:pt x="4379443" y="2262502"/>
                  </a:lnTo>
                  <a:lnTo>
                    <a:pt x="4380299" y="2234911"/>
                  </a:lnTo>
                  <a:lnTo>
                    <a:pt x="4381154" y="2218130"/>
                  </a:lnTo>
                  <a:lnTo>
                    <a:pt x="4382010" y="2240337"/>
                  </a:lnTo>
                  <a:lnTo>
                    <a:pt x="4382865" y="2249469"/>
                  </a:lnTo>
                  <a:lnTo>
                    <a:pt x="4383721" y="2248724"/>
                  </a:lnTo>
                  <a:lnTo>
                    <a:pt x="4384576" y="2209874"/>
                  </a:lnTo>
                  <a:lnTo>
                    <a:pt x="4385432" y="2173183"/>
                  </a:lnTo>
                  <a:lnTo>
                    <a:pt x="4386287" y="2218749"/>
                  </a:lnTo>
                  <a:lnTo>
                    <a:pt x="4387143" y="2191461"/>
                  </a:lnTo>
                  <a:lnTo>
                    <a:pt x="4387999" y="2237174"/>
                  </a:lnTo>
                  <a:lnTo>
                    <a:pt x="4388854" y="2232952"/>
                  </a:lnTo>
                  <a:lnTo>
                    <a:pt x="4389710" y="2210230"/>
                  </a:lnTo>
                  <a:lnTo>
                    <a:pt x="4390565" y="2232439"/>
                  </a:lnTo>
                  <a:lnTo>
                    <a:pt x="4391421" y="2214741"/>
                  </a:lnTo>
                  <a:lnTo>
                    <a:pt x="4392276" y="2211960"/>
                  </a:lnTo>
                  <a:lnTo>
                    <a:pt x="4393132" y="2164268"/>
                  </a:lnTo>
                  <a:lnTo>
                    <a:pt x="4393987" y="2172252"/>
                  </a:lnTo>
                  <a:lnTo>
                    <a:pt x="4394843" y="2177057"/>
                  </a:lnTo>
                  <a:lnTo>
                    <a:pt x="4395698" y="2187288"/>
                  </a:lnTo>
                  <a:lnTo>
                    <a:pt x="4396554" y="2229011"/>
                  </a:lnTo>
                  <a:lnTo>
                    <a:pt x="4397409" y="2228719"/>
                  </a:lnTo>
                  <a:lnTo>
                    <a:pt x="4398265" y="2186834"/>
                  </a:lnTo>
                  <a:lnTo>
                    <a:pt x="4399120" y="2197226"/>
                  </a:lnTo>
                  <a:lnTo>
                    <a:pt x="4399976" y="2215034"/>
                  </a:lnTo>
                  <a:lnTo>
                    <a:pt x="4400831" y="2213763"/>
                  </a:lnTo>
                  <a:lnTo>
                    <a:pt x="4401687" y="2252143"/>
                  </a:lnTo>
                  <a:lnTo>
                    <a:pt x="4402542" y="2249198"/>
                  </a:lnTo>
                  <a:lnTo>
                    <a:pt x="4403398" y="2268051"/>
                  </a:lnTo>
                  <a:lnTo>
                    <a:pt x="4404254" y="2273821"/>
                  </a:lnTo>
                  <a:lnTo>
                    <a:pt x="4405109" y="2226485"/>
                  </a:lnTo>
                  <a:lnTo>
                    <a:pt x="4405965" y="2222247"/>
                  </a:lnTo>
                  <a:lnTo>
                    <a:pt x="4406820" y="2186854"/>
                  </a:lnTo>
                  <a:lnTo>
                    <a:pt x="4407676" y="2190225"/>
                  </a:lnTo>
                  <a:lnTo>
                    <a:pt x="4408531" y="2154960"/>
                  </a:lnTo>
                  <a:lnTo>
                    <a:pt x="4409387" y="2153570"/>
                  </a:lnTo>
                  <a:lnTo>
                    <a:pt x="4410242" y="2185543"/>
                  </a:lnTo>
                  <a:lnTo>
                    <a:pt x="4411098" y="2185853"/>
                  </a:lnTo>
                  <a:lnTo>
                    <a:pt x="4411953" y="2145303"/>
                  </a:lnTo>
                  <a:lnTo>
                    <a:pt x="4412809" y="2193527"/>
                  </a:lnTo>
                  <a:lnTo>
                    <a:pt x="4413664" y="2153334"/>
                  </a:lnTo>
                  <a:lnTo>
                    <a:pt x="4414520" y="2189602"/>
                  </a:lnTo>
                  <a:lnTo>
                    <a:pt x="4415375" y="2182955"/>
                  </a:lnTo>
                  <a:lnTo>
                    <a:pt x="4416231" y="2151337"/>
                  </a:lnTo>
                  <a:lnTo>
                    <a:pt x="4417086" y="2171617"/>
                  </a:lnTo>
                  <a:lnTo>
                    <a:pt x="4417942" y="2216725"/>
                  </a:lnTo>
                  <a:lnTo>
                    <a:pt x="4418798" y="2197501"/>
                  </a:lnTo>
                  <a:lnTo>
                    <a:pt x="4419653" y="2215453"/>
                  </a:lnTo>
                  <a:lnTo>
                    <a:pt x="4420509" y="2164289"/>
                  </a:lnTo>
                  <a:lnTo>
                    <a:pt x="4421364" y="2180344"/>
                  </a:lnTo>
                  <a:lnTo>
                    <a:pt x="4422220" y="2207830"/>
                  </a:lnTo>
                  <a:lnTo>
                    <a:pt x="4423075" y="2196519"/>
                  </a:lnTo>
                  <a:lnTo>
                    <a:pt x="4423931" y="2190025"/>
                  </a:lnTo>
                  <a:lnTo>
                    <a:pt x="4424786" y="2209811"/>
                  </a:lnTo>
                  <a:lnTo>
                    <a:pt x="4425642" y="2221420"/>
                  </a:lnTo>
                  <a:lnTo>
                    <a:pt x="4426497" y="2226787"/>
                  </a:lnTo>
                  <a:lnTo>
                    <a:pt x="4427353" y="2231713"/>
                  </a:lnTo>
                  <a:lnTo>
                    <a:pt x="4428208" y="2279929"/>
                  </a:lnTo>
                  <a:lnTo>
                    <a:pt x="4429064" y="2277001"/>
                  </a:lnTo>
                  <a:lnTo>
                    <a:pt x="4429919" y="2275586"/>
                  </a:lnTo>
                  <a:lnTo>
                    <a:pt x="4430775" y="2289086"/>
                  </a:lnTo>
                  <a:lnTo>
                    <a:pt x="4431630" y="2279019"/>
                  </a:lnTo>
                  <a:lnTo>
                    <a:pt x="4432486" y="2307640"/>
                  </a:lnTo>
                  <a:lnTo>
                    <a:pt x="4433341" y="2301845"/>
                  </a:lnTo>
                  <a:lnTo>
                    <a:pt x="4434197" y="2269986"/>
                  </a:lnTo>
                  <a:lnTo>
                    <a:pt x="4435053" y="2271836"/>
                  </a:lnTo>
                  <a:lnTo>
                    <a:pt x="4435908" y="2251860"/>
                  </a:lnTo>
                  <a:lnTo>
                    <a:pt x="4436764" y="2290418"/>
                  </a:lnTo>
                  <a:lnTo>
                    <a:pt x="4437619" y="2295427"/>
                  </a:lnTo>
                  <a:lnTo>
                    <a:pt x="4438475" y="2302965"/>
                  </a:lnTo>
                  <a:lnTo>
                    <a:pt x="4439330" y="2328386"/>
                  </a:lnTo>
                  <a:lnTo>
                    <a:pt x="4439330" y="2328386"/>
                  </a:lnTo>
                  <a:lnTo>
                    <a:pt x="4440186" y="2309710"/>
                  </a:lnTo>
                  <a:lnTo>
                    <a:pt x="4441041" y="2328386"/>
                  </a:lnTo>
                  <a:lnTo>
                    <a:pt x="4441041" y="2328386"/>
                  </a:lnTo>
                  <a:lnTo>
                    <a:pt x="4441897" y="2328386"/>
                  </a:lnTo>
                  <a:lnTo>
                    <a:pt x="4442752" y="2328386"/>
                  </a:lnTo>
                  <a:lnTo>
                    <a:pt x="4443608" y="2290382"/>
                  </a:lnTo>
                  <a:lnTo>
                    <a:pt x="4444463" y="2288452"/>
                  </a:lnTo>
                  <a:lnTo>
                    <a:pt x="4445319" y="2318670"/>
                  </a:lnTo>
                  <a:lnTo>
                    <a:pt x="4446174" y="2285445"/>
                  </a:lnTo>
                  <a:lnTo>
                    <a:pt x="4447030" y="2281499"/>
                  </a:lnTo>
                  <a:lnTo>
                    <a:pt x="4447885" y="2294059"/>
                  </a:lnTo>
                  <a:lnTo>
                    <a:pt x="4448741" y="2275008"/>
                  </a:lnTo>
                  <a:lnTo>
                    <a:pt x="4449596" y="2274430"/>
                  </a:lnTo>
                  <a:lnTo>
                    <a:pt x="4450452" y="2239577"/>
                  </a:lnTo>
                  <a:lnTo>
                    <a:pt x="4451308" y="2246269"/>
                  </a:lnTo>
                  <a:lnTo>
                    <a:pt x="4452163" y="2264856"/>
                  </a:lnTo>
                  <a:lnTo>
                    <a:pt x="4453019" y="2287469"/>
                  </a:lnTo>
                  <a:lnTo>
                    <a:pt x="4453874" y="2286294"/>
                  </a:lnTo>
                  <a:lnTo>
                    <a:pt x="4454730" y="2286760"/>
                  </a:lnTo>
                  <a:lnTo>
                    <a:pt x="4455585" y="2304690"/>
                  </a:lnTo>
                  <a:lnTo>
                    <a:pt x="4456441" y="2283679"/>
                  </a:lnTo>
                  <a:lnTo>
                    <a:pt x="4457296" y="2290349"/>
                  </a:lnTo>
                  <a:lnTo>
                    <a:pt x="4458152" y="2258837"/>
                  </a:lnTo>
                  <a:lnTo>
                    <a:pt x="4459007" y="2257327"/>
                  </a:lnTo>
                  <a:lnTo>
                    <a:pt x="4459863" y="2235226"/>
                  </a:lnTo>
                  <a:lnTo>
                    <a:pt x="4460718" y="2214542"/>
                  </a:lnTo>
                  <a:lnTo>
                    <a:pt x="4461574" y="2192706"/>
                  </a:lnTo>
                  <a:lnTo>
                    <a:pt x="4462429" y="2199452"/>
                  </a:lnTo>
                  <a:lnTo>
                    <a:pt x="4463285" y="2222691"/>
                  </a:lnTo>
                  <a:lnTo>
                    <a:pt x="4464140" y="2239275"/>
                  </a:lnTo>
                  <a:lnTo>
                    <a:pt x="4464996" y="2241400"/>
                  </a:lnTo>
                  <a:lnTo>
                    <a:pt x="4465851" y="2241817"/>
                  </a:lnTo>
                  <a:lnTo>
                    <a:pt x="4466707" y="2226479"/>
                  </a:lnTo>
                  <a:lnTo>
                    <a:pt x="4467563" y="2215896"/>
                  </a:lnTo>
                  <a:lnTo>
                    <a:pt x="4468418" y="2249861"/>
                  </a:lnTo>
                  <a:lnTo>
                    <a:pt x="4469274" y="2269223"/>
                  </a:lnTo>
                  <a:lnTo>
                    <a:pt x="4470129" y="2294921"/>
                  </a:lnTo>
                  <a:lnTo>
                    <a:pt x="4470985" y="2266615"/>
                  </a:lnTo>
                  <a:lnTo>
                    <a:pt x="4471840" y="2279505"/>
                  </a:lnTo>
                  <a:lnTo>
                    <a:pt x="4472696" y="2282221"/>
                  </a:lnTo>
                  <a:lnTo>
                    <a:pt x="4473551" y="2275919"/>
                  </a:lnTo>
                  <a:lnTo>
                    <a:pt x="4474407" y="2275924"/>
                  </a:lnTo>
                  <a:lnTo>
                    <a:pt x="4475262" y="2260243"/>
                  </a:lnTo>
                  <a:lnTo>
                    <a:pt x="4476118" y="2264259"/>
                  </a:lnTo>
                  <a:lnTo>
                    <a:pt x="4476973" y="2273749"/>
                  </a:lnTo>
                  <a:lnTo>
                    <a:pt x="4477829" y="2245456"/>
                  </a:lnTo>
                  <a:lnTo>
                    <a:pt x="4478684" y="2223276"/>
                  </a:lnTo>
                  <a:lnTo>
                    <a:pt x="4479540" y="2235345"/>
                  </a:lnTo>
                  <a:lnTo>
                    <a:pt x="4480395" y="2244693"/>
                  </a:lnTo>
                  <a:lnTo>
                    <a:pt x="4481251" y="2225095"/>
                  </a:lnTo>
                  <a:lnTo>
                    <a:pt x="4482107" y="2229516"/>
                  </a:lnTo>
                  <a:lnTo>
                    <a:pt x="4482962" y="2224065"/>
                  </a:lnTo>
                  <a:lnTo>
                    <a:pt x="4483818" y="2253105"/>
                  </a:lnTo>
                  <a:lnTo>
                    <a:pt x="4484673" y="2259318"/>
                  </a:lnTo>
                  <a:lnTo>
                    <a:pt x="4485529" y="2224927"/>
                  </a:lnTo>
                  <a:lnTo>
                    <a:pt x="4486384" y="2191178"/>
                  </a:lnTo>
                  <a:lnTo>
                    <a:pt x="4487240" y="2159601"/>
                  </a:lnTo>
                  <a:lnTo>
                    <a:pt x="4488095" y="2182128"/>
                  </a:lnTo>
                  <a:lnTo>
                    <a:pt x="4488951" y="2212356"/>
                  </a:lnTo>
                  <a:lnTo>
                    <a:pt x="4489806" y="2189688"/>
                  </a:lnTo>
                  <a:lnTo>
                    <a:pt x="4490662" y="2244066"/>
                  </a:lnTo>
                  <a:lnTo>
                    <a:pt x="4491517" y="2243663"/>
                  </a:lnTo>
                  <a:lnTo>
                    <a:pt x="4492373" y="2231660"/>
                  </a:lnTo>
                  <a:lnTo>
                    <a:pt x="4493228" y="2248886"/>
                  </a:lnTo>
                  <a:lnTo>
                    <a:pt x="4494084" y="2231716"/>
                  </a:lnTo>
                  <a:lnTo>
                    <a:pt x="4494939" y="2229680"/>
                  </a:lnTo>
                  <a:lnTo>
                    <a:pt x="4495795" y="2195095"/>
                  </a:lnTo>
                  <a:lnTo>
                    <a:pt x="4496650" y="2170923"/>
                  </a:lnTo>
                  <a:lnTo>
                    <a:pt x="4497506" y="2189729"/>
                  </a:lnTo>
                  <a:lnTo>
                    <a:pt x="4498362" y="2179409"/>
                  </a:lnTo>
                  <a:lnTo>
                    <a:pt x="4499217" y="2157234"/>
                  </a:lnTo>
                  <a:lnTo>
                    <a:pt x="4500073" y="2169598"/>
                  </a:lnTo>
                  <a:lnTo>
                    <a:pt x="4500928" y="2171412"/>
                  </a:lnTo>
                  <a:lnTo>
                    <a:pt x="4501784" y="2165813"/>
                  </a:lnTo>
                  <a:lnTo>
                    <a:pt x="4502639" y="2162814"/>
                  </a:lnTo>
                  <a:lnTo>
                    <a:pt x="4503495" y="2164243"/>
                  </a:lnTo>
                  <a:lnTo>
                    <a:pt x="4504350" y="2175066"/>
                  </a:lnTo>
                  <a:lnTo>
                    <a:pt x="4505206" y="2214418"/>
                  </a:lnTo>
                  <a:lnTo>
                    <a:pt x="4506061" y="2226447"/>
                  </a:lnTo>
                  <a:lnTo>
                    <a:pt x="4506917" y="2205571"/>
                  </a:lnTo>
                  <a:lnTo>
                    <a:pt x="4507772" y="2163704"/>
                  </a:lnTo>
                  <a:lnTo>
                    <a:pt x="4508628" y="2200557"/>
                  </a:lnTo>
                  <a:lnTo>
                    <a:pt x="4509483" y="2205635"/>
                  </a:lnTo>
                  <a:lnTo>
                    <a:pt x="4510339" y="2202647"/>
                  </a:lnTo>
                  <a:lnTo>
                    <a:pt x="4511194" y="2226918"/>
                  </a:lnTo>
                  <a:lnTo>
                    <a:pt x="4512050" y="2240763"/>
                  </a:lnTo>
                  <a:lnTo>
                    <a:pt x="4512905" y="2225191"/>
                  </a:lnTo>
                  <a:lnTo>
                    <a:pt x="4513761" y="2248160"/>
                  </a:lnTo>
                  <a:lnTo>
                    <a:pt x="4514617" y="2201711"/>
                  </a:lnTo>
                  <a:lnTo>
                    <a:pt x="4515472" y="2254477"/>
                  </a:lnTo>
                  <a:lnTo>
                    <a:pt x="4516328" y="2255072"/>
                  </a:lnTo>
                  <a:lnTo>
                    <a:pt x="4517183" y="2249592"/>
                  </a:lnTo>
                  <a:lnTo>
                    <a:pt x="4518039" y="2249503"/>
                  </a:lnTo>
                  <a:lnTo>
                    <a:pt x="4518894" y="2229669"/>
                  </a:lnTo>
                  <a:lnTo>
                    <a:pt x="4519750" y="2275111"/>
                  </a:lnTo>
                  <a:lnTo>
                    <a:pt x="4520605" y="2284855"/>
                  </a:lnTo>
                  <a:lnTo>
                    <a:pt x="4521461" y="2267863"/>
                  </a:lnTo>
                  <a:lnTo>
                    <a:pt x="4522316" y="2265714"/>
                  </a:lnTo>
                  <a:lnTo>
                    <a:pt x="4523172" y="2236615"/>
                  </a:lnTo>
                  <a:lnTo>
                    <a:pt x="4524027" y="2276665"/>
                  </a:lnTo>
                  <a:lnTo>
                    <a:pt x="4524883" y="2285201"/>
                  </a:lnTo>
                  <a:lnTo>
                    <a:pt x="4525738" y="2284240"/>
                  </a:lnTo>
                  <a:lnTo>
                    <a:pt x="4526594" y="2323196"/>
                  </a:lnTo>
                  <a:lnTo>
                    <a:pt x="4527449" y="2309489"/>
                  </a:lnTo>
                  <a:lnTo>
                    <a:pt x="4528305" y="2308700"/>
                  </a:lnTo>
                  <a:lnTo>
                    <a:pt x="4529161" y="2279512"/>
                  </a:lnTo>
                  <a:lnTo>
                    <a:pt x="4530016" y="2257320"/>
                  </a:lnTo>
                  <a:lnTo>
                    <a:pt x="4530872" y="2287522"/>
                  </a:lnTo>
                  <a:lnTo>
                    <a:pt x="4531727" y="2288090"/>
                  </a:lnTo>
                  <a:lnTo>
                    <a:pt x="4532583" y="2274845"/>
                  </a:lnTo>
                  <a:lnTo>
                    <a:pt x="4533438" y="2213870"/>
                  </a:lnTo>
                  <a:lnTo>
                    <a:pt x="4534294" y="2221655"/>
                  </a:lnTo>
                  <a:lnTo>
                    <a:pt x="4535149" y="2205436"/>
                  </a:lnTo>
                  <a:lnTo>
                    <a:pt x="4536005" y="2197559"/>
                  </a:lnTo>
                  <a:lnTo>
                    <a:pt x="4536860" y="2144743"/>
                  </a:lnTo>
                  <a:lnTo>
                    <a:pt x="4537716" y="2088115"/>
                  </a:lnTo>
                  <a:lnTo>
                    <a:pt x="4538571" y="2051583"/>
                  </a:lnTo>
                  <a:lnTo>
                    <a:pt x="4539427" y="2047169"/>
                  </a:lnTo>
                  <a:lnTo>
                    <a:pt x="4540282" y="2086084"/>
                  </a:lnTo>
                  <a:lnTo>
                    <a:pt x="4541138" y="2060521"/>
                  </a:lnTo>
                  <a:lnTo>
                    <a:pt x="4541993" y="2077079"/>
                  </a:lnTo>
                  <a:lnTo>
                    <a:pt x="4542849" y="2089975"/>
                  </a:lnTo>
                  <a:lnTo>
                    <a:pt x="4543704" y="2121246"/>
                  </a:lnTo>
                  <a:lnTo>
                    <a:pt x="4544560" y="2155024"/>
                  </a:lnTo>
                  <a:lnTo>
                    <a:pt x="4545416" y="2128734"/>
                  </a:lnTo>
                  <a:lnTo>
                    <a:pt x="4546271" y="2188162"/>
                  </a:lnTo>
                  <a:lnTo>
                    <a:pt x="4547127" y="2201822"/>
                  </a:lnTo>
                  <a:lnTo>
                    <a:pt x="4547982" y="2202869"/>
                  </a:lnTo>
                  <a:lnTo>
                    <a:pt x="4548838" y="2199597"/>
                  </a:lnTo>
                  <a:lnTo>
                    <a:pt x="4549693" y="2194505"/>
                  </a:lnTo>
                  <a:lnTo>
                    <a:pt x="4550549" y="2213428"/>
                  </a:lnTo>
                  <a:lnTo>
                    <a:pt x="4551404" y="2245949"/>
                  </a:lnTo>
                  <a:lnTo>
                    <a:pt x="4552260" y="2217250"/>
                  </a:lnTo>
                  <a:lnTo>
                    <a:pt x="4553115" y="2235977"/>
                  </a:lnTo>
                  <a:lnTo>
                    <a:pt x="4553971" y="2254886"/>
                  </a:lnTo>
                  <a:lnTo>
                    <a:pt x="4554826" y="2259043"/>
                  </a:lnTo>
                  <a:lnTo>
                    <a:pt x="4555682" y="2233663"/>
                  </a:lnTo>
                  <a:lnTo>
                    <a:pt x="4556537" y="2188433"/>
                  </a:lnTo>
                  <a:lnTo>
                    <a:pt x="4557393" y="2190132"/>
                  </a:lnTo>
                  <a:lnTo>
                    <a:pt x="4558248" y="2230890"/>
                  </a:lnTo>
                  <a:lnTo>
                    <a:pt x="4559104" y="2179861"/>
                  </a:lnTo>
                  <a:lnTo>
                    <a:pt x="4559959" y="2189487"/>
                  </a:lnTo>
                  <a:lnTo>
                    <a:pt x="4560815" y="2195357"/>
                  </a:lnTo>
                  <a:lnTo>
                    <a:pt x="4561671" y="2223173"/>
                  </a:lnTo>
                  <a:lnTo>
                    <a:pt x="4562526" y="2272965"/>
                  </a:lnTo>
                  <a:lnTo>
                    <a:pt x="4563382" y="2255773"/>
                  </a:lnTo>
                  <a:lnTo>
                    <a:pt x="4564237" y="2276634"/>
                  </a:lnTo>
                  <a:lnTo>
                    <a:pt x="4565093" y="2270025"/>
                  </a:lnTo>
                  <a:lnTo>
                    <a:pt x="4565948" y="2253187"/>
                  </a:lnTo>
                  <a:lnTo>
                    <a:pt x="4566804" y="2252210"/>
                  </a:lnTo>
                  <a:lnTo>
                    <a:pt x="4567659" y="2218426"/>
                  </a:lnTo>
                  <a:lnTo>
                    <a:pt x="4568515" y="2240037"/>
                  </a:lnTo>
                  <a:lnTo>
                    <a:pt x="4569370" y="2237632"/>
                  </a:lnTo>
                  <a:lnTo>
                    <a:pt x="4570226" y="2270998"/>
                  </a:lnTo>
                  <a:lnTo>
                    <a:pt x="4571081" y="2259759"/>
                  </a:lnTo>
                  <a:lnTo>
                    <a:pt x="4571937" y="2238822"/>
                  </a:lnTo>
                  <a:lnTo>
                    <a:pt x="4572792" y="2235965"/>
                  </a:lnTo>
                  <a:lnTo>
                    <a:pt x="4573648" y="2210286"/>
                  </a:lnTo>
                  <a:lnTo>
                    <a:pt x="4574503" y="2232853"/>
                  </a:lnTo>
                  <a:lnTo>
                    <a:pt x="4575359" y="2192441"/>
                  </a:lnTo>
                  <a:lnTo>
                    <a:pt x="4576215" y="2213382"/>
                  </a:lnTo>
                  <a:lnTo>
                    <a:pt x="4577070" y="2193786"/>
                  </a:lnTo>
                  <a:lnTo>
                    <a:pt x="4577926" y="2209042"/>
                  </a:lnTo>
                  <a:lnTo>
                    <a:pt x="4578781" y="2207149"/>
                  </a:lnTo>
                  <a:lnTo>
                    <a:pt x="4579637" y="2173875"/>
                  </a:lnTo>
                  <a:lnTo>
                    <a:pt x="4580492" y="2165979"/>
                  </a:lnTo>
                  <a:lnTo>
                    <a:pt x="4581348" y="2101502"/>
                  </a:lnTo>
                  <a:lnTo>
                    <a:pt x="4582203" y="2133868"/>
                  </a:lnTo>
                  <a:lnTo>
                    <a:pt x="4583059" y="2155885"/>
                  </a:lnTo>
                  <a:lnTo>
                    <a:pt x="4583914" y="2127061"/>
                  </a:lnTo>
                  <a:lnTo>
                    <a:pt x="4584770" y="2155442"/>
                  </a:lnTo>
                  <a:lnTo>
                    <a:pt x="4585625" y="2152087"/>
                  </a:lnTo>
                  <a:lnTo>
                    <a:pt x="4586481" y="2192776"/>
                  </a:lnTo>
                  <a:lnTo>
                    <a:pt x="4587336" y="2195263"/>
                  </a:lnTo>
                  <a:lnTo>
                    <a:pt x="4588192" y="2177047"/>
                  </a:lnTo>
                  <a:lnTo>
                    <a:pt x="4589047" y="2219709"/>
                  </a:lnTo>
                  <a:lnTo>
                    <a:pt x="4589903" y="2131150"/>
                  </a:lnTo>
                  <a:lnTo>
                    <a:pt x="4590758" y="2165992"/>
                  </a:lnTo>
                  <a:lnTo>
                    <a:pt x="4591614" y="2153525"/>
                  </a:lnTo>
                  <a:lnTo>
                    <a:pt x="4592470" y="2117627"/>
                  </a:lnTo>
                  <a:lnTo>
                    <a:pt x="4593325" y="2148947"/>
                  </a:lnTo>
                  <a:lnTo>
                    <a:pt x="4594181" y="2120607"/>
                  </a:lnTo>
                  <a:lnTo>
                    <a:pt x="4595036" y="2119000"/>
                  </a:lnTo>
                  <a:lnTo>
                    <a:pt x="4595892" y="2097003"/>
                  </a:lnTo>
                  <a:lnTo>
                    <a:pt x="4596747" y="2077106"/>
                  </a:lnTo>
                  <a:lnTo>
                    <a:pt x="4597603" y="2098555"/>
                  </a:lnTo>
                  <a:lnTo>
                    <a:pt x="4598458" y="2119348"/>
                  </a:lnTo>
                  <a:lnTo>
                    <a:pt x="4599314" y="2064249"/>
                  </a:lnTo>
                  <a:lnTo>
                    <a:pt x="4600169" y="2106640"/>
                  </a:lnTo>
                  <a:lnTo>
                    <a:pt x="4601025" y="2061166"/>
                  </a:lnTo>
                  <a:lnTo>
                    <a:pt x="4601880" y="2101889"/>
                  </a:lnTo>
                  <a:lnTo>
                    <a:pt x="4602736" y="2107099"/>
                  </a:lnTo>
                  <a:lnTo>
                    <a:pt x="4603591" y="2105190"/>
                  </a:lnTo>
                  <a:lnTo>
                    <a:pt x="4604447" y="2105374"/>
                  </a:lnTo>
                  <a:lnTo>
                    <a:pt x="4605302" y="2102930"/>
                  </a:lnTo>
                  <a:lnTo>
                    <a:pt x="4606158" y="2172550"/>
                  </a:lnTo>
                  <a:lnTo>
                    <a:pt x="4607013" y="2134037"/>
                  </a:lnTo>
                  <a:lnTo>
                    <a:pt x="4607869" y="2104780"/>
                  </a:lnTo>
                  <a:lnTo>
                    <a:pt x="4608725" y="2108433"/>
                  </a:lnTo>
                  <a:lnTo>
                    <a:pt x="4609580" y="2159945"/>
                  </a:lnTo>
                  <a:lnTo>
                    <a:pt x="4610436" y="2167911"/>
                  </a:lnTo>
                  <a:lnTo>
                    <a:pt x="4611291" y="2176654"/>
                  </a:lnTo>
                  <a:lnTo>
                    <a:pt x="4612147" y="2128372"/>
                  </a:lnTo>
                  <a:lnTo>
                    <a:pt x="4613002" y="2183781"/>
                  </a:lnTo>
                  <a:lnTo>
                    <a:pt x="4613858" y="2185406"/>
                  </a:lnTo>
                  <a:lnTo>
                    <a:pt x="4614713" y="2173485"/>
                  </a:lnTo>
                  <a:lnTo>
                    <a:pt x="4615569" y="2170462"/>
                  </a:lnTo>
                  <a:lnTo>
                    <a:pt x="4616424" y="2165073"/>
                  </a:lnTo>
                  <a:lnTo>
                    <a:pt x="4617280" y="2211021"/>
                  </a:lnTo>
                  <a:lnTo>
                    <a:pt x="4618135" y="2213498"/>
                  </a:lnTo>
                  <a:lnTo>
                    <a:pt x="4618991" y="2174176"/>
                  </a:lnTo>
                  <a:lnTo>
                    <a:pt x="4619846" y="2172819"/>
                  </a:lnTo>
                  <a:lnTo>
                    <a:pt x="4620702" y="2190228"/>
                  </a:lnTo>
                  <a:lnTo>
                    <a:pt x="4621557" y="2188849"/>
                  </a:lnTo>
                  <a:lnTo>
                    <a:pt x="4622413" y="2200834"/>
                  </a:lnTo>
                  <a:lnTo>
                    <a:pt x="4623269" y="2220206"/>
                  </a:lnTo>
                  <a:lnTo>
                    <a:pt x="4624124" y="2214201"/>
                  </a:lnTo>
                  <a:lnTo>
                    <a:pt x="4624980" y="2226343"/>
                  </a:lnTo>
                  <a:lnTo>
                    <a:pt x="4625835" y="2221872"/>
                  </a:lnTo>
                  <a:lnTo>
                    <a:pt x="4626691" y="2182910"/>
                  </a:lnTo>
                  <a:lnTo>
                    <a:pt x="4627546" y="2196684"/>
                  </a:lnTo>
                  <a:lnTo>
                    <a:pt x="4628402" y="2147746"/>
                  </a:lnTo>
                  <a:lnTo>
                    <a:pt x="4629257" y="2170135"/>
                  </a:lnTo>
                  <a:lnTo>
                    <a:pt x="4630113" y="2141472"/>
                  </a:lnTo>
                  <a:lnTo>
                    <a:pt x="4630968" y="2155058"/>
                  </a:lnTo>
                  <a:lnTo>
                    <a:pt x="4631824" y="2211943"/>
                  </a:lnTo>
                  <a:lnTo>
                    <a:pt x="4632679" y="2223948"/>
                  </a:lnTo>
                  <a:lnTo>
                    <a:pt x="4633535" y="2254784"/>
                  </a:lnTo>
                  <a:lnTo>
                    <a:pt x="4634390" y="2228000"/>
                  </a:lnTo>
                  <a:lnTo>
                    <a:pt x="4635246" y="2211645"/>
                  </a:lnTo>
                  <a:lnTo>
                    <a:pt x="4636101" y="2192615"/>
                  </a:lnTo>
                  <a:lnTo>
                    <a:pt x="4636957" y="2194832"/>
                  </a:lnTo>
                  <a:lnTo>
                    <a:pt x="4637812" y="2219817"/>
                  </a:lnTo>
                  <a:lnTo>
                    <a:pt x="4638668" y="2181115"/>
                  </a:lnTo>
                  <a:lnTo>
                    <a:pt x="4639524" y="2152984"/>
                  </a:lnTo>
                  <a:lnTo>
                    <a:pt x="4640379" y="2156364"/>
                  </a:lnTo>
                  <a:lnTo>
                    <a:pt x="4641235" y="2094011"/>
                  </a:lnTo>
                  <a:lnTo>
                    <a:pt x="4642090" y="2074362"/>
                  </a:lnTo>
                  <a:lnTo>
                    <a:pt x="4642946" y="2038862"/>
                  </a:lnTo>
                  <a:lnTo>
                    <a:pt x="4643801" y="2062638"/>
                  </a:lnTo>
                  <a:lnTo>
                    <a:pt x="4644657" y="2037858"/>
                  </a:lnTo>
                  <a:lnTo>
                    <a:pt x="4645512" y="2017064"/>
                  </a:lnTo>
                  <a:lnTo>
                    <a:pt x="4646368" y="2061595"/>
                  </a:lnTo>
                  <a:lnTo>
                    <a:pt x="4647223" y="2038902"/>
                  </a:lnTo>
                  <a:lnTo>
                    <a:pt x="4648079" y="2045111"/>
                  </a:lnTo>
                  <a:lnTo>
                    <a:pt x="4648934" y="2044382"/>
                  </a:lnTo>
                  <a:lnTo>
                    <a:pt x="4649790" y="2050539"/>
                  </a:lnTo>
                  <a:lnTo>
                    <a:pt x="4650645" y="2121607"/>
                  </a:lnTo>
                  <a:lnTo>
                    <a:pt x="4651501" y="2113670"/>
                  </a:lnTo>
                  <a:lnTo>
                    <a:pt x="4652356" y="2153490"/>
                  </a:lnTo>
                  <a:lnTo>
                    <a:pt x="4653212" y="2153533"/>
                  </a:lnTo>
                  <a:lnTo>
                    <a:pt x="4654067" y="2164627"/>
                  </a:lnTo>
                  <a:lnTo>
                    <a:pt x="4654923" y="2176013"/>
                  </a:lnTo>
                  <a:lnTo>
                    <a:pt x="4655779" y="2203229"/>
                  </a:lnTo>
                  <a:lnTo>
                    <a:pt x="4656634" y="2230715"/>
                  </a:lnTo>
                  <a:lnTo>
                    <a:pt x="4657490" y="2244240"/>
                  </a:lnTo>
                  <a:lnTo>
                    <a:pt x="4658345" y="2243395"/>
                  </a:lnTo>
                  <a:lnTo>
                    <a:pt x="4659201" y="2257599"/>
                  </a:lnTo>
                  <a:lnTo>
                    <a:pt x="4660056" y="2242858"/>
                  </a:lnTo>
                  <a:lnTo>
                    <a:pt x="4660912" y="2230172"/>
                  </a:lnTo>
                  <a:lnTo>
                    <a:pt x="4661767" y="2239712"/>
                  </a:lnTo>
                  <a:lnTo>
                    <a:pt x="4662623" y="2234211"/>
                  </a:lnTo>
                  <a:lnTo>
                    <a:pt x="4663478" y="2240800"/>
                  </a:lnTo>
                  <a:lnTo>
                    <a:pt x="4664334" y="2235874"/>
                  </a:lnTo>
                  <a:lnTo>
                    <a:pt x="4665189" y="2281965"/>
                  </a:lnTo>
                  <a:lnTo>
                    <a:pt x="4666045" y="2280604"/>
                  </a:lnTo>
                  <a:lnTo>
                    <a:pt x="4666900" y="2257136"/>
                  </a:lnTo>
                  <a:lnTo>
                    <a:pt x="4667756" y="2234563"/>
                  </a:lnTo>
                  <a:lnTo>
                    <a:pt x="4668611" y="2238080"/>
                  </a:lnTo>
                  <a:lnTo>
                    <a:pt x="4669467" y="2290011"/>
                  </a:lnTo>
                  <a:lnTo>
                    <a:pt x="4670322" y="2294147"/>
                  </a:lnTo>
                  <a:lnTo>
                    <a:pt x="4671178" y="2241449"/>
                  </a:lnTo>
                  <a:lnTo>
                    <a:pt x="4672034" y="2200172"/>
                  </a:lnTo>
                  <a:lnTo>
                    <a:pt x="4672889" y="2269111"/>
                  </a:lnTo>
                  <a:lnTo>
                    <a:pt x="4673745" y="2278504"/>
                  </a:lnTo>
                  <a:lnTo>
                    <a:pt x="4674600" y="2258276"/>
                  </a:lnTo>
                  <a:lnTo>
                    <a:pt x="4675456" y="2237259"/>
                  </a:lnTo>
                  <a:lnTo>
                    <a:pt x="4676311" y="2252370"/>
                  </a:lnTo>
                  <a:lnTo>
                    <a:pt x="4677167" y="2271425"/>
                  </a:lnTo>
                  <a:lnTo>
                    <a:pt x="4678022" y="2260083"/>
                  </a:lnTo>
                  <a:lnTo>
                    <a:pt x="4678878" y="2275540"/>
                  </a:lnTo>
                  <a:lnTo>
                    <a:pt x="4679733" y="2255534"/>
                  </a:lnTo>
                  <a:lnTo>
                    <a:pt x="4680589" y="2237837"/>
                  </a:lnTo>
                  <a:lnTo>
                    <a:pt x="4681444" y="2243560"/>
                  </a:lnTo>
                  <a:lnTo>
                    <a:pt x="4682300" y="2235752"/>
                  </a:lnTo>
                  <a:lnTo>
                    <a:pt x="4683155" y="2287940"/>
                  </a:lnTo>
                  <a:lnTo>
                    <a:pt x="4684011" y="2263285"/>
                  </a:lnTo>
                  <a:lnTo>
                    <a:pt x="4684866" y="2290971"/>
                  </a:lnTo>
                  <a:lnTo>
                    <a:pt x="4685722" y="2280605"/>
                  </a:lnTo>
                  <a:lnTo>
                    <a:pt x="4686578" y="2279890"/>
                  </a:lnTo>
                  <a:lnTo>
                    <a:pt x="4687433" y="2243374"/>
                  </a:lnTo>
                  <a:lnTo>
                    <a:pt x="4688289" y="2231201"/>
                  </a:lnTo>
                  <a:lnTo>
                    <a:pt x="4689144" y="2222146"/>
                  </a:lnTo>
                  <a:lnTo>
                    <a:pt x="4690000" y="2205054"/>
                  </a:lnTo>
                  <a:lnTo>
                    <a:pt x="4690855" y="2205295"/>
                  </a:lnTo>
                  <a:lnTo>
                    <a:pt x="4691711" y="2167948"/>
                  </a:lnTo>
                  <a:lnTo>
                    <a:pt x="4692566" y="2212374"/>
                  </a:lnTo>
                  <a:lnTo>
                    <a:pt x="4693422" y="2200431"/>
                  </a:lnTo>
                  <a:lnTo>
                    <a:pt x="4694277" y="2232075"/>
                  </a:lnTo>
                  <a:lnTo>
                    <a:pt x="4695133" y="2172603"/>
                  </a:lnTo>
                  <a:lnTo>
                    <a:pt x="4695988" y="2113008"/>
                  </a:lnTo>
                  <a:lnTo>
                    <a:pt x="4696844" y="2116643"/>
                  </a:lnTo>
                  <a:lnTo>
                    <a:pt x="4697699" y="2085337"/>
                  </a:lnTo>
                  <a:lnTo>
                    <a:pt x="4698555" y="2099339"/>
                  </a:lnTo>
                  <a:lnTo>
                    <a:pt x="4699410" y="2091140"/>
                  </a:lnTo>
                  <a:lnTo>
                    <a:pt x="4700266" y="2070341"/>
                  </a:lnTo>
                  <a:lnTo>
                    <a:pt x="4701121" y="2090707"/>
                  </a:lnTo>
                  <a:lnTo>
                    <a:pt x="4701977" y="2071744"/>
                  </a:lnTo>
                  <a:lnTo>
                    <a:pt x="4702833" y="2058082"/>
                  </a:lnTo>
                  <a:lnTo>
                    <a:pt x="4703688" y="2071740"/>
                  </a:lnTo>
                  <a:lnTo>
                    <a:pt x="4704544" y="2019780"/>
                  </a:lnTo>
                  <a:lnTo>
                    <a:pt x="4705399" y="2041112"/>
                  </a:lnTo>
                  <a:lnTo>
                    <a:pt x="4706255" y="2051126"/>
                  </a:lnTo>
                  <a:lnTo>
                    <a:pt x="4707110" y="1978940"/>
                  </a:lnTo>
                  <a:lnTo>
                    <a:pt x="4707966" y="1967474"/>
                  </a:lnTo>
                  <a:lnTo>
                    <a:pt x="4708821" y="1951876"/>
                  </a:lnTo>
                  <a:lnTo>
                    <a:pt x="4709677" y="1941393"/>
                  </a:lnTo>
                  <a:lnTo>
                    <a:pt x="4710532" y="1996721"/>
                  </a:lnTo>
                  <a:lnTo>
                    <a:pt x="4711388" y="1941378"/>
                  </a:lnTo>
                  <a:lnTo>
                    <a:pt x="4712243" y="1975705"/>
                  </a:lnTo>
                  <a:lnTo>
                    <a:pt x="4713099" y="2078997"/>
                  </a:lnTo>
                  <a:lnTo>
                    <a:pt x="4713954" y="2069332"/>
                  </a:lnTo>
                  <a:lnTo>
                    <a:pt x="4714810" y="2035145"/>
                  </a:lnTo>
                  <a:lnTo>
                    <a:pt x="4715665" y="2012607"/>
                  </a:lnTo>
                  <a:lnTo>
                    <a:pt x="4716521" y="2118250"/>
                  </a:lnTo>
                  <a:lnTo>
                    <a:pt x="4717376" y="2098265"/>
                  </a:lnTo>
                  <a:lnTo>
                    <a:pt x="4718232" y="2128202"/>
                  </a:lnTo>
                  <a:lnTo>
                    <a:pt x="4719088" y="2164489"/>
                  </a:lnTo>
                  <a:lnTo>
                    <a:pt x="4719943" y="2204404"/>
                  </a:lnTo>
                  <a:lnTo>
                    <a:pt x="4720799" y="2257841"/>
                  </a:lnTo>
                  <a:lnTo>
                    <a:pt x="4721654" y="2230787"/>
                  </a:lnTo>
                  <a:lnTo>
                    <a:pt x="4722510" y="2238582"/>
                  </a:lnTo>
                  <a:lnTo>
                    <a:pt x="4723365" y="2232552"/>
                  </a:lnTo>
                  <a:lnTo>
                    <a:pt x="4724221" y="2224817"/>
                  </a:lnTo>
                  <a:lnTo>
                    <a:pt x="4725076" y="2243243"/>
                  </a:lnTo>
                  <a:lnTo>
                    <a:pt x="4725932" y="2223919"/>
                  </a:lnTo>
                  <a:lnTo>
                    <a:pt x="4726787" y="2231366"/>
                  </a:lnTo>
                  <a:lnTo>
                    <a:pt x="4727643" y="2219666"/>
                  </a:lnTo>
                  <a:lnTo>
                    <a:pt x="4728498" y="2235833"/>
                  </a:lnTo>
                  <a:lnTo>
                    <a:pt x="4729354" y="2248111"/>
                  </a:lnTo>
                  <a:lnTo>
                    <a:pt x="4730209" y="2238204"/>
                  </a:lnTo>
                  <a:lnTo>
                    <a:pt x="4731065" y="2252699"/>
                  </a:lnTo>
                  <a:lnTo>
                    <a:pt x="4731920" y="2245931"/>
                  </a:lnTo>
                  <a:lnTo>
                    <a:pt x="4732776" y="2219294"/>
                  </a:lnTo>
                  <a:lnTo>
                    <a:pt x="4733632" y="2225435"/>
                  </a:lnTo>
                  <a:lnTo>
                    <a:pt x="4734487" y="2233045"/>
                  </a:lnTo>
                  <a:lnTo>
                    <a:pt x="4735343" y="2247172"/>
                  </a:lnTo>
                  <a:lnTo>
                    <a:pt x="4736198" y="2248002"/>
                  </a:lnTo>
                  <a:lnTo>
                    <a:pt x="4737054" y="2271660"/>
                  </a:lnTo>
                  <a:lnTo>
                    <a:pt x="4737909" y="2312009"/>
                  </a:lnTo>
                  <a:lnTo>
                    <a:pt x="4738765" y="2269006"/>
                  </a:lnTo>
                  <a:lnTo>
                    <a:pt x="4739620" y="2241496"/>
                  </a:lnTo>
                  <a:lnTo>
                    <a:pt x="4740476" y="2227212"/>
                  </a:lnTo>
                  <a:lnTo>
                    <a:pt x="4741331" y="2229851"/>
                  </a:lnTo>
                  <a:lnTo>
                    <a:pt x="4742187" y="2305652"/>
                  </a:lnTo>
                  <a:lnTo>
                    <a:pt x="4743042" y="2299677"/>
                  </a:lnTo>
                  <a:lnTo>
                    <a:pt x="4743898" y="2241699"/>
                  </a:lnTo>
                  <a:lnTo>
                    <a:pt x="4744753" y="2235653"/>
                  </a:lnTo>
                  <a:lnTo>
                    <a:pt x="4745609" y="2181755"/>
                  </a:lnTo>
                  <a:lnTo>
                    <a:pt x="4746464" y="2254802"/>
                  </a:lnTo>
                  <a:lnTo>
                    <a:pt x="4747320" y="2228506"/>
                  </a:lnTo>
                  <a:lnTo>
                    <a:pt x="4748175" y="2204533"/>
                  </a:lnTo>
                  <a:lnTo>
                    <a:pt x="4749031" y="2210199"/>
                  </a:lnTo>
                  <a:lnTo>
                    <a:pt x="4749887" y="2220375"/>
                  </a:lnTo>
                  <a:lnTo>
                    <a:pt x="4750742" y="2254414"/>
                  </a:lnTo>
                  <a:lnTo>
                    <a:pt x="4751598" y="2266781"/>
                  </a:lnTo>
                  <a:lnTo>
                    <a:pt x="4752453" y="2306505"/>
                  </a:lnTo>
                  <a:lnTo>
                    <a:pt x="4753309" y="2280139"/>
                  </a:lnTo>
                  <a:lnTo>
                    <a:pt x="4754164" y="2245831"/>
                  </a:lnTo>
                  <a:lnTo>
                    <a:pt x="4755020" y="2263540"/>
                  </a:lnTo>
                  <a:lnTo>
                    <a:pt x="4755875" y="2256496"/>
                  </a:lnTo>
                  <a:lnTo>
                    <a:pt x="4756731" y="2261394"/>
                  </a:lnTo>
                  <a:lnTo>
                    <a:pt x="4757586" y="2269490"/>
                  </a:lnTo>
                  <a:lnTo>
                    <a:pt x="4758442" y="2261820"/>
                  </a:lnTo>
                  <a:lnTo>
                    <a:pt x="4759297" y="2256721"/>
                  </a:lnTo>
                  <a:lnTo>
                    <a:pt x="4760153" y="2256454"/>
                  </a:lnTo>
                  <a:lnTo>
                    <a:pt x="4761008" y="2219307"/>
                  </a:lnTo>
                  <a:lnTo>
                    <a:pt x="4761864" y="2253506"/>
                  </a:lnTo>
                  <a:lnTo>
                    <a:pt x="4762719" y="2229590"/>
                  </a:lnTo>
                  <a:lnTo>
                    <a:pt x="4763575" y="2233156"/>
                  </a:lnTo>
                  <a:lnTo>
                    <a:pt x="4764430" y="2206273"/>
                  </a:lnTo>
                  <a:lnTo>
                    <a:pt x="4765286" y="2184765"/>
                  </a:lnTo>
                  <a:lnTo>
                    <a:pt x="4766142" y="2208464"/>
                  </a:lnTo>
                  <a:lnTo>
                    <a:pt x="4766997" y="2164663"/>
                  </a:lnTo>
                  <a:lnTo>
                    <a:pt x="4767853" y="2152946"/>
                  </a:lnTo>
                  <a:lnTo>
                    <a:pt x="4768708" y="2101506"/>
                  </a:lnTo>
                  <a:lnTo>
                    <a:pt x="4769564" y="2176768"/>
                  </a:lnTo>
                  <a:lnTo>
                    <a:pt x="4770419" y="2194041"/>
                  </a:lnTo>
                  <a:lnTo>
                    <a:pt x="4771275" y="2178137"/>
                  </a:lnTo>
                  <a:lnTo>
                    <a:pt x="4772130" y="2148568"/>
                  </a:lnTo>
                  <a:lnTo>
                    <a:pt x="4772986" y="2156430"/>
                  </a:lnTo>
                  <a:lnTo>
                    <a:pt x="4773841" y="2167278"/>
                  </a:lnTo>
                  <a:lnTo>
                    <a:pt x="4774697" y="2210077"/>
                  </a:lnTo>
                  <a:lnTo>
                    <a:pt x="4775552" y="2198876"/>
                  </a:lnTo>
                  <a:lnTo>
                    <a:pt x="4776408" y="2195938"/>
                  </a:lnTo>
                  <a:lnTo>
                    <a:pt x="4777263" y="2178043"/>
                  </a:lnTo>
                  <a:lnTo>
                    <a:pt x="4778119" y="2195394"/>
                  </a:lnTo>
                  <a:lnTo>
                    <a:pt x="4778974" y="2227689"/>
                  </a:lnTo>
                  <a:lnTo>
                    <a:pt x="4779830" y="2222209"/>
                  </a:lnTo>
                  <a:lnTo>
                    <a:pt x="4780686" y="2226180"/>
                  </a:lnTo>
                  <a:lnTo>
                    <a:pt x="4781541" y="2242794"/>
                  </a:lnTo>
                  <a:lnTo>
                    <a:pt x="4782397" y="2246416"/>
                  </a:lnTo>
                  <a:lnTo>
                    <a:pt x="4783252" y="2242330"/>
                  </a:lnTo>
                  <a:lnTo>
                    <a:pt x="4784108" y="2234948"/>
                  </a:lnTo>
                  <a:lnTo>
                    <a:pt x="4784963" y="2219545"/>
                  </a:lnTo>
                  <a:lnTo>
                    <a:pt x="4785819" y="2168219"/>
                  </a:lnTo>
                  <a:lnTo>
                    <a:pt x="4786674" y="2161071"/>
                  </a:lnTo>
                  <a:lnTo>
                    <a:pt x="4787530" y="2161389"/>
                  </a:lnTo>
                  <a:lnTo>
                    <a:pt x="4788385" y="2152349"/>
                  </a:lnTo>
                  <a:lnTo>
                    <a:pt x="4789241" y="2140792"/>
                  </a:lnTo>
                  <a:lnTo>
                    <a:pt x="4790096" y="2104662"/>
                  </a:lnTo>
                  <a:lnTo>
                    <a:pt x="4790952" y="2137613"/>
                  </a:lnTo>
                  <a:lnTo>
                    <a:pt x="4791807" y="2168596"/>
                  </a:lnTo>
                  <a:lnTo>
                    <a:pt x="4792663" y="2151232"/>
                  </a:lnTo>
                  <a:lnTo>
                    <a:pt x="4793518" y="2130727"/>
                  </a:lnTo>
                  <a:lnTo>
                    <a:pt x="4794374" y="2114016"/>
                  </a:lnTo>
                  <a:lnTo>
                    <a:pt x="4795229" y="2167507"/>
                  </a:lnTo>
                  <a:lnTo>
                    <a:pt x="4796085" y="2212300"/>
                  </a:lnTo>
                  <a:lnTo>
                    <a:pt x="4796941" y="2227047"/>
                  </a:lnTo>
                  <a:lnTo>
                    <a:pt x="4797796" y="2233635"/>
                  </a:lnTo>
                  <a:lnTo>
                    <a:pt x="4798652" y="2201169"/>
                  </a:lnTo>
                  <a:lnTo>
                    <a:pt x="4799507" y="2216162"/>
                  </a:lnTo>
                  <a:lnTo>
                    <a:pt x="4800363" y="2199601"/>
                  </a:lnTo>
                  <a:lnTo>
                    <a:pt x="4801218" y="2152282"/>
                  </a:lnTo>
                  <a:lnTo>
                    <a:pt x="4802074" y="2147328"/>
                  </a:lnTo>
                  <a:lnTo>
                    <a:pt x="4802929" y="2137456"/>
                  </a:lnTo>
                  <a:lnTo>
                    <a:pt x="4803785" y="2205122"/>
                  </a:lnTo>
                  <a:lnTo>
                    <a:pt x="4804640" y="2225498"/>
                  </a:lnTo>
                  <a:lnTo>
                    <a:pt x="4805496" y="2175230"/>
                  </a:lnTo>
                  <a:lnTo>
                    <a:pt x="4806351" y="2177503"/>
                  </a:lnTo>
                  <a:lnTo>
                    <a:pt x="4807207" y="2116334"/>
                  </a:lnTo>
                  <a:lnTo>
                    <a:pt x="4808062" y="2130020"/>
                  </a:lnTo>
                  <a:lnTo>
                    <a:pt x="4808918" y="2117819"/>
                  </a:lnTo>
                  <a:lnTo>
                    <a:pt x="4809773" y="2114930"/>
                  </a:lnTo>
                  <a:lnTo>
                    <a:pt x="4810629" y="2185790"/>
                  </a:lnTo>
                  <a:lnTo>
                    <a:pt x="4811484" y="2198044"/>
                  </a:lnTo>
                  <a:lnTo>
                    <a:pt x="4812340" y="2224281"/>
                  </a:lnTo>
                  <a:lnTo>
                    <a:pt x="4813196" y="2241653"/>
                  </a:lnTo>
                  <a:lnTo>
                    <a:pt x="4814051" y="2192652"/>
                  </a:lnTo>
                  <a:lnTo>
                    <a:pt x="4814907" y="2240129"/>
                  </a:lnTo>
                  <a:lnTo>
                    <a:pt x="4815762" y="2272010"/>
                  </a:lnTo>
                  <a:lnTo>
                    <a:pt x="4816618" y="2242460"/>
                  </a:lnTo>
                  <a:lnTo>
                    <a:pt x="4817473" y="2231100"/>
                  </a:lnTo>
                  <a:lnTo>
                    <a:pt x="4818329" y="2181697"/>
                  </a:lnTo>
                  <a:lnTo>
                    <a:pt x="4819184" y="2264403"/>
                  </a:lnTo>
                  <a:lnTo>
                    <a:pt x="4820040" y="2187625"/>
                  </a:lnTo>
                  <a:lnTo>
                    <a:pt x="4820895" y="2181217"/>
                  </a:lnTo>
                  <a:lnTo>
                    <a:pt x="4821751" y="2158458"/>
                  </a:lnTo>
                  <a:lnTo>
                    <a:pt x="4822606" y="2110950"/>
                  </a:lnTo>
                  <a:lnTo>
                    <a:pt x="4823462" y="2120671"/>
                  </a:lnTo>
                  <a:lnTo>
                    <a:pt x="4824317" y="2080113"/>
                  </a:lnTo>
                  <a:lnTo>
                    <a:pt x="4825173" y="2036070"/>
                  </a:lnTo>
                  <a:lnTo>
                    <a:pt x="4826028" y="2068656"/>
                  </a:lnTo>
                  <a:lnTo>
                    <a:pt x="4826884" y="2081657"/>
                  </a:lnTo>
                  <a:lnTo>
                    <a:pt x="4827740" y="2107653"/>
                  </a:lnTo>
                  <a:lnTo>
                    <a:pt x="4828595" y="2060786"/>
                  </a:lnTo>
                  <a:lnTo>
                    <a:pt x="4829451" y="2076178"/>
                  </a:lnTo>
                  <a:lnTo>
                    <a:pt x="4830306" y="2111283"/>
                  </a:lnTo>
                  <a:lnTo>
                    <a:pt x="4831162" y="2121930"/>
                  </a:lnTo>
                  <a:lnTo>
                    <a:pt x="4832017" y="2079387"/>
                  </a:lnTo>
                  <a:lnTo>
                    <a:pt x="4832873" y="2030435"/>
                  </a:lnTo>
                  <a:lnTo>
                    <a:pt x="4833728" y="2061896"/>
                  </a:lnTo>
                  <a:lnTo>
                    <a:pt x="4834584" y="2050394"/>
                  </a:lnTo>
                  <a:lnTo>
                    <a:pt x="4835439" y="2110846"/>
                  </a:lnTo>
                  <a:lnTo>
                    <a:pt x="4836295" y="2099368"/>
                  </a:lnTo>
                  <a:lnTo>
                    <a:pt x="4837150" y="2116142"/>
                  </a:lnTo>
                  <a:lnTo>
                    <a:pt x="4838006" y="2164585"/>
                  </a:lnTo>
                  <a:lnTo>
                    <a:pt x="4838861" y="2169913"/>
                  </a:lnTo>
                  <a:lnTo>
                    <a:pt x="4839717" y="2196369"/>
                  </a:lnTo>
                  <a:lnTo>
                    <a:pt x="4840572" y="2215601"/>
                  </a:lnTo>
                  <a:lnTo>
                    <a:pt x="4841428" y="2239766"/>
                  </a:lnTo>
                  <a:lnTo>
                    <a:pt x="4842283" y="2228096"/>
                  </a:lnTo>
                  <a:lnTo>
                    <a:pt x="4843139" y="2211605"/>
                  </a:lnTo>
                  <a:lnTo>
                    <a:pt x="4843995" y="2242867"/>
                  </a:lnTo>
                  <a:lnTo>
                    <a:pt x="4844850" y="2185159"/>
                  </a:lnTo>
                  <a:lnTo>
                    <a:pt x="4845706" y="2212381"/>
                  </a:lnTo>
                  <a:lnTo>
                    <a:pt x="4846561" y="2253495"/>
                  </a:lnTo>
                  <a:lnTo>
                    <a:pt x="4847417" y="2237384"/>
                  </a:lnTo>
                  <a:lnTo>
                    <a:pt x="4848272" y="2234971"/>
                  </a:lnTo>
                  <a:lnTo>
                    <a:pt x="4849128" y="2238285"/>
                  </a:lnTo>
                  <a:lnTo>
                    <a:pt x="4849983" y="2203426"/>
                  </a:lnTo>
                  <a:lnTo>
                    <a:pt x="4850839" y="2205653"/>
                  </a:lnTo>
                  <a:lnTo>
                    <a:pt x="4851694" y="2135829"/>
                  </a:lnTo>
                  <a:lnTo>
                    <a:pt x="4852550" y="2091411"/>
                  </a:lnTo>
                  <a:lnTo>
                    <a:pt x="4853405" y="2110152"/>
                  </a:lnTo>
                  <a:lnTo>
                    <a:pt x="4854261" y="2113889"/>
                  </a:lnTo>
                  <a:lnTo>
                    <a:pt x="4855116" y="2104559"/>
                  </a:lnTo>
                  <a:lnTo>
                    <a:pt x="4855972" y="2176336"/>
                  </a:lnTo>
                  <a:lnTo>
                    <a:pt x="4856827" y="2164897"/>
                  </a:lnTo>
                  <a:lnTo>
                    <a:pt x="4857683" y="2180137"/>
                  </a:lnTo>
                  <a:lnTo>
                    <a:pt x="4858538" y="2142287"/>
                  </a:lnTo>
                  <a:lnTo>
                    <a:pt x="4859394" y="2152407"/>
                  </a:lnTo>
                  <a:lnTo>
                    <a:pt x="4860250" y="2143761"/>
                  </a:lnTo>
                  <a:lnTo>
                    <a:pt x="4861105" y="2096558"/>
                  </a:lnTo>
                  <a:lnTo>
                    <a:pt x="4861961" y="2142388"/>
                  </a:lnTo>
                  <a:lnTo>
                    <a:pt x="4862816" y="2117679"/>
                  </a:lnTo>
                  <a:lnTo>
                    <a:pt x="4863672" y="2153805"/>
                  </a:lnTo>
                  <a:lnTo>
                    <a:pt x="4864527" y="2163506"/>
                  </a:lnTo>
                  <a:lnTo>
                    <a:pt x="4865383" y="2091067"/>
                  </a:lnTo>
                  <a:lnTo>
                    <a:pt x="4866238" y="2186172"/>
                  </a:lnTo>
                  <a:lnTo>
                    <a:pt x="4867094" y="2157218"/>
                  </a:lnTo>
                  <a:lnTo>
                    <a:pt x="4867949" y="2140870"/>
                  </a:lnTo>
                  <a:lnTo>
                    <a:pt x="4868805" y="2211506"/>
                  </a:lnTo>
                  <a:lnTo>
                    <a:pt x="4869660" y="2089548"/>
                  </a:lnTo>
                  <a:lnTo>
                    <a:pt x="4870516" y="2080138"/>
                  </a:lnTo>
                  <a:lnTo>
                    <a:pt x="4871371" y="2086251"/>
                  </a:lnTo>
                  <a:lnTo>
                    <a:pt x="4872227" y="2016084"/>
                  </a:lnTo>
                  <a:lnTo>
                    <a:pt x="4873082" y="2053266"/>
                  </a:lnTo>
                  <a:lnTo>
                    <a:pt x="4873938" y="2025403"/>
                  </a:lnTo>
                  <a:lnTo>
                    <a:pt x="4874793" y="1976381"/>
                  </a:lnTo>
                  <a:lnTo>
                    <a:pt x="4875649" y="1964182"/>
                  </a:lnTo>
                  <a:lnTo>
                    <a:pt x="4876505" y="1929285"/>
                  </a:lnTo>
                  <a:lnTo>
                    <a:pt x="4877360" y="2002035"/>
                  </a:lnTo>
                  <a:lnTo>
                    <a:pt x="4878216" y="1989492"/>
                  </a:lnTo>
                  <a:lnTo>
                    <a:pt x="4879071" y="2004372"/>
                  </a:lnTo>
                  <a:lnTo>
                    <a:pt x="4879927" y="2128518"/>
                  </a:lnTo>
                  <a:lnTo>
                    <a:pt x="4880782" y="2078610"/>
                  </a:lnTo>
                  <a:lnTo>
                    <a:pt x="4881638" y="2062279"/>
                  </a:lnTo>
                  <a:lnTo>
                    <a:pt x="4882493" y="1985354"/>
                  </a:lnTo>
                  <a:lnTo>
                    <a:pt x="4883349" y="1939687"/>
                  </a:lnTo>
                  <a:lnTo>
                    <a:pt x="4884204" y="1967985"/>
                  </a:lnTo>
                  <a:lnTo>
                    <a:pt x="4885060" y="1936730"/>
                  </a:lnTo>
                  <a:lnTo>
                    <a:pt x="4885915" y="1927840"/>
                  </a:lnTo>
                  <a:lnTo>
                    <a:pt x="4886771" y="1908922"/>
                  </a:lnTo>
                  <a:lnTo>
                    <a:pt x="4887626" y="1922298"/>
                  </a:lnTo>
                  <a:lnTo>
                    <a:pt x="4888482" y="2013129"/>
                  </a:lnTo>
                  <a:lnTo>
                    <a:pt x="4889337" y="1992575"/>
                  </a:lnTo>
                  <a:lnTo>
                    <a:pt x="4890193" y="2021412"/>
                  </a:lnTo>
                  <a:lnTo>
                    <a:pt x="4891049" y="1979269"/>
                  </a:lnTo>
                  <a:lnTo>
                    <a:pt x="4891904" y="1959601"/>
                  </a:lnTo>
                  <a:lnTo>
                    <a:pt x="4892760" y="1999410"/>
                  </a:lnTo>
                  <a:lnTo>
                    <a:pt x="4893615" y="1983437"/>
                  </a:lnTo>
                  <a:lnTo>
                    <a:pt x="4894471" y="2074419"/>
                  </a:lnTo>
                  <a:lnTo>
                    <a:pt x="4895326" y="2129815"/>
                  </a:lnTo>
                  <a:lnTo>
                    <a:pt x="4896182" y="2114447"/>
                  </a:lnTo>
                  <a:lnTo>
                    <a:pt x="4897037" y="2064132"/>
                  </a:lnTo>
                  <a:lnTo>
                    <a:pt x="4897893" y="2045785"/>
                  </a:lnTo>
                  <a:lnTo>
                    <a:pt x="4898748" y="2050066"/>
                  </a:lnTo>
                  <a:lnTo>
                    <a:pt x="4899604" y="2007230"/>
                  </a:lnTo>
                  <a:lnTo>
                    <a:pt x="4900459" y="2009841"/>
                  </a:lnTo>
                  <a:lnTo>
                    <a:pt x="4901315" y="2016562"/>
                  </a:lnTo>
                  <a:lnTo>
                    <a:pt x="4902170" y="1942016"/>
                  </a:lnTo>
                  <a:lnTo>
                    <a:pt x="4903026" y="1998006"/>
                  </a:lnTo>
                  <a:lnTo>
                    <a:pt x="4903881" y="1954912"/>
                  </a:lnTo>
                  <a:lnTo>
                    <a:pt x="4904737" y="1947618"/>
                  </a:lnTo>
                  <a:lnTo>
                    <a:pt x="4905592" y="1916191"/>
                  </a:lnTo>
                  <a:lnTo>
                    <a:pt x="4906448" y="1904331"/>
                  </a:lnTo>
                  <a:lnTo>
                    <a:pt x="4907304" y="1919947"/>
                  </a:lnTo>
                  <a:lnTo>
                    <a:pt x="4908159" y="1928139"/>
                  </a:lnTo>
                  <a:lnTo>
                    <a:pt x="4909015" y="1947948"/>
                  </a:lnTo>
                  <a:lnTo>
                    <a:pt x="4909870" y="1943311"/>
                  </a:lnTo>
                  <a:lnTo>
                    <a:pt x="4910726" y="2000446"/>
                  </a:lnTo>
                  <a:lnTo>
                    <a:pt x="4911581" y="2038200"/>
                  </a:lnTo>
                  <a:lnTo>
                    <a:pt x="4912437" y="2022165"/>
                  </a:lnTo>
                  <a:lnTo>
                    <a:pt x="4913292" y="2073026"/>
                  </a:lnTo>
                  <a:lnTo>
                    <a:pt x="4914148" y="2068768"/>
                  </a:lnTo>
                  <a:lnTo>
                    <a:pt x="4915003" y="2054074"/>
                  </a:lnTo>
                  <a:lnTo>
                    <a:pt x="4915859" y="2059804"/>
                  </a:lnTo>
                  <a:lnTo>
                    <a:pt x="4916714" y="2098959"/>
                  </a:lnTo>
                  <a:lnTo>
                    <a:pt x="4917570" y="2125123"/>
                  </a:lnTo>
                  <a:lnTo>
                    <a:pt x="4918425" y="2133950"/>
                  </a:lnTo>
                  <a:lnTo>
                    <a:pt x="4919281" y="2090604"/>
                  </a:lnTo>
                  <a:lnTo>
                    <a:pt x="4920136" y="2132568"/>
                  </a:lnTo>
                  <a:lnTo>
                    <a:pt x="4920992" y="2096960"/>
                  </a:lnTo>
                  <a:lnTo>
                    <a:pt x="4921847" y="2114942"/>
                  </a:lnTo>
                  <a:lnTo>
                    <a:pt x="4922703" y="2159929"/>
                  </a:lnTo>
                  <a:lnTo>
                    <a:pt x="4923559" y="2041576"/>
                  </a:lnTo>
                  <a:lnTo>
                    <a:pt x="4924414" y="2128763"/>
                  </a:lnTo>
                  <a:lnTo>
                    <a:pt x="4925270" y="2070728"/>
                  </a:lnTo>
                  <a:lnTo>
                    <a:pt x="4926125" y="2010508"/>
                  </a:lnTo>
                  <a:lnTo>
                    <a:pt x="4926981" y="2009183"/>
                  </a:lnTo>
                  <a:lnTo>
                    <a:pt x="4927836" y="1957053"/>
                  </a:lnTo>
                  <a:lnTo>
                    <a:pt x="4928692" y="2004787"/>
                  </a:lnTo>
                  <a:lnTo>
                    <a:pt x="4929547" y="1985585"/>
                  </a:lnTo>
                  <a:lnTo>
                    <a:pt x="4930403" y="2019142"/>
                  </a:lnTo>
                  <a:lnTo>
                    <a:pt x="4931258" y="2034243"/>
                  </a:lnTo>
                  <a:lnTo>
                    <a:pt x="4932114" y="2031433"/>
                  </a:lnTo>
                  <a:lnTo>
                    <a:pt x="4932969" y="2032186"/>
                  </a:lnTo>
                  <a:lnTo>
                    <a:pt x="4933825" y="1988426"/>
                  </a:lnTo>
                  <a:lnTo>
                    <a:pt x="4934680" y="1970080"/>
                  </a:lnTo>
                  <a:lnTo>
                    <a:pt x="4935536" y="1996397"/>
                  </a:lnTo>
                  <a:lnTo>
                    <a:pt x="4936391" y="1983913"/>
                  </a:lnTo>
                  <a:lnTo>
                    <a:pt x="4937247" y="1949314"/>
                  </a:lnTo>
                  <a:lnTo>
                    <a:pt x="4938103" y="1946640"/>
                  </a:lnTo>
                  <a:lnTo>
                    <a:pt x="4938958" y="1921585"/>
                  </a:lnTo>
                  <a:lnTo>
                    <a:pt x="4939814" y="1895788"/>
                  </a:lnTo>
                  <a:lnTo>
                    <a:pt x="4940669" y="1858625"/>
                  </a:lnTo>
                  <a:lnTo>
                    <a:pt x="4941525" y="1886219"/>
                  </a:lnTo>
                  <a:lnTo>
                    <a:pt x="4942380" y="1853563"/>
                  </a:lnTo>
                  <a:lnTo>
                    <a:pt x="4943236" y="1888347"/>
                  </a:lnTo>
                  <a:lnTo>
                    <a:pt x="4944091" y="1866576"/>
                  </a:lnTo>
                  <a:lnTo>
                    <a:pt x="4944947" y="1924588"/>
                  </a:lnTo>
                  <a:lnTo>
                    <a:pt x="4945802" y="1896420"/>
                  </a:lnTo>
                  <a:lnTo>
                    <a:pt x="4946658" y="1898076"/>
                  </a:lnTo>
                  <a:lnTo>
                    <a:pt x="4947513" y="1945025"/>
                  </a:lnTo>
                  <a:lnTo>
                    <a:pt x="4948369" y="1871446"/>
                  </a:lnTo>
                  <a:lnTo>
                    <a:pt x="4949224" y="1929731"/>
                  </a:lnTo>
                  <a:lnTo>
                    <a:pt x="4950080" y="1932782"/>
                  </a:lnTo>
                  <a:lnTo>
                    <a:pt x="4950935" y="1925294"/>
                  </a:lnTo>
                  <a:lnTo>
                    <a:pt x="4951791" y="1933585"/>
                  </a:lnTo>
                  <a:lnTo>
                    <a:pt x="4952646" y="1935018"/>
                  </a:lnTo>
                  <a:lnTo>
                    <a:pt x="4953502" y="1951254"/>
                  </a:lnTo>
                  <a:lnTo>
                    <a:pt x="4954358" y="1963992"/>
                  </a:lnTo>
                  <a:lnTo>
                    <a:pt x="4955213" y="1952048"/>
                  </a:lnTo>
                  <a:lnTo>
                    <a:pt x="4956069" y="1936200"/>
                  </a:lnTo>
                  <a:lnTo>
                    <a:pt x="4956924" y="1911356"/>
                  </a:lnTo>
                  <a:lnTo>
                    <a:pt x="4957780" y="1964547"/>
                  </a:lnTo>
                  <a:lnTo>
                    <a:pt x="4958635" y="1923856"/>
                  </a:lnTo>
                  <a:lnTo>
                    <a:pt x="4959491" y="1979334"/>
                  </a:lnTo>
                  <a:lnTo>
                    <a:pt x="4960346" y="1984544"/>
                  </a:lnTo>
                  <a:lnTo>
                    <a:pt x="4961202" y="2006781"/>
                  </a:lnTo>
                  <a:lnTo>
                    <a:pt x="4962057" y="2003862"/>
                  </a:lnTo>
                  <a:lnTo>
                    <a:pt x="4962913" y="1976581"/>
                  </a:lnTo>
                  <a:lnTo>
                    <a:pt x="4963768" y="1999609"/>
                  </a:lnTo>
                  <a:lnTo>
                    <a:pt x="4964624" y="1962882"/>
                  </a:lnTo>
                  <a:lnTo>
                    <a:pt x="4965479" y="1934910"/>
                  </a:lnTo>
                  <a:lnTo>
                    <a:pt x="4966335" y="1975157"/>
                  </a:lnTo>
                  <a:lnTo>
                    <a:pt x="4967190" y="1889772"/>
                  </a:lnTo>
                  <a:lnTo>
                    <a:pt x="4968046" y="1953081"/>
                  </a:lnTo>
                  <a:lnTo>
                    <a:pt x="4968901" y="1931565"/>
                  </a:lnTo>
                  <a:lnTo>
                    <a:pt x="4969757" y="1711014"/>
                  </a:lnTo>
                  <a:lnTo>
                    <a:pt x="4970613" y="1775131"/>
                  </a:lnTo>
                  <a:lnTo>
                    <a:pt x="4971468" y="1728261"/>
                  </a:lnTo>
                  <a:lnTo>
                    <a:pt x="4972324" y="1779360"/>
                  </a:lnTo>
                  <a:lnTo>
                    <a:pt x="4973179" y="1758055"/>
                  </a:lnTo>
                  <a:lnTo>
                    <a:pt x="4974035" y="1708578"/>
                  </a:lnTo>
                  <a:lnTo>
                    <a:pt x="4974890" y="1694659"/>
                  </a:lnTo>
                  <a:lnTo>
                    <a:pt x="4975746" y="1658584"/>
                  </a:lnTo>
                  <a:lnTo>
                    <a:pt x="4976601" y="1654871"/>
                  </a:lnTo>
                  <a:lnTo>
                    <a:pt x="4977457" y="1645636"/>
                  </a:lnTo>
                  <a:lnTo>
                    <a:pt x="4978312" y="1679211"/>
                  </a:lnTo>
                  <a:lnTo>
                    <a:pt x="4979168" y="1686197"/>
                  </a:lnTo>
                  <a:lnTo>
                    <a:pt x="4980023" y="1692782"/>
                  </a:lnTo>
                  <a:lnTo>
                    <a:pt x="4980879" y="1683718"/>
                  </a:lnTo>
                  <a:lnTo>
                    <a:pt x="4981734" y="1633557"/>
                  </a:lnTo>
                  <a:lnTo>
                    <a:pt x="4982590" y="1650233"/>
                  </a:lnTo>
                  <a:lnTo>
                    <a:pt x="4983445" y="1637960"/>
                  </a:lnTo>
                  <a:lnTo>
                    <a:pt x="4984301" y="1622217"/>
                  </a:lnTo>
                  <a:lnTo>
                    <a:pt x="4985157" y="1642886"/>
                  </a:lnTo>
                  <a:lnTo>
                    <a:pt x="4986012" y="1692614"/>
                  </a:lnTo>
                  <a:lnTo>
                    <a:pt x="4986868" y="1740417"/>
                  </a:lnTo>
                  <a:lnTo>
                    <a:pt x="4987723" y="1717199"/>
                  </a:lnTo>
                  <a:lnTo>
                    <a:pt x="4988579" y="1721012"/>
                  </a:lnTo>
                  <a:lnTo>
                    <a:pt x="4989434" y="1712013"/>
                  </a:lnTo>
                  <a:lnTo>
                    <a:pt x="4990290" y="1798324"/>
                  </a:lnTo>
                  <a:lnTo>
                    <a:pt x="4991145" y="1793046"/>
                  </a:lnTo>
                  <a:lnTo>
                    <a:pt x="4992001" y="1820620"/>
                  </a:lnTo>
                  <a:lnTo>
                    <a:pt x="4992856" y="1902219"/>
                  </a:lnTo>
                  <a:lnTo>
                    <a:pt x="4993712" y="1896279"/>
                  </a:lnTo>
                  <a:lnTo>
                    <a:pt x="4994567" y="1884107"/>
                  </a:lnTo>
                  <a:lnTo>
                    <a:pt x="4995423" y="1770732"/>
                  </a:lnTo>
                  <a:lnTo>
                    <a:pt x="4996278" y="1757188"/>
                  </a:lnTo>
                  <a:lnTo>
                    <a:pt x="4997134" y="1749960"/>
                  </a:lnTo>
                  <a:lnTo>
                    <a:pt x="4997989" y="1678343"/>
                  </a:lnTo>
                  <a:lnTo>
                    <a:pt x="4998845" y="1690165"/>
                  </a:lnTo>
                  <a:lnTo>
                    <a:pt x="4999700" y="1645361"/>
                  </a:lnTo>
                  <a:lnTo>
                    <a:pt x="5000556" y="1715682"/>
                  </a:lnTo>
                  <a:lnTo>
                    <a:pt x="5001412" y="1710969"/>
                  </a:lnTo>
                  <a:lnTo>
                    <a:pt x="5002267" y="1684278"/>
                  </a:lnTo>
                  <a:lnTo>
                    <a:pt x="5003123" y="1794716"/>
                  </a:lnTo>
                  <a:lnTo>
                    <a:pt x="5003978" y="1821887"/>
                  </a:lnTo>
                  <a:lnTo>
                    <a:pt x="5004834" y="1911798"/>
                  </a:lnTo>
                  <a:lnTo>
                    <a:pt x="5005689" y="1841255"/>
                  </a:lnTo>
                  <a:lnTo>
                    <a:pt x="5006545" y="1835478"/>
                  </a:lnTo>
                  <a:lnTo>
                    <a:pt x="5007400" y="1819344"/>
                  </a:lnTo>
                  <a:lnTo>
                    <a:pt x="5008256" y="1821885"/>
                  </a:lnTo>
                  <a:lnTo>
                    <a:pt x="5009111" y="1734734"/>
                  </a:lnTo>
                  <a:lnTo>
                    <a:pt x="5009967" y="1620688"/>
                  </a:lnTo>
                  <a:lnTo>
                    <a:pt x="5010822" y="1673612"/>
                  </a:lnTo>
                  <a:lnTo>
                    <a:pt x="5011678" y="1634093"/>
                  </a:lnTo>
                  <a:lnTo>
                    <a:pt x="5012533" y="1559022"/>
                  </a:lnTo>
                  <a:lnTo>
                    <a:pt x="5013389" y="1519877"/>
                  </a:lnTo>
                  <a:lnTo>
                    <a:pt x="5014244" y="1566846"/>
                  </a:lnTo>
                  <a:lnTo>
                    <a:pt x="5015100" y="1523215"/>
                  </a:lnTo>
                  <a:lnTo>
                    <a:pt x="5015955" y="1546306"/>
                  </a:lnTo>
                  <a:lnTo>
                    <a:pt x="5016811" y="1572355"/>
                  </a:lnTo>
                  <a:lnTo>
                    <a:pt x="5017667" y="1496817"/>
                  </a:lnTo>
                  <a:lnTo>
                    <a:pt x="5018522" y="1505637"/>
                  </a:lnTo>
                  <a:lnTo>
                    <a:pt x="5019378" y="1513240"/>
                  </a:lnTo>
                  <a:lnTo>
                    <a:pt x="5020233" y="1505509"/>
                  </a:lnTo>
                  <a:lnTo>
                    <a:pt x="5021089" y="1525938"/>
                  </a:lnTo>
                  <a:lnTo>
                    <a:pt x="5021944" y="1570925"/>
                  </a:lnTo>
                  <a:lnTo>
                    <a:pt x="5022800" y="1611891"/>
                  </a:lnTo>
                  <a:lnTo>
                    <a:pt x="5023655" y="1651648"/>
                  </a:lnTo>
                  <a:lnTo>
                    <a:pt x="5024511" y="1639344"/>
                  </a:lnTo>
                  <a:lnTo>
                    <a:pt x="5025366" y="1672153"/>
                  </a:lnTo>
                  <a:lnTo>
                    <a:pt x="5026222" y="1654984"/>
                  </a:lnTo>
                  <a:lnTo>
                    <a:pt x="5027077" y="1624720"/>
                  </a:lnTo>
                  <a:lnTo>
                    <a:pt x="5027933" y="1645376"/>
                  </a:lnTo>
                  <a:lnTo>
                    <a:pt x="5028788" y="1638071"/>
                  </a:lnTo>
                  <a:lnTo>
                    <a:pt x="5029644" y="1694101"/>
                  </a:lnTo>
                  <a:lnTo>
                    <a:pt x="5030499" y="1637609"/>
                  </a:lnTo>
                  <a:lnTo>
                    <a:pt x="5031355" y="1571781"/>
                  </a:lnTo>
                  <a:lnTo>
                    <a:pt x="5032211" y="1581996"/>
                  </a:lnTo>
                  <a:lnTo>
                    <a:pt x="5033066" y="1588966"/>
                  </a:lnTo>
                  <a:lnTo>
                    <a:pt x="5033922" y="1645208"/>
                  </a:lnTo>
                  <a:lnTo>
                    <a:pt x="5034777" y="1586134"/>
                  </a:lnTo>
                  <a:lnTo>
                    <a:pt x="5035633" y="1598185"/>
                  </a:lnTo>
                  <a:lnTo>
                    <a:pt x="5036488" y="1485525"/>
                  </a:lnTo>
                  <a:lnTo>
                    <a:pt x="5037344" y="1472667"/>
                  </a:lnTo>
                  <a:lnTo>
                    <a:pt x="5038199" y="1458073"/>
                  </a:lnTo>
                  <a:lnTo>
                    <a:pt x="5039055" y="1359495"/>
                  </a:lnTo>
                  <a:lnTo>
                    <a:pt x="5039910" y="1262546"/>
                  </a:lnTo>
                  <a:lnTo>
                    <a:pt x="5040766" y="1297590"/>
                  </a:lnTo>
                  <a:lnTo>
                    <a:pt x="5041621" y="1350658"/>
                  </a:lnTo>
                  <a:lnTo>
                    <a:pt x="5042477" y="1435645"/>
                  </a:lnTo>
                  <a:lnTo>
                    <a:pt x="5043332" y="1375801"/>
                  </a:lnTo>
                  <a:lnTo>
                    <a:pt x="5044188" y="1167248"/>
                  </a:lnTo>
                  <a:lnTo>
                    <a:pt x="5045043" y="1176608"/>
                  </a:lnTo>
                  <a:lnTo>
                    <a:pt x="5045899" y="1191741"/>
                  </a:lnTo>
                  <a:lnTo>
                    <a:pt x="5046754" y="1162014"/>
                  </a:lnTo>
                  <a:lnTo>
                    <a:pt x="5047610" y="1156304"/>
                  </a:lnTo>
                  <a:lnTo>
                    <a:pt x="5048466" y="1159538"/>
                  </a:lnTo>
                  <a:lnTo>
                    <a:pt x="5049321" y="1166219"/>
                  </a:lnTo>
                  <a:lnTo>
                    <a:pt x="5050177" y="1079206"/>
                  </a:lnTo>
                  <a:lnTo>
                    <a:pt x="5051032" y="1014995"/>
                  </a:lnTo>
                  <a:lnTo>
                    <a:pt x="5051888" y="1009595"/>
                  </a:lnTo>
                  <a:lnTo>
                    <a:pt x="5052743" y="994659"/>
                  </a:lnTo>
                  <a:lnTo>
                    <a:pt x="5053599" y="978319"/>
                  </a:lnTo>
                  <a:lnTo>
                    <a:pt x="5054454" y="980171"/>
                  </a:lnTo>
                  <a:lnTo>
                    <a:pt x="5055310" y="1039883"/>
                  </a:lnTo>
                  <a:lnTo>
                    <a:pt x="5056165" y="1052874"/>
                  </a:lnTo>
                  <a:lnTo>
                    <a:pt x="5057021" y="1099348"/>
                  </a:lnTo>
                  <a:lnTo>
                    <a:pt x="5057876" y="1050257"/>
                  </a:lnTo>
                  <a:lnTo>
                    <a:pt x="5058732" y="1019643"/>
                  </a:lnTo>
                  <a:lnTo>
                    <a:pt x="5059587" y="1049608"/>
                  </a:lnTo>
                  <a:lnTo>
                    <a:pt x="5060443" y="981258"/>
                  </a:lnTo>
                  <a:lnTo>
                    <a:pt x="5061298" y="973978"/>
                  </a:lnTo>
                  <a:lnTo>
                    <a:pt x="5062154" y="1024826"/>
                  </a:lnTo>
                  <a:lnTo>
                    <a:pt x="5063009" y="932041"/>
                  </a:lnTo>
                  <a:lnTo>
                    <a:pt x="5063865" y="1013099"/>
                  </a:lnTo>
                  <a:lnTo>
                    <a:pt x="5064721" y="948595"/>
                  </a:lnTo>
                  <a:lnTo>
                    <a:pt x="5065576" y="1109294"/>
                  </a:lnTo>
                  <a:lnTo>
                    <a:pt x="5066432" y="1167832"/>
                  </a:lnTo>
                  <a:lnTo>
                    <a:pt x="5067287" y="1112746"/>
                  </a:lnTo>
                  <a:lnTo>
                    <a:pt x="5068143" y="1190534"/>
                  </a:lnTo>
                  <a:lnTo>
                    <a:pt x="5068998" y="1223649"/>
                  </a:lnTo>
                  <a:lnTo>
                    <a:pt x="5069854" y="1257482"/>
                  </a:lnTo>
                  <a:lnTo>
                    <a:pt x="5070709" y="1290670"/>
                  </a:lnTo>
                  <a:lnTo>
                    <a:pt x="5071565" y="1411385"/>
                  </a:lnTo>
                  <a:lnTo>
                    <a:pt x="5072420" y="1513550"/>
                  </a:lnTo>
                  <a:lnTo>
                    <a:pt x="5073276" y="1616199"/>
                  </a:lnTo>
                  <a:lnTo>
                    <a:pt x="5074131" y="1525975"/>
                  </a:lnTo>
                  <a:lnTo>
                    <a:pt x="5074987" y="1609227"/>
                  </a:lnTo>
                  <a:lnTo>
                    <a:pt x="5075842" y="1449516"/>
                  </a:lnTo>
                  <a:lnTo>
                    <a:pt x="5076698" y="1515302"/>
                  </a:lnTo>
                  <a:lnTo>
                    <a:pt x="5077553" y="1542993"/>
                  </a:lnTo>
                  <a:lnTo>
                    <a:pt x="5078409" y="1420381"/>
                  </a:lnTo>
                  <a:lnTo>
                    <a:pt x="5079265" y="1480673"/>
                  </a:lnTo>
                  <a:lnTo>
                    <a:pt x="5080120" y="1372706"/>
                  </a:lnTo>
                  <a:lnTo>
                    <a:pt x="5080976" y="1482300"/>
                  </a:lnTo>
                  <a:lnTo>
                    <a:pt x="5081831" y="1440113"/>
                  </a:lnTo>
                  <a:lnTo>
                    <a:pt x="5082687" y="1379940"/>
                  </a:lnTo>
                  <a:lnTo>
                    <a:pt x="5083542" y="1394434"/>
                  </a:lnTo>
                  <a:lnTo>
                    <a:pt x="5084398" y="1465902"/>
                  </a:lnTo>
                  <a:lnTo>
                    <a:pt x="5085253" y="1563242"/>
                  </a:lnTo>
                  <a:lnTo>
                    <a:pt x="5086109" y="1654483"/>
                  </a:lnTo>
                  <a:lnTo>
                    <a:pt x="5086964" y="1654788"/>
                  </a:lnTo>
                  <a:lnTo>
                    <a:pt x="5087820" y="1599899"/>
                  </a:lnTo>
                  <a:lnTo>
                    <a:pt x="5088675" y="1597248"/>
                  </a:lnTo>
                  <a:lnTo>
                    <a:pt x="5089531" y="1674503"/>
                  </a:lnTo>
                  <a:lnTo>
                    <a:pt x="5090386" y="1730005"/>
                  </a:lnTo>
                  <a:lnTo>
                    <a:pt x="5091242" y="1723512"/>
                  </a:lnTo>
                  <a:lnTo>
                    <a:pt x="5092097" y="1772429"/>
                  </a:lnTo>
                  <a:lnTo>
                    <a:pt x="5092953" y="1870695"/>
                  </a:lnTo>
                  <a:lnTo>
                    <a:pt x="5093808" y="1949231"/>
                  </a:lnTo>
                  <a:lnTo>
                    <a:pt x="5094664" y="1946597"/>
                  </a:lnTo>
                  <a:lnTo>
                    <a:pt x="5095520" y="1998311"/>
                  </a:lnTo>
                  <a:lnTo>
                    <a:pt x="5096375" y="2037113"/>
                  </a:lnTo>
                  <a:lnTo>
                    <a:pt x="5097231" y="2045055"/>
                  </a:lnTo>
                  <a:lnTo>
                    <a:pt x="5098086" y="2100219"/>
                  </a:lnTo>
                  <a:lnTo>
                    <a:pt x="5098942" y="2114907"/>
                  </a:lnTo>
                  <a:lnTo>
                    <a:pt x="5099797" y="2136863"/>
                  </a:lnTo>
                  <a:lnTo>
                    <a:pt x="5100653" y="2133844"/>
                  </a:lnTo>
                  <a:lnTo>
                    <a:pt x="5101508" y="2179218"/>
                  </a:lnTo>
                  <a:lnTo>
                    <a:pt x="5102364" y="2194815"/>
                  </a:lnTo>
                  <a:lnTo>
                    <a:pt x="5103219" y="2179370"/>
                  </a:lnTo>
                  <a:lnTo>
                    <a:pt x="5104075" y="2263564"/>
                  </a:lnTo>
                  <a:lnTo>
                    <a:pt x="5104930" y="2268147"/>
                  </a:lnTo>
                  <a:lnTo>
                    <a:pt x="5105786" y="2244392"/>
                  </a:lnTo>
                  <a:lnTo>
                    <a:pt x="5106641" y="2173768"/>
                  </a:lnTo>
                  <a:lnTo>
                    <a:pt x="5107497" y="2172022"/>
                  </a:lnTo>
                  <a:lnTo>
                    <a:pt x="5108352" y="2183333"/>
                  </a:lnTo>
                  <a:lnTo>
                    <a:pt x="5109208" y="2140224"/>
                  </a:lnTo>
                  <a:lnTo>
                    <a:pt x="5110063" y="2140736"/>
                  </a:lnTo>
                  <a:lnTo>
                    <a:pt x="5110919" y="2118127"/>
                  </a:lnTo>
                  <a:lnTo>
                    <a:pt x="5111775" y="2111713"/>
                  </a:lnTo>
                  <a:lnTo>
                    <a:pt x="5112630" y="2132602"/>
                  </a:lnTo>
                  <a:lnTo>
                    <a:pt x="5113486" y="2125520"/>
                  </a:lnTo>
                  <a:lnTo>
                    <a:pt x="5114341" y="2084921"/>
                  </a:lnTo>
                  <a:lnTo>
                    <a:pt x="5115197" y="2079628"/>
                  </a:lnTo>
                  <a:lnTo>
                    <a:pt x="5116052" y="2061519"/>
                  </a:lnTo>
                  <a:lnTo>
                    <a:pt x="5116908" y="2084487"/>
                  </a:lnTo>
                  <a:lnTo>
                    <a:pt x="5117763" y="2117981"/>
                  </a:lnTo>
                  <a:lnTo>
                    <a:pt x="5118619" y="2076313"/>
                  </a:lnTo>
                  <a:lnTo>
                    <a:pt x="5119474" y="2099999"/>
                  </a:lnTo>
                  <a:lnTo>
                    <a:pt x="5120330" y="2086562"/>
                  </a:lnTo>
                  <a:lnTo>
                    <a:pt x="5121185" y="2084745"/>
                  </a:lnTo>
                  <a:lnTo>
                    <a:pt x="5122041" y="2033788"/>
                  </a:lnTo>
                  <a:lnTo>
                    <a:pt x="5122896" y="1900157"/>
                  </a:lnTo>
                  <a:lnTo>
                    <a:pt x="5123752" y="1885139"/>
                  </a:lnTo>
                  <a:lnTo>
                    <a:pt x="5124607" y="1846723"/>
                  </a:lnTo>
                  <a:lnTo>
                    <a:pt x="5125463" y="1954162"/>
                  </a:lnTo>
                  <a:lnTo>
                    <a:pt x="5126318" y="1873709"/>
                  </a:lnTo>
                  <a:lnTo>
                    <a:pt x="5127174" y="1777494"/>
                  </a:lnTo>
                  <a:lnTo>
                    <a:pt x="5128030" y="1729324"/>
                  </a:lnTo>
                  <a:lnTo>
                    <a:pt x="5128885" y="1694986"/>
                  </a:lnTo>
                  <a:lnTo>
                    <a:pt x="5129741" y="1669768"/>
                  </a:lnTo>
                  <a:lnTo>
                    <a:pt x="5130596" y="1640420"/>
                  </a:lnTo>
                  <a:lnTo>
                    <a:pt x="5131452" y="1586232"/>
                  </a:lnTo>
                  <a:lnTo>
                    <a:pt x="5132307" y="1654941"/>
                  </a:lnTo>
                  <a:lnTo>
                    <a:pt x="5133163" y="1703616"/>
                  </a:lnTo>
                  <a:lnTo>
                    <a:pt x="5134018" y="1714024"/>
                  </a:lnTo>
                  <a:lnTo>
                    <a:pt x="5134874" y="1830791"/>
                  </a:lnTo>
                  <a:lnTo>
                    <a:pt x="5135729" y="1868416"/>
                  </a:lnTo>
                  <a:lnTo>
                    <a:pt x="5136585" y="1948556"/>
                  </a:lnTo>
                  <a:lnTo>
                    <a:pt x="5137440" y="1916072"/>
                  </a:lnTo>
                  <a:lnTo>
                    <a:pt x="5138296" y="1949596"/>
                  </a:lnTo>
                  <a:lnTo>
                    <a:pt x="5139151" y="1893652"/>
                  </a:lnTo>
                  <a:lnTo>
                    <a:pt x="5140007" y="1809159"/>
                  </a:lnTo>
                  <a:lnTo>
                    <a:pt x="5140862" y="1822763"/>
                  </a:lnTo>
                  <a:lnTo>
                    <a:pt x="5141718" y="1781599"/>
                  </a:lnTo>
                  <a:lnTo>
                    <a:pt x="5142574" y="1794721"/>
                  </a:lnTo>
                  <a:lnTo>
                    <a:pt x="5143429" y="1833325"/>
                  </a:lnTo>
                  <a:lnTo>
                    <a:pt x="5144285" y="1884212"/>
                  </a:lnTo>
                  <a:lnTo>
                    <a:pt x="5145140" y="1886336"/>
                  </a:lnTo>
                  <a:lnTo>
                    <a:pt x="5145996" y="1986470"/>
                  </a:lnTo>
                  <a:lnTo>
                    <a:pt x="5146851" y="1902822"/>
                  </a:lnTo>
                  <a:lnTo>
                    <a:pt x="5147707" y="1807925"/>
                  </a:lnTo>
                  <a:lnTo>
                    <a:pt x="5148562" y="1796024"/>
                  </a:lnTo>
                  <a:lnTo>
                    <a:pt x="5149418" y="1780734"/>
                  </a:lnTo>
                  <a:lnTo>
                    <a:pt x="5150273" y="1783372"/>
                  </a:lnTo>
                  <a:lnTo>
                    <a:pt x="5151129" y="1688094"/>
                  </a:lnTo>
                  <a:lnTo>
                    <a:pt x="5151984" y="1663183"/>
                  </a:lnTo>
                  <a:lnTo>
                    <a:pt x="5152840" y="1631914"/>
                  </a:lnTo>
                  <a:lnTo>
                    <a:pt x="5153695" y="1637330"/>
                  </a:lnTo>
                  <a:lnTo>
                    <a:pt x="5154551" y="1674415"/>
                  </a:lnTo>
                  <a:lnTo>
                    <a:pt x="5155406" y="1662837"/>
                  </a:lnTo>
                  <a:lnTo>
                    <a:pt x="5156262" y="1649334"/>
                  </a:lnTo>
                  <a:lnTo>
                    <a:pt x="5157117" y="1739837"/>
                  </a:lnTo>
                  <a:lnTo>
                    <a:pt x="5157973" y="1825559"/>
                  </a:lnTo>
                  <a:lnTo>
                    <a:pt x="5158829" y="1915499"/>
                  </a:lnTo>
                  <a:lnTo>
                    <a:pt x="5159684" y="1866460"/>
                  </a:lnTo>
                  <a:lnTo>
                    <a:pt x="5160540" y="1862707"/>
                  </a:lnTo>
                  <a:lnTo>
                    <a:pt x="5161395" y="1930848"/>
                  </a:lnTo>
                  <a:lnTo>
                    <a:pt x="5162251" y="1934860"/>
                  </a:lnTo>
                  <a:lnTo>
                    <a:pt x="5163106" y="1948954"/>
                  </a:lnTo>
                  <a:lnTo>
                    <a:pt x="5163962" y="1968752"/>
                  </a:lnTo>
                  <a:lnTo>
                    <a:pt x="5164817" y="1982859"/>
                  </a:lnTo>
                  <a:lnTo>
                    <a:pt x="5165673" y="1976465"/>
                  </a:lnTo>
                  <a:lnTo>
                    <a:pt x="5166528" y="2052361"/>
                  </a:lnTo>
                  <a:lnTo>
                    <a:pt x="5167384" y="2092087"/>
                  </a:lnTo>
                  <a:lnTo>
                    <a:pt x="5168239" y="2116718"/>
                  </a:lnTo>
                  <a:lnTo>
                    <a:pt x="5169095" y="2092119"/>
                  </a:lnTo>
                  <a:lnTo>
                    <a:pt x="5169950" y="2095138"/>
                  </a:lnTo>
                  <a:lnTo>
                    <a:pt x="5170806" y="2082998"/>
                  </a:lnTo>
                  <a:lnTo>
                    <a:pt x="5171661" y="2073656"/>
                  </a:lnTo>
                  <a:lnTo>
                    <a:pt x="5172517" y="2068752"/>
                  </a:lnTo>
                  <a:lnTo>
                    <a:pt x="5173372" y="2027354"/>
                  </a:lnTo>
                  <a:lnTo>
                    <a:pt x="5174228" y="1971716"/>
                  </a:lnTo>
                  <a:lnTo>
                    <a:pt x="5175084" y="1968093"/>
                  </a:lnTo>
                  <a:lnTo>
                    <a:pt x="5175939" y="2023656"/>
                  </a:lnTo>
                  <a:lnTo>
                    <a:pt x="5176795" y="2090300"/>
                  </a:lnTo>
                  <a:lnTo>
                    <a:pt x="5177650" y="2087904"/>
                  </a:lnTo>
                  <a:lnTo>
                    <a:pt x="5178506" y="2094304"/>
                  </a:lnTo>
                  <a:lnTo>
                    <a:pt x="5179361" y="2092649"/>
                  </a:lnTo>
                  <a:lnTo>
                    <a:pt x="5180217" y="2154230"/>
                  </a:lnTo>
                  <a:lnTo>
                    <a:pt x="5181072" y="2144431"/>
                  </a:lnTo>
                  <a:lnTo>
                    <a:pt x="5181928" y="2125382"/>
                  </a:lnTo>
                  <a:lnTo>
                    <a:pt x="5182783" y="2142932"/>
                  </a:lnTo>
                  <a:lnTo>
                    <a:pt x="5183639" y="2090192"/>
                  </a:lnTo>
                  <a:lnTo>
                    <a:pt x="5184494" y="2038831"/>
                  </a:lnTo>
                  <a:lnTo>
                    <a:pt x="5185350" y="2016381"/>
                  </a:lnTo>
                  <a:lnTo>
                    <a:pt x="5186205" y="1964255"/>
                  </a:lnTo>
                  <a:lnTo>
                    <a:pt x="5187061" y="1965654"/>
                  </a:lnTo>
                  <a:lnTo>
                    <a:pt x="5187916" y="1930107"/>
                  </a:lnTo>
                  <a:lnTo>
                    <a:pt x="5188772" y="1931520"/>
                  </a:lnTo>
                  <a:lnTo>
                    <a:pt x="5189628" y="1988559"/>
                  </a:lnTo>
                  <a:lnTo>
                    <a:pt x="5190483" y="1847616"/>
                  </a:lnTo>
                  <a:lnTo>
                    <a:pt x="5191339" y="1793866"/>
                  </a:lnTo>
                  <a:lnTo>
                    <a:pt x="5192194" y="1745078"/>
                  </a:lnTo>
                  <a:lnTo>
                    <a:pt x="5193050" y="1757608"/>
                  </a:lnTo>
                  <a:lnTo>
                    <a:pt x="5193905" y="1725883"/>
                  </a:lnTo>
                  <a:lnTo>
                    <a:pt x="5194761" y="1664593"/>
                  </a:lnTo>
                  <a:lnTo>
                    <a:pt x="5195616" y="1647792"/>
                  </a:lnTo>
                  <a:lnTo>
                    <a:pt x="5196472" y="1620165"/>
                  </a:lnTo>
                  <a:lnTo>
                    <a:pt x="5197327" y="1631078"/>
                  </a:lnTo>
                  <a:lnTo>
                    <a:pt x="5198183" y="1674007"/>
                  </a:lnTo>
                  <a:lnTo>
                    <a:pt x="5199038" y="1619552"/>
                  </a:lnTo>
                  <a:lnTo>
                    <a:pt x="5199894" y="1597352"/>
                  </a:lnTo>
                  <a:lnTo>
                    <a:pt x="5200749" y="1794487"/>
                  </a:lnTo>
                  <a:lnTo>
                    <a:pt x="5201605" y="1767384"/>
                  </a:lnTo>
                  <a:lnTo>
                    <a:pt x="5202460" y="1798338"/>
                  </a:lnTo>
                  <a:lnTo>
                    <a:pt x="5203316" y="1736478"/>
                  </a:lnTo>
                  <a:lnTo>
                    <a:pt x="5204171" y="1698295"/>
                  </a:lnTo>
                  <a:lnTo>
                    <a:pt x="5205027" y="1717086"/>
                  </a:lnTo>
                  <a:lnTo>
                    <a:pt x="5205883" y="1680328"/>
                  </a:lnTo>
                  <a:lnTo>
                    <a:pt x="5206738" y="1694449"/>
                  </a:lnTo>
                  <a:lnTo>
                    <a:pt x="5207594" y="1673313"/>
                  </a:lnTo>
                  <a:lnTo>
                    <a:pt x="5208449" y="1685673"/>
                  </a:lnTo>
                  <a:lnTo>
                    <a:pt x="5209305" y="1759348"/>
                  </a:lnTo>
                  <a:lnTo>
                    <a:pt x="5210160" y="1772592"/>
                  </a:lnTo>
                  <a:lnTo>
                    <a:pt x="5211016" y="1820090"/>
                  </a:lnTo>
                  <a:lnTo>
                    <a:pt x="5211871" y="1791666"/>
                  </a:lnTo>
                  <a:lnTo>
                    <a:pt x="5212727" y="1789262"/>
                  </a:lnTo>
                  <a:lnTo>
                    <a:pt x="5213582" y="1731920"/>
                  </a:lnTo>
                  <a:lnTo>
                    <a:pt x="5214438" y="1687814"/>
                  </a:lnTo>
                  <a:lnTo>
                    <a:pt x="5215293" y="1709867"/>
                  </a:lnTo>
                  <a:lnTo>
                    <a:pt x="5216149" y="1730153"/>
                  </a:lnTo>
                  <a:lnTo>
                    <a:pt x="5217004" y="1729453"/>
                  </a:lnTo>
                  <a:lnTo>
                    <a:pt x="5217860" y="1803722"/>
                  </a:lnTo>
                  <a:lnTo>
                    <a:pt x="5218715" y="1903405"/>
                  </a:lnTo>
                  <a:lnTo>
                    <a:pt x="5219571" y="1962260"/>
                  </a:lnTo>
                  <a:lnTo>
                    <a:pt x="5220426" y="1936540"/>
                  </a:lnTo>
                  <a:lnTo>
                    <a:pt x="5221282" y="1958061"/>
                  </a:lnTo>
                  <a:lnTo>
                    <a:pt x="5222138" y="2040325"/>
                  </a:lnTo>
                  <a:lnTo>
                    <a:pt x="5222993" y="2017254"/>
                  </a:lnTo>
                  <a:lnTo>
                    <a:pt x="5223849" y="2009749"/>
                  </a:lnTo>
                  <a:lnTo>
                    <a:pt x="5224704" y="2001282"/>
                  </a:lnTo>
                  <a:lnTo>
                    <a:pt x="5225560" y="1984200"/>
                  </a:lnTo>
                  <a:lnTo>
                    <a:pt x="5226415" y="1913970"/>
                  </a:lnTo>
                  <a:lnTo>
                    <a:pt x="5227271" y="1834958"/>
                  </a:lnTo>
                  <a:lnTo>
                    <a:pt x="5228126" y="1842970"/>
                  </a:lnTo>
                  <a:lnTo>
                    <a:pt x="5228982" y="1800938"/>
                  </a:lnTo>
                  <a:lnTo>
                    <a:pt x="5229837" y="1769659"/>
                  </a:lnTo>
                  <a:lnTo>
                    <a:pt x="5230693" y="1801739"/>
                  </a:lnTo>
                  <a:lnTo>
                    <a:pt x="5231548" y="1769504"/>
                  </a:lnTo>
                  <a:lnTo>
                    <a:pt x="5232404" y="1810314"/>
                  </a:lnTo>
                  <a:lnTo>
                    <a:pt x="5233259" y="1811350"/>
                  </a:lnTo>
                  <a:lnTo>
                    <a:pt x="5234115" y="1774123"/>
                  </a:lnTo>
                  <a:lnTo>
                    <a:pt x="5234970" y="1844919"/>
                  </a:lnTo>
                  <a:lnTo>
                    <a:pt x="5235826" y="1839336"/>
                  </a:lnTo>
                  <a:lnTo>
                    <a:pt x="5236682" y="1845763"/>
                  </a:lnTo>
                  <a:lnTo>
                    <a:pt x="5237537" y="1848953"/>
                  </a:lnTo>
                  <a:lnTo>
                    <a:pt x="5238393" y="1757540"/>
                  </a:lnTo>
                  <a:lnTo>
                    <a:pt x="5239248" y="1830950"/>
                  </a:lnTo>
                  <a:lnTo>
                    <a:pt x="5240104" y="1874523"/>
                  </a:lnTo>
                  <a:lnTo>
                    <a:pt x="5240959" y="1853700"/>
                  </a:lnTo>
                  <a:lnTo>
                    <a:pt x="5241815" y="1881444"/>
                  </a:lnTo>
                  <a:lnTo>
                    <a:pt x="5242670" y="1835213"/>
                  </a:lnTo>
                  <a:lnTo>
                    <a:pt x="5243526" y="1941467"/>
                  </a:lnTo>
                  <a:lnTo>
                    <a:pt x="5244381" y="1932351"/>
                  </a:lnTo>
                  <a:lnTo>
                    <a:pt x="5245237" y="1845876"/>
                  </a:lnTo>
                  <a:lnTo>
                    <a:pt x="5246092" y="1892509"/>
                  </a:lnTo>
                  <a:lnTo>
                    <a:pt x="5246948" y="1952803"/>
                  </a:lnTo>
                  <a:lnTo>
                    <a:pt x="5247803" y="1966171"/>
                  </a:lnTo>
                  <a:lnTo>
                    <a:pt x="5248659" y="1998060"/>
                  </a:lnTo>
                  <a:lnTo>
                    <a:pt x="5249514" y="1894310"/>
                  </a:lnTo>
                  <a:lnTo>
                    <a:pt x="5250370" y="1902155"/>
                  </a:lnTo>
                  <a:lnTo>
                    <a:pt x="5251225" y="1896970"/>
                  </a:lnTo>
                  <a:lnTo>
                    <a:pt x="5252081" y="1805437"/>
                  </a:lnTo>
                  <a:lnTo>
                    <a:pt x="5252937" y="1831216"/>
                  </a:lnTo>
                  <a:lnTo>
                    <a:pt x="5253792" y="1705398"/>
                  </a:lnTo>
                  <a:lnTo>
                    <a:pt x="5254648" y="1758270"/>
                  </a:lnTo>
                  <a:lnTo>
                    <a:pt x="5255503" y="1679050"/>
                  </a:lnTo>
                  <a:lnTo>
                    <a:pt x="5256359" y="1653906"/>
                  </a:lnTo>
                  <a:lnTo>
                    <a:pt x="5257214" y="1695817"/>
                  </a:lnTo>
                  <a:lnTo>
                    <a:pt x="5258070" y="1665198"/>
                  </a:lnTo>
                  <a:lnTo>
                    <a:pt x="5258925" y="1716425"/>
                  </a:lnTo>
                  <a:lnTo>
                    <a:pt x="5259781" y="1639930"/>
                  </a:lnTo>
                  <a:lnTo>
                    <a:pt x="5260636" y="1659945"/>
                  </a:lnTo>
                  <a:lnTo>
                    <a:pt x="5261492" y="1636543"/>
                  </a:lnTo>
                  <a:lnTo>
                    <a:pt x="5262347" y="1604420"/>
                  </a:lnTo>
                  <a:lnTo>
                    <a:pt x="5263203" y="1692266"/>
                  </a:lnTo>
                  <a:lnTo>
                    <a:pt x="5264058" y="1737050"/>
                  </a:lnTo>
                  <a:lnTo>
                    <a:pt x="5264914" y="1792309"/>
                  </a:lnTo>
                  <a:lnTo>
                    <a:pt x="5265769" y="1835763"/>
                  </a:lnTo>
                  <a:lnTo>
                    <a:pt x="5266625" y="1841221"/>
                  </a:lnTo>
                  <a:lnTo>
                    <a:pt x="5267480" y="1765369"/>
                  </a:lnTo>
                  <a:lnTo>
                    <a:pt x="5268336" y="1709975"/>
                  </a:lnTo>
                  <a:lnTo>
                    <a:pt x="5269192" y="1658068"/>
                  </a:lnTo>
                  <a:lnTo>
                    <a:pt x="5270047" y="1762519"/>
                  </a:lnTo>
                  <a:lnTo>
                    <a:pt x="5270903" y="1770206"/>
                  </a:lnTo>
                  <a:lnTo>
                    <a:pt x="5271758" y="1701887"/>
                  </a:lnTo>
                  <a:lnTo>
                    <a:pt x="5272614" y="1778397"/>
                  </a:lnTo>
                  <a:lnTo>
                    <a:pt x="5273469" y="1793841"/>
                  </a:lnTo>
                  <a:lnTo>
                    <a:pt x="5274325" y="1907624"/>
                  </a:lnTo>
                  <a:lnTo>
                    <a:pt x="5275180" y="1957708"/>
                  </a:lnTo>
                  <a:lnTo>
                    <a:pt x="5276036" y="1971082"/>
                  </a:lnTo>
                  <a:lnTo>
                    <a:pt x="5276891" y="1946749"/>
                  </a:lnTo>
                  <a:lnTo>
                    <a:pt x="5277747" y="1989325"/>
                  </a:lnTo>
                  <a:lnTo>
                    <a:pt x="5278602" y="1908049"/>
                  </a:lnTo>
                  <a:lnTo>
                    <a:pt x="5279458" y="1852430"/>
                  </a:lnTo>
                  <a:lnTo>
                    <a:pt x="5280313" y="1847935"/>
                  </a:lnTo>
                  <a:lnTo>
                    <a:pt x="5281169" y="1846190"/>
                  </a:lnTo>
                  <a:lnTo>
                    <a:pt x="5282024" y="1977509"/>
                  </a:lnTo>
                  <a:lnTo>
                    <a:pt x="5282880" y="1994495"/>
                  </a:lnTo>
                  <a:lnTo>
                    <a:pt x="5283736" y="1973333"/>
                  </a:lnTo>
                  <a:lnTo>
                    <a:pt x="5284591" y="1989247"/>
                  </a:lnTo>
                  <a:lnTo>
                    <a:pt x="5285447" y="1936523"/>
                  </a:lnTo>
                  <a:lnTo>
                    <a:pt x="5286302" y="1860939"/>
                  </a:lnTo>
                  <a:lnTo>
                    <a:pt x="5287158" y="1839977"/>
                  </a:lnTo>
                  <a:lnTo>
                    <a:pt x="5288013" y="1818619"/>
                  </a:lnTo>
                  <a:lnTo>
                    <a:pt x="5288869" y="1789396"/>
                  </a:lnTo>
                  <a:lnTo>
                    <a:pt x="5289724" y="1786958"/>
                  </a:lnTo>
                  <a:lnTo>
                    <a:pt x="5290580" y="1767588"/>
                  </a:lnTo>
                  <a:lnTo>
                    <a:pt x="5291435" y="1686863"/>
                  </a:lnTo>
                  <a:lnTo>
                    <a:pt x="5292291" y="1643642"/>
                  </a:lnTo>
                  <a:lnTo>
                    <a:pt x="5293146" y="1646399"/>
                  </a:lnTo>
                  <a:lnTo>
                    <a:pt x="5294002" y="1653332"/>
                  </a:lnTo>
                  <a:lnTo>
                    <a:pt x="5294857" y="1676536"/>
                  </a:lnTo>
                  <a:lnTo>
                    <a:pt x="5295713" y="1670693"/>
                  </a:lnTo>
                  <a:lnTo>
                    <a:pt x="5296568" y="1691676"/>
                  </a:lnTo>
                  <a:lnTo>
                    <a:pt x="5297424" y="1735430"/>
                  </a:lnTo>
                  <a:lnTo>
                    <a:pt x="5298279" y="1730621"/>
                  </a:lnTo>
                  <a:lnTo>
                    <a:pt x="5299135" y="1718771"/>
                  </a:lnTo>
                  <a:lnTo>
                    <a:pt x="5299991" y="1702464"/>
                  </a:lnTo>
                  <a:lnTo>
                    <a:pt x="5300846" y="1722929"/>
                  </a:lnTo>
                  <a:lnTo>
                    <a:pt x="5301702" y="1842893"/>
                  </a:lnTo>
                  <a:lnTo>
                    <a:pt x="5302557" y="1903410"/>
                  </a:lnTo>
                  <a:lnTo>
                    <a:pt x="5303413" y="1948294"/>
                  </a:lnTo>
                  <a:lnTo>
                    <a:pt x="5304268" y="1931031"/>
                  </a:lnTo>
                  <a:lnTo>
                    <a:pt x="5305124" y="1862285"/>
                  </a:lnTo>
                  <a:lnTo>
                    <a:pt x="5305979" y="1916726"/>
                  </a:lnTo>
                  <a:lnTo>
                    <a:pt x="5306835" y="1875848"/>
                  </a:lnTo>
                  <a:lnTo>
                    <a:pt x="5307690" y="1975743"/>
                  </a:lnTo>
                  <a:lnTo>
                    <a:pt x="5308546" y="2027560"/>
                  </a:lnTo>
                  <a:lnTo>
                    <a:pt x="5309401" y="2049085"/>
                  </a:lnTo>
                  <a:lnTo>
                    <a:pt x="5310257" y="2085840"/>
                  </a:lnTo>
                  <a:lnTo>
                    <a:pt x="5311112" y="2008709"/>
                  </a:lnTo>
                  <a:lnTo>
                    <a:pt x="5311968" y="2027346"/>
                  </a:lnTo>
                  <a:lnTo>
                    <a:pt x="5312823" y="2034647"/>
                  </a:lnTo>
                  <a:lnTo>
                    <a:pt x="5313679" y="2053509"/>
                  </a:lnTo>
                  <a:lnTo>
                    <a:pt x="5314534" y="1933432"/>
                  </a:lnTo>
                  <a:lnTo>
                    <a:pt x="5315390" y="1832703"/>
                  </a:lnTo>
                  <a:lnTo>
                    <a:pt x="5316246" y="1867400"/>
                  </a:lnTo>
                  <a:lnTo>
                    <a:pt x="5317101" y="1920621"/>
                  </a:lnTo>
                  <a:lnTo>
                    <a:pt x="5317957" y="1924780"/>
                  </a:lnTo>
                  <a:lnTo>
                    <a:pt x="5318812" y="1890980"/>
                  </a:lnTo>
                  <a:lnTo>
                    <a:pt x="5319668" y="1867893"/>
                  </a:lnTo>
                  <a:lnTo>
                    <a:pt x="5320523" y="1860293"/>
                  </a:lnTo>
                  <a:lnTo>
                    <a:pt x="5321379" y="1848319"/>
                  </a:lnTo>
                  <a:lnTo>
                    <a:pt x="5322234" y="1812197"/>
                  </a:lnTo>
                  <a:lnTo>
                    <a:pt x="5323090" y="1831434"/>
                  </a:lnTo>
                  <a:lnTo>
                    <a:pt x="5323945" y="1791129"/>
                  </a:lnTo>
                  <a:lnTo>
                    <a:pt x="5324801" y="1743529"/>
                  </a:lnTo>
                  <a:lnTo>
                    <a:pt x="5325656" y="1794478"/>
                  </a:lnTo>
                  <a:lnTo>
                    <a:pt x="5326512" y="1811686"/>
                  </a:lnTo>
                  <a:lnTo>
                    <a:pt x="5327367" y="1827526"/>
                  </a:lnTo>
                  <a:lnTo>
                    <a:pt x="5328223" y="1786481"/>
                  </a:lnTo>
                  <a:lnTo>
                    <a:pt x="5329078" y="1765135"/>
                  </a:lnTo>
                  <a:lnTo>
                    <a:pt x="5329934" y="1768814"/>
                  </a:lnTo>
                  <a:lnTo>
                    <a:pt x="5330789" y="1786590"/>
                  </a:lnTo>
                  <a:lnTo>
                    <a:pt x="5331645" y="1782900"/>
                  </a:lnTo>
                  <a:lnTo>
                    <a:pt x="5332501" y="1799770"/>
                  </a:lnTo>
                  <a:lnTo>
                    <a:pt x="5333356" y="1775063"/>
                  </a:lnTo>
                  <a:lnTo>
                    <a:pt x="5334212" y="1691751"/>
                  </a:lnTo>
                  <a:lnTo>
                    <a:pt x="5335067" y="1685916"/>
                  </a:lnTo>
                  <a:lnTo>
                    <a:pt x="5335923" y="1529376"/>
                  </a:lnTo>
                  <a:lnTo>
                    <a:pt x="5336778" y="1511975"/>
                  </a:lnTo>
                  <a:lnTo>
                    <a:pt x="5337634" y="1411366"/>
                  </a:lnTo>
                  <a:lnTo>
                    <a:pt x="5338489" y="1496203"/>
                  </a:lnTo>
                  <a:lnTo>
                    <a:pt x="5339345" y="1482810"/>
                  </a:lnTo>
                  <a:lnTo>
                    <a:pt x="5340200" y="1504514"/>
                  </a:lnTo>
                  <a:lnTo>
                    <a:pt x="5341056" y="1397345"/>
                  </a:lnTo>
                  <a:lnTo>
                    <a:pt x="5341911" y="1407357"/>
                  </a:lnTo>
                  <a:lnTo>
                    <a:pt x="5342767" y="1413119"/>
                  </a:lnTo>
                  <a:lnTo>
                    <a:pt x="5343622" y="1466276"/>
                  </a:lnTo>
                  <a:lnTo>
                    <a:pt x="5344478" y="1384390"/>
                  </a:lnTo>
                  <a:lnTo>
                    <a:pt x="5345333" y="1371779"/>
                  </a:lnTo>
                  <a:lnTo>
                    <a:pt x="5346189" y="1235431"/>
                  </a:lnTo>
                  <a:lnTo>
                    <a:pt x="5347045" y="1300641"/>
                  </a:lnTo>
                  <a:lnTo>
                    <a:pt x="5347900" y="1292084"/>
                  </a:lnTo>
                  <a:lnTo>
                    <a:pt x="5348756" y="1345023"/>
                  </a:lnTo>
                  <a:lnTo>
                    <a:pt x="5349611" y="1330103"/>
                  </a:lnTo>
                  <a:lnTo>
                    <a:pt x="5350467" y="1358175"/>
                  </a:lnTo>
                  <a:lnTo>
                    <a:pt x="5351322" y="1339702"/>
                  </a:lnTo>
                  <a:lnTo>
                    <a:pt x="5352178" y="1421778"/>
                  </a:lnTo>
                  <a:lnTo>
                    <a:pt x="5353033" y="1369594"/>
                  </a:lnTo>
                  <a:lnTo>
                    <a:pt x="5353889" y="1377856"/>
                  </a:lnTo>
                  <a:lnTo>
                    <a:pt x="5354744" y="1358954"/>
                  </a:lnTo>
                  <a:lnTo>
                    <a:pt x="5355600" y="1366750"/>
                  </a:lnTo>
                  <a:lnTo>
                    <a:pt x="5356455" y="1424774"/>
                  </a:lnTo>
                  <a:lnTo>
                    <a:pt x="5357311" y="1421734"/>
                  </a:lnTo>
                  <a:lnTo>
                    <a:pt x="5358166" y="1427413"/>
                  </a:lnTo>
                  <a:lnTo>
                    <a:pt x="5359022" y="1429314"/>
                  </a:lnTo>
                  <a:lnTo>
                    <a:pt x="5359877" y="1530088"/>
                  </a:lnTo>
                  <a:lnTo>
                    <a:pt x="5360733" y="1554967"/>
                  </a:lnTo>
                  <a:lnTo>
                    <a:pt x="5361588" y="1633513"/>
                  </a:lnTo>
                  <a:lnTo>
                    <a:pt x="5362444" y="1740561"/>
                  </a:lnTo>
                  <a:lnTo>
                    <a:pt x="5363300" y="1794905"/>
                  </a:lnTo>
                  <a:lnTo>
                    <a:pt x="5364155" y="1839516"/>
                  </a:lnTo>
                  <a:lnTo>
                    <a:pt x="5365011" y="1855114"/>
                  </a:lnTo>
                  <a:lnTo>
                    <a:pt x="5365866" y="1829971"/>
                  </a:lnTo>
                  <a:lnTo>
                    <a:pt x="5366722" y="1721873"/>
                  </a:lnTo>
                  <a:lnTo>
                    <a:pt x="5367577" y="1574026"/>
                  </a:lnTo>
                  <a:lnTo>
                    <a:pt x="5368433" y="1572146"/>
                  </a:lnTo>
                  <a:lnTo>
                    <a:pt x="5369288" y="1701903"/>
                  </a:lnTo>
                  <a:lnTo>
                    <a:pt x="5370144" y="1748561"/>
                  </a:lnTo>
                  <a:lnTo>
                    <a:pt x="5370999" y="1669151"/>
                  </a:lnTo>
                  <a:lnTo>
                    <a:pt x="5371855" y="1690103"/>
                  </a:lnTo>
                  <a:lnTo>
                    <a:pt x="5372710" y="1725815"/>
                  </a:lnTo>
                  <a:lnTo>
                    <a:pt x="5373566" y="1831663"/>
                  </a:lnTo>
                  <a:lnTo>
                    <a:pt x="5374421" y="1766146"/>
                  </a:lnTo>
                  <a:lnTo>
                    <a:pt x="5375277" y="1676983"/>
                  </a:lnTo>
                  <a:lnTo>
                    <a:pt x="5376132" y="1656588"/>
                  </a:lnTo>
                  <a:lnTo>
                    <a:pt x="5376988" y="1784501"/>
                  </a:lnTo>
                  <a:lnTo>
                    <a:pt x="5377843" y="1903974"/>
                  </a:lnTo>
                  <a:lnTo>
                    <a:pt x="5378699" y="1898756"/>
                  </a:lnTo>
                  <a:lnTo>
                    <a:pt x="5379555" y="1923352"/>
                  </a:lnTo>
                  <a:lnTo>
                    <a:pt x="5380410" y="1858912"/>
                  </a:lnTo>
                  <a:lnTo>
                    <a:pt x="5381266" y="1881516"/>
                  </a:lnTo>
                  <a:lnTo>
                    <a:pt x="5382121" y="1811638"/>
                  </a:lnTo>
                  <a:lnTo>
                    <a:pt x="5382977" y="1618243"/>
                  </a:lnTo>
                  <a:lnTo>
                    <a:pt x="5383832" y="1592901"/>
                  </a:lnTo>
                  <a:lnTo>
                    <a:pt x="5384688" y="1609526"/>
                  </a:lnTo>
                  <a:lnTo>
                    <a:pt x="5385543" y="1646065"/>
                  </a:lnTo>
                  <a:lnTo>
                    <a:pt x="5386399" y="1611673"/>
                  </a:lnTo>
                  <a:lnTo>
                    <a:pt x="5387254" y="1507041"/>
                  </a:lnTo>
                  <a:lnTo>
                    <a:pt x="5388110" y="1499991"/>
                  </a:lnTo>
                  <a:lnTo>
                    <a:pt x="5388965" y="1575804"/>
                  </a:lnTo>
                  <a:lnTo>
                    <a:pt x="5389821" y="1663311"/>
                  </a:lnTo>
                  <a:lnTo>
                    <a:pt x="5390676" y="1692818"/>
                  </a:lnTo>
                  <a:lnTo>
                    <a:pt x="5391532" y="1646125"/>
                  </a:lnTo>
                  <a:lnTo>
                    <a:pt x="5392387" y="1631513"/>
                  </a:lnTo>
                  <a:lnTo>
                    <a:pt x="5393243" y="1544174"/>
                  </a:lnTo>
                  <a:lnTo>
                    <a:pt x="5394099" y="1528425"/>
                  </a:lnTo>
                  <a:lnTo>
                    <a:pt x="5394954" y="1353456"/>
                  </a:lnTo>
                  <a:lnTo>
                    <a:pt x="5395810" y="1276734"/>
                  </a:lnTo>
                  <a:lnTo>
                    <a:pt x="5396665" y="1276712"/>
                  </a:lnTo>
                  <a:lnTo>
                    <a:pt x="5397521" y="1455274"/>
                  </a:lnTo>
                  <a:lnTo>
                    <a:pt x="5398376" y="1570794"/>
                  </a:lnTo>
                  <a:lnTo>
                    <a:pt x="5399232" y="1597258"/>
                  </a:lnTo>
                  <a:lnTo>
                    <a:pt x="5400087" y="1655809"/>
                  </a:lnTo>
                  <a:lnTo>
                    <a:pt x="5400943" y="1652392"/>
                  </a:lnTo>
                  <a:lnTo>
                    <a:pt x="5401798" y="1718073"/>
                  </a:lnTo>
                  <a:lnTo>
                    <a:pt x="5402654" y="1598249"/>
                  </a:lnTo>
                  <a:lnTo>
                    <a:pt x="5403509" y="1610553"/>
                  </a:lnTo>
                  <a:lnTo>
                    <a:pt x="5404365" y="1624392"/>
                  </a:lnTo>
                  <a:lnTo>
                    <a:pt x="5405220" y="1658871"/>
                  </a:lnTo>
                  <a:lnTo>
                    <a:pt x="5406076" y="1651956"/>
                  </a:lnTo>
                  <a:lnTo>
                    <a:pt x="5406931" y="1618305"/>
                  </a:lnTo>
                  <a:lnTo>
                    <a:pt x="5407787" y="1582480"/>
                  </a:lnTo>
                  <a:lnTo>
                    <a:pt x="5408642" y="1550442"/>
                  </a:lnTo>
                  <a:lnTo>
                    <a:pt x="5409498" y="1543039"/>
                  </a:lnTo>
                  <a:lnTo>
                    <a:pt x="5410354" y="1328168"/>
                  </a:lnTo>
                  <a:lnTo>
                    <a:pt x="5411209" y="1128933"/>
                  </a:lnTo>
                  <a:lnTo>
                    <a:pt x="5412065" y="924418"/>
                  </a:lnTo>
                  <a:lnTo>
                    <a:pt x="5412920" y="826321"/>
                  </a:lnTo>
                  <a:lnTo>
                    <a:pt x="5413776" y="800208"/>
                  </a:lnTo>
                  <a:lnTo>
                    <a:pt x="5414631" y="714392"/>
                  </a:lnTo>
                  <a:lnTo>
                    <a:pt x="5415487" y="577050"/>
                  </a:lnTo>
                  <a:lnTo>
                    <a:pt x="5416342" y="508879"/>
                  </a:lnTo>
                  <a:lnTo>
                    <a:pt x="5417198" y="606377"/>
                  </a:lnTo>
                  <a:lnTo>
                    <a:pt x="5418053" y="581916"/>
                  </a:lnTo>
                  <a:lnTo>
                    <a:pt x="5418909" y="686169"/>
                  </a:lnTo>
                  <a:lnTo>
                    <a:pt x="5419764" y="705846"/>
                  </a:lnTo>
                  <a:lnTo>
                    <a:pt x="5420620" y="672533"/>
                  </a:lnTo>
                  <a:lnTo>
                    <a:pt x="5421475" y="807617"/>
                  </a:lnTo>
                  <a:lnTo>
                    <a:pt x="5422331" y="763687"/>
                  </a:lnTo>
                  <a:lnTo>
                    <a:pt x="5423186" y="811986"/>
                  </a:lnTo>
                  <a:lnTo>
                    <a:pt x="5424042" y="910462"/>
                  </a:lnTo>
                  <a:lnTo>
                    <a:pt x="5424897" y="816871"/>
                  </a:lnTo>
                  <a:lnTo>
                    <a:pt x="5425753" y="737977"/>
                  </a:lnTo>
                  <a:lnTo>
                    <a:pt x="5426609" y="722705"/>
                  </a:lnTo>
                  <a:lnTo>
                    <a:pt x="5427464" y="701945"/>
                  </a:lnTo>
                  <a:lnTo>
                    <a:pt x="5428320" y="648323"/>
                  </a:lnTo>
                  <a:lnTo>
                    <a:pt x="5429175" y="642102"/>
                  </a:lnTo>
                  <a:lnTo>
                    <a:pt x="5430031" y="600972"/>
                  </a:lnTo>
                  <a:lnTo>
                    <a:pt x="5430886" y="571593"/>
                  </a:lnTo>
                  <a:lnTo>
                    <a:pt x="5431742" y="686096"/>
                  </a:lnTo>
                  <a:lnTo>
                    <a:pt x="5432597" y="546784"/>
                  </a:lnTo>
                  <a:lnTo>
                    <a:pt x="5433453" y="523513"/>
                  </a:lnTo>
                  <a:lnTo>
                    <a:pt x="5434308" y="637212"/>
                  </a:lnTo>
                  <a:lnTo>
                    <a:pt x="5435164" y="585197"/>
                  </a:lnTo>
                  <a:lnTo>
                    <a:pt x="5436019" y="659252"/>
                  </a:lnTo>
                  <a:lnTo>
                    <a:pt x="5436875" y="687422"/>
                  </a:lnTo>
                  <a:lnTo>
                    <a:pt x="5437730" y="853311"/>
                  </a:lnTo>
                  <a:lnTo>
                    <a:pt x="5438586" y="1061107"/>
                  </a:lnTo>
                  <a:lnTo>
                    <a:pt x="5439441" y="1125620"/>
                  </a:lnTo>
                  <a:lnTo>
                    <a:pt x="5440297" y="1364142"/>
                  </a:lnTo>
                  <a:lnTo>
                    <a:pt x="5441153" y="1408258"/>
                  </a:lnTo>
                  <a:lnTo>
                    <a:pt x="5442008" y="1445165"/>
                  </a:lnTo>
                  <a:lnTo>
                    <a:pt x="5442864" y="1577275"/>
                  </a:lnTo>
                  <a:lnTo>
                    <a:pt x="5443719" y="1377705"/>
                  </a:lnTo>
                  <a:lnTo>
                    <a:pt x="5444575" y="1494267"/>
                  </a:lnTo>
                  <a:lnTo>
                    <a:pt x="5445430" y="1392470"/>
                  </a:lnTo>
                  <a:lnTo>
                    <a:pt x="5446286" y="1354019"/>
                  </a:lnTo>
                  <a:lnTo>
                    <a:pt x="5447141" y="1378740"/>
                  </a:lnTo>
                  <a:lnTo>
                    <a:pt x="5447997" y="1324660"/>
                  </a:lnTo>
                  <a:lnTo>
                    <a:pt x="5448852" y="1375327"/>
                  </a:lnTo>
                  <a:lnTo>
                    <a:pt x="5449708" y="1652638"/>
                  </a:lnTo>
                  <a:lnTo>
                    <a:pt x="5450563" y="1683466"/>
                  </a:lnTo>
                  <a:lnTo>
                    <a:pt x="5451419" y="1805853"/>
                  </a:lnTo>
                  <a:lnTo>
                    <a:pt x="5452274" y="1764812"/>
                  </a:lnTo>
                  <a:lnTo>
                    <a:pt x="5453130" y="1755561"/>
                  </a:lnTo>
                  <a:lnTo>
                    <a:pt x="5453985" y="1867321"/>
                  </a:lnTo>
                  <a:lnTo>
                    <a:pt x="5454841" y="1929229"/>
                  </a:lnTo>
                  <a:lnTo>
                    <a:pt x="5455696" y="1950451"/>
                  </a:lnTo>
                  <a:lnTo>
                    <a:pt x="5456552" y="1982488"/>
                  </a:lnTo>
                  <a:lnTo>
                    <a:pt x="5457408" y="1945406"/>
                  </a:lnTo>
                  <a:lnTo>
                    <a:pt x="5458263" y="1790064"/>
                  </a:lnTo>
                  <a:lnTo>
                    <a:pt x="5459119" y="1700739"/>
                  </a:lnTo>
                  <a:lnTo>
                    <a:pt x="5459974" y="1534165"/>
                  </a:lnTo>
                  <a:lnTo>
                    <a:pt x="5460830" y="1496221"/>
                  </a:lnTo>
                  <a:lnTo>
                    <a:pt x="5461685" y="1541943"/>
                  </a:lnTo>
                  <a:lnTo>
                    <a:pt x="5462541" y="1574245"/>
                  </a:lnTo>
                  <a:lnTo>
                    <a:pt x="5463396" y="1679842"/>
                  </a:lnTo>
                  <a:lnTo>
                    <a:pt x="5464252" y="1732718"/>
                  </a:lnTo>
                  <a:lnTo>
                    <a:pt x="5465107" y="1641173"/>
                  </a:lnTo>
                  <a:lnTo>
                    <a:pt x="5465963" y="1556017"/>
                  </a:lnTo>
                  <a:lnTo>
                    <a:pt x="5466818" y="1550348"/>
                  </a:lnTo>
                  <a:lnTo>
                    <a:pt x="5467674" y="1480352"/>
                  </a:lnTo>
                  <a:lnTo>
                    <a:pt x="5468529" y="1565361"/>
                  </a:lnTo>
                  <a:lnTo>
                    <a:pt x="5469385" y="1614188"/>
                  </a:lnTo>
                  <a:lnTo>
                    <a:pt x="5470240" y="1626883"/>
                  </a:lnTo>
                  <a:lnTo>
                    <a:pt x="5471096" y="1649705"/>
                  </a:lnTo>
                  <a:lnTo>
                    <a:pt x="5471951" y="1545621"/>
                  </a:lnTo>
                  <a:lnTo>
                    <a:pt x="5472807" y="1577388"/>
                  </a:lnTo>
                  <a:lnTo>
                    <a:pt x="5473663" y="1577208"/>
                  </a:lnTo>
                  <a:lnTo>
                    <a:pt x="5474518" y="1580262"/>
                  </a:lnTo>
                  <a:lnTo>
                    <a:pt x="5475374" y="1593468"/>
                  </a:lnTo>
                  <a:lnTo>
                    <a:pt x="5476229" y="1559147"/>
                  </a:lnTo>
                  <a:lnTo>
                    <a:pt x="5477085" y="1614945"/>
                  </a:lnTo>
                  <a:lnTo>
                    <a:pt x="5477940" y="1617580"/>
                  </a:lnTo>
                  <a:lnTo>
                    <a:pt x="5478796" y="1642708"/>
                  </a:lnTo>
                  <a:lnTo>
                    <a:pt x="5479651" y="1647479"/>
                  </a:lnTo>
                  <a:lnTo>
                    <a:pt x="5480507" y="1612048"/>
                  </a:lnTo>
                  <a:lnTo>
                    <a:pt x="5481362" y="1639377"/>
                  </a:lnTo>
                  <a:lnTo>
                    <a:pt x="5482218" y="1802062"/>
                  </a:lnTo>
                  <a:lnTo>
                    <a:pt x="5483073" y="1879687"/>
                  </a:lnTo>
                  <a:lnTo>
                    <a:pt x="5483929" y="1897416"/>
                  </a:lnTo>
                  <a:lnTo>
                    <a:pt x="5484784" y="1945624"/>
                  </a:lnTo>
                  <a:lnTo>
                    <a:pt x="5485640" y="1991666"/>
                  </a:lnTo>
                  <a:lnTo>
                    <a:pt x="5486495" y="2004746"/>
                  </a:lnTo>
                  <a:lnTo>
                    <a:pt x="5487351" y="2002921"/>
                  </a:lnTo>
                  <a:lnTo>
                    <a:pt x="5488207" y="2010340"/>
                  </a:lnTo>
                  <a:lnTo>
                    <a:pt x="5489062" y="2000985"/>
                  </a:lnTo>
                  <a:lnTo>
                    <a:pt x="5489918" y="2038230"/>
                  </a:lnTo>
                  <a:lnTo>
                    <a:pt x="5490773" y="1990798"/>
                  </a:lnTo>
                  <a:lnTo>
                    <a:pt x="5491629" y="2024198"/>
                  </a:lnTo>
                  <a:lnTo>
                    <a:pt x="5492484" y="2043334"/>
                  </a:lnTo>
                  <a:lnTo>
                    <a:pt x="5493340" y="2040297"/>
                  </a:lnTo>
                  <a:lnTo>
                    <a:pt x="5494195" y="2042518"/>
                  </a:lnTo>
                  <a:lnTo>
                    <a:pt x="5495051" y="2062211"/>
                  </a:lnTo>
                  <a:lnTo>
                    <a:pt x="5495906" y="2075652"/>
                  </a:lnTo>
                  <a:lnTo>
                    <a:pt x="5496762" y="2079524"/>
                  </a:lnTo>
                  <a:lnTo>
                    <a:pt x="5497617" y="2082287"/>
                  </a:lnTo>
                  <a:lnTo>
                    <a:pt x="5498473" y="1993833"/>
                  </a:lnTo>
                  <a:lnTo>
                    <a:pt x="5499328" y="1983514"/>
                  </a:lnTo>
                  <a:lnTo>
                    <a:pt x="5500184" y="1997856"/>
                  </a:lnTo>
                  <a:lnTo>
                    <a:pt x="5501039" y="1865199"/>
                  </a:lnTo>
                  <a:lnTo>
                    <a:pt x="5501895" y="1967033"/>
                  </a:lnTo>
                  <a:lnTo>
                    <a:pt x="5502750" y="1948814"/>
                  </a:lnTo>
                  <a:lnTo>
                    <a:pt x="5503606" y="1947487"/>
                  </a:lnTo>
                  <a:lnTo>
                    <a:pt x="5504462" y="2004241"/>
                  </a:lnTo>
                  <a:lnTo>
                    <a:pt x="5505317" y="1902415"/>
                  </a:lnTo>
                  <a:lnTo>
                    <a:pt x="5506173" y="1840924"/>
                  </a:lnTo>
                  <a:lnTo>
                    <a:pt x="5507028" y="1776823"/>
                  </a:lnTo>
                  <a:lnTo>
                    <a:pt x="5507884" y="1900660"/>
                  </a:lnTo>
                  <a:lnTo>
                    <a:pt x="5508739" y="1915946"/>
                  </a:lnTo>
                  <a:lnTo>
                    <a:pt x="5509595" y="1887035"/>
                  </a:lnTo>
                  <a:lnTo>
                    <a:pt x="5510450" y="1985028"/>
                  </a:lnTo>
                  <a:lnTo>
                    <a:pt x="5511306" y="1986193"/>
                  </a:lnTo>
                  <a:lnTo>
                    <a:pt x="5512161" y="2018487"/>
                  </a:lnTo>
                  <a:lnTo>
                    <a:pt x="5513017" y="2027247"/>
                  </a:lnTo>
                  <a:lnTo>
                    <a:pt x="5513872" y="1956532"/>
                  </a:lnTo>
                  <a:lnTo>
                    <a:pt x="5514728" y="2036425"/>
                  </a:lnTo>
                  <a:lnTo>
                    <a:pt x="5515583" y="2070679"/>
                  </a:lnTo>
                  <a:lnTo>
                    <a:pt x="5516439" y="2062683"/>
                  </a:lnTo>
                  <a:lnTo>
                    <a:pt x="5517294" y="2018366"/>
                  </a:lnTo>
                  <a:lnTo>
                    <a:pt x="5518150" y="1969661"/>
                  </a:lnTo>
                  <a:lnTo>
                    <a:pt x="5519005" y="1854166"/>
                  </a:lnTo>
                  <a:lnTo>
                    <a:pt x="5519861" y="1806727"/>
                  </a:lnTo>
                  <a:lnTo>
                    <a:pt x="5520717" y="1747084"/>
                  </a:lnTo>
                  <a:lnTo>
                    <a:pt x="5521572" y="1686458"/>
                  </a:lnTo>
                  <a:lnTo>
                    <a:pt x="5522428" y="1716132"/>
                  </a:lnTo>
                  <a:lnTo>
                    <a:pt x="5523283" y="1725254"/>
                  </a:lnTo>
                  <a:lnTo>
                    <a:pt x="5524139" y="1760984"/>
                  </a:lnTo>
                  <a:lnTo>
                    <a:pt x="5524994" y="1804578"/>
                  </a:lnTo>
                  <a:lnTo>
                    <a:pt x="5525850" y="1920371"/>
                  </a:lnTo>
                  <a:lnTo>
                    <a:pt x="5526705" y="1929961"/>
                  </a:lnTo>
                  <a:lnTo>
                    <a:pt x="5527561" y="1889287"/>
                  </a:lnTo>
                  <a:lnTo>
                    <a:pt x="5528416" y="1866770"/>
                  </a:lnTo>
                  <a:lnTo>
                    <a:pt x="5529272" y="1871485"/>
                  </a:lnTo>
                  <a:lnTo>
                    <a:pt x="5530127" y="1934713"/>
                  </a:lnTo>
                  <a:lnTo>
                    <a:pt x="5530983" y="1966099"/>
                  </a:lnTo>
                  <a:lnTo>
                    <a:pt x="5531838" y="1983256"/>
                  </a:lnTo>
                  <a:lnTo>
                    <a:pt x="5532694" y="2026684"/>
                  </a:lnTo>
                  <a:lnTo>
                    <a:pt x="5533549" y="2034476"/>
                  </a:lnTo>
                  <a:lnTo>
                    <a:pt x="5534405" y="1980888"/>
                  </a:lnTo>
                  <a:lnTo>
                    <a:pt x="5535261" y="1909132"/>
                  </a:lnTo>
                  <a:lnTo>
                    <a:pt x="5536116" y="1903783"/>
                  </a:lnTo>
                  <a:lnTo>
                    <a:pt x="5536972" y="1865403"/>
                  </a:lnTo>
                  <a:lnTo>
                    <a:pt x="5537827" y="1858166"/>
                  </a:lnTo>
                  <a:lnTo>
                    <a:pt x="5538683" y="1961276"/>
                  </a:lnTo>
                  <a:lnTo>
                    <a:pt x="5539538" y="2016753"/>
                  </a:lnTo>
                  <a:lnTo>
                    <a:pt x="5540394" y="2112615"/>
                  </a:lnTo>
                  <a:lnTo>
                    <a:pt x="5541249" y="2124686"/>
                  </a:lnTo>
                  <a:lnTo>
                    <a:pt x="5542105" y="2104039"/>
                  </a:lnTo>
                  <a:lnTo>
                    <a:pt x="5542960" y="2069471"/>
                  </a:lnTo>
                  <a:lnTo>
                    <a:pt x="5543816" y="2035059"/>
                  </a:lnTo>
                  <a:lnTo>
                    <a:pt x="5544671" y="2007462"/>
                  </a:lnTo>
                  <a:lnTo>
                    <a:pt x="5545527" y="2025841"/>
                  </a:lnTo>
                  <a:lnTo>
                    <a:pt x="5546382" y="1974451"/>
                  </a:lnTo>
                  <a:lnTo>
                    <a:pt x="5547238" y="1937422"/>
                  </a:lnTo>
                  <a:lnTo>
                    <a:pt x="5548093" y="1958499"/>
                  </a:lnTo>
                  <a:lnTo>
                    <a:pt x="5548949" y="1989128"/>
                  </a:lnTo>
                  <a:lnTo>
                    <a:pt x="5549804" y="2009987"/>
                  </a:lnTo>
                  <a:lnTo>
                    <a:pt x="5550660" y="2013424"/>
                  </a:lnTo>
                  <a:lnTo>
                    <a:pt x="5551516" y="1967485"/>
                  </a:lnTo>
                  <a:lnTo>
                    <a:pt x="5552371" y="1970819"/>
                  </a:lnTo>
                  <a:lnTo>
                    <a:pt x="5553227" y="1970580"/>
                  </a:lnTo>
                  <a:lnTo>
                    <a:pt x="5554082" y="1976613"/>
                  </a:lnTo>
                  <a:lnTo>
                    <a:pt x="5554938" y="2000423"/>
                  </a:lnTo>
                  <a:lnTo>
                    <a:pt x="5555793" y="1994065"/>
                  </a:lnTo>
                  <a:lnTo>
                    <a:pt x="5556649" y="2011472"/>
                  </a:lnTo>
                  <a:lnTo>
                    <a:pt x="5557504" y="2015910"/>
                  </a:lnTo>
                  <a:lnTo>
                    <a:pt x="5558360" y="2003097"/>
                  </a:lnTo>
                  <a:lnTo>
                    <a:pt x="5559215" y="2050493"/>
                  </a:lnTo>
                  <a:lnTo>
                    <a:pt x="5560071" y="2080297"/>
                  </a:lnTo>
                  <a:lnTo>
                    <a:pt x="5560926" y="2094905"/>
                  </a:lnTo>
                  <a:lnTo>
                    <a:pt x="5561782" y="2089917"/>
                  </a:lnTo>
                  <a:lnTo>
                    <a:pt x="5562637" y="2083398"/>
                  </a:lnTo>
                  <a:lnTo>
                    <a:pt x="5563493" y="2040982"/>
                  </a:lnTo>
                  <a:lnTo>
                    <a:pt x="5564348" y="2047725"/>
                  </a:lnTo>
                  <a:lnTo>
                    <a:pt x="5565204" y="2059152"/>
                  </a:lnTo>
                  <a:lnTo>
                    <a:pt x="5566059" y="2072191"/>
                  </a:lnTo>
                  <a:lnTo>
                    <a:pt x="5566915" y="2075567"/>
                  </a:lnTo>
                  <a:lnTo>
                    <a:pt x="5567771" y="2079062"/>
                  </a:lnTo>
                  <a:lnTo>
                    <a:pt x="5568626" y="2058634"/>
                  </a:lnTo>
                  <a:lnTo>
                    <a:pt x="5569482" y="2035753"/>
                  </a:lnTo>
                  <a:lnTo>
                    <a:pt x="5570337" y="2031214"/>
                  </a:lnTo>
                  <a:lnTo>
                    <a:pt x="5571193" y="1995725"/>
                  </a:lnTo>
                  <a:lnTo>
                    <a:pt x="5572048" y="1960062"/>
                  </a:lnTo>
                  <a:lnTo>
                    <a:pt x="5572904" y="1823388"/>
                  </a:lnTo>
                  <a:lnTo>
                    <a:pt x="5573759" y="1709433"/>
                  </a:lnTo>
                  <a:lnTo>
                    <a:pt x="5574615" y="1739641"/>
                  </a:lnTo>
                  <a:lnTo>
                    <a:pt x="5575470" y="1810800"/>
                  </a:lnTo>
                  <a:lnTo>
                    <a:pt x="5576326" y="1802226"/>
                  </a:lnTo>
                  <a:lnTo>
                    <a:pt x="5577181" y="1767554"/>
                  </a:lnTo>
                  <a:lnTo>
                    <a:pt x="5578037" y="1696311"/>
                  </a:lnTo>
                  <a:lnTo>
                    <a:pt x="5578892" y="1659333"/>
                  </a:lnTo>
                  <a:lnTo>
                    <a:pt x="5579748" y="1627717"/>
                  </a:lnTo>
                  <a:lnTo>
                    <a:pt x="5580603" y="1615522"/>
                  </a:lnTo>
                  <a:lnTo>
                    <a:pt x="5581459" y="1588074"/>
                  </a:lnTo>
                  <a:lnTo>
                    <a:pt x="5582314" y="1699714"/>
                  </a:lnTo>
                  <a:lnTo>
                    <a:pt x="5583170" y="1738519"/>
                  </a:lnTo>
                  <a:lnTo>
                    <a:pt x="5584026" y="1780712"/>
                  </a:lnTo>
                  <a:lnTo>
                    <a:pt x="5584881" y="1882699"/>
                  </a:lnTo>
                  <a:lnTo>
                    <a:pt x="5585737" y="1947493"/>
                  </a:lnTo>
                  <a:lnTo>
                    <a:pt x="5586592" y="1964437"/>
                  </a:lnTo>
                  <a:lnTo>
                    <a:pt x="5587448" y="1908103"/>
                  </a:lnTo>
                  <a:lnTo>
                    <a:pt x="5588303" y="1798191"/>
                  </a:lnTo>
                  <a:lnTo>
                    <a:pt x="5589159" y="1773179"/>
                  </a:lnTo>
                  <a:lnTo>
                    <a:pt x="5590014" y="1784878"/>
                  </a:lnTo>
                  <a:lnTo>
                    <a:pt x="5590870" y="1744975"/>
                  </a:lnTo>
                  <a:lnTo>
                    <a:pt x="5591725" y="1768956"/>
                  </a:lnTo>
                  <a:lnTo>
                    <a:pt x="5592581" y="1763907"/>
                  </a:lnTo>
                  <a:lnTo>
                    <a:pt x="5593436" y="1932825"/>
                  </a:lnTo>
                  <a:lnTo>
                    <a:pt x="5594292" y="1860885"/>
                  </a:lnTo>
                  <a:lnTo>
                    <a:pt x="5595147" y="1833365"/>
                  </a:lnTo>
                  <a:lnTo>
                    <a:pt x="5596003" y="1870317"/>
                  </a:lnTo>
                  <a:lnTo>
                    <a:pt x="5596858" y="1917261"/>
                  </a:lnTo>
                  <a:lnTo>
                    <a:pt x="5597714" y="1923641"/>
                  </a:lnTo>
                  <a:lnTo>
                    <a:pt x="5598570" y="2005583"/>
                  </a:lnTo>
                  <a:lnTo>
                    <a:pt x="5599425" y="2019586"/>
                  </a:lnTo>
                  <a:lnTo>
                    <a:pt x="5600281" y="2012068"/>
                  </a:lnTo>
                  <a:lnTo>
                    <a:pt x="5601136" y="2055922"/>
                  </a:lnTo>
                  <a:lnTo>
                    <a:pt x="5601992" y="2068945"/>
                  </a:lnTo>
                  <a:lnTo>
                    <a:pt x="5602847" y="2095425"/>
                  </a:lnTo>
                  <a:lnTo>
                    <a:pt x="5603703" y="2151436"/>
                  </a:lnTo>
                  <a:lnTo>
                    <a:pt x="5604558" y="2152817"/>
                  </a:lnTo>
                  <a:lnTo>
                    <a:pt x="5605414" y="2183293"/>
                  </a:lnTo>
                  <a:lnTo>
                    <a:pt x="5606269" y="2146369"/>
                  </a:lnTo>
                  <a:lnTo>
                    <a:pt x="5607125" y="2143760"/>
                  </a:lnTo>
                  <a:lnTo>
                    <a:pt x="5607980" y="2145737"/>
                  </a:lnTo>
                  <a:lnTo>
                    <a:pt x="5608836" y="2105662"/>
                  </a:lnTo>
                  <a:lnTo>
                    <a:pt x="5609691" y="2096340"/>
                  </a:lnTo>
                  <a:lnTo>
                    <a:pt x="5610547" y="2044143"/>
                  </a:lnTo>
                  <a:lnTo>
                    <a:pt x="5611402" y="2085939"/>
                  </a:lnTo>
                  <a:lnTo>
                    <a:pt x="5612258" y="2093219"/>
                  </a:lnTo>
                  <a:lnTo>
                    <a:pt x="5613113" y="2019293"/>
                  </a:lnTo>
                  <a:lnTo>
                    <a:pt x="5613969" y="2032879"/>
                  </a:lnTo>
                  <a:lnTo>
                    <a:pt x="5614825" y="2044873"/>
                  </a:lnTo>
                  <a:lnTo>
                    <a:pt x="5615680" y="2057455"/>
                  </a:lnTo>
                  <a:lnTo>
                    <a:pt x="5616536" y="2047159"/>
                  </a:lnTo>
                  <a:lnTo>
                    <a:pt x="5617391" y="2010530"/>
                  </a:lnTo>
                  <a:lnTo>
                    <a:pt x="5618247" y="1967766"/>
                  </a:lnTo>
                  <a:lnTo>
                    <a:pt x="5619102" y="1929127"/>
                  </a:lnTo>
                  <a:lnTo>
                    <a:pt x="5619958" y="1895251"/>
                  </a:lnTo>
                  <a:lnTo>
                    <a:pt x="5620813" y="1828187"/>
                  </a:lnTo>
                  <a:lnTo>
                    <a:pt x="5621669" y="1842158"/>
                  </a:lnTo>
                  <a:lnTo>
                    <a:pt x="5622524" y="1843674"/>
                  </a:lnTo>
                  <a:lnTo>
                    <a:pt x="5623380" y="1800071"/>
                  </a:lnTo>
                  <a:lnTo>
                    <a:pt x="5624235" y="1788326"/>
                  </a:lnTo>
                  <a:lnTo>
                    <a:pt x="5625091" y="1767592"/>
                  </a:lnTo>
                  <a:lnTo>
                    <a:pt x="5625946" y="1752026"/>
                  </a:lnTo>
                  <a:lnTo>
                    <a:pt x="5626802" y="1809787"/>
                  </a:lnTo>
                  <a:lnTo>
                    <a:pt x="5627657" y="1801414"/>
                  </a:lnTo>
                  <a:lnTo>
                    <a:pt x="5628513" y="1786814"/>
                  </a:lnTo>
                  <a:lnTo>
                    <a:pt x="5629368" y="1826311"/>
                  </a:lnTo>
                  <a:lnTo>
                    <a:pt x="5630224" y="1855791"/>
                  </a:lnTo>
                  <a:lnTo>
                    <a:pt x="5631080" y="1880174"/>
                  </a:lnTo>
                  <a:lnTo>
                    <a:pt x="5631935" y="1888120"/>
                  </a:lnTo>
                  <a:lnTo>
                    <a:pt x="5632791" y="1834158"/>
                  </a:lnTo>
                  <a:lnTo>
                    <a:pt x="5633646" y="1919992"/>
                  </a:lnTo>
                  <a:lnTo>
                    <a:pt x="5634502" y="1930355"/>
                  </a:lnTo>
                  <a:lnTo>
                    <a:pt x="5635357" y="1885492"/>
                  </a:lnTo>
                  <a:lnTo>
                    <a:pt x="5636213" y="1911104"/>
                  </a:lnTo>
                  <a:lnTo>
                    <a:pt x="5637068" y="1890460"/>
                  </a:lnTo>
                  <a:lnTo>
                    <a:pt x="5637924" y="1941393"/>
                  </a:lnTo>
                  <a:lnTo>
                    <a:pt x="5638779" y="1957260"/>
                  </a:lnTo>
                  <a:lnTo>
                    <a:pt x="5639635" y="1908137"/>
                  </a:lnTo>
                  <a:lnTo>
                    <a:pt x="5640490" y="1941006"/>
                  </a:lnTo>
                  <a:lnTo>
                    <a:pt x="5641346" y="1924881"/>
                  </a:lnTo>
                  <a:lnTo>
                    <a:pt x="5642201" y="1950904"/>
                  </a:lnTo>
                  <a:lnTo>
                    <a:pt x="5643057" y="1966810"/>
                  </a:lnTo>
                  <a:lnTo>
                    <a:pt x="5643912" y="1931224"/>
                  </a:lnTo>
                  <a:lnTo>
                    <a:pt x="5644768" y="2016046"/>
                  </a:lnTo>
                  <a:lnTo>
                    <a:pt x="5645624" y="2033163"/>
                  </a:lnTo>
                  <a:lnTo>
                    <a:pt x="5646479" y="1998452"/>
                  </a:lnTo>
                  <a:lnTo>
                    <a:pt x="5647335" y="1985337"/>
                  </a:lnTo>
                  <a:lnTo>
                    <a:pt x="5648190" y="1947128"/>
                  </a:lnTo>
                  <a:lnTo>
                    <a:pt x="5649046" y="1988273"/>
                  </a:lnTo>
                  <a:lnTo>
                    <a:pt x="5649901" y="1990105"/>
                  </a:lnTo>
                  <a:lnTo>
                    <a:pt x="5650757" y="1897026"/>
                  </a:lnTo>
                  <a:lnTo>
                    <a:pt x="5651612" y="1950387"/>
                  </a:lnTo>
                  <a:lnTo>
                    <a:pt x="5652468" y="1922424"/>
                  </a:lnTo>
                  <a:lnTo>
                    <a:pt x="5653323" y="1953527"/>
                  </a:lnTo>
                  <a:lnTo>
                    <a:pt x="5654179" y="1980072"/>
                  </a:lnTo>
                  <a:lnTo>
                    <a:pt x="5655034" y="1880536"/>
                  </a:lnTo>
                  <a:lnTo>
                    <a:pt x="5655890" y="1908331"/>
                  </a:lnTo>
                  <a:lnTo>
                    <a:pt x="5656745" y="1886927"/>
                  </a:lnTo>
                  <a:lnTo>
                    <a:pt x="5657601" y="1872182"/>
                  </a:lnTo>
                  <a:lnTo>
                    <a:pt x="5658456" y="1936852"/>
                  </a:lnTo>
                  <a:lnTo>
                    <a:pt x="5659312" y="1885502"/>
                  </a:lnTo>
                  <a:lnTo>
                    <a:pt x="5660167" y="1908761"/>
                  </a:lnTo>
                  <a:lnTo>
                    <a:pt x="5661023" y="1947499"/>
                  </a:lnTo>
                  <a:lnTo>
                    <a:pt x="5661879" y="1889988"/>
                  </a:lnTo>
                  <a:lnTo>
                    <a:pt x="5662734" y="1897129"/>
                  </a:lnTo>
                  <a:lnTo>
                    <a:pt x="5663590" y="1931604"/>
                  </a:lnTo>
                  <a:lnTo>
                    <a:pt x="5664445" y="1972393"/>
                  </a:lnTo>
                  <a:lnTo>
                    <a:pt x="5665301" y="1964051"/>
                  </a:lnTo>
                  <a:lnTo>
                    <a:pt x="5666156" y="1931031"/>
                  </a:lnTo>
                  <a:lnTo>
                    <a:pt x="5667012" y="1967704"/>
                  </a:lnTo>
                  <a:lnTo>
                    <a:pt x="5667867" y="2011151"/>
                  </a:lnTo>
                  <a:lnTo>
                    <a:pt x="5668723" y="2011646"/>
                  </a:lnTo>
                  <a:lnTo>
                    <a:pt x="5669578" y="1996266"/>
                  </a:lnTo>
                  <a:lnTo>
                    <a:pt x="5670434" y="1930665"/>
                  </a:lnTo>
                  <a:lnTo>
                    <a:pt x="5671289" y="1838399"/>
                  </a:lnTo>
                  <a:lnTo>
                    <a:pt x="5672145" y="1892044"/>
                  </a:lnTo>
                  <a:lnTo>
                    <a:pt x="5673000" y="1813770"/>
                  </a:lnTo>
                  <a:lnTo>
                    <a:pt x="5673856" y="1843278"/>
                  </a:lnTo>
                  <a:lnTo>
                    <a:pt x="5674711" y="1879529"/>
                  </a:lnTo>
                  <a:lnTo>
                    <a:pt x="5675567" y="1799957"/>
                  </a:lnTo>
                  <a:lnTo>
                    <a:pt x="5676422" y="1850529"/>
                  </a:lnTo>
                  <a:lnTo>
                    <a:pt x="5677278" y="1829639"/>
                  </a:lnTo>
                  <a:lnTo>
                    <a:pt x="5678134" y="1851322"/>
                  </a:lnTo>
                  <a:lnTo>
                    <a:pt x="5678989" y="1850095"/>
                  </a:lnTo>
                  <a:lnTo>
                    <a:pt x="5679845" y="1850851"/>
                  </a:lnTo>
                  <a:lnTo>
                    <a:pt x="5680700" y="1888023"/>
                  </a:lnTo>
                  <a:lnTo>
                    <a:pt x="5681556" y="1891856"/>
                  </a:lnTo>
                  <a:lnTo>
                    <a:pt x="5682411" y="1954087"/>
                  </a:lnTo>
                  <a:lnTo>
                    <a:pt x="5683267" y="1943770"/>
                  </a:lnTo>
                  <a:lnTo>
                    <a:pt x="5684122" y="1934309"/>
                  </a:lnTo>
                  <a:lnTo>
                    <a:pt x="5684978" y="1928814"/>
                  </a:lnTo>
                  <a:lnTo>
                    <a:pt x="5685833" y="1849426"/>
                  </a:lnTo>
                  <a:lnTo>
                    <a:pt x="5686689" y="1867785"/>
                  </a:lnTo>
                  <a:lnTo>
                    <a:pt x="5687544" y="1873380"/>
                  </a:lnTo>
                  <a:lnTo>
                    <a:pt x="5688400" y="1910653"/>
                  </a:lnTo>
                  <a:lnTo>
                    <a:pt x="5689255" y="1958139"/>
                  </a:lnTo>
                  <a:lnTo>
                    <a:pt x="5690111" y="1935662"/>
                  </a:lnTo>
                  <a:lnTo>
                    <a:pt x="5690966" y="1962950"/>
                  </a:lnTo>
                  <a:lnTo>
                    <a:pt x="5691822" y="1993325"/>
                  </a:lnTo>
                  <a:lnTo>
                    <a:pt x="5692678" y="2027868"/>
                  </a:lnTo>
                  <a:lnTo>
                    <a:pt x="5693533" y="2019021"/>
                  </a:lnTo>
                  <a:lnTo>
                    <a:pt x="5694389" y="1950477"/>
                  </a:lnTo>
                  <a:lnTo>
                    <a:pt x="5695244" y="2075095"/>
                  </a:lnTo>
                  <a:lnTo>
                    <a:pt x="5696100" y="2122165"/>
                  </a:lnTo>
                  <a:lnTo>
                    <a:pt x="5696955" y="2131515"/>
                  </a:lnTo>
                  <a:lnTo>
                    <a:pt x="5697811" y="2145134"/>
                  </a:lnTo>
                  <a:lnTo>
                    <a:pt x="5698666" y="2118100"/>
                  </a:lnTo>
                  <a:lnTo>
                    <a:pt x="5699522" y="2133463"/>
                  </a:lnTo>
                  <a:lnTo>
                    <a:pt x="5700377" y="2089537"/>
                  </a:lnTo>
                  <a:lnTo>
                    <a:pt x="5701233" y="2074219"/>
                  </a:lnTo>
                  <a:lnTo>
                    <a:pt x="5702088" y="2042369"/>
                  </a:lnTo>
                  <a:lnTo>
                    <a:pt x="5702944" y="2097395"/>
                  </a:lnTo>
                  <a:lnTo>
                    <a:pt x="5703799" y="2127862"/>
                  </a:lnTo>
                  <a:lnTo>
                    <a:pt x="5704655" y="2097801"/>
                  </a:lnTo>
                  <a:lnTo>
                    <a:pt x="5705510" y="2050431"/>
                  </a:lnTo>
                  <a:lnTo>
                    <a:pt x="5706366" y="2046050"/>
                  </a:lnTo>
                  <a:lnTo>
                    <a:pt x="5707221" y="2019756"/>
                  </a:lnTo>
                  <a:lnTo>
                    <a:pt x="5708077" y="1933888"/>
                  </a:lnTo>
                  <a:lnTo>
                    <a:pt x="5708933" y="1960791"/>
                  </a:lnTo>
                  <a:lnTo>
                    <a:pt x="5709788" y="1958093"/>
                  </a:lnTo>
                  <a:lnTo>
                    <a:pt x="5710644" y="1936366"/>
                  </a:lnTo>
                  <a:lnTo>
                    <a:pt x="5711499" y="1912125"/>
                  </a:lnTo>
                  <a:lnTo>
                    <a:pt x="5712355" y="1836358"/>
                  </a:lnTo>
                  <a:lnTo>
                    <a:pt x="5713210" y="1807900"/>
                  </a:lnTo>
                  <a:lnTo>
                    <a:pt x="5714066" y="1823511"/>
                  </a:lnTo>
                  <a:lnTo>
                    <a:pt x="5714921" y="1799418"/>
                  </a:lnTo>
                  <a:lnTo>
                    <a:pt x="5715777" y="1851549"/>
                  </a:lnTo>
                  <a:lnTo>
                    <a:pt x="5716632" y="1859425"/>
                  </a:lnTo>
                  <a:lnTo>
                    <a:pt x="5717488" y="1904230"/>
                  </a:lnTo>
                  <a:lnTo>
                    <a:pt x="5718343" y="1972121"/>
                  </a:lnTo>
                  <a:lnTo>
                    <a:pt x="5719199" y="2011930"/>
                  </a:lnTo>
                  <a:lnTo>
                    <a:pt x="5720054" y="2052450"/>
                  </a:lnTo>
                  <a:lnTo>
                    <a:pt x="5720910" y="2071849"/>
                  </a:lnTo>
                  <a:lnTo>
                    <a:pt x="5721765" y="2119594"/>
                  </a:lnTo>
                  <a:lnTo>
                    <a:pt x="5722621" y="2104667"/>
                  </a:lnTo>
                  <a:lnTo>
                    <a:pt x="5723476" y="2108712"/>
                  </a:lnTo>
                  <a:lnTo>
                    <a:pt x="5724332" y="2130942"/>
                  </a:lnTo>
                  <a:lnTo>
                    <a:pt x="5725188" y="2093976"/>
                  </a:lnTo>
                  <a:lnTo>
                    <a:pt x="5726043" y="2073342"/>
                  </a:lnTo>
                  <a:lnTo>
                    <a:pt x="5726899" y="1984977"/>
                  </a:lnTo>
                  <a:lnTo>
                    <a:pt x="5727754" y="1979328"/>
                  </a:lnTo>
                  <a:lnTo>
                    <a:pt x="5728610" y="1944354"/>
                  </a:lnTo>
                  <a:lnTo>
                    <a:pt x="5729465" y="1934442"/>
                  </a:lnTo>
                  <a:lnTo>
                    <a:pt x="5730321" y="1921014"/>
                  </a:lnTo>
                  <a:lnTo>
                    <a:pt x="5731176" y="1884847"/>
                  </a:lnTo>
                  <a:lnTo>
                    <a:pt x="5732032" y="1880347"/>
                  </a:lnTo>
                  <a:lnTo>
                    <a:pt x="5732887" y="1857974"/>
                  </a:lnTo>
                  <a:lnTo>
                    <a:pt x="5733743" y="1845121"/>
                  </a:lnTo>
                  <a:lnTo>
                    <a:pt x="5734598" y="1842747"/>
                  </a:lnTo>
                  <a:lnTo>
                    <a:pt x="5735454" y="1885001"/>
                  </a:lnTo>
                  <a:lnTo>
                    <a:pt x="5736309" y="1875173"/>
                  </a:lnTo>
                  <a:lnTo>
                    <a:pt x="5737165" y="1906974"/>
                  </a:lnTo>
                  <a:lnTo>
                    <a:pt x="5738020" y="1932800"/>
                  </a:lnTo>
                  <a:lnTo>
                    <a:pt x="5738876" y="1995859"/>
                  </a:lnTo>
                  <a:lnTo>
                    <a:pt x="5739732" y="2007516"/>
                  </a:lnTo>
                  <a:lnTo>
                    <a:pt x="5740587" y="1976832"/>
                  </a:lnTo>
                  <a:lnTo>
                    <a:pt x="5741443" y="1972920"/>
                  </a:lnTo>
                  <a:lnTo>
                    <a:pt x="5742298" y="2005980"/>
                  </a:lnTo>
                  <a:lnTo>
                    <a:pt x="5743154" y="1987848"/>
                  </a:lnTo>
                  <a:lnTo>
                    <a:pt x="5744009" y="1939765"/>
                  </a:lnTo>
                  <a:lnTo>
                    <a:pt x="5744865" y="1946424"/>
                  </a:lnTo>
                  <a:lnTo>
                    <a:pt x="5745720" y="1897790"/>
                  </a:lnTo>
                  <a:lnTo>
                    <a:pt x="5746576" y="1877270"/>
                  </a:lnTo>
                  <a:lnTo>
                    <a:pt x="5747431" y="1807070"/>
                  </a:lnTo>
                  <a:lnTo>
                    <a:pt x="5748287" y="1836123"/>
                  </a:lnTo>
                  <a:lnTo>
                    <a:pt x="5749142" y="1794483"/>
                  </a:lnTo>
                  <a:lnTo>
                    <a:pt x="5749998" y="1882991"/>
                  </a:lnTo>
                  <a:lnTo>
                    <a:pt x="5750853" y="1866190"/>
                  </a:lnTo>
                  <a:lnTo>
                    <a:pt x="5751709" y="1872883"/>
                  </a:lnTo>
                  <a:lnTo>
                    <a:pt x="5752564" y="1885342"/>
                  </a:lnTo>
                  <a:lnTo>
                    <a:pt x="5753420" y="1901299"/>
                  </a:lnTo>
                  <a:lnTo>
                    <a:pt x="5754275" y="1945059"/>
                  </a:lnTo>
                  <a:lnTo>
                    <a:pt x="5755131" y="1889382"/>
                  </a:lnTo>
                  <a:lnTo>
                    <a:pt x="5755987" y="1857088"/>
                  </a:lnTo>
                  <a:lnTo>
                    <a:pt x="5756842" y="1925117"/>
                  </a:lnTo>
                  <a:lnTo>
                    <a:pt x="5757698" y="1892998"/>
                  </a:lnTo>
                  <a:lnTo>
                    <a:pt x="5758553" y="1868101"/>
                  </a:lnTo>
                  <a:lnTo>
                    <a:pt x="5759409" y="1805302"/>
                  </a:lnTo>
                  <a:lnTo>
                    <a:pt x="5760264" y="1793901"/>
                  </a:lnTo>
                  <a:lnTo>
                    <a:pt x="5761120" y="1815568"/>
                  </a:lnTo>
                  <a:lnTo>
                    <a:pt x="5761975" y="1814040"/>
                  </a:lnTo>
                  <a:lnTo>
                    <a:pt x="5762831" y="1781835"/>
                  </a:lnTo>
                  <a:lnTo>
                    <a:pt x="5763686" y="1801308"/>
                  </a:lnTo>
                  <a:lnTo>
                    <a:pt x="5764542" y="1813709"/>
                  </a:lnTo>
                  <a:lnTo>
                    <a:pt x="5765397" y="1841276"/>
                  </a:lnTo>
                  <a:lnTo>
                    <a:pt x="5766253" y="1808683"/>
                  </a:lnTo>
                  <a:lnTo>
                    <a:pt x="5767108" y="1784823"/>
                  </a:lnTo>
                  <a:lnTo>
                    <a:pt x="5767964" y="1820532"/>
                  </a:lnTo>
                  <a:lnTo>
                    <a:pt x="5768819" y="1758996"/>
                  </a:lnTo>
                  <a:lnTo>
                    <a:pt x="5769675" y="1780125"/>
                  </a:lnTo>
                  <a:lnTo>
                    <a:pt x="5770530" y="1784315"/>
                  </a:lnTo>
                  <a:lnTo>
                    <a:pt x="5771386" y="1718719"/>
                  </a:lnTo>
                  <a:lnTo>
                    <a:pt x="5772242" y="1702180"/>
                  </a:lnTo>
                  <a:lnTo>
                    <a:pt x="5773097" y="1606628"/>
                  </a:lnTo>
                  <a:lnTo>
                    <a:pt x="5773953" y="1649783"/>
                  </a:lnTo>
                  <a:lnTo>
                    <a:pt x="5774808" y="1657571"/>
                  </a:lnTo>
                  <a:lnTo>
                    <a:pt x="5775664" y="1636566"/>
                  </a:lnTo>
                  <a:lnTo>
                    <a:pt x="5776519" y="1642403"/>
                  </a:lnTo>
                  <a:lnTo>
                    <a:pt x="5777375" y="1632749"/>
                  </a:lnTo>
                  <a:lnTo>
                    <a:pt x="5778230" y="1418426"/>
                  </a:lnTo>
                  <a:lnTo>
                    <a:pt x="5779086" y="1412207"/>
                  </a:lnTo>
                  <a:lnTo>
                    <a:pt x="5779941" y="1384060"/>
                  </a:lnTo>
                  <a:lnTo>
                    <a:pt x="5780797" y="1372915"/>
                  </a:lnTo>
                  <a:lnTo>
                    <a:pt x="5781652" y="1381427"/>
                  </a:lnTo>
                  <a:lnTo>
                    <a:pt x="5782508" y="1358215"/>
                  </a:lnTo>
                  <a:lnTo>
                    <a:pt x="5783363" y="1392856"/>
                  </a:lnTo>
                  <a:lnTo>
                    <a:pt x="5784219" y="1420372"/>
                  </a:lnTo>
                  <a:lnTo>
                    <a:pt x="5785074" y="1416532"/>
                  </a:lnTo>
                  <a:lnTo>
                    <a:pt x="5785930" y="1452903"/>
                  </a:lnTo>
                  <a:lnTo>
                    <a:pt x="5786785" y="1413298"/>
                  </a:lnTo>
                  <a:lnTo>
                    <a:pt x="5787641" y="1477733"/>
                  </a:lnTo>
                  <a:lnTo>
                    <a:pt x="5788497" y="1424423"/>
                  </a:lnTo>
                  <a:lnTo>
                    <a:pt x="5789352" y="1361513"/>
                  </a:lnTo>
                  <a:lnTo>
                    <a:pt x="5790208" y="1324860"/>
                  </a:lnTo>
                  <a:lnTo>
                    <a:pt x="5791063" y="1331352"/>
                  </a:lnTo>
                  <a:lnTo>
                    <a:pt x="5791919" y="1389398"/>
                  </a:lnTo>
                  <a:lnTo>
                    <a:pt x="5792774" y="1385527"/>
                  </a:lnTo>
                  <a:lnTo>
                    <a:pt x="5793630" y="1429036"/>
                  </a:lnTo>
                  <a:lnTo>
                    <a:pt x="5794485" y="1478829"/>
                  </a:lnTo>
                  <a:lnTo>
                    <a:pt x="5795341" y="1491682"/>
                  </a:lnTo>
                  <a:lnTo>
                    <a:pt x="5796196" y="1529681"/>
                  </a:lnTo>
                  <a:lnTo>
                    <a:pt x="5797052" y="1498154"/>
                  </a:lnTo>
                  <a:lnTo>
                    <a:pt x="5797907" y="1559083"/>
                  </a:lnTo>
                  <a:lnTo>
                    <a:pt x="5798763" y="1558018"/>
                  </a:lnTo>
                  <a:lnTo>
                    <a:pt x="5799618" y="1565379"/>
                  </a:lnTo>
                  <a:lnTo>
                    <a:pt x="5800474" y="1636854"/>
                  </a:lnTo>
                  <a:lnTo>
                    <a:pt x="5801329" y="1644737"/>
                  </a:lnTo>
                  <a:lnTo>
                    <a:pt x="5802185" y="1667614"/>
                  </a:lnTo>
                  <a:lnTo>
                    <a:pt x="5803041" y="1679359"/>
                  </a:lnTo>
                  <a:lnTo>
                    <a:pt x="5803896" y="1691983"/>
                  </a:lnTo>
                  <a:lnTo>
                    <a:pt x="5804752" y="1748058"/>
                  </a:lnTo>
                  <a:lnTo>
                    <a:pt x="5805607" y="1802275"/>
                  </a:lnTo>
                  <a:lnTo>
                    <a:pt x="5806463" y="1829130"/>
                  </a:lnTo>
                  <a:lnTo>
                    <a:pt x="5807318" y="1901120"/>
                  </a:lnTo>
                  <a:lnTo>
                    <a:pt x="5808174" y="1900958"/>
                  </a:lnTo>
                  <a:lnTo>
                    <a:pt x="5809029" y="1988445"/>
                  </a:lnTo>
                  <a:lnTo>
                    <a:pt x="5809885" y="1990386"/>
                  </a:lnTo>
                  <a:lnTo>
                    <a:pt x="5810740" y="1955867"/>
                  </a:lnTo>
                  <a:lnTo>
                    <a:pt x="5811596" y="1956931"/>
                  </a:lnTo>
                  <a:lnTo>
                    <a:pt x="5812451" y="1941611"/>
                  </a:lnTo>
                  <a:lnTo>
                    <a:pt x="5813307" y="1978331"/>
                  </a:lnTo>
                  <a:lnTo>
                    <a:pt x="5814162" y="1964970"/>
                  </a:lnTo>
                  <a:lnTo>
                    <a:pt x="5815018" y="1906193"/>
                  </a:lnTo>
                  <a:lnTo>
                    <a:pt x="5815873" y="1797520"/>
                  </a:lnTo>
                  <a:lnTo>
                    <a:pt x="5816729" y="1730045"/>
                  </a:lnTo>
                  <a:lnTo>
                    <a:pt x="5817584" y="1762521"/>
                  </a:lnTo>
                  <a:lnTo>
                    <a:pt x="5818440" y="1699374"/>
                  </a:lnTo>
                  <a:lnTo>
                    <a:pt x="5819296" y="1708031"/>
                  </a:lnTo>
                  <a:lnTo>
                    <a:pt x="5820151" y="1788196"/>
                  </a:lnTo>
                  <a:lnTo>
                    <a:pt x="5821007" y="1752969"/>
                  </a:lnTo>
                  <a:lnTo>
                    <a:pt x="5821862" y="1782385"/>
                  </a:lnTo>
                  <a:lnTo>
                    <a:pt x="5822718" y="1785219"/>
                  </a:lnTo>
                  <a:lnTo>
                    <a:pt x="5823573" y="1899066"/>
                  </a:lnTo>
                  <a:lnTo>
                    <a:pt x="5824429" y="1923376"/>
                  </a:lnTo>
                  <a:lnTo>
                    <a:pt x="5825284" y="1873664"/>
                  </a:lnTo>
                  <a:lnTo>
                    <a:pt x="5826140" y="1761760"/>
                  </a:lnTo>
                  <a:lnTo>
                    <a:pt x="5826995" y="1777212"/>
                  </a:lnTo>
                  <a:lnTo>
                    <a:pt x="5827851" y="1777319"/>
                  </a:lnTo>
                  <a:lnTo>
                    <a:pt x="5828706" y="1883596"/>
                  </a:lnTo>
                  <a:lnTo>
                    <a:pt x="5829562" y="1801615"/>
                  </a:lnTo>
                  <a:lnTo>
                    <a:pt x="5830417" y="1748891"/>
                  </a:lnTo>
                  <a:lnTo>
                    <a:pt x="5831273" y="1730410"/>
                  </a:lnTo>
                  <a:lnTo>
                    <a:pt x="5832128" y="1713788"/>
                  </a:lnTo>
                  <a:lnTo>
                    <a:pt x="5832984" y="1700403"/>
                  </a:lnTo>
                  <a:lnTo>
                    <a:pt x="5833839" y="1669405"/>
                  </a:lnTo>
                  <a:lnTo>
                    <a:pt x="5834695" y="1682881"/>
                  </a:lnTo>
                  <a:lnTo>
                    <a:pt x="5835551" y="1702662"/>
                  </a:lnTo>
                  <a:lnTo>
                    <a:pt x="5836406" y="1742033"/>
                  </a:lnTo>
                  <a:lnTo>
                    <a:pt x="5837262" y="1746314"/>
                  </a:lnTo>
                  <a:lnTo>
                    <a:pt x="5838117" y="1831772"/>
                  </a:lnTo>
                  <a:lnTo>
                    <a:pt x="5838973" y="1904057"/>
                  </a:lnTo>
                  <a:lnTo>
                    <a:pt x="5839828" y="2023921"/>
                  </a:lnTo>
                  <a:lnTo>
                    <a:pt x="5840684" y="2022794"/>
                  </a:lnTo>
                  <a:lnTo>
                    <a:pt x="5841539" y="2008437"/>
                  </a:lnTo>
                  <a:lnTo>
                    <a:pt x="5842395" y="2009465"/>
                  </a:lnTo>
                  <a:lnTo>
                    <a:pt x="5843250" y="1988144"/>
                  </a:lnTo>
                  <a:lnTo>
                    <a:pt x="5844106" y="1872480"/>
                  </a:lnTo>
                  <a:lnTo>
                    <a:pt x="5844961" y="1869803"/>
                  </a:lnTo>
                  <a:lnTo>
                    <a:pt x="5845817" y="1818434"/>
                  </a:lnTo>
                  <a:lnTo>
                    <a:pt x="5846672" y="1812975"/>
                  </a:lnTo>
                  <a:lnTo>
                    <a:pt x="5847528" y="1886951"/>
                  </a:lnTo>
                  <a:lnTo>
                    <a:pt x="5848383" y="1798297"/>
                  </a:lnTo>
                  <a:lnTo>
                    <a:pt x="5849239" y="1789008"/>
                  </a:lnTo>
                  <a:lnTo>
                    <a:pt x="5850095" y="1695945"/>
                  </a:lnTo>
                  <a:lnTo>
                    <a:pt x="5850950" y="1716621"/>
                  </a:lnTo>
                  <a:lnTo>
                    <a:pt x="5851806" y="1655191"/>
                  </a:lnTo>
                  <a:lnTo>
                    <a:pt x="5852661" y="1599165"/>
                  </a:lnTo>
                  <a:lnTo>
                    <a:pt x="5853517" y="1574208"/>
                  </a:lnTo>
                  <a:lnTo>
                    <a:pt x="5854372" y="1606149"/>
                  </a:lnTo>
                  <a:lnTo>
                    <a:pt x="5855228" y="1608320"/>
                  </a:lnTo>
                  <a:lnTo>
                    <a:pt x="5856083" y="1667880"/>
                  </a:lnTo>
                  <a:lnTo>
                    <a:pt x="5856939" y="1774793"/>
                  </a:lnTo>
                  <a:lnTo>
                    <a:pt x="5857794" y="1852574"/>
                  </a:lnTo>
                  <a:lnTo>
                    <a:pt x="5858650" y="1914966"/>
                  </a:lnTo>
                  <a:lnTo>
                    <a:pt x="5859505" y="1859072"/>
                  </a:lnTo>
                  <a:lnTo>
                    <a:pt x="5860361" y="1838107"/>
                  </a:lnTo>
                  <a:lnTo>
                    <a:pt x="5861216" y="1793011"/>
                  </a:lnTo>
                  <a:lnTo>
                    <a:pt x="5862072" y="1777938"/>
                  </a:lnTo>
                  <a:lnTo>
                    <a:pt x="5862927" y="1749868"/>
                  </a:lnTo>
                  <a:lnTo>
                    <a:pt x="5863783" y="1729443"/>
                  </a:lnTo>
                  <a:lnTo>
                    <a:pt x="5864638" y="1811737"/>
                  </a:lnTo>
                  <a:lnTo>
                    <a:pt x="5865494" y="1785488"/>
                  </a:lnTo>
                  <a:lnTo>
                    <a:pt x="5866350" y="1828071"/>
                  </a:lnTo>
                  <a:lnTo>
                    <a:pt x="5867205" y="1881249"/>
                  </a:lnTo>
                  <a:lnTo>
                    <a:pt x="5868061" y="1890886"/>
                  </a:lnTo>
                  <a:lnTo>
                    <a:pt x="5868916" y="1984088"/>
                  </a:lnTo>
                  <a:lnTo>
                    <a:pt x="5869772" y="1870951"/>
                  </a:lnTo>
                  <a:lnTo>
                    <a:pt x="5870627" y="1961506"/>
                  </a:lnTo>
                  <a:lnTo>
                    <a:pt x="5871483" y="2042661"/>
                  </a:lnTo>
                  <a:lnTo>
                    <a:pt x="5872338" y="2034080"/>
                  </a:lnTo>
                  <a:lnTo>
                    <a:pt x="5873194" y="2039420"/>
                  </a:lnTo>
                  <a:lnTo>
                    <a:pt x="5874049" y="2068652"/>
                  </a:lnTo>
                  <a:lnTo>
                    <a:pt x="5874905" y="2083821"/>
                  </a:lnTo>
                  <a:lnTo>
                    <a:pt x="5875760" y="2088991"/>
                  </a:lnTo>
                  <a:lnTo>
                    <a:pt x="5876616" y="2038900"/>
                  </a:lnTo>
                  <a:lnTo>
                    <a:pt x="5877471" y="2005169"/>
                  </a:lnTo>
                  <a:lnTo>
                    <a:pt x="5878327" y="1985010"/>
                  </a:lnTo>
                  <a:lnTo>
                    <a:pt x="5879182" y="1928491"/>
                  </a:lnTo>
                  <a:lnTo>
                    <a:pt x="5880038" y="1969548"/>
                  </a:lnTo>
                  <a:lnTo>
                    <a:pt x="5880893" y="1898022"/>
                  </a:lnTo>
                  <a:lnTo>
                    <a:pt x="5881749" y="1905538"/>
                  </a:lnTo>
                  <a:lnTo>
                    <a:pt x="5882605" y="1857358"/>
                  </a:lnTo>
                  <a:lnTo>
                    <a:pt x="5883460" y="1884961"/>
                  </a:lnTo>
                  <a:lnTo>
                    <a:pt x="5884316" y="1896900"/>
                  </a:lnTo>
                  <a:lnTo>
                    <a:pt x="5885171" y="1696064"/>
                  </a:lnTo>
                  <a:lnTo>
                    <a:pt x="5886027" y="1677615"/>
                  </a:lnTo>
                  <a:lnTo>
                    <a:pt x="5886882" y="1542942"/>
                  </a:lnTo>
                  <a:lnTo>
                    <a:pt x="5887738" y="1509598"/>
                  </a:lnTo>
                  <a:lnTo>
                    <a:pt x="5888593" y="1531257"/>
                  </a:lnTo>
                  <a:lnTo>
                    <a:pt x="5889449" y="1464536"/>
                  </a:lnTo>
                  <a:lnTo>
                    <a:pt x="5890304" y="1464267"/>
                  </a:lnTo>
                  <a:lnTo>
                    <a:pt x="5891160" y="1507495"/>
                  </a:lnTo>
                  <a:lnTo>
                    <a:pt x="5892015" y="1405536"/>
                  </a:lnTo>
                  <a:lnTo>
                    <a:pt x="5892871" y="1434799"/>
                  </a:lnTo>
                  <a:lnTo>
                    <a:pt x="5893726" y="1389476"/>
                  </a:lnTo>
                  <a:lnTo>
                    <a:pt x="5894582" y="1145877"/>
                  </a:lnTo>
                  <a:lnTo>
                    <a:pt x="5895437" y="1114172"/>
                  </a:lnTo>
                  <a:lnTo>
                    <a:pt x="5896293" y="1099570"/>
                  </a:lnTo>
                  <a:lnTo>
                    <a:pt x="5897149" y="1147574"/>
                  </a:lnTo>
                  <a:lnTo>
                    <a:pt x="5898004" y="1080440"/>
                  </a:lnTo>
                  <a:lnTo>
                    <a:pt x="5898860" y="1037844"/>
                  </a:lnTo>
                  <a:lnTo>
                    <a:pt x="5899715" y="1002827"/>
                  </a:lnTo>
                  <a:lnTo>
                    <a:pt x="5900571" y="942869"/>
                  </a:lnTo>
                  <a:lnTo>
                    <a:pt x="5901426" y="955713"/>
                  </a:lnTo>
                  <a:lnTo>
                    <a:pt x="5902282" y="932334"/>
                  </a:lnTo>
                  <a:lnTo>
                    <a:pt x="5903137" y="1021169"/>
                  </a:lnTo>
                  <a:lnTo>
                    <a:pt x="5903993" y="1035000"/>
                  </a:lnTo>
                  <a:lnTo>
                    <a:pt x="5904848" y="1036669"/>
                  </a:lnTo>
                  <a:lnTo>
                    <a:pt x="5905704" y="1143877"/>
                  </a:lnTo>
                  <a:lnTo>
                    <a:pt x="5906559" y="1181897"/>
                  </a:lnTo>
                  <a:lnTo>
                    <a:pt x="5907415" y="1182147"/>
                  </a:lnTo>
                  <a:lnTo>
                    <a:pt x="5908270" y="1243907"/>
                  </a:lnTo>
                  <a:lnTo>
                    <a:pt x="5909126" y="1206618"/>
                  </a:lnTo>
                  <a:lnTo>
                    <a:pt x="5909981" y="1208083"/>
                  </a:lnTo>
                  <a:lnTo>
                    <a:pt x="5910837" y="1182231"/>
                  </a:lnTo>
                  <a:lnTo>
                    <a:pt x="5911692" y="1145147"/>
                  </a:lnTo>
                  <a:lnTo>
                    <a:pt x="5912548" y="1103300"/>
                  </a:lnTo>
                  <a:lnTo>
                    <a:pt x="5913404" y="854514"/>
                  </a:lnTo>
                  <a:lnTo>
                    <a:pt x="5914259" y="816150"/>
                  </a:lnTo>
                  <a:lnTo>
                    <a:pt x="5915115" y="690860"/>
                  </a:lnTo>
                  <a:lnTo>
                    <a:pt x="5915970" y="826501"/>
                  </a:lnTo>
                  <a:lnTo>
                    <a:pt x="5916826" y="870884"/>
                  </a:lnTo>
                  <a:lnTo>
                    <a:pt x="5917681" y="913394"/>
                  </a:lnTo>
                  <a:lnTo>
                    <a:pt x="5918537" y="1031149"/>
                  </a:lnTo>
                  <a:lnTo>
                    <a:pt x="5919392" y="1034987"/>
                  </a:lnTo>
                  <a:lnTo>
                    <a:pt x="5920248" y="1034009"/>
                  </a:lnTo>
                  <a:lnTo>
                    <a:pt x="5921103" y="1033489"/>
                  </a:lnTo>
                  <a:lnTo>
                    <a:pt x="5921959" y="1089154"/>
                  </a:lnTo>
                  <a:lnTo>
                    <a:pt x="5922814" y="1118907"/>
                  </a:lnTo>
                  <a:lnTo>
                    <a:pt x="5923670" y="1155012"/>
                  </a:lnTo>
                  <a:lnTo>
                    <a:pt x="5924525" y="1432972"/>
                  </a:lnTo>
                  <a:lnTo>
                    <a:pt x="5925381" y="1449859"/>
                  </a:lnTo>
                  <a:lnTo>
                    <a:pt x="5926236" y="1446100"/>
                  </a:lnTo>
                  <a:lnTo>
                    <a:pt x="5927092" y="1406045"/>
                  </a:lnTo>
                  <a:lnTo>
                    <a:pt x="5927947" y="1369232"/>
                  </a:lnTo>
                  <a:lnTo>
                    <a:pt x="5928803" y="1414639"/>
                  </a:lnTo>
                  <a:lnTo>
                    <a:pt x="5929659" y="1404410"/>
                  </a:lnTo>
                  <a:lnTo>
                    <a:pt x="5930514" y="1384742"/>
                  </a:lnTo>
                  <a:lnTo>
                    <a:pt x="5931370" y="1469893"/>
                  </a:lnTo>
                  <a:lnTo>
                    <a:pt x="5932225" y="1492772"/>
                  </a:lnTo>
                  <a:lnTo>
                    <a:pt x="5933081" y="1500726"/>
                  </a:lnTo>
                  <a:lnTo>
                    <a:pt x="5933936" y="1527713"/>
                  </a:lnTo>
                  <a:lnTo>
                    <a:pt x="5934792" y="1505624"/>
                  </a:lnTo>
                  <a:lnTo>
                    <a:pt x="5935647" y="1557963"/>
                  </a:lnTo>
                  <a:lnTo>
                    <a:pt x="5936503" y="1529412"/>
                  </a:lnTo>
                  <a:lnTo>
                    <a:pt x="5937358" y="1538781"/>
                  </a:lnTo>
                  <a:lnTo>
                    <a:pt x="5938214" y="1608473"/>
                  </a:lnTo>
                  <a:lnTo>
                    <a:pt x="5939069" y="1544589"/>
                  </a:lnTo>
                  <a:lnTo>
                    <a:pt x="5939925" y="1552989"/>
                  </a:lnTo>
                  <a:lnTo>
                    <a:pt x="5940780" y="1538808"/>
                  </a:lnTo>
                  <a:lnTo>
                    <a:pt x="5941636" y="1472332"/>
                  </a:lnTo>
                  <a:lnTo>
                    <a:pt x="5942491" y="1503680"/>
                  </a:lnTo>
                  <a:lnTo>
                    <a:pt x="5943347" y="1505771"/>
                  </a:lnTo>
                  <a:lnTo>
                    <a:pt x="5944203" y="1531362"/>
                  </a:lnTo>
                  <a:lnTo>
                    <a:pt x="5945058" y="1502045"/>
                  </a:lnTo>
                  <a:lnTo>
                    <a:pt x="5945914" y="1502250"/>
                  </a:lnTo>
                  <a:lnTo>
                    <a:pt x="5946769" y="1538733"/>
                  </a:lnTo>
                  <a:lnTo>
                    <a:pt x="5947625" y="1540809"/>
                  </a:lnTo>
                  <a:lnTo>
                    <a:pt x="5948480" y="1540181"/>
                  </a:lnTo>
                  <a:lnTo>
                    <a:pt x="5949336" y="1530597"/>
                  </a:lnTo>
                  <a:lnTo>
                    <a:pt x="5950191" y="1546918"/>
                  </a:lnTo>
                  <a:lnTo>
                    <a:pt x="5951047" y="1620838"/>
                  </a:lnTo>
                  <a:lnTo>
                    <a:pt x="5951902" y="1651659"/>
                  </a:lnTo>
                  <a:lnTo>
                    <a:pt x="5952758" y="1681958"/>
                  </a:lnTo>
                  <a:lnTo>
                    <a:pt x="5953613" y="1782131"/>
                  </a:lnTo>
                  <a:lnTo>
                    <a:pt x="5954469" y="1737336"/>
                  </a:lnTo>
                  <a:lnTo>
                    <a:pt x="5955324" y="1811441"/>
                  </a:lnTo>
                  <a:lnTo>
                    <a:pt x="5956180" y="1768464"/>
                  </a:lnTo>
                  <a:lnTo>
                    <a:pt x="5957035" y="1818086"/>
                  </a:lnTo>
                  <a:lnTo>
                    <a:pt x="5957891" y="1848879"/>
                  </a:lnTo>
                  <a:lnTo>
                    <a:pt x="5958746" y="1828738"/>
                  </a:lnTo>
                  <a:lnTo>
                    <a:pt x="5959602" y="1841485"/>
                  </a:lnTo>
                  <a:lnTo>
                    <a:pt x="5960458" y="1808048"/>
                  </a:lnTo>
                  <a:lnTo>
                    <a:pt x="5961313" y="1758615"/>
                  </a:lnTo>
                  <a:lnTo>
                    <a:pt x="5962169" y="1822294"/>
                  </a:lnTo>
                  <a:lnTo>
                    <a:pt x="5963024" y="1719181"/>
                  </a:lnTo>
                  <a:lnTo>
                    <a:pt x="5963880" y="1733530"/>
                  </a:lnTo>
                  <a:lnTo>
                    <a:pt x="5964735" y="1747331"/>
                  </a:lnTo>
                  <a:lnTo>
                    <a:pt x="5965591" y="1778691"/>
                  </a:lnTo>
                  <a:lnTo>
                    <a:pt x="5966446" y="1731440"/>
                  </a:lnTo>
                  <a:lnTo>
                    <a:pt x="5967302" y="1710577"/>
                  </a:lnTo>
                  <a:lnTo>
                    <a:pt x="5968157" y="1743744"/>
                  </a:lnTo>
                  <a:lnTo>
                    <a:pt x="5969013" y="1737244"/>
                  </a:lnTo>
                  <a:lnTo>
                    <a:pt x="5969868" y="1712565"/>
                  </a:lnTo>
                  <a:lnTo>
                    <a:pt x="5970724" y="1711534"/>
                  </a:lnTo>
                  <a:lnTo>
                    <a:pt x="5971579" y="1712876"/>
                  </a:lnTo>
                  <a:lnTo>
                    <a:pt x="5972435" y="1704405"/>
                  </a:lnTo>
                  <a:lnTo>
                    <a:pt x="5973290" y="1699320"/>
                  </a:lnTo>
                  <a:lnTo>
                    <a:pt x="5974146" y="1714912"/>
                  </a:lnTo>
                  <a:lnTo>
                    <a:pt x="5975001" y="1744316"/>
                  </a:lnTo>
                  <a:lnTo>
                    <a:pt x="5975857" y="1757562"/>
                  </a:lnTo>
                  <a:lnTo>
                    <a:pt x="5976713" y="1750472"/>
                  </a:lnTo>
                  <a:lnTo>
                    <a:pt x="5977568" y="1781521"/>
                  </a:lnTo>
                  <a:lnTo>
                    <a:pt x="5978424" y="1747905"/>
                  </a:lnTo>
                  <a:lnTo>
                    <a:pt x="5979279" y="1778279"/>
                  </a:lnTo>
                  <a:lnTo>
                    <a:pt x="5980135" y="1849331"/>
                  </a:lnTo>
                  <a:lnTo>
                    <a:pt x="5980990" y="1796970"/>
                  </a:lnTo>
                  <a:lnTo>
                    <a:pt x="5981846" y="1883550"/>
                  </a:lnTo>
                  <a:lnTo>
                    <a:pt x="5982701" y="1938134"/>
                  </a:lnTo>
                  <a:lnTo>
                    <a:pt x="5983557" y="2021089"/>
                  </a:lnTo>
                  <a:lnTo>
                    <a:pt x="5984412" y="2064453"/>
                  </a:lnTo>
                  <a:lnTo>
                    <a:pt x="5985268" y="2031938"/>
                  </a:lnTo>
                  <a:lnTo>
                    <a:pt x="5986123" y="2007331"/>
                  </a:lnTo>
                  <a:lnTo>
                    <a:pt x="5986979" y="1958406"/>
                  </a:lnTo>
                  <a:lnTo>
                    <a:pt x="5987834" y="1991906"/>
                  </a:lnTo>
                  <a:lnTo>
                    <a:pt x="5988690" y="1964985"/>
                  </a:lnTo>
                  <a:lnTo>
                    <a:pt x="5989545" y="2017663"/>
                  </a:lnTo>
                  <a:lnTo>
                    <a:pt x="5990401" y="2037607"/>
                  </a:lnTo>
                  <a:lnTo>
                    <a:pt x="5991256" y="1986028"/>
                  </a:lnTo>
                  <a:lnTo>
                    <a:pt x="5992112" y="1934538"/>
                  </a:lnTo>
                  <a:lnTo>
                    <a:pt x="5992968" y="1821482"/>
                  </a:lnTo>
                  <a:lnTo>
                    <a:pt x="5993823" y="1817277"/>
                  </a:lnTo>
                  <a:lnTo>
                    <a:pt x="5994679" y="1790266"/>
                  </a:lnTo>
                  <a:lnTo>
                    <a:pt x="5995534" y="1747011"/>
                  </a:lnTo>
                  <a:lnTo>
                    <a:pt x="5996390" y="1740391"/>
                  </a:lnTo>
                  <a:lnTo>
                    <a:pt x="5997245" y="1685934"/>
                  </a:lnTo>
                  <a:lnTo>
                    <a:pt x="5998101" y="1700986"/>
                  </a:lnTo>
                  <a:lnTo>
                    <a:pt x="5998956" y="1683215"/>
                  </a:lnTo>
                  <a:lnTo>
                    <a:pt x="5999812" y="1690215"/>
                  </a:lnTo>
                  <a:lnTo>
                    <a:pt x="6000667" y="1733863"/>
                  </a:lnTo>
                  <a:lnTo>
                    <a:pt x="6001523" y="1741438"/>
                  </a:lnTo>
                  <a:lnTo>
                    <a:pt x="6002378" y="1743803"/>
                  </a:lnTo>
                  <a:lnTo>
                    <a:pt x="6003234" y="1744005"/>
                  </a:lnTo>
                  <a:lnTo>
                    <a:pt x="6004089" y="1737554"/>
                  </a:lnTo>
                  <a:lnTo>
                    <a:pt x="6004945" y="1785010"/>
                  </a:lnTo>
                  <a:lnTo>
                    <a:pt x="6005800" y="1795384"/>
                  </a:lnTo>
                  <a:lnTo>
                    <a:pt x="6006656" y="1769468"/>
                  </a:lnTo>
                  <a:lnTo>
                    <a:pt x="6007512" y="1826944"/>
                  </a:lnTo>
                  <a:lnTo>
                    <a:pt x="6008367" y="1806091"/>
                  </a:lnTo>
                  <a:lnTo>
                    <a:pt x="6009223" y="1821729"/>
                  </a:lnTo>
                  <a:lnTo>
                    <a:pt x="6010078" y="1800144"/>
                  </a:lnTo>
                  <a:lnTo>
                    <a:pt x="6010934" y="1800762"/>
                  </a:lnTo>
                  <a:lnTo>
                    <a:pt x="6011789" y="1825485"/>
                  </a:lnTo>
                  <a:lnTo>
                    <a:pt x="6012645" y="1842964"/>
                  </a:lnTo>
                  <a:lnTo>
                    <a:pt x="6013500" y="1892067"/>
                  </a:lnTo>
                  <a:lnTo>
                    <a:pt x="6014356" y="1934853"/>
                  </a:lnTo>
                  <a:lnTo>
                    <a:pt x="6015211" y="2005884"/>
                  </a:lnTo>
                  <a:lnTo>
                    <a:pt x="6016067" y="2085392"/>
                  </a:lnTo>
                  <a:lnTo>
                    <a:pt x="6016922" y="2072921"/>
                  </a:lnTo>
                  <a:lnTo>
                    <a:pt x="6017778" y="2116106"/>
                  </a:lnTo>
                  <a:lnTo>
                    <a:pt x="6018633" y="2105354"/>
                  </a:lnTo>
                  <a:lnTo>
                    <a:pt x="6019489" y="2089202"/>
                  </a:lnTo>
                  <a:lnTo>
                    <a:pt x="6020344" y="2012514"/>
                  </a:lnTo>
                  <a:lnTo>
                    <a:pt x="6021200" y="1894264"/>
                  </a:lnTo>
                  <a:lnTo>
                    <a:pt x="6022055" y="1929665"/>
                  </a:lnTo>
                  <a:lnTo>
                    <a:pt x="6022911" y="1866598"/>
                  </a:lnTo>
                  <a:lnTo>
                    <a:pt x="6023767" y="1934229"/>
                  </a:lnTo>
                  <a:lnTo>
                    <a:pt x="6024622" y="2010385"/>
                  </a:lnTo>
                  <a:lnTo>
                    <a:pt x="6025478" y="2007756"/>
                  </a:lnTo>
                  <a:lnTo>
                    <a:pt x="6026333" y="2086180"/>
                  </a:lnTo>
                  <a:lnTo>
                    <a:pt x="6027189" y="2003958"/>
                  </a:lnTo>
                  <a:lnTo>
                    <a:pt x="6028044" y="1951727"/>
                  </a:lnTo>
                  <a:lnTo>
                    <a:pt x="6028900" y="1941792"/>
                  </a:lnTo>
                  <a:lnTo>
                    <a:pt x="6029755" y="1866483"/>
                  </a:lnTo>
                  <a:lnTo>
                    <a:pt x="6030611" y="1902647"/>
                  </a:lnTo>
                  <a:lnTo>
                    <a:pt x="6031466" y="1794289"/>
                  </a:lnTo>
                  <a:lnTo>
                    <a:pt x="6032322" y="1813342"/>
                  </a:lnTo>
                  <a:lnTo>
                    <a:pt x="6033177" y="1863533"/>
                  </a:lnTo>
                  <a:lnTo>
                    <a:pt x="6034033" y="1820974"/>
                  </a:lnTo>
                  <a:lnTo>
                    <a:pt x="6034888" y="1851990"/>
                  </a:lnTo>
                  <a:lnTo>
                    <a:pt x="6035744" y="1864536"/>
                  </a:lnTo>
                  <a:lnTo>
                    <a:pt x="6036599" y="1870647"/>
                  </a:lnTo>
                  <a:lnTo>
                    <a:pt x="6037455" y="1820006"/>
                  </a:lnTo>
                  <a:lnTo>
                    <a:pt x="6038310" y="1774756"/>
                  </a:lnTo>
                  <a:lnTo>
                    <a:pt x="6039166" y="1767697"/>
                  </a:lnTo>
                  <a:lnTo>
                    <a:pt x="6040022" y="1776685"/>
                  </a:lnTo>
                  <a:lnTo>
                    <a:pt x="6040877" y="1780736"/>
                  </a:lnTo>
                  <a:lnTo>
                    <a:pt x="6041733" y="1848440"/>
                  </a:lnTo>
                  <a:lnTo>
                    <a:pt x="6042588" y="1963435"/>
                  </a:lnTo>
                  <a:lnTo>
                    <a:pt x="6043444" y="1952156"/>
                  </a:lnTo>
                  <a:lnTo>
                    <a:pt x="6044299" y="1975156"/>
                  </a:lnTo>
                  <a:lnTo>
                    <a:pt x="6045155" y="1960278"/>
                  </a:lnTo>
                  <a:lnTo>
                    <a:pt x="6046010" y="1905931"/>
                  </a:lnTo>
                  <a:lnTo>
                    <a:pt x="6046866" y="1830070"/>
                  </a:lnTo>
                  <a:lnTo>
                    <a:pt x="6047721" y="1709341"/>
                  </a:lnTo>
                  <a:lnTo>
                    <a:pt x="6048577" y="1691912"/>
                  </a:lnTo>
                  <a:lnTo>
                    <a:pt x="6049432" y="1639708"/>
                  </a:lnTo>
                  <a:lnTo>
                    <a:pt x="6050288" y="1616481"/>
                  </a:lnTo>
                  <a:lnTo>
                    <a:pt x="6051143" y="1676011"/>
                  </a:lnTo>
                  <a:lnTo>
                    <a:pt x="6051999" y="1649577"/>
                  </a:lnTo>
                  <a:lnTo>
                    <a:pt x="6052854" y="1701773"/>
                  </a:lnTo>
                  <a:lnTo>
                    <a:pt x="6053710" y="1757467"/>
                  </a:lnTo>
                  <a:lnTo>
                    <a:pt x="6054566" y="1790818"/>
                  </a:lnTo>
                  <a:lnTo>
                    <a:pt x="6055421" y="1897294"/>
                  </a:lnTo>
                  <a:lnTo>
                    <a:pt x="6056277" y="1853526"/>
                  </a:lnTo>
                  <a:lnTo>
                    <a:pt x="6057132" y="1917463"/>
                  </a:lnTo>
                  <a:lnTo>
                    <a:pt x="6057988" y="2040248"/>
                  </a:lnTo>
                  <a:lnTo>
                    <a:pt x="6058843" y="2050844"/>
                  </a:lnTo>
                  <a:lnTo>
                    <a:pt x="6059699" y="2149260"/>
                  </a:lnTo>
                  <a:lnTo>
                    <a:pt x="6060554" y="2138856"/>
                  </a:lnTo>
                  <a:lnTo>
                    <a:pt x="6061410" y="2162224"/>
                  </a:lnTo>
                  <a:lnTo>
                    <a:pt x="6062265" y="2168275"/>
                  </a:lnTo>
                  <a:lnTo>
                    <a:pt x="6063121" y="2197078"/>
                  </a:lnTo>
                  <a:lnTo>
                    <a:pt x="6063976" y="2167926"/>
                  </a:lnTo>
                  <a:lnTo>
                    <a:pt x="6064832" y="2178628"/>
                  </a:lnTo>
                  <a:lnTo>
                    <a:pt x="6065687" y="2130494"/>
                  </a:lnTo>
                  <a:lnTo>
                    <a:pt x="6066543" y="2079954"/>
                  </a:lnTo>
                  <a:lnTo>
                    <a:pt x="6067398" y="2026994"/>
                  </a:lnTo>
                  <a:lnTo>
                    <a:pt x="6068254" y="1908559"/>
                  </a:lnTo>
                  <a:lnTo>
                    <a:pt x="6069109" y="1869640"/>
                  </a:lnTo>
                  <a:lnTo>
                    <a:pt x="6069965" y="1769557"/>
                  </a:lnTo>
                  <a:lnTo>
                    <a:pt x="6070821" y="1691663"/>
                  </a:lnTo>
                  <a:lnTo>
                    <a:pt x="6071676" y="1674328"/>
                  </a:lnTo>
                  <a:lnTo>
                    <a:pt x="6072532" y="1634815"/>
                  </a:lnTo>
                  <a:lnTo>
                    <a:pt x="6073387" y="1663815"/>
                  </a:lnTo>
                  <a:lnTo>
                    <a:pt x="6074243" y="1682616"/>
                  </a:lnTo>
                  <a:lnTo>
                    <a:pt x="6075098" y="1696156"/>
                  </a:lnTo>
                  <a:lnTo>
                    <a:pt x="6075954" y="1681603"/>
                  </a:lnTo>
                  <a:lnTo>
                    <a:pt x="6076809" y="1817005"/>
                  </a:lnTo>
                  <a:lnTo>
                    <a:pt x="6077665" y="1774711"/>
                  </a:lnTo>
                  <a:lnTo>
                    <a:pt x="6078520" y="1915023"/>
                  </a:lnTo>
                  <a:lnTo>
                    <a:pt x="6079376" y="1968427"/>
                  </a:lnTo>
                  <a:lnTo>
                    <a:pt x="6080231" y="2079372"/>
                  </a:lnTo>
                  <a:lnTo>
                    <a:pt x="6081087" y="2117941"/>
                  </a:lnTo>
                  <a:lnTo>
                    <a:pt x="6081942" y="2115870"/>
                  </a:lnTo>
                  <a:lnTo>
                    <a:pt x="6082798" y="2158661"/>
                  </a:lnTo>
                  <a:lnTo>
                    <a:pt x="6083653" y="2090330"/>
                  </a:lnTo>
                  <a:lnTo>
                    <a:pt x="6084509" y="2003409"/>
                  </a:lnTo>
                  <a:lnTo>
                    <a:pt x="6085364" y="1960700"/>
                  </a:lnTo>
                  <a:lnTo>
                    <a:pt x="6086220" y="1913892"/>
                  </a:lnTo>
                  <a:lnTo>
                    <a:pt x="6087076" y="1908209"/>
                  </a:lnTo>
                  <a:lnTo>
                    <a:pt x="6087931" y="1855332"/>
                  </a:lnTo>
                  <a:lnTo>
                    <a:pt x="6088787" y="1876280"/>
                  </a:lnTo>
                  <a:lnTo>
                    <a:pt x="6089642" y="1852046"/>
                  </a:lnTo>
                  <a:lnTo>
                    <a:pt x="6090498" y="1846520"/>
                  </a:lnTo>
                  <a:lnTo>
                    <a:pt x="6091353" y="1854374"/>
                  </a:lnTo>
                  <a:lnTo>
                    <a:pt x="6092209" y="1810235"/>
                  </a:lnTo>
                  <a:lnTo>
                    <a:pt x="6093064" y="1812168"/>
                  </a:lnTo>
                  <a:lnTo>
                    <a:pt x="6093920" y="1753283"/>
                  </a:lnTo>
                  <a:lnTo>
                    <a:pt x="6094775" y="1778863"/>
                  </a:lnTo>
                  <a:lnTo>
                    <a:pt x="6095631" y="1992668"/>
                  </a:lnTo>
                  <a:lnTo>
                    <a:pt x="6096486" y="1984983"/>
                  </a:lnTo>
                  <a:lnTo>
                    <a:pt x="6097342" y="2013028"/>
                  </a:lnTo>
                  <a:lnTo>
                    <a:pt x="6098197" y="1947563"/>
                  </a:lnTo>
                  <a:lnTo>
                    <a:pt x="6099053" y="1965693"/>
                  </a:lnTo>
                  <a:lnTo>
                    <a:pt x="6099908" y="2012577"/>
                  </a:lnTo>
                  <a:lnTo>
                    <a:pt x="6100764" y="1965405"/>
                  </a:lnTo>
                  <a:lnTo>
                    <a:pt x="6101620" y="1991031"/>
                  </a:lnTo>
                  <a:lnTo>
                    <a:pt x="6102475" y="1937384"/>
                  </a:lnTo>
                  <a:lnTo>
                    <a:pt x="6103331" y="1965415"/>
                  </a:lnTo>
                  <a:lnTo>
                    <a:pt x="6104186" y="2034009"/>
                  </a:lnTo>
                  <a:lnTo>
                    <a:pt x="6105042" y="1948738"/>
                  </a:lnTo>
                  <a:lnTo>
                    <a:pt x="6105897" y="1968201"/>
                  </a:lnTo>
                  <a:lnTo>
                    <a:pt x="6106753" y="1920622"/>
                  </a:lnTo>
                  <a:lnTo>
                    <a:pt x="6107608" y="1960564"/>
                  </a:lnTo>
                  <a:lnTo>
                    <a:pt x="6108464" y="1988877"/>
                  </a:lnTo>
                  <a:lnTo>
                    <a:pt x="6109319" y="1903246"/>
                  </a:lnTo>
                  <a:lnTo>
                    <a:pt x="6110175" y="1909518"/>
                  </a:lnTo>
                  <a:lnTo>
                    <a:pt x="6111030" y="1906583"/>
                  </a:lnTo>
                  <a:lnTo>
                    <a:pt x="6111886" y="1925889"/>
                  </a:lnTo>
                  <a:lnTo>
                    <a:pt x="6112741" y="1940019"/>
                  </a:lnTo>
                  <a:lnTo>
                    <a:pt x="6113597" y="1935238"/>
                  </a:lnTo>
                  <a:lnTo>
                    <a:pt x="6114452" y="2012625"/>
                  </a:lnTo>
                  <a:lnTo>
                    <a:pt x="6115308" y="2039822"/>
                  </a:lnTo>
                  <a:lnTo>
                    <a:pt x="6116163" y="2077468"/>
                  </a:lnTo>
                  <a:lnTo>
                    <a:pt x="6117019" y="2109633"/>
                  </a:lnTo>
                  <a:lnTo>
                    <a:pt x="6117875" y="2121751"/>
                  </a:lnTo>
                  <a:lnTo>
                    <a:pt x="6118730" y="2182587"/>
                  </a:lnTo>
                  <a:lnTo>
                    <a:pt x="6119586" y="2163286"/>
                  </a:lnTo>
                  <a:lnTo>
                    <a:pt x="6120441" y="2174892"/>
                  </a:lnTo>
                  <a:lnTo>
                    <a:pt x="6121297" y="2182679"/>
                  </a:lnTo>
                  <a:lnTo>
                    <a:pt x="6122152" y="2176005"/>
                  </a:lnTo>
                  <a:lnTo>
                    <a:pt x="6123008" y="2170925"/>
                  </a:lnTo>
                  <a:lnTo>
                    <a:pt x="6123863" y="2174117"/>
                  </a:lnTo>
                  <a:lnTo>
                    <a:pt x="6124719" y="2155388"/>
                  </a:lnTo>
                  <a:lnTo>
                    <a:pt x="6125574" y="2156600"/>
                  </a:lnTo>
                  <a:lnTo>
                    <a:pt x="6126430" y="2159397"/>
                  </a:lnTo>
                  <a:lnTo>
                    <a:pt x="6127285" y="2098759"/>
                  </a:lnTo>
                  <a:lnTo>
                    <a:pt x="6128141" y="2075775"/>
                  </a:lnTo>
                  <a:lnTo>
                    <a:pt x="6128996" y="2063148"/>
                  </a:lnTo>
                  <a:lnTo>
                    <a:pt x="6129852" y="2061587"/>
                  </a:lnTo>
                  <a:lnTo>
                    <a:pt x="6130707" y="2029872"/>
                  </a:lnTo>
                  <a:lnTo>
                    <a:pt x="6131563" y="2024971"/>
                  </a:lnTo>
                  <a:lnTo>
                    <a:pt x="6132418" y="2034535"/>
                  </a:lnTo>
                  <a:lnTo>
                    <a:pt x="6133274" y="2032558"/>
                  </a:lnTo>
                  <a:lnTo>
                    <a:pt x="6134130" y="2034221"/>
                  </a:lnTo>
                  <a:lnTo>
                    <a:pt x="6134985" y="2041993"/>
                  </a:lnTo>
                  <a:lnTo>
                    <a:pt x="6135841" y="2048141"/>
                  </a:lnTo>
                  <a:lnTo>
                    <a:pt x="6136696" y="2026548"/>
                  </a:lnTo>
                  <a:lnTo>
                    <a:pt x="6137552" y="1977044"/>
                  </a:lnTo>
                  <a:lnTo>
                    <a:pt x="6138407" y="1972056"/>
                  </a:lnTo>
                  <a:lnTo>
                    <a:pt x="6139263" y="1952338"/>
                  </a:lnTo>
                  <a:lnTo>
                    <a:pt x="6140118" y="1959090"/>
                  </a:lnTo>
                  <a:lnTo>
                    <a:pt x="6140974" y="1948021"/>
                  </a:lnTo>
                  <a:lnTo>
                    <a:pt x="6141829" y="1955061"/>
                  </a:lnTo>
                  <a:lnTo>
                    <a:pt x="6142685" y="1964978"/>
                  </a:lnTo>
                  <a:lnTo>
                    <a:pt x="6143540" y="2015820"/>
                  </a:lnTo>
                  <a:lnTo>
                    <a:pt x="6144396" y="2020758"/>
                  </a:lnTo>
                  <a:lnTo>
                    <a:pt x="6145251" y="1994752"/>
                  </a:lnTo>
                  <a:lnTo>
                    <a:pt x="6146107" y="2003652"/>
                  </a:lnTo>
                  <a:lnTo>
                    <a:pt x="6146962" y="2027287"/>
                  </a:lnTo>
                  <a:lnTo>
                    <a:pt x="6147818" y="2067584"/>
                  </a:lnTo>
                  <a:lnTo>
                    <a:pt x="6148674" y="2055094"/>
                  </a:lnTo>
                  <a:lnTo>
                    <a:pt x="6149529" y="2041108"/>
                  </a:lnTo>
                  <a:lnTo>
                    <a:pt x="6150385" y="2074737"/>
                  </a:lnTo>
                  <a:lnTo>
                    <a:pt x="6151240" y="2062977"/>
                  </a:lnTo>
                  <a:lnTo>
                    <a:pt x="6152096" y="2102759"/>
                  </a:lnTo>
                  <a:lnTo>
                    <a:pt x="6152951" y="2106672"/>
                  </a:lnTo>
                  <a:lnTo>
                    <a:pt x="6153807" y="2107042"/>
                  </a:lnTo>
                  <a:lnTo>
                    <a:pt x="6154662" y="2174247"/>
                  </a:lnTo>
                  <a:lnTo>
                    <a:pt x="6155518" y="2158685"/>
                  </a:lnTo>
                  <a:lnTo>
                    <a:pt x="6156373" y="2179436"/>
                  </a:lnTo>
                  <a:lnTo>
                    <a:pt x="6157229" y="2187082"/>
                  </a:lnTo>
                  <a:lnTo>
                    <a:pt x="6158084" y="2165363"/>
                  </a:lnTo>
                  <a:lnTo>
                    <a:pt x="6158940" y="2180386"/>
                  </a:lnTo>
                  <a:lnTo>
                    <a:pt x="6159795" y="2234806"/>
                  </a:lnTo>
                  <a:lnTo>
                    <a:pt x="6160651" y="2203301"/>
                  </a:lnTo>
                  <a:lnTo>
                    <a:pt x="6161506" y="2148777"/>
                  </a:lnTo>
                  <a:lnTo>
                    <a:pt x="6162362" y="2127049"/>
                  </a:lnTo>
                  <a:lnTo>
                    <a:pt x="6163217" y="2159600"/>
                  </a:lnTo>
                  <a:lnTo>
                    <a:pt x="6164073" y="2123520"/>
                  </a:lnTo>
                  <a:lnTo>
                    <a:pt x="6164929" y="2073650"/>
                  </a:lnTo>
                  <a:lnTo>
                    <a:pt x="6165784" y="2040738"/>
                  </a:lnTo>
                  <a:lnTo>
                    <a:pt x="6166640" y="2028656"/>
                  </a:lnTo>
                  <a:lnTo>
                    <a:pt x="6167495" y="2010375"/>
                  </a:lnTo>
                  <a:lnTo>
                    <a:pt x="6168351" y="1997791"/>
                  </a:lnTo>
                  <a:lnTo>
                    <a:pt x="6169206" y="1949238"/>
                  </a:lnTo>
                  <a:lnTo>
                    <a:pt x="6170062" y="1946192"/>
                  </a:lnTo>
                  <a:lnTo>
                    <a:pt x="6170917" y="2032364"/>
                  </a:lnTo>
                  <a:lnTo>
                    <a:pt x="6171773" y="2066361"/>
                  </a:lnTo>
                  <a:lnTo>
                    <a:pt x="6172628" y="2045693"/>
                  </a:lnTo>
                  <a:lnTo>
                    <a:pt x="6173484" y="2071979"/>
                  </a:lnTo>
                  <a:lnTo>
                    <a:pt x="6174339" y="2102643"/>
                  </a:lnTo>
                  <a:lnTo>
                    <a:pt x="6175195" y="2109521"/>
                  </a:lnTo>
                  <a:lnTo>
                    <a:pt x="6176050" y="2199977"/>
                  </a:lnTo>
                  <a:lnTo>
                    <a:pt x="6176906" y="2163185"/>
                  </a:lnTo>
                  <a:lnTo>
                    <a:pt x="6177761" y="2160350"/>
                  </a:lnTo>
                  <a:lnTo>
                    <a:pt x="6178617" y="2135128"/>
                  </a:lnTo>
                  <a:lnTo>
                    <a:pt x="6179472" y="2167617"/>
                  </a:lnTo>
                  <a:lnTo>
                    <a:pt x="6180328" y="2157117"/>
                  </a:lnTo>
                  <a:lnTo>
                    <a:pt x="6181184" y="2148015"/>
                  </a:lnTo>
                  <a:lnTo>
                    <a:pt x="6182039" y="2187641"/>
                  </a:lnTo>
                  <a:lnTo>
                    <a:pt x="6182895" y="2134102"/>
                  </a:lnTo>
                  <a:lnTo>
                    <a:pt x="6183750" y="2067986"/>
                  </a:lnTo>
                  <a:lnTo>
                    <a:pt x="6184606" y="2091087"/>
                  </a:lnTo>
                  <a:lnTo>
                    <a:pt x="6185461" y="2053845"/>
                  </a:lnTo>
                  <a:lnTo>
                    <a:pt x="6186317" y="2077569"/>
                  </a:lnTo>
                  <a:lnTo>
                    <a:pt x="6187172" y="2076233"/>
                  </a:lnTo>
                  <a:lnTo>
                    <a:pt x="6188028" y="2086230"/>
                  </a:lnTo>
                  <a:lnTo>
                    <a:pt x="6188883" y="2107016"/>
                  </a:lnTo>
                  <a:lnTo>
                    <a:pt x="6189739" y="2052983"/>
                  </a:lnTo>
                  <a:lnTo>
                    <a:pt x="6190594" y="2057303"/>
                  </a:lnTo>
                  <a:lnTo>
                    <a:pt x="6191450" y="1986217"/>
                  </a:lnTo>
                  <a:lnTo>
                    <a:pt x="6192305" y="2052154"/>
                  </a:lnTo>
                  <a:lnTo>
                    <a:pt x="6193161" y="2053298"/>
                  </a:lnTo>
                  <a:lnTo>
                    <a:pt x="6194016" y="2040739"/>
                  </a:lnTo>
                  <a:lnTo>
                    <a:pt x="6194872" y="2081182"/>
                  </a:lnTo>
                  <a:lnTo>
                    <a:pt x="6195728" y="2124849"/>
                  </a:lnTo>
                  <a:lnTo>
                    <a:pt x="6196583" y="2122964"/>
                  </a:lnTo>
                  <a:lnTo>
                    <a:pt x="6197439" y="2186523"/>
                  </a:lnTo>
                  <a:lnTo>
                    <a:pt x="6198294" y="2223619"/>
                  </a:lnTo>
                  <a:lnTo>
                    <a:pt x="6199150" y="2205729"/>
                  </a:lnTo>
                  <a:lnTo>
                    <a:pt x="6200005" y="2190923"/>
                  </a:lnTo>
                  <a:lnTo>
                    <a:pt x="6200861" y="2218804"/>
                  </a:lnTo>
                  <a:lnTo>
                    <a:pt x="6201716" y="2230491"/>
                  </a:lnTo>
                  <a:lnTo>
                    <a:pt x="6202572" y="2224554"/>
                  </a:lnTo>
                  <a:lnTo>
                    <a:pt x="6203427" y="2268665"/>
                  </a:lnTo>
                  <a:lnTo>
                    <a:pt x="6204283" y="2209610"/>
                  </a:lnTo>
                  <a:lnTo>
                    <a:pt x="6205138" y="2211041"/>
                  </a:lnTo>
                  <a:lnTo>
                    <a:pt x="6205994" y="2150960"/>
                  </a:lnTo>
                  <a:lnTo>
                    <a:pt x="6206849" y="2199546"/>
                  </a:lnTo>
                  <a:lnTo>
                    <a:pt x="6207705" y="2185836"/>
                  </a:lnTo>
                  <a:lnTo>
                    <a:pt x="6208560" y="2150174"/>
                  </a:lnTo>
                  <a:lnTo>
                    <a:pt x="6209416" y="2159140"/>
                  </a:lnTo>
                  <a:lnTo>
                    <a:pt x="6210271" y="2185455"/>
                  </a:lnTo>
                  <a:lnTo>
                    <a:pt x="6211127" y="2224800"/>
                  </a:lnTo>
                  <a:lnTo>
                    <a:pt x="6211983" y="2217396"/>
                  </a:lnTo>
                  <a:lnTo>
                    <a:pt x="6212838" y="2211530"/>
                  </a:lnTo>
                  <a:lnTo>
                    <a:pt x="6213694" y="2212444"/>
                  </a:lnTo>
                  <a:lnTo>
                    <a:pt x="6214549" y="2204486"/>
                  </a:lnTo>
                  <a:lnTo>
                    <a:pt x="6215405" y="2230473"/>
                  </a:lnTo>
                  <a:lnTo>
                    <a:pt x="6216260" y="2198911"/>
                  </a:lnTo>
                  <a:lnTo>
                    <a:pt x="6217116" y="2208203"/>
                  </a:lnTo>
                  <a:lnTo>
                    <a:pt x="6217971" y="2237277"/>
                  </a:lnTo>
                  <a:lnTo>
                    <a:pt x="6218827" y="2184007"/>
                  </a:lnTo>
                  <a:lnTo>
                    <a:pt x="6219682" y="2165080"/>
                  </a:lnTo>
                  <a:lnTo>
                    <a:pt x="6220538" y="2172216"/>
                  </a:lnTo>
                  <a:lnTo>
                    <a:pt x="6221393" y="2113742"/>
                  </a:lnTo>
                  <a:lnTo>
                    <a:pt x="6222249" y="2113017"/>
                  </a:lnTo>
                  <a:lnTo>
                    <a:pt x="6223104" y="2125729"/>
                  </a:lnTo>
                  <a:lnTo>
                    <a:pt x="6223960" y="2097723"/>
                  </a:lnTo>
                  <a:lnTo>
                    <a:pt x="6224815" y="2109558"/>
                  </a:lnTo>
                  <a:lnTo>
                    <a:pt x="6225671" y="2139248"/>
                  </a:lnTo>
                  <a:lnTo>
                    <a:pt x="6226526" y="2141404"/>
                  </a:lnTo>
                  <a:lnTo>
                    <a:pt x="6227382" y="2173778"/>
                  </a:lnTo>
                  <a:lnTo>
                    <a:pt x="6228238" y="2160835"/>
                  </a:lnTo>
                  <a:lnTo>
                    <a:pt x="6229093" y="2158873"/>
                  </a:lnTo>
                  <a:lnTo>
                    <a:pt x="6229949" y="2111045"/>
                  </a:lnTo>
                  <a:lnTo>
                    <a:pt x="6230804" y="2115899"/>
                  </a:lnTo>
                  <a:lnTo>
                    <a:pt x="6231660" y="2119054"/>
                  </a:lnTo>
                  <a:lnTo>
                    <a:pt x="6232515" y="2113952"/>
                  </a:lnTo>
                  <a:lnTo>
                    <a:pt x="6233371" y="2132566"/>
                  </a:lnTo>
                  <a:lnTo>
                    <a:pt x="6234226" y="2162708"/>
                  </a:lnTo>
                  <a:lnTo>
                    <a:pt x="6235082" y="2199523"/>
                  </a:lnTo>
                  <a:lnTo>
                    <a:pt x="6235937" y="2246193"/>
                  </a:lnTo>
                  <a:lnTo>
                    <a:pt x="6236793" y="2268870"/>
                  </a:lnTo>
                  <a:lnTo>
                    <a:pt x="6237648" y="2287116"/>
                  </a:lnTo>
                  <a:lnTo>
                    <a:pt x="6238504" y="2278869"/>
                  </a:lnTo>
                  <a:lnTo>
                    <a:pt x="6239359" y="2281021"/>
                  </a:lnTo>
                  <a:lnTo>
                    <a:pt x="6240215" y="2263034"/>
                  </a:lnTo>
                  <a:lnTo>
                    <a:pt x="6241070" y="2247381"/>
                  </a:lnTo>
                  <a:lnTo>
                    <a:pt x="6241926" y="2268781"/>
                  </a:lnTo>
                  <a:lnTo>
                    <a:pt x="6242781" y="2236070"/>
                  </a:lnTo>
                  <a:lnTo>
                    <a:pt x="6243637" y="2241090"/>
                  </a:lnTo>
                  <a:lnTo>
                    <a:pt x="6244493" y="2201811"/>
                  </a:lnTo>
                  <a:lnTo>
                    <a:pt x="6245348" y="2162793"/>
                  </a:lnTo>
                  <a:lnTo>
                    <a:pt x="6246204" y="2150599"/>
                  </a:lnTo>
                  <a:lnTo>
                    <a:pt x="6247059" y="2131571"/>
                  </a:lnTo>
                  <a:lnTo>
                    <a:pt x="6247915" y="2160692"/>
                  </a:lnTo>
                  <a:lnTo>
                    <a:pt x="6248770" y="2138543"/>
                  </a:lnTo>
                  <a:lnTo>
                    <a:pt x="6249626" y="2098898"/>
                  </a:lnTo>
                  <a:lnTo>
                    <a:pt x="6250481" y="2100470"/>
                  </a:lnTo>
                  <a:lnTo>
                    <a:pt x="6251337" y="2098051"/>
                  </a:lnTo>
                  <a:lnTo>
                    <a:pt x="6252192" y="2111681"/>
                  </a:lnTo>
                  <a:lnTo>
                    <a:pt x="6253048" y="2106052"/>
                  </a:lnTo>
                  <a:lnTo>
                    <a:pt x="6253903" y="2050229"/>
                  </a:lnTo>
                  <a:lnTo>
                    <a:pt x="6254759" y="2061538"/>
                  </a:lnTo>
                  <a:lnTo>
                    <a:pt x="6255614" y="2086402"/>
                  </a:lnTo>
                  <a:lnTo>
                    <a:pt x="6256470" y="2150847"/>
                  </a:lnTo>
                  <a:lnTo>
                    <a:pt x="6257325" y="2128333"/>
                  </a:lnTo>
                  <a:lnTo>
                    <a:pt x="6258181" y="2177871"/>
                  </a:lnTo>
                  <a:lnTo>
                    <a:pt x="6259037" y="2239790"/>
                  </a:lnTo>
                  <a:lnTo>
                    <a:pt x="6259892" y="2268426"/>
                  </a:lnTo>
                  <a:lnTo>
                    <a:pt x="6260748" y="2290342"/>
                  </a:lnTo>
                  <a:lnTo>
                    <a:pt x="6261603" y="2230150"/>
                  </a:lnTo>
                  <a:lnTo>
                    <a:pt x="6262459" y="2241399"/>
                  </a:lnTo>
                  <a:lnTo>
                    <a:pt x="6263314" y="2272561"/>
                  </a:lnTo>
                  <a:lnTo>
                    <a:pt x="6264170" y="2228764"/>
                  </a:lnTo>
                  <a:lnTo>
                    <a:pt x="6265025" y="2243209"/>
                  </a:lnTo>
                  <a:lnTo>
                    <a:pt x="6265881" y="2258003"/>
                  </a:lnTo>
                  <a:lnTo>
                    <a:pt x="6266736" y="2240759"/>
                  </a:lnTo>
                  <a:lnTo>
                    <a:pt x="6267592" y="2204918"/>
                  </a:lnTo>
                  <a:lnTo>
                    <a:pt x="6268447" y="2169419"/>
                  </a:lnTo>
                  <a:lnTo>
                    <a:pt x="6269303" y="2232464"/>
                  </a:lnTo>
                  <a:lnTo>
                    <a:pt x="6270158" y="2204934"/>
                  </a:lnTo>
                  <a:lnTo>
                    <a:pt x="6271014" y="2204734"/>
                  </a:lnTo>
                  <a:lnTo>
                    <a:pt x="6271869" y="2099517"/>
                  </a:lnTo>
                  <a:lnTo>
                    <a:pt x="6272725" y="2133211"/>
                  </a:lnTo>
                  <a:lnTo>
                    <a:pt x="6273580" y="2151564"/>
                  </a:lnTo>
                  <a:lnTo>
                    <a:pt x="6274436" y="2097916"/>
                  </a:lnTo>
                  <a:lnTo>
                    <a:pt x="6275292" y="2115270"/>
                  </a:lnTo>
                  <a:lnTo>
                    <a:pt x="6276147" y="2236390"/>
                  </a:lnTo>
                  <a:lnTo>
                    <a:pt x="6277003" y="2237236"/>
                  </a:lnTo>
                  <a:lnTo>
                    <a:pt x="6277858" y="2251139"/>
                  </a:lnTo>
                  <a:lnTo>
                    <a:pt x="6278714" y="2328386"/>
                  </a:lnTo>
                  <a:lnTo>
                    <a:pt x="6278714" y="2328386"/>
                  </a:lnTo>
                  <a:lnTo>
                    <a:pt x="6279569" y="2328386"/>
                  </a:lnTo>
                  <a:lnTo>
                    <a:pt x="6280425" y="2328386"/>
                  </a:lnTo>
                  <a:lnTo>
                    <a:pt x="6281280" y="2328386"/>
                  </a:lnTo>
                  <a:lnTo>
                    <a:pt x="6282136" y="2328386"/>
                  </a:lnTo>
                  <a:lnTo>
                    <a:pt x="6282991" y="2328386"/>
                  </a:lnTo>
                  <a:lnTo>
                    <a:pt x="6283847" y="2328386"/>
                  </a:lnTo>
                  <a:lnTo>
                    <a:pt x="6284702" y="2294508"/>
                  </a:lnTo>
                  <a:lnTo>
                    <a:pt x="6285558" y="2278233"/>
                  </a:lnTo>
                  <a:lnTo>
                    <a:pt x="6286413" y="2256990"/>
                  </a:lnTo>
                  <a:lnTo>
                    <a:pt x="6287269" y="2261811"/>
                  </a:lnTo>
                  <a:lnTo>
                    <a:pt x="6288124" y="2211640"/>
                  </a:lnTo>
                  <a:lnTo>
                    <a:pt x="6288980" y="2273103"/>
                  </a:lnTo>
                  <a:lnTo>
                    <a:pt x="6289835" y="2252449"/>
                  </a:lnTo>
                  <a:lnTo>
                    <a:pt x="6290691" y="2241604"/>
                  </a:lnTo>
                  <a:lnTo>
                    <a:pt x="6291547" y="2237756"/>
                  </a:lnTo>
                  <a:lnTo>
                    <a:pt x="6292402" y="2252211"/>
                  </a:lnTo>
                  <a:lnTo>
                    <a:pt x="6293258" y="2311590"/>
                  </a:lnTo>
                  <a:lnTo>
                    <a:pt x="6294113" y="2328386"/>
                  </a:lnTo>
                  <a:lnTo>
                    <a:pt x="6294113" y="2328386"/>
                  </a:lnTo>
                  <a:lnTo>
                    <a:pt x="6294969" y="2328386"/>
                  </a:lnTo>
                  <a:lnTo>
                    <a:pt x="6295824" y="2290588"/>
                  </a:lnTo>
                  <a:lnTo>
                    <a:pt x="6296680" y="2303284"/>
                  </a:lnTo>
                  <a:lnTo>
                    <a:pt x="6297535" y="2242930"/>
                  </a:lnTo>
                  <a:lnTo>
                    <a:pt x="6298391" y="2260109"/>
                  </a:lnTo>
                  <a:lnTo>
                    <a:pt x="6299246" y="2224582"/>
                  </a:lnTo>
                  <a:lnTo>
                    <a:pt x="6300102" y="2207355"/>
                  </a:lnTo>
                  <a:lnTo>
                    <a:pt x="6300957" y="2231357"/>
                  </a:lnTo>
                  <a:lnTo>
                    <a:pt x="6301813" y="2243982"/>
                  </a:lnTo>
                  <a:lnTo>
                    <a:pt x="6302668" y="2272546"/>
                  </a:lnTo>
                  <a:lnTo>
                    <a:pt x="6303524" y="2230505"/>
                  </a:lnTo>
                  <a:lnTo>
                    <a:pt x="6304379" y="2220774"/>
                  </a:lnTo>
                  <a:lnTo>
                    <a:pt x="6305235" y="2272886"/>
                  </a:lnTo>
                  <a:lnTo>
                    <a:pt x="6306091" y="2211446"/>
                  </a:lnTo>
                  <a:lnTo>
                    <a:pt x="6306946" y="2247123"/>
                  </a:lnTo>
                  <a:lnTo>
                    <a:pt x="6307802" y="2254732"/>
                  </a:lnTo>
                  <a:lnTo>
                    <a:pt x="6308657" y="2226070"/>
                  </a:lnTo>
                  <a:lnTo>
                    <a:pt x="6309513" y="2287078"/>
                  </a:lnTo>
                  <a:lnTo>
                    <a:pt x="6310368" y="2264454"/>
                  </a:lnTo>
                  <a:lnTo>
                    <a:pt x="6311224" y="2264861"/>
                  </a:lnTo>
                  <a:lnTo>
                    <a:pt x="6312079" y="2254262"/>
                  </a:lnTo>
                  <a:lnTo>
                    <a:pt x="6312935" y="2253902"/>
                  </a:lnTo>
                  <a:lnTo>
                    <a:pt x="6313790" y="2273473"/>
                  </a:lnTo>
                  <a:lnTo>
                    <a:pt x="6314646" y="2273867"/>
                  </a:lnTo>
                  <a:lnTo>
                    <a:pt x="6315501" y="2251837"/>
                  </a:lnTo>
                  <a:lnTo>
                    <a:pt x="6316357" y="2260134"/>
                  </a:lnTo>
                  <a:lnTo>
                    <a:pt x="6317212" y="2264018"/>
                  </a:lnTo>
                  <a:lnTo>
                    <a:pt x="6318068" y="2271343"/>
                  </a:lnTo>
                  <a:lnTo>
                    <a:pt x="6318923" y="2281389"/>
                  </a:lnTo>
                  <a:lnTo>
                    <a:pt x="6319779" y="2269379"/>
                  </a:lnTo>
                  <a:lnTo>
                    <a:pt x="6320634" y="2282666"/>
                  </a:lnTo>
                  <a:lnTo>
                    <a:pt x="6321490" y="2288019"/>
                  </a:lnTo>
                  <a:lnTo>
                    <a:pt x="6322346" y="2269901"/>
                  </a:lnTo>
                  <a:lnTo>
                    <a:pt x="6323201" y="2254091"/>
                  </a:lnTo>
                  <a:lnTo>
                    <a:pt x="6324057" y="2266027"/>
                  </a:lnTo>
                  <a:lnTo>
                    <a:pt x="6324912" y="2270682"/>
                  </a:lnTo>
                  <a:lnTo>
                    <a:pt x="6325768" y="2290159"/>
                  </a:lnTo>
                  <a:lnTo>
                    <a:pt x="6326623" y="2312511"/>
                  </a:lnTo>
                  <a:lnTo>
                    <a:pt x="6327479" y="2317954"/>
                  </a:lnTo>
                  <a:lnTo>
                    <a:pt x="6328334" y="2328386"/>
                  </a:lnTo>
                  <a:lnTo>
                    <a:pt x="6328334" y="2328386"/>
                  </a:lnTo>
                  <a:lnTo>
                    <a:pt x="6329190" y="2311206"/>
                  </a:lnTo>
                  <a:lnTo>
                    <a:pt x="6330045" y="2256500"/>
                  </a:lnTo>
                  <a:lnTo>
                    <a:pt x="6330901" y="2277740"/>
                  </a:lnTo>
                  <a:lnTo>
                    <a:pt x="6331756" y="2282559"/>
                  </a:lnTo>
                  <a:lnTo>
                    <a:pt x="6332612" y="2292424"/>
                  </a:lnTo>
                  <a:lnTo>
                    <a:pt x="6333467" y="2277643"/>
                  </a:lnTo>
                  <a:lnTo>
                    <a:pt x="6334323" y="2252838"/>
                  </a:lnTo>
                  <a:lnTo>
                    <a:pt x="6335178" y="2266471"/>
                  </a:lnTo>
                  <a:lnTo>
                    <a:pt x="6336034" y="2310914"/>
                  </a:lnTo>
                  <a:lnTo>
                    <a:pt x="6336889" y="2305009"/>
                  </a:lnTo>
                  <a:lnTo>
                    <a:pt x="6337745" y="2328386"/>
                  </a:lnTo>
                  <a:lnTo>
                    <a:pt x="6337745" y="2328386"/>
                  </a:lnTo>
                  <a:lnTo>
                    <a:pt x="6338601" y="2328386"/>
                  </a:lnTo>
                  <a:lnTo>
                    <a:pt x="6339456" y="2328386"/>
                  </a:lnTo>
                  <a:lnTo>
                    <a:pt x="6340312" y="2328386"/>
                  </a:lnTo>
                  <a:lnTo>
                    <a:pt x="6341167" y="2328386"/>
                  </a:lnTo>
                  <a:lnTo>
                    <a:pt x="6342023" y="2328386"/>
                  </a:lnTo>
                  <a:lnTo>
                    <a:pt x="6342878" y="2328386"/>
                  </a:lnTo>
                  <a:lnTo>
                    <a:pt x="6343734" y="2328386"/>
                  </a:lnTo>
                  <a:lnTo>
                    <a:pt x="6344589" y="2328386"/>
                  </a:lnTo>
                  <a:lnTo>
                    <a:pt x="6345445" y="2328386"/>
                  </a:lnTo>
                  <a:lnTo>
                    <a:pt x="6346300" y="2328386"/>
                  </a:lnTo>
                  <a:lnTo>
                    <a:pt x="6347156" y="2328386"/>
                  </a:lnTo>
                  <a:lnTo>
                    <a:pt x="6348011" y="2328386"/>
                  </a:lnTo>
                  <a:lnTo>
                    <a:pt x="6348867" y="2328386"/>
                  </a:lnTo>
                  <a:lnTo>
                    <a:pt x="6349722" y="2313854"/>
                  </a:lnTo>
                  <a:lnTo>
                    <a:pt x="6350578" y="2284313"/>
                  </a:lnTo>
                  <a:lnTo>
                    <a:pt x="6351433" y="2241064"/>
                  </a:lnTo>
                  <a:lnTo>
                    <a:pt x="6352289" y="2233252"/>
                  </a:lnTo>
                  <a:lnTo>
                    <a:pt x="6353145" y="2239378"/>
                  </a:lnTo>
                  <a:lnTo>
                    <a:pt x="6354000" y="2245619"/>
                  </a:lnTo>
                  <a:lnTo>
                    <a:pt x="6354856" y="2227517"/>
                  </a:lnTo>
                  <a:lnTo>
                    <a:pt x="6355711" y="2204198"/>
                  </a:lnTo>
                  <a:lnTo>
                    <a:pt x="6356567" y="2190470"/>
                  </a:lnTo>
                  <a:lnTo>
                    <a:pt x="6357422" y="2205028"/>
                  </a:lnTo>
                  <a:lnTo>
                    <a:pt x="6358278" y="2215272"/>
                  </a:lnTo>
                  <a:lnTo>
                    <a:pt x="6359133" y="2222345"/>
                  </a:lnTo>
                  <a:lnTo>
                    <a:pt x="6359989" y="2221115"/>
                  </a:lnTo>
                  <a:lnTo>
                    <a:pt x="6360844" y="2236545"/>
                  </a:lnTo>
                  <a:lnTo>
                    <a:pt x="6361700" y="2219602"/>
                  </a:lnTo>
                  <a:lnTo>
                    <a:pt x="6362555" y="2212416"/>
                  </a:lnTo>
                  <a:lnTo>
                    <a:pt x="6363411" y="2205873"/>
                  </a:lnTo>
                  <a:lnTo>
                    <a:pt x="6364266" y="2205656"/>
                  </a:lnTo>
                  <a:lnTo>
                    <a:pt x="6365122" y="2237832"/>
                  </a:lnTo>
                  <a:lnTo>
                    <a:pt x="6365977" y="2264347"/>
                  </a:lnTo>
                  <a:lnTo>
                    <a:pt x="6366833" y="2279782"/>
                  </a:lnTo>
                  <a:lnTo>
                    <a:pt x="6367688" y="2237366"/>
                  </a:lnTo>
                  <a:lnTo>
                    <a:pt x="6368544" y="2229730"/>
                  </a:lnTo>
                  <a:lnTo>
                    <a:pt x="6369400" y="2223964"/>
                  </a:lnTo>
                  <a:lnTo>
                    <a:pt x="6370255" y="2247446"/>
                  </a:lnTo>
                  <a:lnTo>
                    <a:pt x="6371111" y="2246814"/>
                  </a:lnTo>
                  <a:lnTo>
                    <a:pt x="6371966" y="2302292"/>
                  </a:lnTo>
                  <a:lnTo>
                    <a:pt x="6372822" y="2295640"/>
                  </a:lnTo>
                  <a:lnTo>
                    <a:pt x="6373677" y="2295750"/>
                  </a:lnTo>
                  <a:lnTo>
                    <a:pt x="6374533" y="2328386"/>
                  </a:lnTo>
                  <a:lnTo>
                    <a:pt x="6374533" y="2328386"/>
                  </a:lnTo>
                  <a:lnTo>
                    <a:pt x="6375388" y="2328386"/>
                  </a:lnTo>
                  <a:lnTo>
                    <a:pt x="6376244" y="2328386"/>
                  </a:lnTo>
                  <a:lnTo>
                    <a:pt x="6377099" y="2290492"/>
                  </a:lnTo>
                  <a:lnTo>
                    <a:pt x="6377955" y="2296570"/>
                  </a:lnTo>
                  <a:lnTo>
                    <a:pt x="6378810" y="2289602"/>
                  </a:lnTo>
                  <a:lnTo>
                    <a:pt x="6379666" y="2259303"/>
                  </a:lnTo>
                  <a:lnTo>
                    <a:pt x="6380521" y="2283119"/>
                  </a:lnTo>
                  <a:lnTo>
                    <a:pt x="6381377" y="2291107"/>
                  </a:lnTo>
                  <a:lnTo>
                    <a:pt x="6382232" y="2250665"/>
                  </a:lnTo>
                  <a:lnTo>
                    <a:pt x="6383088" y="2251122"/>
                  </a:lnTo>
                  <a:lnTo>
                    <a:pt x="6383943" y="2253330"/>
                  </a:lnTo>
                  <a:lnTo>
                    <a:pt x="6384799" y="2266222"/>
                  </a:lnTo>
                  <a:lnTo>
                    <a:pt x="6385655" y="2230506"/>
                  </a:lnTo>
                  <a:lnTo>
                    <a:pt x="6386510" y="2216193"/>
                  </a:lnTo>
                  <a:lnTo>
                    <a:pt x="6387366" y="2211468"/>
                  </a:lnTo>
                  <a:lnTo>
                    <a:pt x="6388221" y="2246386"/>
                  </a:lnTo>
                  <a:lnTo>
                    <a:pt x="6389077" y="2253188"/>
                  </a:lnTo>
                  <a:lnTo>
                    <a:pt x="6389932" y="2222692"/>
                  </a:lnTo>
                  <a:lnTo>
                    <a:pt x="6390788" y="2265145"/>
                  </a:lnTo>
                  <a:lnTo>
                    <a:pt x="6391643" y="2281420"/>
                  </a:lnTo>
                  <a:lnTo>
                    <a:pt x="6392499" y="2250534"/>
                  </a:lnTo>
                  <a:lnTo>
                    <a:pt x="6393354" y="2261753"/>
                  </a:lnTo>
                  <a:lnTo>
                    <a:pt x="6394210" y="2238657"/>
                  </a:lnTo>
                  <a:lnTo>
                    <a:pt x="6395065" y="2239231"/>
                  </a:lnTo>
                  <a:lnTo>
                    <a:pt x="6395921" y="2229372"/>
                  </a:lnTo>
                  <a:lnTo>
                    <a:pt x="6396776" y="2223362"/>
                  </a:lnTo>
                  <a:lnTo>
                    <a:pt x="6397632" y="2227375"/>
                  </a:lnTo>
                  <a:lnTo>
                    <a:pt x="6398487" y="2207184"/>
                  </a:lnTo>
                  <a:lnTo>
                    <a:pt x="6399343" y="2223327"/>
                  </a:lnTo>
                  <a:lnTo>
                    <a:pt x="6400199" y="2234049"/>
                  </a:lnTo>
                  <a:lnTo>
                    <a:pt x="6401054" y="2266031"/>
                  </a:lnTo>
                  <a:lnTo>
                    <a:pt x="6401910" y="2267603"/>
                  </a:lnTo>
                  <a:lnTo>
                    <a:pt x="6402765" y="2261511"/>
                  </a:lnTo>
                  <a:lnTo>
                    <a:pt x="6403621" y="2274210"/>
                  </a:lnTo>
                  <a:lnTo>
                    <a:pt x="6404476" y="2309185"/>
                  </a:lnTo>
                  <a:lnTo>
                    <a:pt x="6405332" y="2328386"/>
                  </a:lnTo>
                  <a:lnTo>
                    <a:pt x="6405332" y="2328386"/>
                  </a:lnTo>
                  <a:lnTo>
                    <a:pt x="6406187" y="2328386"/>
                  </a:lnTo>
                  <a:lnTo>
                    <a:pt x="6407043" y="2328386"/>
                  </a:lnTo>
                  <a:lnTo>
                    <a:pt x="6407898" y="2328386"/>
                  </a:lnTo>
                  <a:lnTo>
                    <a:pt x="6408754" y="2315240"/>
                  </a:lnTo>
                  <a:lnTo>
                    <a:pt x="6409609" y="2314608"/>
                  </a:lnTo>
                  <a:lnTo>
                    <a:pt x="6410465" y="2302903"/>
                  </a:lnTo>
                  <a:lnTo>
                    <a:pt x="6411320" y="2293594"/>
                  </a:lnTo>
                  <a:lnTo>
                    <a:pt x="6412176" y="2302901"/>
                  </a:lnTo>
                  <a:lnTo>
                    <a:pt x="6413031" y="2267104"/>
                  </a:lnTo>
                  <a:lnTo>
                    <a:pt x="6413887" y="2312281"/>
                  </a:lnTo>
                  <a:lnTo>
                    <a:pt x="6414742" y="2295743"/>
                  </a:lnTo>
                  <a:lnTo>
                    <a:pt x="6415598" y="2328386"/>
                  </a:lnTo>
                  <a:lnTo>
                    <a:pt x="6415598" y="2328386"/>
                  </a:lnTo>
                  <a:lnTo>
                    <a:pt x="6416454" y="2328386"/>
                  </a:lnTo>
                  <a:lnTo>
                    <a:pt x="6417309" y="2328386"/>
                  </a:lnTo>
                  <a:lnTo>
                    <a:pt x="6418165" y="2328386"/>
                  </a:lnTo>
                  <a:lnTo>
                    <a:pt x="6419020" y="2328386"/>
                  </a:lnTo>
                  <a:lnTo>
                    <a:pt x="6419876" y="2316773"/>
                  </a:lnTo>
                  <a:lnTo>
                    <a:pt x="6420731" y="2328386"/>
                  </a:lnTo>
                  <a:lnTo>
                    <a:pt x="6420731" y="2328386"/>
                  </a:lnTo>
                  <a:lnTo>
                    <a:pt x="6421587" y="2321259"/>
                  </a:lnTo>
                  <a:lnTo>
                    <a:pt x="6422442" y="2327925"/>
                  </a:lnTo>
                  <a:lnTo>
                    <a:pt x="6423298" y="2328386"/>
                  </a:lnTo>
                  <a:lnTo>
                    <a:pt x="6423298" y="2328386"/>
                  </a:lnTo>
                  <a:lnTo>
                    <a:pt x="6424153" y="2294992"/>
                  </a:lnTo>
                  <a:lnTo>
                    <a:pt x="6425009" y="2294972"/>
                  </a:lnTo>
                  <a:lnTo>
                    <a:pt x="6425864" y="2328386"/>
                  </a:lnTo>
                  <a:lnTo>
                    <a:pt x="6425864" y="2328386"/>
                  </a:lnTo>
                  <a:lnTo>
                    <a:pt x="6426720" y="2328386"/>
                  </a:lnTo>
                  <a:lnTo>
                    <a:pt x="6427575" y="2328386"/>
                  </a:lnTo>
                  <a:lnTo>
                    <a:pt x="6428431" y="2328386"/>
                  </a:lnTo>
                  <a:lnTo>
                    <a:pt x="6429286" y="2328386"/>
                  </a:lnTo>
                  <a:lnTo>
                    <a:pt x="6430142" y="2328386"/>
                  </a:lnTo>
                  <a:lnTo>
                    <a:pt x="6430997" y="2328386"/>
                  </a:lnTo>
                  <a:lnTo>
                    <a:pt x="6431853" y="2328386"/>
                  </a:lnTo>
                  <a:lnTo>
                    <a:pt x="6432709" y="2328386"/>
                  </a:lnTo>
                  <a:lnTo>
                    <a:pt x="6433564" y="2328386"/>
                  </a:lnTo>
                  <a:lnTo>
                    <a:pt x="6434420" y="2328386"/>
                  </a:lnTo>
                  <a:lnTo>
                    <a:pt x="6435275" y="2319352"/>
                  </a:lnTo>
                  <a:lnTo>
                    <a:pt x="6436131" y="2328386"/>
                  </a:lnTo>
                  <a:lnTo>
                    <a:pt x="6436131" y="2328386"/>
                  </a:lnTo>
                  <a:lnTo>
                    <a:pt x="6436986" y="2328386"/>
                  </a:lnTo>
                  <a:lnTo>
                    <a:pt x="6437842" y="2328386"/>
                  </a:lnTo>
                  <a:lnTo>
                    <a:pt x="6438697" y="2328386"/>
                  </a:lnTo>
                  <a:lnTo>
                    <a:pt x="6439553" y="2320062"/>
                  </a:lnTo>
                  <a:lnTo>
                    <a:pt x="6440408" y="2328386"/>
                  </a:lnTo>
                  <a:lnTo>
                    <a:pt x="6440408" y="2328386"/>
                  </a:lnTo>
                  <a:lnTo>
                    <a:pt x="6441264" y="2327351"/>
                  </a:lnTo>
                  <a:lnTo>
                    <a:pt x="6442119" y="2328386"/>
                  </a:lnTo>
                  <a:lnTo>
                    <a:pt x="6442119" y="2328386"/>
                  </a:lnTo>
                  <a:lnTo>
                    <a:pt x="6442975" y="2296924"/>
                  </a:lnTo>
                  <a:lnTo>
                    <a:pt x="6443830" y="2310089"/>
                  </a:lnTo>
                  <a:lnTo>
                    <a:pt x="6444686" y="2321372"/>
                  </a:lnTo>
                  <a:lnTo>
                    <a:pt x="6445541" y="2299188"/>
                  </a:lnTo>
                  <a:lnTo>
                    <a:pt x="6446397" y="2290248"/>
                  </a:lnTo>
                  <a:lnTo>
                    <a:pt x="6447252" y="2258765"/>
                  </a:lnTo>
                  <a:lnTo>
                    <a:pt x="6448108" y="2275081"/>
                  </a:lnTo>
                  <a:lnTo>
                    <a:pt x="6448964" y="2289481"/>
                  </a:lnTo>
                  <a:lnTo>
                    <a:pt x="6449819" y="2306934"/>
                  </a:lnTo>
                  <a:lnTo>
                    <a:pt x="6450675" y="2275340"/>
                  </a:lnTo>
                  <a:lnTo>
                    <a:pt x="6451530" y="2242787"/>
                  </a:lnTo>
                  <a:lnTo>
                    <a:pt x="6452386" y="2235566"/>
                  </a:lnTo>
                  <a:lnTo>
                    <a:pt x="6453241" y="2238819"/>
                  </a:lnTo>
                  <a:lnTo>
                    <a:pt x="6454097" y="2235736"/>
                  </a:lnTo>
                  <a:lnTo>
                    <a:pt x="6454952" y="2219937"/>
                  </a:lnTo>
                  <a:lnTo>
                    <a:pt x="6455808" y="2256953"/>
                  </a:lnTo>
                  <a:lnTo>
                    <a:pt x="6456663" y="2202830"/>
                  </a:lnTo>
                  <a:lnTo>
                    <a:pt x="6457519" y="2212305"/>
                  </a:lnTo>
                  <a:lnTo>
                    <a:pt x="6458374" y="2137848"/>
                  </a:lnTo>
                  <a:lnTo>
                    <a:pt x="6459230" y="2106995"/>
                  </a:lnTo>
                  <a:lnTo>
                    <a:pt x="6460085" y="2124417"/>
                  </a:lnTo>
                  <a:lnTo>
                    <a:pt x="6460941" y="2156513"/>
                  </a:lnTo>
                  <a:lnTo>
                    <a:pt x="6461796" y="2158248"/>
                  </a:lnTo>
                  <a:lnTo>
                    <a:pt x="6462652" y="2170830"/>
                  </a:lnTo>
                  <a:lnTo>
                    <a:pt x="6463508" y="2171625"/>
                  </a:lnTo>
                  <a:lnTo>
                    <a:pt x="6464363" y="2215419"/>
                  </a:lnTo>
                  <a:lnTo>
                    <a:pt x="6465219" y="2185853"/>
                  </a:lnTo>
                  <a:lnTo>
                    <a:pt x="6466074" y="2176840"/>
                  </a:lnTo>
                  <a:lnTo>
                    <a:pt x="6466930" y="2172672"/>
                  </a:lnTo>
                  <a:lnTo>
                    <a:pt x="6467785" y="2165497"/>
                  </a:lnTo>
                  <a:lnTo>
                    <a:pt x="6468641" y="2205349"/>
                  </a:lnTo>
                  <a:lnTo>
                    <a:pt x="6469496" y="2154880"/>
                  </a:lnTo>
                  <a:lnTo>
                    <a:pt x="6470352" y="2173710"/>
                  </a:lnTo>
                  <a:lnTo>
                    <a:pt x="6471207" y="2192701"/>
                  </a:lnTo>
                  <a:lnTo>
                    <a:pt x="6472063" y="2206773"/>
                  </a:lnTo>
                  <a:lnTo>
                    <a:pt x="6472918" y="2170941"/>
                  </a:lnTo>
                  <a:lnTo>
                    <a:pt x="6473774" y="2122247"/>
                  </a:lnTo>
                  <a:lnTo>
                    <a:pt x="6474629" y="2119887"/>
                  </a:lnTo>
                  <a:lnTo>
                    <a:pt x="6475485" y="2079823"/>
                  </a:lnTo>
                  <a:lnTo>
                    <a:pt x="6476340" y="2062821"/>
                  </a:lnTo>
                  <a:lnTo>
                    <a:pt x="6477196" y="2074093"/>
                  </a:lnTo>
                  <a:lnTo>
                    <a:pt x="6478051" y="2119883"/>
                  </a:lnTo>
                  <a:lnTo>
                    <a:pt x="6478907" y="2127432"/>
                  </a:lnTo>
                  <a:lnTo>
                    <a:pt x="6479763" y="2133269"/>
                  </a:lnTo>
                  <a:lnTo>
                    <a:pt x="6480618" y="2134015"/>
                  </a:lnTo>
                  <a:lnTo>
                    <a:pt x="6481474" y="2159783"/>
                  </a:lnTo>
                  <a:lnTo>
                    <a:pt x="6482329" y="2155579"/>
                  </a:lnTo>
                  <a:lnTo>
                    <a:pt x="6483185" y="2120716"/>
                  </a:lnTo>
                  <a:lnTo>
                    <a:pt x="6484040" y="2043950"/>
                  </a:lnTo>
                  <a:lnTo>
                    <a:pt x="6484896" y="2043170"/>
                  </a:lnTo>
                  <a:lnTo>
                    <a:pt x="6485751" y="2155710"/>
                  </a:lnTo>
                  <a:lnTo>
                    <a:pt x="6486607" y="2106709"/>
                  </a:lnTo>
                  <a:lnTo>
                    <a:pt x="6487462" y="1984678"/>
                  </a:lnTo>
                  <a:lnTo>
                    <a:pt x="6488318" y="1976138"/>
                  </a:lnTo>
                  <a:lnTo>
                    <a:pt x="6489173" y="1998642"/>
                  </a:lnTo>
                  <a:lnTo>
                    <a:pt x="6490029" y="2024702"/>
                  </a:lnTo>
                  <a:lnTo>
                    <a:pt x="6490884" y="2016394"/>
                  </a:lnTo>
                  <a:lnTo>
                    <a:pt x="6491740" y="2047034"/>
                  </a:lnTo>
                  <a:lnTo>
                    <a:pt x="6492595" y="2142979"/>
                  </a:lnTo>
                  <a:lnTo>
                    <a:pt x="6493451" y="2175595"/>
                  </a:lnTo>
                  <a:lnTo>
                    <a:pt x="6494306" y="2166716"/>
                  </a:lnTo>
                  <a:lnTo>
                    <a:pt x="6495162" y="2161971"/>
                  </a:lnTo>
                  <a:lnTo>
                    <a:pt x="6496018" y="2171844"/>
                  </a:lnTo>
                  <a:lnTo>
                    <a:pt x="6496873" y="2199197"/>
                  </a:lnTo>
                  <a:lnTo>
                    <a:pt x="6497729" y="2095437"/>
                  </a:lnTo>
                  <a:lnTo>
                    <a:pt x="6498584" y="2108205"/>
                  </a:lnTo>
                  <a:lnTo>
                    <a:pt x="6499440" y="2103364"/>
                  </a:lnTo>
                  <a:lnTo>
                    <a:pt x="6500295" y="2199408"/>
                  </a:lnTo>
                  <a:lnTo>
                    <a:pt x="6501151" y="2173617"/>
                  </a:lnTo>
                  <a:lnTo>
                    <a:pt x="6502006" y="2240670"/>
                  </a:lnTo>
                  <a:lnTo>
                    <a:pt x="6502862" y="2276505"/>
                  </a:lnTo>
                  <a:lnTo>
                    <a:pt x="6503717" y="2280429"/>
                  </a:lnTo>
                  <a:lnTo>
                    <a:pt x="6504573" y="2303223"/>
                  </a:lnTo>
                  <a:lnTo>
                    <a:pt x="6505428" y="2218703"/>
                  </a:lnTo>
                  <a:lnTo>
                    <a:pt x="6506284" y="2217833"/>
                  </a:lnTo>
                  <a:lnTo>
                    <a:pt x="6507139" y="2193512"/>
                  </a:lnTo>
                  <a:lnTo>
                    <a:pt x="6507995" y="2208346"/>
                  </a:lnTo>
                  <a:lnTo>
                    <a:pt x="6508850" y="2250287"/>
                  </a:lnTo>
                  <a:lnTo>
                    <a:pt x="6509706" y="2261576"/>
                  </a:lnTo>
                  <a:lnTo>
                    <a:pt x="6510562" y="2278942"/>
                  </a:lnTo>
                  <a:lnTo>
                    <a:pt x="6511417" y="2229774"/>
                  </a:lnTo>
                  <a:lnTo>
                    <a:pt x="6512273" y="2210521"/>
                  </a:lnTo>
                  <a:lnTo>
                    <a:pt x="6513128" y="2125807"/>
                  </a:lnTo>
                  <a:lnTo>
                    <a:pt x="6513984" y="2124042"/>
                  </a:lnTo>
                  <a:lnTo>
                    <a:pt x="6514839" y="2209263"/>
                  </a:lnTo>
                  <a:lnTo>
                    <a:pt x="6515695" y="2205445"/>
                  </a:lnTo>
                  <a:lnTo>
                    <a:pt x="6516550" y="2167976"/>
                  </a:lnTo>
                  <a:lnTo>
                    <a:pt x="6517406" y="2143028"/>
                  </a:lnTo>
                  <a:lnTo>
                    <a:pt x="6518261" y="2160791"/>
                  </a:lnTo>
                  <a:lnTo>
                    <a:pt x="6519117" y="2147689"/>
                  </a:lnTo>
                  <a:lnTo>
                    <a:pt x="6519972" y="2132137"/>
                  </a:lnTo>
                  <a:lnTo>
                    <a:pt x="6520828" y="2138162"/>
                  </a:lnTo>
                  <a:lnTo>
                    <a:pt x="6521683" y="2151876"/>
                  </a:lnTo>
                  <a:lnTo>
                    <a:pt x="6522539" y="2155003"/>
                  </a:lnTo>
                  <a:lnTo>
                    <a:pt x="6523394" y="2206528"/>
                  </a:lnTo>
                  <a:lnTo>
                    <a:pt x="6524250" y="2171719"/>
                  </a:lnTo>
                  <a:lnTo>
                    <a:pt x="6525105" y="2133739"/>
                  </a:lnTo>
                  <a:lnTo>
                    <a:pt x="6525961" y="2080043"/>
                  </a:lnTo>
                  <a:lnTo>
                    <a:pt x="6526817" y="1994644"/>
                  </a:lnTo>
                  <a:lnTo>
                    <a:pt x="6527672" y="1968039"/>
                  </a:lnTo>
                  <a:lnTo>
                    <a:pt x="6528528" y="2059755"/>
                  </a:lnTo>
                  <a:lnTo>
                    <a:pt x="6529383" y="2068336"/>
                  </a:lnTo>
                  <a:lnTo>
                    <a:pt x="6530239" y="2066722"/>
                  </a:lnTo>
                  <a:lnTo>
                    <a:pt x="6531094" y="2088082"/>
                  </a:lnTo>
                  <a:lnTo>
                    <a:pt x="6531950" y="2062166"/>
                  </a:lnTo>
                  <a:lnTo>
                    <a:pt x="6532805" y="2065754"/>
                  </a:lnTo>
                  <a:lnTo>
                    <a:pt x="6533661" y="2041710"/>
                  </a:lnTo>
                  <a:lnTo>
                    <a:pt x="6534516" y="2065298"/>
                  </a:lnTo>
                  <a:lnTo>
                    <a:pt x="6535372" y="2081431"/>
                  </a:lnTo>
                  <a:lnTo>
                    <a:pt x="6536227" y="2016535"/>
                  </a:lnTo>
                  <a:lnTo>
                    <a:pt x="6537083" y="1978612"/>
                  </a:lnTo>
                  <a:lnTo>
                    <a:pt x="6537938" y="1999686"/>
                  </a:lnTo>
                  <a:lnTo>
                    <a:pt x="6538794" y="1962505"/>
                  </a:lnTo>
                  <a:lnTo>
                    <a:pt x="6539649" y="2006236"/>
                  </a:lnTo>
                  <a:lnTo>
                    <a:pt x="6540505" y="1869695"/>
                  </a:lnTo>
                  <a:lnTo>
                    <a:pt x="6541360" y="1785276"/>
                  </a:lnTo>
                  <a:lnTo>
                    <a:pt x="6542216" y="1713935"/>
                  </a:lnTo>
                  <a:lnTo>
                    <a:pt x="6543072" y="1611976"/>
                  </a:lnTo>
                  <a:lnTo>
                    <a:pt x="6543927" y="1600851"/>
                  </a:lnTo>
                  <a:lnTo>
                    <a:pt x="6544783" y="1527922"/>
                  </a:lnTo>
                  <a:lnTo>
                    <a:pt x="6545638" y="1587720"/>
                  </a:lnTo>
                  <a:lnTo>
                    <a:pt x="6546494" y="1630804"/>
                  </a:lnTo>
                  <a:lnTo>
                    <a:pt x="6547349" y="1480182"/>
                  </a:lnTo>
                  <a:lnTo>
                    <a:pt x="6548205" y="1589793"/>
                  </a:lnTo>
                  <a:lnTo>
                    <a:pt x="6549060" y="1456930"/>
                  </a:lnTo>
                  <a:lnTo>
                    <a:pt x="6549916" y="1372774"/>
                  </a:lnTo>
                  <a:lnTo>
                    <a:pt x="6550771" y="1380339"/>
                  </a:lnTo>
                  <a:lnTo>
                    <a:pt x="6551627" y="1326444"/>
                  </a:lnTo>
                  <a:lnTo>
                    <a:pt x="6552482" y="1452071"/>
                  </a:lnTo>
                  <a:lnTo>
                    <a:pt x="6553338" y="1489490"/>
                  </a:lnTo>
                  <a:lnTo>
                    <a:pt x="6554193" y="1329965"/>
                  </a:lnTo>
                  <a:lnTo>
                    <a:pt x="6555049" y="1253077"/>
                  </a:lnTo>
                  <a:lnTo>
                    <a:pt x="6555904" y="1257621"/>
                  </a:lnTo>
                  <a:lnTo>
                    <a:pt x="6556760" y="1350305"/>
                  </a:lnTo>
                  <a:lnTo>
                    <a:pt x="6557616" y="1342629"/>
                  </a:lnTo>
                  <a:lnTo>
                    <a:pt x="6558471" y="1262012"/>
                  </a:lnTo>
                  <a:lnTo>
                    <a:pt x="6559327" y="1267677"/>
                  </a:lnTo>
                  <a:lnTo>
                    <a:pt x="6560182" y="1106364"/>
                  </a:lnTo>
                  <a:lnTo>
                    <a:pt x="6561038" y="1052175"/>
                  </a:lnTo>
                  <a:lnTo>
                    <a:pt x="6561893" y="1166942"/>
                  </a:lnTo>
                  <a:lnTo>
                    <a:pt x="6562749" y="1097967"/>
                  </a:lnTo>
                  <a:lnTo>
                    <a:pt x="6563604" y="1056291"/>
                  </a:lnTo>
                  <a:lnTo>
                    <a:pt x="6564460" y="1020258"/>
                  </a:lnTo>
                  <a:lnTo>
                    <a:pt x="6565315" y="1052245"/>
                  </a:lnTo>
                  <a:lnTo>
                    <a:pt x="6566171" y="1041417"/>
                  </a:lnTo>
                  <a:lnTo>
                    <a:pt x="6567026" y="1031840"/>
                  </a:lnTo>
                  <a:lnTo>
                    <a:pt x="6567882" y="1074401"/>
                  </a:lnTo>
                  <a:lnTo>
                    <a:pt x="6568737" y="1001963"/>
                  </a:lnTo>
                  <a:lnTo>
                    <a:pt x="6569593" y="941080"/>
                  </a:lnTo>
                  <a:lnTo>
                    <a:pt x="6570448" y="957297"/>
                  </a:lnTo>
                  <a:lnTo>
                    <a:pt x="6571304" y="876410"/>
                  </a:lnTo>
                  <a:lnTo>
                    <a:pt x="6572159" y="909753"/>
                  </a:lnTo>
                  <a:lnTo>
                    <a:pt x="6573015" y="804686"/>
                  </a:lnTo>
                  <a:lnTo>
                    <a:pt x="6573871" y="742676"/>
                  </a:lnTo>
                  <a:lnTo>
                    <a:pt x="6574726" y="855634"/>
                  </a:lnTo>
                  <a:lnTo>
                    <a:pt x="6575582" y="798907"/>
                  </a:lnTo>
                  <a:lnTo>
                    <a:pt x="6576437" y="956951"/>
                  </a:lnTo>
                  <a:lnTo>
                    <a:pt x="6577293" y="1064714"/>
                  </a:lnTo>
                  <a:lnTo>
                    <a:pt x="6578148" y="999235"/>
                  </a:lnTo>
                  <a:lnTo>
                    <a:pt x="6579004" y="1080819"/>
                  </a:lnTo>
                  <a:lnTo>
                    <a:pt x="6579859" y="1045328"/>
                  </a:lnTo>
                  <a:lnTo>
                    <a:pt x="6580715" y="1061784"/>
                  </a:lnTo>
                  <a:lnTo>
                    <a:pt x="6581570" y="1105554"/>
                  </a:lnTo>
                  <a:lnTo>
                    <a:pt x="6582426" y="1271775"/>
                  </a:lnTo>
                  <a:lnTo>
                    <a:pt x="6583281" y="1396727"/>
                  </a:lnTo>
                  <a:lnTo>
                    <a:pt x="6584137" y="1299047"/>
                  </a:lnTo>
                  <a:lnTo>
                    <a:pt x="6584992" y="1251608"/>
                  </a:lnTo>
                  <a:lnTo>
                    <a:pt x="6585848" y="1315880"/>
                  </a:lnTo>
                  <a:lnTo>
                    <a:pt x="6586703" y="1254214"/>
                  </a:lnTo>
                  <a:lnTo>
                    <a:pt x="6587559" y="1354855"/>
                  </a:lnTo>
                  <a:lnTo>
                    <a:pt x="6588414" y="1312069"/>
                  </a:lnTo>
                  <a:lnTo>
                    <a:pt x="6589270" y="1313813"/>
                  </a:lnTo>
                  <a:lnTo>
                    <a:pt x="6590126" y="1403310"/>
                  </a:lnTo>
                  <a:lnTo>
                    <a:pt x="6590981" y="1308584"/>
                  </a:lnTo>
                  <a:lnTo>
                    <a:pt x="6591837" y="1345036"/>
                  </a:lnTo>
                  <a:lnTo>
                    <a:pt x="6592692" y="1338618"/>
                  </a:lnTo>
                  <a:lnTo>
                    <a:pt x="6593548" y="1294599"/>
                  </a:lnTo>
                  <a:lnTo>
                    <a:pt x="6594403" y="1336248"/>
                  </a:lnTo>
                  <a:lnTo>
                    <a:pt x="6595259" y="1377015"/>
                  </a:lnTo>
                  <a:lnTo>
                    <a:pt x="6596114" y="1519628"/>
                  </a:lnTo>
                  <a:lnTo>
                    <a:pt x="6596970" y="1548515"/>
                  </a:lnTo>
                  <a:lnTo>
                    <a:pt x="6597825" y="1573782"/>
                  </a:lnTo>
                  <a:lnTo>
                    <a:pt x="6598681" y="1651511"/>
                  </a:lnTo>
                  <a:lnTo>
                    <a:pt x="6599536" y="1644890"/>
                  </a:lnTo>
                  <a:lnTo>
                    <a:pt x="6600392" y="1753303"/>
                  </a:lnTo>
                  <a:lnTo>
                    <a:pt x="6601247" y="1750220"/>
                  </a:lnTo>
                  <a:lnTo>
                    <a:pt x="6602103" y="1721042"/>
                  </a:lnTo>
                  <a:lnTo>
                    <a:pt x="6602958" y="1723766"/>
                  </a:lnTo>
                  <a:lnTo>
                    <a:pt x="6603814" y="1763197"/>
                  </a:lnTo>
                  <a:lnTo>
                    <a:pt x="6604670" y="1730219"/>
                  </a:lnTo>
                  <a:lnTo>
                    <a:pt x="6605525" y="1663327"/>
                  </a:lnTo>
                  <a:lnTo>
                    <a:pt x="6606381" y="1600607"/>
                  </a:lnTo>
                  <a:lnTo>
                    <a:pt x="6607236" y="1580990"/>
                  </a:lnTo>
                  <a:lnTo>
                    <a:pt x="6608092" y="1601998"/>
                  </a:lnTo>
                  <a:lnTo>
                    <a:pt x="6608947" y="1575706"/>
                  </a:lnTo>
                  <a:lnTo>
                    <a:pt x="6609803" y="1576796"/>
                  </a:lnTo>
                  <a:lnTo>
                    <a:pt x="6610658" y="1660086"/>
                  </a:lnTo>
                  <a:lnTo>
                    <a:pt x="6611514" y="1664364"/>
                  </a:lnTo>
                  <a:lnTo>
                    <a:pt x="6612369" y="1727482"/>
                  </a:lnTo>
                  <a:lnTo>
                    <a:pt x="6613225" y="1713840"/>
                  </a:lnTo>
                  <a:lnTo>
                    <a:pt x="6614080" y="1735861"/>
                  </a:lnTo>
                  <a:lnTo>
                    <a:pt x="6614936" y="1792682"/>
                  </a:lnTo>
                  <a:lnTo>
                    <a:pt x="6615791" y="1889836"/>
                  </a:lnTo>
                  <a:lnTo>
                    <a:pt x="6616647" y="1988486"/>
                  </a:lnTo>
                  <a:lnTo>
                    <a:pt x="6617502" y="1950657"/>
                  </a:lnTo>
                  <a:lnTo>
                    <a:pt x="6618358" y="1894329"/>
                  </a:lnTo>
                  <a:lnTo>
                    <a:pt x="6619213" y="1842621"/>
                  </a:lnTo>
                  <a:lnTo>
                    <a:pt x="6620069" y="1878015"/>
                  </a:lnTo>
                  <a:lnTo>
                    <a:pt x="6620925" y="1784284"/>
                  </a:lnTo>
                  <a:lnTo>
                    <a:pt x="6621780" y="1780927"/>
                  </a:lnTo>
                  <a:lnTo>
                    <a:pt x="6622636" y="1790523"/>
                  </a:lnTo>
                  <a:lnTo>
                    <a:pt x="6623491" y="1816330"/>
                  </a:lnTo>
                  <a:lnTo>
                    <a:pt x="6624347" y="1775781"/>
                  </a:lnTo>
                  <a:lnTo>
                    <a:pt x="6625202" y="1677976"/>
                  </a:lnTo>
                  <a:lnTo>
                    <a:pt x="6626058" y="1694872"/>
                  </a:lnTo>
                  <a:lnTo>
                    <a:pt x="6626913" y="1647044"/>
                  </a:lnTo>
                  <a:lnTo>
                    <a:pt x="6627769" y="1618137"/>
                  </a:lnTo>
                  <a:lnTo>
                    <a:pt x="6628624" y="1613720"/>
                  </a:lnTo>
                  <a:lnTo>
                    <a:pt x="6629480" y="1665432"/>
                  </a:lnTo>
                  <a:lnTo>
                    <a:pt x="6630335" y="1666015"/>
                  </a:lnTo>
                  <a:lnTo>
                    <a:pt x="6631191" y="1681310"/>
                  </a:lnTo>
                  <a:lnTo>
                    <a:pt x="6632046" y="1658700"/>
                  </a:lnTo>
                  <a:lnTo>
                    <a:pt x="6632902" y="1635265"/>
                  </a:lnTo>
                  <a:lnTo>
                    <a:pt x="6633757" y="1639226"/>
                  </a:lnTo>
                  <a:lnTo>
                    <a:pt x="6634613" y="1688547"/>
                  </a:lnTo>
                  <a:lnTo>
                    <a:pt x="6635468" y="1749319"/>
                  </a:lnTo>
                  <a:lnTo>
                    <a:pt x="6636324" y="1717753"/>
                  </a:lnTo>
                  <a:lnTo>
                    <a:pt x="6637180" y="1728640"/>
                  </a:lnTo>
                  <a:lnTo>
                    <a:pt x="6638035" y="1724804"/>
                  </a:lnTo>
                  <a:lnTo>
                    <a:pt x="6638891" y="1787465"/>
                  </a:lnTo>
                  <a:lnTo>
                    <a:pt x="6639746" y="1833161"/>
                  </a:lnTo>
                  <a:lnTo>
                    <a:pt x="6640602" y="1725200"/>
                  </a:lnTo>
                  <a:lnTo>
                    <a:pt x="6641457" y="1814922"/>
                  </a:lnTo>
                  <a:lnTo>
                    <a:pt x="6642313" y="1929222"/>
                  </a:lnTo>
                  <a:lnTo>
                    <a:pt x="6643168" y="1914424"/>
                  </a:lnTo>
                  <a:lnTo>
                    <a:pt x="6644024" y="1819528"/>
                  </a:lnTo>
                  <a:lnTo>
                    <a:pt x="6644879" y="1723283"/>
                  </a:lnTo>
                  <a:lnTo>
                    <a:pt x="6645735" y="1814517"/>
                  </a:lnTo>
                  <a:lnTo>
                    <a:pt x="6646590" y="1818485"/>
                  </a:lnTo>
                  <a:lnTo>
                    <a:pt x="6647446" y="1816515"/>
                  </a:lnTo>
                  <a:lnTo>
                    <a:pt x="6648301" y="1834832"/>
                  </a:lnTo>
                  <a:lnTo>
                    <a:pt x="6649157" y="1919712"/>
                  </a:lnTo>
                  <a:lnTo>
                    <a:pt x="6650012" y="1949961"/>
                  </a:lnTo>
                  <a:lnTo>
                    <a:pt x="6650868" y="1969159"/>
                  </a:lnTo>
                  <a:lnTo>
                    <a:pt x="6651723" y="1919398"/>
                  </a:lnTo>
                  <a:lnTo>
                    <a:pt x="6652579" y="1888375"/>
                  </a:lnTo>
                  <a:lnTo>
                    <a:pt x="6653435" y="1794215"/>
                  </a:lnTo>
                  <a:lnTo>
                    <a:pt x="6654290" y="1774424"/>
                  </a:lnTo>
                  <a:lnTo>
                    <a:pt x="6655146" y="1735435"/>
                  </a:lnTo>
                  <a:lnTo>
                    <a:pt x="6656001" y="1745428"/>
                  </a:lnTo>
                  <a:lnTo>
                    <a:pt x="6656857" y="1805411"/>
                  </a:lnTo>
                  <a:lnTo>
                    <a:pt x="6657712" y="1822787"/>
                  </a:lnTo>
                  <a:lnTo>
                    <a:pt x="6658568" y="1888728"/>
                  </a:lnTo>
                  <a:lnTo>
                    <a:pt x="6659423" y="1926850"/>
                  </a:lnTo>
                  <a:lnTo>
                    <a:pt x="6660279" y="1959856"/>
                  </a:lnTo>
                  <a:lnTo>
                    <a:pt x="6661134" y="1828305"/>
                  </a:lnTo>
                  <a:lnTo>
                    <a:pt x="6661990" y="1790661"/>
                  </a:lnTo>
                  <a:lnTo>
                    <a:pt x="6662845" y="1816825"/>
                  </a:lnTo>
                  <a:lnTo>
                    <a:pt x="6663701" y="1834316"/>
                  </a:lnTo>
                  <a:lnTo>
                    <a:pt x="6664556" y="1849858"/>
                  </a:lnTo>
                  <a:lnTo>
                    <a:pt x="6665412" y="1831843"/>
                  </a:lnTo>
                  <a:lnTo>
                    <a:pt x="6666267" y="1957621"/>
                  </a:lnTo>
                  <a:lnTo>
                    <a:pt x="6667123" y="1968282"/>
                  </a:lnTo>
                  <a:lnTo>
                    <a:pt x="6667979" y="1940626"/>
                  </a:lnTo>
                  <a:lnTo>
                    <a:pt x="6668834" y="1799627"/>
                  </a:lnTo>
                  <a:lnTo>
                    <a:pt x="6669690" y="1706478"/>
                  </a:lnTo>
                  <a:lnTo>
                    <a:pt x="6670545" y="1675598"/>
                  </a:lnTo>
                  <a:lnTo>
                    <a:pt x="6671401" y="1658624"/>
                  </a:lnTo>
                  <a:lnTo>
                    <a:pt x="6672256" y="1545582"/>
                  </a:lnTo>
                  <a:lnTo>
                    <a:pt x="6673112" y="1560960"/>
                  </a:lnTo>
                  <a:lnTo>
                    <a:pt x="6673967" y="1550890"/>
                  </a:lnTo>
                  <a:lnTo>
                    <a:pt x="6674823" y="1455259"/>
                  </a:lnTo>
                  <a:lnTo>
                    <a:pt x="6675678" y="1519130"/>
                  </a:lnTo>
                  <a:lnTo>
                    <a:pt x="6676534" y="1461199"/>
                  </a:lnTo>
                  <a:lnTo>
                    <a:pt x="6677389" y="1425445"/>
                  </a:lnTo>
                  <a:lnTo>
                    <a:pt x="6678245" y="1466993"/>
                  </a:lnTo>
                  <a:lnTo>
                    <a:pt x="6679100" y="1389230"/>
                  </a:lnTo>
                  <a:lnTo>
                    <a:pt x="6679956" y="1486461"/>
                  </a:lnTo>
                  <a:lnTo>
                    <a:pt x="6680811" y="1437561"/>
                  </a:lnTo>
                  <a:lnTo>
                    <a:pt x="6681667" y="1441331"/>
                  </a:lnTo>
                  <a:lnTo>
                    <a:pt x="6682522" y="1501254"/>
                  </a:lnTo>
                  <a:lnTo>
                    <a:pt x="6683378" y="1500533"/>
                  </a:lnTo>
                  <a:lnTo>
                    <a:pt x="6684234" y="1548003"/>
                  </a:lnTo>
                  <a:lnTo>
                    <a:pt x="6685089" y="1567403"/>
                  </a:lnTo>
                  <a:lnTo>
                    <a:pt x="6685945" y="1568258"/>
                  </a:lnTo>
                  <a:lnTo>
                    <a:pt x="6686800" y="1602065"/>
                  </a:lnTo>
                  <a:lnTo>
                    <a:pt x="6687656" y="1603545"/>
                  </a:lnTo>
                  <a:lnTo>
                    <a:pt x="6688511" y="1631396"/>
                  </a:lnTo>
                  <a:lnTo>
                    <a:pt x="6689367" y="1607887"/>
                  </a:lnTo>
                  <a:lnTo>
                    <a:pt x="6690222" y="1619460"/>
                  </a:lnTo>
                  <a:lnTo>
                    <a:pt x="6691078" y="1575553"/>
                  </a:lnTo>
                  <a:lnTo>
                    <a:pt x="6691933" y="1674759"/>
                  </a:lnTo>
                  <a:lnTo>
                    <a:pt x="6692789" y="1664546"/>
                  </a:lnTo>
                  <a:lnTo>
                    <a:pt x="6693644" y="1597600"/>
                  </a:lnTo>
                  <a:lnTo>
                    <a:pt x="6694500" y="1601919"/>
                  </a:lnTo>
                  <a:lnTo>
                    <a:pt x="6695355" y="1551540"/>
                  </a:lnTo>
                  <a:lnTo>
                    <a:pt x="6696211" y="1673123"/>
                  </a:lnTo>
                  <a:lnTo>
                    <a:pt x="6697066" y="1615849"/>
                  </a:lnTo>
                  <a:lnTo>
                    <a:pt x="6697922" y="1595354"/>
                  </a:lnTo>
                  <a:lnTo>
                    <a:pt x="6698777" y="1616266"/>
                  </a:lnTo>
                  <a:lnTo>
                    <a:pt x="6699633" y="1567290"/>
                  </a:lnTo>
                  <a:lnTo>
                    <a:pt x="6700489" y="1694054"/>
                  </a:lnTo>
                  <a:lnTo>
                    <a:pt x="6701344" y="1590306"/>
                  </a:lnTo>
                  <a:lnTo>
                    <a:pt x="6702200" y="1638642"/>
                  </a:lnTo>
                  <a:lnTo>
                    <a:pt x="6703055" y="1691585"/>
                  </a:lnTo>
                  <a:lnTo>
                    <a:pt x="6703911" y="1642260"/>
                  </a:lnTo>
                  <a:lnTo>
                    <a:pt x="6704766" y="1760686"/>
                  </a:lnTo>
                  <a:lnTo>
                    <a:pt x="6705622" y="1831936"/>
                  </a:lnTo>
                  <a:lnTo>
                    <a:pt x="6706477" y="1943354"/>
                  </a:lnTo>
                  <a:lnTo>
                    <a:pt x="6707333" y="1967011"/>
                  </a:lnTo>
                  <a:lnTo>
                    <a:pt x="6708188" y="1997822"/>
                  </a:lnTo>
                  <a:lnTo>
                    <a:pt x="6709044" y="1916754"/>
                  </a:lnTo>
                  <a:lnTo>
                    <a:pt x="6709899" y="1902711"/>
                  </a:lnTo>
                  <a:lnTo>
                    <a:pt x="6710755" y="1830889"/>
                  </a:lnTo>
                  <a:lnTo>
                    <a:pt x="6711610" y="1711418"/>
                  </a:lnTo>
                  <a:lnTo>
                    <a:pt x="6712466" y="1677754"/>
                  </a:lnTo>
                  <a:lnTo>
                    <a:pt x="6713321" y="1635045"/>
                  </a:lnTo>
                  <a:lnTo>
                    <a:pt x="6714177" y="1694072"/>
                  </a:lnTo>
                  <a:lnTo>
                    <a:pt x="6715033" y="1686709"/>
                  </a:lnTo>
                  <a:lnTo>
                    <a:pt x="6715888" y="1644897"/>
                  </a:lnTo>
                  <a:lnTo>
                    <a:pt x="6716744" y="1629224"/>
                  </a:lnTo>
                  <a:lnTo>
                    <a:pt x="6717599" y="1648475"/>
                  </a:lnTo>
                  <a:lnTo>
                    <a:pt x="6718455" y="1653507"/>
                  </a:lnTo>
                  <a:lnTo>
                    <a:pt x="6719310" y="1648697"/>
                  </a:lnTo>
                  <a:lnTo>
                    <a:pt x="6720166" y="1707406"/>
                  </a:lnTo>
                  <a:lnTo>
                    <a:pt x="6721021" y="1729566"/>
                  </a:lnTo>
                  <a:lnTo>
                    <a:pt x="6721877" y="1777484"/>
                  </a:lnTo>
                  <a:lnTo>
                    <a:pt x="6722732" y="1827047"/>
                  </a:lnTo>
                  <a:lnTo>
                    <a:pt x="6723588" y="1811289"/>
                  </a:lnTo>
                  <a:lnTo>
                    <a:pt x="6724443" y="1774648"/>
                  </a:lnTo>
                  <a:lnTo>
                    <a:pt x="6725299" y="1711499"/>
                  </a:lnTo>
                  <a:lnTo>
                    <a:pt x="6726154" y="1713763"/>
                  </a:lnTo>
                  <a:lnTo>
                    <a:pt x="6727010" y="1633131"/>
                  </a:lnTo>
                  <a:lnTo>
                    <a:pt x="6727865" y="1682812"/>
                  </a:lnTo>
                  <a:lnTo>
                    <a:pt x="6728721" y="1707215"/>
                  </a:lnTo>
                  <a:lnTo>
                    <a:pt x="6729576" y="1694620"/>
                  </a:lnTo>
                  <a:lnTo>
                    <a:pt x="6730432" y="1798435"/>
                  </a:lnTo>
                  <a:lnTo>
                    <a:pt x="6731288" y="1924007"/>
                  </a:lnTo>
                  <a:lnTo>
                    <a:pt x="6732143" y="1954827"/>
                  </a:lnTo>
                  <a:lnTo>
                    <a:pt x="6732999" y="1954305"/>
                  </a:lnTo>
                  <a:lnTo>
                    <a:pt x="6733854" y="1936562"/>
                  </a:lnTo>
                  <a:lnTo>
                    <a:pt x="6734710" y="1921846"/>
                  </a:lnTo>
                  <a:lnTo>
                    <a:pt x="6735565" y="1860325"/>
                  </a:lnTo>
                  <a:lnTo>
                    <a:pt x="6736421" y="1844503"/>
                  </a:lnTo>
                  <a:lnTo>
                    <a:pt x="6737276" y="1884887"/>
                  </a:lnTo>
                  <a:lnTo>
                    <a:pt x="6738132" y="1943081"/>
                  </a:lnTo>
                  <a:lnTo>
                    <a:pt x="6738987" y="2011903"/>
                  </a:lnTo>
                  <a:lnTo>
                    <a:pt x="6739843" y="2051974"/>
                  </a:lnTo>
                  <a:lnTo>
                    <a:pt x="6740698" y="2045444"/>
                  </a:lnTo>
                  <a:lnTo>
                    <a:pt x="6741554" y="2045063"/>
                  </a:lnTo>
                  <a:lnTo>
                    <a:pt x="6742409" y="2076017"/>
                  </a:lnTo>
                  <a:lnTo>
                    <a:pt x="6743265" y="2111131"/>
                  </a:lnTo>
                  <a:lnTo>
                    <a:pt x="6744120" y="2107019"/>
                  </a:lnTo>
                  <a:lnTo>
                    <a:pt x="6744976" y="2128278"/>
                  </a:lnTo>
                  <a:lnTo>
                    <a:pt x="6745831" y="2095764"/>
                  </a:lnTo>
                  <a:lnTo>
                    <a:pt x="6746687" y="2054818"/>
                  </a:lnTo>
                  <a:lnTo>
                    <a:pt x="6747543" y="1976335"/>
                  </a:lnTo>
                  <a:lnTo>
                    <a:pt x="6748398" y="1947597"/>
                  </a:lnTo>
                  <a:lnTo>
                    <a:pt x="6749254" y="1935582"/>
                  </a:lnTo>
                  <a:lnTo>
                    <a:pt x="6750109" y="1969504"/>
                  </a:lnTo>
                  <a:lnTo>
                    <a:pt x="6750965" y="1990980"/>
                  </a:lnTo>
                  <a:lnTo>
                    <a:pt x="6751820" y="1999429"/>
                  </a:lnTo>
                  <a:lnTo>
                    <a:pt x="6752676" y="2004278"/>
                  </a:lnTo>
                  <a:lnTo>
                    <a:pt x="6753531" y="1987807"/>
                  </a:lnTo>
                  <a:lnTo>
                    <a:pt x="6754387" y="1898144"/>
                  </a:lnTo>
                  <a:lnTo>
                    <a:pt x="6755242" y="1872749"/>
                  </a:lnTo>
                  <a:lnTo>
                    <a:pt x="6756098" y="1782583"/>
                  </a:lnTo>
                  <a:lnTo>
                    <a:pt x="6756953" y="1742736"/>
                  </a:lnTo>
                  <a:lnTo>
                    <a:pt x="6757809" y="1662120"/>
                  </a:lnTo>
                  <a:lnTo>
                    <a:pt x="6758664" y="1601413"/>
                  </a:lnTo>
                  <a:lnTo>
                    <a:pt x="6759520" y="1569080"/>
                  </a:lnTo>
                  <a:lnTo>
                    <a:pt x="6760375" y="1555377"/>
                  </a:lnTo>
                  <a:lnTo>
                    <a:pt x="6761231" y="1472198"/>
                  </a:lnTo>
                  <a:lnTo>
                    <a:pt x="6762087" y="1495795"/>
                  </a:lnTo>
                  <a:lnTo>
                    <a:pt x="6762942" y="1546754"/>
                  </a:lnTo>
                  <a:lnTo>
                    <a:pt x="6763798" y="1502962"/>
                  </a:lnTo>
                  <a:lnTo>
                    <a:pt x="6764653" y="1507277"/>
                  </a:lnTo>
                  <a:lnTo>
                    <a:pt x="6765509" y="1480728"/>
                  </a:lnTo>
                  <a:lnTo>
                    <a:pt x="6766364" y="1509103"/>
                  </a:lnTo>
                  <a:lnTo>
                    <a:pt x="6767220" y="1487992"/>
                  </a:lnTo>
                  <a:lnTo>
                    <a:pt x="6768075" y="1578029"/>
                  </a:lnTo>
                  <a:lnTo>
                    <a:pt x="6768931" y="1474493"/>
                  </a:lnTo>
                  <a:lnTo>
                    <a:pt x="6769786" y="1511267"/>
                  </a:lnTo>
                  <a:lnTo>
                    <a:pt x="6770642" y="1532305"/>
                  </a:lnTo>
                  <a:lnTo>
                    <a:pt x="6771497" y="1489983"/>
                  </a:lnTo>
                  <a:lnTo>
                    <a:pt x="6772353" y="1587806"/>
                  </a:lnTo>
                  <a:lnTo>
                    <a:pt x="6773208" y="1536132"/>
                  </a:lnTo>
                  <a:lnTo>
                    <a:pt x="6774064" y="1598291"/>
                  </a:lnTo>
                  <a:lnTo>
                    <a:pt x="6774919" y="1660721"/>
                  </a:lnTo>
                  <a:lnTo>
                    <a:pt x="6775775" y="1680443"/>
                  </a:lnTo>
                  <a:lnTo>
                    <a:pt x="6776630" y="1657183"/>
                  </a:lnTo>
                  <a:lnTo>
                    <a:pt x="6777486" y="1612505"/>
                  </a:lnTo>
                  <a:lnTo>
                    <a:pt x="6778342" y="1654267"/>
                  </a:lnTo>
                  <a:lnTo>
                    <a:pt x="6779197" y="1693938"/>
                  </a:lnTo>
                  <a:lnTo>
                    <a:pt x="6780053" y="1636163"/>
                  </a:lnTo>
                  <a:lnTo>
                    <a:pt x="6780908" y="1661007"/>
                  </a:lnTo>
                  <a:lnTo>
                    <a:pt x="6781764" y="1654978"/>
                  </a:lnTo>
                  <a:lnTo>
                    <a:pt x="6782619" y="1635513"/>
                  </a:lnTo>
                  <a:lnTo>
                    <a:pt x="6783475" y="1643866"/>
                  </a:lnTo>
                  <a:lnTo>
                    <a:pt x="6784330" y="1568749"/>
                  </a:lnTo>
                  <a:lnTo>
                    <a:pt x="6785186" y="1686254"/>
                  </a:lnTo>
                  <a:lnTo>
                    <a:pt x="6786041" y="1674393"/>
                  </a:lnTo>
                  <a:lnTo>
                    <a:pt x="6786897" y="1605690"/>
                  </a:lnTo>
                  <a:lnTo>
                    <a:pt x="6787752" y="1628692"/>
                  </a:lnTo>
                  <a:lnTo>
                    <a:pt x="6788608" y="1560246"/>
                  </a:lnTo>
                  <a:lnTo>
                    <a:pt x="6789463" y="1556786"/>
                  </a:lnTo>
                  <a:lnTo>
                    <a:pt x="6790319" y="1548776"/>
                  </a:lnTo>
                  <a:lnTo>
                    <a:pt x="6791174" y="1502252"/>
                  </a:lnTo>
                  <a:lnTo>
                    <a:pt x="6792030" y="1522509"/>
                  </a:lnTo>
                  <a:lnTo>
                    <a:pt x="6792885" y="1483752"/>
                  </a:lnTo>
                  <a:lnTo>
                    <a:pt x="6793741" y="1468517"/>
                  </a:lnTo>
                  <a:lnTo>
                    <a:pt x="6794597" y="1473864"/>
                  </a:lnTo>
                  <a:lnTo>
                    <a:pt x="6795452" y="1446673"/>
                  </a:lnTo>
                  <a:lnTo>
                    <a:pt x="6796308" y="1454098"/>
                  </a:lnTo>
                  <a:lnTo>
                    <a:pt x="6797163" y="1442386"/>
                  </a:lnTo>
                  <a:lnTo>
                    <a:pt x="6798019" y="1399671"/>
                  </a:lnTo>
                  <a:lnTo>
                    <a:pt x="6798874" y="1475350"/>
                  </a:lnTo>
                  <a:lnTo>
                    <a:pt x="6799730" y="1464344"/>
                  </a:lnTo>
                  <a:lnTo>
                    <a:pt x="6800585" y="1489651"/>
                  </a:lnTo>
                  <a:lnTo>
                    <a:pt x="6801441" y="1607584"/>
                  </a:lnTo>
                  <a:lnTo>
                    <a:pt x="6802296" y="1555389"/>
                  </a:lnTo>
                  <a:lnTo>
                    <a:pt x="6803152" y="1586347"/>
                  </a:lnTo>
                  <a:lnTo>
                    <a:pt x="6804007" y="1538033"/>
                  </a:lnTo>
                  <a:lnTo>
                    <a:pt x="6804863" y="1516134"/>
                  </a:lnTo>
                  <a:lnTo>
                    <a:pt x="6805718" y="1544786"/>
                  </a:lnTo>
                  <a:lnTo>
                    <a:pt x="6806574" y="1557190"/>
                  </a:lnTo>
                  <a:lnTo>
                    <a:pt x="6807429" y="1589111"/>
                  </a:lnTo>
                  <a:lnTo>
                    <a:pt x="6808285" y="1616433"/>
                  </a:lnTo>
                  <a:lnTo>
                    <a:pt x="6809141" y="1612426"/>
                  </a:lnTo>
                  <a:lnTo>
                    <a:pt x="6809996" y="1616023"/>
                  </a:lnTo>
                  <a:lnTo>
                    <a:pt x="6810852" y="1646343"/>
                  </a:lnTo>
                  <a:lnTo>
                    <a:pt x="6811707" y="1647704"/>
                  </a:lnTo>
                  <a:lnTo>
                    <a:pt x="6812563" y="1622269"/>
                  </a:lnTo>
                  <a:lnTo>
                    <a:pt x="6813418" y="1692987"/>
                  </a:lnTo>
                  <a:lnTo>
                    <a:pt x="6814274" y="1756306"/>
                  </a:lnTo>
                  <a:lnTo>
                    <a:pt x="6815129" y="1789033"/>
                  </a:lnTo>
                  <a:lnTo>
                    <a:pt x="6815985" y="1813845"/>
                  </a:lnTo>
                  <a:lnTo>
                    <a:pt x="6816840" y="1828545"/>
                  </a:lnTo>
                  <a:lnTo>
                    <a:pt x="6817696" y="1840934"/>
                  </a:lnTo>
                  <a:lnTo>
                    <a:pt x="6818551" y="1796431"/>
                  </a:lnTo>
                  <a:lnTo>
                    <a:pt x="6819407" y="1740110"/>
                  </a:lnTo>
                  <a:lnTo>
                    <a:pt x="6820262" y="1653750"/>
                  </a:lnTo>
                  <a:lnTo>
                    <a:pt x="6821118" y="1642560"/>
                  </a:lnTo>
                  <a:lnTo>
                    <a:pt x="6821973" y="1601054"/>
                  </a:lnTo>
                  <a:lnTo>
                    <a:pt x="6822829" y="1597063"/>
                  </a:lnTo>
                  <a:lnTo>
                    <a:pt x="6823684" y="1597076"/>
                  </a:lnTo>
                  <a:lnTo>
                    <a:pt x="6824540" y="1587093"/>
                  </a:lnTo>
                  <a:lnTo>
                    <a:pt x="6825396" y="1622777"/>
                  </a:lnTo>
                  <a:lnTo>
                    <a:pt x="6826251" y="1601734"/>
                  </a:lnTo>
                  <a:lnTo>
                    <a:pt x="6827107" y="1621484"/>
                  </a:lnTo>
                  <a:lnTo>
                    <a:pt x="6827962" y="1638944"/>
                  </a:lnTo>
                  <a:lnTo>
                    <a:pt x="6828818" y="1629679"/>
                  </a:lnTo>
                  <a:lnTo>
                    <a:pt x="6829673" y="1654170"/>
                  </a:lnTo>
                  <a:lnTo>
                    <a:pt x="6830529" y="1642058"/>
                  </a:lnTo>
                  <a:lnTo>
                    <a:pt x="6831384" y="1626065"/>
                  </a:lnTo>
                  <a:lnTo>
                    <a:pt x="6832240" y="1660230"/>
                  </a:lnTo>
                  <a:lnTo>
                    <a:pt x="6833095" y="1664480"/>
                  </a:lnTo>
                  <a:lnTo>
                    <a:pt x="6833951" y="1629567"/>
                  </a:lnTo>
                  <a:lnTo>
                    <a:pt x="6834806" y="1699004"/>
                  </a:lnTo>
                  <a:lnTo>
                    <a:pt x="6835662" y="1668657"/>
                  </a:lnTo>
                  <a:lnTo>
                    <a:pt x="6836517" y="1706553"/>
                  </a:lnTo>
                  <a:lnTo>
                    <a:pt x="6837373" y="1821924"/>
                  </a:lnTo>
                  <a:lnTo>
                    <a:pt x="6838228" y="1784613"/>
                  </a:lnTo>
                  <a:lnTo>
                    <a:pt x="6839084" y="1902227"/>
                  </a:lnTo>
                  <a:lnTo>
                    <a:pt x="6839939" y="1793747"/>
                  </a:lnTo>
                  <a:lnTo>
                    <a:pt x="6840795" y="1764693"/>
                  </a:lnTo>
                  <a:lnTo>
                    <a:pt x="6841651" y="1729246"/>
                  </a:lnTo>
                  <a:lnTo>
                    <a:pt x="6842506" y="1653807"/>
                  </a:lnTo>
                  <a:lnTo>
                    <a:pt x="6843362" y="1673468"/>
                  </a:lnTo>
                  <a:lnTo>
                    <a:pt x="6844217" y="1692639"/>
                  </a:lnTo>
                  <a:lnTo>
                    <a:pt x="6845073" y="1656735"/>
                  </a:lnTo>
                  <a:lnTo>
                    <a:pt x="6845928" y="1655240"/>
                  </a:lnTo>
                  <a:lnTo>
                    <a:pt x="6846784" y="1652903"/>
                  </a:lnTo>
                  <a:lnTo>
                    <a:pt x="6847639" y="1700905"/>
                  </a:lnTo>
                  <a:lnTo>
                    <a:pt x="6848495" y="1580531"/>
                  </a:lnTo>
                  <a:lnTo>
                    <a:pt x="6849350" y="1609183"/>
                  </a:lnTo>
                  <a:lnTo>
                    <a:pt x="6850206" y="1612926"/>
                  </a:lnTo>
                  <a:lnTo>
                    <a:pt x="6851061" y="1599127"/>
                  </a:lnTo>
                  <a:lnTo>
                    <a:pt x="6851917" y="1660173"/>
                  </a:lnTo>
                  <a:lnTo>
                    <a:pt x="6852772" y="1652012"/>
                  </a:lnTo>
                  <a:lnTo>
                    <a:pt x="6853628" y="1662347"/>
                  </a:lnTo>
                  <a:lnTo>
                    <a:pt x="6854483" y="1654860"/>
                  </a:lnTo>
                  <a:lnTo>
                    <a:pt x="6855339" y="1651734"/>
                  </a:lnTo>
                  <a:lnTo>
                    <a:pt x="6856195" y="1659011"/>
                  </a:lnTo>
                  <a:lnTo>
                    <a:pt x="6857050" y="1685480"/>
                  </a:lnTo>
                  <a:lnTo>
                    <a:pt x="6857906" y="1741065"/>
                  </a:lnTo>
                  <a:lnTo>
                    <a:pt x="6858761" y="1723388"/>
                  </a:lnTo>
                  <a:lnTo>
                    <a:pt x="6859617" y="1622143"/>
                  </a:lnTo>
                  <a:lnTo>
                    <a:pt x="6860472" y="1553068"/>
                  </a:lnTo>
                  <a:lnTo>
                    <a:pt x="6861328" y="1511600"/>
                  </a:lnTo>
                  <a:lnTo>
                    <a:pt x="6862183" y="1482355"/>
                  </a:lnTo>
                  <a:lnTo>
                    <a:pt x="6863039" y="1488319"/>
                  </a:lnTo>
                  <a:lnTo>
                    <a:pt x="6863894" y="1405780"/>
                  </a:lnTo>
                  <a:lnTo>
                    <a:pt x="6864750" y="1395204"/>
                  </a:lnTo>
                  <a:lnTo>
                    <a:pt x="6865605" y="1370138"/>
                  </a:lnTo>
                  <a:lnTo>
                    <a:pt x="6866461" y="1412012"/>
                  </a:lnTo>
                  <a:lnTo>
                    <a:pt x="6867316" y="1440897"/>
                  </a:lnTo>
                  <a:lnTo>
                    <a:pt x="6868172" y="1384553"/>
                  </a:lnTo>
                  <a:lnTo>
                    <a:pt x="6869027" y="1402821"/>
                  </a:lnTo>
                  <a:lnTo>
                    <a:pt x="6869883" y="1379477"/>
                  </a:lnTo>
                  <a:lnTo>
                    <a:pt x="6870738" y="1474858"/>
                  </a:lnTo>
                  <a:lnTo>
                    <a:pt x="6871594" y="1516206"/>
                  </a:lnTo>
                  <a:lnTo>
                    <a:pt x="6872450" y="1597738"/>
                  </a:lnTo>
                  <a:lnTo>
                    <a:pt x="6873305" y="1720263"/>
                  </a:lnTo>
                  <a:lnTo>
                    <a:pt x="6874161" y="1827184"/>
                  </a:lnTo>
                  <a:lnTo>
                    <a:pt x="6875016" y="1835633"/>
                  </a:lnTo>
                  <a:lnTo>
                    <a:pt x="6875872" y="1714300"/>
                  </a:lnTo>
                  <a:lnTo>
                    <a:pt x="6876727" y="1698169"/>
                  </a:lnTo>
                  <a:lnTo>
                    <a:pt x="6877583" y="1742503"/>
                  </a:lnTo>
                  <a:lnTo>
                    <a:pt x="6878438" y="1766940"/>
                  </a:lnTo>
                  <a:lnTo>
                    <a:pt x="6879294" y="1763324"/>
                  </a:lnTo>
                  <a:lnTo>
                    <a:pt x="6880149" y="1839462"/>
                  </a:lnTo>
                  <a:lnTo>
                    <a:pt x="6881005" y="1911455"/>
                  </a:lnTo>
                  <a:lnTo>
                    <a:pt x="6881860" y="1955353"/>
                  </a:lnTo>
                  <a:lnTo>
                    <a:pt x="6882716" y="1950854"/>
                  </a:lnTo>
                  <a:lnTo>
                    <a:pt x="6883571" y="1990457"/>
                  </a:lnTo>
                  <a:lnTo>
                    <a:pt x="6884427" y="2023032"/>
                  </a:lnTo>
                  <a:lnTo>
                    <a:pt x="6885282" y="1981833"/>
                  </a:lnTo>
                  <a:lnTo>
                    <a:pt x="6886138" y="1882221"/>
                  </a:lnTo>
                  <a:lnTo>
                    <a:pt x="6886993" y="1858558"/>
                  </a:lnTo>
                  <a:lnTo>
                    <a:pt x="6887849" y="2022083"/>
                  </a:lnTo>
                  <a:lnTo>
                    <a:pt x="6888705" y="2119645"/>
                  </a:lnTo>
                  <a:lnTo>
                    <a:pt x="6889560" y="2105941"/>
                  </a:lnTo>
                  <a:lnTo>
                    <a:pt x="6890416" y="2115876"/>
                  </a:lnTo>
                  <a:lnTo>
                    <a:pt x="6891271" y="2137115"/>
                  </a:lnTo>
                  <a:lnTo>
                    <a:pt x="6892127" y="2115100"/>
                  </a:lnTo>
                  <a:lnTo>
                    <a:pt x="6892982" y="2138062"/>
                  </a:lnTo>
                  <a:lnTo>
                    <a:pt x="6893838" y="2120702"/>
                  </a:lnTo>
                  <a:lnTo>
                    <a:pt x="6894693" y="2105598"/>
                  </a:lnTo>
                  <a:lnTo>
                    <a:pt x="6895549" y="2118266"/>
                  </a:lnTo>
                  <a:lnTo>
                    <a:pt x="6896404" y="2151400"/>
                  </a:lnTo>
                  <a:lnTo>
                    <a:pt x="6897260" y="2138722"/>
                  </a:lnTo>
                  <a:lnTo>
                    <a:pt x="6898115" y="2108885"/>
                  </a:lnTo>
                  <a:lnTo>
                    <a:pt x="6898971" y="2102694"/>
                  </a:lnTo>
                  <a:lnTo>
                    <a:pt x="6899826" y="2060908"/>
                  </a:lnTo>
                  <a:lnTo>
                    <a:pt x="6900682" y="2043966"/>
                  </a:lnTo>
                  <a:lnTo>
                    <a:pt x="6901537" y="2044130"/>
                  </a:lnTo>
                  <a:lnTo>
                    <a:pt x="6902393" y="2063945"/>
                  </a:lnTo>
                  <a:lnTo>
                    <a:pt x="6903248" y="2085870"/>
                  </a:lnTo>
                  <a:lnTo>
                    <a:pt x="6904104" y="2099915"/>
                  </a:lnTo>
                  <a:lnTo>
                    <a:pt x="6904960" y="2073918"/>
                  </a:lnTo>
                  <a:lnTo>
                    <a:pt x="6905815" y="2061703"/>
                  </a:lnTo>
                  <a:lnTo>
                    <a:pt x="6906671" y="2042232"/>
                  </a:lnTo>
                  <a:lnTo>
                    <a:pt x="6907526" y="1974402"/>
                  </a:lnTo>
                  <a:lnTo>
                    <a:pt x="6908382" y="2009969"/>
                  </a:lnTo>
                  <a:lnTo>
                    <a:pt x="6909237" y="1995303"/>
                  </a:lnTo>
                  <a:lnTo>
                    <a:pt x="6910093" y="2055218"/>
                  </a:lnTo>
                  <a:lnTo>
                    <a:pt x="6910948" y="2073680"/>
                  </a:lnTo>
                  <a:lnTo>
                    <a:pt x="6911804" y="2090018"/>
                  </a:lnTo>
                  <a:lnTo>
                    <a:pt x="6912659" y="2036602"/>
                  </a:lnTo>
                  <a:lnTo>
                    <a:pt x="6913515" y="2005501"/>
                  </a:lnTo>
                  <a:lnTo>
                    <a:pt x="6914370" y="1845019"/>
                  </a:lnTo>
                  <a:lnTo>
                    <a:pt x="6915226" y="1881978"/>
                  </a:lnTo>
                  <a:lnTo>
                    <a:pt x="6916081" y="1835359"/>
                  </a:lnTo>
                  <a:lnTo>
                    <a:pt x="6916937" y="1794668"/>
                  </a:lnTo>
                  <a:lnTo>
                    <a:pt x="6917792" y="1776921"/>
                  </a:lnTo>
                  <a:lnTo>
                    <a:pt x="6918648" y="1724936"/>
                  </a:lnTo>
                  <a:lnTo>
                    <a:pt x="6919504" y="1561551"/>
                  </a:lnTo>
                  <a:lnTo>
                    <a:pt x="6920359" y="1470259"/>
                  </a:lnTo>
                  <a:lnTo>
                    <a:pt x="6921215" y="1348384"/>
                  </a:lnTo>
                  <a:lnTo>
                    <a:pt x="6922070" y="1408310"/>
                  </a:lnTo>
                  <a:lnTo>
                    <a:pt x="6922926" y="1458932"/>
                  </a:lnTo>
                  <a:lnTo>
                    <a:pt x="6923781" y="1586567"/>
                  </a:lnTo>
                  <a:lnTo>
                    <a:pt x="6924637" y="1572418"/>
                  </a:lnTo>
                  <a:lnTo>
                    <a:pt x="6925492" y="1516704"/>
                  </a:lnTo>
                  <a:lnTo>
                    <a:pt x="6926348" y="1349480"/>
                  </a:lnTo>
                  <a:lnTo>
                    <a:pt x="6927203" y="1268245"/>
                  </a:lnTo>
                  <a:lnTo>
                    <a:pt x="6928059" y="1249173"/>
                  </a:lnTo>
                  <a:lnTo>
                    <a:pt x="6928914" y="1306235"/>
                  </a:lnTo>
                  <a:lnTo>
                    <a:pt x="6929770" y="1303341"/>
                  </a:lnTo>
                  <a:lnTo>
                    <a:pt x="6930625" y="1364391"/>
                  </a:lnTo>
                  <a:lnTo>
                    <a:pt x="6931481" y="1222198"/>
                  </a:lnTo>
                  <a:lnTo>
                    <a:pt x="6932336" y="1083396"/>
                  </a:lnTo>
                  <a:lnTo>
                    <a:pt x="6933192" y="1106677"/>
                  </a:lnTo>
                  <a:lnTo>
                    <a:pt x="6934047" y="1040525"/>
                  </a:lnTo>
                  <a:lnTo>
                    <a:pt x="6934903" y="960097"/>
                  </a:lnTo>
                  <a:lnTo>
                    <a:pt x="6935759" y="920299"/>
                  </a:lnTo>
                  <a:lnTo>
                    <a:pt x="6936614" y="930678"/>
                  </a:lnTo>
                  <a:lnTo>
                    <a:pt x="6937470" y="959092"/>
                  </a:lnTo>
                  <a:lnTo>
                    <a:pt x="6938325" y="789282"/>
                  </a:lnTo>
                  <a:lnTo>
                    <a:pt x="6939181" y="925648"/>
                  </a:lnTo>
                  <a:lnTo>
                    <a:pt x="6940036" y="1043703"/>
                  </a:lnTo>
                  <a:lnTo>
                    <a:pt x="6940892" y="993459"/>
                  </a:lnTo>
                  <a:lnTo>
                    <a:pt x="6941747" y="838956"/>
                  </a:lnTo>
                  <a:lnTo>
                    <a:pt x="6942603" y="635564"/>
                  </a:lnTo>
                  <a:lnTo>
                    <a:pt x="6943458" y="555130"/>
                  </a:lnTo>
                  <a:lnTo>
                    <a:pt x="6944314" y="398195"/>
                  </a:lnTo>
                  <a:lnTo>
                    <a:pt x="6945169" y="341332"/>
                  </a:lnTo>
                  <a:lnTo>
                    <a:pt x="6946025" y="178303"/>
                  </a:lnTo>
                  <a:lnTo>
                    <a:pt x="6946880" y="111206"/>
                  </a:lnTo>
                  <a:lnTo>
                    <a:pt x="6947736" y="79922"/>
                  </a:lnTo>
                  <a:lnTo>
                    <a:pt x="6948591" y="0"/>
                  </a:lnTo>
                  <a:lnTo>
                    <a:pt x="6949447" y="153454"/>
                  </a:lnTo>
                  <a:lnTo>
                    <a:pt x="6950302" y="73785"/>
                  </a:lnTo>
                  <a:lnTo>
                    <a:pt x="6951158" y="221496"/>
                  </a:lnTo>
                  <a:lnTo>
                    <a:pt x="6952014" y="389635"/>
                  </a:lnTo>
                  <a:lnTo>
                    <a:pt x="6952869" y="432454"/>
                  </a:lnTo>
                  <a:lnTo>
                    <a:pt x="6953725" y="574844"/>
                  </a:lnTo>
                  <a:lnTo>
                    <a:pt x="6954580" y="649305"/>
                  </a:lnTo>
                  <a:lnTo>
                    <a:pt x="6955436" y="670932"/>
                  </a:lnTo>
                  <a:lnTo>
                    <a:pt x="6956291" y="698356"/>
                  </a:lnTo>
                  <a:lnTo>
                    <a:pt x="6957147" y="701321"/>
                  </a:lnTo>
                  <a:lnTo>
                    <a:pt x="6958002" y="653616"/>
                  </a:lnTo>
                  <a:lnTo>
                    <a:pt x="6958858" y="647743"/>
                  </a:lnTo>
                  <a:lnTo>
                    <a:pt x="6959713" y="666074"/>
                  </a:lnTo>
                  <a:lnTo>
                    <a:pt x="6960569" y="437238"/>
                  </a:lnTo>
                  <a:lnTo>
                    <a:pt x="6961424" y="482698"/>
                  </a:lnTo>
                  <a:lnTo>
                    <a:pt x="6962280" y="444944"/>
                  </a:lnTo>
                  <a:lnTo>
                    <a:pt x="6963135" y="392160"/>
                  </a:lnTo>
                  <a:lnTo>
                    <a:pt x="6963991" y="562543"/>
                  </a:lnTo>
                  <a:lnTo>
                    <a:pt x="6964846" y="450836"/>
                  </a:lnTo>
                  <a:lnTo>
                    <a:pt x="6965702" y="448186"/>
                  </a:lnTo>
                  <a:lnTo>
                    <a:pt x="6966558" y="513576"/>
                  </a:lnTo>
                  <a:lnTo>
                    <a:pt x="6967413" y="578861"/>
                  </a:lnTo>
                  <a:lnTo>
                    <a:pt x="6968269" y="632531"/>
                  </a:lnTo>
                  <a:lnTo>
                    <a:pt x="6969124" y="654747"/>
                  </a:lnTo>
                  <a:lnTo>
                    <a:pt x="6969980" y="725716"/>
                  </a:lnTo>
                  <a:lnTo>
                    <a:pt x="6970835" y="818312"/>
                  </a:lnTo>
                  <a:lnTo>
                    <a:pt x="6971691" y="735786"/>
                  </a:lnTo>
                  <a:lnTo>
                    <a:pt x="6972546" y="738055"/>
                  </a:lnTo>
                  <a:lnTo>
                    <a:pt x="6973402" y="755882"/>
                  </a:lnTo>
                  <a:lnTo>
                    <a:pt x="6974257" y="810942"/>
                  </a:lnTo>
                  <a:lnTo>
                    <a:pt x="6975113" y="843287"/>
                  </a:lnTo>
                  <a:lnTo>
                    <a:pt x="6975968" y="899245"/>
                  </a:lnTo>
                  <a:lnTo>
                    <a:pt x="6976824" y="854154"/>
                  </a:lnTo>
                  <a:lnTo>
                    <a:pt x="6977679" y="957964"/>
                  </a:lnTo>
                  <a:lnTo>
                    <a:pt x="6978535" y="1056365"/>
                  </a:lnTo>
                  <a:lnTo>
                    <a:pt x="6979390" y="1085672"/>
                  </a:lnTo>
                  <a:lnTo>
                    <a:pt x="6980246" y="1118671"/>
                  </a:lnTo>
                  <a:lnTo>
                    <a:pt x="6981101" y="1125284"/>
                  </a:lnTo>
                  <a:lnTo>
                    <a:pt x="6981957" y="1099859"/>
                  </a:lnTo>
                  <a:lnTo>
                    <a:pt x="6982813" y="1138580"/>
                  </a:lnTo>
                  <a:lnTo>
                    <a:pt x="6983668" y="1269187"/>
                  </a:lnTo>
                  <a:lnTo>
                    <a:pt x="6984524" y="1421760"/>
                  </a:lnTo>
                  <a:lnTo>
                    <a:pt x="6985379" y="1523702"/>
                  </a:lnTo>
                  <a:lnTo>
                    <a:pt x="6986235" y="1615431"/>
                  </a:lnTo>
                  <a:lnTo>
                    <a:pt x="6987090" y="1575756"/>
                  </a:lnTo>
                  <a:lnTo>
                    <a:pt x="6987946" y="1514522"/>
                  </a:lnTo>
                  <a:lnTo>
                    <a:pt x="6988801" y="1373995"/>
                  </a:lnTo>
                  <a:lnTo>
                    <a:pt x="6989657" y="1287591"/>
                  </a:lnTo>
                  <a:lnTo>
                    <a:pt x="6990512" y="1224802"/>
                  </a:lnTo>
                  <a:lnTo>
                    <a:pt x="6991368" y="1188521"/>
                  </a:lnTo>
                  <a:lnTo>
                    <a:pt x="6992223" y="1273252"/>
                  </a:lnTo>
                  <a:lnTo>
                    <a:pt x="6993079" y="1291713"/>
                  </a:lnTo>
                  <a:lnTo>
                    <a:pt x="6993934" y="1398614"/>
                  </a:lnTo>
                  <a:lnTo>
                    <a:pt x="6994790" y="1427448"/>
                  </a:lnTo>
                  <a:lnTo>
                    <a:pt x="6995645" y="1248678"/>
                  </a:lnTo>
                  <a:lnTo>
                    <a:pt x="6996501" y="1244623"/>
                  </a:lnTo>
                  <a:lnTo>
                    <a:pt x="6997356" y="1257863"/>
                  </a:lnTo>
                  <a:lnTo>
                    <a:pt x="6998212" y="1275654"/>
                  </a:lnTo>
                  <a:lnTo>
                    <a:pt x="6999068" y="1342463"/>
                  </a:lnTo>
                  <a:lnTo>
                    <a:pt x="6999923" y="1380750"/>
                  </a:lnTo>
                  <a:lnTo>
                    <a:pt x="7000779" y="1483489"/>
                  </a:lnTo>
                  <a:lnTo>
                    <a:pt x="7001634" y="1607399"/>
                  </a:lnTo>
                  <a:lnTo>
                    <a:pt x="7002490" y="1665851"/>
                  </a:lnTo>
                  <a:lnTo>
                    <a:pt x="7003345" y="1705875"/>
                  </a:lnTo>
                  <a:lnTo>
                    <a:pt x="7004201" y="1817183"/>
                  </a:lnTo>
                  <a:lnTo>
                    <a:pt x="7005056" y="1797592"/>
                  </a:lnTo>
                  <a:lnTo>
                    <a:pt x="7005912" y="1737569"/>
                  </a:lnTo>
                  <a:lnTo>
                    <a:pt x="7006767" y="1751878"/>
                  </a:lnTo>
                  <a:lnTo>
                    <a:pt x="7007623" y="1764012"/>
                  </a:lnTo>
                  <a:lnTo>
                    <a:pt x="7008478" y="1717794"/>
                  </a:lnTo>
                  <a:lnTo>
                    <a:pt x="7009334" y="1654486"/>
                  </a:lnTo>
                  <a:lnTo>
                    <a:pt x="7010189" y="1716129"/>
                  </a:lnTo>
                  <a:lnTo>
                    <a:pt x="7011045" y="1702230"/>
                  </a:lnTo>
                  <a:lnTo>
                    <a:pt x="7011900" y="1685037"/>
                  </a:lnTo>
                  <a:lnTo>
                    <a:pt x="7012756" y="1620702"/>
                  </a:lnTo>
                  <a:lnTo>
                    <a:pt x="7013612" y="1486193"/>
                  </a:lnTo>
                  <a:lnTo>
                    <a:pt x="7014467" y="1507990"/>
                  </a:lnTo>
                  <a:lnTo>
                    <a:pt x="7015323" y="1508173"/>
                  </a:lnTo>
                  <a:lnTo>
                    <a:pt x="7016178" y="1416596"/>
                  </a:lnTo>
                  <a:lnTo>
                    <a:pt x="7017034" y="1428940"/>
                  </a:lnTo>
                  <a:lnTo>
                    <a:pt x="7017889" y="1350892"/>
                  </a:lnTo>
                  <a:lnTo>
                    <a:pt x="7018745" y="1463274"/>
                  </a:lnTo>
                  <a:lnTo>
                    <a:pt x="7019600" y="1461744"/>
                  </a:lnTo>
                  <a:lnTo>
                    <a:pt x="7020456" y="1322003"/>
                  </a:lnTo>
                  <a:lnTo>
                    <a:pt x="7021311" y="1410579"/>
                  </a:lnTo>
                  <a:lnTo>
                    <a:pt x="7022167" y="1372695"/>
                  </a:lnTo>
                  <a:lnTo>
                    <a:pt x="7023022" y="1423137"/>
                  </a:lnTo>
                  <a:lnTo>
                    <a:pt x="7023878" y="1514902"/>
                  </a:lnTo>
                  <a:lnTo>
                    <a:pt x="7024733" y="1564949"/>
                  </a:lnTo>
                  <a:lnTo>
                    <a:pt x="7025589" y="1693352"/>
                  </a:lnTo>
                  <a:lnTo>
                    <a:pt x="7026444" y="1747244"/>
                  </a:lnTo>
                  <a:lnTo>
                    <a:pt x="7027300" y="1694323"/>
                  </a:lnTo>
                  <a:lnTo>
                    <a:pt x="7028155" y="1604014"/>
                  </a:lnTo>
                  <a:lnTo>
                    <a:pt x="7029011" y="1463513"/>
                  </a:lnTo>
                  <a:lnTo>
                    <a:pt x="7029867" y="1481111"/>
                  </a:lnTo>
                  <a:lnTo>
                    <a:pt x="7030722" y="1538190"/>
                  </a:lnTo>
                  <a:lnTo>
                    <a:pt x="7031578" y="1449831"/>
                  </a:lnTo>
                  <a:lnTo>
                    <a:pt x="7032433" y="1500413"/>
                  </a:lnTo>
                  <a:lnTo>
                    <a:pt x="7033289" y="1453805"/>
                  </a:lnTo>
                  <a:lnTo>
                    <a:pt x="7034144" y="1520077"/>
                  </a:lnTo>
                  <a:lnTo>
                    <a:pt x="7035000" y="1594173"/>
                  </a:lnTo>
                  <a:lnTo>
                    <a:pt x="7035855" y="1572607"/>
                  </a:lnTo>
                  <a:lnTo>
                    <a:pt x="7036711" y="1619642"/>
                  </a:lnTo>
                  <a:lnTo>
                    <a:pt x="7037566" y="1771044"/>
                  </a:lnTo>
                  <a:lnTo>
                    <a:pt x="7038422" y="1898847"/>
                  </a:lnTo>
                  <a:lnTo>
                    <a:pt x="7039277" y="1995171"/>
                  </a:lnTo>
                  <a:lnTo>
                    <a:pt x="7040133" y="1946554"/>
                  </a:lnTo>
                  <a:lnTo>
                    <a:pt x="7040988" y="2028014"/>
                  </a:lnTo>
                  <a:lnTo>
                    <a:pt x="7041844" y="2034801"/>
                  </a:lnTo>
                  <a:lnTo>
                    <a:pt x="7042699" y="2051592"/>
                  </a:lnTo>
                  <a:lnTo>
                    <a:pt x="7043555" y="2077880"/>
                  </a:lnTo>
                  <a:lnTo>
                    <a:pt x="7044410" y="2082841"/>
                  </a:lnTo>
                  <a:lnTo>
                    <a:pt x="7045266" y="2125458"/>
                  </a:lnTo>
                  <a:lnTo>
                    <a:pt x="7046122" y="2105766"/>
                  </a:lnTo>
                  <a:lnTo>
                    <a:pt x="7046977" y="2087069"/>
                  </a:lnTo>
                  <a:lnTo>
                    <a:pt x="7047833" y="2091847"/>
                  </a:lnTo>
                  <a:lnTo>
                    <a:pt x="7048688" y="2069912"/>
                  </a:lnTo>
                  <a:lnTo>
                    <a:pt x="7049544" y="2079559"/>
                  </a:lnTo>
                  <a:lnTo>
                    <a:pt x="7050399" y="1988144"/>
                  </a:lnTo>
                  <a:lnTo>
                    <a:pt x="7051255" y="1909155"/>
                  </a:lnTo>
                  <a:lnTo>
                    <a:pt x="7052110" y="1914958"/>
                  </a:lnTo>
                  <a:lnTo>
                    <a:pt x="7052966" y="1915011"/>
                  </a:lnTo>
                  <a:lnTo>
                    <a:pt x="7053821" y="1847933"/>
                  </a:lnTo>
                  <a:lnTo>
                    <a:pt x="7054677" y="1830935"/>
                  </a:lnTo>
                  <a:lnTo>
                    <a:pt x="7055532" y="1874449"/>
                  </a:lnTo>
                  <a:lnTo>
                    <a:pt x="7056388" y="1869610"/>
                  </a:lnTo>
                  <a:lnTo>
                    <a:pt x="7057243" y="1827546"/>
                  </a:lnTo>
                  <a:lnTo>
                    <a:pt x="7058099" y="1768373"/>
                  </a:lnTo>
                  <a:lnTo>
                    <a:pt x="7058954" y="1683465"/>
                  </a:lnTo>
                  <a:lnTo>
                    <a:pt x="7059810" y="1568155"/>
                  </a:lnTo>
                  <a:lnTo>
                    <a:pt x="7060666" y="1561897"/>
                  </a:lnTo>
                  <a:lnTo>
                    <a:pt x="7061521" y="1524961"/>
                  </a:lnTo>
                  <a:lnTo>
                    <a:pt x="7062377" y="1513451"/>
                  </a:lnTo>
                  <a:lnTo>
                    <a:pt x="7063232" y="1651120"/>
                  </a:lnTo>
                  <a:lnTo>
                    <a:pt x="7064088" y="1633923"/>
                  </a:lnTo>
                  <a:lnTo>
                    <a:pt x="7064943" y="1740749"/>
                  </a:lnTo>
                  <a:lnTo>
                    <a:pt x="7065799" y="1747470"/>
                  </a:lnTo>
                  <a:lnTo>
                    <a:pt x="7066654" y="1739249"/>
                  </a:lnTo>
                  <a:lnTo>
                    <a:pt x="7067510" y="1720002"/>
                  </a:lnTo>
                  <a:lnTo>
                    <a:pt x="7068365" y="1793890"/>
                  </a:lnTo>
                  <a:lnTo>
                    <a:pt x="7069221" y="1896159"/>
                  </a:lnTo>
                  <a:lnTo>
                    <a:pt x="7070076" y="1925202"/>
                  </a:lnTo>
                  <a:lnTo>
                    <a:pt x="7070932" y="1950468"/>
                  </a:lnTo>
                  <a:lnTo>
                    <a:pt x="7071787" y="1942272"/>
                  </a:lnTo>
                  <a:lnTo>
                    <a:pt x="7072643" y="1998557"/>
                  </a:lnTo>
                  <a:lnTo>
                    <a:pt x="7073498" y="1889726"/>
                  </a:lnTo>
                  <a:lnTo>
                    <a:pt x="7074354" y="1761582"/>
                  </a:lnTo>
                  <a:lnTo>
                    <a:pt x="7075209" y="1658220"/>
                  </a:lnTo>
                  <a:lnTo>
                    <a:pt x="7076065" y="1684065"/>
                  </a:lnTo>
                  <a:lnTo>
                    <a:pt x="7076921" y="1729890"/>
                  </a:lnTo>
                  <a:lnTo>
                    <a:pt x="7077776" y="1673518"/>
                  </a:lnTo>
                  <a:lnTo>
                    <a:pt x="7078632" y="1776761"/>
                  </a:lnTo>
                  <a:lnTo>
                    <a:pt x="7079487" y="1777460"/>
                  </a:lnTo>
                  <a:lnTo>
                    <a:pt x="7080343" y="1875500"/>
                  </a:lnTo>
                  <a:lnTo>
                    <a:pt x="7081198" y="1864468"/>
                  </a:lnTo>
                  <a:lnTo>
                    <a:pt x="7082054" y="1760170"/>
                  </a:lnTo>
                  <a:lnTo>
                    <a:pt x="7082909" y="1829843"/>
                  </a:lnTo>
                  <a:lnTo>
                    <a:pt x="7083765" y="1931860"/>
                  </a:lnTo>
                  <a:lnTo>
                    <a:pt x="7084620" y="2016218"/>
                  </a:lnTo>
                  <a:lnTo>
                    <a:pt x="7085476" y="2025072"/>
                  </a:lnTo>
                  <a:lnTo>
                    <a:pt x="7086331" y="1922480"/>
                  </a:lnTo>
                  <a:lnTo>
                    <a:pt x="7087187" y="1941598"/>
                  </a:lnTo>
                  <a:lnTo>
                    <a:pt x="7088042" y="1911069"/>
                  </a:lnTo>
                  <a:lnTo>
                    <a:pt x="7088898" y="2032024"/>
                  </a:lnTo>
                  <a:lnTo>
                    <a:pt x="7089753" y="2076745"/>
                  </a:lnTo>
                  <a:lnTo>
                    <a:pt x="7090609" y="2062266"/>
                  </a:lnTo>
                  <a:lnTo>
                    <a:pt x="7091464" y="2086124"/>
                  </a:lnTo>
                  <a:lnTo>
                    <a:pt x="7092320" y="2060331"/>
                  </a:lnTo>
                  <a:lnTo>
                    <a:pt x="7093176" y="2014735"/>
                  </a:lnTo>
                  <a:lnTo>
                    <a:pt x="7094031" y="1926016"/>
                  </a:lnTo>
                  <a:lnTo>
                    <a:pt x="7094887" y="1797526"/>
                  </a:lnTo>
                  <a:lnTo>
                    <a:pt x="7095742" y="1697423"/>
                  </a:lnTo>
                  <a:lnTo>
                    <a:pt x="7096598" y="1658036"/>
                  </a:lnTo>
                  <a:lnTo>
                    <a:pt x="7097453" y="1735814"/>
                  </a:lnTo>
                  <a:lnTo>
                    <a:pt x="7098309" y="1568167"/>
                  </a:lnTo>
                  <a:lnTo>
                    <a:pt x="7099164" y="1600582"/>
                  </a:lnTo>
                  <a:lnTo>
                    <a:pt x="7100020" y="1610045"/>
                  </a:lnTo>
                  <a:lnTo>
                    <a:pt x="7100875" y="1578169"/>
                  </a:lnTo>
                  <a:lnTo>
                    <a:pt x="7101731" y="1602101"/>
                  </a:lnTo>
                  <a:lnTo>
                    <a:pt x="7102586" y="1587553"/>
                  </a:lnTo>
                  <a:lnTo>
                    <a:pt x="7103442" y="1613018"/>
                  </a:lnTo>
                  <a:lnTo>
                    <a:pt x="7104297" y="1584366"/>
                  </a:lnTo>
                  <a:lnTo>
                    <a:pt x="7105153" y="1621719"/>
                  </a:lnTo>
                  <a:lnTo>
                    <a:pt x="7106008" y="1621084"/>
                  </a:lnTo>
                  <a:lnTo>
                    <a:pt x="7106864" y="1581070"/>
                  </a:lnTo>
                  <a:lnTo>
                    <a:pt x="7107719" y="1677313"/>
                  </a:lnTo>
                  <a:lnTo>
                    <a:pt x="7108575" y="1652037"/>
                  </a:lnTo>
                  <a:lnTo>
                    <a:pt x="7109431" y="1640181"/>
                  </a:lnTo>
                  <a:lnTo>
                    <a:pt x="7110286" y="1583773"/>
                  </a:lnTo>
                  <a:lnTo>
                    <a:pt x="7111142" y="1616850"/>
                  </a:lnTo>
                  <a:lnTo>
                    <a:pt x="7111997" y="1679519"/>
                  </a:lnTo>
                  <a:lnTo>
                    <a:pt x="7112853" y="1631985"/>
                  </a:lnTo>
                  <a:lnTo>
                    <a:pt x="7113708" y="1643533"/>
                  </a:lnTo>
                  <a:lnTo>
                    <a:pt x="7114564" y="1652622"/>
                  </a:lnTo>
                  <a:lnTo>
                    <a:pt x="7115419" y="1664686"/>
                  </a:lnTo>
                  <a:lnTo>
                    <a:pt x="7116275" y="1640362"/>
                  </a:lnTo>
                  <a:lnTo>
                    <a:pt x="7117130" y="1629223"/>
                  </a:lnTo>
                  <a:lnTo>
                    <a:pt x="7117986" y="1605862"/>
                  </a:lnTo>
                  <a:lnTo>
                    <a:pt x="7118841" y="1588022"/>
                  </a:lnTo>
                  <a:lnTo>
                    <a:pt x="7119697" y="1560777"/>
                  </a:lnTo>
                  <a:lnTo>
                    <a:pt x="7120552" y="1592451"/>
                  </a:lnTo>
                  <a:lnTo>
                    <a:pt x="7121408" y="1613909"/>
                  </a:lnTo>
                  <a:lnTo>
                    <a:pt x="7122263" y="1564951"/>
                  </a:lnTo>
                  <a:lnTo>
                    <a:pt x="7123119" y="1571756"/>
                  </a:lnTo>
                  <a:lnTo>
                    <a:pt x="7123975" y="1571540"/>
                  </a:lnTo>
                  <a:lnTo>
                    <a:pt x="7124830" y="1594838"/>
                  </a:lnTo>
                  <a:lnTo>
                    <a:pt x="7125686" y="1605899"/>
                  </a:lnTo>
                  <a:lnTo>
                    <a:pt x="7126541" y="1624676"/>
                  </a:lnTo>
                  <a:lnTo>
                    <a:pt x="7127397" y="1651096"/>
                  </a:lnTo>
                  <a:lnTo>
                    <a:pt x="7128252" y="1607040"/>
                  </a:lnTo>
                  <a:lnTo>
                    <a:pt x="7129108" y="1656969"/>
                  </a:lnTo>
                  <a:lnTo>
                    <a:pt x="7129963" y="1688294"/>
                  </a:lnTo>
                  <a:lnTo>
                    <a:pt x="7130819" y="1734048"/>
                  </a:lnTo>
                  <a:lnTo>
                    <a:pt x="7131674" y="1763370"/>
                  </a:lnTo>
                  <a:lnTo>
                    <a:pt x="7132530" y="1806137"/>
                  </a:lnTo>
                  <a:lnTo>
                    <a:pt x="7133385" y="1759203"/>
                  </a:lnTo>
                  <a:lnTo>
                    <a:pt x="7134241" y="1694602"/>
                  </a:lnTo>
                  <a:lnTo>
                    <a:pt x="7135096" y="1718466"/>
                  </a:lnTo>
                  <a:lnTo>
                    <a:pt x="7135952" y="1674993"/>
                  </a:lnTo>
                  <a:lnTo>
                    <a:pt x="7136807" y="1657852"/>
                  </a:lnTo>
                  <a:lnTo>
                    <a:pt x="7137663" y="1606501"/>
                  </a:lnTo>
                  <a:lnTo>
                    <a:pt x="7138518" y="1631350"/>
                  </a:lnTo>
                  <a:lnTo>
                    <a:pt x="7139374" y="1631118"/>
                  </a:lnTo>
                  <a:lnTo>
                    <a:pt x="7140230" y="1655340"/>
                  </a:lnTo>
                  <a:lnTo>
                    <a:pt x="7141085" y="1784725"/>
                  </a:lnTo>
                  <a:lnTo>
                    <a:pt x="7141941" y="1900119"/>
                  </a:lnTo>
                  <a:lnTo>
                    <a:pt x="7142796" y="1915670"/>
                  </a:lnTo>
                  <a:lnTo>
                    <a:pt x="7143652" y="1854410"/>
                  </a:lnTo>
                  <a:lnTo>
                    <a:pt x="7144507" y="1781852"/>
                  </a:lnTo>
                  <a:lnTo>
                    <a:pt x="7145363" y="1835176"/>
                  </a:lnTo>
                  <a:lnTo>
                    <a:pt x="7146218" y="1832180"/>
                  </a:lnTo>
                  <a:lnTo>
                    <a:pt x="7147074" y="1916318"/>
                  </a:lnTo>
                  <a:lnTo>
                    <a:pt x="7147929" y="1940856"/>
                  </a:lnTo>
                  <a:lnTo>
                    <a:pt x="7148785" y="1994495"/>
                  </a:lnTo>
                  <a:lnTo>
                    <a:pt x="7149640" y="1947271"/>
                  </a:lnTo>
                  <a:lnTo>
                    <a:pt x="7150496" y="1922372"/>
                  </a:lnTo>
                  <a:lnTo>
                    <a:pt x="7151351" y="1958249"/>
                  </a:lnTo>
                  <a:lnTo>
                    <a:pt x="7152207" y="1848660"/>
                  </a:lnTo>
                  <a:lnTo>
                    <a:pt x="7153062" y="1809275"/>
                  </a:lnTo>
                  <a:lnTo>
                    <a:pt x="7153918" y="1731553"/>
                  </a:lnTo>
                  <a:lnTo>
                    <a:pt x="7154773" y="1929405"/>
                  </a:lnTo>
                  <a:lnTo>
                    <a:pt x="7155629" y="1881540"/>
                  </a:lnTo>
                  <a:lnTo>
                    <a:pt x="7156485" y="1805432"/>
                  </a:lnTo>
                  <a:lnTo>
                    <a:pt x="7157340" y="1830695"/>
                  </a:lnTo>
                  <a:lnTo>
                    <a:pt x="7158196" y="1901769"/>
                  </a:lnTo>
                  <a:lnTo>
                    <a:pt x="7159051" y="1991509"/>
                  </a:lnTo>
                  <a:lnTo>
                    <a:pt x="7159907" y="1881264"/>
                  </a:lnTo>
                  <a:lnTo>
                    <a:pt x="7160762" y="1806263"/>
                  </a:lnTo>
                  <a:lnTo>
                    <a:pt x="7161618" y="1782705"/>
                  </a:lnTo>
                  <a:lnTo>
                    <a:pt x="7162473" y="1685637"/>
                  </a:lnTo>
                  <a:lnTo>
                    <a:pt x="7163329" y="1685732"/>
                  </a:lnTo>
                  <a:lnTo>
                    <a:pt x="7164184" y="1645968"/>
                  </a:lnTo>
                  <a:lnTo>
                    <a:pt x="7165040" y="1761698"/>
                  </a:lnTo>
                  <a:lnTo>
                    <a:pt x="7165895" y="1874685"/>
                  </a:lnTo>
                  <a:lnTo>
                    <a:pt x="7166751" y="1934311"/>
                  </a:lnTo>
                  <a:lnTo>
                    <a:pt x="7167606" y="1973700"/>
                  </a:lnTo>
                  <a:lnTo>
                    <a:pt x="7168462" y="1962875"/>
                  </a:lnTo>
                  <a:lnTo>
                    <a:pt x="7169317" y="2011676"/>
                  </a:lnTo>
                  <a:lnTo>
                    <a:pt x="7170173" y="2028104"/>
                  </a:lnTo>
                  <a:lnTo>
                    <a:pt x="7171029" y="2014542"/>
                  </a:lnTo>
                  <a:lnTo>
                    <a:pt x="7171884" y="2094088"/>
                  </a:lnTo>
                  <a:lnTo>
                    <a:pt x="7172740" y="2140025"/>
                  </a:lnTo>
                  <a:lnTo>
                    <a:pt x="7173595" y="2157058"/>
                  </a:lnTo>
                  <a:lnTo>
                    <a:pt x="7174451" y="2099988"/>
                  </a:lnTo>
                  <a:lnTo>
                    <a:pt x="7175306" y="2077906"/>
                  </a:lnTo>
                  <a:lnTo>
                    <a:pt x="7176162" y="2020078"/>
                  </a:lnTo>
                  <a:lnTo>
                    <a:pt x="7177017" y="1975992"/>
                  </a:lnTo>
                  <a:lnTo>
                    <a:pt x="7177873" y="1946835"/>
                  </a:lnTo>
                  <a:lnTo>
                    <a:pt x="7178728" y="1946823"/>
                  </a:lnTo>
                  <a:lnTo>
                    <a:pt x="7179584" y="2001157"/>
                  </a:lnTo>
                  <a:lnTo>
                    <a:pt x="7180439" y="1990341"/>
                  </a:lnTo>
                  <a:lnTo>
                    <a:pt x="7181295" y="1936595"/>
                  </a:lnTo>
                  <a:lnTo>
                    <a:pt x="7182150" y="1949240"/>
                  </a:lnTo>
                  <a:lnTo>
                    <a:pt x="7183006" y="1941379"/>
                  </a:lnTo>
                  <a:lnTo>
                    <a:pt x="7183861" y="1849525"/>
                  </a:lnTo>
                  <a:lnTo>
                    <a:pt x="7184717" y="1811645"/>
                  </a:lnTo>
                  <a:lnTo>
                    <a:pt x="7185572" y="1748532"/>
                  </a:lnTo>
                  <a:lnTo>
                    <a:pt x="7186428" y="1760666"/>
                  </a:lnTo>
                  <a:lnTo>
                    <a:pt x="7187284" y="1705642"/>
                  </a:lnTo>
                  <a:lnTo>
                    <a:pt x="7188139" y="1702881"/>
                  </a:lnTo>
                  <a:lnTo>
                    <a:pt x="7188995" y="1749318"/>
                  </a:lnTo>
                  <a:lnTo>
                    <a:pt x="7189850" y="1782692"/>
                  </a:lnTo>
                  <a:lnTo>
                    <a:pt x="7190706" y="1881161"/>
                  </a:lnTo>
                  <a:lnTo>
                    <a:pt x="7191561" y="1999870"/>
                  </a:lnTo>
                  <a:lnTo>
                    <a:pt x="7192417" y="1941593"/>
                  </a:lnTo>
                  <a:lnTo>
                    <a:pt x="7193272" y="2040151"/>
                  </a:lnTo>
                  <a:lnTo>
                    <a:pt x="7194128" y="1946221"/>
                  </a:lnTo>
                  <a:lnTo>
                    <a:pt x="7194983" y="1971401"/>
                  </a:lnTo>
                  <a:lnTo>
                    <a:pt x="7195839" y="1932930"/>
                  </a:lnTo>
                  <a:lnTo>
                    <a:pt x="7196694" y="1953998"/>
                  </a:lnTo>
                  <a:lnTo>
                    <a:pt x="7197550" y="2008808"/>
                  </a:lnTo>
                  <a:lnTo>
                    <a:pt x="7198405" y="1974798"/>
                  </a:lnTo>
                  <a:lnTo>
                    <a:pt x="7199261" y="2056710"/>
                  </a:lnTo>
                  <a:lnTo>
                    <a:pt x="7200116" y="2003466"/>
                  </a:lnTo>
                  <a:lnTo>
                    <a:pt x="7200972" y="1981915"/>
                  </a:lnTo>
                  <a:lnTo>
                    <a:pt x="7201827" y="1885342"/>
                  </a:lnTo>
                  <a:lnTo>
                    <a:pt x="7202683" y="1812682"/>
                  </a:lnTo>
                  <a:lnTo>
                    <a:pt x="7203539" y="1762248"/>
                  </a:lnTo>
                  <a:lnTo>
                    <a:pt x="7204394" y="1727857"/>
                  </a:lnTo>
                  <a:lnTo>
                    <a:pt x="7205250" y="1657280"/>
                  </a:lnTo>
                  <a:lnTo>
                    <a:pt x="7206105" y="1688056"/>
                  </a:lnTo>
                  <a:lnTo>
                    <a:pt x="7206961" y="1632245"/>
                  </a:lnTo>
                  <a:lnTo>
                    <a:pt x="7207816" y="1630796"/>
                  </a:lnTo>
                  <a:lnTo>
                    <a:pt x="7208672" y="1664207"/>
                  </a:lnTo>
                  <a:lnTo>
                    <a:pt x="7209527" y="1679358"/>
                  </a:lnTo>
                  <a:lnTo>
                    <a:pt x="7210383" y="1695936"/>
                  </a:lnTo>
                  <a:lnTo>
                    <a:pt x="7211238" y="1691289"/>
                  </a:lnTo>
                  <a:lnTo>
                    <a:pt x="7212094" y="1717595"/>
                  </a:lnTo>
                  <a:lnTo>
                    <a:pt x="7212949" y="1764497"/>
                  </a:lnTo>
                  <a:lnTo>
                    <a:pt x="7213805" y="1795412"/>
                  </a:lnTo>
                  <a:lnTo>
                    <a:pt x="7214660" y="1810201"/>
                  </a:lnTo>
                  <a:lnTo>
                    <a:pt x="7215516" y="1811313"/>
                  </a:lnTo>
                  <a:lnTo>
                    <a:pt x="7216371" y="1879411"/>
                  </a:lnTo>
                  <a:lnTo>
                    <a:pt x="7217227" y="1847947"/>
                  </a:lnTo>
                  <a:lnTo>
                    <a:pt x="7218083" y="1860542"/>
                  </a:lnTo>
                  <a:lnTo>
                    <a:pt x="7218938" y="1840043"/>
                  </a:lnTo>
                  <a:lnTo>
                    <a:pt x="7219794" y="1922558"/>
                  </a:lnTo>
                  <a:lnTo>
                    <a:pt x="7220649" y="1973679"/>
                  </a:lnTo>
                  <a:lnTo>
                    <a:pt x="7221505" y="1929823"/>
                  </a:lnTo>
                  <a:lnTo>
                    <a:pt x="7222360" y="1857300"/>
                  </a:lnTo>
                  <a:lnTo>
                    <a:pt x="7223216" y="1833114"/>
                  </a:lnTo>
                  <a:lnTo>
                    <a:pt x="7224071" y="1768420"/>
                  </a:lnTo>
                  <a:lnTo>
                    <a:pt x="7224927" y="1780269"/>
                  </a:lnTo>
                  <a:lnTo>
                    <a:pt x="7225782" y="1750862"/>
                  </a:lnTo>
                  <a:lnTo>
                    <a:pt x="7226638" y="1719537"/>
                  </a:lnTo>
                  <a:lnTo>
                    <a:pt x="7227493" y="1662046"/>
                  </a:lnTo>
                  <a:lnTo>
                    <a:pt x="7228349" y="1680882"/>
                  </a:lnTo>
                  <a:lnTo>
                    <a:pt x="7229204" y="1656599"/>
                  </a:lnTo>
                  <a:lnTo>
                    <a:pt x="7230060" y="1641351"/>
                  </a:lnTo>
                  <a:lnTo>
                    <a:pt x="7230915" y="1625438"/>
                  </a:lnTo>
                  <a:lnTo>
                    <a:pt x="7231771" y="1652351"/>
                  </a:lnTo>
                  <a:lnTo>
                    <a:pt x="7232626" y="1689841"/>
                  </a:lnTo>
                  <a:lnTo>
                    <a:pt x="7233482" y="1687816"/>
                  </a:lnTo>
                  <a:lnTo>
                    <a:pt x="7234338" y="1698332"/>
                  </a:lnTo>
                  <a:lnTo>
                    <a:pt x="7235193" y="1681791"/>
                  </a:lnTo>
                  <a:lnTo>
                    <a:pt x="7236049" y="1784920"/>
                  </a:lnTo>
                  <a:lnTo>
                    <a:pt x="7236904" y="1807050"/>
                  </a:lnTo>
                  <a:lnTo>
                    <a:pt x="7237760" y="1795096"/>
                  </a:lnTo>
                  <a:lnTo>
                    <a:pt x="7238615" y="1801750"/>
                  </a:lnTo>
                  <a:lnTo>
                    <a:pt x="7239471" y="1892733"/>
                  </a:lnTo>
                  <a:lnTo>
                    <a:pt x="7240326" y="1918987"/>
                  </a:lnTo>
                  <a:lnTo>
                    <a:pt x="7241182" y="1950495"/>
                  </a:lnTo>
                  <a:lnTo>
                    <a:pt x="7242037" y="1965709"/>
                  </a:lnTo>
                  <a:lnTo>
                    <a:pt x="7242893" y="1998600"/>
                  </a:lnTo>
                  <a:lnTo>
                    <a:pt x="7243748" y="2060036"/>
                  </a:lnTo>
                  <a:lnTo>
                    <a:pt x="7244604" y="1982436"/>
                  </a:lnTo>
                  <a:lnTo>
                    <a:pt x="7245459" y="1947719"/>
                  </a:lnTo>
                  <a:lnTo>
                    <a:pt x="7246315" y="1865309"/>
                  </a:lnTo>
                  <a:lnTo>
                    <a:pt x="7247170" y="1843506"/>
                  </a:lnTo>
                  <a:lnTo>
                    <a:pt x="7248026" y="1787804"/>
                  </a:lnTo>
                  <a:lnTo>
                    <a:pt x="7248881" y="1719269"/>
                  </a:lnTo>
                  <a:lnTo>
                    <a:pt x="7249737" y="1758914"/>
                  </a:lnTo>
                  <a:lnTo>
                    <a:pt x="7250593" y="1759560"/>
                  </a:lnTo>
                  <a:lnTo>
                    <a:pt x="7251448" y="1765323"/>
                  </a:lnTo>
                  <a:lnTo>
                    <a:pt x="7252304" y="1749793"/>
                  </a:lnTo>
                  <a:lnTo>
                    <a:pt x="7253159" y="1740273"/>
                  </a:lnTo>
                  <a:lnTo>
                    <a:pt x="7254015" y="1854712"/>
                  </a:lnTo>
                  <a:lnTo>
                    <a:pt x="7254870" y="1922150"/>
                  </a:lnTo>
                  <a:lnTo>
                    <a:pt x="7255726" y="1917167"/>
                  </a:lnTo>
                  <a:lnTo>
                    <a:pt x="7256581" y="1917630"/>
                  </a:lnTo>
                  <a:lnTo>
                    <a:pt x="7257437" y="1917831"/>
                  </a:lnTo>
                  <a:lnTo>
                    <a:pt x="7258292" y="1865661"/>
                  </a:lnTo>
                  <a:lnTo>
                    <a:pt x="7259148" y="1878891"/>
                  </a:lnTo>
                  <a:lnTo>
                    <a:pt x="7260003" y="1824676"/>
                  </a:lnTo>
                  <a:lnTo>
                    <a:pt x="7260859" y="1823850"/>
                  </a:lnTo>
                  <a:lnTo>
                    <a:pt x="7261714" y="1835117"/>
                  </a:lnTo>
                  <a:lnTo>
                    <a:pt x="7262570" y="1817398"/>
                  </a:lnTo>
                  <a:lnTo>
                    <a:pt x="7263425" y="1826343"/>
                  </a:lnTo>
                  <a:lnTo>
                    <a:pt x="7264281" y="1824902"/>
                  </a:lnTo>
                  <a:lnTo>
                    <a:pt x="7265137" y="1804222"/>
                  </a:lnTo>
                  <a:lnTo>
                    <a:pt x="7265992" y="1819507"/>
                  </a:lnTo>
                  <a:lnTo>
                    <a:pt x="7266848" y="1847881"/>
                  </a:lnTo>
                  <a:lnTo>
                    <a:pt x="7267703" y="1836670"/>
                  </a:lnTo>
                  <a:lnTo>
                    <a:pt x="7268559" y="1833630"/>
                  </a:lnTo>
                  <a:lnTo>
                    <a:pt x="7269414" y="1835823"/>
                  </a:lnTo>
                  <a:lnTo>
                    <a:pt x="7270270" y="1828025"/>
                  </a:lnTo>
                  <a:lnTo>
                    <a:pt x="7271125" y="1826904"/>
                  </a:lnTo>
                  <a:lnTo>
                    <a:pt x="7271981" y="1812734"/>
                  </a:lnTo>
                  <a:lnTo>
                    <a:pt x="7272836" y="1820320"/>
                  </a:lnTo>
                  <a:lnTo>
                    <a:pt x="7273692" y="1781167"/>
                  </a:lnTo>
                  <a:lnTo>
                    <a:pt x="7274547" y="1746690"/>
                  </a:lnTo>
                  <a:lnTo>
                    <a:pt x="7275403" y="1733432"/>
                  </a:lnTo>
                  <a:lnTo>
                    <a:pt x="7276258" y="1757339"/>
                  </a:lnTo>
                  <a:lnTo>
                    <a:pt x="7277114" y="1723157"/>
                  </a:lnTo>
                  <a:lnTo>
                    <a:pt x="7277969" y="1710294"/>
                  </a:lnTo>
                  <a:lnTo>
                    <a:pt x="7278825" y="1667502"/>
                  </a:lnTo>
                  <a:lnTo>
                    <a:pt x="7279680" y="1684229"/>
                  </a:lnTo>
                  <a:lnTo>
                    <a:pt x="7280536" y="1714336"/>
                  </a:lnTo>
                  <a:lnTo>
                    <a:pt x="7281392" y="1681268"/>
                  </a:lnTo>
                  <a:lnTo>
                    <a:pt x="7282247" y="1732550"/>
                  </a:lnTo>
                  <a:lnTo>
                    <a:pt x="7283103" y="1834901"/>
                  </a:lnTo>
                  <a:lnTo>
                    <a:pt x="7283958" y="1919887"/>
                  </a:lnTo>
                  <a:lnTo>
                    <a:pt x="7284814" y="1985491"/>
                  </a:lnTo>
                  <a:lnTo>
                    <a:pt x="7285669" y="1921425"/>
                  </a:lnTo>
                  <a:lnTo>
                    <a:pt x="7286525" y="1825227"/>
                  </a:lnTo>
                  <a:lnTo>
                    <a:pt x="7287380" y="1821035"/>
                  </a:lnTo>
                  <a:lnTo>
                    <a:pt x="7288236" y="1725636"/>
                  </a:lnTo>
                  <a:lnTo>
                    <a:pt x="7289091" y="1741000"/>
                  </a:lnTo>
                  <a:lnTo>
                    <a:pt x="7289947" y="1677699"/>
                  </a:lnTo>
                  <a:lnTo>
                    <a:pt x="7290802" y="1669779"/>
                  </a:lnTo>
                  <a:lnTo>
                    <a:pt x="7291658" y="1670415"/>
                  </a:lnTo>
                  <a:lnTo>
                    <a:pt x="7292513" y="1640000"/>
                  </a:lnTo>
                  <a:lnTo>
                    <a:pt x="7293369" y="1578498"/>
                  </a:lnTo>
                  <a:lnTo>
                    <a:pt x="7294224" y="1555754"/>
                  </a:lnTo>
                  <a:lnTo>
                    <a:pt x="7295080" y="1537949"/>
                  </a:lnTo>
                  <a:lnTo>
                    <a:pt x="7295935" y="1518010"/>
                  </a:lnTo>
                  <a:lnTo>
                    <a:pt x="7296791" y="1518274"/>
                  </a:lnTo>
                  <a:lnTo>
                    <a:pt x="7297647" y="1514169"/>
                  </a:lnTo>
                  <a:lnTo>
                    <a:pt x="7298502" y="1493917"/>
                  </a:lnTo>
                  <a:lnTo>
                    <a:pt x="7299358" y="1502278"/>
                  </a:lnTo>
                  <a:lnTo>
                    <a:pt x="7300213" y="1506403"/>
                  </a:lnTo>
                  <a:lnTo>
                    <a:pt x="7301069" y="1532527"/>
                  </a:lnTo>
                  <a:lnTo>
                    <a:pt x="7301924" y="1563045"/>
                  </a:lnTo>
                  <a:lnTo>
                    <a:pt x="7302780" y="1560784"/>
                  </a:lnTo>
                  <a:lnTo>
                    <a:pt x="7303635" y="1634872"/>
                  </a:lnTo>
                  <a:lnTo>
                    <a:pt x="7304491" y="1658403"/>
                  </a:lnTo>
                  <a:lnTo>
                    <a:pt x="7305346" y="1665147"/>
                  </a:lnTo>
                  <a:lnTo>
                    <a:pt x="7306202" y="1635469"/>
                  </a:lnTo>
                  <a:lnTo>
                    <a:pt x="7307057" y="1651675"/>
                  </a:lnTo>
                  <a:lnTo>
                    <a:pt x="7307913" y="1670376"/>
                  </a:lnTo>
                  <a:lnTo>
                    <a:pt x="7308768" y="1674346"/>
                  </a:lnTo>
                  <a:lnTo>
                    <a:pt x="7309624" y="1684456"/>
                  </a:lnTo>
                  <a:lnTo>
                    <a:pt x="7310479" y="1663833"/>
                  </a:lnTo>
                  <a:lnTo>
                    <a:pt x="7311335" y="1679519"/>
                  </a:lnTo>
                  <a:lnTo>
                    <a:pt x="7312190" y="1687969"/>
                  </a:lnTo>
                  <a:lnTo>
                    <a:pt x="7313046" y="1738678"/>
                  </a:lnTo>
                  <a:lnTo>
                    <a:pt x="7313902" y="1712583"/>
                  </a:lnTo>
                  <a:lnTo>
                    <a:pt x="7314757" y="1743041"/>
                  </a:lnTo>
                  <a:lnTo>
                    <a:pt x="7315613" y="1716261"/>
                  </a:lnTo>
                  <a:lnTo>
                    <a:pt x="7316468" y="1796457"/>
                  </a:lnTo>
                  <a:lnTo>
                    <a:pt x="7317324" y="1795311"/>
                  </a:lnTo>
                  <a:lnTo>
                    <a:pt x="7318179" y="1765640"/>
                  </a:lnTo>
                  <a:lnTo>
                    <a:pt x="7319035" y="1768770"/>
                  </a:lnTo>
                  <a:lnTo>
                    <a:pt x="7319890" y="1766267"/>
                  </a:lnTo>
                  <a:lnTo>
                    <a:pt x="7320746" y="1783212"/>
                  </a:lnTo>
                  <a:lnTo>
                    <a:pt x="7321601" y="1775109"/>
                  </a:lnTo>
                  <a:lnTo>
                    <a:pt x="7322457" y="1788864"/>
                  </a:lnTo>
                  <a:lnTo>
                    <a:pt x="7323312" y="1813330"/>
                  </a:lnTo>
                  <a:lnTo>
                    <a:pt x="7324168" y="1743685"/>
                  </a:lnTo>
                  <a:lnTo>
                    <a:pt x="7325023" y="1707746"/>
                  </a:lnTo>
                  <a:lnTo>
                    <a:pt x="7325879" y="1705670"/>
                  </a:lnTo>
                  <a:lnTo>
                    <a:pt x="7326734" y="1710426"/>
                  </a:lnTo>
                  <a:lnTo>
                    <a:pt x="7327590" y="1699103"/>
                  </a:lnTo>
                  <a:lnTo>
                    <a:pt x="7328446" y="1616776"/>
                  </a:lnTo>
                  <a:lnTo>
                    <a:pt x="7329301" y="1608599"/>
                  </a:lnTo>
                  <a:lnTo>
                    <a:pt x="7330157" y="1591029"/>
                  </a:lnTo>
                  <a:lnTo>
                    <a:pt x="7331012" y="1652095"/>
                  </a:lnTo>
                  <a:lnTo>
                    <a:pt x="7331868" y="1640149"/>
                  </a:lnTo>
                  <a:lnTo>
                    <a:pt x="7332723" y="1687565"/>
                  </a:lnTo>
                  <a:lnTo>
                    <a:pt x="7333579" y="1712775"/>
                  </a:lnTo>
                  <a:lnTo>
                    <a:pt x="7334434" y="1770780"/>
                  </a:lnTo>
                  <a:lnTo>
                    <a:pt x="7335290" y="1830591"/>
                  </a:lnTo>
                  <a:lnTo>
                    <a:pt x="7336145" y="1798308"/>
                  </a:lnTo>
                  <a:lnTo>
                    <a:pt x="7337001" y="1852885"/>
                  </a:lnTo>
                  <a:lnTo>
                    <a:pt x="7337856" y="1894991"/>
                  </a:lnTo>
                  <a:lnTo>
                    <a:pt x="7338712" y="1969128"/>
                  </a:lnTo>
                  <a:lnTo>
                    <a:pt x="7339567" y="1942492"/>
                  </a:lnTo>
                  <a:lnTo>
                    <a:pt x="7340423" y="1941089"/>
                  </a:lnTo>
                  <a:lnTo>
                    <a:pt x="7341278" y="1941963"/>
                  </a:lnTo>
                  <a:lnTo>
                    <a:pt x="7342134" y="1970227"/>
                  </a:lnTo>
                  <a:lnTo>
                    <a:pt x="7342989" y="1954436"/>
                  </a:lnTo>
                  <a:lnTo>
                    <a:pt x="7343845" y="1903137"/>
                  </a:lnTo>
                  <a:lnTo>
                    <a:pt x="7344701" y="1867685"/>
                  </a:lnTo>
                  <a:lnTo>
                    <a:pt x="7345556" y="1856158"/>
                  </a:lnTo>
                  <a:lnTo>
                    <a:pt x="7346412" y="1805191"/>
                  </a:lnTo>
                  <a:lnTo>
                    <a:pt x="7347267" y="1789599"/>
                  </a:lnTo>
                  <a:lnTo>
                    <a:pt x="7348123" y="1720701"/>
                  </a:lnTo>
                  <a:lnTo>
                    <a:pt x="7348978" y="1755505"/>
                  </a:lnTo>
                  <a:lnTo>
                    <a:pt x="7349834" y="1792336"/>
                  </a:lnTo>
                  <a:lnTo>
                    <a:pt x="7350689" y="1813075"/>
                  </a:lnTo>
                  <a:lnTo>
                    <a:pt x="7351545" y="1847737"/>
                  </a:lnTo>
                  <a:lnTo>
                    <a:pt x="7352400" y="1891397"/>
                  </a:lnTo>
                  <a:lnTo>
                    <a:pt x="7353256" y="1965019"/>
                  </a:lnTo>
                  <a:lnTo>
                    <a:pt x="7354111" y="1954468"/>
                  </a:lnTo>
                  <a:lnTo>
                    <a:pt x="7354967" y="1917361"/>
                  </a:lnTo>
                  <a:lnTo>
                    <a:pt x="7355822" y="1895088"/>
                  </a:lnTo>
                  <a:lnTo>
                    <a:pt x="7356678" y="1890331"/>
                  </a:lnTo>
                  <a:lnTo>
                    <a:pt x="7357533" y="1943187"/>
                  </a:lnTo>
                  <a:lnTo>
                    <a:pt x="7358389" y="1960990"/>
                  </a:lnTo>
                  <a:lnTo>
                    <a:pt x="7359244" y="1894623"/>
                  </a:lnTo>
                  <a:lnTo>
                    <a:pt x="7360100" y="1935733"/>
                  </a:lnTo>
                  <a:lnTo>
                    <a:pt x="7360956" y="1976345"/>
                  </a:lnTo>
                  <a:lnTo>
                    <a:pt x="7361811" y="2059327"/>
                  </a:lnTo>
                  <a:lnTo>
                    <a:pt x="7362667" y="2022144"/>
                  </a:lnTo>
                  <a:lnTo>
                    <a:pt x="7363522" y="2012921"/>
                  </a:lnTo>
                  <a:lnTo>
                    <a:pt x="7364378" y="2045222"/>
                  </a:lnTo>
                  <a:lnTo>
                    <a:pt x="7365233" y="2143549"/>
                  </a:lnTo>
                  <a:lnTo>
                    <a:pt x="7366089" y="2145574"/>
                  </a:lnTo>
                  <a:lnTo>
                    <a:pt x="7366944" y="2167991"/>
                  </a:lnTo>
                  <a:lnTo>
                    <a:pt x="7367800" y="2155973"/>
                  </a:lnTo>
                  <a:lnTo>
                    <a:pt x="7368655" y="2169776"/>
                  </a:lnTo>
                  <a:lnTo>
                    <a:pt x="7369511" y="2214537"/>
                  </a:lnTo>
                  <a:lnTo>
                    <a:pt x="7370366" y="2227066"/>
                  </a:lnTo>
                  <a:lnTo>
                    <a:pt x="7371222" y="2235163"/>
                  </a:lnTo>
                  <a:lnTo>
                    <a:pt x="7372077" y="2251700"/>
                  </a:lnTo>
                  <a:lnTo>
                    <a:pt x="7372933" y="2227138"/>
                  </a:lnTo>
                  <a:lnTo>
                    <a:pt x="7373788" y="2285061"/>
                  </a:lnTo>
                  <a:lnTo>
                    <a:pt x="7374644" y="2258686"/>
                  </a:lnTo>
                  <a:lnTo>
                    <a:pt x="7375500" y="2243652"/>
                  </a:lnTo>
                  <a:lnTo>
                    <a:pt x="7376355" y="2225927"/>
                  </a:lnTo>
                  <a:lnTo>
                    <a:pt x="7377211" y="2178014"/>
                  </a:lnTo>
                  <a:lnTo>
                    <a:pt x="7378066" y="2109184"/>
                  </a:lnTo>
                  <a:lnTo>
                    <a:pt x="7378922" y="2162986"/>
                  </a:lnTo>
                  <a:lnTo>
                    <a:pt x="7379777" y="2165578"/>
                  </a:lnTo>
                  <a:lnTo>
                    <a:pt x="7380633" y="2181625"/>
                  </a:lnTo>
                  <a:lnTo>
                    <a:pt x="7381488" y="2181237"/>
                  </a:lnTo>
                  <a:lnTo>
                    <a:pt x="7382344" y="2230631"/>
                  </a:lnTo>
                  <a:lnTo>
                    <a:pt x="7383199" y="2241616"/>
                  </a:lnTo>
                  <a:lnTo>
                    <a:pt x="7384055" y="2268500"/>
                  </a:lnTo>
                  <a:lnTo>
                    <a:pt x="7384910" y="2272896"/>
                  </a:lnTo>
                  <a:lnTo>
                    <a:pt x="7385766" y="2279576"/>
                  </a:lnTo>
                  <a:lnTo>
                    <a:pt x="7386621" y="2306913"/>
                  </a:lnTo>
                  <a:lnTo>
                    <a:pt x="7387477" y="2319144"/>
                  </a:lnTo>
                  <a:lnTo>
                    <a:pt x="7388332" y="2324091"/>
                  </a:lnTo>
                  <a:lnTo>
                    <a:pt x="7389188" y="2324038"/>
                  </a:lnTo>
                  <a:lnTo>
                    <a:pt x="7390043" y="2326010"/>
                  </a:lnTo>
                  <a:lnTo>
                    <a:pt x="7390899" y="2305684"/>
                  </a:lnTo>
                  <a:lnTo>
                    <a:pt x="7391755" y="2283202"/>
                  </a:lnTo>
                  <a:lnTo>
                    <a:pt x="7392610" y="2273326"/>
                  </a:lnTo>
                  <a:lnTo>
                    <a:pt x="7393466" y="2268381"/>
                  </a:lnTo>
                  <a:lnTo>
                    <a:pt x="7394321" y="2244641"/>
                  </a:lnTo>
                  <a:lnTo>
                    <a:pt x="7395177" y="2214921"/>
                  </a:lnTo>
                  <a:lnTo>
                    <a:pt x="7396032" y="2189451"/>
                  </a:lnTo>
                  <a:lnTo>
                    <a:pt x="7396888" y="2154008"/>
                  </a:lnTo>
                  <a:lnTo>
                    <a:pt x="7397743" y="2112858"/>
                  </a:lnTo>
                  <a:lnTo>
                    <a:pt x="7398599" y="2058030"/>
                  </a:lnTo>
                  <a:lnTo>
                    <a:pt x="7399454" y="1937201"/>
                  </a:lnTo>
                  <a:lnTo>
                    <a:pt x="7400310" y="1915073"/>
                  </a:lnTo>
                  <a:lnTo>
                    <a:pt x="7401165" y="1897839"/>
                  </a:lnTo>
                  <a:lnTo>
                    <a:pt x="7402021" y="1850427"/>
                  </a:lnTo>
                  <a:lnTo>
                    <a:pt x="7402876" y="1883481"/>
                  </a:lnTo>
                  <a:lnTo>
                    <a:pt x="7403732" y="1854895"/>
                  </a:lnTo>
                  <a:lnTo>
                    <a:pt x="7404587" y="1824090"/>
                  </a:lnTo>
                  <a:lnTo>
                    <a:pt x="7405443" y="1911609"/>
                  </a:lnTo>
                  <a:lnTo>
                    <a:pt x="7406298" y="1930482"/>
                  </a:lnTo>
                  <a:lnTo>
                    <a:pt x="7407154" y="1936555"/>
                  </a:lnTo>
                  <a:lnTo>
                    <a:pt x="7408010" y="1922627"/>
                  </a:lnTo>
                  <a:lnTo>
                    <a:pt x="7408865" y="1917726"/>
                  </a:lnTo>
                  <a:lnTo>
                    <a:pt x="7409721" y="1979382"/>
                  </a:lnTo>
                  <a:lnTo>
                    <a:pt x="7410576" y="2004642"/>
                  </a:lnTo>
                  <a:lnTo>
                    <a:pt x="7411432" y="2034460"/>
                  </a:lnTo>
                  <a:lnTo>
                    <a:pt x="7412287" y="2112394"/>
                  </a:lnTo>
                  <a:lnTo>
                    <a:pt x="7413143" y="2124450"/>
                  </a:lnTo>
                  <a:lnTo>
                    <a:pt x="7413998" y="2171914"/>
                  </a:lnTo>
                  <a:lnTo>
                    <a:pt x="7414854" y="2136435"/>
                  </a:lnTo>
                  <a:lnTo>
                    <a:pt x="7415709" y="2095318"/>
                  </a:lnTo>
                  <a:lnTo>
                    <a:pt x="7416565" y="2081456"/>
                  </a:lnTo>
                  <a:lnTo>
                    <a:pt x="7417420" y="2068053"/>
                  </a:lnTo>
                  <a:lnTo>
                    <a:pt x="7418276" y="1987626"/>
                  </a:lnTo>
                  <a:lnTo>
                    <a:pt x="7419131" y="1941006"/>
                  </a:lnTo>
                  <a:lnTo>
                    <a:pt x="7419987" y="1955051"/>
                  </a:lnTo>
                  <a:lnTo>
                    <a:pt x="7420842" y="1974898"/>
                  </a:lnTo>
                  <a:lnTo>
                    <a:pt x="7421698" y="1971340"/>
                  </a:lnTo>
                  <a:lnTo>
                    <a:pt x="7422554" y="1917808"/>
                  </a:lnTo>
                  <a:lnTo>
                    <a:pt x="7423409" y="1971944"/>
                  </a:lnTo>
                  <a:lnTo>
                    <a:pt x="7424265" y="2013042"/>
                  </a:lnTo>
                  <a:lnTo>
                    <a:pt x="7425120" y="2123464"/>
                  </a:lnTo>
                  <a:lnTo>
                    <a:pt x="7425976" y="2153329"/>
                  </a:lnTo>
                  <a:lnTo>
                    <a:pt x="7426831" y="2141114"/>
                  </a:lnTo>
                  <a:lnTo>
                    <a:pt x="7427687" y="2169193"/>
                  </a:lnTo>
                  <a:lnTo>
                    <a:pt x="7428542" y="2162569"/>
                  </a:lnTo>
                  <a:lnTo>
                    <a:pt x="7429398" y="2216790"/>
                  </a:lnTo>
                  <a:lnTo>
                    <a:pt x="7430253" y="2191657"/>
                  </a:lnTo>
                  <a:lnTo>
                    <a:pt x="7431109" y="2142957"/>
                  </a:lnTo>
                  <a:lnTo>
                    <a:pt x="7431964" y="2143850"/>
                  </a:lnTo>
                  <a:lnTo>
                    <a:pt x="7432820" y="2174035"/>
                  </a:lnTo>
                  <a:lnTo>
                    <a:pt x="7433675" y="2193887"/>
                  </a:lnTo>
                  <a:lnTo>
                    <a:pt x="7434531" y="2176287"/>
                  </a:lnTo>
                  <a:lnTo>
                    <a:pt x="7435386" y="2110339"/>
                  </a:lnTo>
                  <a:lnTo>
                    <a:pt x="7436242" y="2113124"/>
                  </a:lnTo>
                  <a:lnTo>
                    <a:pt x="7437097" y="2178296"/>
                  </a:lnTo>
                  <a:lnTo>
                    <a:pt x="7437953" y="2162985"/>
                  </a:lnTo>
                  <a:lnTo>
                    <a:pt x="7438809" y="2166870"/>
                  </a:lnTo>
                  <a:lnTo>
                    <a:pt x="7439664" y="2161349"/>
                  </a:lnTo>
                  <a:lnTo>
                    <a:pt x="7440520" y="2174295"/>
                  </a:lnTo>
                  <a:lnTo>
                    <a:pt x="7441375" y="2202600"/>
                  </a:lnTo>
                  <a:lnTo>
                    <a:pt x="7442231" y="2194127"/>
                  </a:lnTo>
                  <a:lnTo>
                    <a:pt x="7443086" y="2191088"/>
                  </a:lnTo>
                  <a:lnTo>
                    <a:pt x="7443942" y="2192878"/>
                  </a:lnTo>
                  <a:lnTo>
                    <a:pt x="7444797" y="2199621"/>
                  </a:lnTo>
                  <a:lnTo>
                    <a:pt x="7445653" y="2181872"/>
                  </a:lnTo>
                  <a:lnTo>
                    <a:pt x="7446508" y="2116198"/>
                  </a:lnTo>
                  <a:lnTo>
                    <a:pt x="7447364" y="2099530"/>
                  </a:lnTo>
                  <a:lnTo>
                    <a:pt x="7448219" y="2102396"/>
                  </a:lnTo>
                  <a:lnTo>
                    <a:pt x="7449075" y="2111279"/>
                  </a:lnTo>
                  <a:lnTo>
                    <a:pt x="7449930" y="2093718"/>
                  </a:lnTo>
                  <a:lnTo>
                    <a:pt x="7450786" y="2099196"/>
                  </a:lnTo>
                  <a:lnTo>
                    <a:pt x="7451641" y="2122048"/>
                  </a:lnTo>
                  <a:lnTo>
                    <a:pt x="7452497" y="2125008"/>
                  </a:lnTo>
                  <a:lnTo>
                    <a:pt x="7453352" y="2109426"/>
                  </a:lnTo>
                  <a:lnTo>
                    <a:pt x="7454208" y="2112005"/>
                  </a:lnTo>
                  <a:lnTo>
                    <a:pt x="7455064" y="2082265"/>
                  </a:lnTo>
                  <a:lnTo>
                    <a:pt x="7455919" y="2039530"/>
                  </a:lnTo>
                  <a:lnTo>
                    <a:pt x="7456775" y="2070741"/>
                  </a:lnTo>
                  <a:lnTo>
                    <a:pt x="7457630" y="2052411"/>
                  </a:lnTo>
                  <a:lnTo>
                    <a:pt x="7458486" y="2035586"/>
                  </a:lnTo>
                  <a:lnTo>
                    <a:pt x="7459341" y="2087017"/>
                  </a:lnTo>
                  <a:lnTo>
                    <a:pt x="7460197" y="2039157"/>
                  </a:lnTo>
                  <a:lnTo>
                    <a:pt x="7461052" y="2066707"/>
                  </a:lnTo>
                  <a:lnTo>
                    <a:pt x="7461908" y="2068410"/>
                  </a:lnTo>
                  <a:lnTo>
                    <a:pt x="7462763" y="2082872"/>
                  </a:lnTo>
                  <a:lnTo>
                    <a:pt x="7463619" y="2104833"/>
                  </a:lnTo>
                  <a:lnTo>
                    <a:pt x="7464474" y="2115359"/>
                  </a:lnTo>
                  <a:lnTo>
                    <a:pt x="7465330" y="2165301"/>
                  </a:lnTo>
                  <a:lnTo>
                    <a:pt x="7466185" y="2186104"/>
                  </a:lnTo>
                  <a:lnTo>
                    <a:pt x="7467041" y="2235193"/>
                  </a:lnTo>
                  <a:lnTo>
                    <a:pt x="7467896" y="2249601"/>
                  </a:lnTo>
                  <a:lnTo>
                    <a:pt x="7468752" y="2255623"/>
                  </a:lnTo>
                  <a:lnTo>
                    <a:pt x="7469608" y="2274518"/>
                  </a:lnTo>
                  <a:lnTo>
                    <a:pt x="7470463" y="2282272"/>
                  </a:lnTo>
                  <a:lnTo>
                    <a:pt x="7471319" y="2282365"/>
                  </a:lnTo>
                  <a:lnTo>
                    <a:pt x="7472174" y="2290050"/>
                  </a:lnTo>
                  <a:lnTo>
                    <a:pt x="7473030" y="2296072"/>
                  </a:lnTo>
                  <a:lnTo>
                    <a:pt x="7473885" y="2291013"/>
                  </a:lnTo>
                  <a:lnTo>
                    <a:pt x="7474741" y="2293764"/>
                  </a:lnTo>
                  <a:lnTo>
                    <a:pt x="7475596" y="2293766"/>
                  </a:lnTo>
                  <a:lnTo>
                    <a:pt x="7476452" y="2309133"/>
                  </a:lnTo>
                  <a:lnTo>
                    <a:pt x="7477307" y="2313507"/>
                  </a:lnTo>
                  <a:lnTo>
                    <a:pt x="7478163" y="2289132"/>
                  </a:lnTo>
                  <a:lnTo>
                    <a:pt x="7479018" y="2299279"/>
                  </a:lnTo>
                  <a:lnTo>
                    <a:pt x="7479874" y="2309211"/>
                  </a:lnTo>
                  <a:lnTo>
                    <a:pt x="7480729" y="2317576"/>
                  </a:lnTo>
                  <a:lnTo>
                    <a:pt x="7481585" y="2305672"/>
                  </a:lnTo>
                  <a:lnTo>
                    <a:pt x="7482440" y="2287672"/>
                  </a:lnTo>
                  <a:lnTo>
                    <a:pt x="7483296" y="2307125"/>
                  </a:lnTo>
                  <a:lnTo>
                    <a:pt x="7484151" y="2309675"/>
                  </a:lnTo>
                  <a:lnTo>
                    <a:pt x="7485007" y="2298140"/>
                  </a:lnTo>
                  <a:lnTo>
                    <a:pt x="7485863" y="2269680"/>
                  </a:lnTo>
                  <a:lnTo>
                    <a:pt x="7486718" y="2257840"/>
                  </a:lnTo>
                  <a:lnTo>
                    <a:pt x="7487574" y="2243992"/>
                  </a:lnTo>
                  <a:lnTo>
                    <a:pt x="7488429" y="2211141"/>
                  </a:lnTo>
                  <a:lnTo>
                    <a:pt x="7489285" y="2203144"/>
                  </a:lnTo>
                  <a:lnTo>
                    <a:pt x="7490140" y="2210091"/>
                  </a:lnTo>
                  <a:lnTo>
                    <a:pt x="7490996" y="2238353"/>
                  </a:lnTo>
                  <a:lnTo>
                    <a:pt x="7491851" y="2224941"/>
                  </a:lnTo>
                  <a:lnTo>
                    <a:pt x="7492707" y="2224549"/>
                  </a:lnTo>
                  <a:lnTo>
                    <a:pt x="7493562" y="2243046"/>
                  </a:lnTo>
                  <a:lnTo>
                    <a:pt x="7494418" y="2267809"/>
                  </a:lnTo>
                  <a:lnTo>
                    <a:pt x="7495273" y="2278421"/>
                  </a:lnTo>
                  <a:lnTo>
                    <a:pt x="7496129" y="2290608"/>
                  </a:lnTo>
                  <a:lnTo>
                    <a:pt x="7496984" y="2292823"/>
                  </a:lnTo>
                  <a:lnTo>
                    <a:pt x="7497840" y="2285269"/>
                  </a:lnTo>
                  <a:lnTo>
                    <a:pt x="7498695" y="2300671"/>
                  </a:lnTo>
                  <a:lnTo>
                    <a:pt x="7499551" y="2252592"/>
                  </a:lnTo>
                  <a:lnTo>
                    <a:pt x="7500406" y="2272658"/>
                  </a:lnTo>
                  <a:lnTo>
                    <a:pt x="7501262" y="2262497"/>
                  </a:lnTo>
                  <a:lnTo>
                    <a:pt x="7502118" y="2259901"/>
                  </a:lnTo>
                  <a:lnTo>
                    <a:pt x="7502973" y="2306472"/>
                  </a:lnTo>
                  <a:lnTo>
                    <a:pt x="7503829" y="2268763"/>
                  </a:lnTo>
                  <a:lnTo>
                    <a:pt x="7504684" y="2279012"/>
                  </a:lnTo>
                  <a:lnTo>
                    <a:pt x="7505540" y="2275191"/>
                  </a:lnTo>
                  <a:lnTo>
                    <a:pt x="7506395" y="2226915"/>
                  </a:lnTo>
                  <a:lnTo>
                    <a:pt x="7507251" y="2261606"/>
                  </a:lnTo>
                  <a:lnTo>
                    <a:pt x="7508106" y="2199907"/>
                  </a:lnTo>
                  <a:lnTo>
                    <a:pt x="7508962" y="2165262"/>
                  </a:lnTo>
                  <a:lnTo>
                    <a:pt x="7509817" y="2153182"/>
                  </a:lnTo>
                  <a:lnTo>
                    <a:pt x="7510673" y="2103302"/>
                  </a:lnTo>
                  <a:lnTo>
                    <a:pt x="7511528" y="2171590"/>
                  </a:lnTo>
                  <a:lnTo>
                    <a:pt x="7512384" y="2133899"/>
                  </a:lnTo>
                  <a:lnTo>
                    <a:pt x="7513239" y="2151957"/>
                  </a:lnTo>
                  <a:lnTo>
                    <a:pt x="7514095" y="2178531"/>
                  </a:lnTo>
                  <a:lnTo>
                    <a:pt x="7514950" y="2155304"/>
                  </a:lnTo>
                  <a:lnTo>
                    <a:pt x="7515806" y="2205572"/>
                  </a:lnTo>
                  <a:lnTo>
                    <a:pt x="7516662" y="2245242"/>
                  </a:lnTo>
                  <a:lnTo>
                    <a:pt x="7517517" y="2246406"/>
                  </a:lnTo>
                  <a:lnTo>
                    <a:pt x="7518373" y="2266353"/>
                  </a:lnTo>
                  <a:lnTo>
                    <a:pt x="7519228" y="2241600"/>
                  </a:lnTo>
                  <a:lnTo>
                    <a:pt x="7520084" y="2248422"/>
                  </a:lnTo>
                  <a:lnTo>
                    <a:pt x="7520939" y="2269013"/>
                  </a:lnTo>
                  <a:lnTo>
                    <a:pt x="7521795" y="2227647"/>
                  </a:lnTo>
                  <a:lnTo>
                    <a:pt x="7522650" y="2196732"/>
                  </a:lnTo>
                  <a:lnTo>
                    <a:pt x="7523506" y="2178555"/>
                  </a:lnTo>
                  <a:lnTo>
                    <a:pt x="7524361" y="2211175"/>
                  </a:lnTo>
                  <a:lnTo>
                    <a:pt x="7525217" y="2255135"/>
                  </a:lnTo>
                  <a:lnTo>
                    <a:pt x="7526072" y="2226407"/>
                  </a:lnTo>
                  <a:lnTo>
                    <a:pt x="7526928" y="2260752"/>
                  </a:lnTo>
                  <a:lnTo>
                    <a:pt x="7527783" y="2244586"/>
                  </a:lnTo>
                  <a:lnTo>
                    <a:pt x="7528639" y="2228202"/>
                  </a:lnTo>
                  <a:lnTo>
                    <a:pt x="7529494" y="2226868"/>
                  </a:lnTo>
                  <a:lnTo>
                    <a:pt x="7530350" y="2205882"/>
                  </a:lnTo>
                  <a:lnTo>
                    <a:pt x="7531205" y="2216260"/>
                  </a:lnTo>
                  <a:lnTo>
                    <a:pt x="7532061" y="2215082"/>
                  </a:lnTo>
                  <a:lnTo>
                    <a:pt x="7532917" y="2186404"/>
                  </a:lnTo>
                  <a:lnTo>
                    <a:pt x="7533772" y="2159395"/>
                  </a:lnTo>
                  <a:lnTo>
                    <a:pt x="7534628" y="2126311"/>
                  </a:lnTo>
                  <a:lnTo>
                    <a:pt x="7535483" y="2111773"/>
                  </a:lnTo>
                  <a:lnTo>
                    <a:pt x="7536339" y="2066048"/>
                  </a:lnTo>
                  <a:lnTo>
                    <a:pt x="7537194" y="2051285"/>
                  </a:lnTo>
                  <a:lnTo>
                    <a:pt x="7538050" y="2082112"/>
                  </a:lnTo>
                  <a:lnTo>
                    <a:pt x="7538905" y="2107766"/>
                  </a:lnTo>
                  <a:lnTo>
                    <a:pt x="7539761" y="2096230"/>
                  </a:lnTo>
                  <a:lnTo>
                    <a:pt x="7540616" y="2130923"/>
                  </a:lnTo>
                  <a:lnTo>
                    <a:pt x="7541472" y="2124189"/>
                  </a:lnTo>
                  <a:lnTo>
                    <a:pt x="7542327" y="2095500"/>
                  </a:lnTo>
                  <a:lnTo>
                    <a:pt x="7543183" y="2086363"/>
                  </a:lnTo>
                  <a:lnTo>
                    <a:pt x="7544038" y="2089250"/>
                  </a:lnTo>
                  <a:lnTo>
                    <a:pt x="7544894" y="2122683"/>
                  </a:lnTo>
                  <a:lnTo>
                    <a:pt x="7545749" y="2120941"/>
                  </a:lnTo>
                  <a:lnTo>
                    <a:pt x="7546605" y="2125362"/>
                  </a:lnTo>
                  <a:lnTo>
                    <a:pt x="7547460" y="2156091"/>
                  </a:lnTo>
                  <a:lnTo>
                    <a:pt x="7548316" y="2139752"/>
                  </a:lnTo>
                  <a:lnTo>
                    <a:pt x="7549172" y="2149105"/>
                  </a:lnTo>
                  <a:lnTo>
                    <a:pt x="7550027" y="2144356"/>
                  </a:lnTo>
                  <a:lnTo>
                    <a:pt x="7550883" y="2143574"/>
                  </a:lnTo>
                  <a:lnTo>
                    <a:pt x="7551738" y="2193503"/>
                  </a:lnTo>
                  <a:lnTo>
                    <a:pt x="7552594" y="2172236"/>
                  </a:lnTo>
                  <a:lnTo>
                    <a:pt x="7553449" y="2164844"/>
                  </a:lnTo>
                  <a:lnTo>
                    <a:pt x="7554305" y="2167070"/>
                  </a:lnTo>
                  <a:lnTo>
                    <a:pt x="7555160" y="2151421"/>
                  </a:lnTo>
                  <a:lnTo>
                    <a:pt x="7556016" y="2158032"/>
                  </a:lnTo>
                  <a:lnTo>
                    <a:pt x="7556871" y="2169021"/>
                  </a:lnTo>
                  <a:lnTo>
                    <a:pt x="7557727" y="2149258"/>
                  </a:lnTo>
                  <a:lnTo>
                    <a:pt x="7558582" y="2144678"/>
                  </a:lnTo>
                  <a:lnTo>
                    <a:pt x="7559438" y="2123508"/>
                  </a:lnTo>
                  <a:lnTo>
                    <a:pt x="7560293" y="2112352"/>
                  </a:lnTo>
                  <a:lnTo>
                    <a:pt x="7561149" y="2111309"/>
                  </a:lnTo>
                  <a:lnTo>
                    <a:pt x="7562004" y="2109325"/>
                  </a:lnTo>
                  <a:lnTo>
                    <a:pt x="7562860" y="2148530"/>
                  </a:lnTo>
                  <a:lnTo>
                    <a:pt x="7563715" y="2137268"/>
                  </a:lnTo>
                  <a:lnTo>
                    <a:pt x="7564571" y="2131570"/>
                  </a:lnTo>
                  <a:lnTo>
                    <a:pt x="7565427" y="2137139"/>
                  </a:lnTo>
                  <a:lnTo>
                    <a:pt x="7566282" y="2126160"/>
                  </a:lnTo>
                  <a:lnTo>
                    <a:pt x="7567138" y="2133695"/>
                  </a:lnTo>
                  <a:lnTo>
                    <a:pt x="7567993" y="2140721"/>
                  </a:lnTo>
                  <a:lnTo>
                    <a:pt x="7568849" y="2166160"/>
                  </a:lnTo>
                  <a:lnTo>
                    <a:pt x="7569704" y="2165684"/>
                  </a:lnTo>
                  <a:lnTo>
                    <a:pt x="7570560" y="2149297"/>
                  </a:lnTo>
                  <a:lnTo>
                    <a:pt x="7571415" y="2178654"/>
                  </a:lnTo>
                  <a:lnTo>
                    <a:pt x="7572271" y="2192172"/>
                  </a:lnTo>
                  <a:lnTo>
                    <a:pt x="7573126" y="2219486"/>
                  </a:lnTo>
                  <a:lnTo>
                    <a:pt x="7573982" y="2201258"/>
                  </a:lnTo>
                  <a:lnTo>
                    <a:pt x="7574837" y="2206703"/>
                  </a:lnTo>
                  <a:lnTo>
                    <a:pt x="7575693" y="2233255"/>
                  </a:lnTo>
                  <a:lnTo>
                    <a:pt x="7576548" y="2242761"/>
                  </a:lnTo>
                  <a:lnTo>
                    <a:pt x="7577404" y="2250185"/>
                  </a:lnTo>
                  <a:lnTo>
                    <a:pt x="7578259" y="2229195"/>
                  </a:lnTo>
                  <a:lnTo>
                    <a:pt x="7579115" y="2245643"/>
                  </a:lnTo>
                  <a:lnTo>
                    <a:pt x="7579971" y="2253536"/>
                  </a:lnTo>
                  <a:lnTo>
                    <a:pt x="7580826" y="2220719"/>
                  </a:lnTo>
                  <a:lnTo>
                    <a:pt x="7581682" y="2203769"/>
                  </a:lnTo>
                  <a:lnTo>
                    <a:pt x="7582537" y="2203878"/>
                  </a:lnTo>
                  <a:lnTo>
                    <a:pt x="7583393" y="2194569"/>
                  </a:lnTo>
                  <a:lnTo>
                    <a:pt x="7584248" y="2183808"/>
                  </a:lnTo>
                  <a:lnTo>
                    <a:pt x="7585104" y="2142505"/>
                  </a:lnTo>
                  <a:lnTo>
                    <a:pt x="7585959" y="2146343"/>
                  </a:lnTo>
                  <a:lnTo>
                    <a:pt x="7586815" y="2151837"/>
                  </a:lnTo>
                  <a:lnTo>
                    <a:pt x="7587670" y="2159819"/>
                  </a:lnTo>
                  <a:lnTo>
                    <a:pt x="7588526" y="2158845"/>
                  </a:lnTo>
                  <a:lnTo>
                    <a:pt x="7589381" y="2170497"/>
                  </a:lnTo>
                  <a:lnTo>
                    <a:pt x="7590237" y="2191332"/>
                  </a:lnTo>
                  <a:lnTo>
                    <a:pt x="7591092" y="2229699"/>
                  </a:lnTo>
                  <a:lnTo>
                    <a:pt x="7591948" y="2252712"/>
                  </a:lnTo>
                  <a:lnTo>
                    <a:pt x="7592803" y="2265910"/>
                  </a:lnTo>
                  <a:lnTo>
                    <a:pt x="7593659" y="2272640"/>
                  </a:lnTo>
                  <a:lnTo>
                    <a:pt x="7594514" y="2260829"/>
                  </a:lnTo>
                  <a:lnTo>
                    <a:pt x="7595370" y="2242227"/>
                  </a:lnTo>
                  <a:lnTo>
                    <a:pt x="7596226" y="2248894"/>
                  </a:lnTo>
                  <a:lnTo>
                    <a:pt x="7597081" y="2245280"/>
                  </a:lnTo>
                  <a:lnTo>
                    <a:pt x="7597937" y="2275577"/>
                  </a:lnTo>
                  <a:lnTo>
                    <a:pt x="7598792" y="2260361"/>
                  </a:lnTo>
                  <a:lnTo>
                    <a:pt x="7599648" y="2266606"/>
                  </a:lnTo>
                  <a:lnTo>
                    <a:pt x="7600503" y="2287320"/>
                  </a:lnTo>
                  <a:lnTo>
                    <a:pt x="7601359" y="2270471"/>
                  </a:lnTo>
                  <a:lnTo>
                    <a:pt x="7602214" y="2285335"/>
                  </a:lnTo>
                  <a:lnTo>
                    <a:pt x="7603070" y="2265963"/>
                  </a:lnTo>
                  <a:lnTo>
                    <a:pt x="7603925" y="2246586"/>
                  </a:lnTo>
                  <a:lnTo>
                    <a:pt x="7604781" y="2266286"/>
                  </a:lnTo>
                  <a:lnTo>
                    <a:pt x="7605636" y="2254637"/>
                  </a:lnTo>
                  <a:lnTo>
                    <a:pt x="7606492" y="2281257"/>
                  </a:lnTo>
                  <a:lnTo>
                    <a:pt x="7607347" y="2261277"/>
                  </a:lnTo>
                  <a:lnTo>
                    <a:pt x="7608203" y="2257153"/>
                  </a:lnTo>
                  <a:lnTo>
                    <a:pt x="7609058" y="2251285"/>
                  </a:lnTo>
                  <a:lnTo>
                    <a:pt x="7609914" y="2227654"/>
                  </a:lnTo>
                  <a:lnTo>
                    <a:pt x="7610769" y="2224750"/>
                  </a:lnTo>
                  <a:lnTo>
                    <a:pt x="7611625" y="2194260"/>
                  </a:lnTo>
                  <a:lnTo>
                    <a:pt x="7612481" y="2174495"/>
                  </a:lnTo>
                  <a:lnTo>
                    <a:pt x="7613336" y="2198516"/>
                  </a:lnTo>
                  <a:lnTo>
                    <a:pt x="7614192" y="2182224"/>
                  </a:lnTo>
                  <a:lnTo>
                    <a:pt x="7615047" y="2161522"/>
                  </a:lnTo>
                  <a:lnTo>
                    <a:pt x="7615903" y="2175188"/>
                  </a:lnTo>
                  <a:lnTo>
                    <a:pt x="7616758" y="2190414"/>
                  </a:lnTo>
                  <a:lnTo>
                    <a:pt x="7617614" y="2221979"/>
                  </a:lnTo>
                  <a:lnTo>
                    <a:pt x="7618469" y="2220955"/>
                  </a:lnTo>
                  <a:lnTo>
                    <a:pt x="7619325" y="2262326"/>
                  </a:lnTo>
                  <a:lnTo>
                    <a:pt x="7620180" y="2278914"/>
                  </a:lnTo>
                  <a:lnTo>
                    <a:pt x="7621036" y="2275268"/>
                  </a:lnTo>
                  <a:lnTo>
                    <a:pt x="7621891" y="2281457"/>
                  </a:lnTo>
                  <a:lnTo>
                    <a:pt x="7622747" y="2267544"/>
                  </a:lnTo>
                  <a:lnTo>
                    <a:pt x="7623602" y="2284085"/>
                  </a:lnTo>
                  <a:lnTo>
                    <a:pt x="7624458" y="2308321"/>
                  </a:lnTo>
                  <a:lnTo>
                    <a:pt x="7625313" y="2302047"/>
                  </a:lnTo>
                  <a:lnTo>
                    <a:pt x="7626169" y="2279542"/>
                  </a:lnTo>
                  <a:lnTo>
                    <a:pt x="7627025" y="2281405"/>
                  </a:lnTo>
                  <a:lnTo>
                    <a:pt x="7627880" y="2270201"/>
                  </a:lnTo>
                  <a:lnTo>
                    <a:pt x="7628736" y="2263987"/>
                  </a:lnTo>
                  <a:lnTo>
                    <a:pt x="7629591" y="2239481"/>
                  </a:lnTo>
                  <a:lnTo>
                    <a:pt x="7630447" y="2194052"/>
                  </a:lnTo>
                  <a:lnTo>
                    <a:pt x="7631302" y="2187342"/>
                  </a:lnTo>
                  <a:lnTo>
                    <a:pt x="7632158" y="2214971"/>
                  </a:lnTo>
                  <a:lnTo>
                    <a:pt x="7633013" y="2242013"/>
                  </a:lnTo>
                  <a:lnTo>
                    <a:pt x="7633869" y="2262811"/>
                  </a:lnTo>
                  <a:lnTo>
                    <a:pt x="7634724" y="2217863"/>
                  </a:lnTo>
                  <a:lnTo>
                    <a:pt x="7635580" y="2267096"/>
                  </a:lnTo>
                  <a:lnTo>
                    <a:pt x="7636435" y="2227190"/>
                  </a:lnTo>
                  <a:lnTo>
                    <a:pt x="7637291" y="2233284"/>
                  </a:lnTo>
                  <a:lnTo>
                    <a:pt x="7638146" y="2204429"/>
                  </a:lnTo>
                  <a:lnTo>
                    <a:pt x="7639002" y="2178159"/>
                  </a:lnTo>
                  <a:lnTo>
                    <a:pt x="7639857" y="2227963"/>
                  </a:lnTo>
                  <a:lnTo>
                    <a:pt x="7640713" y="2199113"/>
                  </a:lnTo>
                  <a:lnTo>
                    <a:pt x="7641568" y="2207620"/>
                  </a:lnTo>
                  <a:lnTo>
                    <a:pt x="7642424" y="2196299"/>
                  </a:lnTo>
                  <a:lnTo>
                    <a:pt x="7643280" y="2151164"/>
                  </a:lnTo>
                  <a:lnTo>
                    <a:pt x="7644135" y="2136201"/>
                  </a:lnTo>
                  <a:lnTo>
                    <a:pt x="7644991" y="2105678"/>
                  </a:lnTo>
                  <a:lnTo>
                    <a:pt x="7645846" y="2103085"/>
                  </a:lnTo>
                  <a:lnTo>
                    <a:pt x="7646702" y="2069944"/>
                  </a:lnTo>
                  <a:lnTo>
                    <a:pt x="7647557" y="2043278"/>
                  </a:lnTo>
                  <a:lnTo>
                    <a:pt x="7648413" y="1992821"/>
                  </a:lnTo>
                  <a:lnTo>
                    <a:pt x="7649268" y="1998269"/>
                  </a:lnTo>
                  <a:lnTo>
                    <a:pt x="7650124" y="1991789"/>
                  </a:lnTo>
                  <a:lnTo>
                    <a:pt x="7650979" y="2054998"/>
                  </a:lnTo>
                  <a:lnTo>
                    <a:pt x="7651835" y="2089866"/>
                  </a:lnTo>
                  <a:lnTo>
                    <a:pt x="7652690" y="2096480"/>
                  </a:lnTo>
                  <a:lnTo>
                    <a:pt x="7653546" y="2086967"/>
                  </a:lnTo>
                  <a:lnTo>
                    <a:pt x="7654401" y="2098217"/>
                  </a:lnTo>
                  <a:lnTo>
                    <a:pt x="7655257" y="2112305"/>
                  </a:lnTo>
                  <a:lnTo>
                    <a:pt x="7656112" y="2074577"/>
                  </a:lnTo>
                  <a:lnTo>
                    <a:pt x="7656968" y="2052686"/>
                  </a:lnTo>
                  <a:lnTo>
                    <a:pt x="7657823" y="2079720"/>
                  </a:lnTo>
                  <a:lnTo>
                    <a:pt x="7658679" y="2070622"/>
                  </a:lnTo>
                  <a:lnTo>
                    <a:pt x="7659535" y="2092990"/>
                  </a:lnTo>
                  <a:lnTo>
                    <a:pt x="7660390" y="2073637"/>
                  </a:lnTo>
                  <a:lnTo>
                    <a:pt x="7661246" y="2086962"/>
                  </a:lnTo>
                  <a:lnTo>
                    <a:pt x="7662101" y="2095988"/>
                  </a:lnTo>
                  <a:lnTo>
                    <a:pt x="7662957" y="2095053"/>
                  </a:lnTo>
                  <a:lnTo>
                    <a:pt x="7663812" y="2136446"/>
                  </a:lnTo>
                  <a:lnTo>
                    <a:pt x="7664668" y="2130972"/>
                  </a:lnTo>
                  <a:lnTo>
                    <a:pt x="7665523" y="2162000"/>
                  </a:lnTo>
                  <a:lnTo>
                    <a:pt x="7666379" y="2172728"/>
                  </a:lnTo>
                  <a:lnTo>
                    <a:pt x="7667234" y="2172338"/>
                  </a:lnTo>
                  <a:lnTo>
                    <a:pt x="7668090" y="2184118"/>
                  </a:lnTo>
                  <a:lnTo>
                    <a:pt x="7668945" y="2216265"/>
                  </a:lnTo>
                  <a:lnTo>
                    <a:pt x="7669801" y="2214968"/>
                  </a:lnTo>
                  <a:lnTo>
                    <a:pt x="7670656" y="2226275"/>
                  </a:lnTo>
                  <a:lnTo>
                    <a:pt x="7671512" y="2194520"/>
                  </a:lnTo>
                  <a:lnTo>
                    <a:pt x="7672367" y="2172822"/>
                  </a:lnTo>
                  <a:lnTo>
                    <a:pt x="7673223" y="2155159"/>
                  </a:lnTo>
                  <a:lnTo>
                    <a:pt x="7674079" y="2117639"/>
                  </a:lnTo>
                  <a:lnTo>
                    <a:pt x="7674934" y="2091728"/>
                  </a:lnTo>
                  <a:lnTo>
                    <a:pt x="7675790" y="2080911"/>
                  </a:lnTo>
                  <a:lnTo>
                    <a:pt x="7676645" y="2044403"/>
                  </a:lnTo>
                  <a:lnTo>
                    <a:pt x="7677501" y="2009724"/>
                  </a:lnTo>
                  <a:lnTo>
                    <a:pt x="7678356" y="2002233"/>
                  </a:lnTo>
                  <a:lnTo>
                    <a:pt x="7679212" y="2018787"/>
                  </a:lnTo>
                  <a:lnTo>
                    <a:pt x="7680067" y="2025609"/>
                  </a:lnTo>
                  <a:lnTo>
                    <a:pt x="7680923" y="1992376"/>
                  </a:lnTo>
                  <a:lnTo>
                    <a:pt x="7681778" y="2017172"/>
                  </a:lnTo>
                  <a:lnTo>
                    <a:pt x="7682634" y="2045227"/>
                  </a:lnTo>
                  <a:lnTo>
                    <a:pt x="7683489" y="1995677"/>
                  </a:lnTo>
                  <a:lnTo>
                    <a:pt x="7684345" y="1971008"/>
                  </a:lnTo>
                  <a:lnTo>
                    <a:pt x="7685200" y="1946386"/>
                  </a:lnTo>
                  <a:lnTo>
                    <a:pt x="7686056" y="1933626"/>
                  </a:lnTo>
                  <a:lnTo>
                    <a:pt x="7686911" y="1939608"/>
                  </a:lnTo>
                  <a:lnTo>
                    <a:pt x="7687767" y="1989211"/>
                  </a:lnTo>
                  <a:lnTo>
                    <a:pt x="7688622" y="1980400"/>
                  </a:lnTo>
                  <a:lnTo>
                    <a:pt x="7689478" y="1995758"/>
                  </a:lnTo>
                  <a:lnTo>
                    <a:pt x="7690334" y="2030590"/>
                  </a:lnTo>
                  <a:lnTo>
                    <a:pt x="7691189" y="2098757"/>
                  </a:lnTo>
                  <a:lnTo>
                    <a:pt x="7692045" y="2125236"/>
                  </a:lnTo>
                  <a:lnTo>
                    <a:pt x="7692900" y="2069963"/>
                  </a:lnTo>
                  <a:lnTo>
                    <a:pt x="7693756" y="2071375"/>
                  </a:lnTo>
                  <a:lnTo>
                    <a:pt x="7694611" y="2028206"/>
                  </a:lnTo>
                  <a:lnTo>
                    <a:pt x="7695467" y="2071112"/>
                  </a:lnTo>
                  <a:lnTo>
                    <a:pt x="7696322" y="2062777"/>
                  </a:lnTo>
                  <a:lnTo>
                    <a:pt x="7697178" y="2026524"/>
                  </a:lnTo>
                  <a:lnTo>
                    <a:pt x="7698033" y="2088307"/>
                  </a:lnTo>
                  <a:lnTo>
                    <a:pt x="7698889" y="2089826"/>
                  </a:lnTo>
                  <a:lnTo>
                    <a:pt x="7699744" y="2043431"/>
                  </a:lnTo>
                  <a:lnTo>
                    <a:pt x="7700600" y="2047522"/>
                  </a:lnTo>
                  <a:lnTo>
                    <a:pt x="7701455" y="2033719"/>
                  </a:lnTo>
                  <a:lnTo>
                    <a:pt x="7702311" y="2055729"/>
                  </a:lnTo>
                  <a:lnTo>
                    <a:pt x="7703166" y="2058943"/>
                  </a:lnTo>
                  <a:lnTo>
                    <a:pt x="7704022" y="2094287"/>
                  </a:lnTo>
                  <a:lnTo>
                    <a:pt x="7704877" y="2074304"/>
                  </a:lnTo>
                  <a:lnTo>
                    <a:pt x="7705733" y="2126899"/>
                  </a:lnTo>
                  <a:lnTo>
                    <a:pt x="7706589" y="2143182"/>
                  </a:lnTo>
                  <a:lnTo>
                    <a:pt x="7707444" y="2184362"/>
                  </a:lnTo>
                  <a:lnTo>
                    <a:pt x="7708300" y="2173815"/>
                  </a:lnTo>
                  <a:lnTo>
                    <a:pt x="7709155" y="2209863"/>
                  </a:lnTo>
                  <a:lnTo>
                    <a:pt x="7710011" y="2192515"/>
                  </a:lnTo>
                  <a:lnTo>
                    <a:pt x="7710866" y="2181052"/>
                  </a:lnTo>
                  <a:lnTo>
                    <a:pt x="7711722" y="2221393"/>
                  </a:lnTo>
                  <a:lnTo>
                    <a:pt x="7712577" y="2232933"/>
                  </a:lnTo>
                  <a:lnTo>
                    <a:pt x="7713433" y="2285447"/>
                  </a:lnTo>
                  <a:lnTo>
                    <a:pt x="7714288" y="2301610"/>
                  </a:lnTo>
                  <a:lnTo>
                    <a:pt x="7715144" y="2310414"/>
                  </a:lnTo>
                  <a:lnTo>
                    <a:pt x="7715999" y="2305484"/>
                  </a:lnTo>
                  <a:lnTo>
                    <a:pt x="7716855" y="2314318"/>
                  </a:lnTo>
                  <a:lnTo>
                    <a:pt x="7717710" y="2318631"/>
                  </a:lnTo>
                  <a:lnTo>
                    <a:pt x="7718566" y="2295392"/>
                  </a:lnTo>
                  <a:lnTo>
                    <a:pt x="7719421" y="2288101"/>
                  </a:lnTo>
                  <a:lnTo>
                    <a:pt x="7720277" y="2287501"/>
                  </a:lnTo>
                  <a:lnTo>
                    <a:pt x="7721133" y="2281178"/>
                  </a:lnTo>
                  <a:lnTo>
                    <a:pt x="7721988" y="2287877"/>
                  </a:lnTo>
                  <a:lnTo>
                    <a:pt x="7722844" y="2297475"/>
                  </a:lnTo>
                  <a:lnTo>
                    <a:pt x="7723699" y="2296389"/>
                  </a:lnTo>
                  <a:lnTo>
                    <a:pt x="7724555" y="2308151"/>
                  </a:lnTo>
                  <a:lnTo>
                    <a:pt x="7725410" y="2299469"/>
                  </a:lnTo>
                  <a:lnTo>
                    <a:pt x="7726266" y="2297449"/>
                  </a:lnTo>
                  <a:lnTo>
                    <a:pt x="7727121" y="2291357"/>
                  </a:lnTo>
                  <a:lnTo>
                    <a:pt x="7727977" y="2265528"/>
                  </a:lnTo>
                  <a:lnTo>
                    <a:pt x="7728832" y="2274861"/>
                  </a:lnTo>
                  <a:lnTo>
                    <a:pt x="7729688" y="2238813"/>
                  </a:lnTo>
                  <a:lnTo>
                    <a:pt x="7730543" y="2225686"/>
                  </a:lnTo>
                  <a:lnTo>
                    <a:pt x="7731399" y="2204060"/>
                  </a:lnTo>
                  <a:lnTo>
                    <a:pt x="7732254" y="2201890"/>
                  </a:lnTo>
                  <a:lnTo>
                    <a:pt x="7733110" y="2202150"/>
                  </a:lnTo>
                  <a:lnTo>
                    <a:pt x="7733965" y="2156470"/>
                  </a:lnTo>
                  <a:lnTo>
                    <a:pt x="7734821" y="2154361"/>
                  </a:lnTo>
                  <a:lnTo>
                    <a:pt x="7735676" y="2183851"/>
                  </a:lnTo>
                  <a:lnTo>
                    <a:pt x="7736532" y="2166971"/>
                  </a:lnTo>
                  <a:lnTo>
                    <a:pt x="7737388" y="2221755"/>
                  </a:lnTo>
                  <a:lnTo>
                    <a:pt x="7738243" y="2211283"/>
                  </a:lnTo>
                  <a:lnTo>
                    <a:pt x="7739099" y="2269315"/>
                  </a:lnTo>
                  <a:lnTo>
                    <a:pt x="7739954" y="2274598"/>
                  </a:lnTo>
                  <a:lnTo>
                    <a:pt x="7740810" y="2275898"/>
                  </a:lnTo>
                  <a:lnTo>
                    <a:pt x="7741665" y="2260106"/>
                  </a:lnTo>
                  <a:lnTo>
                    <a:pt x="7742521" y="2251670"/>
                  </a:lnTo>
                  <a:lnTo>
                    <a:pt x="7743376" y="2257468"/>
                  </a:lnTo>
                  <a:lnTo>
                    <a:pt x="7744232" y="2203607"/>
                  </a:lnTo>
                  <a:lnTo>
                    <a:pt x="7745087" y="2186011"/>
                  </a:lnTo>
                  <a:lnTo>
                    <a:pt x="7745943" y="2214874"/>
                  </a:lnTo>
                  <a:lnTo>
                    <a:pt x="7746798" y="2233215"/>
                  </a:lnTo>
                  <a:lnTo>
                    <a:pt x="7747654" y="2251583"/>
                  </a:lnTo>
                  <a:lnTo>
                    <a:pt x="7748509" y="2238005"/>
                  </a:lnTo>
                  <a:lnTo>
                    <a:pt x="7749365" y="2225144"/>
                  </a:lnTo>
                  <a:lnTo>
                    <a:pt x="7750220" y="2220533"/>
                  </a:lnTo>
                  <a:lnTo>
                    <a:pt x="7751076" y="2219393"/>
                  </a:lnTo>
                  <a:lnTo>
                    <a:pt x="7751931" y="2193591"/>
                  </a:lnTo>
                  <a:lnTo>
                    <a:pt x="7752787" y="2159647"/>
                  </a:lnTo>
                  <a:lnTo>
                    <a:pt x="7753643" y="2188383"/>
                  </a:lnTo>
                  <a:lnTo>
                    <a:pt x="7754498" y="2170663"/>
                  </a:lnTo>
                  <a:lnTo>
                    <a:pt x="7755354" y="2131480"/>
                  </a:lnTo>
                  <a:lnTo>
                    <a:pt x="7756209" y="2148063"/>
                  </a:lnTo>
                  <a:lnTo>
                    <a:pt x="7757065" y="2147144"/>
                  </a:lnTo>
                  <a:lnTo>
                    <a:pt x="7757920" y="2158585"/>
                  </a:lnTo>
                  <a:lnTo>
                    <a:pt x="7758776" y="2168713"/>
                  </a:lnTo>
                  <a:lnTo>
                    <a:pt x="7759631" y="2139879"/>
                  </a:lnTo>
                  <a:lnTo>
                    <a:pt x="7760487" y="2205134"/>
                  </a:lnTo>
                  <a:lnTo>
                    <a:pt x="7761342" y="2219838"/>
                  </a:lnTo>
                  <a:lnTo>
                    <a:pt x="7762198" y="2201936"/>
                  </a:lnTo>
                  <a:lnTo>
                    <a:pt x="7763053" y="2214974"/>
                  </a:lnTo>
                  <a:lnTo>
                    <a:pt x="7763909" y="2202746"/>
                  </a:lnTo>
                  <a:lnTo>
                    <a:pt x="7764764" y="2213560"/>
                  </a:lnTo>
                  <a:lnTo>
                    <a:pt x="7765620" y="2256407"/>
                  </a:lnTo>
                  <a:lnTo>
                    <a:pt x="7766475" y="2205279"/>
                  </a:lnTo>
                  <a:lnTo>
                    <a:pt x="7767331" y="2218179"/>
                  </a:lnTo>
                  <a:lnTo>
                    <a:pt x="7768186" y="2179045"/>
                  </a:lnTo>
                  <a:lnTo>
                    <a:pt x="7769042" y="2175563"/>
                  </a:lnTo>
                  <a:lnTo>
                    <a:pt x="7769898" y="2201769"/>
                  </a:lnTo>
                  <a:lnTo>
                    <a:pt x="7770753" y="2177947"/>
                  </a:lnTo>
                  <a:lnTo>
                    <a:pt x="7771609" y="2187833"/>
                  </a:lnTo>
                  <a:lnTo>
                    <a:pt x="7772464" y="2135790"/>
                  </a:lnTo>
                  <a:lnTo>
                    <a:pt x="7773320" y="2110966"/>
                  </a:lnTo>
                  <a:lnTo>
                    <a:pt x="7774175" y="2128911"/>
                  </a:lnTo>
                  <a:lnTo>
                    <a:pt x="7775031" y="2158863"/>
                  </a:lnTo>
                  <a:lnTo>
                    <a:pt x="7775886" y="2156045"/>
                  </a:lnTo>
                  <a:lnTo>
                    <a:pt x="7776742" y="2142900"/>
                  </a:lnTo>
                  <a:lnTo>
                    <a:pt x="7777597" y="2135496"/>
                  </a:lnTo>
                  <a:lnTo>
                    <a:pt x="7778453" y="2171118"/>
                  </a:lnTo>
                  <a:lnTo>
                    <a:pt x="7779308" y="2189236"/>
                  </a:lnTo>
                  <a:lnTo>
                    <a:pt x="7780164" y="2225899"/>
                  </a:lnTo>
                  <a:lnTo>
                    <a:pt x="7781019" y="2203290"/>
                  </a:lnTo>
                  <a:lnTo>
                    <a:pt x="7781875" y="2227551"/>
                  </a:lnTo>
                  <a:lnTo>
                    <a:pt x="7782730" y="2208311"/>
                  </a:lnTo>
                  <a:lnTo>
                    <a:pt x="7783586" y="2197027"/>
                  </a:lnTo>
                  <a:lnTo>
                    <a:pt x="7784442" y="2208385"/>
                  </a:lnTo>
                  <a:lnTo>
                    <a:pt x="7785297" y="2213012"/>
                  </a:lnTo>
                  <a:lnTo>
                    <a:pt x="7786153" y="2258707"/>
                  </a:lnTo>
                  <a:lnTo>
                    <a:pt x="7787008" y="2242676"/>
                  </a:lnTo>
                  <a:lnTo>
                    <a:pt x="7787864" y="2240598"/>
                  </a:lnTo>
                  <a:lnTo>
                    <a:pt x="7788719" y="2252014"/>
                  </a:lnTo>
                  <a:lnTo>
                    <a:pt x="7789575" y="2249181"/>
                  </a:lnTo>
                  <a:lnTo>
                    <a:pt x="7790430" y="2234708"/>
                  </a:lnTo>
                  <a:lnTo>
                    <a:pt x="7791286" y="2180070"/>
                  </a:lnTo>
                  <a:lnTo>
                    <a:pt x="7792141" y="2131040"/>
                  </a:lnTo>
                  <a:lnTo>
                    <a:pt x="7792997" y="2141419"/>
                  </a:lnTo>
                  <a:lnTo>
                    <a:pt x="7793852" y="2129716"/>
                  </a:lnTo>
                  <a:lnTo>
                    <a:pt x="7794708" y="2125281"/>
                  </a:lnTo>
                  <a:lnTo>
                    <a:pt x="7795563" y="2100428"/>
                  </a:lnTo>
                  <a:lnTo>
                    <a:pt x="7796419" y="2099588"/>
                  </a:lnTo>
                  <a:lnTo>
                    <a:pt x="7797274" y="2105572"/>
                  </a:lnTo>
                  <a:lnTo>
                    <a:pt x="7798130" y="2085713"/>
                  </a:lnTo>
                  <a:lnTo>
                    <a:pt x="7798985" y="2113831"/>
                  </a:lnTo>
                  <a:lnTo>
                    <a:pt x="7799841" y="2122074"/>
                  </a:lnTo>
                  <a:lnTo>
                    <a:pt x="7800697" y="2154485"/>
                  </a:lnTo>
                  <a:lnTo>
                    <a:pt x="7801552" y="2151700"/>
                  </a:lnTo>
                  <a:lnTo>
                    <a:pt x="7802408" y="2139280"/>
                  </a:lnTo>
                  <a:lnTo>
                    <a:pt x="7803263" y="2189648"/>
                  </a:lnTo>
                  <a:lnTo>
                    <a:pt x="7804119" y="2159507"/>
                  </a:lnTo>
                  <a:lnTo>
                    <a:pt x="7804974" y="2127842"/>
                  </a:lnTo>
                  <a:lnTo>
                    <a:pt x="7805830" y="2106294"/>
                  </a:lnTo>
                  <a:lnTo>
                    <a:pt x="7806685" y="2094142"/>
                  </a:lnTo>
                  <a:lnTo>
                    <a:pt x="7807541" y="2131824"/>
                  </a:lnTo>
                  <a:lnTo>
                    <a:pt x="7808396" y="2145083"/>
                  </a:lnTo>
                  <a:lnTo>
                    <a:pt x="7809252" y="2158688"/>
                  </a:lnTo>
                  <a:lnTo>
                    <a:pt x="7810107" y="2176770"/>
                  </a:lnTo>
                  <a:lnTo>
                    <a:pt x="7810963" y="2193447"/>
                  </a:lnTo>
                  <a:lnTo>
                    <a:pt x="7811818" y="2209966"/>
                  </a:lnTo>
                  <a:lnTo>
                    <a:pt x="7812674" y="2234997"/>
                  </a:lnTo>
                  <a:lnTo>
                    <a:pt x="7813529" y="2252256"/>
                  </a:lnTo>
                  <a:lnTo>
                    <a:pt x="7814385" y="2285725"/>
                  </a:lnTo>
                  <a:lnTo>
                    <a:pt x="7815240" y="2246736"/>
                  </a:lnTo>
                  <a:lnTo>
                    <a:pt x="7816096" y="2248978"/>
                  </a:lnTo>
                  <a:lnTo>
                    <a:pt x="7816952" y="2245977"/>
                  </a:lnTo>
                  <a:lnTo>
                    <a:pt x="7817807" y="2259097"/>
                  </a:lnTo>
                  <a:lnTo>
                    <a:pt x="7818663" y="2289040"/>
                  </a:lnTo>
                  <a:lnTo>
                    <a:pt x="7819518" y="2244805"/>
                  </a:lnTo>
                  <a:lnTo>
                    <a:pt x="7820374" y="2297560"/>
                  </a:lnTo>
                  <a:lnTo>
                    <a:pt x="7821229" y="2265267"/>
                  </a:lnTo>
                  <a:lnTo>
                    <a:pt x="7822085" y="2286316"/>
                  </a:lnTo>
                  <a:lnTo>
                    <a:pt x="7822940" y="2272143"/>
                  </a:lnTo>
                  <a:lnTo>
                    <a:pt x="7823796" y="2239852"/>
                  </a:lnTo>
                  <a:lnTo>
                    <a:pt x="7824651" y="2245263"/>
                  </a:lnTo>
                  <a:lnTo>
                    <a:pt x="7825507" y="2242004"/>
                  </a:lnTo>
                  <a:lnTo>
                    <a:pt x="7826362" y="2256061"/>
                  </a:lnTo>
                  <a:lnTo>
                    <a:pt x="7827218" y="2241805"/>
                  </a:lnTo>
                  <a:lnTo>
                    <a:pt x="7828073" y="2199289"/>
                  </a:lnTo>
                  <a:lnTo>
                    <a:pt x="7828929" y="2223925"/>
                  </a:lnTo>
                  <a:lnTo>
                    <a:pt x="7829784" y="2235682"/>
                  </a:lnTo>
                  <a:lnTo>
                    <a:pt x="7830640" y="2262805"/>
                  </a:lnTo>
                  <a:lnTo>
                    <a:pt x="7831496" y="2250960"/>
                  </a:lnTo>
                  <a:lnTo>
                    <a:pt x="7832351" y="2236529"/>
                  </a:lnTo>
                  <a:lnTo>
                    <a:pt x="7833207" y="2251281"/>
                  </a:lnTo>
                  <a:lnTo>
                    <a:pt x="7834062" y="2233012"/>
                  </a:lnTo>
                  <a:lnTo>
                    <a:pt x="7834918" y="2231651"/>
                  </a:lnTo>
                  <a:lnTo>
                    <a:pt x="7835773" y="2208336"/>
                  </a:lnTo>
                  <a:lnTo>
                    <a:pt x="7836629" y="2180677"/>
                  </a:lnTo>
                  <a:lnTo>
                    <a:pt x="7837484" y="2194581"/>
                  </a:lnTo>
                  <a:lnTo>
                    <a:pt x="7838340" y="2185466"/>
                  </a:lnTo>
                  <a:lnTo>
                    <a:pt x="7839195" y="2200648"/>
                  </a:lnTo>
                  <a:lnTo>
                    <a:pt x="7840051" y="2257713"/>
                  </a:lnTo>
                  <a:lnTo>
                    <a:pt x="7840906" y="2246510"/>
                  </a:lnTo>
                  <a:lnTo>
                    <a:pt x="7841762" y="2259354"/>
                  </a:lnTo>
                  <a:lnTo>
                    <a:pt x="7842617" y="2233755"/>
                  </a:lnTo>
                  <a:lnTo>
                    <a:pt x="7843473" y="2231351"/>
                  </a:lnTo>
                  <a:lnTo>
                    <a:pt x="7844328" y="2238624"/>
                  </a:lnTo>
                  <a:lnTo>
                    <a:pt x="7845184" y="2244218"/>
                  </a:lnTo>
                  <a:lnTo>
                    <a:pt x="7846039" y="2234852"/>
                  </a:lnTo>
                  <a:lnTo>
                    <a:pt x="7846895" y="2260036"/>
                  </a:lnTo>
                  <a:lnTo>
                    <a:pt x="7847751" y="2257542"/>
                  </a:lnTo>
                  <a:lnTo>
                    <a:pt x="7848606" y="2245532"/>
                  </a:lnTo>
                  <a:lnTo>
                    <a:pt x="7849462" y="2288779"/>
                  </a:lnTo>
                  <a:lnTo>
                    <a:pt x="7850317" y="2277465"/>
                  </a:lnTo>
                  <a:lnTo>
                    <a:pt x="7851173" y="2290008"/>
                  </a:lnTo>
                  <a:lnTo>
                    <a:pt x="7852028" y="2277549"/>
                  </a:lnTo>
                  <a:lnTo>
                    <a:pt x="7852884" y="2225991"/>
                  </a:lnTo>
                  <a:lnTo>
                    <a:pt x="7853739" y="2258119"/>
                  </a:lnTo>
                  <a:lnTo>
                    <a:pt x="7854595" y="2217162"/>
                  </a:lnTo>
                  <a:lnTo>
                    <a:pt x="7855450" y="2223525"/>
                  </a:lnTo>
                  <a:lnTo>
                    <a:pt x="7856306" y="2221512"/>
                  </a:lnTo>
                  <a:lnTo>
                    <a:pt x="7857161" y="2182385"/>
                  </a:lnTo>
                  <a:lnTo>
                    <a:pt x="7858017" y="2221968"/>
                  </a:lnTo>
                  <a:lnTo>
                    <a:pt x="7858872" y="2182090"/>
                  </a:lnTo>
                  <a:lnTo>
                    <a:pt x="7859728" y="2174061"/>
                  </a:lnTo>
                  <a:lnTo>
                    <a:pt x="7860583" y="2170678"/>
                  </a:lnTo>
                  <a:lnTo>
                    <a:pt x="7861439" y="2200512"/>
                  </a:lnTo>
                  <a:lnTo>
                    <a:pt x="7862294" y="2211718"/>
                  </a:lnTo>
                  <a:lnTo>
                    <a:pt x="7863150" y="2184772"/>
                  </a:lnTo>
                  <a:lnTo>
                    <a:pt x="7864006" y="2171871"/>
                  </a:lnTo>
                  <a:lnTo>
                    <a:pt x="7864861" y="2208343"/>
                  </a:lnTo>
                  <a:lnTo>
                    <a:pt x="7865717" y="2237627"/>
                  </a:lnTo>
                  <a:lnTo>
                    <a:pt x="7866572" y="2225473"/>
                  </a:lnTo>
                  <a:lnTo>
                    <a:pt x="7867428" y="2199400"/>
                  </a:lnTo>
                  <a:lnTo>
                    <a:pt x="7868283" y="2174410"/>
                  </a:lnTo>
                  <a:lnTo>
                    <a:pt x="7869139" y="2208081"/>
                  </a:lnTo>
                  <a:lnTo>
                    <a:pt x="7869994" y="2181214"/>
                  </a:lnTo>
                  <a:lnTo>
                    <a:pt x="7870850" y="2162345"/>
                  </a:lnTo>
                  <a:lnTo>
                    <a:pt x="7871705" y="2163654"/>
                  </a:lnTo>
                  <a:lnTo>
                    <a:pt x="7872561" y="2177742"/>
                  </a:lnTo>
                  <a:lnTo>
                    <a:pt x="7873416" y="2190792"/>
                  </a:lnTo>
                  <a:lnTo>
                    <a:pt x="7874272" y="2191032"/>
                  </a:lnTo>
                  <a:lnTo>
                    <a:pt x="7875127" y="2204685"/>
                  </a:lnTo>
                  <a:lnTo>
                    <a:pt x="7875983" y="2199603"/>
                  </a:lnTo>
                  <a:lnTo>
                    <a:pt x="7876838" y="2173799"/>
                  </a:lnTo>
                  <a:lnTo>
                    <a:pt x="7877694" y="2200807"/>
                  </a:lnTo>
                  <a:lnTo>
                    <a:pt x="7878550" y="2196879"/>
                  </a:lnTo>
                  <a:lnTo>
                    <a:pt x="7879405" y="2179086"/>
                  </a:lnTo>
                  <a:lnTo>
                    <a:pt x="7880261" y="2218574"/>
                  </a:lnTo>
                  <a:lnTo>
                    <a:pt x="7881116" y="2224388"/>
                  </a:lnTo>
                  <a:lnTo>
                    <a:pt x="7881972" y="2241699"/>
                  </a:lnTo>
                  <a:lnTo>
                    <a:pt x="7882827" y="2262232"/>
                  </a:lnTo>
                  <a:lnTo>
                    <a:pt x="7883683" y="2256219"/>
                  </a:lnTo>
                  <a:lnTo>
                    <a:pt x="7884538" y="2267352"/>
                  </a:lnTo>
                  <a:lnTo>
                    <a:pt x="7885394" y="2282013"/>
                  </a:lnTo>
                  <a:lnTo>
                    <a:pt x="7886249" y="2282664"/>
                  </a:lnTo>
                  <a:lnTo>
                    <a:pt x="7887105" y="2277378"/>
                  </a:lnTo>
                  <a:lnTo>
                    <a:pt x="7887960" y="2256513"/>
                  </a:lnTo>
                  <a:lnTo>
                    <a:pt x="7888816" y="2258918"/>
                  </a:lnTo>
                  <a:lnTo>
                    <a:pt x="7889671" y="2282719"/>
                  </a:lnTo>
                  <a:lnTo>
                    <a:pt x="7890527" y="2310475"/>
                  </a:lnTo>
                  <a:lnTo>
                    <a:pt x="7891382" y="2322198"/>
                  </a:lnTo>
                  <a:lnTo>
                    <a:pt x="7892238" y="2312435"/>
                  </a:lnTo>
                  <a:lnTo>
                    <a:pt x="7893093" y="2311533"/>
                  </a:lnTo>
                  <a:lnTo>
                    <a:pt x="7893949" y="2310665"/>
                  </a:lnTo>
                  <a:lnTo>
                    <a:pt x="7894805" y="2319726"/>
                  </a:lnTo>
                  <a:lnTo>
                    <a:pt x="7895660" y="2308330"/>
                  </a:lnTo>
                  <a:lnTo>
                    <a:pt x="7896516" y="2298263"/>
                  </a:lnTo>
                  <a:lnTo>
                    <a:pt x="7897371" y="2311150"/>
                  </a:lnTo>
                  <a:lnTo>
                    <a:pt x="7898227" y="2328386"/>
                  </a:lnTo>
                  <a:lnTo>
                    <a:pt x="7898227" y="2328386"/>
                  </a:lnTo>
                  <a:lnTo>
                    <a:pt x="7899082" y="2322584"/>
                  </a:lnTo>
                  <a:lnTo>
                    <a:pt x="7899938" y="2328386"/>
                  </a:lnTo>
                  <a:lnTo>
                    <a:pt x="7899938" y="2328386"/>
                  </a:lnTo>
                  <a:lnTo>
                    <a:pt x="7900793" y="2309245"/>
                  </a:lnTo>
                  <a:lnTo>
                    <a:pt x="7901649" y="2328250"/>
                  </a:lnTo>
                  <a:lnTo>
                    <a:pt x="7902504" y="2328386"/>
                  </a:lnTo>
                  <a:lnTo>
                    <a:pt x="7902504" y="2328386"/>
                  </a:lnTo>
                  <a:lnTo>
                    <a:pt x="7903360" y="2325523"/>
                  </a:lnTo>
                  <a:lnTo>
                    <a:pt x="7904215" y="2326452"/>
                  </a:lnTo>
                  <a:lnTo>
                    <a:pt x="7905071" y="2309952"/>
                  </a:lnTo>
                  <a:lnTo>
                    <a:pt x="7905926" y="2311989"/>
                  </a:lnTo>
                  <a:lnTo>
                    <a:pt x="7906782" y="2312221"/>
                  </a:lnTo>
                  <a:lnTo>
                    <a:pt x="7907637" y="2301176"/>
                  </a:lnTo>
                  <a:lnTo>
                    <a:pt x="7908493" y="2300917"/>
                  </a:lnTo>
                  <a:lnTo>
                    <a:pt x="7909348" y="2280073"/>
                  </a:lnTo>
                  <a:lnTo>
                    <a:pt x="7910204" y="2317186"/>
                  </a:lnTo>
                  <a:lnTo>
                    <a:pt x="7911060" y="2328386"/>
                  </a:lnTo>
                  <a:lnTo>
                    <a:pt x="7911060" y="2328386"/>
                  </a:lnTo>
                  <a:lnTo>
                    <a:pt x="7911915" y="2320071"/>
                  </a:lnTo>
                  <a:lnTo>
                    <a:pt x="7912771" y="2291020"/>
                  </a:lnTo>
                  <a:lnTo>
                    <a:pt x="7913626" y="2275618"/>
                  </a:lnTo>
                  <a:lnTo>
                    <a:pt x="7914482" y="2278577"/>
                  </a:lnTo>
                  <a:lnTo>
                    <a:pt x="7915337" y="2262924"/>
                  </a:lnTo>
                  <a:lnTo>
                    <a:pt x="7916193" y="2226387"/>
                  </a:lnTo>
                  <a:lnTo>
                    <a:pt x="7917048" y="2233986"/>
                  </a:lnTo>
                  <a:lnTo>
                    <a:pt x="7917904" y="2216739"/>
                  </a:lnTo>
                  <a:lnTo>
                    <a:pt x="7918759" y="2200212"/>
                  </a:lnTo>
                  <a:lnTo>
                    <a:pt x="7919615" y="2189482"/>
                  </a:lnTo>
                  <a:lnTo>
                    <a:pt x="7920470" y="2181696"/>
                  </a:lnTo>
                  <a:lnTo>
                    <a:pt x="7921326" y="2198585"/>
                  </a:lnTo>
                  <a:lnTo>
                    <a:pt x="7922181" y="2185763"/>
                  </a:lnTo>
                  <a:lnTo>
                    <a:pt x="7923037" y="2193087"/>
                  </a:lnTo>
                  <a:lnTo>
                    <a:pt x="7923892" y="2190144"/>
                  </a:lnTo>
                  <a:lnTo>
                    <a:pt x="7924748" y="2219989"/>
                  </a:lnTo>
                  <a:lnTo>
                    <a:pt x="7925604" y="2209597"/>
                  </a:lnTo>
                  <a:lnTo>
                    <a:pt x="7926459" y="2185310"/>
                  </a:lnTo>
                  <a:lnTo>
                    <a:pt x="7927315" y="2214287"/>
                  </a:lnTo>
                  <a:lnTo>
                    <a:pt x="7928170" y="2230247"/>
                  </a:lnTo>
                  <a:lnTo>
                    <a:pt x="7929026" y="2223843"/>
                  </a:lnTo>
                  <a:lnTo>
                    <a:pt x="7929881" y="2212748"/>
                  </a:lnTo>
                  <a:lnTo>
                    <a:pt x="7930737" y="2211864"/>
                  </a:lnTo>
                  <a:lnTo>
                    <a:pt x="7931592" y="2186352"/>
                  </a:lnTo>
                  <a:lnTo>
                    <a:pt x="7932448" y="2180381"/>
                  </a:lnTo>
                  <a:lnTo>
                    <a:pt x="7933303" y="2168496"/>
                  </a:lnTo>
                  <a:lnTo>
                    <a:pt x="7934159" y="2176117"/>
                  </a:lnTo>
                  <a:lnTo>
                    <a:pt x="7935014" y="2202868"/>
                  </a:lnTo>
                  <a:lnTo>
                    <a:pt x="7935870" y="2238194"/>
                  </a:lnTo>
                  <a:lnTo>
                    <a:pt x="7936725" y="2244090"/>
                  </a:lnTo>
                  <a:lnTo>
                    <a:pt x="7937581" y="2232954"/>
                  </a:lnTo>
                  <a:lnTo>
                    <a:pt x="7938436" y="2237726"/>
                  </a:lnTo>
                  <a:lnTo>
                    <a:pt x="7939292" y="2257122"/>
                  </a:lnTo>
                  <a:lnTo>
                    <a:pt x="7940147" y="2244952"/>
                  </a:lnTo>
                  <a:lnTo>
                    <a:pt x="7941003" y="2255832"/>
                  </a:lnTo>
                  <a:lnTo>
                    <a:pt x="7941859" y="2200570"/>
                  </a:lnTo>
                  <a:lnTo>
                    <a:pt x="7942714" y="2220666"/>
                  </a:lnTo>
                  <a:lnTo>
                    <a:pt x="7943570" y="2226250"/>
                  </a:lnTo>
                  <a:lnTo>
                    <a:pt x="7944425" y="2213862"/>
                  </a:lnTo>
                  <a:lnTo>
                    <a:pt x="7945281" y="2240920"/>
                  </a:lnTo>
                  <a:lnTo>
                    <a:pt x="7946136" y="2188401"/>
                  </a:lnTo>
                  <a:lnTo>
                    <a:pt x="7946992" y="2200510"/>
                  </a:lnTo>
                  <a:lnTo>
                    <a:pt x="7947847" y="2211221"/>
                  </a:lnTo>
                  <a:lnTo>
                    <a:pt x="7948703" y="2244386"/>
                  </a:lnTo>
                  <a:lnTo>
                    <a:pt x="7949558" y="2328386"/>
                  </a:lnTo>
                  <a:lnTo>
                    <a:pt x="7949558" y="2328386"/>
                  </a:lnTo>
                  <a:lnTo>
                    <a:pt x="7950414" y="2309254"/>
                  </a:lnTo>
                  <a:lnTo>
                    <a:pt x="7951269" y="2320696"/>
                  </a:lnTo>
                  <a:lnTo>
                    <a:pt x="7952125" y="2327881"/>
                  </a:lnTo>
                  <a:lnTo>
                    <a:pt x="7952980" y="2284436"/>
                  </a:lnTo>
                  <a:lnTo>
                    <a:pt x="7953836" y="2271807"/>
                  </a:lnTo>
                  <a:lnTo>
                    <a:pt x="7954691" y="2233158"/>
                  </a:lnTo>
                  <a:lnTo>
                    <a:pt x="7955547" y="2194547"/>
                  </a:lnTo>
                  <a:lnTo>
                    <a:pt x="7956402" y="2204824"/>
                  </a:lnTo>
                  <a:lnTo>
                    <a:pt x="7957258" y="2170045"/>
                  </a:lnTo>
                  <a:lnTo>
                    <a:pt x="7958114" y="2149546"/>
                  </a:lnTo>
                  <a:lnTo>
                    <a:pt x="7958969" y="2160461"/>
                  </a:lnTo>
                  <a:lnTo>
                    <a:pt x="7959825" y="2147708"/>
                  </a:lnTo>
                  <a:lnTo>
                    <a:pt x="7960680" y="2181549"/>
                  </a:lnTo>
                  <a:lnTo>
                    <a:pt x="7961536" y="2162093"/>
                  </a:lnTo>
                  <a:lnTo>
                    <a:pt x="7962391" y="2158174"/>
                  </a:lnTo>
                  <a:lnTo>
                    <a:pt x="7963247" y="2161683"/>
                  </a:lnTo>
                  <a:lnTo>
                    <a:pt x="7964102" y="2163994"/>
                  </a:lnTo>
                  <a:lnTo>
                    <a:pt x="7964958" y="2162372"/>
                  </a:lnTo>
                  <a:lnTo>
                    <a:pt x="7965813" y="2172713"/>
                  </a:lnTo>
                  <a:lnTo>
                    <a:pt x="7966669" y="2190689"/>
                  </a:lnTo>
                  <a:lnTo>
                    <a:pt x="7967524" y="2175409"/>
                  </a:lnTo>
                  <a:lnTo>
                    <a:pt x="7968380" y="2176997"/>
                  </a:lnTo>
                  <a:lnTo>
                    <a:pt x="7969235" y="2193520"/>
                  </a:lnTo>
                  <a:lnTo>
                    <a:pt x="7970091" y="2181750"/>
                  </a:lnTo>
                  <a:lnTo>
                    <a:pt x="7970946" y="2187708"/>
                  </a:lnTo>
                  <a:lnTo>
                    <a:pt x="7971802" y="2185884"/>
                  </a:lnTo>
                  <a:lnTo>
                    <a:pt x="7972658" y="2165787"/>
                  </a:lnTo>
                  <a:lnTo>
                    <a:pt x="7973513" y="2166744"/>
                  </a:lnTo>
                  <a:lnTo>
                    <a:pt x="7974369" y="2147691"/>
                  </a:lnTo>
                  <a:lnTo>
                    <a:pt x="7975224" y="2149994"/>
                  </a:lnTo>
                  <a:lnTo>
                    <a:pt x="7976080" y="2159876"/>
                  </a:lnTo>
                  <a:lnTo>
                    <a:pt x="7976935" y="2189947"/>
                  </a:lnTo>
                  <a:lnTo>
                    <a:pt x="7977791" y="2148456"/>
                  </a:lnTo>
                  <a:lnTo>
                    <a:pt x="7978646" y="2140002"/>
                  </a:lnTo>
                  <a:lnTo>
                    <a:pt x="7979502" y="2140236"/>
                  </a:lnTo>
                  <a:lnTo>
                    <a:pt x="7980357" y="2150351"/>
                  </a:lnTo>
                  <a:lnTo>
                    <a:pt x="7981213" y="2176968"/>
                  </a:lnTo>
                  <a:lnTo>
                    <a:pt x="7982068" y="2155268"/>
                  </a:lnTo>
                  <a:lnTo>
                    <a:pt x="7982924" y="2142716"/>
                  </a:lnTo>
                  <a:lnTo>
                    <a:pt x="7983779" y="2138513"/>
                  </a:lnTo>
                  <a:lnTo>
                    <a:pt x="7984635" y="2148621"/>
                  </a:lnTo>
                  <a:lnTo>
                    <a:pt x="7985490" y="2147726"/>
                  </a:lnTo>
                  <a:lnTo>
                    <a:pt x="7986346" y="2162581"/>
                  </a:lnTo>
                  <a:lnTo>
                    <a:pt x="7987201" y="2169889"/>
                  </a:lnTo>
                  <a:lnTo>
                    <a:pt x="7988057" y="2172490"/>
                  </a:lnTo>
                  <a:lnTo>
                    <a:pt x="7988913" y="2151205"/>
                  </a:lnTo>
                  <a:lnTo>
                    <a:pt x="7989768" y="2177051"/>
                  </a:lnTo>
                  <a:lnTo>
                    <a:pt x="7990624" y="2204331"/>
                  </a:lnTo>
                  <a:lnTo>
                    <a:pt x="7991479" y="2183892"/>
                  </a:lnTo>
                  <a:lnTo>
                    <a:pt x="7992335" y="2239918"/>
                  </a:lnTo>
                  <a:lnTo>
                    <a:pt x="7993190" y="2259700"/>
                  </a:lnTo>
                  <a:lnTo>
                    <a:pt x="7994046" y="2231912"/>
                  </a:lnTo>
                  <a:lnTo>
                    <a:pt x="7994901" y="2229076"/>
                  </a:lnTo>
                  <a:lnTo>
                    <a:pt x="7995757" y="2229728"/>
                  </a:lnTo>
                  <a:lnTo>
                    <a:pt x="7996612" y="2230735"/>
                  </a:lnTo>
                  <a:lnTo>
                    <a:pt x="7997468" y="2199786"/>
                  </a:lnTo>
                  <a:lnTo>
                    <a:pt x="7998323" y="2175173"/>
                  </a:lnTo>
                  <a:lnTo>
                    <a:pt x="7999179" y="2192193"/>
                  </a:lnTo>
                  <a:lnTo>
                    <a:pt x="8000034" y="2208946"/>
                  </a:lnTo>
                  <a:lnTo>
                    <a:pt x="8000890" y="2229396"/>
                  </a:lnTo>
                  <a:lnTo>
                    <a:pt x="8001745" y="2194917"/>
                  </a:lnTo>
                  <a:lnTo>
                    <a:pt x="8002601" y="2220938"/>
                  </a:lnTo>
                  <a:lnTo>
                    <a:pt x="8003456" y="2215726"/>
                  </a:lnTo>
                  <a:lnTo>
                    <a:pt x="8004312" y="2156522"/>
                  </a:lnTo>
                  <a:lnTo>
                    <a:pt x="8005168" y="2141653"/>
                  </a:lnTo>
                  <a:lnTo>
                    <a:pt x="8006023" y="2147644"/>
                  </a:lnTo>
                  <a:lnTo>
                    <a:pt x="8006879" y="2188856"/>
                  </a:lnTo>
                  <a:lnTo>
                    <a:pt x="8007734" y="2189981"/>
                  </a:lnTo>
                  <a:lnTo>
                    <a:pt x="8008590" y="2169359"/>
                  </a:lnTo>
                  <a:lnTo>
                    <a:pt x="8009445" y="2158534"/>
                  </a:lnTo>
                  <a:lnTo>
                    <a:pt x="8010301" y="2190987"/>
                  </a:lnTo>
                  <a:lnTo>
                    <a:pt x="8011156" y="2172087"/>
                  </a:lnTo>
                  <a:lnTo>
                    <a:pt x="8012012" y="2184353"/>
                  </a:lnTo>
                  <a:lnTo>
                    <a:pt x="8012867" y="2172661"/>
                  </a:lnTo>
                  <a:lnTo>
                    <a:pt x="8013723" y="2180135"/>
                  </a:lnTo>
                  <a:lnTo>
                    <a:pt x="8014578" y="2211682"/>
                  </a:lnTo>
                  <a:lnTo>
                    <a:pt x="8015434" y="2196663"/>
                  </a:lnTo>
                  <a:lnTo>
                    <a:pt x="8016289" y="2209773"/>
                  </a:lnTo>
                  <a:lnTo>
                    <a:pt x="8017145" y="2212439"/>
                  </a:lnTo>
                  <a:lnTo>
                    <a:pt x="8018000" y="2238869"/>
                  </a:lnTo>
                  <a:lnTo>
                    <a:pt x="8018856" y="2264177"/>
                  </a:lnTo>
                  <a:lnTo>
                    <a:pt x="8019711" y="2229081"/>
                  </a:lnTo>
                  <a:lnTo>
                    <a:pt x="8020567" y="2248720"/>
                  </a:lnTo>
                  <a:lnTo>
                    <a:pt x="8021423" y="2232133"/>
                  </a:lnTo>
                  <a:lnTo>
                    <a:pt x="8022278" y="2257140"/>
                  </a:lnTo>
                  <a:lnTo>
                    <a:pt x="8023134" y="2239172"/>
                  </a:lnTo>
                  <a:lnTo>
                    <a:pt x="8023989" y="2218123"/>
                  </a:lnTo>
                  <a:lnTo>
                    <a:pt x="8024845" y="2233322"/>
                  </a:lnTo>
                  <a:lnTo>
                    <a:pt x="8025700" y="2210246"/>
                  </a:lnTo>
                  <a:lnTo>
                    <a:pt x="8026556" y="2242628"/>
                  </a:lnTo>
                  <a:lnTo>
                    <a:pt x="8027411" y="2235226"/>
                  </a:lnTo>
                  <a:lnTo>
                    <a:pt x="8028267" y="2203414"/>
                  </a:lnTo>
                  <a:lnTo>
                    <a:pt x="8029122" y="2212180"/>
                  </a:lnTo>
                  <a:lnTo>
                    <a:pt x="8029978" y="2212955"/>
                  </a:lnTo>
                  <a:lnTo>
                    <a:pt x="8030833" y="2235172"/>
                  </a:lnTo>
                  <a:lnTo>
                    <a:pt x="8031689" y="2226305"/>
                  </a:lnTo>
                  <a:lnTo>
                    <a:pt x="8032544" y="2224794"/>
                  </a:lnTo>
                  <a:lnTo>
                    <a:pt x="8033400" y="2230578"/>
                  </a:lnTo>
                  <a:lnTo>
                    <a:pt x="8034255" y="2248190"/>
                  </a:lnTo>
                  <a:lnTo>
                    <a:pt x="8035111" y="2267664"/>
                  </a:lnTo>
                  <a:lnTo>
                    <a:pt x="8035967" y="2260574"/>
                  </a:lnTo>
                  <a:lnTo>
                    <a:pt x="8036822" y="2268012"/>
                  </a:lnTo>
                  <a:lnTo>
                    <a:pt x="8037678" y="2273434"/>
                  </a:lnTo>
                  <a:lnTo>
                    <a:pt x="8038533" y="2247585"/>
                  </a:lnTo>
                  <a:lnTo>
                    <a:pt x="8039389" y="2230444"/>
                  </a:lnTo>
                  <a:lnTo>
                    <a:pt x="8040244" y="2228941"/>
                  </a:lnTo>
                  <a:lnTo>
                    <a:pt x="8041100" y="2237190"/>
                  </a:lnTo>
                  <a:lnTo>
                    <a:pt x="8041955" y="2255809"/>
                  </a:lnTo>
                  <a:lnTo>
                    <a:pt x="8042811" y="2234942"/>
                  </a:lnTo>
                  <a:lnTo>
                    <a:pt x="8043666" y="2230784"/>
                  </a:lnTo>
                  <a:lnTo>
                    <a:pt x="8044522" y="2238883"/>
                  </a:lnTo>
                  <a:lnTo>
                    <a:pt x="8045377" y="2269048"/>
                  </a:lnTo>
                  <a:lnTo>
                    <a:pt x="8046233" y="2264930"/>
                  </a:lnTo>
                  <a:lnTo>
                    <a:pt x="8047088" y="2248251"/>
                  </a:lnTo>
                  <a:lnTo>
                    <a:pt x="8047944" y="2250741"/>
                  </a:lnTo>
                  <a:lnTo>
                    <a:pt x="8048799" y="2277686"/>
                  </a:lnTo>
                  <a:lnTo>
                    <a:pt x="8049655" y="2269988"/>
                  </a:lnTo>
                  <a:lnTo>
                    <a:pt x="8050510" y="2273317"/>
                  </a:lnTo>
                  <a:lnTo>
                    <a:pt x="8051366" y="2280948"/>
                  </a:lnTo>
                  <a:lnTo>
                    <a:pt x="8052222" y="2286572"/>
                  </a:lnTo>
                  <a:lnTo>
                    <a:pt x="8053077" y="2281779"/>
                  </a:lnTo>
                  <a:lnTo>
                    <a:pt x="8053933" y="2212105"/>
                  </a:lnTo>
                  <a:lnTo>
                    <a:pt x="8054788" y="2182782"/>
                  </a:lnTo>
                  <a:lnTo>
                    <a:pt x="8055644" y="2159959"/>
                  </a:lnTo>
                  <a:lnTo>
                    <a:pt x="8056499" y="2121352"/>
                  </a:lnTo>
                  <a:lnTo>
                    <a:pt x="8057355" y="2149648"/>
                  </a:lnTo>
                  <a:lnTo>
                    <a:pt x="8058210" y="2099701"/>
                  </a:lnTo>
                  <a:lnTo>
                    <a:pt x="8059066" y="2107802"/>
                  </a:lnTo>
                  <a:lnTo>
                    <a:pt x="8059921" y="2107621"/>
                  </a:lnTo>
                  <a:lnTo>
                    <a:pt x="8060777" y="2086641"/>
                  </a:lnTo>
                  <a:lnTo>
                    <a:pt x="8061632" y="2065172"/>
                  </a:lnTo>
                  <a:lnTo>
                    <a:pt x="8062488" y="2046072"/>
                  </a:lnTo>
                  <a:lnTo>
                    <a:pt x="8063343" y="2058562"/>
                  </a:lnTo>
                  <a:lnTo>
                    <a:pt x="8064199" y="2076014"/>
                  </a:lnTo>
                  <a:lnTo>
                    <a:pt x="8065054" y="2065949"/>
                  </a:lnTo>
                  <a:lnTo>
                    <a:pt x="8065910" y="2070201"/>
                  </a:lnTo>
                  <a:lnTo>
                    <a:pt x="8066765" y="2036797"/>
                  </a:lnTo>
                  <a:lnTo>
                    <a:pt x="8067621" y="2083637"/>
                  </a:lnTo>
                  <a:lnTo>
                    <a:pt x="8068477" y="2134478"/>
                  </a:lnTo>
                  <a:lnTo>
                    <a:pt x="8069332" y="2171954"/>
                  </a:lnTo>
                  <a:lnTo>
                    <a:pt x="8070188" y="2178713"/>
                  </a:lnTo>
                  <a:lnTo>
                    <a:pt x="8071043" y="2205388"/>
                  </a:lnTo>
                  <a:lnTo>
                    <a:pt x="8071899" y="2214771"/>
                  </a:lnTo>
                  <a:lnTo>
                    <a:pt x="8072754" y="2215330"/>
                  </a:lnTo>
                  <a:lnTo>
                    <a:pt x="8073610" y="2217567"/>
                  </a:lnTo>
                  <a:lnTo>
                    <a:pt x="8074465" y="2203333"/>
                  </a:lnTo>
                  <a:lnTo>
                    <a:pt x="8075321" y="2213127"/>
                  </a:lnTo>
                  <a:lnTo>
                    <a:pt x="8076176" y="2210072"/>
                  </a:lnTo>
                  <a:lnTo>
                    <a:pt x="8077032" y="2178319"/>
                  </a:lnTo>
                  <a:lnTo>
                    <a:pt x="8077887" y="2148793"/>
                  </a:lnTo>
                  <a:lnTo>
                    <a:pt x="8078743" y="2117192"/>
                  </a:lnTo>
                  <a:lnTo>
                    <a:pt x="8079598" y="2126475"/>
                  </a:lnTo>
                  <a:lnTo>
                    <a:pt x="8080454" y="2171467"/>
                  </a:lnTo>
                  <a:lnTo>
                    <a:pt x="8081309" y="2152319"/>
                  </a:lnTo>
                  <a:lnTo>
                    <a:pt x="8082165" y="2017168"/>
                  </a:lnTo>
                  <a:lnTo>
                    <a:pt x="8083021" y="1994163"/>
                  </a:lnTo>
                  <a:lnTo>
                    <a:pt x="8083876" y="2008034"/>
                  </a:lnTo>
                  <a:lnTo>
                    <a:pt x="8084732" y="2012541"/>
                  </a:lnTo>
                  <a:lnTo>
                    <a:pt x="8085587" y="2000799"/>
                  </a:lnTo>
                  <a:lnTo>
                    <a:pt x="8086443" y="1993173"/>
                  </a:lnTo>
                  <a:lnTo>
                    <a:pt x="8087298" y="2123452"/>
                  </a:lnTo>
                  <a:lnTo>
                    <a:pt x="8088154" y="2163572"/>
                  </a:lnTo>
                  <a:lnTo>
                    <a:pt x="8089009" y="2153094"/>
                  </a:lnTo>
                  <a:lnTo>
                    <a:pt x="8089865" y="2171379"/>
                  </a:lnTo>
                  <a:lnTo>
                    <a:pt x="8090720" y="2139040"/>
                  </a:lnTo>
                  <a:lnTo>
                    <a:pt x="8091576" y="2108254"/>
                  </a:lnTo>
                  <a:lnTo>
                    <a:pt x="8092431" y="2110192"/>
                  </a:lnTo>
                  <a:lnTo>
                    <a:pt x="8093287" y="2081843"/>
                  </a:lnTo>
                  <a:lnTo>
                    <a:pt x="8094142" y="2084441"/>
                  </a:lnTo>
                  <a:lnTo>
                    <a:pt x="8094998" y="2106304"/>
                  </a:lnTo>
                  <a:lnTo>
                    <a:pt x="8095853" y="2110996"/>
                  </a:lnTo>
                  <a:lnTo>
                    <a:pt x="8096709" y="2161755"/>
                  </a:lnTo>
                  <a:lnTo>
                    <a:pt x="8097564" y="2119241"/>
                  </a:lnTo>
                  <a:lnTo>
                    <a:pt x="8098420" y="2115964"/>
                  </a:lnTo>
                  <a:lnTo>
                    <a:pt x="8099276" y="2042745"/>
                  </a:lnTo>
                  <a:lnTo>
                    <a:pt x="8100131" y="1965694"/>
                  </a:lnTo>
                  <a:lnTo>
                    <a:pt x="8100987" y="1946401"/>
                  </a:lnTo>
                  <a:lnTo>
                    <a:pt x="8101842" y="1975660"/>
                  </a:lnTo>
                  <a:lnTo>
                    <a:pt x="8102698" y="1982035"/>
                  </a:lnTo>
                  <a:lnTo>
                    <a:pt x="8103553" y="1988834"/>
                  </a:lnTo>
                  <a:lnTo>
                    <a:pt x="8104409" y="1979495"/>
                  </a:lnTo>
                  <a:lnTo>
                    <a:pt x="8105264" y="2004057"/>
                  </a:lnTo>
                  <a:lnTo>
                    <a:pt x="8106120" y="2011169"/>
                  </a:lnTo>
                  <a:lnTo>
                    <a:pt x="8106975" y="2013016"/>
                  </a:lnTo>
                  <a:lnTo>
                    <a:pt x="8107831" y="1930253"/>
                  </a:lnTo>
                  <a:lnTo>
                    <a:pt x="8108686" y="1893794"/>
                  </a:lnTo>
                  <a:lnTo>
                    <a:pt x="8109542" y="1869358"/>
                  </a:lnTo>
                  <a:lnTo>
                    <a:pt x="8110397" y="1827826"/>
                  </a:lnTo>
                  <a:lnTo>
                    <a:pt x="8111253" y="1769975"/>
                  </a:lnTo>
                  <a:lnTo>
                    <a:pt x="8112108" y="1800565"/>
                  </a:lnTo>
                  <a:lnTo>
                    <a:pt x="8112964" y="1735616"/>
                  </a:lnTo>
                  <a:lnTo>
                    <a:pt x="8113819" y="1739179"/>
                  </a:lnTo>
                  <a:lnTo>
                    <a:pt x="8114675" y="1771167"/>
                  </a:lnTo>
                  <a:lnTo>
                    <a:pt x="8115531" y="1738324"/>
                  </a:lnTo>
                  <a:lnTo>
                    <a:pt x="8116386" y="1861244"/>
                  </a:lnTo>
                  <a:lnTo>
                    <a:pt x="8117242" y="1844558"/>
                  </a:lnTo>
                  <a:lnTo>
                    <a:pt x="8118097" y="1982156"/>
                  </a:lnTo>
                  <a:lnTo>
                    <a:pt x="8118953" y="2015125"/>
                  </a:lnTo>
                  <a:lnTo>
                    <a:pt x="8119808" y="1957204"/>
                  </a:lnTo>
                  <a:lnTo>
                    <a:pt x="8120664" y="2018307"/>
                  </a:lnTo>
                  <a:lnTo>
                    <a:pt x="8121519" y="2106866"/>
                  </a:lnTo>
                  <a:lnTo>
                    <a:pt x="8122375" y="2114436"/>
                  </a:lnTo>
                  <a:lnTo>
                    <a:pt x="8123230" y="2145359"/>
                  </a:lnTo>
                  <a:lnTo>
                    <a:pt x="8124086" y="2154526"/>
                  </a:lnTo>
                  <a:lnTo>
                    <a:pt x="8124941" y="2170351"/>
                  </a:lnTo>
                  <a:lnTo>
                    <a:pt x="8125797" y="2142224"/>
                  </a:lnTo>
                  <a:lnTo>
                    <a:pt x="8126652" y="2116660"/>
                  </a:lnTo>
                  <a:lnTo>
                    <a:pt x="8127508" y="2069617"/>
                  </a:lnTo>
                  <a:lnTo>
                    <a:pt x="8128363" y="2042968"/>
                  </a:lnTo>
                  <a:lnTo>
                    <a:pt x="8129219" y="2080480"/>
                  </a:lnTo>
                  <a:lnTo>
                    <a:pt x="8130075" y="2075312"/>
                  </a:lnTo>
                  <a:lnTo>
                    <a:pt x="8130930" y="2042301"/>
                  </a:lnTo>
                  <a:lnTo>
                    <a:pt x="8131786" y="1965222"/>
                  </a:lnTo>
                  <a:lnTo>
                    <a:pt x="8132641" y="1929161"/>
                  </a:lnTo>
                  <a:lnTo>
                    <a:pt x="8133497" y="1882299"/>
                  </a:lnTo>
                  <a:lnTo>
                    <a:pt x="8134352" y="1893556"/>
                  </a:lnTo>
                  <a:lnTo>
                    <a:pt x="8135208" y="1790559"/>
                  </a:lnTo>
                  <a:lnTo>
                    <a:pt x="8136063" y="1762861"/>
                  </a:lnTo>
                  <a:lnTo>
                    <a:pt x="8136919" y="1845880"/>
                  </a:lnTo>
                  <a:lnTo>
                    <a:pt x="8137774" y="1850347"/>
                  </a:lnTo>
                  <a:lnTo>
                    <a:pt x="8138630" y="1934447"/>
                  </a:lnTo>
                  <a:lnTo>
                    <a:pt x="8139485" y="1916935"/>
                  </a:lnTo>
                  <a:lnTo>
                    <a:pt x="8140341" y="1905406"/>
                  </a:lnTo>
                  <a:lnTo>
                    <a:pt x="8141196" y="1923214"/>
                  </a:lnTo>
                  <a:lnTo>
                    <a:pt x="8142052" y="1986366"/>
                  </a:lnTo>
                  <a:lnTo>
                    <a:pt x="8142907" y="1964713"/>
                  </a:lnTo>
                  <a:lnTo>
                    <a:pt x="8143763" y="1927809"/>
                  </a:lnTo>
                  <a:lnTo>
                    <a:pt x="8144618" y="1900327"/>
                  </a:lnTo>
                  <a:lnTo>
                    <a:pt x="8145474" y="1892541"/>
                  </a:lnTo>
                  <a:lnTo>
                    <a:pt x="8146330" y="1858470"/>
                  </a:lnTo>
                  <a:lnTo>
                    <a:pt x="8147185" y="1867937"/>
                  </a:lnTo>
                  <a:lnTo>
                    <a:pt x="8148041" y="1867954"/>
                  </a:lnTo>
                  <a:lnTo>
                    <a:pt x="8148896" y="1908112"/>
                  </a:lnTo>
                  <a:lnTo>
                    <a:pt x="8149752" y="1889288"/>
                  </a:lnTo>
                  <a:lnTo>
                    <a:pt x="8150607" y="1843667"/>
                  </a:lnTo>
                  <a:lnTo>
                    <a:pt x="8151463" y="1830254"/>
                  </a:lnTo>
                  <a:lnTo>
                    <a:pt x="8152318" y="1807760"/>
                  </a:lnTo>
                  <a:lnTo>
                    <a:pt x="8153174" y="1872558"/>
                  </a:lnTo>
                  <a:lnTo>
                    <a:pt x="8154029" y="1836109"/>
                  </a:lnTo>
                  <a:lnTo>
                    <a:pt x="8154885" y="1906736"/>
                  </a:lnTo>
                  <a:lnTo>
                    <a:pt x="8155740" y="1948386"/>
                  </a:lnTo>
                  <a:lnTo>
                    <a:pt x="8156596" y="1988195"/>
                  </a:lnTo>
                  <a:lnTo>
                    <a:pt x="8157451" y="2080716"/>
                  </a:lnTo>
                  <a:lnTo>
                    <a:pt x="8158307" y="2015319"/>
                  </a:lnTo>
                  <a:lnTo>
                    <a:pt x="8159162" y="1967320"/>
                  </a:lnTo>
                  <a:lnTo>
                    <a:pt x="8160018" y="1861619"/>
                  </a:lnTo>
                  <a:lnTo>
                    <a:pt x="8160873" y="1789512"/>
                  </a:lnTo>
                  <a:lnTo>
                    <a:pt x="8161729" y="1869987"/>
                  </a:lnTo>
                  <a:lnTo>
                    <a:pt x="8162585" y="1948997"/>
                  </a:lnTo>
                  <a:lnTo>
                    <a:pt x="8163440" y="1930814"/>
                  </a:lnTo>
                  <a:lnTo>
                    <a:pt x="8164296" y="1981755"/>
                  </a:lnTo>
                  <a:lnTo>
                    <a:pt x="8165151" y="1960019"/>
                  </a:lnTo>
                  <a:lnTo>
                    <a:pt x="8166007" y="1961870"/>
                  </a:lnTo>
                  <a:lnTo>
                    <a:pt x="8166862" y="1911322"/>
                  </a:lnTo>
                  <a:lnTo>
                    <a:pt x="8167718" y="1799237"/>
                  </a:lnTo>
                  <a:lnTo>
                    <a:pt x="8168573" y="1801690"/>
                  </a:lnTo>
                  <a:lnTo>
                    <a:pt x="8169429" y="1704841"/>
                  </a:lnTo>
                  <a:lnTo>
                    <a:pt x="8170284" y="1747329"/>
                  </a:lnTo>
                  <a:lnTo>
                    <a:pt x="8171140" y="1690297"/>
                  </a:lnTo>
                  <a:lnTo>
                    <a:pt x="8171995" y="1674347"/>
                  </a:lnTo>
                  <a:lnTo>
                    <a:pt x="8172851" y="1682778"/>
                  </a:lnTo>
                  <a:lnTo>
                    <a:pt x="8173706" y="1580385"/>
                  </a:lnTo>
                  <a:lnTo>
                    <a:pt x="8174562" y="1628947"/>
                  </a:lnTo>
                  <a:lnTo>
                    <a:pt x="8175417" y="1556035"/>
                  </a:lnTo>
                  <a:lnTo>
                    <a:pt x="8176273" y="1557001"/>
                  </a:lnTo>
                  <a:lnTo>
                    <a:pt x="8177129" y="1599605"/>
                  </a:lnTo>
                  <a:lnTo>
                    <a:pt x="8177984" y="1597793"/>
                  </a:lnTo>
                  <a:lnTo>
                    <a:pt x="8178840" y="1540174"/>
                  </a:lnTo>
                  <a:lnTo>
                    <a:pt x="8179695" y="1533042"/>
                  </a:lnTo>
                  <a:lnTo>
                    <a:pt x="8180551" y="1450289"/>
                  </a:lnTo>
                  <a:lnTo>
                    <a:pt x="8181406" y="1391765"/>
                  </a:lnTo>
                  <a:lnTo>
                    <a:pt x="8182262" y="1344494"/>
                  </a:lnTo>
                  <a:lnTo>
                    <a:pt x="8183117" y="1335146"/>
                  </a:lnTo>
                  <a:lnTo>
                    <a:pt x="8183973" y="1306264"/>
                  </a:lnTo>
                  <a:lnTo>
                    <a:pt x="8184828" y="1314728"/>
                  </a:lnTo>
                  <a:lnTo>
                    <a:pt x="8185684" y="1319320"/>
                  </a:lnTo>
                  <a:lnTo>
                    <a:pt x="8186539" y="1320025"/>
                  </a:lnTo>
                  <a:lnTo>
                    <a:pt x="8187395" y="1369103"/>
                  </a:lnTo>
                  <a:lnTo>
                    <a:pt x="8188250" y="1242022"/>
                  </a:lnTo>
                  <a:lnTo>
                    <a:pt x="8189106" y="1239079"/>
                  </a:lnTo>
                  <a:lnTo>
                    <a:pt x="8189961" y="1246095"/>
                  </a:lnTo>
                  <a:lnTo>
                    <a:pt x="8190817" y="1248292"/>
                  </a:lnTo>
                  <a:lnTo>
                    <a:pt x="8191672" y="1271982"/>
                  </a:lnTo>
                  <a:lnTo>
                    <a:pt x="8192528" y="1265635"/>
                  </a:lnTo>
                  <a:lnTo>
                    <a:pt x="8193384" y="1178939"/>
                  </a:lnTo>
                  <a:lnTo>
                    <a:pt x="8194239" y="1160662"/>
                  </a:lnTo>
                  <a:lnTo>
                    <a:pt x="8195095" y="1132007"/>
                  </a:lnTo>
                  <a:lnTo>
                    <a:pt x="8195950" y="1130450"/>
                  </a:lnTo>
                  <a:lnTo>
                    <a:pt x="8196806" y="1175741"/>
                  </a:lnTo>
                  <a:lnTo>
                    <a:pt x="8197661" y="1207324"/>
                  </a:lnTo>
                  <a:lnTo>
                    <a:pt x="8198517" y="1156608"/>
                  </a:lnTo>
                  <a:lnTo>
                    <a:pt x="8199372" y="1164120"/>
                  </a:lnTo>
                  <a:lnTo>
                    <a:pt x="8200228" y="1140060"/>
                  </a:lnTo>
                  <a:lnTo>
                    <a:pt x="8201083" y="1144842"/>
                  </a:lnTo>
                  <a:lnTo>
                    <a:pt x="8201939" y="1139169"/>
                  </a:lnTo>
                  <a:lnTo>
                    <a:pt x="8202794" y="1106102"/>
                  </a:lnTo>
                  <a:lnTo>
                    <a:pt x="8203650" y="1073710"/>
                  </a:lnTo>
                  <a:lnTo>
                    <a:pt x="8204505" y="1097302"/>
                  </a:lnTo>
                  <a:lnTo>
                    <a:pt x="8205361" y="1049960"/>
                  </a:lnTo>
                  <a:lnTo>
                    <a:pt x="8206216" y="1086175"/>
                  </a:lnTo>
                  <a:lnTo>
                    <a:pt x="8207072" y="1129501"/>
                  </a:lnTo>
                  <a:lnTo>
                    <a:pt x="8207927" y="1049055"/>
                  </a:lnTo>
                  <a:lnTo>
                    <a:pt x="8208783" y="1120343"/>
                  </a:lnTo>
                  <a:lnTo>
                    <a:pt x="8209639" y="1170636"/>
                  </a:lnTo>
                  <a:lnTo>
                    <a:pt x="8210494" y="1283769"/>
                  </a:lnTo>
                  <a:lnTo>
                    <a:pt x="8211350" y="1423795"/>
                  </a:lnTo>
                  <a:lnTo>
                    <a:pt x="8212205" y="1379599"/>
                  </a:lnTo>
                  <a:lnTo>
                    <a:pt x="8213061" y="1312855"/>
                  </a:lnTo>
                  <a:lnTo>
                    <a:pt x="8213916" y="1435317"/>
                  </a:lnTo>
                  <a:lnTo>
                    <a:pt x="8214772" y="1591427"/>
                  </a:lnTo>
                  <a:lnTo>
                    <a:pt x="8215627" y="1582404"/>
                  </a:lnTo>
                  <a:lnTo>
                    <a:pt x="8216483" y="1566470"/>
                  </a:lnTo>
                  <a:lnTo>
                    <a:pt x="8217338" y="1680118"/>
                  </a:lnTo>
                  <a:lnTo>
                    <a:pt x="8218194" y="1709969"/>
                  </a:lnTo>
                  <a:lnTo>
                    <a:pt x="8219049" y="1735014"/>
                  </a:lnTo>
                  <a:lnTo>
                    <a:pt x="8219905" y="1782121"/>
                  </a:lnTo>
                  <a:lnTo>
                    <a:pt x="8220760" y="1894928"/>
                  </a:lnTo>
                  <a:lnTo>
                    <a:pt x="8221616" y="1853532"/>
                  </a:lnTo>
                  <a:lnTo>
                    <a:pt x="8222471" y="1854850"/>
                  </a:lnTo>
                  <a:lnTo>
                    <a:pt x="8223327" y="1761258"/>
                  </a:lnTo>
                  <a:lnTo>
                    <a:pt x="8224182" y="1803050"/>
                  </a:lnTo>
                  <a:lnTo>
                    <a:pt x="8225038" y="1884049"/>
                  </a:lnTo>
                  <a:lnTo>
                    <a:pt x="8225894" y="1870892"/>
                  </a:lnTo>
                  <a:lnTo>
                    <a:pt x="8226749" y="1882348"/>
                  </a:lnTo>
                  <a:lnTo>
                    <a:pt x="8227605" y="1866249"/>
                  </a:lnTo>
                  <a:lnTo>
                    <a:pt x="8228460" y="1941746"/>
                  </a:lnTo>
                  <a:lnTo>
                    <a:pt x="8229316" y="1922511"/>
                  </a:lnTo>
                  <a:lnTo>
                    <a:pt x="8230171" y="1839685"/>
                  </a:lnTo>
                  <a:lnTo>
                    <a:pt x="8231027" y="1784946"/>
                  </a:lnTo>
                  <a:lnTo>
                    <a:pt x="8231882" y="1780893"/>
                  </a:lnTo>
                  <a:lnTo>
                    <a:pt x="8232738" y="1837877"/>
                  </a:lnTo>
                  <a:lnTo>
                    <a:pt x="8233593" y="1772457"/>
                  </a:lnTo>
                  <a:lnTo>
                    <a:pt x="8234449" y="1830529"/>
                  </a:lnTo>
                  <a:lnTo>
                    <a:pt x="8235304" y="1788773"/>
                  </a:lnTo>
                  <a:lnTo>
                    <a:pt x="8236160" y="1821378"/>
                  </a:lnTo>
                  <a:lnTo>
                    <a:pt x="8237015" y="1810398"/>
                  </a:lnTo>
                  <a:lnTo>
                    <a:pt x="8237871" y="1791506"/>
                  </a:lnTo>
                  <a:lnTo>
                    <a:pt x="8238726" y="1908528"/>
                  </a:lnTo>
                  <a:lnTo>
                    <a:pt x="8239582" y="1981862"/>
                  </a:lnTo>
                  <a:lnTo>
                    <a:pt x="8240438" y="2006080"/>
                  </a:lnTo>
                  <a:lnTo>
                    <a:pt x="8241293" y="2002252"/>
                  </a:lnTo>
                  <a:lnTo>
                    <a:pt x="8242149" y="2062466"/>
                  </a:lnTo>
                  <a:lnTo>
                    <a:pt x="8243004" y="2114033"/>
                  </a:lnTo>
                  <a:lnTo>
                    <a:pt x="8243860" y="2146823"/>
                  </a:lnTo>
                  <a:lnTo>
                    <a:pt x="8244715" y="2129854"/>
                  </a:lnTo>
                  <a:lnTo>
                    <a:pt x="8245571" y="2119486"/>
                  </a:lnTo>
                  <a:lnTo>
                    <a:pt x="8246426" y="2124557"/>
                  </a:lnTo>
                  <a:lnTo>
                    <a:pt x="8247282" y="2155748"/>
                  </a:lnTo>
                  <a:lnTo>
                    <a:pt x="8248137" y="2148082"/>
                  </a:lnTo>
                  <a:lnTo>
                    <a:pt x="8248993" y="2138240"/>
                  </a:lnTo>
                  <a:lnTo>
                    <a:pt x="8249848" y="2149249"/>
                  </a:lnTo>
                  <a:lnTo>
                    <a:pt x="8250704" y="2191179"/>
                  </a:lnTo>
                  <a:lnTo>
                    <a:pt x="8251559" y="2256064"/>
                  </a:lnTo>
                  <a:lnTo>
                    <a:pt x="8252415" y="2260222"/>
                  </a:lnTo>
                  <a:lnTo>
                    <a:pt x="8253270" y="2295915"/>
                  </a:lnTo>
                  <a:lnTo>
                    <a:pt x="8254126" y="2268301"/>
                  </a:lnTo>
                  <a:lnTo>
                    <a:pt x="8254981" y="2283348"/>
                  </a:lnTo>
                  <a:lnTo>
                    <a:pt x="8255837" y="2313297"/>
                  </a:lnTo>
                  <a:lnTo>
                    <a:pt x="8256693" y="2295352"/>
                  </a:lnTo>
                  <a:lnTo>
                    <a:pt x="8257548" y="2300144"/>
                  </a:lnTo>
                  <a:lnTo>
                    <a:pt x="8258404" y="2257223"/>
                  </a:lnTo>
                  <a:lnTo>
                    <a:pt x="8259259" y="2237383"/>
                  </a:lnTo>
                  <a:lnTo>
                    <a:pt x="8260115" y="2221790"/>
                  </a:lnTo>
                  <a:lnTo>
                    <a:pt x="8260970" y="2131345"/>
                  </a:lnTo>
                  <a:lnTo>
                    <a:pt x="8261826" y="2163233"/>
                  </a:lnTo>
                  <a:lnTo>
                    <a:pt x="8262681" y="2151115"/>
                  </a:lnTo>
                  <a:lnTo>
                    <a:pt x="8263537" y="2166520"/>
                  </a:lnTo>
                  <a:lnTo>
                    <a:pt x="8264392" y="2206667"/>
                  </a:lnTo>
                  <a:lnTo>
                    <a:pt x="8265248" y="2168341"/>
                  </a:lnTo>
                  <a:lnTo>
                    <a:pt x="8266103" y="2191040"/>
                  </a:lnTo>
                  <a:lnTo>
                    <a:pt x="8266959" y="2211572"/>
                  </a:lnTo>
                  <a:lnTo>
                    <a:pt x="8267814" y="2250717"/>
                  </a:lnTo>
                  <a:lnTo>
                    <a:pt x="8268670" y="2328386"/>
                  </a:lnTo>
                  <a:lnTo>
                    <a:pt x="8268670" y="2328386"/>
                  </a:lnTo>
                  <a:lnTo>
                    <a:pt x="8269525" y="2293573"/>
                  </a:lnTo>
                  <a:lnTo>
                    <a:pt x="8270381" y="2280735"/>
                  </a:lnTo>
                  <a:lnTo>
                    <a:pt x="8271236" y="2287657"/>
                  </a:lnTo>
                  <a:lnTo>
                    <a:pt x="8272092" y="2250931"/>
                  </a:lnTo>
                  <a:lnTo>
                    <a:pt x="8272948" y="2240341"/>
                  </a:lnTo>
                  <a:lnTo>
                    <a:pt x="8273803" y="2257945"/>
                  </a:lnTo>
                  <a:lnTo>
                    <a:pt x="8274659" y="2230143"/>
                  </a:lnTo>
                  <a:lnTo>
                    <a:pt x="8275514" y="2224720"/>
                  </a:lnTo>
                  <a:lnTo>
                    <a:pt x="8276370" y="2261806"/>
                  </a:lnTo>
                  <a:lnTo>
                    <a:pt x="8277225" y="2306778"/>
                  </a:lnTo>
                  <a:lnTo>
                    <a:pt x="8278081" y="2328386"/>
                  </a:lnTo>
                  <a:lnTo>
                    <a:pt x="8278081" y="2328386"/>
                  </a:lnTo>
                  <a:lnTo>
                    <a:pt x="8278936" y="2289800"/>
                  </a:lnTo>
                  <a:lnTo>
                    <a:pt x="8279792" y="2289586"/>
                  </a:lnTo>
                  <a:lnTo>
                    <a:pt x="8280647" y="2298758"/>
                  </a:lnTo>
                  <a:lnTo>
                    <a:pt x="8281503" y="2307276"/>
                  </a:lnTo>
                  <a:lnTo>
                    <a:pt x="8282358" y="2310200"/>
                  </a:lnTo>
                  <a:lnTo>
                    <a:pt x="8283214" y="2264631"/>
                  </a:lnTo>
                  <a:lnTo>
                    <a:pt x="8284069" y="2259909"/>
                  </a:lnTo>
                  <a:lnTo>
                    <a:pt x="8284925" y="2295363"/>
                  </a:lnTo>
                  <a:lnTo>
                    <a:pt x="8285780" y="2277257"/>
                  </a:lnTo>
                  <a:lnTo>
                    <a:pt x="8286636" y="2303458"/>
                  </a:lnTo>
                  <a:lnTo>
                    <a:pt x="8287492" y="2293985"/>
                  </a:lnTo>
                  <a:lnTo>
                    <a:pt x="8288347" y="2267988"/>
                  </a:lnTo>
                  <a:lnTo>
                    <a:pt x="8289203" y="2257854"/>
                  </a:lnTo>
                  <a:lnTo>
                    <a:pt x="8290058" y="2266634"/>
                  </a:lnTo>
                  <a:lnTo>
                    <a:pt x="8290914" y="2293108"/>
                  </a:lnTo>
                  <a:lnTo>
                    <a:pt x="8291769" y="2305764"/>
                  </a:lnTo>
                  <a:lnTo>
                    <a:pt x="8292625" y="2315785"/>
                  </a:lnTo>
                  <a:lnTo>
                    <a:pt x="8293480" y="2311453"/>
                  </a:lnTo>
                  <a:lnTo>
                    <a:pt x="8294336" y="2328386"/>
                  </a:lnTo>
                  <a:lnTo>
                    <a:pt x="8294336" y="2328386"/>
                  </a:lnTo>
                  <a:lnTo>
                    <a:pt x="8295191" y="2314577"/>
                  </a:lnTo>
                  <a:lnTo>
                    <a:pt x="8296047" y="2288758"/>
                  </a:lnTo>
                  <a:lnTo>
                    <a:pt x="8296902" y="2282584"/>
                  </a:lnTo>
                  <a:lnTo>
                    <a:pt x="8297758" y="2262117"/>
                  </a:lnTo>
                  <a:lnTo>
                    <a:pt x="8298613" y="2218113"/>
                  </a:lnTo>
                  <a:lnTo>
                    <a:pt x="8299469" y="2185572"/>
                  </a:lnTo>
                  <a:lnTo>
                    <a:pt x="8300324" y="2180790"/>
                  </a:lnTo>
                  <a:lnTo>
                    <a:pt x="8301180" y="2249158"/>
                  </a:lnTo>
                  <a:lnTo>
                    <a:pt x="8302035" y="2261739"/>
                  </a:lnTo>
                  <a:lnTo>
                    <a:pt x="8302891" y="2264085"/>
                  </a:lnTo>
                  <a:lnTo>
                    <a:pt x="8303747" y="2255290"/>
                  </a:lnTo>
                  <a:lnTo>
                    <a:pt x="8304602" y="2274582"/>
                  </a:lnTo>
                  <a:lnTo>
                    <a:pt x="8305458" y="2298624"/>
                  </a:lnTo>
                  <a:lnTo>
                    <a:pt x="8306313" y="2292591"/>
                  </a:lnTo>
                  <a:lnTo>
                    <a:pt x="8307169" y="2260505"/>
                  </a:lnTo>
                  <a:lnTo>
                    <a:pt x="8308024" y="2211493"/>
                  </a:lnTo>
                  <a:lnTo>
                    <a:pt x="8308880" y="2214881"/>
                  </a:lnTo>
                  <a:lnTo>
                    <a:pt x="8309735" y="2223088"/>
                  </a:lnTo>
                  <a:lnTo>
                    <a:pt x="8310591" y="2280380"/>
                  </a:lnTo>
                  <a:lnTo>
                    <a:pt x="8311446" y="2245220"/>
                  </a:lnTo>
                  <a:lnTo>
                    <a:pt x="8312302" y="2276338"/>
                  </a:lnTo>
                  <a:lnTo>
                    <a:pt x="8313157" y="2297803"/>
                  </a:lnTo>
                  <a:lnTo>
                    <a:pt x="8314013" y="2313367"/>
                  </a:lnTo>
                  <a:lnTo>
                    <a:pt x="8314868" y="2267069"/>
                  </a:lnTo>
                  <a:lnTo>
                    <a:pt x="8315724" y="2189350"/>
                  </a:lnTo>
                  <a:lnTo>
                    <a:pt x="8316579" y="2162242"/>
                  </a:lnTo>
                  <a:lnTo>
                    <a:pt x="8317435" y="2161053"/>
                  </a:lnTo>
                  <a:lnTo>
                    <a:pt x="8318290" y="2161975"/>
                  </a:lnTo>
                  <a:lnTo>
                    <a:pt x="8319146" y="2191486"/>
                  </a:lnTo>
                  <a:lnTo>
                    <a:pt x="8320002" y="2157081"/>
                  </a:lnTo>
                  <a:lnTo>
                    <a:pt x="8320857" y="2192511"/>
                  </a:lnTo>
                  <a:lnTo>
                    <a:pt x="8321713" y="2289869"/>
                  </a:lnTo>
                  <a:lnTo>
                    <a:pt x="8322568" y="2261629"/>
                  </a:lnTo>
                  <a:lnTo>
                    <a:pt x="8323424" y="2249909"/>
                  </a:lnTo>
                  <a:lnTo>
                    <a:pt x="8324279" y="2239732"/>
                  </a:lnTo>
                  <a:lnTo>
                    <a:pt x="8325135" y="2243143"/>
                  </a:lnTo>
                  <a:lnTo>
                    <a:pt x="8325990" y="2243522"/>
                  </a:lnTo>
                  <a:lnTo>
                    <a:pt x="8326846" y="2260122"/>
                  </a:lnTo>
                  <a:lnTo>
                    <a:pt x="8327701" y="2237674"/>
                  </a:lnTo>
                  <a:lnTo>
                    <a:pt x="8328557" y="2259173"/>
                  </a:lnTo>
                  <a:lnTo>
                    <a:pt x="8329412" y="2260849"/>
                  </a:lnTo>
                  <a:lnTo>
                    <a:pt x="8330268" y="2264996"/>
                  </a:lnTo>
                  <a:lnTo>
                    <a:pt x="8331123" y="2280121"/>
                  </a:lnTo>
                  <a:lnTo>
                    <a:pt x="8331979" y="2273117"/>
                  </a:lnTo>
                  <a:lnTo>
                    <a:pt x="8332834" y="2280707"/>
                  </a:lnTo>
                  <a:lnTo>
                    <a:pt x="8333690" y="2275592"/>
                  </a:lnTo>
                  <a:lnTo>
                    <a:pt x="8334546" y="2267946"/>
                  </a:lnTo>
                  <a:lnTo>
                    <a:pt x="8335401" y="2311552"/>
                  </a:lnTo>
                  <a:lnTo>
                    <a:pt x="8336257" y="2288928"/>
                  </a:lnTo>
                  <a:lnTo>
                    <a:pt x="8337112" y="2287312"/>
                  </a:lnTo>
                  <a:lnTo>
                    <a:pt x="8337968" y="2294062"/>
                  </a:lnTo>
                  <a:lnTo>
                    <a:pt x="8338823" y="2284747"/>
                  </a:lnTo>
                  <a:lnTo>
                    <a:pt x="8339679" y="2260449"/>
                  </a:lnTo>
                  <a:lnTo>
                    <a:pt x="8340534" y="2247071"/>
                  </a:lnTo>
                  <a:lnTo>
                    <a:pt x="8341390" y="2253728"/>
                  </a:lnTo>
                  <a:lnTo>
                    <a:pt x="8342245" y="2273129"/>
                  </a:lnTo>
                  <a:lnTo>
                    <a:pt x="8343101" y="2269699"/>
                  </a:lnTo>
                  <a:lnTo>
                    <a:pt x="8343956" y="2258954"/>
                  </a:lnTo>
                  <a:lnTo>
                    <a:pt x="8344812" y="2226518"/>
                  </a:lnTo>
                  <a:lnTo>
                    <a:pt x="8345667" y="2178502"/>
                  </a:lnTo>
                  <a:lnTo>
                    <a:pt x="8346523" y="2198818"/>
                  </a:lnTo>
                  <a:lnTo>
                    <a:pt x="8347378" y="2247751"/>
                  </a:lnTo>
                  <a:lnTo>
                    <a:pt x="8348234" y="2259474"/>
                  </a:lnTo>
                  <a:lnTo>
                    <a:pt x="8349089" y="2262459"/>
                  </a:lnTo>
                  <a:lnTo>
                    <a:pt x="8349945" y="2291643"/>
                  </a:lnTo>
                  <a:lnTo>
                    <a:pt x="8350801" y="2299981"/>
                  </a:lnTo>
                  <a:lnTo>
                    <a:pt x="8351656" y="2327616"/>
                  </a:lnTo>
                  <a:lnTo>
                    <a:pt x="8352512" y="2304332"/>
                  </a:lnTo>
                  <a:lnTo>
                    <a:pt x="8353367" y="2325671"/>
                  </a:lnTo>
                  <a:lnTo>
                    <a:pt x="8354223" y="2328386"/>
                  </a:lnTo>
                  <a:lnTo>
                    <a:pt x="8354223" y="2328386"/>
                  </a:lnTo>
                  <a:lnTo>
                    <a:pt x="8355078" y="2317550"/>
                  </a:lnTo>
                  <a:lnTo>
                    <a:pt x="8355934" y="2303750"/>
                  </a:lnTo>
                  <a:lnTo>
                    <a:pt x="8356789" y="2301914"/>
                  </a:lnTo>
                  <a:lnTo>
                    <a:pt x="8357645" y="2328386"/>
                  </a:lnTo>
                  <a:lnTo>
                    <a:pt x="8357645" y="2328386"/>
                  </a:lnTo>
                  <a:lnTo>
                    <a:pt x="8358500" y="2328386"/>
                  </a:lnTo>
                  <a:lnTo>
                    <a:pt x="8359356" y="2328386"/>
                  </a:lnTo>
                  <a:lnTo>
                    <a:pt x="8360211" y="2328386"/>
                  </a:lnTo>
                  <a:lnTo>
                    <a:pt x="8361067" y="2328386"/>
                  </a:lnTo>
                  <a:lnTo>
                    <a:pt x="8361922" y="2328386"/>
                  </a:lnTo>
                  <a:lnTo>
                    <a:pt x="8362778" y="2328386"/>
                  </a:lnTo>
                  <a:lnTo>
                    <a:pt x="8363633" y="2328386"/>
                  </a:lnTo>
                  <a:lnTo>
                    <a:pt x="8364489" y="2328386"/>
                  </a:lnTo>
                  <a:lnTo>
                    <a:pt x="8365344" y="2328386"/>
                  </a:lnTo>
                  <a:lnTo>
                    <a:pt x="8366200" y="2328386"/>
                  </a:lnTo>
                  <a:lnTo>
                    <a:pt x="8367056" y="2328386"/>
                  </a:lnTo>
                  <a:lnTo>
                    <a:pt x="8367911" y="2328386"/>
                  </a:lnTo>
                  <a:lnTo>
                    <a:pt x="8368767" y="2328386"/>
                  </a:lnTo>
                  <a:lnTo>
                    <a:pt x="8369622" y="2328386"/>
                  </a:lnTo>
                  <a:lnTo>
                    <a:pt x="8370478" y="2328386"/>
                  </a:lnTo>
                  <a:lnTo>
                    <a:pt x="8371333" y="2328386"/>
                  </a:lnTo>
                  <a:lnTo>
                    <a:pt x="8372189" y="2328386"/>
                  </a:lnTo>
                  <a:lnTo>
                    <a:pt x="8373044" y="2328386"/>
                  </a:lnTo>
                  <a:lnTo>
                    <a:pt x="8373900" y="2328386"/>
                  </a:lnTo>
                  <a:lnTo>
                    <a:pt x="8374755" y="2328386"/>
                  </a:lnTo>
                  <a:lnTo>
                    <a:pt x="8375611" y="2292873"/>
                  </a:lnTo>
                  <a:lnTo>
                    <a:pt x="8376466" y="2328386"/>
                  </a:lnTo>
                  <a:lnTo>
                    <a:pt x="8376466" y="2328386"/>
                  </a:lnTo>
                  <a:lnTo>
                    <a:pt x="8377322" y="2328386"/>
                  </a:lnTo>
                  <a:lnTo>
                    <a:pt x="8378177" y="2328386"/>
                  </a:lnTo>
                  <a:lnTo>
                    <a:pt x="8379033" y="2292614"/>
                  </a:lnTo>
                  <a:lnTo>
                    <a:pt x="8379888" y="2240488"/>
                  </a:lnTo>
                  <a:lnTo>
                    <a:pt x="8380744" y="2229521"/>
                  </a:lnTo>
                  <a:lnTo>
                    <a:pt x="8381600" y="2191438"/>
                  </a:lnTo>
                  <a:lnTo>
                    <a:pt x="8382455" y="2170121"/>
                  </a:lnTo>
                  <a:lnTo>
                    <a:pt x="8383311" y="2190986"/>
                  </a:lnTo>
                  <a:lnTo>
                    <a:pt x="8384166" y="2155161"/>
                  </a:lnTo>
                  <a:lnTo>
                    <a:pt x="8385022" y="2159476"/>
                  </a:lnTo>
                  <a:lnTo>
                    <a:pt x="8385877" y="2168200"/>
                  </a:lnTo>
                  <a:lnTo>
                    <a:pt x="8386733" y="2170504"/>
                  </a:lnTo>
                  <a:lnTo>
                    <a:pt x="8387588" y="2235121"/>
                  </a:lnTo>
                  <a:lnTo>
                    <a:pt x="8388444" y="2246459"/>
                  </a:lnTo>
                  <a:lnTo>
                    <a:pt x="8389299" y="2248089"/>
                  </a:lnTo>
                  <a:lnTo>
                    <a:pt x="8390155" y="2248852"/>
                  </a:lnTo>
                  <a:lnTo>
                    <a:pt x="8391010" y="2209805"/>
                  </a:lnTo>
                  <a:lnTo>
                    <a:pt x="8391866" y="2221936"/>
                  </a:lnTo>
                  <a:lnTo>
                    <a:pt x="8392721" y="2241807"/>
                  </a:lnTo>
                  <a:lnTo>
                    <a:pt x="8393577" y="2244076"/>
                  </a:lnTo>
                  <a:lnTo>
                    <a:pt x="8394432" y="2268964"/>
                  </a:lnTo>
                  <a:lnTo>
                    <a:pt x="8395288" y="2268976"/>
                  </a:lnTo>
                  <a:lnTo>
                    <a:pt x="8396143" y="2259251"/>
                  </a:lnTo>
                  <a:lnTo>
                    <a:pt x="8396999" y="2231911"/>
                  </a:lnTo>
                  <a:lnTo>
                    <a:pt x="8397855" y="2250862"/>
                  </a:lnTo>
                  <a:lnTo>
                    <a:pt x="8398710" y="2281960"/>
                  </a:lnTo>
                  <a:lnTo>
                    <a:pt x="8399566" y="2318289"/>
                  </a:lnTo>
                  <a:lnTo>
                    <a:pt x="8400421" y="2314624"/>
                  </a:lnTo>
                  <a:lnTo>
                    <a:pt x="8401277" y="2289770"/>
                  </a:lnTo>
                  <a:lnTo>
                    <a:pt x="8402132" y="2260872"/>
                  </a:lnTo>
                  <a:lnTo>
                    <a:pt x="8402988" y="2219030"/>
                  </a:lnTo>
                  <a:lnTo>
                    <a:pt x="8403843" y="2206417"/>
                  </a:lnTo>
                  <a:lnTo>
                    <a:pt x="8404699" y="2302138"/>
                  </a:lnTo>
                  <a:lnTo>
                    <a:pt x="8405554" y="2267195"/>
                  </a:lnTo>
                  <a:lnTo>
                    <a:pt x="8406410" y="2270948"/>
                  </a:lnTo>
                  <a:lnTo>
                    <a:pt x="8407265" y="2270413"/>
                  </a:lnTo>
                  <a:lnTo>
                    <a:pt x="8408121" y="2241988"/>
                  </a:lnTo>
                  <a:lnTo>
                    <a:pt x="8408976" y="2232087"/>
                  </a:lnTo>
                  <a:lnTo>
                    <a:pt x="8409832" y="2255581"/>
                  </a:lnTo>
                  <a:lnTo>
                    <a:pt x="8410687" y="2263415"/>
                  </a:lnTo>
                  <a:lnTo>
                    <a:pt x="8411543" y="2285338"/>
                  </a:lnTo>
                  <a:lnTo>
                    <a:pt x="8412398" y="2232106"/>
                  </a:lnTo>
                  <a:lnTo>
                    <a:pt x="8413254" y="2192459"/>
                  </a:lnTo>
                  <a:lnTo>
                    <a:pt x="8414110" y="2225216"/>
                  </a:lnTo>
                  <a:lnTo>
                    <a:pt x="8414965" y="2230174"/>
                  </a:lnTo>
                  <a:lnTo>
                    <a:pt x="8415821" y="2238475"/>
                  </a:lnTo>
                  <a:lnTo>
                    <a:pt x="8416676" y="2242407"/>
                  </a:lnTo>
                  <a:lnTo>
                    <a:pt x="8417532" y="2238210"/>
                  </a:lnTo>
                  <a:lnTo>
                    <a:pt x="8418387" y="2255862"/>
                  </a:lnTo>
                  <a:lnTo>
                    <a:pt x="8419243" y="2273618"/>
                  </a:lnTo>
                  <a:lnTo>
                    <a:pt x="8420098" y="2325186"/>
                  </a:lnTo>
                  <a:lnTo>
                    <a:pt x="8420954" y="2325776"/>
                  </a:lnTo>
                  <a:lnTo>
                    <a:pt x="8421809" y="2264966"/>
                  </a:lnTo>
                  <a:lnTo>
                    <a:pt x="8422665" y="2248410"/>
                  </a:lnTo>
                  <a:lnTo>
                    <a:pt x="8423520" y="2256213"/>
                  </a:lnTo>
                  <a:lnTo>
                    <a:pt x="8424376" y="2271073"/>
                  </a:lnTo>
                  <a:lnTo>
                    <a:pt x="8425231" y="2305678"/>
                  </a:lnTo>
                  <a:lnTo>
                    <a:pt x="8426087" y="2328386"/>
                  </a:lnTo>
                  <a:lnTo>
                    <a:pt x="8426087" y="2328386"/>
                  </a:lnTo>
                  <a:lnTo>
                    <a:pt x="8426942" y="2313802"/>
                  </a:lnTo>
                  <a:lnTo>
                    <a:pt x="8427798" y="2322305"/>
                  </a:lnTo>
                  <a:lnTo>
                    <a:pt x="8428653" y="2317945"/>
                  </a:lnTo>
                  <a:lnTo>
                    <a:pt x="8429509" y="2314408"/>
                  </a:lnTo>
                  <a:lnTo>
                    <a:pt x="8430365" y="2328386"/>
                  </a:lnTo>
                  <a:lnTo>
                    <a:pt x="8430365" y="2328386"/>
                  </a:lnTo>
                  <a:lnTo>
                    <a:pt x="8431220" y="2325299"/>
                  </a:lnTo>
                  <a:lnTo>
                    <a:pt x="8432076" y="2304190"/>
                  </a:lnTo>
                  <a:lnTo>
                    <a:pt x="8432931" y="2276498"/>
                  </a:lnTo>
                  <a:lnTo>
                    <a:pt x="8433787" y="2247927"/>
                  </a:lnTo>
                  <a:lnTo>
                    <a:pt x="8434642" y="2267274"/>
                  </a:lnTo>
                  <a:lnTo>
                    <a:pt x="8435498" y="2231619"/>
                  </a:lnTo>
                  <a:lnTo>
                    <a:pt x="8436353" y="2235389"/>
                  </a:lnTo>
                  <a:lnTo>
                    <a:pt x="8437209" y="2233780"/>
                  </a:lnTo>
                  <a:lnTo>
                    <a:pt x="8438064" y="2230037"/>
                  </a:lnTo>
                  <a:lnTo>
                    <a:pt x="8438920" y="2244097"/>
                  </a:lnTo>
                  <a:lnTo>
                    <a:pt x="8439775" y="2241901"/>
                  </a:lnTo>
                  <a:lnTo>
                    <a:pt x="8440631" y="2279229"/>
                  </a:lnTo>
                  <a:lnTo>
                    <a:pt x="8441486" y="2259944"/>
                  </a:lnTo>
                  <a:lnTo>
                    <a:pt x="8442342" y="2255827"/>
                  </a:lnTo>
                  <a:lnTo>
                    <a:pt x="8443197" y="2289190"/>
                  </a:lnTo>
                  <a:lnTo>
                    <a:pt x="8444053" y="2277875"/>
                  </a:lnTo>
                  <a:lnTo>
                    <a:pt x="8444909" y="2288322"/>
                  </a:lnTo>
                  <a:lnTo>
                    <a:pt x="8445764" y="2328386"/>
                  </a:lnTo>
                  <a:lnTo>
                    <a:pt x="8445764" y="2328386"/>
                  </a:lnTo>
                  <a:lnTo>
                    <a:pt x="8446620" y="2328282"/>
                  </a:lnTo>
                  <a:lnTo>
                    <a:pt x="8447475" y="2312322"/>
                  </a:lnTo>
                  <a:lnTo>
                    <a:pt x="8448331" y="2328386"/>
                  </a:lnTo>
                  <a:lnTo>
                    <a:pt x="8448331" y="2328386"/>
                  </a:lnTo>
                  <a:lnTo>
                    <a:pt x="8449186" y="2328386"/>
                  </a:lnTo>
                  <a:lnTo>
                    <a:pt x="8450042" y="2328386"/>
                  </a:lnTo>
                  <a:lnTo>
                    <a:pt x="8450897" y="2297414"/>
                  </a:lnTo>
                  <a:lnTo>
                    <a:pt x="8451753" y="2328386"/>
                  </a:lnTo>
                  <a:lnTo>
                    <a:pt x="8451753" y="2328386"/>
                  </a:lnTo>
                  <a:lnTo>
                    <a:pt x="8452608" y="2328386"/>
                  </a:lnTo>
                  <a:lnTo>
                    <a:pt x="8453464" y="2328386"/>
                  </a:lnTo>
                  <a:lnTo>
                    <a:pt x="8454319" y="2328386"/>
                  </a:lnTo>
                  <a:lnTo>
                    <a:pt x="8455175" y="2328386"/>
                  </a:lnTo>
                  <a:lnTo>
                    <a:pt x="8456030" y="2304567"/>
                  </a:lnTo>
                  <a:lnTo>
                    <a:pt x="8456886" y="2301231"/>
                  </a:lnTo>
                  <a:lnTo>
                    <a:pt x="8457741" y="2306217"/>
                  </a:lnTo>
                  <a:lnTo>
                    <a:pt x="8458597" y="2284092"/>
                  </a:lnTo>
                  <a:lnTo>
                    <a:pt x="8459452" y="2278393"/>
                  </a:lnTo>
                  <a:lnTo>
                    <a:pt x="8460308" y="2291372"/>
                  </a:lnTo>
                  <a:lnTo>
                    <a:pt x="8461164" y="2291120"/>
                  </a:lnTo>
                  <a:lnTo>
                    <a:pt x="8462019" y="2292499"/>
                  </a:lnTo>
                  <a:lnTo>
                    <a:pt x="8462875" y="2281036"/>
                  </a:lnTo>
                  <a:lnTo>
                    <a:pt x="8463730" y="2298656"/>
                  </a:lnTo>
                  <a:lnTo>
                    <a:pt x="8464586" y="2290664"/>
                  </a:lnTo>
                  <a:lnTo>
                    <a:pt x="8465441" y="2271368"/>
                  </a:lnTo>
                  <a:lnTo>
                    <a:pt x="8466297" y="2328386"/>
                  </a:lnTo>
                  <a:lnTo>
                    <a:pt x="8466297" y="2328386"/>
                  </a:lnTo>
                  <a:lnTo>
                    <a:pt x="8467152" y="2328386"/>
                  </a:lnTo>
                  <a:lnTo>
                    <a:pt x="8468008" y="2328386"/>
                  </a:lnTo>
                  <a:lnTo>
                    <a:pt x="8468863" y="2328386"/>
                  </a:lnTo>
                  <a:lnTo>
                    <a:pt x="8469719" y="2328386"/>
                  </a:lnTo>
                  <a:lnTo>
                    <a:pt x="8470574" y="2326274"/>
                  </a:lnTo>
                  <a:lnTo>
                    <a:pt x="8471430" y="2255673"/>
                  </a:lnTo>
                  <a:lnTo>
                    <a:pt x="8472285" y="2268388"/>
                  </a:lnTo>
                  <a:lnTo>
                    <a:pt x="8473141" y="2193409"/>
                  </a:lnTo>
                  <a:lnTo>
                    <a:pt x="8473996" y="2172353"/>
                  </a:lnTo>
                  <a:lnTo>
                    <a:pt x="8474852" y="2181462"/>
                  </a:lnTo>
                  <a:lnTo>
                    <a:pt x="8475707" y="2171263"/>
                  </a:lnTo>
                  <a:lnTo>
                    <a:pt x="8476563" y="2184788"/>
                  </a:lnTo>
                  <a:lnTo>
                    <a:pt x="8477419" y="2146608"/>
                  </a:lnTo>
                  <a:lnTo>
                    <a:pt x="8478274" y="2161511"/>
                  </a:lnTo>
                  <a:lnTo>
                    <a:pt x="8479130" y="2170716"/>
                  </a:lnTo>
                  <a:lnTo>
                    <a:pt x="8479985" y="2175065"/>
                  </a:lnTo>
                  <a:lnTo>
                    <a:pt x="8480841" y="2207471"/>
                  </a:lnTo>
                  <a:lnTo>
                    <a:pt x="8481696" y="2213695"/>
                  </a:lnTo>
                  <a:lnTo>
                    <a:pt x="8482552" y="2187057"/>
                  </a:lnTo>
                  <a:lnTo>
                    <a:pt x="8483407" y="2135669"/>
                  </a:lnTo>
                  <a:lnTo>
                    <a:pt x="8484263" y="2104478"/>
                  </a:lnTo>
                  <a:lnTo>
                    <a:pt x="8485118" y="2153570"/>
                  </a:lnTo>
                  <a:lnTo>
                    <a:pt x="8485974" y="2171102"/>
                  </a:lnTo>
                  <a:lnTo>
                    <a:pt x="8486829" y="2142445"/>
                  </a:lnTo>
                  <a:lnTo>
                    <a:pt x="8487685" y="2105899"/>
                  </a:lnTo>
                  <a:lnTo>
                    <a:pt x="8488540" y="2092094"/>
                  </a:lnTo>
                  <a:lnTo>
                    <a:pt x="8489396" y="2113694"/>
                  </a:lnTo>
                  <a:lnTo>
                    <a:pt x="8490251" y="2115714"/>
                  </a:lnTo>
                  <a:lnTo>
                    <a:pt x="8491107" y="2125713"/>
                  </a:lnTo>
                  <a:lnTo>
                    <a:pt x="8491963" y="2115013"/>
                  </a:lnTo>
                  <a:lnTo>
                    <a:pt x="8492818" y="2118994"/>
                  </a:lnTo>
                  <a:lnTo>
                    <a:pt x="8493674" y="2166846"/>
                  </a:lnTo>
                  <a:lnTo>
                    <a:pt x="8494529" y="2191653"/>
                  </a:lnTo>
                  <a:lnTo>
                    <a:pt x="8495385" y="2185937"/>
                  </a:lnTo>
                  <a:lnTo>
                    <a:pt x="8496240" y="2176894"/>
                  </a:lnTo>
                  <a:lnTo>
                    <a:pt x="8497096" y="2139874"/>
                  </a:lnTo>
                  <a:lnTo>
                    <a:pt x="8497951" y="2186375"/>
                  </a:lnTo>
                  <a:lnTo>
                    <a:pt x="8498807" y="2146123"/>
                  </a:lnTo>
                  <a:lnTo>
                    <a:pt x="8499662" y="2118927"/>
                  </a:lnTo>
                  <a:lnTo>
                    <a:pt x="8500518" y="2130860"/>
                  </a:lnTo>
                  <a:lnTo>
                    <a:pt x="8501373" y="2114820"/>
                  </a:lnTo>
                  <a:lnTo>
                    <a:pt x="8502229" y="2133524"/>
                  </a:lnTo>
                  <a:lnTo>
                    <a:pt x="8503084" y="2130755"/>
                  </a:lnTo>
                  <a:lnTo>
                    <a:pt x="8503940" y="2096221"/>
                  </a:lnTo>
                  <a:lnTo>
                    <a:pt x="8504795" y="2148131"/>
                  </a:lnTo>
                  <a:lnTo>
                    <a:pt x="8505651" y="2121235"/>
                  </a:lnTo>
                  <a:lnTo>
                    <a:pt x="8506506" y="2100110"/>
                  </a:lnTo>
                  <a:lnTo>
                    <a:pt x="8507362" y="2075460"/>
                  </a:lnTo>
                  <a:lnTo>
                    <a:pt x="8508218" y="2061914"/>
                  </a:lnTo>
                  <a:lnTo>
                    <a:pt x="8509073" y="2085564"/>
                  </a:lnTo>
                  <a:lnTo>
                    <a:pt x="8509929" y="2072923"/>
                  </a:lnTo>
                  <a:lnTo>
                    <a:pt x="8510784" y="2069874"/>
                  </a:lnTo>
                  <a:lnTo>
                    <a:pt x="8511640" y="2074107"/>
                  </a:lnTo>
                  <a:lnTo>
                    <a:pt x="8512495" y="2075024"/>
                  </a:lnTo>
                  <a:lnTo>
                    <a:pt x="8513351" y="2142884"/>
                  </a:lnTo>
                  <a:lnTo>
                    <a:pt x="8514206" y="2162201"/>
                  </a:lnTo>
                  <a:lnTo>
                    <a:pt x="8515062" y="2125269"/>
                  </a:lnTo>
                  <a:lnTo>
                    <a:pt x="8515917" y="2138681"/>
                  </a:lnTo>
                  <a:lnTo>
                    <a:pt x="8516773" y="2142879"/>
                  </a:lnTo>
                  <a:lnTo>
                    <a:pt x="8517628" y="2150002"/>
                  </a:lnTo>
                  <a:lnTo>
                    <a:pt x="8518484" y="2121616"/>
                  </a:lnTo>
                  <a:lnTo>
                    <a:pt x="8519339" y="2126928"/>
                  </a:lnTo>
                  <a:lnTo>
                    <a:pt x="8520195" y="2153133"/>
                  </a:lnTo>
                  <a:lnTo>
                    <a:pt x="8521050" y="2123733"/>
                  </a:lnTo>
                  <a:lnTo>
                    <a:pt x="8521906" y="2110229"/>
                  </a:lnTo>
                  <a:lnTo>
                    <a:pt x="8522761" y="2100321"/>
                  </a:lnTo>
                  <a:lnTo>
                    <a:pt x="8523617" y="2123242"/>
                  </a:lnTo>
                  <a:lnTo>
                    <a:pt x="8524473" y="2122632"/>
                  </a:lnTo>
                  <a:lnTo>
                    <a:pt x="8525328" y="1941245"/>
                  </a:lnTo>
                  <a:lnTo>
                    <a:pt x="8526184" y="1938629"/>
                  </a:lnTo>
                  <a:lnTo>
                    <a:pt x="8527039" y="1980869"/>
                  </a:lnTo>
                  <a:lnTo>
                    <a:pt x="8527895" y="2049092"/>
                  </a:lnTo>
                  <a:lnTo>
                    <a:pt x="8528750" y="2026504"/>
                  </a:lnTo>
                  <a:lnTo>
                    <a:pt x="8529606" y="2030498"/>
                  </a:lnTo>
                  <a:lnTo>
                    <a:pt x="8530461" y="2068958"/>
                  </a:lnTo>
                  <a:lnTo>
                    <a:pt x="8531317" y="2087212"/>
                  </a:lnTo>
                  <a:lnTo>
                    <a:pt x="8532172" y="2149826"/>
                  </a:lnTo>
                  <a:lnTo>
                    <a:pt x="8533028" y="2178283"/>
                  </a:lnTo>
                  <a:lnTo>
                    <a:pt x="8533883" y="2172795"/>
                  </a:lnTo>
                  <a:lnTo>
                    <a:pt x="8534739" y="2170276"/>
                  </a:lnTo>
                  <a:lnTo>
                    <a:pt x="8535594" y="2099149"/>
                  </a:lnTo>
                  <a:lnTo>
                    <a:pt x="8536450" y="2078489"/>
                  </a:lnTo>
                  <a:lnTo>
                    <a:pt x="8537305" y="2040135"/>
                  </a:lnTo>
                  <a:lnTo>
                    <a:pt x="8538161" y="2082920"/>
                  </a:lnTo>
                  <a:lnTo>
                    <a:pt x="8539017" y="2109423"/>
                  </a:lnTo>
                  <a:lnTo>
                    <a:pt x="8539872" y="2095766"/>
                  </a:lnTo>
                  <a:lnTo>
                    <a:pt x="8540728" y="2104676"/>
                  </a:lnTo>
                  <a:lnTo>
                    <a:pt x="8541583" y="2004471"/>
                  </a:lnTo>
                  <a:lnTo>
                    <a:pt x="8542439" y="2005492"/>
                  </a:lnTo>
                  <a:lnTo>
                    <a:pt x="8543294" y="1967389"/>
                  </a:lnTo>
                  <a:lnTo>
                    <a:pt x="8544150" y="2022560"/>
                  </a:lnTo>
                  <a:lnTo>
                    <a:pt x="8545005" y="2058233"/>
                  </a:lnTo>
                  <a:lnTo>
                    <a:pt x="8545861" y="2101835"/>
                  </a:lnTo>
                  <a:lnTo>
                    <a:pt x="8546716" y="2109371"/>
                  </a:lnTo>
                  <a:lnTo>
                    <a:pt x="8547572" y="2034348"/>
                  </a:lnTo>
                  <a:lnTo>
                    <a:pt x="8548427" y="1978222"/>
                  </a:lnTo>
                  <a:lnTo>
                    <a:pt x="8549283" y="1891779"/>
                  </a:lnTo>
                  <a:lnTo>
                    <a:pt x="8550138" y="1806094"/>
                  </a:lnTo>
                  <a:lnTo>
                    <a:pt x="8550994" y="1816824"/>
                  </a:lnTo>
                  <a:lnTo>
                    <a:pt x="8551849" y="1788653"/>
                  </a:lnTo>
                  <a:lnTo>
                    <a:pt x="8552705" y="1739774"/>
                  </a:lnTo>
                  <a:lnTo>
                    <a:pt x="8553560" y="1708072"/>
                  </a:lnTo>
                  <a:lnTo>
                    <a:pt x="8553560" y="17080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52705" y="0"/>
                  </a:lnTo>
                  <a:lnTo>
                    <a:pt x="8551849" y="0"/>
                  </a:lnTo>
                  <a:lnTo>
                    <a:pt x="8550994" y="0"/>
                  </a:lnTo>
                  <a:lnTo>
                    <a:pt x="8550138" y="0"/>
                  </a:lnTo>
                  <a:lnTo>
                    <a:pt x="8549283" y="0"/>
                  </a:lnTo>
                  <a:lnTo>
                    <a:pt x="8548427" y="0"/>
                  </a:lnTo>
                  <a:lnTo>
                    <a:pt x="8547572" y="0"/>
                  </a:lnTo>
                  <a:lnTo>
                    <a:pt x="8546716" y="0"/>
                  </a:lnTo>
                  <a:lnTo>
                    <a:pt x="8545861" y="0"/>
                  </a:lnTo>
                  <a:lnTo>
                    <a:pt x="8545005" y="0"/>
                  </a:lnTo>
                  <a:lnTo>
                    <a:pt x="8544150" y="0"/>
                  </a:lnTo>
                  <a:lnTo>
                    <a:pt x="8543294" y="0"/>
                  </a:lnTo>
                  <a:lnTo>
                    <a:pt x="8542439" y="0"/>
                  </a:lnTo>
                  <a:lnTo>
                    <a:pt x="8541583" y="0"/>
                  </a:lnTo>
                  <a:lnTo>
                    <a:pt x="8540728" y="0"/>
                  </a:lnTo>
                  <a:lnTo>
                    <a:pt x="8539872" y="0"/>
                  </a:lnTo>
                  <a:lnTo>
                    <a:pt x="8539017" y="0"/>
                  </a:lnTo>
                  <a:lnTo>
                    <a:pt x="8538161" y="0"/>
                  </a:lnTo>
                  <a:lnTo>
                    <a:pt x="8537305" y="0"/>
                  </a:lnTo>
                  <a:lnTo>
                    <a:pt x="8536450" y="0"/>
                  </a:lnTo>
                  <a:lnTo>
                    <a:pt x="8535594" y="0"/>
                  </a:lnTo>
                  <a:lnTo>
                    <a:pt x="8534739" y="0"/>
                  </a:lnTo>
                  <a:lnTo>
                    <a:pt x="8533883" y="0"/>
                  </a:lnTo>
                  <a:lnTo>
                    <a:pt x="8533028" y="0"/>
                  </a:lnTo>
                  <a:lnTo>
                    <a:pt x="8532172" y="0"/>
                  </a:lnTo>
                  <a:lnTo>
                    <a:pt x="8531317" y="0"/>
                  </a:lnTo>
                  <a:lnTo>
                    <a:pt x="8530461" y="0"/>
                  </a:lnTo>
                  <a:lnTo>
                    <a:pt x="8529606" y="0"/>
                  </a:lnTo>
                  <a:lnTo>
                    <a:pt x="8528750" y="0"/>
                  </a:lnTo>
                  <a:lnTo>
                    <a:pt x="8527895" y="0"/>
                  </a:lnTo>
                  <a:lnTo>
                    <a:pt x="8527039" y="0"/>
                  </a:lnTo>
                  <a:lnTo>
                    <a:pt x="8526184" y="0"/>
                  </a:lnTo>
                  <a:lnTo>
                    <a:pt x="8525328" y="0"/>
                  </a:lnTo>
                  <a:lnTo>
                    <a:pt x="8524473" y="0"/>
                  </a:lnTo>
                  <a:lnTo>
                    <a:pt x="8523617" y="0"/>
                  </a:lnTo>
                  <a:lnTo>
                    <a:pt x="8522761" y="0"/>
                  </a:lnTo>
                  <a:lnTo>
                    <a:pt x="8521906" y="0"/>
                  </a:lnTo>
                  <a:lnTo>
                    <a:pt x="8521050" y="0"/>
                  </a:lnTo>
                  <a:lnTo>
                    <a:pt x="8520195" y="0"/>
                  </a:lnTo>
                  <a:lnTo>
                    <a:pt x="8519339" y="0"/>
                  </a:lnTo>
                  <a:lnTo>
                    <a:pt x="8518484" y="0"/>
                  </a:lnTo>
                  <a:lnTo>
                    <a:pt x="8517628" y="0"/>
                  </a:lnTo>
                  <a:lnTo>
                    <a:pt x="8516773" y="0"/>
                  </a:lnTo>
                  <a:lnTo>
                    <a:pt x="8515917" y="0"/>
                  </a:lnTo>
                  <a:lnTo>
                    <a:pt x="8515062" y="0"/>
                  </a:lnTo>
                  <a:lnTo>
                    <a:pt x="8514206" y="0"/>
                  </a:lnTo>
                  <a:lnTo>
                    <a:pt x="8513351" y="0"/>
                  </a:lnTo>
                  <a:lnTo>
                    <a:pt x="8512495" y="0"/>
                  </a:lnTo>
                  <a:lnTo>
                    <a:pt x="8511640" y="0"/>
                  </a:lnTo>
                  <a:lnTo>
                    <a:pt x="8510784" y="0"/>
                  </a:lnTo>
                  <a:lnTo>
                    <a:pt x="8509929" y="0"/>
                  </a:lnTo>
                  <a:lnTo>
                    <a:pt x="8509073" y="0"/>
                  </a:lnTo>
                  <a:lnTo>
                    <a:pt x="8508218" y="0"/>
                  </a:lnTo>
                  <a:lnTo>
                    <a:pt x="8507362" y="0"/>
                  </a:lnTo>
                  <a:lnTo>
                    <a:pt x="8506506" y="0"/>
                  </a:lnTo>
                  <a:lnTo>
                    <a:pt x="8505651" y="0"/>
                  </a:lnTo>
                  <a:lnTo>
                    <a:pt x="8504795" y="0"/>
                  </a:lnTo>
                  <a:lnTo>
                    <a:pt x="8503940" y="0"/>
                  </a:lnTo>
                  <a:lnTo>
                    <a:pt x="8503084" y="0"/>
                  </a:lnTo>
                  <a:lnTo>
                    <a:pt x="8502229" y="0"/>
                  </a:lnTo>
                  <a:lnTo>
                    <a:pt x="8501373" y="0"/>
                  </a:lnTo>
                  <a:lnTo>
                    <a:pt x="8500518" y="0"/>
                  </a:lnTo>
                  <a:lnTo>
                    <a:pt x="8499662" y="0"/>
                  </a:lnTo>
                  <a:lnTo>
                    <a:pt x="8498807" y="0"/>
                  </a:lnTo>
                  <a:lnTo>
                    <a:pt x="8497951" y="0"/>
                  </a:lnTo>
                  <a:lnTo>
                    <a:pt x="8497096" y="0"/>
                  </a:lnTo>
                  <a:lnTo>
                    <a:pt x="8496240" y="0"/>
                  </a:lnTo>
                  <a:lnTo>
                    <a:pt x="8495385" y="0"/>
                  </a:lnTo>
                  <a:lnTo>
                    <a:pt x="8494529" y="0"/>
                  </a:lnTo>
                  <a:lnTo>
                    <a:pt x="8493674" y="0"/>
                  </a:lnTo>
                  <a:lnTo>
                    <a:pt x="8492818" y="0"/>
                  </a:lnTo>
                  <a:lnTo>
                    <a:pt x="8491963" y="0"/>
                  </a:lnTo>
                  <a:lnTo>
                    <a:pt x="8491107" y="0"/>
                  </a:lnTo>
                  <a:lnTo>
                    <a:pt x="8490251" y="0"/>
                  </a:lnTo>
                  <a:lnTo>
                    <a:pt x="8489396" y="0"/>
                  </a:lnTo>
                  <a:lnTo>
                    <a:pt x="8488540" y="0"/>
                  </a:lnTo>
                  <a:lnTo>
                    <a:pt x="8487685" y="0"/>
                  </a:lnTo>
                  <a:lnTo>
                    <a:pt x="8486829" y="0"/>
                  </a:lnTo>
                  <a:lnTo>
                    <a:pt x="8485974" y="0"/>
                  </a:lnTo>
                  <a:lnTo>
                    <a:pt x="8485118" y="0"/>
                  </a:lnTo>
                  <a:lnTo>
                    <a:pt x="8484263" y="0"/>
                  </a:lnTo>
                  <a:lnTo>
                    <a:pt x="8483407" y="0"/>
                  </a:lnTo>
                  <a:lnTo>
                    <a:pt x="8482552" y="0"/>
                  </a:lnTo>
                  <a:lnTo>
                    <a:pt x="8481696" y="0"/>
                  </a:lnTo>
                  <a:lnTo>
                    <a:pt x="8480841" y="0"/>
                  </a:lnTo>
                  <a:lnTo>
                    <a:pt x="8479985" y="0"/>
                  </a:lnTo>
                  <a:lnTo>
                    <a:pt x="8479130" y="0"/>
                  </a:lnTo>
                  <a:lnTo>
                    <a:pt x="8478274" y="0"/>
                  </a:lnTo>
                  <a:lnTo>
                    <a:pt x="8477419" y="0"/>
                  </a:lnTo>
                  <a:lnTo>
                    <a:pt x="8476563" y="0"/>
                  </a:lnTo>
                  <a:lnTo>
                    <a:pt x="8475707" y="0"/>
                  </a:lnTo>
                  <a:lnTo>
                    <a:pt x="8474852" y="0"/>
                  </a:lnTo>
                  <a:lnTo>
                    <a:pt x="8473996" y="0"/>
                  </a:lnTo>
                  <a:lnTo>
                    <a:pt x="8473141" y="0"/>
                  </a:lnTo>
                  <a:lnTo>
                    <a:pt x="8472285" y="0"/>
                  </a:lnTo>
                  <a:lnTo>
                    <a:pt x="8471430" y="0"/>
                  </a:lnTo>
                  <a:lnTo>
                    <a:pt x="8470574" y="0"/>
                  </a:lnTo>
                  <a:lnTo>
                    <a:pt x="8469719" y="0"/>
                  </a:lnTo>
                  <a:lnTo>
                    <a:pt x="8468863" y="0"/>
                  </a:lnTo>
                  <a:lnTo>
                    <a:pt x="8468008" y="0"/>
                  </a:lnTo>
                  <a:lnTo>
                    <a:pt x="8467152" y="0"/>
                  </a:lnTo>
                  <a:lnTo>
                    <a:pt x="8466297" y="0"/>
                  </a:lnTo>
                  <a:lnTo>
                    <a:pt x="8465441" y="0"/>
                  </a:lnTo>
                  <a:lnTo>
                    <a:pt x="8464586" y="0"/>
                  </a:lnTo>
                  <a:lnTo>
                    <a:pt x="8463730" y="0"/>
                  </a:lnTo>
                  <a:lnTo>
                    <a:pt x="8462875" y="0"/>
                  </a:lnTo>
                  <a:lnTo>
                    <a:pt x="8462019" y="0"/>
                  </a:lnTo>
                  <a:lnTo>
                    <a:pt x="8461164" y="0"/>
                  </a:lnTo>
                  <a:lnTo>
                    <a:pt x="8460308" y="0"/>
                  </a:lnTo>
                  <a:lnTo>
                    <a:pt x="8459452" y="0"/>
                  </a:lnTo>
                  <a:lnTo>
                    <a:pt x="8458597" y="0"/>
                  </a:lnTo>
                  <a:lnTo>
                    <a:pt x="8457741" y="0"/>
                  </a:lnTo>
                  <a:lnTo>
                    <a:pt x="8456886" y="0"/>
                  </a:lnTo>
                  <a:lnTo>
                    <a:pt x="8456030" y="0"/>
                  </a:lnTo>
                  <a:lnTo>
                    <a:pt x="8455175" y="0"/>
                  </a:lnTo>
                  <a:lnTo>
                    <a:pt x="8454319" y="0"/>
                  </a:lnTo>
                  <a:lnTo>
                    <a:pt x="8453464" y="0"/>
                  </a:lnTo>
                  <a:lnTo>
                    <a:pt x="8452608" y="0"/>
                  </a:lnTo>
                  <a:lnTo>
                    <a:pt x="8451753" y="0"/>
                  </a:lnTo>
                  <a:lnTo>
                    <a:pt x="8450897" y="0"/>
                  </a:lnTo>
                  <a:lnTo>
                    <a:pt x="8450042" y="0"/>
                  </a:lnTo>
                  <a:lnTo>
                    <a:pt x="8449186" y="0"/>
                  </a:lnTo>
                  <a:lnTo>
                    <a:pt x="8448331" y="0"/>
                  </a:lnTo>
                  <a:lnTo>
                    <a:pt x="8447475" y="0"/>
                  </a:lnTo>
                  <a:lnTo>
                    <a:pt x="8446620" y="0"/>
                  </a:lnTo>
                  <a:lnTo>
                    <a:pt x="8445764" y="0"/>
                  </a:lnTo>
                  <a:lnTo>
                    <a:pt x="8444909" y="0"/>
                  </a:lnTo>
                  <a:lnTo>
                    <a:pt x="8444053" y="0"/>
                  </a:lnTo>
                  <a:lnTo>
                    <a:pt x="8443197" y="0"/>
                  </a:lnTo>
                  <a:lnTo>
                    <a:pt x="8442342" y="0"/>
                  </a:lnTo>
                  <a:lnTo>
                    <a:pt x="8441486" y="0"/>
                  </a:lnTo>
                  <a:lnTo>
                    <a:pt x="8440631" y="0"/>
                  </a:lnTo>
                  <a:lnTo>
                    <a:pt x="8439775" y="0"/>
                  </a:lnTo>
                  <a:lnTo>
                    <a:pt x="8438920" y="0"/>
                  </a:lnTo>
                  <a:lnTo>
                    <a:pt x="8438064" y="0"/>
                  </a:lnTo>
                  <a:lnTo>
                    <a:pt x="8437209" y="0"/>
                  </a:lnTo>
                  <a:lnTo>
                    <a:pt x="8436353" y="0"/>
                  </a:lnTo>
                  <a:lnTo>
                    <a:pt x="8435498" y="0"/>
                  </a:lnTo>
                  <a:lnTo>
                    <a:pt x="8434642" y="0"/>
                  </a:lnTo>
                  <a:lnTo>
                    <a:pt x="8433787" y="0"/>
                  </a:lnTo>
                  <a:lnTo>
                    <a:pt x="8432931" y="0"/>
                  </a:lnTo>
                  <a:lnTo>
                    <a:pt x="8432076" y="0"/>
                  </a:lnTo>
                  <a:lnTo>
                    <a:pt x="8431220" y="0"/>
                  </a:lnTo>
                  <a:lnTo>
                    <a:pt x="8430365" y="0"/>
                  </a:lnTo>
                  <a:lnTo>
                    <a:pt x="8429509" y="0"/>
                  </a:lnTo>
                  <a:lnTo>
                    <a:pt x="8428653" y="0"/>
                  </a:lnTo>
                  <a:lnTo>
                    <a:pt x="8427798" y="0"/>
                  </a:lnTo>
                  <a:lnTo>
                    <a:pt x="8426942" y="0"/>
                  </a:lnTo>
                  <a:lnTo>
                    <a:pt x="8426087" y="0"/>
                  </a:lnTo>
                  <a:lnTo>
                    <a:pt x="8425231" y="0"/>
                  </a:lnTo>
                  <a:lnTo>
                    <a:pt x="8424376" y="0"/>
                  </a:lnTo>
                  <a:lnTo>
                    <a:pt x="8423520" y="0"/>
                  </a:lnTo>
                  <a:lnTo>
                    <a:pt x="8422665" y="0"/>
                  </a:lnTo>
                  <a:lnTo>
                    <a:pt x="8421809" y="0"/>
                  </a:lnTo>
                  <a:lnTo>
                    <a:pt x="8420954" y="0"/>
                  </a:lnTo>
                  <a:lnTo>
                    <a:pt x="8420098" y="0"/>
                  </a:lnTo>
                  <a:lnTo>
                    <a:pt x="8419243" y="0"/>
                  </a:lnTo>
                  <a:lnTo>
                    <a:pt x="8418387" y="0"/>
                  </a:lnTo>
                  <a:lnTo>
                    <a:pt x="8417532" y="0"/>
                  </a:lnTo>
                  <a:lnTo>
                    <a:pt x="8416676" y="0"/>
                  </a:lnTo>
                  <a:lnTo>
                    <a:pt x="8415821" y="0"/>
                  </a:lnTo>
                  <a:lnTo>
                    <a:pt x="8414965" y="0"/>
                  </a:lnTo>
                  <a:lnTo>
                    <a:pt x="8414110" y="0"/>
                  </a:lnTo>
                  <a:lnTo>
                    <a:pt x="8413254" y="0"/>
                  </a:lnTo>
                  <a:lnTo>
                    <a:pt x="8412398" y="0"/>
                  </a:lnTo>
                  <a:lnTo>
                    <a:pt x="8411543" y="0"/>
                  </a:lnTo>
                  <a:lnTo>
                    <a:pt x="8410687" y="0"/>
                  </a:lnTo>
                  <a:lnTo>
                    <a:pt x="8409832" y="0"/>
                  </a:lnTo>
                  <a:lnTo>
                    <a:pt x="8408976" y="0"/>
                  </a:lnTo>
                  <a:lnTo>
                    <a:pt x="8408121" y="0"/>
                  </a:lnTo>
                  <a:lnTo>
                    <a:pt x="8407265" y="0"/>
                  </a:lnTo>
                  <a:lnTo>
                    <a:pt x="8406410" y="0"/>
                  </a:lnTo>
                  <a:lnTo>
                    <a:pt x="8405554" y="0"/>
                  </a:lnTo>
                  <a:lnTo>
                    <a:pt x="8404699" y="0"/>
                  </a:lnTo>
                  <a:lnTo>
                    <a:pt x="8403843" y="0"/>
                  </a:lnTo>
                  <a:lnTo>
                    <a:pt x="8402988" y="0"/>
                  </a:lnTo>
                  <a:lnTo>
                    <a:pt x="8402132" y="0"/>
                  </a:lnTo>
                  <a:lnTo>
                    <a:pt x="8401277" y="0"/>
                  </a:lnTo>
                  <a:lnTo>
                    <a:pt x="8400421" y="0"/>
                  </a:lnTo>
                  <a:lnTo>
                    <a:pt x="8399566" y="0"/>
                  </a:lnTo>
                  <a:lnTo>
                    <a:pt x="8398710" y="0"/>
                  </a:lnTo>
                  <a:lnTo>
                    <a:pt x="8397855" y="0"/>
                  </a:lnTo>
                  <a:lnTo>
                    <a:pt x="8396999" y="0"/>
                  </a:lnTo>
                  <a:lnTo>
                    <a:pt x="8396143" y="0"/>
                  </a:lnTo>
                  <a:lnTo>
                    <a:pt x="8395288" y="0"/>
                  </a:lnTo>
                  <a:lnTo>
                    <a:pt x="8394432" y="0"/>
                  </a:lnTo>
                  <a:lnTo>
                    <a:pt x="8393577" y="0"/>
                  </a:lnTo>
                  <a:lnTo>
                    <a:pt x="8392721" y="0"/>
                  </a:lnTo>
                  <a:lnTo>
                    <a:pt x="8391866" y="0"/>
                  </a:lnTo>
                  <a:lnTo>
                    <a:pt x="8391010" y="0"/>
                  </a:lnTo>
                  <a:lnTo>
                    <a:pt x="8390155" y="0"/>
                  </a:lnTo>
                  <a:lnTo>
                    <a:pt x="8389299" y="0"/>
                  </a:lnTo>
                  <a:lnTo>
                    <a:pt x="8388444" y="0"/>
                  </a:lnTo>
                  <a:lnTo>
                    <a:pt x="8387588" y="0"/>
                  </a:lnTo>
                  <a:lnTo>
                    <a:pt x="8386733" y="0"/>
                  </a:lnTo>
                  <a:lnTo>
                    <a:pt x="8385877" y="0"/>
                  </a:lnTo>
                  <a:lnTo>
                    <a:pt x="8385022" y="0"/>
                  </a:lnTo>
                  <a:lnTo>
                    <a:pt x="8384166" y="0"/>
                  </a:lnTo>
                  <a:lnTo>
                    <a:pt x="8383311" y="0"/>
                  </a:lnTo>
                  <a:lnTo>
                    <a:pt x="8382455" y="0"/>
                  </a:lnTo>
                  <a:lnTo>
                    <a:pt x="8381600" y="0"/>
                  </a:lnTo>
                  <a:lnTo>
                    <a:pt x="8380744" y="0"/>
                  </a:lnTo>
                  <a:lnTo>
                    <a:pt x="8379888" y="0"/>
                  </a:lnTo>
                  <a:lnTo>
                    <a:pt x="8379033" y="0"/>
                  </a:lnTo>
                  <a:lnTo>
                    <a:pt x="8378177" y="0"/>
                  </a:lnTo>
                  <a:lnTo>
                    <a:pt x="8377322" y="0"/>
                  </a:lnTo>
                  <a:lnTo>
                    <a:pt x="8376466" y="0"/>
                  </a:lnTo>
                  <a:lnTo>
                    <a:pt x="8375611" y="0"/>
                  </a:lnTo>
                  <a:lnTo>
                    <a:pt x="8374755" y="0"/>
                  </a:lnTo>
                  <a:lnTo>
                    <a:pt x="8373900" y="0"/>
                  </a:lnTo>
                  <a:lnTo>
                    <a:pt x="8373044" y="0"/>
                  </a:lnTo>
                  <a:lnTo>
                    <a:pt x="8372189" y="0"/>
                  </a:lnTo>
                  <a:lnTo>
                    <a:pt x="8371333" y="0"/>
                  </a:lnTo>
                  <a:lnTo>
                    <a:pt x="8370478" y="0"/>
                  </a:lnTo>
                  <a:lnTo>
                    <a:pt x="8369622" y="0"/>
                  </a:lnTo>
                  <a:lnTo>
                    <a:pt x="8368767" y="0"/>
                  </a:lnTo>
                  <a:lnTo>
                    <a:pt x="8367911" y="0"/>
                  </a:lnTo>
                  <a:lnTo>
                    <a:pt x="8367056" y="0"/>
                  </a:lnTo>
                  <a:lnTo>
                    <a:pt x="8366200" y="0"/>
                  </a:lnTo>
                  <a:lnTo>
                    <a:pt x="8365344" y="0"/>
                  </a:lnTo>
                  <a:lnTo>
                    <a:pt x="8364489" y="0"/>
                  </a:lnTo>
                  <a:lnTo>
                    <a:pt x="8363633" y="0"/>
                  </a:lnTo>
                  <a:lnTo>
                    <a:pt x="8362778" y="0"/>
                  </a:lnTo>
                  <a:lnTo>
                    <a:pt x="8361922" y="0"/>
                  </a:lnTo>
                  <a:lnTo>
                    <a:pt x="8361067" y="0"/>
                  </a:lnTo>
                  <a:lnTo>
                    <a:pt x="8360211" y="0"/>
                  </a:lnTo>
                  <a:lnTo>
                    <a:pt x="8359356" y="0"/>
                  </a:lnTo>
                  <a:lnTo>
                    <a:pt x="8358500" y="0"/>
                  </a:lnTo>
                  <a:lnTo>
                    <a:pt x="8357645" y="0"/>
                  </a:lnTo>
                  <a:lnTo>
                    <a:pt x="8356789" y="0"/>
                  </a:lnTo>
                  <a:lnTo>
                    <a:pt x="8355934" y="0"/>
                  </a:lnTo>
                  <a:lnTo>
                    <a:pt x="8355078" y="0"/>
                  </a:lnTo>
                  <a:lnTo>
                    <a:pt x="8354223" y="0"/>
                  </a:lnTo>
                  <a:lnTo>
                    <a:pt x="8353367" y="0"/>
                  </a:lnTo>
                  <a:lnTo>
                    <a:pt x="8352512" y="0"/>
                  </a:lnTo>
                  <a:lnTo>
                    <a:pt x="8351656" y="0"/>
                  </a:lnTo>
                  <a:lnTo>
                    <a:pt x="8350801" y="0"/>
                  </a:lnTo>
                  <a:lnTo>
                    <a:pt x="8349945" y="0"/>
                  </a:lnTo>
                  <a:lnTo>
                    <a:pt x="8349089" y="0"/>
                  </a:lnTo>
                  <a:lnTo>
                    <a:pt x="8348234" y="0"/>
                  </a:lnTo>
                  <a:lnTo>
                    <a:pt x="8347378" y="0"/>
                  </a:lnTo>
                  <a:lnTo>
                    <a:pt x="8346523" y="0"/>
                  </a:lnTo>
                  <a:lnTo>
                    <a:pt x="8345667" y="0"/>
                  </a:lnTo>
                  <a:lnTo>
                    <a:pt x="8344812" y="0"/>
                  </a:lnTo>
                  <a:lnTo>
                    <a:pt x="8343956" y="0"/>
                  </a:lnTo>
                  <a:lnTo>
                    <a:pt x="8343101" y="0"/>
                  </a:lnTo>
                  <a:lnTo>
                    <a:pt x="8342245" y="0"/>
                  </a:lnTo>
                  <a:lnTo>
                    <a:pt x="8341390" y="0"/>
                  </a:lnTo>
                  <a:lnTo>
                    <a:pt x="8340534" y="0"/>
                  </a:lnTo>
                  <a:lnTo>
                    <a:pt x="8339679" y="0"/>
                  </a:lnTo>
                  <a:lnTo>
                    <a:pt x="8338823" y="0"/>
                  </a:lnTo>
                  <a:lnTo>
                    <a:pt x="8337968" y="0"/>
                  </a:lnTo>
                  <a:lnTo>
                    <a:pt x="8337112" y="0"/>
                  </a:lnTo>
                  <a:lnTo>
                    <a:pt x="8336257" y="0"/>
                  </a:lnTo>
                  <a:lnTo>
                    <a:pt x="8335401" y="0"/>
                  </a:lnTo>
                  <a:lnTo>
                    <a:pt x="8334546" y="0"/>
                  </a:lnTo>
                  <a:lnTo>
                    <a:pt x="8333690" y="0"/>
                  </a:lnTo>
                  <a:lnTo>
                    <a:pt x="8332834" y="0"/>
                  </a:lnTo>
                  <a:lnTo>
                    <a:pt x="8331979" y="0"/>
                  </a:lnTo>
                  <a:lnTo>
                    <a:pt x="8331123" y="0"/>
                  </a:lnTo>
                  <a:lnTo>
                    <a:pt x="8330268" y="0"/>
                  </a:lnTo>
                  <a:lnTo>
                    <a:pt x="8329412" y="0"/>
                  </a:lnTo>
                  <a:lnTo>
                    <a:pt x="8328557" y="0"/>
                  </a:lnTo>
                  <a:lnTo>
                    <a:pt x="8327701" y="0"/>
                  </a:lnTo>
                  <a:lnTo>
                    <a:pt x="8326846" y="0"/>
                  </a:lnTo>
                  <a:lnTo>
                    <a:pt x="8325990" y="0"/>
                  </a:lnTo>
                  <a:lnTo>
                    <a:pt x="8325135" y="0"/>
                  </a:lnTo>
                  <a:lnTo>
                    <a:pt x="8324279" y="0"/>
                  </a:lnTo>
                  <a:lnTo>
                    <a:pt x="8323424" y="0"/>
                  </a:lnTo>
                  <a:lnTo>
                    <a:pt x="8322568" y="0"/>
                  </a:lnTo>
                  <a:lnTo>
                    <a:pt x="8321713" y="0"/>
                  </a:lnTo>
                  <a:lnTo>
                    <a:pt x="8320857" y="0"/>
                  </a:lnTo>
                  <a:lnTo>
                    <a:pt x="8320002" y="0"/>
                  </a:lnTo>
                  <a:lnTo>
                    <a:pt x="8319146" y="0"/>
                  </a:lnTo>
                  <a:lnTo>
                    <a:pt x="8318290" y="0"/>
                  </a:lnTo>
                  <a:lnTo>
                    <a:pt x="8317435" y="0"/>
                  </a:lnTo>
                  <a:lnTo>
                    <a:pt x="8316579" y="0"/>
                  </a:lnTo>
                  <a:lnTo>
                    <a:pt x="8315724" y="0"/>
                  </a:lnTo>
                  <a:lnTo>
                    <a:pt x="8314868" y="0"/>
                  </a:lnTo>
                  <a:lnTo>
                    <a:pt x="8314013" y="0"/>
                  </a:lnTo>
                  <a:lnTo>
                    <a:pt x="8313157" y="0"/>
                  </a:lnTo>
                  <a:lnTo>
                    <a:pt x="8312302" y="0"/>
                  </a:lnTo>
                  <a:lnTo>
                    <a:pt x="8311446" y="0"/>
                  </a:lnTo>
                  <a:lnTo>
                    <a:pt x="8310591" y="0"/>
                  </a:lnTo>
                  <a:lnTo>
                    <a:pt x="8309735" y="0"/>
                  </a:lnTo>
                  <a:lnTo>
                    <a:pt x="8308880" y="0"/>
                  </a:lnTo>
                  <a:lnTo>
                    <a:pt x="8308024" y="0"/>
                  </a:lnTo>
                  <a:lnTo>
                    <a:pt x="8307169" y="0"/>
                  </a:lnTo>
                  <a:lnTo>
                    <a:pt x="8306313" y="0"/>
                  </a:lnTo>
                  <a:lnTo>
                    <a:pt x="8305458" y="0"/>
                  </a:lnTo>
                  <a:lnTo>
                    <a:pt x="8304602" y="0"/>
                  </a:lnTo>
                  <a:lnTo>
                    <a:pt x="8303747" y="0"/>
                  </a:lnTo>
                  <a:lnTo>
                    <a:pt x="8302891" y="0"/>
                  </a:lnTo>
                  <a:lnTo>
                    <a:pt x="8302035" y="0"/>
                  </a:lnTo>
                  <a:lnTo>
                    <a:pt x="8301180" y="0"/>
                  </a:lnTo>
                  <a:lnTo>
                    <a:pt x="8300324" y="0"/>
                  </a:lnTo>
                  <a:lnTo>
                    <a:pt x="8299469" y="0"/>
                  </a:lnTo>
                  <a:lnTo>
                    <a:pt x="8298613" y="0"/>
                  </a:lnTo>
                  <a:lnTo>
                    <a:pt x="8297758" y="0"/>
                  </a:lnTo>
                  <a:lnTo>
                    <a:pt x="8296902" y="0"/>
                  </a:lnTo>
                  <a:lnTo>
                    <a:pt x="8296047" y="0"/>
                  </a:lnTo>
                  <a:lnTo>
                    <a:pt x="8295191" y="0"/>
                  </a:lnTo>
                  <a:lnTo>
                    <a:pt x="8294336" y="0"/>
                  </a:lnTo>
                  <a:lnTo>
                    <a:pt x="8293480" y="0"/>
                  </a:lnTo>
                  <a:lnTo>
                    <a:pt x="8292625" y="0"/>
                  </a:lnTo>
                  <a:lnTo>
                    <a:pt x="8291769" y="0"/>
                  </a:lnTo>
                  <a:lnTo>
                    <a:pt x="8290914" y="0"/>
                  </a:lnTo>
                  <a:lnTo>
                    <a:pt x="8290058" y="0"/>
                  </a:lnTo>
                  <a:lnTo>
                    <a:pt x="8289203" y="0"/>
                  </a:lnTo>
                  <a:lnTo>
                    <a:pt x="8288347" y="0"/>
                  </a:lnTo>
                  <a:lnTo>
                    <a:pt x="8287492" y="0"/>
                  </a:lnTo>
                  <a:lnTo>
                    <a:pt x="8286636" y="0"/>
                  </a:lnTo>
                  <a:lnTo>
                    <a:pt x="8285780" y="0"/>
                  </a:lnTo>
                  <a:lnTo>
                    <a:pt x="8284925" y="0"/>
                  </a:lnTo>
                  <a:lnTo>
                    <a:pt x="8284069" y="0"/>
                  </a:lnTo>
                  <a:lnTo>
                    <a:pt x="8283214" y="0"/>
                  </a:lnTo>
                  <a:lnTo>
                    <a:pt x="8282358" y="0"/>
                  </a:lnTo>
                  <a:lnTo>
                    <a:pt x="8281503" y="0"/>
                  </a:lnTo>
                  <a:lnTo>
                    <a:pt x="8280647" y="0"/>
                  </a:lnTo>
                  <a:lnTo>
                    <a:pt x="8279792" y="0"/>
                  </a:lnTo>
                  <a:lnTo>
                    <a:pt x="8278936" y="0"/>
                  </a:lnTo>
                  <a:lnTo>
                    <a:pt x="8278081" y="0"/>
                  </a:lnTo>
                  <a:lnTo>
                    <a:pt x="8277225" y="0"/>
                  </a:lnTo>
                  <a:lnTo>
                    <a:pt x="8276370" y="0"/>
                  </a:lnTo>
                  <a:lnTo>
                    <a:pt x="8275514" y="0"/>
                  </a:lnTo>
                  <a:lnTo>
                    <a:pt x="8274659" y="0"/>
                  </a:lnTo>
                  <a:lnTo>
                    <a:pt x="8273803" y="0"/>
                  </a:lnTo>
                  <a:lnTo>
                    <a:pt x="8272948" y="0"/>
                  </a:lnTo>
                  <a:lnTo>
                    <a:pt x="8272092" y="0"/>
                  </a:lnTo>
                  <a:lnTo>
                    <a:pt x="8271236" y="0"/>
                  </a:lnTo>
                  <a:lnTo>
                    <a:pt x="8270381" y="0"/>
                  </a:lnTo>
                  <a:lnTo>
                    <a:pt x="8269525" y="0"/>
                  </a:lnTo>
                  <a:lnTo>
                    <a:pt x="8268670" y="0"/>
                  </a:lnTo>
                  <a:lnTo>
                    <a:pt x="8267814" y="0"/>
                  </a:lnTo>
                  <a:lnTo>
                    <a:pt x="8266959" y="0"/>
                  </a:lnTo>
                  <a:lnTo>
                    <a:pt x="8266103" y="0"/>
                  </a:lnTo>
                  <a:lnTo>
                    <a:pt x="8265248" y="0"/>
                  </a:lnTo>
                  <a:lnTo>
                    <a:pt x="8264392" y="0"/>
                  </a:lnTo>
                  <a:lnTo>
                    <a:pt x="8263537" y="0"/>
                  </a:lnTo>
                  <a:lnTo>
                    <a:pt x="8262681" y="0"/>
                  </a:lnTo>
                  <a:lnTo>
                    <a:pt x="8261826" y="0"/>
                  </a:lnTo>
                  <a:lnTo>
                    <a:pt x="8260970" y="0"/>
                  </a:lnTo>
                  <a:lnTo>
                    <a:pt x="8260115" y="0"/>
                  </a:lnTo>
                  <a:lnTo>
                    <a:pt x="8259259" y="0"/>
                  </a:lnTo>
                  <a:lnTo>
                    <a:pt x="8258404" y="0"/>
                  </a:lnTo>
                  <a:lnTo>
                    <a:pt x="8257548" y="0"/>
                  </a:lnTo>
                  <a:lnTo>
                    <a:pt x="8256693" y="0"/>
                  </a:lnTo>
                  <a:lnTo>
                    <a:pt x="8255837" y="0"/>
                  </a:lnTo>
                  <a:lnTo>
                    <a:pt x="8254981" y="0"/>
                  </a:lnTo>
                  <a:lnTo>
                    <a:pt x="8254126" y="0"/>
                  </a:lnTo>
                  <a:lnTo>
                    <a:pt x="8253270" y="0"/>
                  </a:lnTo>
                  <a:lnTo>
                    <a:pt x="8252415" y="0"/>
                  </a:lnTo>
                  <a:lnTo>
                    <a:pt x="8251559" y="0"/>
                  </a:lnTo>
                  <a:lnTo>
                    <a:pt x="8250704" y="0"/>
                  </a:lnTo>
                  <a:lnTo>
                    <a:pt x="8249848" y="0"/>
                  </a:lnTo>
                  <a:lnTo>
                    <a:pt x="8248993" y="0"/>
                  </a:lnTo>
                  <a:lnTo>
                    <a:pt x="8248137" y="0"/>
                  </a:lnTo>
                  <a:lnTo>
                    <a:pt x="8247282" y="0"/>
                  </a:lnTo>
                  <a:lnTo>
                    <a:pt x="8246426" y="0"/>
                  </a:lnTo>
                  <a:lnTo>
                    <a:pt x="8245571" y="0"/>
                  </a:lnTo>
                  <a:lnTo>
                    <a:pt x="8244715" y="0"/>
                  </a:lnTo>
                  <a:lnTo>
                    <a:pt x="8243860" y="0"/>
                  </a:lnTo>
                  <a:lnTo>
                    <a:pt x="8243004" y="0"/>
                  </a:lnTo>
                  <a:lnTo>
                    <a:pt x="8242149" y="0"/>
                  </a:lnTo>
                  <a:lnTo>
                    <a:pt x="8241293" y="0"/>
                  </a:lnTo>
                  <a:lnTo>
                    <a:pt x="8240438" y="0"/>
                  </a:lnTo>
                  <a:lnTo>
                    <a:pt x="8239582" y="0"/>
                  </a:lnTo>
                  <a:lnTo>
                    <a:pt x="8238726" y="0"/>
                  </a:lnTo>
                  <a:lnTo>
                    <a:pt x="8237871" y="0"/>
                  </a:lnTo>
                  <a:lnTo>
                    <a:pt x="8237015" y="0"/>
                  </a:lnTo>
                  <a:lnTo>
                    <a:pt x="8236160" y="0"/>
                  </a:lnTo>
                  <a:lnTo>
                    <a:pt x="8235304" y="0"/>
                  </a:lnTo>
                  <a:lnTo>
                    <a:pt x="8234449" y="0"/>
                  </a:lnTo>
                  <a:lnTo>
                    <a:pt x="8233593" y="0"/>
                  </a:lnTo>
                  <a:lnTo>
                    <a:pt x="8232738" y="0"/>
                  </a:lnTo>
                  <a:lnTo>
                    <a:pt x="8231882" y="0"/>
                  </a:lnTo>
                  <a:lnTo>
                    <a:pt x="8231027" y="0"/>
                  </a:lnTo>
                  <a:lnTo>
                    <a:pt x="8230171" y="0"/>
                  </a:lnTo>
                  <a:lnTo>
                    <a:pt x="8229316" y="0"/>
                  </a:lnTo>
                  <a:lnTo>
                    <a:pt x="8228460" y="0"/>
                  </a:lnTo>
                  <a:lnTo>
                    <a:pt x="8227605" y="0"/>
                  </a:lnTo>
                  <a:lnTo>
                    <a:pt x="8226749" y="0"/>
                  </a:lnTo>
                  <a:lnTo>
                    <a:pt x="8225894" y="0"/>
                  </a:lnTo>
                  <a:lnTo>
                    <a:pt x="8225038" y="0"/>
                  </a:lnTo>
                  <a:lnTo>
                    <a:pt x="8224182" y="0"/>
                  </a:lnTo>
                  <a:lnTo>
                    <a:pt x="8223327" y="0"/>
                  </a:lnTo>
                  <a:lnTo>
                    <a:pt x="8222471" y="0"/>
                  </a:lnTo>
                  <a:lnTo>
                    <a:pt x="8221616" y="0"/>
                  </a:lnTo>
                  <a:lnTo>
                    <a:pt x="8220760" y="0"/>
                  </a:lnTo>
                  <a:lnTo>
                    <a:pt x="8219905" y="0"/>
                  </a:lnTo>
                  <a:lnTo>
                    <a:pt x="8219049" y="0"/>
                  </a:lnTo>
                  <a:lnTo>
                    <a:pt x="8218194" y="0"/>
                  </a:lnTo>
                  <a:lnTo>
                    <a:pt x="8217338" y="0"/>
                  </a:lnTo>
                  <a:lnTo>
                    <a:pt x="8216483" y="0"/>
                  </a:lnTo>
                  <a:lnTo>
                    <a:pt x="8215627" y="0"/>
                  </a:lnTo>
                  <a:lnTo>
                    <a:pt x="8214772" y="0"/>
                  </a:lnTo>
                  <a:lnTo>
                    <a:pt x="8213916" y="0"/>
                  </a:lnTo>
                  <a:lnTo>
                    <a:pt x="8213061" y="0"/>
                  </a:lnTo>
                  <a:lnTo>
                    <a:pt x="8212205" y="0"/>
                  </a:lnTo>
                  <a:lnTo>
                    <a:pt x="8211350" y="0"/>
                  </a:lnTo>
                  <a:lnTo>
                    <a:pt x="8210494" y="0"/>
                  </a:lnTo>
                  <a:lnTo>
                    <a:pt x="8209639" y="0"/>
                  </a:lnTo>
                  <a:lnTo>
                    <a:pt x="8208783" y="0"/>
                  </a:lnTo>
                  <a:lnTo>
                    <a:pt x="8207927" y="0"/>
                  </a:lnTo>
                  <a:lnTo>
                    <a:pt x="8207072" y="0"/>
                  </a:lnTo>
                  <a:lnTo>
                    <a:pt x="8206216" y="0"/>
                  </a:lnTo>
                  <a:lnTo>
                    <a:pt x="8205361" y="0"/>
                  </a:lnTo>
                  <a:lnTo>
                    <a:pt x="8204505" y="0"/>
                  </a:lnTo>
                  <a:lnTo>
                    <a:pt x="8203650" y="0"/>
                  </a:lnTo>
                  <a:lnTo>
                    <a:pt x="8202794" y="0"/>
                  </a:lnTo>
                  <a:lnTo>
                    <a:pt x="8201939" y="0"/>
                  </a:lnTo>
                  <a:lnTo>
                    <a:pt x="8201083" y="0"/>
                  </a:lnTo>
                  <a:lnTo>
                    <a:pt x="8200228" y="0"/>
                  </a:lnTo>
                  <a:lnTo>
                    <a:pt x="8199372" y="0"/>
                  </a:lnTo>
                  <a:lnTo>
                    <a:pt x="8198517" y="0"/>
                  </a:lnTo>
                  <a:lnTo>
                    <a:pt x="8197661" y="0"/>
                  </a:lnTo>
                  <a:lnTo>
                    <a:pt x="8196806" y="0"/>
                  </a:lnTo>
                  <a:lnTo>
                    <a:pt x="8195950" y="0"/>
                  </a:lnTo>
                  <a:lnTo>
                    <a:pt x="8195095" y="0"/>
                  </a:lnTo>
                  <a:lnTo>
                    <a:pt x="8194239" y="0"/>
                  </a:lnTo>
                  <a:lnTo>
                    <a:pt x="8193384" y="0"/>
                  </a:lnTo>
                  <a:lnTo>
                    <a:pt x="8192528" y="0"/>
                  </a:lnTo>
                  <a:lnTo>
                    <a:pt x="8191672" y="0"/>
                  </a:lnTo>
                  <a:lnTo>
                    <a:pt x="8190817" y="0"/>
                  </a:lnTo>
                  <a:lnTo>
                    <a:pt x="8189961" y="0"/>
                  </a:lnTo>
                  <a:lnTo>
                    <a:pt x="8189106" y="0"/>
                  </a:lnTo>
                  <a:lnTo>
                    <a:pt x="8188250" y="0"/>
                  </a:lnTo>
                  <a:lnTo>
                    <a:pt x="8187395" y="0"/>
                  </a:lnTo>
                  <a:lnTo>
                    <a:pt x="8186539" y="0"/>
                  </a:lnTo>
                  <a:lnTo>
                    <a:pt x="8185684" y="0"/>
                  </a:lnTo>
                  <a:lnTo>
                    <a:pt x="8184828" y="0"/>
                  </a:lnTo>
                  <a:lnTo>
                    <a:pt x="8183973" y="0"/>
                  </a:lnTo>
                  <a:lnTo>
                    <a:pt x="8183117" y="0"/>
                  </a:lnTo>
                  <a:lnTo>
                    <a:pt x="8182262" y="0"/>
                  </a:lnTo>
                  <a:lnTo>
                    <a:pt x="8181406" y="0"/>
                  </a:lnTo>
                  <a:lnTo>
                    <a:pt x="8180551" y="0"/>
                  </a:lnTo>
                  <a:lnTo>
                    <a:pt x="8179695" y="0"/>
                  </a:lnTo>
                  <a:lnTo>
                    <a:pt x="8178840" y="0"/>
                  </a:lnTo>
                  <a:lnTo>
                    <a:pt x="8177984" y="0"/>
                  </a:lnTo>
                  <a:lnTo>
                    <a:pt x="8177129" y="0"/>
                  </a:lnTo>
                  <a:lnTo>
                    <a:pt x="8176273" y="0"/>
                  </a:lnTo>
                  <a:lnTo>
                    <a:pt x="8175417" y="0"/>
                  </a:lnTo>
                  <a:lnTo>
                    <a:pt x="8174562" y="0"/>
                  </a:lnTo>
                  <a:lnTo>
                    <a:pt x="8173706" y="0"/>
                  </a:lnTo>
                  <a:lnTo>
                    <a:pt x="8172851" y="0"/>
                  </a:lnTo>
                  <a:lnTo>
                    <a:pt x="8171995" y="0"/>
                  </a:lnTo>
                  <a:lnTo>
                    <a:pt x="8171140" y="0"/>
                  </a:lnTo>
                  <a:lnTo>
                    <a:pt x="8170284" y="0"/>
                  </a:lnTo>
                  <a:lnTo>
                    <a:pt x="8169429" y="0"/>
                  </a:lnTo>
                  <a:lnTo>
                    <a:pt x="8168573" y="0"/>
                  </a:lnTo>
                  <a:lnTo>
                    <a:pt x="8167718" y="0"/>
                  </a:lnTo>
                  <a:lnTo>
                    <a:pt x="8166862" y="0"/>
                  </a:lnTo>
                  <a:lnTo>
                    <a:pt x="8166007" y="0"/>
                  </a:lnTo>
                  <a:lnTo>
                    <a:pt x="8165151" y="0"/>
                  </a:lnTo>
                  <a:lnTo>
                    <a:pt x="8164296" y="0"/>
                  </a:lnTo>
                  <a:lnTo>
                    <a:pt x="8163440" y="0"/>
                  </a:lnTo>
                  <a:lnTo>
                    <a:pt x="8162585" y="0"/>
                  </a:lnTo>
                  <a:lnTo>
                    <a:pt x="8161729" y="0"/>
                  </a:lnTo>
                  <a:lnTo>
                    <a:pt x="8160873" y="0"/>
                  </a:lnTo>
                  <a:lnTo>
                    <a:pt x="8160018" y="0"/>
                  </a:lnTo>
                  <a:lnTo>
                    <a:pt x="8159162" y="0"/>
                  </a:lnTo>
                  <a:lnTo>
                    <a:pt x="8158307" y="0"/>
                  </a:lnTo>
                  <a:lnTo>
                    <a:pt x="8157451" y="0"/>
                  </a:lnTo>
                  <a:lnTo>
                    <a:pt x="8156596" y="0"/>
                  </a:lnTo>
                  <a:lnTo>
                    <a:pt x="8155740" y="0"/>
                  </a:lnTo>
                  <a:lnTo>
                    <a:pt x="8154885" y="0"/>
                  </a:lnTo>
                  <a:lnTo>
                    <a:pt x="8154029" y="0"/>
                  </a:lnTo>
                  <a:lnTo>
                    <a:pt x="8153174" y="0"/>
                  </a:lnTo>
                  <a:lnTo>
                    <a:pt x="8152318" y="0"/>
                  </a:lnTo>
                  <a:lnTo>
                    <a:pt x="8151463" y="0"/>
                  </a:lnTo>
                  <a:lnTo>
                    <a:pt x="8150607" y="0"/>
                  </a:lnTo>
                  <a:lnTo>
                    <a:pt x="8149752" y="0"/>
                  </a:lnTo>
                  <a:lnTo>
                    <a:pt x="8148896" y="0"/>
                  </a:lnTo>
                  <a:lnTo>
                    <a:pt x="8148041" y="0"/>
                  </a:lnTo>
                  <a:lnTo>
                    <a:pt x="8147185" y="0"/>
                  </a:lnTo>
                  <a:lnTo>
                    <a:pt x="8146330" y="0"/>
                  </a:lnTo>
                  <a:lnTo>
                    <a:pt x="8145474" y="0"/>
                  </a:lnTo>
                  <a:lnTo>
                    <a:pt x="8144618" y="0"/>
                  </a:lnTo>
                  <a:lnTo>
                    <a:pt x="8143763" y="0"/>
                  </a:lnTo>
                  <a:lnTo>
                    <a:pt x="8142907" y="0"/>
                  </a:lnTo>
                  <a:lnTo>
                    <a:pt x="8142052" y="0"/>
                  </a:lnTo>
                  <a:lnTo>
                    <a:pt x="8141196" y="0"/>
                  </a:lnTo>
                  <a:lnTo>
                    <a:pt x="8140341" y="0"/>
                  </a:lnTo>
                  <a:lnTo>
                    <a:pt x="8139485" y="0"/>
                  </a:lnTo>
                  <a:lnTo>
                    <a:pt x="8138630" y="0"/>
                  </a:lnTo>
                  <a:lnTo>
                    <a:pt x="8137774" y="0"/>
                  </a:lnTo>
                  <a:lnTo>
                    <a:pt x="8136919" y="0"/>
                  </a:lnTo>
                  <a:lnTo>
                    <a:pt x="8136063" y="0"/>
                  </a:lnTo>
                  <a:lnTo>
                    <a:pt x="8135208" y="0"/>
                  </a:lnTo>
                  <a:lnTo>
                    <a:pt x="8134352" y="0"/>
                  </a:lnTo>
                  <a:lnTo>
                    <a:pt x="8133497" y="0"/>
                  </a:lnTo>
                  <a:lnTo>
                    <a:pt x="8132641" y="0"/>
                  </a:lnTo>
                  <a:lnTo>
                    <a:pt x="8131786" y="0"/>
                  </a:lnTo>
                  <a:lnTo>
                    <a:pt x="8130930" y="0"/>
                  </a:lnTo>
                  <a:lnTo>
                    <a:pt x="8130075" y="0"/>
                  </a:lnTo>
                  <a:lnTo>
                    <a:pt x="8129219" y="0"/>
                  </a:lnTo>
                  <a:lnTo>
                    <a:pt x="8128363" y="0"/>
                  </a:lnTo>
                  <a:lnTo>
                    <a:pt x="8127508" y="0"/>
                  </a:lnTo>
                  <a:lnTo>
                    <a:pt x="8126652" y="0"/>
                  </a:lnTo>
                  <a:lnTo>
                    <a:pt x="8125797" y="0"/>
                  </a:lnTo>
                  <a:lnTo>
                    <a:pt x="8124941" y="0"/>
                  </a:lnTo>
                  <a:lnTo>
                    <a:pt x="8124086" y="0"/>
                  </a:lnTo>
                  <a:lnTo>
                    <a:pt x="8123230" y="0"/>
                  </a:lnTo>
                  <a:lnTo>
                    <a:pt x="8122375" y="0"/>
                  </a:lnTo>
                  <a:lnTo>
                    <a:pt x="8121519" y="0"/>
                  </a:lnTo>
                  <a:lnTo>
                    <a:pt x="8120664" y="0"/>
                  </a:lnTo>
                  <a:lnTo>
                    <a:pt x="8119808" y="0"/>
                  </a:lnTo>
                  <a:lnTo>
                    <a:pt x="8118953" y="0"/>
                  </a:lnTo>
                  <a:lnTo>
                    <a:pt x="8118097" y="0"/>
                  </a:lnTo>
                  <a:lnTo>
                    <a:pt x="8117242" y="0"/>
                  </a:lnTo>
                  <a:lnTo>
                    <a:pt x="8116386" y="0"/>
                  </a:lnTo>
                  <a:lnTo>
                    <a:pt x="8115531" y="0"/>
                  </a:lnTo>
                  <a:lnTo>
                    <a:pt x="8114675" y="0"/>
                  </a:lnTo>
                  <a:lnTo>
                    <a:pt x="8113819" y="0"/>
                  </a:lnTo>
                  <a:lnTo>
                    <a:pt x="8112964" y="0"/>
                  </a:lnTo>
                  <a:lnTo>
                    <a:pt x="8112108" y="0"/>
                  </a:lnTo>
                  <a:lnTo>
                    <a:pt x="8111253" y="0"/>
                  </a:lnTo>
                  <a:lnTo>
                    <a:pt x="8110397" y="0"/>
                  </a:lnTo>
                  <a:lnTo>
                    <a:pt x="8109542" y="0"/>
                  </a:lnTo>
                  <a:lnTo>
                    <a:pt x="8108686" y="0"/>
                  </a:lnTo>
                  <a:lnTo>
                    <a:pt x="8107831" y="0"/>
                  </a:lnTo>
                  <a:lnTo>
                    <a:pt x="8106975" y="0"/>
                  </a:lnTo>
                  <a:lnTo>
                    <a:pt x="8106120" y="0"/>
                  </a:lnTo>
                  <a:lnTo>
                    <a:pt x="8105264" y="0"/>
                  </a:lnTo>
                  <a:lnTo>
                    <a:pt x="8104409" y="0"/>
                  </a:lnTo>
                  <a:lnTo>
                    <a:pt x="8103553" y="0"/>
                  </a:lnTo>
                  <a:lnTo>
                    <a:pt x="8102698" y="0"/>
                  </a:lnTo>
                  <a:lnTo>
                    <a:pt x="8101842" y="0"/>
                  </a:lnTo>
                  <a:lnTo>
                    <a:pt x="8100987" y="0"/>
                  </a:lnTo>
                  <a:lnTo>
                    <a:pt x="8100131" y="0"/>
                  </a:lnTo>
                  <a:lnTo>
                    <a:pt x="8099276" y="0"/>
                  </a:lnTo>
                  <a:lnTo>
                    <a:pt x="8098420" y="0"/>
                  </a:lnTo>
                  <a:lnTo>
                    <a:pt x="8097564" y="0"/>
                  </a:lnTo>
                  <a:lnTo>
                    <a:pt x="8096709" y="0"/>
                  </a:lnTo>
                  <a:lnTo>
                    <a:pt x="8095853" y="0"/>
                  </a:lnTo>
                  <a:lnTo>
                    <a:pt x="8094998" y="0"/>
                  </a:lnTo>
                  <a:lnTo>
                    <a:pt x="8094142" y="0"/>
                  </a:lnTo>
                  <a:lnTo>
                    <a:pt x="8093287" y="0"/>
                  </a:lnTo>
                  <a:lnTo>
                    <a:pt x="8092431" y="0"/>
                  </a:lnTo>
                  <a:lnTo>
                    <a:pt x="8091576" y="0"/>
                  </a:lnTo>
                  <a:lnTo>
                    <a:pt x="8090720" y="0"/>
                  </a:lnTo>
                  <a:lnTo>
                    <a:pt x="8089865" y="0"/>
                  </a:lnTo>
                  <a:lnTo>
                    <a:pt x="8089009" y="0"/>
                  </a:lnTo>
                  <a:lnTo>
                    <a:pt x="8088154" y="0"/>
                  </a:lnTo>
                  <a:lnTo>
                    <a:pt x="8087298" y="0"/>
                  </a:lnTo>
                  <a:lnTo>
                    <a:pt x="8086443" y="0"/>
                  </a:lnTo>
                  <a:lnTo>
                    <a:pt x="8085587" y="0"/>
                  </a:lnTo>
                  <a:lnTo>
                    <a:pt x="8084732" y="0"/>
                  </a:lnTo>
                  <a:lnTo>
                    <a:pt x="8083876" y="0"/>
                  </a:lnTo>
                  <a:lnTo>
                    <a:pt x="8083021" y="0"/>
                  </a:lnTo>
                  <a:lnTo>
                    <a:pt x="8082165" y="0"/>
                  </a:lnTo>
                  <a:lnTo>
                    <a:pt x="8081309" y="0"/>
                  </a:lnTo>
                  <a:lnTo>
                    <a:pt x="8080454" y="0"/>
                  </a:lnTo>
                  <a:lnTo>
                    <a:pt x="8079598" y="0"/>
                  </a:lnTo>
                  <a:lnTo>
                    <a:pt x="8078743" y="0"/>
                  </a:lnTo>
                  <a:lnTo>
                    <a:pt x="8077887" y="0"/>
                  </a:lnTo>
                  <a:lnTo>
                    <a:pt x="8077032" y="0"/>
                  </a:lnTo>
                  <a:lnTo>
                    <a:pt x="8076176" y="0"/>
                  </a:lnTo>
                  <a:lnTo>
                    <a:pt x="8075321" y="0"/>
                  </a:lnTo>
                  <a:lnTo>
                    <a:pt x="8074465" y="0"/>
                  </a:lnTo>
                  <a:lnTo>
                    <a:pt x="8073610" y="0"/>
                  </a:lnTo>
                  <a:lnTo>
                    <a:pt x="8072754" y="0"/>
                  </a:lnTo>
                  <a:lnTo>
                    <a:pt x="8071899" y="0"/>
                  </a:lnTo>
                  <a:lnTo>
                    <a:pt x="8071043" y="0"/>
                  </a:lnTo>
                  <a:lnTo>
                    <a:pt x="8070188" y="0"/>
                  </a:lnTo>
                  <a:lnTo>
                    <a:pt x="8069332" y="0"/>
                  </a:lnTo>
                  <a:lnTo>
                    <a:pt x="8068477" y="0"/>
                  </a:lnTo>
                  <a:lnTo>
                    <a:pt x="8067621" y="0"/>
                  </a:lnTo>
                  <a:lnTo>
                    <a:pt x="8066765" y="0"/>
                  </a:lnTo>
                  <a:lnTo>
                    <a:pt x="8065910" y="0"/>
                  </a:lnTo>
                  <a:lnTo>
                    <a:pt x="8065054" y="0"/>
                  </a:lnTo>
                  <a:lnTo>
                    <a:pt x="8064199" y="0"/>
                  </a:lnTo>
                  <a:lnTo>
                    <a:pt x="8063343" y="0"/>
                  </a:lnTo>
                  <a:lnTo>
                    <a:pt x="8062488" y="0"/>
                  </a:lnTo>
                  <a:lnTo>
                    <a:pt x="8061632" y="0"/>
                  </a:lnTo>
                  <a:lnTo>
                    <a:pt x="8060777" y="0"/>
                  </a:lnTo>
                  <a:lnTo>
                    <a:pt x="8059921" y="0"/>
                  </a:lnTo>
                  <a:lnTo>
                    <a:pt x="8059066" y="0"/>
                  </a:lnTo>
                  <a:lnTo>
                    <a:pt x="8058210" y="0"/>
                  </a:lnTo>
                  <a:lnTo>
                    <a:pt x="8057355" y="0"/>
                  </a:lnTo>
                  <a:lnTo>
                    <a:pt x="8056499" y="0"/>
                  </a:lnTo>
                  <a:lnTo>
                    <a:pt x="8055644" y="0"/>
                  </a:lnTo>
                  <a:lnTo>
                    <a:pt x="8054788" y="0"/>
                  </a:lnTo>
                  <a:lnTo>
                    <a:pt x="8053933" y="0"/>
                  </a:lnTo>
                  <a:lnTo>
                    <a:pt x="8053077" y="0"/>
                  </a:lnTo>
                  <a:lnTo>
                    <a:pt x="8052222" y="0"/>
                  </a:lnTo>
                  <a:lnTo>
                    <a:pt x="8051366" y="0"/>
                  </a:lnTo>
                  <a:lnTo>
                    <a:pt x="8050510" y="0"/>
                  </a:lnTo>
                  <a:lnTo>
                    <a:pt x="8049655" y="0"/>
                  </a:lnTo>
                  <a:lnTo>
                    <a:pt x="8048799" y="0"/>
                  </a:lnTo>
                  <a:lnTo>
                    <a:pt x="8047944" y="0"/>
                  </a:lnTo>
                  <a:lnTo>
                    <a:pt x="8047088" y="0"/>
                  </a:lnTo>
                  <a:lnTo>
                    <a:pt x="8046233" y="0"/>
                  </a:lnTo>
                  <a:lnTo>
                    <a:pt x="8045377" y="0"/>
                  </a:lnTo>
                  <a:lnTo>
                    <a:pt x="8044522" y="0"/>
                  </a:lnTo>
                  <a:lnTo>
                    <a:pt x="8043666" y="0"/>
                  </a:lnTo>
                  <a:lnTo>
                    <a:pt x="8042811" y="0"/>
                  </a:lnTo>
                  <a:lnTo>
                    <a:pt x="8041955" y="0"/>
                  </a:lnTo>
                  <a:lnTo>
                    <a:pt x="8041100" y="0"/>
                  </a:lnTo>
                  <a:lnTo>
                    <a:pt x="8040244" y="0"/>
                  </a:lnTo>
                  <a:lnTo>
                    <a:pt x="8039389" y="0"/>
                  </a:lnTo>
                  <a:lnTo>
                    <a:pt x="8038533" y="0"/>
                  </a:lnTo>
                  <a:lnTo>
                    <a:pt x="8037678" y="0"/>
                  </a:lnTo>
                  <a:lnTo>
                    <a:pt x="8036822" y="0"/>
                  </a:lnTo>
                  <a:lnTo>
                    <a:pt x="8035967" y="0"/>
                  </a:lnTo>
                  <a:lnTo>
                    <a:pt x="8035111" y="0"/>
                  </a:lnTo>
                  <a:lnTo>
                    <a:pt x="8034255" y="0"/>
                  </a:lnTo>
                  <a:lnTo>
                    <a:pt x="8033400" y="0"/>
                  </a:lnTo>
                  <a:lnTo>
                    <a:pt x="8032544" y="0"/>
                  </a:lnTo>
                  <a:lnTo>
                    <a:pt x="8031689" y="0"/>
                  </a:lnTo>
                  <a:lnTo>
                    <a:pt x="8030833" y="0"/>
                  </a:lnTo>
                  <a:lnTo>
                    <a:pt x="8029978" y="0"/>
                  </a:lnTo>
                  <a:lnTo>
                    <a:pt x="8029122" y="0"/>
                  </a:lnTo>
                  <a:lnTo>
                    <a:pt x="8028267" y="0"/>
                  </a:lnTo>
                  <a:lnTo>
                    <a:pt x="8027411" y="0"/>
                  </a:lnTo>
                  <a:lnTo>
                    <a:pt x="8026556" y="0"/>
                  </a:lnTo>
                  <a:lnTo>
                    <a:pt x="8025700" y="0"/>
                  </a:lnTo>
                  <a:lnTo>
                    <a:pt x="8024845" y="0"/>
                  </a:lnTo>
                  <a:lnTo>
                    <a:pt x="8023989" y="0"/>
                  </a:lnTo>
                  <a:lnTo>
                    <a:pt x="8023134" y="0"/>
                  </a:lnTo>
                  <a:lnTo>
                    <a:pt x="8022278" y="0"/>
                  </a:lnTo>
                  <a:lnTo>
                    <a:pt x="8021423" y="0"/>
                  </a:lnTo>
                  <a:lnTo>
                    <a:pt x="8020567" y="0"/>
                  </a:lnTo>
                  <a:lnTo>
                    <a:pt x="8019711" y="0"/>
                  </a:lnTo>
                  <a:lnTo>
                    <a:pt x="8018856" y="0"/>
                  </a:lnTo>
                  <a:lnTo>
                    <a:pt x="8018000" y="0"/>
                  </a:lnTo>
                  <a:lnTo>
                    <a:pt x="8017145" y="0"/>
                  </a:lnTo>
                  <a:lnTo>
                    <a:pt x="8016289" y="0"/>
                  </a:lnTo>
                  <a:lnTo>
                    <a:pt x="8015434" y="0"/>
                  </a:lnTo>
                  <a:lnTo>
                    <a:pt x="8014578" y="0"/>
                  </a:lnTo>
                  <a:lnTo>
                    <a:pt x="8013723" y="0"/>
                  </a:lnTo>
                  <a:lnTo>
                    <a:pt x="8012867" y="0"/>
                  </a:lnTo>
                  <a:lnTo>
                    <a:pt x="8012012" y="0"/>
                  </a:lnTo>
                  <a:lnTo>
                    <a:pt x="8011156" y="0"/>
                  </a:lnTo>
                  <a:lnTo>
                    <a:pt x="8010301" y="0"/>
                  </a:lnTo>
                  <a:lnTo>
                    <a:pt x="8009445" y="0"/>
                  </a:lnTo>
                  <a:lnTo>
                    <a:pt x="8008590" y="0"/>
                  </a:lnTo>
                  <a:lnTo>
                    <a:pt x="8007734" y="0"/>
                  </a:lnTo>
                  <a:lnTo>
                    <a:pt x="8006879" y="0"/>
                  </a:lnTo>
                  <a:lnTo>
                    <a:pt x="8006023" y="0"/>
                  </a:lnTo>
                  <a:lnTo>
                    <a:pt x="8005168" y="0"/>
                  </a:lnTo>
                  <a:lnTo>
                    <a:pt x="8004312" y="0"/>
                  </a:lnTo>
                  <a:lnTo>
                    <a:pt x="8003456" y="0"/>
                  </a:lnTo>
                  <a:lnTo>
                    <a:pt x="8002601" y="0"/>
                  </a:lnTo>
                  <a:lnTo>
                    <a:pt x="8001745" y="0"/>
                  </a:lnTo>
                  <a:lnTo>
                    <a:pt x="8000890" y="0"/>
                  </a:lnTo>
                  <a:lnTo>
                    <a:pt x="8000034" y="0"/>
                  </a:lnTo>
                  <a:lnTo>
                    <a:pt x="7999179" y="0"/>
                  </a:lnTo>
                  <a:lnTo>
                    <a:pt x="7998323" y="0"/>
                  </a:lnTo>
                  <a:lnTo>
                    <a:pt x="7997468" y="0"/>
                  </a:lnTo>
                  <a:lnTo>
                    <a:pt x="7996612" y="0"/>
                  </a:lnTo>
                  <a:lnTo>
                    <a:pt x="7995757" y="0"/>
                  </a:lnTo>
                  <a:lnTo>
                    <a:pt x="7994901" y="0"/>
                  </a:lnTo>
                  <a:lnTo>
                    <a:pt x="7994046" y="0"/>
                  </a:lnTo>
                  <a:lnTo>
                    <a:pt x="7993190" y="0"/>
                  </a:lnTo>
                  <a:lnTo>
                    <a:pt x="7992335" y="0"/>
                  </a:lnTo>
                  <a:lnTo>
                    <a:pt x="7991479" y="0"/>
                  </a:lnTo>
                  <a:lnTo>
                    <a:pt x="7990624" y="0"/>
                  </a:lnTo>
                  <a:lnTo>
                    <a:pt x="7989768" y="0"/>
                  </a:lnTo>
                  <a:lnTo>
                    <a:pt x="7988913" y="0"/>
                  </a:lnTo>
                  <a:lnTo>
                    <a:pt x="7988057" y="0"/>
                  </a:lnTo>
                  <a:lnTo>
                    <a:pt x="7987201" y="0"/>
                  </a:lnTo>
                  <a:lnTo>
                    <a:pt x="7986346" y="0"/>
                  </a:lnTo>
                  <a:lnTo>
                    <a:pt x="7985490" y="0"/>
                  </a:lnTo>
                  <a:lnTo>
                    <a:pt x="7984635" y="0"/>
                  </a:lnTo>
                  <a:lnTo>
                    <a:pt x="7983779" y="0"/>
                  </a:lnTo>
                  <a:lnTo>
                    <a:pt x="7982924" y="0"/>
                  </a:lnTo>
                  <a:lnTo>
                    <a:pt x="7982068" y="0"/>
                  </a:lnTo>
                  <a:lnTo>
                    <a:pt x="7981213" y="0"/>
                  </a:lnTo>
                  <a:lnTo>
                    <a:pt x="7980357" y="0"/>
                  </a:lnTo>
                  <a:lnTo>
                    <a:pt x="7979502" y="0"/>
                  </a:lnTo>
                  <a:lnTo>
                    <a:pt x="7978646" y="0"/>
                  </a:lnTo>
                  <a:lnTo>
                    <a:pt x="7977791" y="0"/>
                  </a:lnTo>
                  <a:lnTo>
                    <a:pt x="7976935" y="0"/>
                  </a:lnTo>
                  <a:lnTo>
                    <a:pt x="7976080" y="0"/>
                  </a:lnTo>
                  <a:lnTo>
                    <a:pt x="7975224" y="0"/>
                  </a:lnTo>
                  <a:lnTo>
                    <a:pt x="7974369" y="0"/>
                  </a:lnTo>
                  <a:lnTo>
                    <a:pt x="7973513" y="0"/>
                  </a:lnTo>
                  <a:lnTo>
                    <a:pt x="7972658" y="0"/>
                  </a:lnTo>
                  <a:lnTo>
                    <a:pt x="7971802" y="0"/>
                  </a:lnTo>
                  <a:lnTo>
                    <a:pt x="7970946" y="0"/>
                  </a:lnTo>
                  <a:lnTo>
                    <a:pt x="7970091" y="0"/>
                  </a:lnTo>
                  <a:lnTo>
                    <a:pt x="7969235" y="0"/>
                  </a:lnTo>
                  <a:lnTo>
                    <a:pt x="7968380" y="0"/>
                  </a:lnTo>
                  <a:lnTo>
                    <a:pt x="7967524" y="0"/>
                  </a:lnTo>
                  <a:lnTo>
                    <a:pt x="7966669" y="0"/>
                  </a:lnTo>
                  <a:lnTo>
                    <a:pt x="7965813" y="0"/>
                  </a:lnTo>
                  <a:lnTo>
                    <a:pt x="7964958" y="0"/>
                  </a:lnTo>
                  <a:lnTo>
                    <a:pt x="7964102" y="0"/>
                  </a:lnTo>
                  <a:lnTo>
                    <a:pt x="7963247" y="0"/>
                  </a:lnTo>
                  <a:lnTo>
                    <a:pt x="7962391" y="0"/>
                  </a:lnTo>
                  <a:lnTo>
                    <a:pt x="7961536" y="0"/>
                  </a:lnTo>
                  <a:lnTo>
                    <a:pt x="7960680" y="0"/>
                  </a:lnTo>
                  <a:lnTo>
                    <a:pt x="7959825" y="0"/>
                  </a:lnTo>
                  <a:lnTo>
                    <a:pt x="7958969" y="0"/>
                  </a:lnTo>
                  <a:lnTo>
                    <a:pt x="7958114" y="0"/>
                  </a:lnTo>
                  <a:lnTo>
                    <a:pt x="7957258" y="0"/>
                  </a:lnTo>
                  <a:lnTo>
                    <a:pt x="7956402" y="0"/>
                  </a:lnTo>
                  <a:lnTo>
                    <a:pt x="7955547" y="0"/>
                  </a:lnTo>
                  <a:lnTo>
                    <a:pt x="7954691" y="0"/>
                  </a:lnTo>
                  <a:lnTo>
                    <a:pt x="7953836" y="0"/>
                  </a:lnTo>
                  <a:lnTo>
                    <a:pt x="7952980" y="0"/>
                  </a:lnTo>
                  <a:lnTo>
                    <a:pt x="7952125" y="0"/>
                  </a:lnTo>
                  <a:lnTo>
                    <a:pt x="7951269" y="0"/>
                  </a:lnTo>
                  <a:lnTo>
                    <a:pt x="7950414" y="0"/>
                  </a:lnTo>
                  <a:lnTo>
                    <a:pt x="7949558" y="0"/>
                  </a:lnTo>
                  <a:lnTo>
                    <a:pt x="7948703" y="0"/>
                  </a:lnTo>
                  <a:lnTo>
                    <a:pt x="7947847" y="0"/>
                  </a:lnTo>
                  <a:lnTo>
                    <a:pt x="7946992" y="0"/>
                  </a:lnTo>
                  <a:lnTo>
                    <a:pt x="7946136" y="0"/>
                  </a:lnTo>
                  <a:lnTo>
                    <a:pt x="7945281" y="0"/>
                  </a:lnTo>
                  <a:lnTo>
                    <a:pt x="7944425" y="0"/>
                  </a:lnTo>
                  <a:lnTo>
                    <a:pt x="7943570" y="0"/>
                  </a:lnTo>
                  <a:lnTo>
                    <a:pt x="7942714" y="0"/>
                  </a:lnTo>
                  <a:lnTo>
                    <a:pt x="7941859" y="0"/>
                  </a:lnTo>
                  <a:lnTo>
                    <a:pt x="7941003" y="0"/>
                  </a:lnTo>
                  <a:lnTo>
                    <a:pt x="7940147" y="0"/>
                  </a:lnTo>
                  <a:lnTo>
                    <a:pt x="7939292" y="0"/>
                  </a:lnTo>
                  <a:lnTo>
                    <a:pt x="7938436" y="0"/>
                  </a:lnTo>
                  <a:lnTo>
                    <a:pt x="7937581" y="0"/>
                  </a:lnTo>
                  <a:lnTo>
                    <a:pt x="7936725" y="0"/>
                  </a:lnTo>
                  <a:lnTo>
                    <a:pt x="7935870" y="0"/>
                  </a:lnTo>
                  <a:lnTo>
                    <a:pt x="7935014" y="0"/>
                  </a:lnTo>
                  <a:lnTo>
                    <a:pt x="7934159" y="0"/>
                  </a:lnTo>
                  <a:lnTo>
                    <a:pt x="7933303" y="0"/>
                  </a:lnTo>
                  <a:lnTo>
                    <a:pt x="7932448" y="0"/>
                  </a:lnTo>
                  <a:lnTo>
                    <a:pt x="7931592" y="0"/>
                  </a:lnTo>
                  <a:lnTo>
                    <a:pt x="7930737" y="0"/>
                  </a:lnTo>
                  <a:lnTo>
                    <a:pt x="7929881" y="0"/>
                  </a:lnTo>
                  <a:lnTo>
                    <a:pt x="7929026" y="0"/>
                  </a:lnTo>
                  <a:lnTo>
                    <a:pt x="7928170" y="0"/>
                  </a:lnTo>
                  <a:lnTo>
                    <a:pt x="7927315" y="0"/>
                  </a:lnTo>
                  <a:lnTo>
                    <a:pt x="7926459" y="0"/>
                  </a:lnTo>
                  <a:lnTo>
                    <a:pt x="7925604" y="0"/>
                  </a:lnTo>
                  <a:lnTo>
                    <a:pt x="7924748" y="0"/>
                  </a:lnTo>
                  <a:lnTo>
                    <a:pt x="7923892" y="0"/>
                  </a:lnTo>
                  <a:lnTo>
                    <a:pt x="7923037" y="0"/>
                  </a:lnTo>
                  <a:lnTo>
                    <a:pt x="7922181" y="0"/>
                  </a:lnTo>
                  <a:lnTo>
                    <a:pt x="7921326" y="0"/>
                  </a:lnTo>
                  <a:lnTo>
                    <a:pt x="7920470" y="0"/>
                  </a:lnTo>
                  <a:lnTo>
                    <a:pt x="7919615" y="0"/>
                  </a:lnTo>
                  <a:lnTo>
                    <a:pt x="7918759" y="0"/>
                  </a:lnTo>
                  <a:lnTo>
                    <a:pt x="7917904" y="0"/>
                  </a:lnTo>
                  <a:lnTo>
                    <a:pt x="7917048" y="0"/>
                  </a:lnTo>
                  <a:lnTo>
                    <a:pt x="7916193" y="0"/>
                  </a:lnTo>
                  <a:lnTo>
                    <a:pt x="7915337" y="0"/>
                  </a:lnTo>
                  <a:lnTo>
                    <a:pt x="7914482" y="0"/>
                  </a:lnTo>
                  <a:lnTo>
                    <a:pt x="7913626" y="0"/>
                  </a:lnTo>
                  <a:lnTo>
                    <a:pt x="7912771" y="0"/>
                  </a:lnTo>
                  <a:lnTo>
                    <a:pt x="7911915" y="0"/>
                  </a:lnTo>
                  <a:lnTo>
                    <a:pt x="7911060" y="0"/>
                  </a:lnTo>
                  <a:lnTo>
                    <a:pt x="7910204" y="0"/>
                  </a:lnTo>
                  <a:lnTo>
                    <a:pt x="7909348" y="0"/>
                  </a:lnTo>
                  <a:lnTo>
                    <a:pt x="7908493" y="0"/>
                  </a:lnTo>
                  <a:lnTo>
                    <a:pt x="7907637" y="0"/>
                  </a:lnTo>
                  <a:lnTo>
                    <a:pt x="7906782" y="0"/>
                  </a:lnTo>
                  <a:lnTo>
                    <a:pt x="7905926" y="0"/>
                  </a:lnTo>
                  <a:lnTo>
                    <a:pt x="7905071" y="0"/>
                  </a:lnTo>
                  <a:lnTo>
                    <a:pt x="7904215" y="0"/>
                  </a:lnTo>
                  <a:lnTo>
                    <a:pt x="7903360" y="0"/>
                  </a:lnTo>
                  <a:lnTo>
                    <a:pt x="7902504" y="0"/>
                  </a:lnTo>
                  <a:lnTo>
                    <a:pt x="7901649" y="0"/>
                  </a:lnTo>
                  <a:lnTo>
                    <a:pt x="7900793" y="0"/>
                  </a:lnTo>
                  <a:lnTo>
                    <a:pt x="7899938" y="0"/>
                  </a:lnTo>
                  <a:lnTo>
                    <a:pt x="7899082" y="0"/>
                  </a:lnTo>
                  <a:lnTo>
                    <a:pt x="7898227" y="0"/>
                  </a:lnTo>
                  <a:lnTo>
                    <a:pt x="7897371" y="0"/>
                  </a:lnTo>
                  <a:lnTo>
                    <a:pt x="7896516" y="0"/>
                  </a:lnTo>
                  <a:lnTo>
                    <a:pt x="7895660" y="0"/>
                  </a:lnTo>
                  <a:lnTo>
                    <a:pt x="7894805" y="0"/>
                  </a:lnTo>
                  <a:lnTo>
                    <a:pt x="7893949" y="0"/>
                  </a:lnTo>
                  <a:lnTo>
                    <a:pt x="7893093" y="0"/>
                  </a:lnTo>
                  <a:lnTo>
                    <a:pt x="7892238" y="0"/>
                  </a:lnTo>
                  <a:lnTo>
                    <a:pt x="7891382" y="0"/>
                  </a:lnTo>
                  <a:lnTo>
                    <a:pt x="7890527" y="0"/>
                  </a:lnTo>
                  <a:lnTo>
                    <a:pt x="7889671" y="0"/>
                  </a:lnTo>
                  <a:lnTo>
                    <a:pt x="7888816" y="0"/>
                  </a:lnTo>
                  <a:lnTo>
                    <a:pt x="7887960" y="0"/>
                  </a:lnTo>
                  <a:lnTo>
                    <a:pt x="7887105" y="0"/>
                  </a:lnTo>
                  <a:lnTo>
                    <a:pt x="7886249" y="0"/>
                  </a:lnTo>
                  <a:lnTo>
                    <a:pt x="7885394" y="0"/>
                  </a:lnTo>
                  <a:lnTo>
                    <a:pt x="7884538" y="0"/>
                  </a:lnTo>
                  <a:lnTo>
                    <a:pt x="7883683" y="0"/>
                  </a:lnTo>
                  <a:lnTo>
                    <a:pt x="7882827" y="0"/>
                  </a:lnTo>
                  <a:lnTo>
                    <a:pt x="7881972" y="0"/>
                  </a:lnTo>
                  <a:lnTo>
                    <a:pt x="7881116" y="0"/>
                  </a:lnTo>
                  <a:lnTo>
                    <a:pt x="7880261" y="0"/>
                  </a:lnTo>
                  <a:lnTo>
                    <a:pt x="7879405" y="0"/>
                  </a:lnTo>
                  <a:lnTo>
                    <a:pt x="7878550" y="0"/>
                  </a:lnTo>
                  <a:lnTo>
                    <a:pt x="7877694" y="0"/>
                  </a:lnTo>
                  <a:lnTo>
                    <a:pt x="7876838" y="0"/>
                  </a:lnTo>
                  <a:lnTo>
                    <a:pt x="7875983" y="0"/>
                  </a:lnTo>
                  <a:lnTo>
                    <a:pt x="7875127" y="0"/>
                  </a:lnTo>
                  <a:lnTo>
                    <a:pt x="7874272" y="0"/>
                  </a:lnTo>
                  <a:lnTo>
                    <a:pt x="7873416" y="0"/>
                  </a:lnTo>
                  <a:lnTo>
                    <a:pt x="7872561" y="0"/>
                  </a:lnTo>
                  <a:lnTo>
                    <a:pt x="7871705" y="0"/>
                  </a:lnTo>
                  <a:lnTo>
                    <a:pt x="7870850" y="0"/>
                  </a:lnTo>
                  <a:lnTo>
                    <a:pt x="7869994" y="0"/>
                  </a:lnTo>
                  <a:lnTo>
                    <a:pt x="7869139" y="0"/>
                  </a:lnTo>
                  <a:lnTo>
                    <a:pt x="7868283" y="0"/>
                  </a:lnTo>
                  <a:lnTo>
                    <a:pt x="7867428" y="0"/>
                  </a:lnTo>
                  <a:lnTo>
                    <a:pt x="7866572" y="0"/>
                  </a:lnTo>
                  <a:lnTo>
                    <a:pt x="7865717" y="0"/>
                  </a:lnTo>
                  <a:lnTo>
                    <a:pt x="7864861" y="0"/>
                  </a:lnTo>
                  <a:lnTo>
                    <a:pt x="7864006" y="0"/>
                  </a:lnTo>
                  <a:lnTo>
                    <a:pt x="7863150" y="0"/>
                  </a:lnTo>
                  <a:lnTo>
                    <a:pt x="7862294" y="0"/>
                  </a:lnTo>
                  <a:lnTo>
                    <a:pt x="7861439" y="0"/>
                  </a:lnTo>
                  <a:lnTo>
                    <a:pt x="7860583" y="0"/>
                  </a:lnTo>
                  <a:lnTo>
                    <a:pt x="7859728" y="0"/>
                  </a:lnTo>
                  <a:lnTo>
                    <a:pt x="7858872" y="0"/>
                  </a:lnTo>
                  <a:lnTo>
                    <a:pt x="7858017" y="0"/>
                  </a:lnTo>
                  <a:lnTo>
                    <a:pt x="7857161" y="0"/>
                  </a:lnTo>
                  <a:lnTo>
                    <a:pt x="7856306" y="0"/>
                  </a:lnTo>
                  <a:lnTo>
                    <a:pt x="7855450" y="0"/>
                  </a:lnTo>
                  <a:lnTo>
                    <a:pt x="7854595" y="0"/>
                  </a:lnTo>
                  <a:lnTo>
                    <a:pt x="7853739" y="0"/>
                  </a:lnTo>
                  <a:lnTo>
                    <a:pt x="7852884" y="0"/>
                  </a:lnTo>
                  <a:lnTo>
                    <a:pt x="7852028" y="0"/>
                  </a:lnTo>
                  <a:lnTo>
                    <a:pt x="7851173" y="0"/>
                  </a:lnTo>
                  <a:lnTo>
                    <a:pt x="7850317" y="0"/>
                  </a:lnTo>
                  <a:lnTo>
                    <a:pt x="7849462" y="0"/>
                  </a:lnTo>
                  <a:lnTo>
                    <a:pt x="7848606" y="0"/>
                  </a:lnTo>
                  <a:lnTo>
                    <a:pt x="7847751" y="0"/>
                  </a:lnTo>
                  <a:lnTo>
                    <a:pt x="7846895" y="0"/>
                  </a:lnTo>
                  <a:lnTo>
                    <a:pt x="7846039" y="0"/>
                  </a:lnTo>
                  <a:lnTo>
                    <a:pt x="7845184" y="0"/>
                  </a:lnTo>
                  <a:lnTo>
                    <a:pt x="7844328" y="0"/>
                  </a:lnTo>
                  <a:lnTo>
                    <a:pt x="7843473" y="0"/>
                  </a:lnTo>
                  <a:lnTo>
                    <a:pt x="7842617" y="0"/>
                  </a:lnTo>
                  <a:lnTo>
                    <a:pt x="7841762" y="0"/>
                  </a:lnTo>
                  <a:lnTo>
                    <a:pt x="7840906" y="0"/>
                  </a:lnTo>
                  <a:lnTo>
                    <a:pt x="7840051" y="0"/>
                  </a:lnTo>
                  <a:lnTo>
                    <a:pt x="7839195" y="0"/>
                  </a:lnTo>
                  <a:lnTo>
                    <a:pt x="7838340" y="0"/>
                  </a:lnTo>
                  <a:lnTo>
                    <a:pt x="7837484" y="0"/>
                  </a:lnTo>
                  <a:lnTo>
                    <a:pt x="7836629" y="0"/>
                  </a:lnTo>
                  <a:lnTo>
                    <a:pt x="7835773" y="0"/>
                  </a:lnTo>
                  <a:lnTo>
                    <a:pt x="7834918" y="0"/>
                  </a:lnTo>
                  <a:lnTo>
                    <a:pt x="7834062" y="0"/>
                  </a:lnTo>
                  <a:lnTo>
                    <a:pt x="7833207" y="0"/>
                  </a:lnTo>
                  <a:lnTo>
                    <a:pt x="7832351" y="0"/>
                  </a:lnTo>
                  <a:lnTo>
                    <a:pt x="7831496" y="0"/>
                  </a:lnTo>
                  <a:lnTo>
                    <a:pt x="7830640" y="0"/>
                  </a:lnTo>
                  <a:lnTo>
                    <a:pt x="7829784" y="0"/>
                  </a:lnTo>
                  <a:lnTo>
                    <a:pt x="7828929" y="0"/>
                  </a:lnTo>
                  <a:lnTo>
                    <a:pt x="7828073" y="0"/>
                  </a:lnTo>
                  <a:lnTo>
                    <a:pt x="7827218" y="0"/>
                  </a:lnTo>
                  <a:lnTo>
                    <a:pt x="7826362" y="0"/>
                  </a:lnTo>
                  <a:lnTo>
                    <a:pt x="7825507" y="0"/>
                  </a:lnTo>
                  <a:lnTo>
                    <a:pt x="7824651" y="0"/>
                  </a:lnTo>
                  <a:lnTo>
                    <a:pt x="7823796" y="0"/>
                  </a:lnTo>
                  <a:lnTo>
                    <a:pt x="7822940" y="0"/>
                  </a:lnTo>
                  <a:lnTo>
                    <a:pt x="7822085" y="0"/>
                  </a:lnTo>
                  <a:lnTo>
                    <a:pt x="7821229" y="0"/>
                  </a:lnTo>
                  <a:lnTo>
                    <a:pt x="7820374" y="0"/>
                  </a:lnTo>
                  <a:lnTo>
                    <a:pt x="7819518" y="0"/>
                  </a:lnTo>
                  <a:lnTo>
                    <a:pt x="7818663" y="0"/>
                  </a:lnTo>
                  <a:lnTo>
                    <a:pt x="7817807" y="0"/>
                  </a:lnTo>
                  <a:lnTo>
                    <a:pt x="7816952" y="0"/>
                  </a:lnTo>
                  <a:lnTo>
                    <a:pt x="7816096" y="0"/>
                  </a:lnTo>
                  <a:lnTo>
                    <a:pt x="7815240" y="0"/>
                  </a:lnTo>
                  <a:lnTo>
                    <a:pt x="7814385" y="0"/>
                  </a:lnTo>
                  <a:lnTo>
                    <a:pt x="7813529" y="0"/>
                  </a:lnTo>
                  <a:lnTo>
                    <a:pt x="7812674" y="0"/>
                  </a:lnTo>
                  <a:lnTo>
                    <a:pt x="7811818" y="0"/>
                  </a:lnTo>
                  <a:lnTo>
                    <a:pt x="7810963" y="0"/>
                  </a:lnTo>
                  <a:lnTo>
                    <a:pt x="7810107" y="0"/>
                  </a:lnTo>
                  <a:lnTo>
                    <a:pt x="7809252" y="0"/>
                  </a:lnTo>
                  <a:lnTo>
                    <a:pt x="7808396" y="0"/>
                  </a:lnTo>
                  <a:lnTo>
                    <a:pt x="7807541" y="0"/>
                  </a:lnTo>
                  <a:lnTo>
                    <a:pt x="7806685" y="0"/>
                  </a:lnTo>
                  <a:lnTo>
                    <a:pt x="7805830" y="0"/>
                  </a:lnTo>
                  <a:lnTo>
                    <a:pt x="7804974" y="0"/>
                  </a:lnTo>
                  <a:lnTo>
                    <a:pt x="7804119" y="0"/>
                  </a:lnTo>
                  <a:lnTo>
                    <a:pt x="7803263" y="0"/>
                  </a:lnTo>
                  <a:lnTo>
                    <a:pt x="7802408" y="0"/>
                  </a:lnTo>
                  <a:lnTo>
                    <a:pt x="7801552" y="0"/>
                  </a:lnTo>
                  <a:lnTo>
                    <a:pt x="7800697" y="0"/>
                  </a:lnTo>
                  <a:lnTo>
                    <a:pt x="7799841" y="0"/>
                  </a:lnTo>
                  <a:lnTo>
                    <a:pt x="7798985" y="0"/>
                  </a:lnTo>
                  <a:lnTo>
                    <a:pt x="7798130" y="0"/>
                  </a:lnTo>
                  <a:lnTo>
                    <a:pt x="7797274" y="0"/>
                  </a:lnTo>
                  <a:lnTo>
                    <a:pt x="7796419" y="0"/>
                  </a:lnTo>
                  <a:lnTo>
                    <a:pt x="7795563" y="0"/>
                  </a:lnTo>
                  <a:lnTo>
                    <a:pt x="7794708" y="0"/>
                  </a:lnTo>
                  <a:lnTo>
                    <a:pt x="7793852" y="0"/>
                  </a:lnTo>
                  <a:lnTo>
                    <a:pt x="7792997" y="0"/>
                  </a:lnTo>
                  <a:lnTo>
                    <a:pt x="7792141" y="0"/>
                  </a:lnTo>
                  <a:lnTo>
                    <a:pt x="7791286" y="0"/>
                  </a:lnTo>
                  <a:lnTo>
                    <a:pt x="7790430" y="0"/>
                  </a:lnTo>
                  <a:lnTo>
                    <a:pt x="7789575" y="0"/>
                  </a:lnTo>
                  <a:lnTo>
                    <a:pt x="7788719" y="0"/>
                  </a:lnTo>
                  <a:lnTo>
                    <a:pt x="7787864" y="0"/>
                  </a:lnTo>
                  <a:lnTo>
                    <a:pt x="7787008" y="0"/>
                  </a:lnTo>
                  <a:lnTo>
                    <a:pt x="7786153" y="0"/>
                  </a:lnTo>
                  <a:lnTo>
                    <a:pt x="7785297" y="0"/>
                  </a:lnTo>
                  <a:lnTo>
                    <a:pt x="7784442" y="0"/>
                  </a:lnTo>
                  <a:lnTo>
                    <a:pt x="7783586" y="0"/>
                  </a:lnTo>
                  <a:lnTo>
                    <a:pt x="7782730" y="0"/>
                  </a:lnTo>
                  <a:lnTo>
                    <a:pt x="7781875" y="0"/>
                  </a:lnTo>
                  <a:lnTo>
                    <a:pt x="7781019" y="0"/>
                  </a:lnTo>
                  <a:lnTo>
                    <a:pt x="7780164" y="0"/>
                  </a:lnTo>
                  <a:lnTo>
                    <a:pt x="7779308" y="0"/>
                  </a:lnTo>
                  <a:lnTo>
                    <a:pt x="7778453" y="0"/>
                  </a:lnTo>
                  <a:lnTo>
                    <a:pt x="7777597" y="0"/>
                  </a:lnTo>
                  <a:lnTo>
                    <a:pt x="7776742" y="0"/>
                  </a:lnTo>
                  <a:lnTo>
                    <a:pt x="7775886" y="0"/>
                  </a:lnTo>
                  <a:lnTo>
                    <a:pt x="7775031" y="0"/>
                  </a:lnTo>
                  <a:lnTo>
                    <a:pt x="7774175" y="0"/>
                  </a:lnTo>
                  <a:lnTo>
                    <a:pt x="7773320" y="0"/>
                  </a:lnTo>
                  <a:lnTo>
                    <a:pt x="7772464" y="0"/>
                  </a:lnTo>
                  <a:lnTo>
                    <a:pt x="7771609" y="0"/>
                  </a:lnTo>
                  <a:lnTo>
                    <a:pt x="7770753" y="0"/>
                  </a:lnTo>
                  <a:lnTo>
                    <a:pt x="7769898" y="0"/>
                  </a:lnTo>
                  <a:lnTo>
                    <a:pt x="7769042" y="0"/>
                  </a:lnTo>
                  <a:lnTo>
                    <a:pt x="7768186" y="0"/>
                  </a:lnTo>
                  <a:lnTo>
                    <a:pt x="7767331" y="0"/>
                  </a:lnTo>
                  <a:lnTo>
                    <a:pt x="7766475" y="0"/>
                  </a:lnTo>
                  <a:lnTo>
                    <a:pt x="7765620" y="0"/>
                  </a:lnTo>
                  <a:lnTo>
                    <a:pt x="7764764" y="0"/>
                  </a:lnTo>
                  <a:lnTo>
                    <a:pt x="7763909" y="0"/>
                  </a:lnTo>
                  <a:lnTo>
                    <a:pt x="7763053" y="0"/>
                  </a:lnTo>
                  <a:lnTo>
                    <a:pt x="7762198" y="0"/>
                  </a:lnTo>
                  <a:lnTo>
                    <a:pt x="7761342" y="0"/>
                  </a:lnTo>
                  <a:lnTo>
                    <a:pt x="7760487" y="0"/>
                  </a:lnTo>
                  <a:lnTo>
                    <a:pt x="7759631" y="0"/>
                  </a:lnTo>
                  <a:lnTo>
                    <a:pt x="7758776" y="0"/>
                  </a:lnTo>
                  <a:lnTo>
                    <a:pt x="7757920" y="0"/>
                  </a:lnTo>
                  <a:lnTo>
                    <a:pt x="7757065" y="0"/>
                  </a:lnTo>
                  <a:lnTo>
                    <a:pt x="7756209" y="0"/>
                  </a:lnTo>
                  <a:lnTo>
                    <a:pt x="7755354" y="0"/>
                  </a:lnTo>
                  <a:lnTo>
                    <a:pt x="7754498" y="0"/>
                  </a:lnTo>
                  <a:lnTo>
                    <a:pt x="7753643" y="0"/>
                  </a:lnTo>
                  <a:lnTo>
                    <a:pt x="7752787" y="0"/>
                  </a:lnTo>
                  <a:lnTo>
                    <a:pt x="7751931" y="0"/>
                  </a:lnTo>
                  <a:lnTo>
                    <a:pt x="7751076" y="0"/>
                  </a:lnTo>
                  <a:lnTo>
                    <a:pt x="7750220" y="0"/>
                  </a:lnTo>
                  <a:lnTo>
                    <a:pt x="7749365" y="0"/>
                  </a:lnTo>
                  <a:lnTo>
                    <a:pt x="7748509" y="0"/>
                  </a:lnTo>
                  <a:lnTo>
                    <a:pt x="7747654" y="0"/>
                  </a:lnTo>
                  <a:lnTo>
                    <a:pt x="7746798" y="0"/>
                  </a:lnTo>
                  <a:lnTo>
                    <a:pt x="7745943" y="0"/>
                  </a:lnTo>
                  <a:lnTo>
                    <a:pt x="7745087" y="0"/>
                  </a:lnTo>
                  <a:lnTo>
                    <a:pt x="7744232" y="0"/>
                  </a:lnTo>
                  <a:lnTo>
                    <a:pt x="7743376" y="0"/>
                  </a:lnTo>
                  <a:lnTo>
                    <a:pt x="7742521" y="0"/>
                  </a:lnTo>
                  <a:lnTo>
                    <a:pt x="7741665" y="0"/>
                  </a:lnTo>
                  <a:lnTo>
                    <a:pt x="7740810" y="0"/>
                  </a:lnTo>
                  <a:lnTo>
                    <a:pt x="7739954" y="0"/>
                  </a:lnTo>
                  <a:lnTo>
                    <a:pt x="7739099" y="0"/>
                  </a:lnTo>
                  <a:lnTo>
                    <a:pt x="7738243" y="0"/>
                  </a:lnTo>
                  <a:lnTo>
                    <a:pt x="7737388" y="0"/>
                  </a:lnTo>
                  <a:lnTo>
                    <a:pt x="7736532" y="0"/>
                  </a:lnTo>
                  <a:lnTo>
                    <a:pt x="7735676" y="0"/>
                  </a:lnTo>
                  <a:lnTo>
                    <a:pt x="7734821" y="0"/>
                  </a:lnTo>
                  <a:lnTo>
                    <a:pt x="7733965" y="0"/>
                  </a:lnTo>
                  <a:lnTo>
                    <a:pt x="7733110" y="0"/>
                  </a:lnTo>
                  <a:lnTo>
                    <a:pt x="7732254" y="0"/>
                  </a:lnTo>
                  <a:lnTo>
                    <a:pt x="7731399" y="0"/>
                  </a:lnTo>
                  <a:lnTo>
                    <a:pt x="7730543" y="0"/>
                  </a:lnTo>
                  <a:lnTo>
                    <a:pt x="7729688" y="0"/>
                  </a:lnTo>
                  <a:lnTo>
                    <a:pt x="7728832" y="0"/>
                  </a:lnTo>
                  <a:lnTo>
                    <a:pt x="7727977" y="0"/>
                  </a:lnTo>
                  <a:lnTo>
                    <a:pt x="7727121" y="0"/>
                  </a:lnTo>
                  <a:lnTo>
                    <a:pt x="7726266" y="0"/>
                  </a:lnTo>
                  <a:lnTo>
                    <a:pt x="7725410" y="0"/>
                  </a:lnTo>
                  <a:lnTo>
                    <a:pt x="7724555" y="0"/>
                  </a:lnTo>
                  <a:lnTo>
                    <a:pt x="7723699" y="0"/>
                  </a:lnTo>
                  <a:lnTo>
                    <a:pt x="7722844" y="0"/>
                  </a:lnTo>
                  <a:lnTo>
                    <a:pt x="7721988" y="0"/>
                  </a:lnTo>
                  <a:lnTo>
                    <a:pt x="7721133" y="0"/>
                  </a:lnTo>
                  <a:lnTo>
                    <a:pt x="7720277" y="0"/>
                  </a:lnTo>
                  <a:lnTo>
                    <a:pt x="7719421" y="0"/>
                  </a:lnTo>
                  <a:lnTo>
                    <a:pt x="7718566" y="0"/>
                  </a:lnTo>
                  <a:lnTo>
                    <a:pt x="7717710" y="0"/>
                  </a:lnTo>
                  <a:lnTo>
                    <a:pt x="7716855" y="0"/>
                  </a:lnTo>
                  <a:lnTo>
                    <a:pt x="7715999" y="0"/>
                  </a:lnTo>
                  <a:lnTo>
                    <a:pt x="7715144" y="0"/>
                  </a:lnTo>
                  <a:lnTo>
                    <a:pt x="7714288" y="0"/>
                  </a:lnTo>
                  <a:lnTo>
                    <a:pt x="7713433" y="0"/>
                  </a:lnTo>
                  <a:lnTo>
                    <a:pt x="7712577" y="0"/>
                  </a:lnTo>
                  <a:lnTo>
                    <a:pt x="7711722" y="0"/>
                  </a:lnTo>
                  <a:lnTo>
                    <a:pt x="7710866" y="0"/>
                  </a:lnTo>
                  <a:lnTo>
                    <a:pt x="7710011" y="0"/>
                  </a:lnTo>
                  <a:lnTo>
                    <a:pt x="7709155" y="0"/>
                  </a:lnTo>
                  <a:lnTo>
                    <a:pt x="7708300" y="0"/>
                  </a:lnTo>
                  <a:lnTo>
                    <a:pt x="7707444" y="0"/>
                  </a:lnTo>
                  <a:lnTo>
                    <a:pt x="7706589" y="0"/>
                  </a:lnTo>
                  <a:lnTo>
                    <a:pt x="7705733" y="0"/>
                  </a:lnTo>
                  <a:lnTo>
                    <a:pt x="7704877" y="0"/>
                  </a:lnTo>
                  <a:lnTo>
                    <a:pt x="7704022" y="0"/>
                  </a:lnTo>
                  <a:lnTo>
                    <a:pt x="7703166" y="0"/>
                  </a:lnTo>
                  <a:lnTo>
                    <a:pt x="7702311" y="0"/>
                  </a:lnTo>
                  <a:lnTo>
                    <a:pt x="7701455" y="0"/>
                  </a:lnTo>
                  <a:lnTo>
                    <a:pt x="7700600" y="0"/>
                  </a:lnTo>
                  <a:lnTo>
                    <a:pt x="7699744" y="0"/>
                  </a:lnTo>
                  <a:lnTo>
                    <a:pt x="7698889" y="0"/>
                  </a:lnTo>
                  <a:lnTo>
                    <a:pt x="7698033" y="0"/>
                  </a:lnTo>
                  <a:lnTo>
                    <a:pt x="7697178" y="0"/>
                  </a:lnTo>
                  <a:lnTo>
                    <a:pt x="7696322" y="0"/>
                  </a:lnTo>
                  <a:lnTo>
                    <a:pt x="7695467" y="0"/>
                  </a:lnTo>
                  <a:lnTo>
                    <a:pt x="7694611" y="0"/>
                  </a:lnTo>
                  <a:lnTo>
                    <a:pt x="7693756" y="0"/>
                  </a:lnTo>
                  <a:lnTo>
                    <a:pt x="7692900" y="0"/>
                  </a:lnTo>
                  <a:lnTo>
                    <a:pt x="7692045" y="0"/>
                  </a:lnTo>
                  <a:lnTo>
                    <a:pt x="7691189" y="0"/>
                  </a:lnTo>
                  <a:lnTo>
                    <a:pt x="7690334" y="0"/>
                  </a:lnTo>
                  <a:lnTo>
                    <a:pt x="7689478" y="0"/>
                  </a:lnTo>
                  <a:lnTo>
                    <a:pt x="7688622" y="0"/>
                  </a:lnTo>
                  <a:lnTo>
                    <a:pt x="7687767" y="0"/>
                  </a:lnTo>
                  <a:lnTo>
                    <a:pt x="7686911" y="0"/>
                  </a:lnTo>
                  <a:lnTo>
                    <a:pt x="7686056" y="0"/>
                  </a:lnTo>
                  <a:lnTo>
                    <a:pt x="7685200" y="0"/>
                  </a:lnTo>
                  <a:lnTo>
                    <a:pt x="7684345" y="0"/>
                  </a:lnTo>
                  <a:lnTo>
                    <a:pt x="7683489" y="0"/>
                  </a:lnTo>
                  <a:lnTo>
                    <a:pt x="7682634" y="0"/>
                  </a:lnTo>
                  <a:lnTo>
                    <a:pt x="7681778" y="0"/>
                  </a:lnTo>
                  <a:lnTo>
                    <a:pt x="7680923" y="0"/>
                  </a:lnTo>
                  <a:lnTo>
                    <a:pt x="7680067" y="0"/>
                  </a:lnTo>
                  <a:lnTo>
                    <a:pt x="7679212" y="0"/>
                  </a:lnTo>
                  <a:lnTo>
                    <a:pt x="7678356" y="0"/>
                  </a:lnTo>
                  <a:lnTo>
                    <a:pt x="7677501" y="0"/>
                  </a:lnTo>
                  <a:lnTo>
                    <a:pt x="7676645" y="0"/>
                  </a:lnTo>
                  <a:lnTo>
                    <a:pt x="7675790" y="0"/>
                  </a:lnTo>
                  <a:lnTo>
                    <a:pt x="7674934" y="0"/>
                  </a:lnTo>
                  <a:lnTo>
                    <a:pt x="7674079" y="0"/>
                  </a:lnTo>
                  <a:lnTo>
                    <a:pt x="7673223" y="0"/>
                  </a:lnTo>
                  <a:lnTo>
                    <a:pt x="7672367" y="0"/>
                  </a:lnTo>
                  <a:lnTo>
                    <a:pt x="7671512" y="0"/>
                  </a:lnTo>
                  <a:lnTo>
                    <a:pt x="7670656" y="0"/>
                  </a:lnTo>
                  <a:lnTo>
                    <a:pt x="7669801" y="0"/>
                  </a:lnTo>
                  <a:lnTo>
                    <a:pt x="7668945" y="0"/>
                  </a:lnTo>
                  <a:lnTo>
                    <a:pt x="7668090" y="0"/>
                  </a:lnTo>
                  <a:lnTo>
                    <a:pt x="7667234" y="0"/>
                  </a:lnTo>
                  <a:lnTo>
                    <a:pt x="7666379" y="0"/>
                  </a:lnTo>
                  <a:lnTo>
                    <a:pt x="7665523" y="0"/>
                  </a:lnTo>
                  <a:lnTo>
                    <a:pt x="7664668" y="0"/>
                  </a:lnTo>
                  <a:lnTo>
                    <a:pt x="7663812" y="0"/>
                  </a:lnTo>
                  <a:lnTo>
                    <a:pt x="7662957" y="0"/>
                  </a:lnTo>
                  <a:lnTo>
                    <a:pt x="7662101" y="0"/>
                  </a:lnTo>
                  <a:lnTo>
                    <a:pt x="7661246" y="0"/>
                  </a:lnTo>
                  <a:lnTo>
                    <a:pt x="7660390" y="0"/>
                  </a:lnTo>
                  <a:lnTo>
                    <a:pt x="7659535" y="0"/>
                  </a:lnTo>
                  <a:lnTo>
                    <a:pt x="7658679" y="0"/>
                  </a:lnTo>
                  <a:lnTo>
                    <a:pt x="7657823" y="0"/>
                  </a:lnTo>
                  <a:lnTo>
                    <a:pt x="7656968" y="0"/>
                  </a:lnTo>
                  <a:lnTo>
                    <a:pt x="7656112" y="0"/>
                  </a:lnTo>
                  <a:lnTo>
                    <a:pt x="7655257" y="0"/>
                  </a:lnTo>
                  <a:lnTo>
                    <a:pt x="7654401" y="0"/>
                  </a:lnTo>
                  <a:lnTo>
                    <a:pt x="7653546" y="0"/>
                  </a:lnTo>
                  <a:lnTo>
                    <a:pt x="7652690" y="0"/>
                  </a:lnTo>
                  <a:lnTo>
                    <a:pt x="7651835" y="0"/>
                  </a:lnTo>
                  <a:lnTo>
                    <a:pt x="7650979" y="0"/>
                  </a:lnTo>
                  <a:lnTo>
                    <a:pt x="7650124" y="0"/>
                  </a:lnTo>
                  <a:lnTo>
                    <a:pt x="7649268" y="0"/>
                  </a:lnTo>
                  <a:lnTo>
                    <a:pt x="7648413" y="0"/>
                  </a:lnTo>
                  <a:lnTo>
                    <a:pt x="7647557" y="0"/>
                  </a:lnTo>
                  <a:lnTo>
                    <a:pt x="7646702" y="0"/>
                  </a:lnTo>
                  <a:lnTo>
                    <a:pt x="7645846" y="0"/>
                  </a:lnTo>
                  <a:lnTo>
                    <a:pt x="7644991" y="0"/>
                  </a:lnTo>
                  <a:lnTo>
                    <a:pt x="7644135" y="0"/>
                  </a:lnTo>
                  <a:lnTo>
                    <a:pt x="7643280" y="0"/>
                  </a:lnTo>
                  <a:lnTo>
                    <a:pt x="7642424" y="0"/>
                  </a:lnTo>
                  <a:lnTo>
                    <a:pt x="7641568" y="0"/>
                  </a:lnTo>
                  <a:lnTo>
                    <a:pt x="7640713" y="0"/>
                  </a:lnTo>
                  <a:lnTo>
                    <a:pt x="7639857" y="0"/>
                  </a:lnTo>
                  <a:lnTo>
                    <a:pt x="7639002" y="0"/>
                  </a:lnTo>
                  <a:lnTo>
                    <a:pt x="7638146" y="0"/>
                  </a:lnTo>
                  <a:lnTo>
                    <a:pt x="7637291" y="0"/>
                  </a:lnTo>
                  <a:lnTo>
                    <a:pt x="7636435" y="0"/>
                  </a:lnTo>
                  <a:lnTo>
                    <a:pt x="7635580" y="0"/>
                  </a:lnTo>
                  <a:lnTo>
                    <a:pt x="7634724" y="0"/>
                  </a:lnTo>
                  <a:lnTo>
                    <a:pt x="7633869" y="0"/>
                  </a:lnTo>
                  <a:lnTo>
                    <a:pt x="7633013" y="0"/>
                  </a:lnTo>
                  <a:lnTo>
                    <a:pt x="7632158" y="0"/>
                  </a:lnTo>
                  <a:lnTo>
                    <a:pt x="7631302" y="0"/>
                  </a:lnTo>
                  <a:lnTo>
                    <a:pt x="7630447" y="0"/>
                  </a:lnTo>
                  <a:lnTo>
                    <a:pt x="7629591" y="0"/>
                  </a:lnTo>
                  <a:lnTo>
                    <a:pt x="7628736" y="0"/>
                  </a:lnTo>
                  <a:lnTo>
                    <a:pt x="7627880" y="0"/>
                  </a:lnTo>
                  <a:lnTo>
                    <a:pt x="7627025" y="0"/>
                  </a:lnTo>
                  <a:lnTo>
                    <a:pt x="7626169" y="0"/>
                  </a:lnTo>
                  <a:lnTo>
                    <a:pt x="7625313" y="0"/>
                  </a:lnTo>
                  <a:lnTo>
                    <a:pt x="7624458" y="0"/>
                  </a:lnTo>
                  <a:lnTo>
                    <a:pt x="7623602" y="0"/>
                  </a:lnTo>
                  <a:lnTo>
                    <a:pt x="7622747" y="0"/>
                  </a:lnTo>
                  <a:lnTo>
                    <a:pt x="7621891" y="0"/>
                  </a:lnTo>
                  <a:lnTo>
                    <a:pt x="7621036" y="0"/>
                  </a:lnTo>
                  <a:lnTo>
                    <a:pt x="7620180" y="0"/>
                  </a:lnTo>
                  <a:lnTo>
                    <a:pt x="7619325" y="0"/>
                  </a:lnTo>
                  <a:lnTo>
                    <a:pt x="7618469" y="0"/>
                  </a:lnTo>
                  <a:lnTo>
                    <a:pt x="7617614" y="0"/>
                  </a:lnTo>
                  <a:lnTo>
                    <a:pt x="7616758" y="0"/>
                  </a:lnTo>
                  <a:lnTo>
                    <a:pt x="7615903" y="0"/>
                  </a:lnTo>
                  <a:lnTo>
                    <a:pt x="7615047" y="0"/>
                  </a:lnTo>
                  <a:lnTo>
                    <a:pt x="7614192" y="0"/>
                  </a:lnTo>
                  <a:lnTo>
                    <a:pt x="7613336" y="0"/>
                  </a:lnTo>
                  <a:lnTo>
                    <a:pt x="7612481" y="0"/>
                  </a:lnTo>
                  <a:lnTo>
                    <a:pt x="7611625" y="0"/>
                  </a:lnTo>
                  <a:lnTo>
                    <a:pt x="7610769" y="0"/>
                  </a:lnTo>
                  <a:lnTo>
                    <a:pt x="7609914" y="0"/>
                  </a:lnTo>
                  <a:lnTo>
                    <a:pt x="7609058" y="0"/>
                  </a:lnTo>
                  <a:lnTo>
                    <a:pt x="7608203" y="0"/>
                  </a:lnTo>
                  <a:lnTo>
                    <a:pt x="7607347" y="0"/>
                  </a:lnTo>
                  <a:lnTo>
                    <a:pt x="7606492" y="0"/>
                  </a:lnTo>
                  <a:lnTo>
                    <a:pt x="7605636" y="0"/>
                  </a:lnTo>
                  <a:lnTo>
                    <a:pt x="7604781" y="0"/>
                  </a:lnTo>
                  <a:lnTo>
                    <a:pt x="7603925" y="0"/>
                  </a:lnTo>
                  <a:lnTo>
                    <a:pt x="7603070" y="0"/>
                  </a:lnTo>
                  <a:lnTo>
                    <a:pt x="7602214" y="0"/>
                  </a:lnTo>
                  <a:lnTo>
                    <a:pt x="7601359" y="0"/>
                  </a:lnTo>
                  <a:lnTo>
                    <a:pt x="7600503" y="0"/>
                  </a:lnTo>
                  <a:lnTo>
                    <a:pt x="7599648" y="0"/>
                  </a:lnTo>
                  <a:lnTo>
                    <a:pt x="7598792" y="0"/>
                  </a:lnTo>
                  <a:lnTo>
                    <a:pt x="7597937" y="0"/>
                  </a:lnTo>
                  <a:lnTo>
                    <a:pt x="7597081" y="0"/>
                  </a:lnTo>
                  <a:lnTo>
                    <a:pt x="7596226" y="0"/>
                  </a:lnTo>
                  <a:lnTo>
                    <a:pt x="7595370" y="0"/>
                  </a:lnTo>
                  <a:lnTo>
                    <a:pt x="7594514" y="0"/>
                  </a:lnTo>
                  <a:lnTo>
                    <a:pt x="7593659" y="0"/>
                  </a:lnTo>
                  <a:lnTo>
                    <a:pt x="7592803" y="0"/>
                  </a:lnTo>
                  <a:lnTo>
                    <a:pt x="7591948" y="0"/>
                  </a:lnTo>
                  <a:lnTo>
                    <a:pt x="7591092" y="0"/>
                  </a:lnTo>
                  <a:lnTo>
                    <a:pt x="7590237" y="0"/>
                  </a:lnTo>
                  <a:lnTo>
                    <a:pt x="7589381" y="0"/>
                  </a:lnTo>
                  <a:lnTo>
                    <a:pt x="7588526" y="0"/>
                  </a:lnTo>
                  <a:lnTo>
                    <a:pt x="7587670" y="0"/>
                  </a:lnTo>
                  <a:lnTo>
                    <a:pt x="7586815" y="0"/>
                  </a:lnTo>
                  <a:lnTo>
                    <a:pt x="7585959" y="0"/>
                  </a:lnTo>
                  <a:lnTo>
                    <a:pt x="7585104" y="0"/>
                  </a:lnTo>
                  <a:lnTo>
                    <a:pt x="7584248" y="0"/>
                  </a:lnTo>
                  <a:lnTo>
                    <a:pt x="7583393" y="0"/>
                  </a:lnTo>
                  <a:lnTo>
                    <a:pt x="7582537" y="0"/>
                  </a:lnTo>
                  <a:lnTo>
                    <a:pt x="7581682" y="0"/>
                  </a:lnTo>
                  <a:lnTo>
                    <a:pt x="7580826" y="0"/>
                  </a:lnTo>
                  <a:lnTo>
                    <a:pt x="7579971" y="0"/>
                  </a:lnTo>
                  <a:lnTo>
                    <a:pt x="7579115" y="0"/>
                  </a:lnTo>
                  <a:lnTo>
                    <a:pt x="7578259" y="0"/>
                  </a:lnTo>
                  <a:lnTo>
                    <a:pt x="7577404" y="0"/>
                  </a:lnTo>
                  <a:lnTo>
                    <a:pt x="7576548" y="0"/>
                  </a:lnTo>
                  <a:lnTo>
                    <a:pt x="7575693" y="0"/>
                  </a:lnTo>
                  <a:lnTo>
                    <a:pt x="7574837" y="0"/>
                  </a:lnTo>
                  <a:lnTo>
                    <a:pt x="7573982" y="0"/>
                  </a:lnTo>
                  <a:lnTo>
                    <a:pt x="7573126" y="0"/>
                  </a:lnTo>
                  <a:lnTo>
                    <a:pt x="7572271" y="0"/>
                  </a:lnTo>
                  <a:lnTo>
                    <a:pt x="7571415" y="0"/>
                  </a:lnTo>
                  <a:lnTo>
                    <a:pt x="7570560" y="0"/>
                  </a:lnTo>
                  <a:lnTo>
                    <a:pt x="7569704" y="0"/>
                  </a:lnTo>
                  <a:lnTo>
                    <a:pt x="7568849" y="0"/>
                  </a:lnTo>
                  <a:lnTo>
                    <a:pt x="7567993" y="0"/>
                  </a:lnTo>
                  <a:lnTo>
                    <a:pt x="7567138" y="0"/>
                  </a:lnTo>
                  <a:lnTo>
                    <a:pt x="7566282" y="0"/>
                  </a:lnTo>
                  <a:lnTo>
                    <a:pt x="7565427" y="0"/>
                  </a:lnTo>
                  <a:lnTo>
                    <a:pt x="7564571" y="0"/>
                  </a:lnTo>
                  <a:lnTo>
                    <a:pt x="7563715" y="0"/>
                  </a:lnTo>
                  <a:lnTo>
                    <a:pt x="7562860" y="0"/>
                  </a:lnTo>
                  <a:lnTo>
                    <a:pt x="7562004" y="0"/>
                  </a:lnTo>
                  <a:lnTo>
                    <a:pt x="7561149" y="0"/>
                  </a:lnTo>
                  <a:lnTo>
                    <a:pt x="7560293" y="0"/>
                  </a:lnTo>
                  <a:lnTo>
                    <a:pt x="7559438" y="0"/>
                  </a:lnTo>
                  <a:lnTo>
                    <a:pt x="7558582" y="0"/>
                  </a:lnTo>
                  <a:lnTo>
                    <a:pt x="7557727" y="0"/>
                  </a:lnTo>
                  <a:lnTo>
                    <a:pt x="7556871" y="0"/>
                  </a:lnTo>
                  <a:lnTo>
                    <a:pt x="7556016" y="0"/>
                  </a:lnTo>
                  <a:lnTo>
                    <a:pt x="7555160" y="0"/>
                  </a:lnTo>
                  <a:lnTo>
                    <a:pt x="7554305" y="0"/>
                  </a:lnTo>
                  <a:lnTo>
                    <a:pt x="7553449" y="0"/>
                  </a:lnTo>
                  <a:lnTo>
                    <a:pt x="7552594" y="0"/>
                  </a:lnTo>
                  <a:lnTo>
                    <a:pt x="7551738" y="0"/>
                  </a:lnTo>
                  <a:lnTo>
                    <a:pt x="7550883" y="0"/>
                  </a:lnTo>
                  <a:lnTo>
                    <a:pt x="7550027" y="0"/>
                  </a:lnTo>
                  <a:lnTo>
                    <a:pt x="7549172" y="0"/>
                  </a:lnTo>
                  <a:lnTo>
                    <a:pt x="7548316" y="0"/>
                  </a:lnTo>
                  <a:lnTo>
                    <a:pt x="7547460" y="0"/>
                  </a:lnTo>
                  <a:lnTo>
                    <a:pt x="7546605" y="0"/>
                  </a:lnTo>
                  <a:lnTo>
                    <a:pt x="7545749" y="0"/>
                  </a:lnTo>
                  <a:lnTo>
                    <a:pt x="7544894" y="0"/>
                  </a:lnTo>
                  <a:lnTo>
                    <a:pt x="7544038" y="0"/>
                  </a:lnTo>
                  <a:lnTo>
                    <a:pt x="7543183" y="0"/>
                  </a:lnTo>
                  <a:lnTo>
                    <a:pt x="7542327" y="0"/>
                  </a:lnTo>
                  <a:lnTo>
                    <a:pt x="7541472" y="0"/>
                  </a:lnTo>
                  <a:lnTo>
                    <a:pt x="7540616" y="0"/>
                  </a:lnTo>
                  <a:lnTo>
                    <a:pt x="7539761" y="0"/>
                  </a:lnTo>
                  <a:lnTo>
                    <a:pt x="7538905" y="0"/>
                  </a:lnTo>
                  <a:lnTo>
                    <a:pt x="7538050" y="0"/>
                  </a:lnTo>
                  <a:lnTo>
                    <a:pt x="7537194" y="0"/>
                  </a:lnTo>
                  <a:lnTo>
                    <a:pt x="7536339" y="0"/>
                  </a:lnTo>
                  <a:lnTo>
                    <a:pt x="7535483" y="0"/>
                  </a:lnTo>
                  <a:lnTo>
                    <a:pt x="7534628" y="0"/>
                  </a:lnTo>
                  <a:lnTo>
                    <a:pt x="7533772" y="0"/>
                  </a:lnTo>
                  <a:lnTo>
                    <a:pt x="7532917" y="0"/>
                  </a:lnTo>
                  <a:lnTo>
                    <a:pt x="7532061" y="0"/>
                  </a:lnTo>
                  <a:lnTo>
                    <a:pt x="7531205" y="0"/>
                  </a:lnTo>
                  <a:lnTo>
                    <a:pt x="7530350" y="0"/>
                  </a:lnTo>
                  <a:lnTo>
                    <a:pt x="7529494" y="0"/>
                  </a:lnTo>
                  <a:lnTo>
                    <a:pt x="7528639" y="0"/>
                  </a:lnTo>
                  <a:lnTo>
                    <a:pt x="7527783" y="0"/>
                  </a:lnTo>
                  <a:lnTo>
                    <a:pt x="7526928" y="0"/>
                  </a:lnTo>
                  <a:lnTo>
                    <a:pt x="7526072" y="0"/>
                  </a:lnTo>
                  <a:lnTo>
                    <a:pt x="7525217" y="0"/>
                  </a:lnTo>
                  <a:lnTo>
                    <a:pt x="7524361" y="0"/>
                  </a:lnTo>
                  <a:lnTo>
                    <a:pt x="7523506" y="0"/>
                  </a:lnTo>
                  <a:lnTo>
                    <a:pt x="7522650" y="0"/>
                  </a:lnTo>
                  <a:lnTo>
                    <a:pt x="7521795" y="0"/>
                  </a:lnTo>
                  <a:lnTo>
                    <a:pt x="7520939" y="0"/>
                  </a:lnTo>
                  <a:lnTo>
                    <a:pt x="7520084" y="0"/>
                  </a:lnTo>
                  <a:lnTo>
                    <a:pt x="7519228" y="0"/>
                  </a:lnTo>
                  <a:lnTo>
                    <a:pt x="7518373" y="0"/>
                  </a:lnTo>
                  <a:lnTo>
                    <a:pt x="7517517" y="0"/>
                  </a:lnTo>
                  <a:lnTo>
                    <a:pt x="7516662" y="0"/>
                  </a:lnTo>
                  <a:lnTo>
                    <a:pt x="7515806" y="0"/>
                  </a:lnTo>
                  <a:lnTo>
                    <a:pt x="7514950" y="0"/>
                  </a:lnTo>
                  <a:lnTo>
                    <a:pt x="7514095" y="0"/>
                  </a:lnTo>
                  <a:lnTo>
                    <a:pt x="7513239" y="0"/>
                  </a:lnTo>
                  <a:lnTo>
                    <a:pt x="7512384" y="0"/>
                  </a:lnTo>
                  <a:lnTo>
                    <a:pt x="7511528" y="0"/>
                  </a:lnTo>
                  <a:lnTo>
                    <a:pt x="7510673" y="0"/>
                  </a:lnTo>
                  <a:lnTo>
                    <a:pt x="7509817" y="0"/>
                  </a:lnTo>
                  <a:lnTo>
                    <a:pt x="7508962" y="0"/>
                  </a:lnTo>
                  <a:lnTo>
                    <a:pt x="7508106" y="0"/>
                  </a:lnTo>
                  <a:lnTo>
                    <a:pt x="7507251" y="0"/>
                  </a:lnTo>
                  <a:lnTo>
                    <a:pt x="7506395" y="0"/>
                  </a:lnTo>
                  <a:lnTo>
                    <a:pt x="7505540" y="0"/>
                  </a:lnTo>
                  <a:lnTo>
                    <a:pt x="7504684" y="0"/>
                  </a:lnTo>
                  <a:lnTo>
                    <a:pt x="7503829" y="0"/>
                  </a:lnTo>
                  <a:lnTo>
                    <a:pt x="7502973" y="0"/>
                  </a:lnTo>
                  <a:lnTo>
                    <a:pt x="7502118" y="0"/>
                  </a:lnTo>
                  <a:lnTo>
                    <a:pt x="7501262" y="0"/>
                  </a:lnTo>
                  <a:lnTo>
                    <a:pt x="7500406" y="0"/>
                  </a:lnTo>
                  <a:lnTo>
                    <a:pt x="7499551" y="0"/>
                  </a:lnTo>
                  <a:lnTo>
                    <a:pt x="7498695" y="0"/>
                  </a:lnTo>
                  <a:lnTo>
                    <a:pt x="7497840" y="0"/>
                  </a:lnTo>
                  <a:lnTo>
                    <a:pt x="7496984" y="0"/>
                  </a:lnTo>
                  <a:lnTo>
                    <a:pt x="7496129" y="0"/>
                  </a:lnTo>
                  <a:lnTo>
                    <a:pt x="7495273" y="0"/>
                  </a:lnTo>
                  <a:lnTo>
                    <a:pt x="7494418" y="0"/>
                  </a:lnTo>
                  <a:lnTo>
                    <a:pt x="7493562" y="0"/>
                  </a:lnTo>
                  <a:lnTo>
                    <a:pt x="7492707" y="0"/>
                  </a:lnTo>
                  <a:lnTo>
                    <a:pt x="7491851" y="0"/>
                  </a:lnTo>
                  <a:lnTo>
                    <a:pt x="7490996" y="0"/>
                  </a:lnTo>
                  <a:lnTo>
                    <a:pt x="7490140" y="0"/>
                  </a:lnTo>
                  <a:lnTo>
                    <a:pt x="7489285" y="0"/>
                  </a:lnTo>
                  <a:lnTo>
                    <a:pt x="7488429" y="0"/>
                  </a:lnTo>
                  <a:lnTo>
                    <a:pt x="7487574" y="0"/>
                  </a:lnTo>
                  <a:lnTo>
                    <a:pt x="7486718" y="0"/>
                  </a:lnTo>
                  <a:lnTo>
                    <a:pt x="7485863" y="0"/>
                  </a:lnTo>
                  <a:lnTo>
                    <a:pt x="7485007" y="0"/>
                  </a:lnTo>
                  <a:lnTo>
                    <a:pt x="7484151" y="0"/>
                  </a:lnTo>
                  <a:lnTo>
                    <a:pt x="7483296" y="0"/>
                  </a:lnTo>
                  <a:lnTo>
                    <a:pt x="7482440" y="0"/>
                  </a:lnTo>
                  <a:lnTo>
                    <a:pt x="7481585" y="0"/>
                  </a:lnTo>
                  <a:lnTo>
                    <a:pt x="7480729" y="0"/>
                  </a:lnTo>
                  <a:lnTo>
                    <a:pt x="7479874" y="0"/>
                  </a:lnTo>
                  <a:lnTo>
                    <a:pt x="7479018" y="0"/>
                  </a:lnTo>
                  <a:lnTo>
                    <a:pt x="7478163" y="0"/>
                  </a:lnTo>
                  <a:lnTo>
                    <a:pt x="7477307" y="0"/>
                  </a:lnTo>
                  <a:lnTo>
                    <a:pt x="7476452" y="0"/>
                  </a:lnTo>
                  <a:lnTo>
                    <a:pt x="7475596" y="0"/>
                  </a:lnTo>
                  <a:lnTo>
                    <a:pt x="7474741" y="0"/>
                  </a:lnTo>
                  <a:lnTo>
                    <a:pt x="7473885" y="0"/>
                  </a:lnTo>
                  <a:lnTo>
                    <a:pt x="7473030" y="0"/>
                  </a:lnTo>
                  <a:lnTo>
                    <a:pt x="7472174" y="0"/>
                  </a:lnTo>
                  <a:lnTo>
                    <a:pt x="7471319" y="0"/>
                  </a:lnTo>
                  <a:lnTo>
                    <a:pt x="7470463" y="0"/>
                  </a:lnTo>
                  <a:lnTo>
                    <a:pt x="7469608" y="0"/>
                  </a:lnTo>
                  <a:lnTo>
                    <a:pt x="7468752" y="0"/>
                  </a:lnTo>
                  <a:lnTo>
                    <a:pt x="7467896" y="0"/>
                  </a:lnTo>
                  <a:lnTo>
                    <a:pt x="7467041" y="0"/>
                  </a:lnTo>
                  <a:lnTo>
                    <a:pt x="7466185" y="0"/>
                  </a:lnTo>
                  <a:lnTo>
                    <a:pt x="7465330" y="0"/>
                  </a:lnTo>
                  <a:lnTo>
                    <a:pt x="7464474" y="0"/>
                  </a:lnTo>
                  <a:lnTo>
                    <a:pt x="7463619" y="0"/>
                  </a:lnTo>
                  <a:lnTo>
                    <a:pt x="7462763" y="0"/>
                  </a:lnTo>
                  <a:lnTo>
                    <a:pt x="7461908" y="0"/>
                  </a:lnTo>
                  <a:lnTo>
                    <a:pt x="7461052" y="0"/>
                  </a:lnTo>
                  <a:lnTo>
                    <a:pt x="7460197" y="0"/>
                  </a:lnTo>
                  <a:lnTo>
                    <a:pt x="7459341" y="0"/>
                  </a:lnTo>
                  <a:lnTo>
                    <a:pt x="7458486" y="0"/>
                  </a:lnTo>
                  <a:lnTo>
                    <a:pt x="7457630" y="0"/>
                  </a:lnTo>
                  <a:lnTo>
                    <a:pt x="7456775" y="0"/>
                  </a:lnTo>
                  <a:lnTo>
                    <a:pt x="7455919" y="0"/>
                  </a:lnTo>
                  <a:lnTo>
                    <a:pt x="7455064" y="0"/>
                  </a:lnTo>
                  <a:lnTo>
                    <a:pt x="7454208" y="0"/>
                  </a:lnTo>
                  <a:lnTo>
                    <a:pt x="7453352" y="0"/>
                  </a:lnTo>
                  <a:lnTo>
                    <a:pt x="7452497" y="0"/>
                  </a:lnTo>
                  <a:lnTo>
                    <a:pt x="7451641" y="0"/>
                  </a:lnTo>
                  <a:lnTo>
                    <a:pt x="7450786" y="0"/>
                  </a:lnTo>
                  <a:lnTo>
                    <a:pt x="7449930" y="0"/>
                  </a:lnTo>
                  <a:lnTo>
                    <a:pt x="7449075" y="0"/>
                  </a:lnTo>
                  <a:lnTo>
                    <a:pt x="7448219" y="0"/>
                  </a:lnTo>
                  <a:lnTo>
                    <a:pt x="7447364" y="0"/>
                  </a:lnTo>
                  <a:lnTo>
                    <a:pt x="7446508" y="0"/>
                  </a:lnTo>
                  <a:lnTo>
                    <a:pt x="7445653" y="0"/>
                  </a:lnTo>
                  <a:lnTo>
                    <a:pt x="7444797" y="0"/>
                  </a:lnTo>
                  <a:lnTo>
                    <a:pt x="7443942" y="0"/>
                  </a:lnTo>
                  <a:lnTo>
                    <a:pt x="7443086" y="0"/>
                  </a:lnTo>
                  <a:lnTo>
                    <a:pt x="7442231" y="0"/>
                  </a:lnTo>
                  <a:lnTo>
                    <a:pt x="7441375" y="0"/>
                  </a:lnTo>
                  <a:lnTo>
                    <a:pt x="7440520" y="0"/>
                  </a:lnTo>
                  <a:lnTo>
                    <a:pt x="7439664" y="0"/>
                  </a:lnTo>
                  <a:lnTo>
                    <a:pt x="7438809" y="0"/>
                  </a:lnTo>
                  <a:lnTo>
                    <a:pt x="7437953" y="0"/>
                  </a:lnTo>
                  <a:lnTo>
                    <a:pt x="7437097" y="0"/>
                  </a:lnTo>
                  <a:lnTo>
                    <a:pt x="7436242" y="0"/>
                  </a:lnTo>
                  <a:lnTo>
                    <a:pt x="7435386" y="0"/>
                  </a:lnTo>
                  <a:lnTo>
                    <a:pt x="7434531" y="0"/>
                  </a:lnTo>
                  <a:lnTo>
                    <a:pt x="7433675" y="0"/>
                  </a:lnTo>
                  <a:lnTo>
                    <a:pt x="7432820" y="0"/>
                  </a:lnTo>
                  <a:lnTo>
                    <a:pt x="7431964" y="0"/>
                  </a:lnTo>
                  <a:lnTo>
                    <a:pt x="7431109" y="0"/>
                  </a:lnTo>
                  <a:lnTo>
                    <a:pt x="7430253" y="0"/>
                  </a:lnTo>
                  <a:lnTo>
                    <a:pt x="7429398" y="0"/>
                  </a:lnTo>
                  <a:lnTo>
                    <a:pt x="7428542" y="0"/>
                  </a:lnTo>
                  <a:lnTo>
                    <a:pt x="7427687" y="0"/>
                  </a:lnTo>
                  <a:lnTo>
                    <a:pt x="7426831" y="0"/>
                  </a:lnTo>
                  <a:lnTo>
                    <a:pt x="7425976" y="0"/>
                  </a:lnTo>
                  <a:lnTo>
                    <a:pt x="7425120" y="0"/>
                  </a:lnTo>
                  <a:lnTo>
                    <a:pt x="7424265" y="0"/>
                  </a:lnTo>
                  <a:lnTo>
                    <a:pt x="7423409" y="0"/>
                  </a:lnTo>
                  <a:lnTo>
                    <a:pt x="7422554" y="0"/>
                  </a:lnTo>
                  <a:lnTo>
                    <a:pt x="7421698" y="0"/>
                  </a:lnTo>
                  <a:lnTo>
                    <a:pt x="7420842" y="0"/>
                  </a:lnTo>
                  <a:lnTo>
                    <a:pt x="7419987" y="0"/>
                  </a:lnTo>
                  <a:lnTo>
                    <a:pt x="7419131" y="0"/>
                  </a:lnTo>
                  <a:lnTo>
                    <a:pt x="7418276" y="0"/>
                  </a:lnTo>
                  <a:lnTo>
                    <a:pt x="7417420" y="0"/>
                  </a:lnTo>
                  <a:lnTo>
                    <a:pt x="7416565" y="0"/>
                  </a:lnTo>
                  <a:lnTo>
                    <a:pt x="7415709" y="0"/>
                  </a:lnTo>
                  <a:lnTo>
                    <a:pt x="7414854" y="0"/>
                  </a:lnTo>
                  <a:lnTo>
                    <a:pt x="7413998" y="0"/>
                  </a:lnTo>
                  <a:lnTo>
                    <a:pt x="7413143" y="0"/>
                  </a:lnTo>
                  <a:lnTo>
                    <a:pt x="7412287" y="0"/>
                  </a:lnTo>
                  <a:lnTo>
                    <a:pt x="7411432" y="0"/>
                  </a:lnTo>
                  <a:lnTo>
                    <a:pt x="7410576" y="0"/>
                  </a:lnTo>
                  <a:lnTo>
                    <a:pt x="7409721" y="0"/>
                  </a:lnTo>
                  <a:lnTo>
                    <a:pt x="7408865" y="0"/>
                  </a:lnTo>
                  <a:lnTo>
                    <a:pt x="7408010" y="0"/>
                  </a:lnTo>
                  <a:lnTo>
                    <a:pt x="7407154" y="0"/>
                  </a:lnTo>
                  <a:lnTo>
                    <a:pt x="7406298" y="0"/>
                  </a:lnTo>
                  <a:lnTo>
                    <a:pt x="7405443" y="0"/>
                  </a:lnTo>
                  <a:lnTo>
                    <a:pt x="7404587" y="0"/>
                  </a:lnTo>
                  <a:lnTo>
                    <a:pt x="7403732" y="0"/>
                  </a:lnTo>
                  <a:lnTo>
                    <a:pt x="7402876" y="0"/>
                  </a:lnTo>
                  <a:lnTo>
                    <a:pt x="7402021" y="0"/>
                  </a:lnTo>
                  <a:lnTo>
                    <a:pt x="7401165" y="0"/>
                  </a:lnTo>
                  <a:lnTo>
                    <a:pt x="7400310" y="0"/>
                  </a:lnTo>
                  <a:lnTo>
                    <a:pt x="7399454" y="0"/>
                  </a:lnTo>
                  <a:lnTo>
                    <a:pt x="7398599" y="0"/>
                  </a:lnTo>
                  <a:lnTo>
                    <a:pt x="7397743" y="0"/>
                  </a:lnTo>
                  <a:lnTo>
                    <a:pt x="7396888" y="0"/>
                  </a:lnTo>
                  <a:lnTo>
                    <a:pt x="7396032" y="0"/>
                  </a:lnTo>
                  <a:lnTo>
                    <a:pt x="7395177" y="0"/>
                  </a:lnTo>
                  <a:lnTo>
                    <a:pt x="7394321" y="0"/>
                  </a:lnTo>
                  <a:lnTo>
                    <a:pt x="7393466" y="0"/>
                  </a:lnTo>
                  <a:lnTo>
                    <a:pt x="7392610" y="0"/>
                  </a:lnTo>
                  <a:lnTo>
                    <a:pt x="7391755" y="0"/>
                  </a:lnTo>
                  <a:lnTo>
                    <a:pt x="7390899" y="0"/>
                  </a:lnTo>
                  <a:lnTo>
                    <a:pt x="7390043" y="0"/>
                  </a:lnTo>
                  <a:lnTo>
                    <a:pt x="7389188" y="0"/>
                  </a:lnTo>
                  <a:lnTo>
                    <a:pt x="7388332" y="0"/>
                  </a:lnTo>
                  <a:lnTo>
                    <a:pt x="7387477" y="0"/>
                  </a:lnTo>
                  <a:lnTo>
                    <a:pt x="7386621" y="0"/>
                  </a:lnTo>
                  <a:lnTo>
                    <a:pt x="7385766" y="0"/>
                  </a:lnTo>
                  <a:lnTo>
                    <a:pt x="7384910" y="0"/>
                  </a:lnTo>
                  <a:lnTo>
                    <a:pt x="7384055" y="0"/>
                  </a:lnTo>
                  <a:lnTo>
                    <a:pt x="7383199" y="0"/>
                  </a:lnTo>
                  <a:lnTo>
                    <a:pt x="7382344" y="0"/>
                  </a:lnTo>
                  <a:lnTo>
                    <a:pt x="7381488" y="0"/>
                  </a:lnTo>
                  <a:lnTo>
                    <a:pt x="7380633" y="0"/>
                  </a:lnTo>
                  <a:lnTo>
                    <a:pt x="7379777" y="0"/>
                  </a:lnTo>
                  <a:lnTo>
                    <a:pt x="7378922" y="0"/>
                  </a:lnTo>
                  <a:lnTo>
                    <a:pt x="7378066" y="0"/>
                  </a:lnTo>
                  <a:lnTo>
                    <a:pt x="7377211" y="0"/>
                  </a:lnTo>
                  <a:lnTo>
                    <a:pt x="7376355" y="0"/>
                  </a:lnTo>
                  <a:lnTo>
                    <a:pt x="7375500" y="0"/>
                  </a:lnTo>
                  <a:lnTo>
                    <a:pt x="7374644" y="0"/>
                  </a:lnTo>
                  <a:lnTo>
                    <a:pt x="7373788" y="0"/>
                  </a:lnTo>
                  <a:lnTo>
                    <a:pt x="7372933" y="0"/>
                  </a:lnTo>
                  <a:lnTo>
                    <a:pt x="7372077" y="0"/>
                  </a:lnTo>
                  <a:lnTo>
                    <a:pt x="7371222" y="0"/>
                  </a:lnTo>
                  <a:lnTo>
                    <a:pt x="7370366" y="0"/>
                  </a:lnTo>
                  <a:lnTo>
                    <a:pt x="7369511" y="0"/>
                  </a:lnTo>
                  <a:lnTo>
                    <a:pt x="7368655" y="0"/>
                  </a:lnTo>
                  <a:lnTo>
                    <a:pt x="7367800" y="0"/>
                  </a:lnTo>
                  <a:lnTo>
                    <a:pt x="7366944" y="0"/>
                  </a:lnTo>
                  <a:lnTo>
                    <a:pt x="7366089" y="0"/>
                  </a:lnTo>
                  <a:lnTo>
                    <a:pt x="7365233" y="0"/>
                  </a:lnTo>
                  <a:lnTo>
                    <a:pt x="7364378" y="0"/>
                  </a:lnTo>
                  <a:lnTo>
                    <a:pt x="7363522" y="0"/>
                  </a:lnTo>
                  <a:lnTo>
                    <a:pt x="7362667" y="0"/>
                  </a:lnTo>
                  <a:lnTo>
                    <a:pt x="7361811" y="0"/>
                  </a:lnTo>
                  <a:lnTo>
                    <a:pt x="7360956" y="0"/>
                  </a:lnTo>
                  <a:lnTo>
                    <a:pt x="7360100" y="0"/>
                  </a:lnTo>
                  <a:lnTo>
                    <a:pt x="7359244" y="0"/>
                  </a:lnTo>
                  <a:lnTo>
                    <a:pt x="7358389" y="0"/>
                  </a:lnTo>
                  <a:lnTo>
                    <a:pt x="7357533" y="0"/>
                  </a:lnTo>
                  <a:lnTo>
                    <a:pt x="7356678" y="0"/>
                  </a:lnTo>
                  <a:lnTo>
                    <a:pt x="7355822" y="0"/>
                  </a:lnTo>
                  <a:lnTo>
                    <a:pt x="7354967" y="0"/>
                  </a:lnTo>
                  <a:lnTo>
                    <a:pt x="7354111" y="0"/>
                  </a:lnTo>
                  <a:lnTo>
                    <a:pt x="7353256" y="0"/>
                  </a:lnTo>
                  <a:lnTo>
                    <a:pt x="7352400" y="0"/>
                  </a:lnTo>
                  <a:lnTo>
                    <a:pt x="7351545" y="0"/>
                  </a:lnTo>
                  <a:lnTo>
                    <a:pt x="7350689" y="0"/>
                  </a:lnTo>
                  <a:lnTo>
                    <a:pt x="7349834" y="0"/>
                  </a:lnTo>
                  <a:lnTo>
                    <a:pt x="7348978" y="0"/>
                  </a:lnTo>
                  <a:lnTo>
                    <a:pt x="7348123" y="0"/>
                  </a:lnTo>
                  <a:lnTo>
                    <a:pt x="7347267" y="0"/>
                  </a:lnTo>
                  <a:lnTo>
                    <a:pt x="7346412" y="0"/>
                  </a:lnTo>
                  <a:lnTo>
                    <a:pt x="7345556" y="0"/>
                  </a:lnTo>
                  <a:lnTo>
                    <a:pt x="7344701" y="0"/>
                  </a:lnTo>
                  <a:lnTo>
                    <a:pt x="7343845" y="0"/>
                  </a:lnTo>
                  <a:lnTo>
                    <a:pt x="7342989" y="0"/>
                  </a:lnTo>
                  <a:lnTo>
                    <a:pt x="7342134" y="0"/>
                  </a:lnTo>
                  <a:lnTo>
                    <a:pt x="7341278" y="0"/>
                  </a:lnTo>
                  <a:lnTo>
                    <a:pt x="7340423" y="0"/>
                  </a:lnTo>
                  <a:lnTo>
                    <a:pt x="7339567" y="0"/>
                  </a:lnTo>
                  <a:lnTo>
                    <a:pt x="7338712" y="0"/>
                  </a:lnTo>
                  <a:lnTo>
                    <a:pt x="7337856" y="0"/>
                  </a:lnTo>
                  <a:lnTo>
                    <a:pt x="7337001" y="0"/>
                  </a:lnTo>
                  <a:lnTo>
                    <a:pt x="7336145" y="0"/>
                  </a:lnTo>
                  <a:lnTo>
                    <a:pt x="7335290" y="0"/>
                  </a:lnTo>
                  <a:lnTo>
                    <a:pt x="7334434" y="0"/>
                  </a:lnTo>
                  <a:lnTo>
                    <a:pt x="7333579" y="0"/>
                  </a:lnTo>
                  <a:lnTo>
                    <a:pt x="7332723" y="0"/>
                  </a:lnTo>
                  <a:lnTo>
                    <a:pt x="7331868" y="0"/>
                  </a:lnTo>
                  <a:lnTo>
                    <a:pt x="7331012" y="0"/>
                  </a:lnTo>
                  <a:lnTo>
                    <a:pt x="7330157" y="0"/>
                  </a:lnTo>
                  <a:lnTo>
                    <a:pt x="7329301" y="0"/>
                  </a:lnTo>
                  <a:lnTo>
                    <a:pt x="7328446" y="0"/>
                  </a:lnTo>
                  <a:lnTo>
                    <a:pt x="7327590" y="0"/>
                  </a:lnTo>
                  <a:lnTo>
                    <a:pt x="7326734" y="0"/>
                  </a:lnTo>
                  <a:lnTo>
                    <a:pt x="7325879" y="0"/>
                  </a:lnTo>
                  <a:lnTo>
                    <a:pt x="7325023" y="0"/>
                  </a:lnTo>
                  <a:lnTo>
                    <a:pt x="7324168" y="0"/>
                  </a:lnTo>
                  <a:lnTo>
                    <a:pt x="7323312" y="0"/>
                  </a:lnTo>
                  <a:lnTo>
                    <a:pt x="7322457" y="0"/>
                  </a:lnTo>
                  <a:lnTo>
                    <a:pt x="7321601" y="0"/>
                  </a:lnTo>
                  <a:lnTo>
                    <a:pt x="7320746" y="0"/>
                  </a:lnTo>
                  <a:lnTo>
                    <a:pt x="7319890" y="0"/>
                  </a:lnTo>
                  <a:lnTo>
                    <a:pt x="7319035" y="0"/>
                  </a:lnTo>
                  <a:lnTo>
                    <a:pt x="7318179" y="0"/>
                  </a:lnTo>
                  <a:lnTo>
                    <a:pt x="7317324" y="0"/>
                  </a:lnTo>
                  <a:lnTo>
                    <a:pt x="7316468" y="0"/>
                  </a:lnTo>
                  <a:lnTo>
                    <a:pt x="7315613" y="0"/>
                  </a:lnTo>
                  <a:lnTo>
                    <a:pt x="7314757" y="0"/>
                  </a:lnTo>
                  <a:lnTo>
                    <a:pt x="7313902" y="0"/>
                  </a:lnTo>
                  <a:lnTo>
                    <a:pt x="7313046" y="0"/>
                  </a:lnTo>
                  <a:lnTo>
                    <a:pt x="7312190" y="0"/>
                  </a:lnTo>
                  <a:lnTo>
                    <a:pt x="7311335" y="0"/>
                  </a:lnTo>
                  <a:lnTo>
                    <a:pt x="7310479" y="0"/>
                  </a:lnTo>
                  <a:lnTo>
                    <a:pt x="7309624" y="0"/>
                  </a:lnTo>
                  <a:lnTo>
                    <a:pt x="7308768" y="0"/>
                  </a:lnTo>
                  <a:lnTo>
                    <a:pt x="7307913" y="0"/>
                  </a:lnTo>
                  <a:lnTo>
                    <a:pt x="7307057" y="0"/>
                  </a:lnTo>
                  <a:lnTo>
                    <a:pt x="7306202" y="0"/>
                  </a:lnTo>
                  <a:lnTo>
                    <a:pt x="7305346" y="0"/>
                  </a:lnTo>
                  <a:lnTo>
                    <a:pt x="7304491" y="0"/>
                  </a:lnTo>
                  <a:lnTo>
                    <a:pt x="7303635" y="0"/>
                  </a:lnTo>
                  <a:lnTo>
                    <a:pt x="7302780" y="0"/>
                  </a:lnTo>
                  <a:lnTo>
                    <a:pt x="7301924" y="0"/>
                  </a:lnTo>
                  <a:lnTo>
                    <a:pt x="7301069" y="0"/>
                  </a:lnTo>
                  <a:lnTo>
                    <a:pt x="7300213" y="0"/>
                  </a:lnTo>
                  <a:lnTo>
                    <a:pt x="7299358" y="0"/>
                  </a:lnTo>
                  <a:lnTo>
                    <a:pt x="7298502" y="0"/>
                  </a:lnTo>
                  <a:lnTo>
                    <a:pt x="7297647" y="0"/>
                  </a:lnTo>
                  <a:lnTo>
                    <a:pt x="7296791" y="0"/>
                  </a:lnTo>
                  <a:lnTo>
                    <a:pt x="7295935" y="0"/>
                  </a:lnTo>
                  <a:lnTo>
                    <a:pt x="7295080" y="0"/>
                  </a:lnTo>
                  <a:lnTo>
                    <a:pt x="7294224" y="0"/>
                  </a:lnTo>
                  <a:lnTo>
                    <a:pt x="7293369" y="0"/>
                  </a:lnTo>
                  <a:lnTo>
                    <a:pt x="7292513" y="0"/>
                  </a:lnTo>
                  <a:lnTo>
                    <a:pt x="7291658" y="0"/>
                  </a:lnTo>
                  <a:lnTo>
                    <a:pt x="7290802" y="0"/>
                  </a:lnTo>
                  <a:lnTo>
                    <a:pt x="7289947" y="0"/>
                  </a:lnTo>
                  <a:lnTo>
                    <a:pt x="7289091" y="0"/>
                  </a:lnTo>
                  <a:lnTo>
                    <a:pt x="7288236" y="0"/>
                  </a:lnTo>
                  <a:lnTo>
                    <a:pt x="7287380" y="0"/>
                  </a:lnTo>
                  <a:lnTo>
                    <a:pt x="7286525" y="0"/>
                  </a:lnTo>
                  <a:lnTo>
                    <a:pt x="7285669" y="0"/>
                  </a:lnTo>
                  <a:lnTo>
                    <a:pt x="7284814" y="0"/>
                  </a:lnTo>
                  <a:lnTo>
                    <a:pt x="7283958" y="0"/>
                  </a:lnTo>
                  <a:lnTo>
                    <a:pt x="7283103" y="0"/>
                  </a:lnTo>
                  <a:lnTo>
                    <a:pt x="7282247" y="0"/>
                  </a:lnTo>
                  <a:lnTo>
                    <a:pt x="7281392" y="0"/>
                  </a:lnTo>
                  <a:lnTo>
                    <a:pt x="7280536" y="0"/>
                  </a:lnTo>
                  <a:lnTo>
                    <a:pt x="7279680" y="0"/>
                  </a:lnTo>
                  <a:lnTo>
                    <a:pt x="7278825" y="0"/>
                  </a:lnTo>
                  <a:lnTo>
                    <a:pt x="7277969" y="0"/>
                  </a:lnTo>
                  <a:lnTo>
                    <a:pt x="7277114" y="0"/>
                  </a:lnTo>
                  <a:lnTo>
                    <a:pt x="7276258" y="0"/>
                  </a:lnTo>
                  <a:lnTo>
                    <a:pt x="7275403" y="0"/>
                  </a:lnTo>
                  <a:lnTo>
                    <a:pt x="7274547" y="0"/>
                  </a:lnTo>
                  <a:lnTo>
                    <a:pt x="7273692" y="0"/>
                  </a:lnTo>
                  <a:lnTo>
                    <a:pt x="7272836" y="0"/>
                  </a:lnTo>
                  <a:lnTo>
                    <a:pt x="7271981" y="0"/>
                  </a:lnTo>
                  <a:lnTo>
                    <a:pt x="7271125" y="0"/>
                  </a:lnTo>
                  <a:lnTo>
                    <a:pt x="7270270" y="0"/>
                  </a:lnTo>
                  <a:lnTo>
                    <a:pt x="7269414" y="0"/>
                  </a:lnTo>
                  <a:lnTo>
                    <a:pt x="7268559" y="0"/>
                  </a:lnTo>
                  <a:lnTo>
                    <a:pt x="7267703" y="0"/>
                  </a:lnTo>
                  <a:lnTo>
                    <a:pt x="7266848" y="0"/>
                  </a:lnTo>
                  <a:lnTo>
                    <a:pt x="7265992" y="0"/>
                  </a:lnTo>
                  <a:lnTo>
                    <a:pt x="7265137" y="0"/>
                  </a:lnTo>
                  <a:lnTo>
                    <a:pt x="7264281" y="0"/>
                  </a:lnTo>
                  <a:lnTo>
                    <a:pt x="7263425" y="0"/>
                  </a:lnTo>
                  <a:lnTo>
                    <a:pt x="7262570" y="0"/>
                  </a:lnTo>
                  <a:lnTo>
                    <a:pt x="7261714" y="0"/>
                  </a:lnTo>
                  <a:lnTo>
                    <a:pt x="7260859" y="0"/>
                  </a:lnTo>
                  <a:lnTo>
                    <a:pt x="7260003" y="0"/>
                  </a:lnTo>
                  <a:lnTo>
                    <a:pt x="7259148" y="0"/>
                  </a:lnTo>
                  <a:lnTo>
                    <a:pt x="7258292" y="0"/>
                  </a:lnTo>
                  <a:lnTo>
                    <a:pt x="7257437" y="0"/>
                  </a:lnTo>
                  <a:lnTo>
                    <a:pt x="7256581" y="0"/>
                  </a:lnTo>
                  <a:lnTo>
                    <a:pt x="7255726" y="0"/>
                  </a:lnTo>
                  <a:lnTo>
                    <a:pt x="7254870" y="0"/>
                  </a:lnTo>
                  <a:lnTo>
                    <a:pt x="7254015" y="0"/>
                  </a:lnTo>
                  <a:lnTo>
                    <a:pt x="7253159" y="0"/>
                  </a:lnTo>
                  <a:lnTo>
                    <a:pt x="7252304" y="0"/>
                  </a:lnTo>
                  <a:lnTo>
                    <a:pt x="7251448" y="0"/>
                  </a:lnTo>
                  <a:lnTo>
                    <a:pt x="7250593" y="0"/>
                  </a:lnTo>
                  <a:lnTo>
                    <a:pt x="7249737" y="0"/>
                  </a:lnTo>
                  <a:lnTo>
                    <a:pt x="7248881" y="0"/>
                  </a:lnTo>
                  <a:lnTo>
                    <a:pt x="7248026" y="0"/>
                  </a:lnTo>
                  <a:lnTo>
                    <a:pt x="7247170" y="0"/>
                  </a:lnTo>
                  <a:lnTo>
                    <a:pt x="7246315" y="0"/>
                  </a:lnTo>
                  <a:lnTo>
                    <a:pt x="7245459" y="0"/>
                  </a:lnTo>
                  <a:lnTo>
                    <a:pt x="7244604" y="0"/>
                  </a:lnTo>
                  <a:lnTo>
                    <a:pt x="7243748" y="0"/>
                  </a:lnTo>
                  <a:lnTo>
                    <a:pt x="7242893" y="0"/>
                  </a:lnTo>
                  <a:lnTo>
                    <a:pt x="7242037" y="0"/>
                  </a:lnTo>
                  <a:lnTo>
                    <a:pt x="7241182" y="0"/>
                  </a:lnTo>
                  <a:lnTo>
                    <a:pt x="7240326" y="0"/>
                  </a:lnTo>
                  <a:lnTo>
                    <a:pt x="7239471" y="0"/>
                  </a:lnTo>
                  <a:lnTo>
                    <a:pt x="7238615" y="0"/>
                  </a:lnTo>
                  <a:lnTo>
                    <a:pt x="7237760" y="0"/>
                  </a:lnTo>
                  <a:lnTo>
                    <a:pt x="7236904" y="0"/>
                  </a:lnTo>
                  <a:lnTo>
                    <a:pt x="7236049" y="0"/>
                  </a:lnTo>
                  <a:lnTo>
                    <a:pt x="7235193" y="0"/>
                  </a:lnTo>
                  <a:lnTo>
                    <a:pt x="7234338" y="0"/>
                  </a:lnTo>
                  <a:lnTo>
                    <a:pt x="7233482" y="0"/>
                  </a:lnTo>
                  <a:lnTo>
                    <a:pt x="7232626" y="0"/>
                  </a:lnTo>
                  <a:lnTo>
                    <a:pt x="7231771" y="0"/>
                  </a:lnTo>
                  <a:lnTo>
                    <a:pt x="7230915" y="0"/>
                  </a:lnTo>
                  <a:lnTo>
                    <a:pt x="7230060" y="0"/>
                  </a:lnTo>
                  <a:lnTo>
                    <a:pt x="7229204" y="0"/>
                  </a:lnTo>
                  <a:lnTo>
                    <a:pt x="7228349" y="0"/>
                  </a:lnTo>
                  <a:lnTo>
                    <a:pt x="7227493" y="0"/>
                  </a:lnTo>
                  <a:lnTo>
                    <a:pt x="7226638" y="0"/>
                  </a:lnTo>
                  <a:lnTo>
                    <a:pt x="7225782" y="0"/>
                  </a:lnTo>
                  <a:lnTo>
                    <a:pt x="7224927" y="0"/>
                  </a:lnTo>
                  <a:lnTo>
                    <a:pt x="7224071" y="0"/>
                  </a:lnTo>
                  <a:lnTo>
                    <a:pt x="7223216" y="0"/>
                  </a:lnTo>
                  <a:lnTo>
                    <a:pt x="7222360" y="0"/>
                  </a:lnTo>
                  <a:lnTo>
                    <a:pt x="7221505" y="0"/>
                  </a:lnTo>
                  <a:lnTo>
                    <a:pt x="7220649" y="0"/>
                  </a:lnTo>
                  <a:lnTo>
                    <a:pt x="7219794" y="0"/>
                  </a:lnTo>
                  <a:lnTo>
                    <a:pt x="7218938" y="0"/>
                  </a:lnTo>
                  <a:lnTo>
                    <a:pt x="7218083" y="0"/>
                  </a:lnTo>
                  <a:lnTo>
                    <a:pt x="7217227" y="0"/>
                  </a:lnTo>
                  <a:lnTo>
                    <a:pt x="7216371" y="0"/>
                  </a:lnTo>
                  <a:lnTo>
                    <a:pt x="7215516" y="0"/>
                  </a:lnTo>
                  <a:lnTo>
                    <a:pt x="7214660" y="0"/>
                  </a:lnTo>
                  <a:lnTo>
                    <a:pt x="7213805" y="0"/>
                  </a:lnTo>
                  <a:lnTo>
                    <a:pt x="7212949" y="0"/>
                  </a:lnTo>
                  <a:lnTo>
                    <a:pt x="7212094" y="0"/>
                  </a:lnTo>
                  <a:lnTo>
                    <a:pt x="7211238" y="0"/>
                  </a:lnTo>
                  <a:lnTo>
                    <a:pt x="7210383" y="0"/>
                  </a:lnTo>
                  <a:lnTo>
                    <a:pt x="7209527" y="0"/>
                  </a:lnTo>
                  <a:lnTo>
                    <a:pt x="7208672" y="0"/>
                  </a:lnTo>
                  <a:lnTo>
                    <a:pt x="7207816" y="0"/>
                  </a:lnTo>
                  <a:lnTo>
                    <a:pt x="7206961" y="0"/>
                  </a:lnTo>
                  <a:lnTo>
                    <a:pt x="7206105" y="0"/>
                  </a:lnTo>
                  <a:lnTo>
                    <a:pt x="7205250" y="0"/>
                  </a:lnTo>
                  <a:lnTo>
                    <a:pt x="7204394" y="0"/>
                  </a:lnTo>
                  <a:lnTo>
                    <a:pt x="7203539" y="0"/>
                  </a:lnTo>
                  <a:lnTo>
                    <a:pt x="7202683" y="0"/>
                  </a:lnTo>
                  <a:lnTo>
                    <a:pt x="7201827" y="0"/>
                  </a:lnTo>
                  <a:lnTo>
                    <a:pt x="7200972" y="0"/>
                  </a:lnTo>
                  <a:lnTo>
                    <a:pt x="7200116" y="0"/>
                  </a:lnTo>
                  <a:lnTo>
                    <a:pt x="7199261" y="0"/>
                  </a:lnTo>
                  <a:lnTo>
                    <a:pt x="7198405" y="0"/>
                  </a:lnTo>
                  <a:lnTo>
                    <a:pt x="7197550" y="0"/>
                  </a:lnTo>
                  <a:lnTo>
                    <a:pt x="7196694" y="0"/>
                  </a:lnTo>
                  <a:lnTo>
                    <a:pt x="7195839" y="0"/>
                  </a:lnTo>
                  <a:lnTo>
                    <a:pt x="7194983" y="0"/>
                  </a:lnTo>
                  <a:lnTo>
                    <a:pt x="7194128" y="0"/>
                  </a:lnTo>
                  <a:lnTo>
                    <a:pt x="7193272" y="0"/>
                  </a:lnTo>
                  <a:lnTo>
                    <a:pt x="7192417" y="0"/>
                  </a:lnTo>
                  <a:lnTo>
                    <a:pt x="7191561" y="0"/>
                  </a:lnTo>
                  <a:lnTo>
                    <a:pt x="7190706" y="0"/>
                  </a:lnTo>
                  <a:lnTo>
                    <a:pt x="7189850" y="0"/>
                  </a:lnTo>
                  <a:lnTo>
                    <a:pt x="7188995" y="0"/>
                  </a:lnTo>
                  <a:lnTo>
                    <a:pt x="7188139" y="0"/>
                  </a:lnTo>
                  <a:lnTo>
                    <a:pt x="7187284" y="0"/>
                  </a:lnTo>
                  <a:lnTo>
                    <a:pt x="7186428" y="0"/>
                  </a:lnTo>
                  <a:lnTo>
                    <a:pt x="7185572" y="0"/>
                  </a:lnTo>
                  <a:lnTo>
                    <a:pt x="7184717" y="0"/>
                  </a:lnTo>
                  <a:lnTo>
                    <a:pt x="7183861" y="0"/>
                  </a:lnTo>
                  <a:lnTo>
                    <a:pt x="7183006" y="0"/>
                  </a:lnTo>
                  <a:lnTo>
                    <a:pt x="7182150" y="0"/>
                  </a:lnTo>
                  <a:lnTo>
                    <a:pt x="7181295" y="0"/>
                  </a:lnTo>
                  <a:lnTo>
                    <a:pt x="7180439" y="0"/>
                  </a:lnTo>
                  <a:lnTo>
                    <a:pt x="7179584" y="0"/>
                  </a:lnTo>
                  <a:lnTo>
                    <a:pt x="7178728" y="0"/>
                  </a:lnTo>
                  <a:lnTo>
                    <a:pt x="7177873" y="0"/>
                  </a:lnTo>
                  <a:lnTo>
                    <a:pt x="7177017" y="0"/>
                  </a:lnTo>
                  <a:lnTo>
                    <a:pt x="7176162" y="0"/>
                  </a:lnTo>
                  <a:lnTo>
                    <a:pt x="7175306" y="0"/>
                  </a:lnTo>
                  <a:lnTo>
                    <a:pt x="7174451" y="0"/>
                  </a:lnTo>
                  <a:lnTo>
                    <a:pt x="7173595" y="0"/>
                  </a:lnTo>
                  <a:lnTo>
                    <a:pt x="7172740" y="0"/>
                  </a:lnTo>
                  <a:lnTo>
                    <a:pt x="7171884" y="0"/>
                  </a:lnTo>
                  <a:lnTo>
                    <a:pt x="7171029" y="0"/>
                  </a:lnTo>
                  <a:lnTo>
                    <a:pt x="7170173" y="0"/>
                  </a:lnTo>
                  <a:lnTo>
                    <a:pt x="7169317" y="0"/>
                  </a:lnTo>
                  <a:lnTo>
                    <a:pt x="7168462" y="0"/>
                  </a:lnTo>
                  <a:lnTo>
                    <a:pt x="7167606" y="0"/>
                  </a:lnTo>
                  <a:lnTo>
                    <a:pt x="7166751" y="0"/>
                  </a:lnTo>
                  <a:lnTo>
                    <a:pt x="7165895" y="0"/>
                  </a:lnTo>
                  <a:lnTo>
                    <a:pt x="7165040" y="0"/>
                  </a:lnTo>
                  <a:lnTo>
                    <a:pt x="7164184" y="0"/>
                  </a:lnTo>
                  <a:lnTo>
                    <a:pt x="7163329" y="0"/>
                  </a:lnTo>
                  <a:lnTo>
                    <a:pt x="7162473" y="0"/>
                  </a:lnTo>
                  <a:lnTo>
                    <a:pt x="7161618" y="0"/>
                  </a:lnTo>
                  <a:lnTo>
                    <a:pt x="7160762" y="0"/>
                  </a:lnTo>
                  <a:lnTo>
                    <a:pt x="7159907" y="0"/>
                  </a:lnTo>
                  <a:lnTo>
                    <a:pt x="7159051" y="0"/>
                  </a:lnTo>
                  <a:lnTo>
                    <a:pt x="7158196" y="0"/>
                  </a:lnTo>
                  <a:lnTo>
                    <a:pt x="7157340" y="0"/>
                  </a:lnTo>
                  <a:lnTo>
                    <a:pt x="7156485" y="0"/>
                  </a:lnTo>
                  <a:lnTo>
                    <a:pt x="7155629" y="0"/>
                  </a:lnTo>
                  <a:lnTo>
                    <a:pt x="7154773" y="0"/>
                  </a:lnTo>
                  <a:lnTo>
                    <a:pt x="7153918" y="0"/>
                  </a:lnTo>
                  <a:lnTo>
                    <a:pt x="7153062" y="0"/>
                  </a:lnTo>
                  <a:lnTo>
                    <a:pt x="7152207" y="0"/>
                  </a:lnTo>
                  <a:lnTo>
                    <a:pt x="7151351" y="0"/>
                  </a:lnTo>
                  <a:lnTo>
                    <a:pt x="7150496" y="0"/>
                  </a:lnTo>
                  <a:lnTo>
                    <a:pt x="7149640" y="0"/>
                  </a:lnTo>
                  <a:lnTo>
                    <a:pt x="7148785" y="0"/>
                  </a:lnTo>
                  <a:lnTo>
                    <a:pt x="7147929" y="0"/>
                  </a:lnTo>
                  <a:lnTo>
                    <a:pt x="7147074" y="0"/>
                  </a:lnTo>
                  <a:lnTo>
                    <a:pt x="7146218" y="0"/>
                  </a:lnTo>
                  <a:lnTo>
                    <a:pt x="7145363" y="0"/>
                  </a:lnTo>
                  <a:lnTo>
                    <a:pt x="7144507" y="0"/>
                  </a:lnTo>
                  <a:lnTo>
                    <a:pt x="7143652" y="0"/>
                  </a:lnTo>
                  <a:lnTo>
                    <a:pt x="7142796" y="0"/>
                  </a:lnTo>
                  <a:lnTo>
                    <a:pt x="7141941" y="0"/>
                  </a:lnTo>
                  <a:lnTo>
                    <a:pt x="7141085" y="0"/>
                  </a:lnTo>
                  <a:lnTo>
                    <a:pt x="7140230" y="0"/>
                  </a:lnTo>
                  <a:lnTo>
                    <a:pt x="7139374" y="0"/>
                  </a:lnTo>
                  <a:lnTo>
                    <a:pt x="7138518" y="0"/>
                  </a:lnTo>
                  <a:lnTo>
                    <a:pt x="7137663" y="0"/>
                  </a:lnTo>
                  <a:lnTo>
                    <a:pt x="7136807" y="0"/>
                  </a:lnTo>
                  <a:lnTo>
                    <a:pt x="7135952" y="0"/>
                  </a:lnTo>
                  <a:lnTo>
                    <a:pt x="7135096" y="0"/>
                  </a:lnTo>
                  <a:lnTo>
                    <a:pt x="7134241" y="0"/>
                  </a:lnTo>
                  <a:lnTo>
                    <a:pt x="7133385" y="0"/>
                  </a:lnTo>
                  <a:lnTo>
                    <a:pt x="7132530" y="0"/>
                  </a:lnTo>
                  <a:lnTo>
                    <a:pt x="7131674" y="0"/>
                  </a:lnTo>
                  <a:lnTo>
                    <a:pt x="7130819" y="0"/>
                  </a:lnTo>
                  <a:lnTo>
                    <a:pt x="7129963" y="0"/>
                  </a:lnTo>
                  <a:lnTo>
                    <a:pt x="7129108" y="0"/>
                  </a:lnTo>
                  <a:lnTo>
                    <a:pt x="7128252" y="0"/>
                  </a:lnTo>
                  <a:lnTo>
                    <a:pt x="7127397" y="0"/>
                  </a:lnTo>
                  <a:lnTo>
                    <a:pt x="7126541" y="0"/>
                  </a:lnTo>
                  <a:lnTo>
                    <a:pt x="7125686" y="0"/>
                  </a:lnTo>
                  <a:lnTo>
                    <a:pt x="7124830" y="0"/>
                  </a:lnTo>
                  <a:lnTo>
                    <a:pt x="7123975" y="0"/>
                  </a:lnTo>
                  <a:lnTo>
                    <a:pt x="7123119" y="0"/>
                  </a:lnTo>
                  <a:lnTo>
                    <a:pt x="7122263" y="0"/>
                  </a:lnTo>
                  <a:lnTo>
                    <a:pt x="7121408" y="0"/>
                  </a:lnTo>
                  <a:lnTo>
                    <a:pt x="7120552" y="0"/>
                  </a:lnTo>
                  <a:lnTo>
                    <a:pt x="7119697" y="0"/>
                  </a:lnTo>
                  <a:lnTo>
                    <a:pt x="7118841" y="0"/>
                  </a:lnTo>
                  <a:lnTo>
                    <a:pt x="7117986" y="0"/>
                  </a:lnTo>
                  <a:lnTo>
                    <a:pt x="7117130" y="0"/>
                  </a:lnTo>
                  <a:lnTo>
                    <a:pt x="7116275" y="0"/>
                  </a:lnTo>
                  <a:lnTo>
                    <a:pt x="7115419" y="0"/>
                  </a:lnTo>
                  <a:lnTo>
                    <a:pt x="7114564" y="0"/>
                  </a:lnTo>
                  <a:lnTo>
                    <a:pt x="7113708" y="0"/>
                  </a:lnTo>
                  <a:lnTo>
                    <a:pt x="7112853" y="0"/>
                  </a:lnTo>
                  <a:lnTo>
                    <a:pt x="7111997" y="0"/>
                  </a:lnTo>
                  <a:lnTo>
                    <a:pt x="7111142" y="0"/>
                  </a:lnTo>
                  <a:lnTo>
                    <a:pt x="7110286" y="0"/>
                  </a:lnTo>
                  <a:lnTo>
                    <a:pt x="7109431" y="0"/>
                  </a:lnTo>
                  <a:lnTo>
                    <a:pt x="7108575" y="0"/>
                  </a:lnTo>
                  <a:lnTo>
                    <a:pt x="7107719" y="0"/>
                  </a:lnTo>
                  <a:lnTo>
                    <a:pt x="7106864" y="0"/>
                  </a:lnTo>
                  <a:lnTo>
                    <a:pt x="7106008" y="0"/>
                  </a:lnTo>
                  <a:lnTo>
                    <a:pt x="7105153" y="0"/>
                  </a:lnTo>
                  <a:lnTo>
                    <a:pt x="7104297" y="0"/>
                  </a:lnTo>
                  <a:lnTo>
                    <a:pt x="7103442" y="0"/>
                  </a:lnTo>
                  <a:lnTo>
                    <a:pt x="7102586" y="0"/>
                  </a:lnTo>
                  <a:lnTo>
                    <a:pt x="7101731" y="0"/>
                  </a:lnTo>
                  <a:lnTo>
                    <a:pt x="7100875" y="0"/>
                  </a:lnTo>
                  <a:lnTo>
                    <a:pt x="7100020" y="0"/>
                  </a:lnTo>
                  <a:lnTo>
                    <a:pt x="7099164" y="0"/>
                  </a:lnTo>
                  <a:lnTo>
                    <a:pt x="7098309" y="0"/>
                  </a:lnTo>
                  <a:lnTo>
                    <a:pt x="7097453" y="0"/>
                  </a:lnTo>
                  <a:lnTo>
                    <a:pt x="7096598" y="0"/>
                  </a:lnTo>
                  <a:lnTo>
                    <a:pt x="7095742" y="0"/>
                  </a:lnTo>
                  <a:lnTo>
                    <a:pt x="7094887" y="0"/>
                  </a:lnTo>
                  <a:lnTo>
                    <a:pt x="7094031" y="0"/>
                  </a:lnTo>
                  <a:lnTo>
                    <a:pt x="7093176" y="0"/>
                  </a:lnTo>
                  <a:lnTo>
                    <a:pt x="7092320" y="0"/>
                  </a:lnTo>
                  <a:lnTo>
                    <a:pt x="7091464" y="0"/>
                  </a:lnTo>
                  <a:lnTo>
                    <a:pt x="7090609" y="0"/>
                  </a:lnTo>
                  <a:lnTo>
                    <a:pt x="7089753" y="0"/>
                  </a:lnTo>
                  <a:lnTo>
                    <a:pt x="7088898" y="0"/>
                  </a:lnTo>
                  <a:lnTo>
                    <a:pt x="7088042" y="0"/>
                  </a:lnTo>
                  <a:lnTo>
                    <a:pt x="7087187" y="0"/>
                  </a:lnTo>
                  <a:lnTo>
                    <a:pt x="7086331" y="0"/>
                  </a:lnTo>
                  <a:lnTo>
                    <a:pt x="7085476" y="0"/>
                  </a:lnTo>
                  <a:lnTo>
                    <a:pt x="7084620" y="0"/>
                  </a:lnTo>
                  <a:lnTo>
                    <a:pt x="7083765" y="0"/>
                  </a:lnTo>
                  <a:lnTo>
                    <a:pt x="7082909" y="0"/>
                  </a:lnTo>
                  <a:lnTo>
                    <a:pt x="7082054" y="0"/>
                  </a:lnTo>
                  <a:lnTo>
                    <a:pt x="7081198" y="0"/>
                  </a:lnTo>
                  <a:lnTo>
                    <a:pt x="7080343" y="0"/>
                  </a:lnTo>
                  <a:lnTo>
                    <a:pt x="7079487" y="0"/>
                  </a:lnTo>
                  <a:lnTo>
                    <a:pt x="7078632" y="0"/>
                  </a:lnTo>
                  <a:lnTo>
                    <a:pt x="7077776" y="0"/>
                  </a:lnTo>
                  <a:lnTo>
                    <a:pt x="7076921" y="0"/>
                  </a:lnTo>
                  <a:lnTo>
                    <a:pt x="7076065" y="0"/>
                  </a:lnTo>
                  <a:lnTo>
                    <a:pt x="7075209" y="0"/>
                  </a:lnTo>
                  <a:lnTo>
                    <a:pt x="7074354" y="0"/>
                  </a:lnTo>
                  <a:lnTo>
                    <a:pt x="7073498" y="0"/>
                  </a:lnTo>
                  <a:lnTo>
                    <a:pt x="7072643" y="0"/>
                  </a:lnTo>
                  <a:lnTo>
                    <a:pt x="7071787" y="0"/>
                  </a:lnTo>
                  <a:lnTo>
                    <a:pt x="7070932" y="0"/>
                  </a:lnTo>
                  <a:lnTo>
                    <a:pt x="7070076" y="0"/>
                  </a:lnTo>
                  <a:lnTo>
                    <a:pt x="7069221" y="0"/>
                  </a:lnTo>
                  <a:lnTo>
                    <a:pt x="7068365" y="0"/>
                  </a:lnTo>
                  <a:lnTo>
                    <a:pt x="7067510" y="0"/>
                  </a:lnTo>
                  <a:lnTo>
                    <a:pt x="7066654" y="0"/>
                  </a:lnTo>
                  <a:lnTo>
                    <a:pt x="7065799" y="0"/>
                  </a:lnTo>
                  <a:lnTo>
                    <a:pt x="7064943" y="0"/>
                  </a:lnTo>
                  <a:lnTo>
                    <a:pt x="7064088" y="0"/>
                  </a:lnTo>
                  <a:lnTo>
                    <a:pt x="7063232" y="0"/>
                  </a:lnTo>
                  <a:lnTo>
                    <a:pt x="7062377" y="0"/>
                  </a:lnTo>
                  <a:lnTo>
                    <a:pt x="7061521" y="0"/>
                  </a:lnTo>
                  <a:lnTo>
                    <a:pt x="7060666" y="0"/>
                  </a:lnTo>
                  <a:lnTo>
                    <a:pt x="7059810" y="0"/>
                  </a:lnTo>
                  <a:lnTo>
                    <a:pt x="7058954" y="0"/>
                  </a:lnTo>
                  <a:lnTo>
                    <a:pt x="7058099" y="0"/>
                  </a:lnTo>
                  <a:lnTo>
                    <a:pt x="7057243" y="0"/>
                  </a:lnTo>
                  <a:lnTo>
                    <a:pt x="7056388" y="0"/>
                  </a:lnTo>
                  <a:lnTo>
                    <a:pt x="7055532" y="0"/>
                  </a:lnTo>
                  <a:lnTo>
                    <a:pt x="7054677" y="0"/>
                  </a:lnTo>
                  <a:lnTo>
                    <a:pt x="7053821" y="0"/>
                  </a:lnTo>
                  <a:lnTo>
                    <a:pt x="7052966" y="0"/>
                  </a:lnTo>
                  <a:lnTo>
                    <a:pt x="7052110" y="0"/>
                  </a:lnTo>
                  <a:lnTo>
                    <a:pt x="7051255" y="0"/>
                  </a:lnTo>
                  <a:lnTo>
                    <a:pt x="7050399" y="0"/>
                  </a:lnTo>
                  <a:lnTo>
                    <a:pt x="7049544" y="0"/>
                  </a:lnTo>
                  <a:lnTo>
                    <a:pt x="7048688" y="0"/>
                  </a:lnTo>
                  <a:lnTo>
                    <a:pt x="7047833" y="0"/>
                  </a:lnTo>
                  <a:lnTo>
                    <a:pt x="7046977" y="0"/>
                  </a:lnTo>
                  <a:lnTo>
                    <a:pt x="7046122" y="0"/>
                  </a:lnTo>
                  <a:lnTo>
                    <a:pt x="7045266" y="0"/>
                  </a:lnTo>
                  <a:lnTo>
                    <a:pt x="7044410" y="0"/>
                  </a:lnTo>
                  <a:lnTo>
                    <a:pt x="7043555" y="0"/>
                  </a:lnTo>
                  <a:lnTo>
                    <a:pt x="7042699" y="0"/>
                  </a:lnTo>
                  <a:lnTo>
                    <a:pt x="7041844" y="0"/>
                  </a:lnTo>
                  <a:lnTo>
                    <a:pt x="7040988" y="0"/>
                  </a:lnTo>
                  <a:lnTo>
                    <a:pt x="7040133" y="0"/>
                  </a:lnTo>
                  <a:lnTo>
                    <a:pt x="7039277" y="0"/>
                  </a:lnTo>
                  <a:lnTo>
                    <a:pt x="7038422" y="0"/>
                  </a:lnTo>
                  <a:lnTo>
                    <a:pt x="7037566" y="0"/>
                  </a:lnTo>
                  <a:lnTo>
                    <a:pt x="7036711" y="0"/>
                  </a:lnTo>
                  <a:lnTo>
                    <a:pt x="7035855" y="0"/>
                  </a:lnTo>
                  <a:lnTo>
                    <a:pt x="7035000" y="0"/>
                  </a:lnTo>
                  <a:lnTo>
                    <a:pt x="7034144" y="0"/>
                  </a:lnTo>
                  <a:lnTo>
                    <a:pt x="7033289" y="0"/>
                  </a:lnTo>
                  <a:lnTo>
                    <a:pt x="7032433" y="0"/>
                  </a:lnTo>
                  <a:lnTo>
                    <a:pt x="7031578" y="0"/>
                  </a:lnTo>
                  <a:lnTo>
                    <a:pt x="7030722" y="0"/>
                  </a:lnTo>
                  <a:lnTo>
                    <a:pt x="7029867" y="0"/>
                  </a:lnTo>
                  <a:lnTo>
                    <a:pt x="7029011" y="0"/>
                  </a:lnTo>
                  <a:lnTo>
                    <a:pt x="7028155" y="0"/>
                  </a:lnTo>
                  <a:lnTo>
                    <a:pt x="7027300" y="0"/>
                  </a:lnTo>
                  <a:lnTo>
                    <a:pt x="7026444" y="0"/>
                  </a:lnTo>
                  <a:lnTo>
                    <a:pt x="7025589" y="0"/>
                  </a:lnTo>
                  <a:lnTo>
                    <a:pt x="7024733" y="0"/>
                  </a:lnTo>
                  <a:lnTo>
                    <a:pt x="7023878" y="0"/>
                  </a:lnTo>
                  <a:lnTo>
                    <a:pt x="7023022" y="0"/>
                  </a:lnTo>
                  <a:lnTo>
                    <a:pt x="7022167" y="0"/>
                  </a:lnTo>
                  <a:lnTo>
                    <a:pt x="7021311" y="0"/>
                  </a:lnTo>
                  <a:lnTo>
                    <a:pt x="7020456" y="0"/>
                  </a:lnTo>
                  <a:lnTo>
                    <a:pt x="7019600" y="0"/>
                  </a:lnTo>
                  <a:lnTo>
                    <a:pt x="7018745" y="0"/>
                  </a:lnTo>
                  <a:lnTo>
                    <a:pt x="7017889" y="0"/>
                  </a:lnTo>
                  <a:lnTo>
                    <a:pt x="7017034" y="0"/>
                  </a:lnTo>
                  <a:lnTo>
                    <a:pt x="7016178" y="0"/>
                  </a:lnTo>
                  <a:lnTo>
                    <a:pt x="7015323" y="0"/>
                  </a:lnTo>
                  <a:lnTo>
                    <a:pt x="7014467" y="0"/>
                  </a:lnTo>
                  <a:lnTo>
                    <a:pt x="7013612" y="0"/>
                  </a:lnTo>
                  <a:lnTo>
                    <a:pt x="7012756" y="0"/>
                  </a:lnTo>
                  <a:lnTo>
                    <a:pt x="7011900" y="0"/>
                  </a:lnTo>
                  <a:lnTo>
                    <a:pt x="7011045" y="0"/>
                  </a:lnTo>
                  <a:lnTo>
                    <a:pt x="7010189" y="0"/>
                  </a:lnTo>
                  <a:lnTo>
                    <a:pt x="7009334" y="0"/>
                  </a:lnTo>
                  <a:lnTo>
                    <a:pt x="7008478" y="0"/>
                  </a:lnTo>
                  <a:lnTo>
                    <a:pt x="7007623" y="0"/>
                  </a:lnTo>
                  <a:lnTo>
                    <a:pt x="7006767" y="0"/>
                  </a:lnTo>
                  <a:lnTo>
                    <a:pt x="7005912" y="0"/>
                  </a:lnTo>
                  <a:lnTo>
                    <a:pt x="7005056" y="0"/>
                  </a:lnTo>
                  <a:lnTo>
                    <a:pt x="7004201" y="0"/>
                  </a:lnTo>
                  <a:lnTo>
                    <a:pt x="7003345" y="0"/>
                  </a:lnTo>
                  <a:lnTo>
                    <a:pt x="7002490" y="0"/>
                  </a:lnTo>
                  <a:lnTo>
                    <a:pt x="7001634" y="0"/>
                  </a:lnTo>
                  <a:lnTo>
                    <a:pt x="7000779" y="0"/>
                  </a:lnTo>
                  <a:lnTo>
                    <a:pt x="6999923" y="0"/>
                  </a:lnTo>
                  <a:lnTo>
                    <a:pt x="6999068" y="0"/>
                  </a:lnTo>
                  <a:lnTo>
                    <a:pt x="6998212" y="0"/>
                  </a:lnTo>
                  <a:lnTo>
                    <a:pt x="6997356" y="0"/>
                  </a:lnTo>
                  <a:lnTo>
                    <a:pt x="6996501" y="0"/>
                  </a:lnTo>
                  <a:lnTo>
                    <a:pt x="6995645" y="0"/>
                  </a:lnTo>
                  <a:lnTo>
                    <a:pt x="6994790" y="0"/>
                  </a:lnTo>
                  <a:lnTo>
                    <a:pt x="6993934" y="0"/>
                  </a:lnTo>
                  <a:lnTo>
                    <a:pt x="6993079" y="0"/>
                  </a:lnTo>
                  <a:lnTo>
                    <a:pt x="6992223" y="0"/>
                  </a:lnTo>
                  <a:lnTo>
                    <a:pt x="6991368" y="0"/>
                  </a:lnTo>
                  <a:lnTo>
                    <a:pt x="6990512" y="0"/>
                  </a:lnTo>
                  <a:lnTo>
                    <a:pt x="6989657" y="0"/>
                  </a:lnTo>
                  <a:lnTo>
                    <a:pt x="6988801" y="0"/>
                  </a:lnTo>
                  <a:lnTo>
                    <a:pt x="6987946" y="0"/>
                  </a:lnTo>
                  <a:lnTo>
                    <a:pt x="6987090" y="0"/>
                  </a:lnTo>
                  <a:lnTo>
                    <a:pt x="6986235" y="0"/>
                  </a:lnTo>
                  <a:lnTo>
                    <a:pt x="6985379" y="0"/>
                  </a:lnTo>
                  <a:lnTo>
                    <a:pt x="6984524" y="0"/>
                  </a:lnTo>
                  <a:lnTo>
                    <a:pt x="6983668" y="0"/>
                  </a:lnTo>
                  <a:lnTo>
                    <a:pt x="6982813" y="0"/>
                  </a:lnTo>
                  <a:lnTo>
                    <a:pt x="6981957" y="0"/>
                  </a:lnTo>
                  <a:lnTo>
                    <a:pt x="6981101" y="0"/>
                  </a:lnTo>
                  <a:lnTo>
                    <a:pt x="6980246" y="0"/>
                  </a:lnTo>
                  <a:lnTo>
                    <a:pt x="6979390" y="0"/>
                  </a:lnTo>
                  <a:lnTo>
                    <a:pt x="6978535" y="0"/>
                  </a:lnTo>
                  <a:lnTo>
                    <a:pt x="6977679" y="0"/>
                  </a:lnTo>
                  <a:lnTo>
                    <a:pt x="6976824" y="0"/>
                  </a:lnTo>
                  <a:lnTo>
                    <a:pt x="6975968" y="0"/>
                  </a:lnTo>
                  <a:lnTo>
                    <a:pt x="6975113" y="0"/>
                  </a:lnTo>
                  <a:lnTo>
                    <a:pt x="6974257" y="0"/>
                  </a:lnTo>
                  <a:lnTo>
                    <a:pt x="6973402" y="0"/>
                  </a:lnTo>
                  <a:lnTo>
                    <a:pt x="6972546" y="0"/>
                  </a:lnTo>
                  <a:lnTo>
                    <a:pt x="6971691" y="0"/>
                  </a:lnTo>
                  <a:lnTo>
                    <a:pt x="6970835" y="0"/>
                  </a:lnTo>
                  <a:lnTo>
                    <a:pt x="6969980" y="0"/>
                  </a:lnTo>
                  <a:lnTo>
                    <a:pt x="6969124" y="0"/>
                  </a:lnTo>
                  <a:lnTo>
                    <a:pt x="6968269" y="0"/>
                  </a:lnTo>
                  <a:lnTo>
                    <a:pt x="6967413" y="0"/>
                  </a:lnTo>
                  <a:lnTo>
                    <a:pt x="6966558" y="0"/>
                  </a:lnTo>
                  <a:lnTo>
                    <a:pt x="6965702" y="0"/>
                  </a:lnTo>
                  <a:lnTo>
                    <a:pt x="6964846" y="0"/>
                  </a:lnTo>
                  <a:lnTo>
                    <a:pt x="6963991" y="0"/>
                  </a:lnTo>
                  <a:lnTo>
                    <a:pt x="6963135" y="0"/>
                  </a:lnTo>
                  <a:lnTo>
                    <a:pt x="6962280" y="0"/>
                  </a:lnTo>
                  <a:lnTo>
                    <a:pt x="6961424" y="0"/>
                  </a:lnTo>
                  <a:lnTo>
                    <a:pt x="6960569" y="0"/>
                  </a:lnTo>
                  <a:lnTo>
                    <a:pt x="6959713" y="0"/>
                  </a:lnTo>
                  <a:lnTo>
                    <a:pt x="6958858" y="0"/>
                  </a:lnTo>
                  <a:lnTo>
                    <a:pt x="6958002" y="0"/>
                  </a:lnTo>
                  <a:lnTo>
                    <a:pt x="6957147" y="0"/>
                  </a:lnTo>
                  <a:lnTo>
                    <a:pt x="6956291" y="0"/>
                  </a:lnTo>
                  <a:lnTo>
                    <a:pt x="6955436" y="0"/>
                  </a:lnTo>
                  <a:lnTo>
                    <a:pt x="6954580" y="0"/>
                  </a:lnTo>
                  <a:lnTo>
                    <a:pt x="6953725" y="0"/>
                  </a:lnTo>
                  <a:lnTo>
                    <a:pt x="6952869" y="0"/>
                  </a:lnTo>
                  <a:lnTo>
                    <a:pt x="6952014" y="0"/>
                  </a:lnTo>
                  <a:lnTo>
                    <a:pt x="6951158" y="0"/>
                  </a:lnTo>
                  <a:lnTo>
                    <a:pt x="6950302" y="0"/>
                  </a:lnTo>
                  <a:lnTo>
                    <a:pt x="6949447" y="0"/>
                  </a:lnTo>
                  <a:lnTo>
                    <a:pt x="6948591" y="0"/>
                  </a:lnTo>
                  <a:lnTo>
                    <a:pt x="6947736" y="0"/>
                  </a:lnTo>
                  <a:lnTo>
                    <a:pt x="6946880" y="0"/>
                  </a:lnTo>
                  <a:lnTo>
                    <a:pt x="6946025" y="0"/>
                  </a:lnTo>
                  <a:lnTo>
                    <a:pt x="6945169" y="0"/>
                  </a:lnTo>
                  <a:lnTo>
                    <a:pt x="6944314" y="0"/>
                  </a:lnTo>
                  <a:lnTo>
                    <a:pt x="6943458" y="0"/>
                  </a:lnTo>
                  <a:lnTo>
                    <a:pt x="6942603" y="0"/>
                  </a:lnTo>
                  <a:lnTo>
                    <a:pt x="6941747" y="0"/>
                  </a:lnTo>
                  <a:lnTo>
                    <a:pt x="6940892" y="0"/>
                  </a:lnTo>
                  <a:lnTo>
                    <a:pt x="6940036" y="0"/>
                  </a:lnTo>
                  <a:lnTo>
                    <a:pt x="6939181" y="0"/>
                  </a:lnTo>
                  <a:lnTo>
                    <a:pt x="6938325" y="0"/>
                  </a:lnTo>
                  <a:lnTo>
                    <a:pt x="6937470" y="0"/>
                  </a:lnTo>
                  <a:lnTo>
                    <a:pt x="6936614" y="0"/>
                  </a:lnTo>
                  <a:lnTo>
                    <a:pt x="6935759" y="0"/>
                  </a:lnTo>
                  <a:lnTo>
                    <a:pt x="6934903" y="0"/>
                  </a:lnTo>
                  <a:lnTo>
                    <a:pt x="6934047" y="0"/>
                  </a:lnTo>
                  <a:lnTo>
                    <a:pt x="6933192" y="0"/>
                  </a:lnTo>
                  <a:lnTo>
                    <a:pt x="6932336" y="0"/>
                  </a:lnTo>
                  <a:lnTo>
                    <a:pt x="6931481" y="0"/>
                  </a:lnTo>
                  <a:lnTo>
                    <a:pt x="6930625" y="0"/>
                  </a:lnTo>
                  <a:lnTo>
                    <a:pt x="6929770" y="0"/>
                  </a:lnTo>
                  <a:lnTo>
                    <a:pt x="6928914" y="0"/>
                  </a:lnTo>
                  <a:lnTo>
                    <a:pt x="6928059" y="0"/>
                  </a:lnTo>
                  <a:lnTo>
                    <a:pt x="6927203" y="0"/>
                  </a:lnTo>
                  <a:lnTo>
                    <a:pt x="6926348" y="0"/>
                  </a:lnTo>
                  <a:lnTo>
                    <a:pt x="6925492" y="0"/>
                  </a:lnTo>
                  <a:lnTo>
                    <a:pt x="6924637" y="0"/>
                  </a:lnTo>
                  <a:lnTo>
                    <a:pt x="6923781" y="0"/>
                  </a:lnTo>
                  <a:lnTo>
                    <a:pt x="6922926" y="0"/>
                  </a:lnTo>
                  <a:lnTo>
                    <a:pt x="6922070" y="0"/>
                  </a:lnTo>
                  <a:lnTo>
                    <a:pt x="6921215" y="0"/>
                  </a:lnTo>
                  <a:lnTo>
                    <a:pt x="6920359" y="0"/>
                  </a:lnTo>
                  <a:lnTo>
                    <a:pt x="6919504" y="0"/>
                  </a:lnTo>
                  <a:lnTo>
                    <a:pt x="6918648" y="0"/>
                  </a:lnTo>
                  <a:lnTo>
                    <a:pt x="6917792" y="0"/>
                  </a:lnTo>
                  <a:lnTo>
                    <a:pt x="6916937" y="0"/>
                  </a:lnTo>
                  <a:lnTo>
                    <a:pt x="6916081" y="0"/>
                  </a:lnTo>
                  <a:lnTo>
                    <a:pt x="6915226" y="0"/>
                  </a:lnTo>
                  <a:lnTo>
                    <a:pt x="6914370" y="0"/>
                  </a:lnTo>
                  <a:lnTo>
                    <a:pt x="6913515" y="0"/>
                  </a:lnTo>
                  <a:lnTo>
                    <a:pt x="6912659" y="0"/>
                  </a:lnTo>
                  <a:lnTo>
                    <a:pt x="6911804" y="0"/>
                  </a:lnTo>
                  <a:lnTo>
                    <a:pt x="6910948" y="0"/>
                  </a:lnTo>
                  <a:lnTo>
                    <a:pt x="6910093" y="0"/>
                  </a:lnTo>
                  <a:lnTo>
                    <a:pt x="6909237" y="0"/>
                  </a:lnTo>
                  <a:lnTo>
                    <a:pt x="6908382" y="0"/>
                  </a:lnTo>
                  <a:lnTo>
                    <a:pt x="6907526" y="0"/>
                  </a:lnTo>
                  <a:lnTo>
                    <a:pt x="6906671" y="0"/>
                  </a:lnTo>
                  <a:lnTo>
                    <a:pt x="6905815" y="0"/>
                  </a:lnTo>
                  <a:lnTo>
                    <a:pt x="6904960" y="0"/>
                  </a:lnTo>
                  <a:lnTo>
                    <a:pt x="6904104" y="0"/>
                  </a:lnTo>
                  <a:lnTo>
                    <a:pt x="6903248" y="0"/>
                  </a:lnTo>
                  <a:lnTo>
                    <a:pt x="6902393" y="0"/>
                  </a:lnTo>
                  <a:lnTo>
                    <a:pt x="6901537" y="0"/>
                  </a:lnTo>
                  <a:lnTo>
                    <a:pt x="6900682" y="0"/>
                  </a:lnTo>
                  <a:lnTo>
                    <a:pt x="6899826" y="0"/>
                  </a:lnTo>
                  <a:lnTo>
                    <a:pt x="6898971" y="0"/>
                  </a:lnTo>
                  <a:lnTo>
                    <a:pt x="6898115" y="0"/>
                  </a:lnTo>
                  <a:lnTo>
                    <a:pt x="6897260" y="0"/>
                  </a:lnTo>
                  <a:lnTo>
                    <a:pt x="6896404" y="0"/>
                  </a:lnTo>
                  <a:lnTo>
                    <a:pt x="6895549" y="0"/>
                  </a:lnTo>
                  <a:lnTo>
                    <a:pt x="6894693" y="0"/>
                  </a:lnTo>
                  <a:lnTo>
                    <a:pt x="6893838" y="0"/>
                  </a:lnTo>
                  <a:lnTo>
                    <a:pt x="6892982" y="0"/>
                  </a:lnTo>
                  <a:lnTo>
                    <a:pt x="6892127" y="0"/>
                  </a:lnTo>
                  <a:lnTo>
                    <a:pt x="6891271" y="0"/>
                  </a:lnTo>
                  <a:lnTo>
                    <a:pt x="6890416" y="0"/>
                  </a:lnTo>
                  <a:lnTo>
                    <a:pt x="6889560" y="0"/>
                  </a:lnTo>
                  <a:lnTo>
                    <a:pt x="6888705" y="0"/>
                  </a:lnTo>
                  <a:lnTo>
                    <a:pt x="6887849" y="0"/>
                  </a:lnTo>
                  <a:lnTo>
                    <a:pt x="6886993" y="0"/>
                  </a:lnTo>
                  <a:lnTo>
                    <a:pt x="6886138" y="0"/>
                  </a:lnTo>
                  <a:lnTo>
                    <a:pt x="6885282" y="0"/>
                  </a:lnTo>
                  <a:lnTo>
                    <a:pt x="6884427" y="0"/>
                  </a:lnTo>
                  <a:lnTo>
                    <a:pt x="6883571" y="0"/>
                  </a:lnTo>
                  <a:lnTo>
                    <a:pt x="6882716" y="0"/>
                  </a:lnTo>
                  <a:lnTo>
                    <a:pt x="6881860" y="0"/>
                  </a:lnTo>
                  <a:lnTo>
                    <a:pt x="6881005" y="0"/>
                  </a:lnTo>
                  <a:lnTo>
                    <a:pt x="6880149" y="0"/>
                  </a:lnTo>
                  <a:lnTo>
                    <a:pt x="6879294" y="0"/>
                  </a:lnTo>
                  <a:lnTo>
                    <a:pt x="6878438" y="0"/>
                  </a:lnTo>
                  <a:lnTo>
                    <a:pt x="6877583" y="0"/>
                  </a:lnTo>
                  <a:lnTo>
                    <a:pt x="6876727" y="0"/>
                  </a:lnTo>
                  <a:lnTo>
                    <a:pt x="6875872" y="0"/>
                  </a:lnTo>
                  <a:lnTo>
                    <a:pt x="6875016" y="0"/>
                  </a:lnTo>
                  <a:lnTo>
                    <a:pt x="6874161" y="0"/>
                  </a:lnTo>
                  <a:lnTo>
                    <a:pt x="6873305" y="0"/>
                  </a:lnTo>
                  <a:lnTo>
                    <a:pt x="6872450" y="0"/>
                  </a:lnTo>
                  <a:lnTo>
                    <a:pt x="6871594" y="0"/>
                  </a:lnTo>
                  <a:lnTo>
                    <a:pt x="6870738" y="0"/>
                  </a:lnTo>
                  <a:lnTo>
                    <a:pt x="6869883" y="0"/>
                  </a:lnTo>
                  <a:lnTo>
                    <a:pt x="6869027" y="0"/>
                  </a:lnTo>
                  <a:lnTo>
                    <a:pt x="6868172" y="0"/>
                  </a:lnTo>
                  <a:lnTo>
                    <a:pt x="6867316" y="0"/>
                  </a:lnTo>
                  <a:lnTo>
                    <a:pt x="6866461" y="0"/>
                  </a:lnTo>
                  <a:lnTo>
                    <a:pt x="6865605" y="0"/>
                  </a:lnTo>
                  <a:lnTo>
                    <a:pt x="6864750" y="0"/>
                  </a:lnTo>
                  <a:lnTo>
                    <a:pt x="6863894" y="0"/>
                  </a:lnTo>
                  <a:lnTo>
                    <a:pt x="6863039" y="0"/>
                  </a:lnTo>
                  <a:lnTo>
                    <a:pt x="6862183" y="0"/>
                  </a:lnTo>
                  <a:lnTo>
                    <a:pt x="6861328" y="0"/>
                  </a:lnTo>
                  <a:lnTo>
                    <a:pt x="6860472" y="0"/>
                  </a:lnTo>
                  <a:lnTo>
                    <a:pt x="6859617" y="0"/>
                  </a:lnTo>
                  <a:lnTo>
                    <a:pt x="6858761" y="0"/>
                  </a:lnTo>
                  <a:lnTo>
                    <a:pt x="6857906" y="0"/>
                  </a:lnTo>
                  <a:lnTo>
                    <a:pt x="6857050" y="0"/>
                  </a:lnTo>
                  <a:lnTo>
                    <a:pt x="6856195" y="0"/>
                  </a:lnTo>
                  <a:lnTo>
                    <a:pt x="6855339" y="0"/>
                  </a:lnTo>
                  <a:lnTo>
                    <a:pt x="6854483" y="0"/>
                  </a:lnTo>
                  <a:lnTo>
                    <a:pt x="6853628" y="0"/>
                  </a:lnTo>
                  <a:lnTo>
                    <a:pt x="6852772" y="0"/>
                  </a:lnTo>
                  <a:lnTo>
                    <a:pt x="6851917" y="0"/>
                  </a:lnTo>
                  <a:lnTo>
                    <a:pt x="6851061" y="0"/>
                  </a:lnTo>
                  <a:lnTo>
                    <a:pt x="6850206" y="0"/>
                  </a:lnTo>
                  <a:lnTo>
                    <a:pt x="6849350" y="0"/>
                  </a:lnTo>
                  <a:lnTo>
                    <a:pt x="6848495" y="0"/>
                  </a:lnTo>
                  <a:lnTo>
                    <a:pt x="6847639" y="0"/>
                  </a:lnTo>
                  <a:lnTo>
                    <a:pt x="6846784" y="0"/>
                  </a:lnTo>
                  <a:lnTo>
                    <a:pt x="6845928" y="0"/>
                  </a:lnTo>
                  <a:lnTo>
                    <a:pt x="6845073" y="0"/>
                  </a:lnTo>
                  <a:lnTo>
                    <a:pt x="6844217" y="0"/>
                  </a:lnTo>
                  <a:lnTo>
                    <a:pt x="6843362" y="0"/>
                  </a:lnTo>
                  <a:lnTo>
                    <a:pt x="6842506" y="0"/>
                  </a:lnTo>
                  <a:lnTo>
                    <a:pt x="6841651" y="0"/>
                  </a:lnTo>
                  <a:lnTo>
                    <a:pt x="6840795" y="0"/>
                  </a:lnTo>
                  <a:lnTo>
                    <a:pt x="6839939" y="0"/>
                  </a:lnTo>
                  <a:lnTo>
                    <a:pt x="6839084" y="0"/>
                  </a:lnTo>
                  <a:lnTo>
                    <a:pt x="6838228" y="0"/>
                  </a:lnTo>
                  <a:lnTo>
                    <a:pt x="6837373" y="0"/>
                  </a:lnTo>
                  <a:lnTo>
                    <a:pt x="6836517" y="0"/>
                  </a:lnTo>
                  <a:lnTo>
                    <a:pt x="6835662" y="0"/>
                  </a:lnTo>
                  <a:lnTo>
                    <a:pt x="6834806" y="0"/>
                  </a:lnTo>
                  <a:lnTo>
                    <a:pt x="6833951" y="0"/>
                  </a:lnTo>
                  <a:lnTo>
                    <a:pt x="6833095" y="0"/>
                  </a:lnTo>
                  <a:lnTo>
                    <a:pt x="6832240" y="0"/>
                  </a:lnTo>
                  <a:lnTo>
                    <a:pt x="6831384" y="0"/>
                  </a:lnTo>
                  <a:lnTo>
                    <a:pt x="6830529" y="0"/>
                  </a:lnTo>
                  <a:lnTo>
                    <a:pt x="6829673" y="0"/>
                  </a:lnTo>
                  <a:lnTo>
                    <a:pt x="6828818" y="0"/>
                  </a:lnTo>
                  <a:lnTo>
                    <a:pt x="6827962" y="0"/>
                  </a:lnTo>
                  <a:lnTo>
                    <a:pt x="6827107" y="0"/>
                  </a:lnTo>
                  <a:lnTo>
                    <a:pt x="6826251" y="0"/>
                  </a:lnTo>
                  <a:lnTo>
                    <a:pt x="6825396" y="0"/>
                  </a:lnTo>
                  <a:lnTo>
                    <a:pt x="6824540" y="0"/>
                  </a:lnTo>
                  <a:lnTo>
                    <a:pt x="6823684" y="0"/>
                  </a:lnTo>
                  <a:lnTo>
                    <a:pt x="6822829" y="0"/>
                  </a:lnTo>
                  <a:lnTo>
                    <a:pt x="6821973" y="0"/>
                  </a:lnTo>
                  <a:lnTo>
                    <a:pt x="6821118" y="0"/>
                  </a:lnTo>
                  <a:lnTo>
                    <a:pt x="6820262" y="0"/>
                  </a:lnTo>
                  <a:lnTo>
                    <a:pt x="6819407" y="0"/>
                  </a:lnTo>
                  <a:lnTo>
                    <a:pt x="6818551" y="0"/>
                  </a:lnTo>
                  <a:lnTo>
                    <a:pt x="6817696" y="0"/>
                  </a:lnTo>
                  <a:lnTo>
                    <a:pt x="6816840" y="0"/>
                  </a:lnTo>
                  <a:lnTo>
                    <a:pt x="6815985" y="0"/>
                  </a:lnTo>
                  <a:lnTo>
                    <a:pt x="6815129" y="0"/>
                  </a:lnTo>
                  <a:lnTo>
                    <a:pt x="6814274" y="0"/>
                  </a:lnTo>
                  <a:lnTo>
                    <a:pt x="6813418" y="0"/>
                  </a:lnTo>
                  <a:lnTo>
                    <a:pt x="6812563" y="0"/>
                  </a:lnTo>
                  <a:lnTo>
                    <a:pt x="6811707" y="0"/>
                  </a:lnTo>
                  <a:lnTo>
                    <a:pt x="6810852" y="0"/>
                  </a:lnTo>
                  <a:lnTo>
                    <a:pt x="6809996" y="0"/>
                  </a:lnTo>
                  <a:lnTo>
                    <a:pt x="6809141" y="0"/>
                  </a:lnTo>
                  <a:lnTo>
                    <a:pt x="6808285" y="0"/>
                  </a:lnTo>
                  <a:lnTo>
                    <a:pt x="6807429" y="0"/>
                  </a:lnTo>
                  <a:lnTo>
                    <a:pt x="6806574" y="0"/>
                  </a:lnTo>
                  <a:lnTo>
                    <a:pt x="6805718" y="0"/>
                  </a:lnTo>
                  <a:lnTo>
                    <a:pt x="6804863" y="0"/>
                  </a:lnTo>
                  <a:lnTo>
                    <a:pt x="6804007" y="0"/>
                  </a:lnTo>
                  <a:lnTo>
                    <a:pt x="6803152" y="0"/>
                  </a:lnTo>
                  <a:lnTo>
                    <a:pt x="6802296" y="0"/>
                  </a:lnTo>
                  <a:lnTo>
                    <a:pt x="6801441" y="0"/>
                  </a:lnTo>
                  <a:lnTo>
                    <a:pt x="6800585" y="0"/>
                  </a:lnTo>
                  <a:lnTo>
                    <a:pt x="6799730" y="0"/>
                  </a:lnTo>
                  <a:lnTo>
                    <a:pt x="6798874" y="0"/>
                  </a:lnTo>
                  <a:lnTo>
                    <a:pt x="6798019" y="0"/>
                  </a:lnTo>
                  <a:lnTo>
                    <a:pt x="6797163" y="0"/>
                  </a:lnTo>
                  <a:lnTo>
                    <a:pt x="6796308" y="0"/>
                  </a:lnTo>
                  <a:lnTo>
                    <a:pt x="6795452" y="0"/>
                  </a:lnTo>
                  <a:lnTo>
                    <a:pt x="6794597" y="0"/>
                  </a:lnTo>
                  <a:lnTo>
                    <a:pt x="6793741" y="0"/>
                  </a:lnTo>
                  <a:lnTo>
                    <a:pt x="6792885" y="0"/>
                  </a:lnTo>
                  <a:lnTo>
                    <a:pt x="6792030" y="0"/>
                  </a:lnTo>
                  <a:lnTo>
                    <a:pt x="6791174" y="0"/>
                  </a:lnTo>
                  <a:lnTo>
                    <a:pt x="6790319" y="0"/>
                  </a:lnTo>
                  <a:lnTo>
                    <a:pt x="6789463" y="0"/>
                  </a:lnTo>
                  <a:lnTo>
                    <a:pt x="6788608" y="0"/>
                  </a:lnTo>
                  <a:lnTo>
                    <a:pt x="6787752" y="0"/>
                  </a:lnTo>
                  <a:lnTo>
                    <a:pt x="6786897" y="0"/>
                  </a:lnTo>
                  <a:lnTo>
                    <a:pt x="6786041" y="0"/>
                  </a:lnTo>
                  <a:lnTo>
                    <a:pt x="6785186" y="0"/>
                  </a:lnTo>
                  <a:lnTo>
                    <a:pt x="6784330" y="0"/>
                  </a:lnTo>
                  <a:lnTo>
                    <a:pt x="6783475" y="0"/>
                  </a:lnTo>
                  <a:lnTo>
                    <a:pt x="6782619" y="0"/>
                  </a:lnTo>
                  <a:lnTo>
                    <a:pt x="6781764" y="0"/>
                  </a:lnTo>
                  <a:lnTo>
                    <a:pt x="6780908" y="0"/>
                  </a:lnTo>
                  <a:lnTo>
                    <a:pt x="6780053" y="0"/>
                  </a:lnTo>
                  <a:lnTo>
                    <a:pt x="6779197" y="0"/>
                  </a:lnTo>
                  <a:lnTo>
                    <a:pt x="6778342" y="0"/>
                  </a:lnTo>
                  <a:lnTo>
                    <a:pt x="6777486" y="0"/>
                  </a:lnTo>
                  <a:lnTo>
                    <a:pt x="6776630" y="0"/>
                  </a:lnTo>
                  <a:lnTo>
                    <a:pt x="6775775" y="0"/>
                  </a:lnTo>
                  <a:lnTo>
                    <a:pt x="6774919" y="0"/>
                  </a:lnTo>
                  <a:lnTo>
                    <a:pt x="6774064" y="0"/>
                  </a:lnTo>
                  <a:lnTo>
                    <a:pt x="6773208" y="0"/>
                  </a:lnTo>
                  <a:lnTo>
                    <a:pt x="6772353" y="0"/>
                  </a:lnTo>
                  <a:lnTo>
                    <a:pt x="6771497" y="0"/>
                  </a:lnTo>
                  <a:lnTo>
                    <a:pt x="6770642" y="0"/>
                  </a:lnTo>
                  <a:lnTo>
                    <a:pt x="6769786" y="0"/>
                  </a:lnTo>
                  <a:lnTo>
                    <a:pt x="6768931" y="0"/>
                  </a:lnTo>
                  <a:lnTo>
                    <a:pt x="6768075" y="0"/>
                  </a:lnTo>
                  <a:lnTo>
                    <a:pt x="6767220" y="0"/>
                  </a:lnTo>
                  <a:lnTo>
                    <a:pt x="6766364" y="0"/>
                  </a:lnTo>
                  <a:lnTo>
                    <a:pt x="6765509" y="0"/>
                  </a:lnTo>
                  <a:lnTo>
                    <a:pt x="6764653" y="0"/>
                  </a:lnTo>
                  <a:lnTo>
                    <a:pt x="6763798" y="0"/>
                  </a:lnTo>
                  <a:lnTo>
                    <a:pt x="6762942" y="0"/>
                  </a:lnTo>
                  <a:lnTo>
                    <a:pt x="6762087" y="0"/>
                  </a:lnTo>
                  <a:lnTo>
                    <a:pt x="6761231" y="0"/>
                  </a:lnTo>
                  <a:lnTo>
                    <a:pt x="6760375" y="0"/>
                  </a:lnTo>
                  <a:lnTo>
                    <a:pt x="6759520" y="0"/>
                  </a:lnTo>
                  <a:lnTo>
                    <a:pt x="6758664" y="0"/>
                  </a:lnTo>
                  <a:lnTo>
                    <a:pt x="6757809" y="0"/>
                  </a:lnTo>
                  <a:lnTo>
                    <a:pt x="6756953" y="0"/>
                  </a:lnTo>
                  <a:lnTo>
                    <a:pt x="6756098" y="0"/>
                  </a:lnTo>
                  <a:lnTo>
                    <a:pt x="6755242" y="0"/>
                  </a:lnTo>
                  <a:lnTo>
                    <a:pt x="6754387" y="0"/>
                  </a:lnTo>
                  <a:lnTo>
                    <a:pt x="6753531" y="0"/>
                  </a:lnTo>
                  <a:lnTo>
                    <a:pt x="6752676" y="0"/>
                  </a:lnTo>
                  <a:lnTo>
                    <a:pt x="6751820" y="0"/>
                  </a:lnTo>
                  <a:lnTo>
                    <a:pt x="6750965" y="0"/>
                  </a:lnTo>
                  <a:lnTo>
                    <a:pt x="6750109" y="0"/>
                  </a:lnTo>
                  <a:lnTo>
                    <a:pt x="6749254" y="0"/>
                  </a:lnTo>
                  <a:lnTo>
                    <a:pt x="6748398" y="0"/>
                  </a:lnTo>
                  <a:lnTo>
                    <a:pt x="6747543" y="0"/>
                  </a:lnTo>
                  <a:lnTo>
                    <a:pt x="6746687" y="0"/>
                  </a:lnTo>
                  <a:lnTo>
                    <a:pt x="6745831" y="0"/>
                  </a:lnTo>
                  <a:lnTo>
                    <a:pt x="6744976" y="0"/>
                  </a:lnTo>
                  <a:lnTo>
                    <a:pt x="6744120" y="0"/>
                  </a:lnTo>
                  <a:lnTo>
                    <a:pt x="6743265" y="0"/>
                  </a:lnTo>
                  <a:lnTo>
                    <a:pt x="6742409" y="0"/>
                  </a:lnTo>
                  <a:lnTo>
                    <a:pt x="6741554" y="0"/>
                  </a:lnTo>
                  <a:lnTo>
                    <a:pt x="6740698" y="0"/>
                  </a:lnTo>
                  <a:lnTo>
                    <a:pt x="6739843" y="0"/>
                  </a:lnTo>
                  <a:lnTo>
                    <a:pt x="6738987" y="0"/>
                  </a:lnTo>
                  <a:lnTo>
                    <a:pt x="6738132" y="0"/>
                  </a:lnTo>
                  <a:lnTo>
                    <a:pt x="6737276" y="0"/>
                  </a:lnTo>
                  <a:lnTo>
                    <a:pt x="6736421" y="0"/>
                  </a:lnTo>
                  <a:lnTo>
                    <a:pt x="6735565" y="0"/>
                  </a:lnTo>
                  <a:lnTo>
                    <a:pt x="6734710" y="0"/>
                  </a:lnTo>
                  <a:lnTo>
                    <a:pt x="6733854" y="0"/>
                  </a:lnTo>
                  <a:lnTo>
                    <a:pt x="6732999" y="0"/>
                  </a:lnTo>
                  <a:lnTo>
                    <a:pt x="6732143" y="0"/>
                  </a:lnTo>
                  <a:lnTo>
                    <a:pt x="6731288" y="0"/>
                  </a:lnTo>
                  <a:lnTo>
                    <a:pt x="6730432" y="0"/>
                  </a:lnTo>
                  <a:lnTo>
                    <a:pt x="6729576" y="0"/>
                  </a:lnTo>
                  <a:lnTo>
                    <a:pt x="6728721" y="0"/>
                  </a:lnTo>
                  <a:lnTo>
                    <a:pt x="6727865" y="0"/>
                  </a:lnTo>
                  <a:lnTo>
                    <a:pt x="6727010" y="0"/>
                  </a:lnTo>
                  <a:lnTo>
                    <a:pt x="6726154" y="0"/>
                  </a:lnTo>
                  <a:lnTo>
                    <a:pt x="6725299" y="0"/>
                  </a:lnTo>
                  <a:lnTo>
                    <a:pt x="6724443" y="0"/>
                  </a:lnTo>
                  <a:lnTo>
                    <a:pt x="6723588" y="0"/>
                  </a:lnTo>
                  <a:lnTo>
                    <a:pt x="6722732" y="0"/>
                  </a:lnTo>
                  <a:lnTo>
                    <a:pt x="6721877" y="0"/>
                  </a:lnTo>
                  <a:lnTo>
                    <a:pt x="6721021" y="0"/>
                  </a:lnTo>
                  <a:lnTo>
                    <a:pt x="6720166" y="0"/>
                  </a:lnTo>
                  <a:lnTo>
                    <a:pt x="6719310" y="0"/>
                  </a:lnTo>
                  <a:lnTo>
                    <a:pt x="6718455" y="0"/>
                  </a:lnTo>
                  <a:lnTo>
                    <a:pt x="6717599" y="0"/>
                  </a:lnTo>
                  <a:lnTo>
                    <a:pt x="6716744" y="0"/>
                  </a:lnTo>
                  <a:lnTo>
                    <a:pt x="6715888" y="0"/>
                  </a:lnTo>
                  <a:lnTo>
                    <a:pt x="6715033" y="0"/>
                  </a:lnTo>
                  <a:lnTo>
                    <a:pt x="6714177" y="0"/>
                  </a:lnTo>
                  <a:lnTo>
                    <a:pt x="6713321" y="0"/>
                  </a:lnTo>
                  <a:lnTo>
                    <a:pt x="6712466" y="0"/>
                  </a:lnTo>
                  <a:lnTo>
                    <a:pt x="6711610" y="0"/>
                  </a:lnTo>
                  <a:lnTo>
                    <a:pt x="6710755" y="0"/>
                  </a:lnTo>
                  <a:lnTo>
                    <a:pt x="6709899" y="0"/>
                  </a:lnTo>
                  <a:lnTo>
                    <a:pt x="6709044" y="0"/>
                  </a:lnTo>
                  <a:lnTo>
                    <a:pt x="6708188" y="0"/>
                  </a:lnTo>
                  <a:lnTo>
                    <a:pt x="6707333" y="0"/>
                  </a:lnTo>
                  <a:lnTo>
                    <a:pt x="6706477" y="0"/>
                  </a:lnTo>
                  <a:lnTo>
                    <a:pt x="6705622" y="0"/>
                  </a:lnTo>
                  <a:lnTo>
                    <a:pt x="6704766" y="0"/>
                  </a:lnTo>
                  <a:lnTo>
                    <a:pt x="6703911" y="0"/>
                  </a:lnTo>
                  <a:lnTo>
                    <a:pt x="6703055" y="0"/>
                  </a:lnTo>
                  <a:lnTo>
                    <a:pt x="6702200" y="0"/>
                  </a:lnTo>
                  <a:lnTo>
                    <a:pt x="6701344" y="0"/>
                  </a:lnTo>
                  <a:lnTo>
                    <a:pt x="6700489" y="0"/>
                  </a:lnTo>
                  <a:lnTo>
                    <a:pt x="6699633" y="0"/>
                  </a:lnTo>
                  <a:lnTo>
                    <a:pt x="6698777" y="0"/>
                  </a:lnTo>
                  <a:lnTo>
                    <a:pt x="6697922" y="0"/>
                  </a:lnTo>
                  <a:lnTo>
                    <a:pt x="6697066" y="0"/>
                  </a:lnTo>
                  <a:lnTo>
                    <a:pt x="6696211" y="0"/>
                  </a:lnTo>
                  <a:lnTo>
                    <a:pt x="6695355" y="0"/>
                  </a:lnTo>
                  <a:lnTo>
                    <a:pt x="6694500" y="0"/>
                  </a:lnTo>
                  <a:lnTo>
                    <a:pt x="6693644" y="0"/>
                  </a:lnTo>
                  <a:lnTo>
                    <a:pt x="6692789" y="0"/>
                  </a:lnTo>
                  <a:lnTo>
                    <a:pt x="6691933" y="0"/>
                  </a:lnTo>
                  <a:lnTo>
                    <a:pt x="6691078" y="0"/>
                  </a:lnTo>
                  <a:lnTo>
                    <a:pt x="6690222" y="0"/>
                  </a:lnTo>
                  <a:lnTo>
                    <a:pt x="6689367" y="0"/>
                  </a:lnTo>
                  <a:lnTo>
                    <a:pt x="6688511" y="0"/>
                  </a:lnTo>
                  <a:lnTo>
                    <a:pt x="6687656" y="0"/>
                  </a:lnTo>
                  <a:lnTo>
                    <a:pt x="6686800" y="0"/>
                  </a:lnTo>
                  <a:lnTo>
                    <a:pt x="6685945" y="0"/>
                  </a:lnTo>
                  <a:lnTo>
                    <a:pt x="6685089" y="0"/>
                  </a:lnTo>
                  <a:lnTo>
                    <a:pt x="6684234" y="0"/>
                  </a:lnTo>
                  <a:lnTo>
                    <a:pt x="6683378" y="0"/>
                  </a:lnTo>
                  <a:lnTo>
                    <a:pt x="6682522" y="0"/>
                  </a:lnTo>
                  <a:lnTo>
                    <a:pt x="6681667" y="0"/>
                  </a:lnTo>
                  <a:lnTo>
                    <a:pt x="6680811" y="0"/>
                  </a:lnTo>
                  <a:lnTo>
                    <a:pt x="6679956" y="0"/>
                  </a:lnTo>
                  <a:lnTo>
                    <a:pt x="6679100" y="0"/>
                  </a:lnTo>
                  <a:lnTo>
                    <a:pt x="6678245" y="0"/>
                  </a:lnTo>
                  <a:lnTo>
                    <a:pt x="6677389" y="0"/>
                  </a:lnTo>
                  <a:lnTo>
                    <a:pt x="6676534" y="0"/>
                  </a:lnTo>
                  <a:lnTo>
                    <a:pt x="6675678" y="0"/>
                  </a:lnTo>
                  <a:lnTo>
                    <a:pt x="6674823" y="0"/>
                  </a:lnTo>
                  <a:lnTo>
                    <a:pt x="6673967" y="0"/>
                  </a:lnTo>
                  <a:lnTo>
                    <a:pt x="6673112" y="0"/>
                  </a:lnTo>
                  <a:lnTo>
                    <a:pt x="6672256" y="0"/>
                  </a:lnTo>
                  <a:lnTo>
                    <a:pt x="6671401" y="0"/>
                  </a:lnTo>
                  <a:lnTo>
                    <a:pt x="6670545" y="0"/>
                  </a:lnTo>
                  <a:lnTo>
                    <a:pt x="6669690" y="0"/>
                  </a:lnTo>
                  <a:lnTo>
                    <a:pt x="6668834" y="0"/>
                  </a:lnTo>
                  <a:lnTo>
                    <a:pt x="6667979" y="0"/>
                  </a:lnTo>
                  <a:lnTo>
                    <a:pt x="6667123" y="0"/>
                  </a:lnTo>
                  <a:lnTo>
                    <a:pt x="6666267" y="0"/>
                  </a:lnTo>
                  <a:lnTo>
                    <a:pt x="6665412" y="0"/>
                  </a:lnTo>
                  <a:lnTo>
                    <a:pt x="6664556" y="0"/>
                  </a:lnTo>
                  <a:lnTo>
                    <a:pt x="6663701" y="0"/>
                  </a:lnTo>
                  <a:lnTo>
                    <a:pt x="6662845" y="0"/>
                  </a:lnTo>
                  <a:lnTo>
                    <a:pt x="6661990" y="0"/>
                  </a:lnTo>
                  <a:lnTo>
                    <a:pt x="6661134" y="0"/>
                  </a:lnTo>
                  <a:lnTo>
                    <a:pt x="6660279" y="0"/>
                  </a:lnTo>
                  <a:lnTo>
                    <a:pt x="6659423" y="0"/>
                  </a:lnTo>
                  <a:lnTo>
                    <a:pt x="6658568" y="0"/>
                  </a:lnTo>
                  <a:lnTo>
                    <a:pt x="6657712" y="0"/>
                  </a:lnTo>
                  <a:lnTo>
                    <a:pt x="6656857" y="0"/>
                  </a:lnTo>
                  <a:lnTo>
                    <a:pt x="6656001" y="0"/>
                  </a:lnTo>
                  <a:lnTo>
                    <a:pt x="6655146" y="0"/>
                  </a:lnTo>
                  <a:lnTo>
                    <a:pt x="6654290" y="0"/>
                  </a:lnTo>
                  <a:lnTo>
                    <a:pt x="6653435" y="0"/>
                  </a:lnTo>
                  <a:lnTo>
                    <a:pt x="6652579" y="0"/>
                  </a:lnTo>
                  <a:lnTo>
                    <a:pt x="6651723" y="0"/>
                  </a:lnTo>
                  <a:lnTo>
                    <a:pt x="6650868" y="0"/>
                  </a:lnTo>
                  <a:lnTo>
                    <a:pt x="6650012" y="0"/>
                  </a:lnTo>
                  <a:lnTo>
                    <a:pt x="6649157" y="0"/>
                  </a:lnTo>
                  <a:lnTo>
                    <a:pt x="6648301" y="0"/>
                  </a:lnTo>
                  <a:lnTo>
                    <a:pt x="6647446" y="0"/>
                  </a:lnTo>
                  <a:lnTo>
                    <a:pt x="6646590" y="0"/>
                  </a:lnTo>
                  <a:lnTo>
                    <a:pt x="6645735" y="0"/>
                  </a:lnTo>
                  <a:lnTo>
                    <a:pt x="6644879" y="0"/>
                  </a:lnTo>
                  <a:lnTo>
                    <a:pt x="6644024" y="0"/>
                  </a:lnTo>
                  <a:lnTo>
                    <a:pt x="6643168" y="0"/>
                  </a:lnTo>
                  <a:lnTo>
                    <a:pt x="6642313" y="0"/>
                  </a:lnTo>
                  <a:lnTo>
                    <a:pt x="6641457" y="0"/>
                  </a:lnTo>
                  <a:lnTo>
                    <a:pt x="6640602" y="0"/>
                  </a:lnTo>
                  <a:lnTo>
                    <a:pt x="6639746" y="0"/>
                  </a:lnTo>
                  <a:lnTo>
                    <a:pt x="6638891" y="0"/>
                  </a:lnTo>
                  <a:lnTo>
                    <a:pt x="6638035" y="0"/>
                  </a:lnTo>
                  <a:lnTo>
                    <a:pt x="6637180" y="0"/>
                  </a:lnTo>
                  <a:lnTo>
                    <a:pt x="6636324" y="0"/>
                  </a:lnTo>
                  <a:lnTo>
                    <a:pt x="6635468" y="0"/>
                  </a:lnTo>
                  <a:lnTo>
                    <a:pt x="6634613" y="0"/>
                  </a:lnTo>
                  <a:lnTo>
                    <a:pt x="6633757" y="0"/>
                  </a:lnTo>
                  <a:lnTo>
                    <a:pt x="6632902" y="0"/>
                  </a:lnTo>
                  <a:lnTo>
                    <a:pt x="6632046" y="0"/>
                  </a:lnTo>
                  <a:lnTo>
                    <a:pt x="6631191" y="0"/>
                  </a:lnTo>
                  <a:lnTo>
                    <a:pt x="6630335" y="0"/>
                  </a:lnTo>
                  <a:lnTo>
                    <a:pt x="6629480" y="0"/>
                  </a:lnTo>
                  <a:lnTo>
                    <a:pt x="6628624" y="0"/>
                  </a:lnTo>
                  <a:lnTo>
                    <a:pt x="6627769" y="0"/>
                  </a:lnTo>
                  <a:lnTo>
                    <a:pt x="6626913" y="0"/>
                  </a:lnTo>
                  <a:lnTo>
                    <a:pt x="6626058" y="0"/>
                  </a:lnTo>
                  <a:lnTo>
                    <a:pt x="6625202" y="0"/>
                  </a:lnTo>
                  <a:lnTo>
                    <a:pt x="6624347" y="0"/>
                  </a:lnTo>
                  <a:lnTo>
                    <a:pt x="6623491" y="0"/>
                  </a:lnTo>
                  <a:lnTo>
                    <a:pt x="6622636" y="0"/>
                  </a:lnTo>
                  <a:lnTo>
                    <a:pt x="6621780" y="0"/>
                  </a:lnTo>
                  <a:lnTo>
                    <a:pt x="6620925" y="0"/>
                  </a:lnTo>
                  <a:lnTo>
                    <a:pt x="6620069" y="0"/>
                  </a:lnTo>
                  <a:lnTo>
                    <a:pt x="6619213" y="0"/>
                  </a:lnTo>
                  <a:lnTo>
                    <a:pt x="6618358" y="0"/>
                  </a:lnTo>
                  <a:lnTo>
                    <a:pt x="6617502" y="0"/>
                  </a:lnTo>
                  <a:lnTo>
                    <a:pt x="6616647" y="0"/>
                  </a:lnTo>
                  <a:lnTo>
                    <a:pt x="6615791" y="0"/>
                  </a:lnTo>
                  <a:lnTo>
                    <a:pt x="6614936" y="0"/>
                  </a:lnTo>
                  <a:lnTo>
                    <a:pt x="6614080" y="0"/>
                  </a:lnTo>
                  <a:lnTo>
                    <a:pt x="6613225" y="0"/>
                  </a:lnTo>
                  <a:lnTo>
                    <a:pt x="6612369" y="0"/>
                  </a:lnTo>
                  <a:lnTo>
                    <a:pt x="6611514" y="0"/>
                  </a:lnTo>
                  <a:lnTo>
                    <a:pt x="6610658" y="0"/>
                  </a:lnTo>
                  <a:lnTo>
                    <a:pt x="6609803" y="0"/>
                  </a:lnTo>
                  <a:lnTo>
                    <a:pt x="6608947" y="0"/>
                  </a:lnTo>
                  <a:lnTo>
                    <a:pt x="6608092" y="0"/>
                  </a:lnTo>
                  <a:lnTo>
                    <a:pt x="6607236" y="0"/>
                  </a:lnTo>
                  <a:lnTo>
                    <a:pt x="6606381" y="0"/>
                  </a:lnTo>
                  <a:lnTo>
                    <a:pt x="6605525" y="0"/>
                  </a:lnTo>
                  <a:lnTo>
                    <a:pt x="6604670" y="0"/>
                  </a:lnTo>
                  <a:lnTo>
                    <a:pt x="6603814" y="0"/>
                  </a:lnTo>
                  <a:lnTo>
                    <a:pt x="6602958" y="0"/>
                  </a:lnTo>
                  <a:lnTo>
                    <a:pt x="6602103" y="0"/>
                  </a:lnTo>
                  <a:lnTo>
                    <a:pt x="6601247" y="0"/>
                  </a:lnTo>
                  <a:lnTo>
                    <a:pt x="6600392" y="0"/>
                  </a:lnTo>
                  <a:lnTo>
                    <a:pt x="6599536" y="0"/>
                  </a:lnTo>
                  <a:lnTo>
                    <a:pt x="6598681" y="0"/>
                  </a:lnTo>
                  <a:lnTo>
                    <a:pt x="6597825" y="0"/>
                  </a:lnTo>
                  <a:lnTo>
                    <a:pt x="6596970" y="0"/>
                  </a:lnTo>
                  <a:lnTo>
                    <a:pt x="6596114" y="0"/>
                  </a:lnTo>
                  <a:lnTo>
                    <a:pt x="6595259" y="0"/>
                  </a:lnTo>
                  <a:lnTo>
                    <a:pt x="6594403" y="0"/>
                  </a:lnTo>
                  <a:lnTo>
                    <a:pt x="6593548" y="0"/>
                  </a:lnTo>
                  <a:lnTo>
                    <a:pt x="6592692" y="0"/>
                  </a:lnTo>
                  <a:lnTo>
                    <a:pt x="6591837" y="0"/>
                  </a:lnTo>
                  <a:lnTo>
                    <a:pt x="6590981" y="0"/>
                  </a:lnTo>
                  <a:lnTo>
                    <a:pt x="6590126" y="0"/>
                  </a:lnTo>
                  <a:lnTo>
                    <a:pt x="6589270" y="0"/>
                  </a:lnTo>
                  <a:lnTo>
                    <a:pt x="6588414" y="0"/>
                  </a:lnTo>
                  <a:lnTo>
                    <a:pt x="6587559" y="0"/>
                  </a:lnTo>
                  <a:lnTo>
                    <a:pt x="6586703" y="0"/>
                  </a:lnTo>
                  <a:lnTo>
                    <a:pt x="6585848" y="0"/>
                  </a:lnTo>
                  <a:lnTo>
                    <a:pt x="6584992" y="0"/>
                  </a:lnTo>
                  <a:lnTo>
                    <a:pt x="6584137" y="0"/>
                  </a:lnTo>
                  <a:lnTo>
                    <a:pt x="6583281" y="0"/>
                  </a:lnTo>
                  <a:lnTo>
                    <a:pt x="6582426" y="0"/>
                  </a:lnTo>
                  <a:lnTo>
                    <a:pt x="6581570" y="0"/>
                  </a:lnTo>
                  <a:lnTo>
                    <a:pt x="6580715" y="0"/>
                  </a:lnTo>
                  <a:lnTo>
                    <a:pt x="6579859" y="0"/>
                  </a:lnTo>
                  <a:lnTo>
                    <a:pt x="6579004" y="0"/>
                  </a:lnTo>
                  <a:lnTo>
                    <a:pt x="6578148" y="0"/>
                  </a:lnTo>
                  <a:lnTo>
                    <a:pt x="6577293" y="0"/>
                  </a:lnTo>
                  <a:lnTo>
                    <a:pt x="6576437" y="0"/>
                  </a:lnTo>
                  <a:lnTo>
                    <a:pt x="6575582" y="0"/>
                  </a:lnTo>
                  <a:lnTo>
                    <a:pt x="6574726" y="0"/>
                  </a:lnTo>
                  <a:lnTo>
                    <a:pt x="6573871" y="0"/>
                  </a:lnTo>
                  <a:lnTo>
                    <a:pt x="6573015" y="0"/>
                  </a:lnTo>
                  <a:lnTo>
                    <a:pt x="6572159" y="0"/>
                  </a:lnTo>
                  <a:lnTo>
                    <a:pt x="6571304" y="0"/>
                  </a:lnTo>
                  <a:lnTo>
                    <a:pt x="6570448" y="0"/>
                  </a:lnTo>
                  <a:lnTo>
                    <a:pt x="6569593" y="0"/>
                  </a:lnTo>
                  <a:lnTo>
                    <a:pt x="6568737" y="0"/>
                  </a:lnTo>
                  <a:lnTo>
                    <a:pt x="6567882" y="0"/>
                  </a:lnTo>
                  <a:lnTo>
                    <a:pt x="6567026" y="0"/>
                  </a:lnTo>
                  <a:lnTo>
                    <a:pt x="6566171" y="0"/>
                  </a:lnTo>
                  <a:lnTo>
                    <a:pt x="6565315" y="0"/>
                  </a:lnTo>
                  <a:lnTo>
                    <a:pt x="6564460" y="0"/>
                  </a:lnTo>
                  <a:lnTo>
                    <a:pt x="6563604" y="0"/>
                  </a:lnTo>
                  <a:lnTo>
                    <a:pt x="6562749" y="0"/>
                  </a:lnTo>
                  <a:lnTo>
                    <a:pt x="6561893" y="0"/>
                  </a:lnTo>
                  <a:lnTo>
                    <a:pt x="6561038" y="0"/>
                  </a:lnTo>
                  <a:lnTo>
                    <a:pt x="6560182" y="0"/>
                  </a:lnTo>
                  <a:lnTo>
                    <a:pt x="6559327" y="0"/>
                  </a:lnTo>
                  <a:lnTo>
                    <a:pt x="6558471" y="0"/>
                  </a:lnTo>
                  <a:lnTo>
                    <a:pt x="6557616" y="0"/>
                  </a:lnTo>
                  <a:lnTo>
                    <a:pt x="6556760" y="0"/>
                  </a:lnTo>
                  <a:lnTo>
                    <a:pt x="6555904" y="0"/>
                  </a:lnTo>
                  <a:lnTo>
                    <a:pt x="6555049" y="0"/>
                  </a:lnTo>
                  <a:lnTo>
                    <a:pt x="6554193" y="0"/>
                  </a:lnTo>
                  <a:lnTo>
                    <a:pt x="6553338" y="0"/>
                  </a:lnTo>
                  <a:lnTo>
                    <a:pt x="6552482" y="0"/>
                  </a:lnTo>
                  <a:lnTo>
                    <a:pt x="6551627" y="0"/>
                  </a:lnTo>
                  <a:lnTo>
                    <a:pt x="6550771" y="0"/>
                  </a:lnTo>
                  <a:lnTo>
                    <a:pt x="6549916" y="0"/>
                  </a:lnTo>
                  <a:lnTo>
                    <a:pt x="6549060" y="0"/>
                  </a:lnTo>
                  <a:lnTo>
                    <a:pt x="6548205" y="0"/>
                  </a:lnTo>
                  <a:lnTo>
                    <a:pt x="6547349" y="0"/>
                  </a:lnTo>
                  <a:lnTo>
                    <a:pt x="6546494" y="0"/>
                  </a:lnTo>
                  <a:lnTo>
                    <a:pt x="6545638" y="0"/>
                  </a:lnTo>
                  <a:lnTo>
                    <a:pt x="6544783" y="0"/>
                  </a:lnTo>
                  <a:lnTo>
                    <a:pt x="6543927" y="0"/>
                  </a:lnTo>
                  <a:lnTo>
                    <a:pt x="6543072" y="0"/>
                  </a:lnTo>
                  <a:lnTo>
                    <a:pt x="6542216" y="0"/>
                  </a:lnTo>
                  <a:lnTo>
                    <a:pt x="6541360" y="0"/>
                  </a:lnTo>
                  <a:lnTo>
                    <a:pt x="6540505" y="0"/>
                  </a:lnTo>
                  <a:lnTo>
                    <a:pt x="6539649" y="0"/>
                  </a:lnTo>
                  <a:lnTo>
                    <a:pt x="6538794" y="0"/>
                  </a:lnTo>
                  <a:lnTo>
                    <a:pt x="6537938" y="0"/>
                  </a:lnTo>
                  <a:lnTo>
                    <a:pt x="6537083" y="0"/>
                  </a:lnTo>
                  <a:lnTo>
                    <a:pt x="6536227" y="0"/>
                  </a:lnTo>
                  <a:lnTo>
                    <a:pt x="6535372" y="0"/>
                  </a:lnTo>
                  <a:lnTo>
                    <a:pt x="6534516" y="0"/>
                  </a:lnTo>
                  <a:lnTo>
                    <a:pt x="6533661" y="0"/>
                  </a:lnTo>
                  <a:lnTo>
                    <a:pt x="6532805" y="0"/>
                  </a:lnTo>
                  <a:lnTo>
                    <a:pt x="6531950" y="0"/>
                  </a:lnTo>
                  <a:lnTo>
                    <a:pt x="6531094" y="0"/>
                  </a:lnTo>
                  <a:lnTo>
                    <a:pt x="6530239" y="0"/>
                  </a:lnTo>
                  <a:lnTo>
                    <a:pt x="6529383" y="0"/>
                  </a:lnTo>
                  <a:lnTo>
                    <a:pt x="6528528" y="0"/>
                  </a:lnTo>
                  <a:lnTo>
                    <a:pt x="6527672" y="0"/>
                  </a:lnTo>
                  <a:lnTo>
                    <a:pt x="6526817" y="0"/>
                  </a:lnTo>
                  <a:lnTo>
                    <a:pt x="6525961" y="0"/>
                  </a:lnTo>
                  <a:lnTo>
                    <a:pt x="6525105" y="0"/>
                  </a:lnTo>
                  <a:lnTo>
                    <a:pt x="6524250" y="0"/>
                  </a:lnTo>
                  <a:lnTo>
                    <a:pt x="6523394" y="0"/>
                  </a:lnTo>
                  <a:lnTo>
                    <a:pt x="6522539" y="0"/>
                  </a:lnTo>
                  <a:lnTo>
                    <a:pt x="6521683" y="0"/>
                  </a:lnTo>
                  <a:lnTo>
                    <a:pt x="6520828" y="0"/>
                  </a:lnTo>
                  <a:lnTo>
                    <a:pt x="6519972" y="0"/>
                  </a:lnTo>
                  <a:lnTo>
                    <a:pt x="6519117" y="0"/>
                  </a:lnTo>
                  <a:lnTo>
                    <a:pt x="6518261" y="0"/>
                  </a:lnTo>
                  <a:lnTo>
                    <a:pt x="6517406" y="0"/>
                  </a:lnTo>
                  <a:lnTo>
                    <a:pt x="6516550" y="0"/>
                  </a:lnTo>
                  <a:lnTo>
                    <a:pt x="6515695" y="0"/>
                  </a:lnTo>
                  <a:lnTo>
                    <a:pt x="6514839" y="0"/>
                  </a:lnTo>
                  <a:lnTo>
                    <a:pt x="6513984" y="0"/>
                  </a:lnTo>
                  <a:lnTo>
                    <a:pt x="6513128" y="0"/>
                  </a:lnTo>
                  <a:lnTo>
                    <a:pt x="6512273" y="0"/>
                  </a:lnTo>
                  <a:lnTo>
                    <a:pt x="6511417" y="0"/>
                  </a:lnTo>
                  <a:lnTo>
                    <a:pt x="6510562" y="0"/>
                  </a:lnTo>
                  <a:lnTo>
                    <a:pt x="6509706" y="0"/>
                  </a:lnTo>
                  <a:lnTo>
                    <a:pt x="6508850" y="0"/>
                  </a:lnTo>
                  <a:lnTo>
                    <a:pt x="6507995" y="0"/>
                  </a:lnTo>
                  <a:lnTo>
                    <a:pt x="6507139" y="0"/>
                  </a:lnTo>
                  <a:lnTo>
                    <a:pt x="6506284" y="0"/>
                  </a:lnTo>
                  <a:lnTo>
                    <a:pt x="6505428" y="0"/>
                  </a:lnTo>
                  <a:lnTo>
                    <a:pt x="6504573" y="0"/>
                  </a:lnTo>
                  <a:lnTo>
                    <a:pt x="6503717" y="0"/>
                  </a:lnTo>
                  <a:lnTo>
                    <a:pt x="6502862" y="0"/>
                  </a:lnTo>
                  <a:lnTo>
                    <a:pt x="6502006" y="0"/>
                  </a:lnTo>
                  <a:lnTo>
                    <a:pt x="6501151" y="0"/>
                  </a:lnTo>
                  <a:lnTo>
                    <a:pt x="6500295" y="0"/>
                  </a:lnTo>
                  <a:lnTo>
                    <a:pt x="6499440" y="0"/>
                  </a:lnTo>
                  <a:lnTo>
                    <a:pt x="6498584" y="0"/>
                  </a:lnTo>
                  <a:lnTo>
                    <a:pt x="6497729" y="0"/>
                  </a:lnTo>
                  <a:lnTo>
                    <a:pt x="6496873" y="0"/>
                  </a:lnTo>
                  <a:lnTo>
                    <a:pt x="6496018" y="0"/>
                  </a:lnTo>
                  <a:lnTo>
                    <a:pt x="6495162" y="0"/>
                  </a:lnTo>
                  <a:lnTo>
                    <a:pt x="6494306" y="0"/>
                  </a:lnTo>
                  <a:lnTo>
                    <a:pt x="6493451" y="0"/>
                  </a:lnTo>
                  <a:lnTo>
                    <a:pt x="6492595" y="0"/>
                  </a:lnTo>
                  <a:lnTo>
                    <a:pt x="6491740" y="0"/>
                  </a:lnTo>
                  <a:lnTo>
                    <a:pt x="6490884" y="0"/>
                  </a:lnTo>
                  <a:lnTo>
                    <a:pt x="6490029" y="0"/>
                  </a:lnTo>
                  <a:lnTo>
                    <a:pt x="6489173" y="0"/>
                  </a:lnTo>
                  <a:lnTo>
                    <a:pt x="6488318" y="0"/>
                  </a:lnTo>
                  <a:lnTo>
                    <a:pt x="6487462" y="0"/>
                  </a:lnTo>
                  <a:lnTo>
                    <a:pt x="6486607" y="0"/>
                  </a:lnTo>
                  <a:lnTo>
                    <a:pt x="6485751" y="0"/>
                  </a:lnTo>
                  <a:lnTo>
                    <a:pt x="6484896" y="0"/>
                  </a:lnTo>
                  <a:lnTo>
                    <a:pt x="6484040" y="0"/>
                  </a:lnTo>
                  <a:lnTo>
                    <a:pt x="6483185" y="0"/>
                  </a:lnTo>
                  <a:lnTo>
                    <a:pt x="6482329" y="0"/>
                  </a:lnTo>
                  <a:lnTo>
                    <a:pt x="6481474" y="0"/>
                  </a:lnTo>
                  <a:lnTo>
                    <a:pt x="6480618" y="0"/>
                  </a:lnTo>
                  <a:lnTo>
                    <a:pt x="6479763" y="0"/>
                  </a:lnTo>
                  <a:lnTo>
                    <a:pt x="6478907" y="0"/>
                  </a:lnTo>
                  <a:lnTo>
                    <a:pt x="6478051" y="0"/>
                  </a:lnTo>
                  <a:lnTo>
                    <a:pt x="6477196" y="0"/>
                  </a:lnTo>
                  <a:lnTo>
                    <a:pt x="6476340" y="0"/>
                  </a:lnTo>
                  <a:lnTo>
                    <a:pt x="6475485" y="0"/>
                  </a:lnTo>
                  <a:lnTo>
                    <a:pt x="6474629" y="0"/>
                  </a:lnTo>
                  <a:lnTo>
                    <a:pt x="6473774" y="0"/>
                  </a:lnTo>
                  <a:lnTo>
                    <a:pt x="6472918" y="0"/>
                  </a:lnTo>
                  <a:lnTo>
                    <a:pt x="6472063" y="0"/>
                  </a:lnTo>
                  <a:lnTo>
                    <a:pt x="6471207" y="0"/>
                  </a:lnTo>
                  <a:lnTo>
                    <a:pt x="6470352" y="0"/>
                  </a:lnTo>
                  <a:lnTo>
                    <a:pt x="6469496" y="0"/>
                  </a:lnTo>
                  <a:lnTo>
                    <a:pt x="6468641" y="0"/>
                  </a:lnTo>
                  <a:lnTo>
                    <a:pt x="6467785" y="0"/>
                  </a:lnTo>
                  <a:lnTo>
                    <a:pt x="6466930" y="0"/>
                  </a:lnTo>
                  <a:lnTo>
                    <a:pt x="6466074" y="0"/>
                  </a:lnTo>
                  <a:lnTo>
                    <a:pt x="6465219" y="0"/>
                  </a:lnTo>
                  <a:lnTo>
                    <a:pt x="6464363" y="0"/>
                  </a:lnTo>
                  <a:lnTo>
                    <a:pt x="6463508" y="0"/>
                  </a:lnTo>
                  <a:lnTo>
                    <a:pt x="6462652" y="0"/>
                  </a:lnTo>
                  <a:lnTo>
                    <a:pt x="6461796" y="0"/>
                  </a:lnTo>
                  <a:lnTo>
                    <a:pt x="6460941" y="0"/>
                  </a:lnTo>
                  <a:lnTo>
                    <a:pt x="6460085" y="0"/>
                  </a:lnTo>
                  <a:lnTo>
                    <a:pt x="6459230" y="0"/>
                  </a:lnTo>
                  <a:lnTo>
                    <a:pt x="6458374" y="0"/>
                  </a:lnTo>
                  <a:lnTo>
                    <a:pt x="6457519" y="0"/>
                  </a:lnTo>
                  <a:lnTo>
                    <a:pt x="6456663" y="0"/>
                  </a:lnTo>
                  <a:lnTo>
                    <a:pt x="6455808" y="0"/>
                  </a:lnTo>
                  <a:lnTo>
                    <a:pt x="6454952" y="0"/>
                  </a:lnTo>
                  <a:lnTo>
                    <a:pt x="6454097" y="0"/>
                  </a:lnTo>
                  <a:lnTo>
                    <a:pt x="6453241" y="0"/>
                  </a:lnTo>
                  <a:lnTo>
                    <a:pt x="6452386" y="0"/>
                  </a:lnTo>
                  <a:lnTo>
                    <a:pt x="6451530" y="0"/>
                  </a:lnTo>
                  <a:lnTo>
                    <a:pt x="6450675" y="0"/>
                  </a:lnTo>
                  <a:lnTo>
                    <a:pt x="6449819" y="0"/>
                  </a:lnTo>
                  <a:lnTo>
                    <a:pt x="6448964" y="0"/>
                  </a:lnTo>
                  <a:lnTo>
                    <a:pt x="6448108" y="0"/>
                  </a:lnTo>
                  <a:lnTo>
                    <a:pt x="6447252" y="0"/>
                  </a:lnTo>
                  <a:lnTo>
                    <a:pt x="6446397" y="0"/>
                  </a:lnTo>
                  <a:lnTo>
                    <a:pt x="6445541" y="0"/>
                  </a:lnTo>
                  <a:lnTo>
                    <a:pt x="6444686" y="0"/>
                  </a:lnTo>
                  <a:lnTo>
                    <a:pt x="6443830" y="0"/>
                  </a:lnTo>
                  <a:lnTo>
                    <a:pt x="6442975" y="0"/>
                  </a:lnTo>
                  <a:lnTo>
                    <a:pt x="6442119" y="0"/>
                  </a:lnTo>
                  <a:lnTo>
                    <a:pt x="6441264" y="0"/>
                  </a:lnTo>
                  <a:lnTo>
                    <a:pt x="6440408" y="0"/>
                  </a:lnTo>
                  <a:lnTo>
                    <a:pt x="6439553" y="0"/>
                  </a:lnTo>
                  <a:lnTo>
                    <a:pt x="6438697" y="0"/>
                  </a:lnTo>
                  <a:lnTo>
                    <a:pt x="6437842" y="0"/>
                  </a:lnTo>
                  <a:lnTo>
                    <a:pt x="6436986" y="0"/>
                  </a:lnTo>
                  <a:lnTo>
                    <a:pt x="6436131" y="0"/>
                  </a:lnTo>
                  <a:lnTo>
                    <a:pt x="6435275" y="0"/>
                  </a:lnTo>
                  <a:lnTo>
                    <a:pt x="6434420" y="0"/>
                  </a:lnTo>
                  <a:lnTo>
                    <a:pt x="6433564" y="0"/>
                  </a:lnTo>
                  <a:lnTo>
                    <a:pt x="6432709" y="0"/>
                  </a:lnTo>
                  <a:lnTo>
                    <a:pt x="6431853" y="0"/>
                  </a:lnTo>
                  <a:lnTo>
                    <a:pt x="6430997" y="0"/>
                  </a:lnTo>
                  <a:lnTo>
                    <a:pt x="6430142" y="0"/>
                  </a:lnTo>
                  <a:lnTo>
                    <a:pt x="6429286" y="0"/>
                  </a:lnTo>
                  <a:lnTo>
                    <a:pt x="6428431" y="0"/>
                  </a:lnTo>
                  <a:lnTo>
                    <a:pt x="6427575" y="0"/>
                  </a:lnTo>
                  <a:lnTo>
                    <a:pt x="6426720" y="0"/>
                  </a:lnTo>
                  <a:lnTo>
                    <a:pt x="6425864" y="0"/>
                  </a:lnTo>
                  <a:lnTo>
                    <a:pt x="6425009" y="0"/>
                  </a:lnTo>
                  <a:lnTo>
                    <a:pt x="6424153" y="0"/>
                  </a:lnTo>
                  <a:lnTo>
                    <a:pt x="6423298" y="0"/>
                  </a:lnTo>
                  <a:lnTo>
                    <a:pt x="6422442" y="0"/>
                  </a:lnTo>
                  <a:lnTo>
                    <a:pt x="6421587" y="0"/>
                  </a:lnTo>
                  <a:lnTo>
                    <a:pt x="6420731" y="0"/>
                  </a:lnTo>
                  <a:lnTo>
                    <a:pt x="6419876" y="0"/>
                  </a:lnTo>
                  <a:lnTo>
                    <a:pt x="6419020" y="0"/>
                  </a:lnTo>
                  <a:lnTo>
                    <a:pt x="6418165" y="0"/>
                  </a:lnTo>
                  <a:lnTo>
                    <a:pt x="6417309" y="0"/>
                  </a:lnTo>
                  <a:lnTo>
                    <a:pt x="6416454" y="0"/>
                  </a:lnTo>
                  <a:lnTo>
                    <a:pt x="6415598" y="0"/>
                  </a:lnTo>
                  <a:lnTo>
                    <a:pt x="6414742" y="0"/>
                  </a:lnTo>
                  <a:lnTo>
                    <a:pt x="6413887" y="0"/>
                  </a:lnTo>
                  <a:lnTo>
                    <a:pt x="6413031" y="0"/>
                  </a:lnTo>
                  <a:lnTo>
                    <a:pt x="6412176" y="0"/>
                  </a:lnTo>
                  <a:lnTo>
                    <a:pt x="6411320" y="0"/>
                  </a:lnTo>
                  <a:lnTo>
                    <a:pt x="6410465" y="0"/>
                  </a:lnTo>
                  <a:lnTo>
                    <a:pt x="6409609" y="0"/>
                  </a:lnTo>
                  <a:lnTo>
                    <a:pt x="6408754" y="0"/>
                  </a:lnTo>
                  <a:lnTo>
                    <a:pt x="6407898" y="0"/>
                  </a:lnTo>
                  <a:lnTo>
                    <a:pt x="6407043" y="0"/>
                  </a:lnTo>
                  <a:lnTo>
                    <a:pt x="6406187" y="0"/>
                  </a:lnTo>
                  <a:lnTo>
                    <a:pt x="6405332" y="0"/>
                  </a:lnTo>
                  <a:lnTo>
                    <a:pt x="6404476" y="0"/>
                  </a:lnTo>
                  <a:lnTo>
                    <a:pt x="6403621" y="0"/>
                  </a:lnTo>
                  <a:lnTo>
                    <a:pt x="6402765" y="0"/>
                  </a:lnTo>
                  <a:lnTo>
                    <a:pt x="6401910" y="0"/>
                  </a:lnTo>
                  <a:lnTo>
                    <a:pt x="6401054" y="0"/>
                  </a:lnTo>
                  <a:lnTo>
                    <a:pt x="6400199" y="0"/>
                  </a:lnTo>
                  <a:lnTo>
                    <a:pt x="6399343" y="0"/>
                  </a:lnTo>
                  <a:lnTo>
                    <a:pt x="6398487" y="0"/>
                  </a:lnTo>
                  <a:lnTo>
                    <a:pt x="6397632" y="0"/>
                  </a:lnTo>
                  <a:lnTo>
                    <a:pt x="6396776" y="0"/>
                  </a:lnTo>
                  <a:lnTo>
                    <a:pt x="6395921" y="0"/>
                  </a:lnTo>
                  <a:lnTo>
                    <a:pt x="6395065" y="0"/>
                  </a:lnTo>
                  <a:lnTo>
                    <a:pt x="6394210" y="0"/>
                  </a:lnTo>
                  <a:lnTo>
                    <a:pt x="6393354" y="0"/>
                  </a:lnTo>
                  <a:lnTo>
                    <a:pt x="6392499" y="0"/>
                  </a:lnTo>
                  <a:lnTo>
                    <a:pt x="6391643" y="0"/>
                  </a:lnTo>
                  <a:lnTo>
                    <a:pt x="6390788" y="0"/>
                  </a:lnTo>
                  <a:lnTo>
                    <a:pt x="6389932" y="0"/>
                  </a:lnTo>
                  <a:lnTo>
                    <a:pt x="6389077" y="0"/>
                  </a:lnTo>
                  <a:lnTo>
                    <a:pt x="6388221" y="0"/>
                  </a:lnTo>
                  <a:lnTo>
                    <a:pt x="6387366" y="0"/>
                  </a:lnTo>
                  <a:lnTo>
                    <a:pt x="6386510" y="0"/>
                  </a:lnTo>
                  <a:lnTo>
                    <a:pt x="6385655" y="0"/>
                  </a:lnTo>
                  <a:lnTo>
                    <a:pt x="6384799" y="0"/>
                  </a:lnTo>
                  <a:lnTo>
                    <a:pt x="6383943" y="0"/>
                  </a:lnTo>
                  <a:lnTo>
                    <a:pt x="6383088" y="0"/>
                  </a:lnTo>
                  <a:lnTo>
                    <a:pt x="6382232" y="0"/>
                  </a:lnTo>
                  <a:lnTo>
                    <a:pt x="6381377" y="0"/>
                  </a:lnTo>
                  <a:lnTo>
                    <a:pt x="6380521" y="0"/>
                  </a:lnTo>
                  <a:lnTo>
                    <a:pt x="6379666" y="0"/>
                  </a:lnTo>
                  <a:lnTo>
                    <a:pt x="6378810" y="0"/>
                  </a:lnTo>
                  <a:lnTo>
                    <a:pt x="6377955" y="0"/>
                  </a:lnTo>
                  <a:lnTo>
                    <a:pt x="6377099" y="0"/>
                  </a:lnTo>
                  <a:lnTo>
                    <a:pt x="6376244" y="0"/>
                  </a:lnTo>
                  <a:lnTo>
                    <a:pt x="6375388" y="0"/>
                  </a:lnTo>
                  <a:lnTo>
                    <a:pt x="6374533" y="0"/>
                  </a:lnTo>
                  <a:lnTo>
                    <a:pt x="6373677" y="0"/>
                  </a:lnTo>
                  <a:lnTo>
                    <a:pt x="6372822" y="0"/>
                  </a:lnTo>
                  <a:lnTo>
                    <a:pt x="6371966" y="0"/>
                  </a:lnTo>
                  <a:lnTo>
                    <a:pt x="6371111" y="0"/>
                  </a:lnTo>
                  <a:lnTo>
                    <a:pt x="6370255" y="0"/>
                  </a:lnTo>
                  <a:lnTo>
                    <a:pt x="6369400" y="0"/>
                  </a:lnTo>
                  <a:lnTo>
                    <a:pt x="6368544" y="0"/>
                  </a:lnTo>
                  <a:lnTo>
                    <a:pt x="6367688" y="0"/>
                  </a:lnTo>
                  <a:lnTo>
                    <a:pt x="6366833" y="0"/>
                  </a:lnTo>
                  <a:lnTo>
                    <a:pt x="6365977" y="0"/>
                  </a:lnTo>
                  <a:lnTo>
                    <a:pt x="6365122" y="0"/>
                  </a:lnTo>
                  <a:lnTo>
                    <a:pt x="6364266" y="0"/>
                  </a:lnTo>
                  <a:lnTo>
                    <a:pt x="6363411" y="0"/>
                  </a:lnTo>
                  <a:lnTo>
                    <a:pt x="6362555" y="0"/>
                  </a:lnTo>
                  <a:lnTo>
                    <a:pt x="6361700" y="0"/>
                  </a:lnTo>
                  <a:lnTo>
                    <a:pt x="6360844" y="0"/>
                  </a:lnTo>
                  <a:lnTo>
                    <a:pt x="6359989" y="0"/>
                  </a:lnTo>
                  <a:lnTo>
                    <a:pt x="6359133" y="0"/>
                  </a:lnTo>
                  <a:lnTo>
                    <a:pt x="6358278" y="0"/>
                  </a:lnTo>
                  <a:lnTo>
                    <a:pt x="6357422" y="0"/>
                  </a:lnTo>
                  <a:lnTo>
                    <a:pt x="6356567" y="0"/>
                  </a:lnTo>
                  <a:lnTo>
                    <a:pt x="6355711" y="0"/>
                  </a:lnTo>
                  <a:lnTo>
                    <a:pt x="6354856" y="0"/>
                  </a:lnTo>
                  <a:lnTo>
                    <a:pt x="6354000" y="0"/>
                  </a:lnTo>
                  <a:lnTo>
                    <a:pt x="6353145" y="0"/>
                  </a:lnTo>
                  <a:lnTo>
                    <a:pt x="6352289" y="0"/>
                  </a:lnTo>
                  <a:lnTo>
                    <a:pt x="6351433" y="0"/>
                  </a:lnTo>
                  <a:lnTo>
                    <a:pt x="6350578" y="0"/>
                  </a:lnTo>
                  <a:lnTo>
                    <a:pt x="6349722" y="0"/>
                  </a:lnTo>
                  <a:lnTo>
                    <a:pt x="6348867" y="0"/>
                  </a:lnTo>
                  <a:lnTo>
                    <a:pt x="6348011" y="0"/>
                  </a:lnTo>
                  <a:lnTo>
                    <a:pt x="6347156" y="0"/>
                  </a:lnTo>
                  <a:lnTo>
                    <a:pt x="6346300" y="0"/>
                  </a:lnTo>
                  <a:lnTo>
                    <a:pt x="6345445" y="0"/>
                  </a:lnTo>
                  <a:lnTo>
                    <a:pt x="6344589" y="0"/>
                  </a:lnTo>
                  <a:lnTo>
                    <a:pt x="6343734" y="0"/>
                  </a:lnTo>
                  <a:lnTo>
                    <a:pt x="6342878" y="0"/>
                  </a:lnTo>
                  <a:lnTo>
                    <a:pt x="6342023" y="0"/>
                  </a:lnTo>
                  <a:lnTo>
                    <a:pt x="6341167" y="0"/>
                  </a:lnTo>
                  <a:lnTo>
                    <a:pt x="6340312" y="0"/>
                  </a:lnTo>
                  <a:lnTo>
                    <a:pt x="6339456" y="0"/>
                  </a:lnTo>
                  <a:lnTo>
                    <a:pt x="6338601" y="0"/>
                  </a:lnTo>
                  <a:lnTo>
                    <a:pt x="6337745" y="0"/>
                  </a:lnTo>
                  <a:lnTo>
                    <a:pt x="6336889" y="0"/>
                  </a:lnTo>
                  <a:lnTo>
                    <a:pt x="6336034" y="0"/>
                  </a:lnTo>
                  <a:lnTo>
                    <a:pt x="6335178" y="0"/>
                  </a:lnTo>
                  <a:lnTo>
                    <a:pt x="6334323" y="0"/>
                  </a:lnTo>
                  <a:lnTo>
                    <a:pt x="6333467" y="0"/>
                  </a:lnTo>
                  <a:lnTo>
                    <a:pt x="6332612" y="0"/>
                  </a:lnTo>
                  <a:lnTo>
                    <a:pt x="6331756" y="0"/>
                  </a:lnTo>
                  <a:lnTo>
                    <a:pt x="6330901" y="0"/>
                  </a:lnTo>
                  <a:lnTo>
                    <a:pt x="6330045" y="0"/>
                  </a:lnTo>
                  <a:lnTo>
                    <a:pt x="6329190" y="0"/>
                  </a:lnTo>
                  <a:lnTo>
                    <a:pt x="6328334" y="0"/>
                  </a:lnTo>
                  <a:lnTo>
                    <a:pt x="6327479" y="0"/>
                  </a:lnTo>
                  <a:lnTo>
                    <a:pt x="6326623" y="0"/>
                  </a:lnTo>
                  <a:lnTo>
                    <a:pt x="6325768" y="0"/>
                  </a:lnTo>
                  <a:lnTo>
                    <a:pt x="6324912" y="0"/>
                  </a:lnTo>
                  <a:lnTo>
                    <a:pt x="6324057" y="0"/>
                  </a:lnTo>
                  <a:lnTo>
                    <a:pt x="6323201" y="0"/>
                  </a:lnTo>
                  <a:lnTo>
                    <a:pt x="6322346" y="0"/>
                  </a:lnTo>
                  <a:lnTo>
                    <a:pt x="6321490" y="0"/>
                  </a:lnTo>
                  <a:lnTo>
                    <a:pt x="6320634" y="0"/>
                  </a:lnTo>
                  <a:lnTo>
                    <a:pt x="6319779" y="0"/>
                  </a:lnTo>
                  <a:lnTo>
                    <a:pt x="6318923" y="0"/>
                  </a:lnTo>
                  <a:lnTo>
                    <a:pt x="6318068" y="0"/>
                  </a:lnTo>
                  <a:lnTo>
                    <a:pt x="6317212" y="0"/>
                  </a:lnTo>
                  <a:lnTo>
                    <a:pt x="6316357" y="0"/>
                  </a:lnTo>
                  <a:lnTo>
                    <a:pt x="6315501" y="0"/>
                  </a:lnTo>
                  <a:lnTo>
                    <a:pt x="6314646" y="0"/>
                  </a:lnTo>
                  <a:lnTo>
                    <a:pt x="6313790" y="0"/>
                  </a:lnTo>
                  <a:lnTo>
                    <a:pt x="6312935" y="0"/>
                  </a:lnTo>
                  <a:lnTo>
                    <a:pt x="6312079" y="0"/>
                  </a:lnTo>
                  <a:lnTo>
                    <a:pt x="6311224" y="0"/>
                  </a:lnTo>
                  <a:lnTo>
                    <a:pt x="6310368" y="0"/>
                  </a:lnTo>
                  <a:lnTo>
                    <a:pt x="6309513" y="0"/>
                  </a:lnTo>
                  <a:lnTo>
                    <a:pt x="6308657" y="0"/>
                  </a:lnTo>
                  <a:lnTo>
                    <a:pt x="6307802" y="0"/>
                  </a:lnTo>
                  <a:lnTo>
                    <a:pt x="6306946" y="0"/>
                  </a:lnTo>
                  <a:lnTo>
                    <a:pt x="6306091" y="0"/>
                  </a:lnTo>
                  <a:lnTo>
                    <a:pt x="6305235" y="0"/>
                  </a:lnTo>
                  <a:lnTo>
                    <a:pt x="6304379" y="0"/>
                  </a:lnTo>
                  <a:lnTo>
                    <a:pt x="6303524" y="0"/>
                  </a:lnTo>
                  <a:lnTo>
                    <a:pt x="6302668" y="0"/>
                  </a:lnTo>
                  <a:lnTo>
                    <a:pt x="6301813" y="0"/>
                  </a:lnTo>
                  <a:lnTo>
                    <a:pt x="6300957" y="0"/>
                  </a:lnTo>
                  <a:lnTo>
                    <a:pt x="6300102" y="0"/>
                  </a:lnTo>
                  <a:lnTo>
                    <a:pt x="6299246" y="0"/>
                  </a:lnTo>
                  <a:lnTo>
                    <a:pt x="6298391" y="0"/>
                  </a:lnTo>
                  <a:lnTo>
                    <a:pt x="6297535" y="0"/>
                  </a:lnTo>
                  <a:lnTo>
                    <a:pt x="6296680" y="0"/>
                  </a:lnTo>
                  <a:lnTo>
                    <a:pt x="6295824" y="0"/>
                  </a:lnTo>
                  <a:lnTo>
                    <a:pt x="6294969" y="0"/>
                  </a:lnTo>
                  <a:lnTo>
                    <a:pt x="6294113" y="0"/>
                  </a:lnTo>
                  <a:lnTo>
                    <a:pt x="6293258" y="0"/>
                  </a:lnTo>
                  <a:lnTo>
                    <a:pt x="6292402" y="0"/>
                  </a:lnTo>
                  <a:lnTo>
                    <a:pt x="6291547" y="0"/>
                  </a:lnTo>
                  <a:lnTo>
                    <a:pt x="6290691" y="0"/>
                  </a:lnTo>
                  <a:lnTo>
                    <a:pt x="6289835" y="0"/>
                  </a:lnTo>
                  <a:lnTo>
                    <a:pt x="6288980" y="0"/>
                  </a:lnTo>
                  <a:lnTo>
                    <a:pt x="6288124" y="0"/>
                  </a:lnTo>
                  <a:lnTo>
                    <a:pt x="6287269" y="0"/>
                  </a:lnTo>
                  <a:lnTo>
                    <a:pt x="6286413" y="0"/>
                  </a:lnTo>
                  <a:lnTo>
                    <a:pt x="6285558" y="0"/>
                  </a:lnTo>
                  <a:lnTo>
                    <a:pt x="6284702" y="0"/>
                  </a:lnTo>
                  <a:lnTo>
                    <a:pt x="6283847" y="0"/>
                  </a:lnTo>
                  <a:lnTo>
                    <a:pt x="6282991" y="0"/>
                  </a:lnTo>
                  <a:lnTo>
                    <a:pt x="6282136" y="0"/>
                  </a:lnTo>
                  <a:lnTo>
                    <a:pt x="6281280" y="0"/>
                  </a:lnTo>
                  <a:lnTo>
                    <a:pt x="6280425" y="0"/>
                  </a:lnTo>
                  <a:lnTo>
                    <a:pt x="6279569" y="0"/>
                  </a:lnTo>
                  <a:lnTo>
                    <a:pt x="6278714" y="0"/>
                  </a:lnTo>
                  <a:lnTo>
                    <a:pt x="6277858" y="0"/>
                  </a:lnTo>
                  <a:lnTo>
                    <a:pt x="6277003" y="0"/>
                  </a:lnTo>
                  <a:lnTo>
                    <a:pt x="6276147" y="0"/>
                  </a:lnTo>
                  <a:lnTo>
                    <a:pt x="6275292" y="0"/>
                  </a:lnTo>
                  <a:lnTo>
                    <a:pt x="6274436" y="0"/>
                  </a:lnTo>
                  <a:lnTo>
                    <a:pt x="6273580" y="0"/>
                  </a:lnTo>
                  <a:lnTo>
                    <a:pt x="6272725" y="0"/>
                  </a:lnTo>
                  <a:lnTo>
                    <a:pt x="6271869" y="0"/>
                  </a:lnTo>
                  <a:lnTo>
                    <a:pt x="6271014" y="0"/>
                  </a:lnTo>
                  <a:lnTo>
                    <a:pt x="6270158" y="0"/>
                  </a:lnTo>
                  <a:lnTo>
                    <a:pt x="6269303" y="0"/>
                  </a:lnTo>
                  <a:lnTo>
                    <a:pt x="6268447" y="0"/>
                  </a:lnTo>
                  <a:lnTo>
                    <a:pt x="6267592" y="0"/>
                  </a:lnTo>
                  <a:lnTo>
                    <a:pt x="6266736" y="0"/>
                  </a:lnTo>
                  <a:lnTo>
                    <a:pt x="6265881" y="0"/>
                  </a:lnTo>
                  <a:lnTo>
                    <a:pt x="6265025" y="0"/>
                  </a:lnTo>
                  <a:lnTo>
                    <a:pt x="6264170" y="0"/>
                  </a:lnTo>
                  <a:lnTo>
                    <a:pt x="6263314" y="0"/>
                  </a:lnTo>
                  <a:lnTo>
                    <a:pt x="6262459" y="0"/>
                  </a:lnTo>
                  <a:lnTo>
                    <a:pt x="6261603" y="0"/>
                  </a:lnTo>
                  <a:lnTo>
                    <a:pt x="6260748" y="0"/>
                  </a:lnTo>
                  <a:lnTo>
                    <a:pt x="6259892" y="0"/>
                  </a:lnTo>
                  <a:lnTo>
                    <a:pt x="6259037" y="0"/>
                  </a:lnTo>
                  <a:lnTo>
                    <a:pt x="6258181" y="0"/>
                  </a:lnTo>
                  <a:lnTo>
                    <a:pt x="6257325" y="0"/>
                  </a:lnTo>
                  <a:lnTo>
                    <a:pt x="6256470" y="0"/>
                  </a:lnTo>
                  <a:lnTo>
                    <a:pt x="6255614" y="0"/>
                  </a:lnTo>
                  <a:lnTo>
                    <a:pt x="6254759" y="0"/>
                  </a:lnTo>
                  <a:lnTo>
                    <a:pt x="6253903" y="0"/>
                  </a:lnTo>
                  <a:lnTo>
                    <a:pt x="6253048" y="0"/>
                  </a:lnTo>
                  <a:lnTo>
                    <a:pt x="6252192" y="0"/>
                  </a:lnTo>
                  <a:lnTo>
                    <a:pt x="6251337" y="0"/>
                  </a:lnTo>
                  <a:lnTo>
                    <a:pt x="6250481" y="0"/>
                  </a:lnTo>
                  <a:lnTo>
                    <a:pt x="6249626" y="0"/>
                  </a:lnTo>
                  <a:lnTo>
                    <a:pt x="6248770" y="0"/>
                  </a:lnTo>
                  <a:lnTo>
                    <a:pt x="6247915" y="0"/>
                  </a:lnTo>
                  <a:lnTo>
                    <a:pt x="6247059" y="0"/>
                  </a:lnTo>
                  <a:lnTo>
                    <a:pt x="6246204" y="0"/>
                  </a:lnTo>
                  <a:lnTo>
                    <a:pt x="6245348" y="0"/>
                  </a:lnTo>
                  <a:lnTo>
                    <a:pt x="6244493" y="0"/>
                  </a:lnTo>
                  <a:lnTo>
                    <a:pt x="6243637" y="0"/>
                  </a:lnTo>
                  <a:lnTo>
                    <a:pt x="6242781" y="0"/>
                  </a:lnTo>
                  <a:lnTo>
                    <a:pt x="6241926" y="0"/>
                  </a:lnTo>
                  <a:lnTo>
                    <a:pt x="6241070" y="0"/>
                  </a:lnTo>
                  <a:lnTo>
                    <a:pt x="6240215" y="0"/>
                  </a:lnTo>
                  <a:lnTo>
                    <a:pt x="6239359" y="0"/>
                  </a:lnTo>
                  <a:lnTo>
                    <a:pt x="6238504" y="0"/>
                  </a:lnTo>
                  <a:lnTo>
                    <a:pt x="6237648" y="0"/>
                  </a:lnTo>
                  <a:lnTo>
                    <a:pt x="6236793" y="0"/>
                  </a:lnTo>
                  <a:lnTo>
                    <a:pt x="6235937" y="0"/>
                  </a:lnTo>
                  <a:lnTo>
                    <a:pt x="6235082" y="0"/>
                  </a:lnTo>
                  <a:lnTo>
                    <a:pt x="6234226" y="0"/>
                  </a:lnTo>
                  <a:lnTo>
                    <a:pt x="6233371" y="0"/>
                  </a:lnTo>
                  <a:lnTo>
                    <a:pt x="6232515" y="0"/>
                  </a:lnTo>
                  <a:lnTo>
                    <a:pt x="6231660" y="0"/>
                  </a:lnTo>
                  <a:lnTo>
                    <a:pt x="6230804" y="0"/>
                  </a:lnTo>
                  <a:lnTo>
                    <a:pt x="6229949" y="0"/>
                  </a:lnTo>
                  <a:lnTo>
                    <a:pt x="6229093" y="0"/>
                  </a:lnTo>
                  <a:lnTo>
                    <a:pt x="6228238" y="0"/>
                  </a:lnTo>
                  <a:lnTo>
                    <a:pt x="6227382" y="0"/>
                  </a:lnTo>
                  <a:lnTo>
                    <a:pt x="6226526" y="0"/>
                  </a:lnTo>
                  <a:lnTo>
                    <a:pt x="6225671" y="0"/>
                  </a:lnTo>
                  <a:lnTo>
                    <a:pt x="6224815" y="0"/>
                  </a:lnTo>
                  <a:lnTo>
                    <a:pt x="6223960" y="0"/>
                  </a:lnTo>
                  <a:lnTo>
                    <a:pt x="6223104" y="0"/>
                  </a:lnTo>
                  <a:lnTo>
                    <a:pt x="6222249" y="0"/>
                  </a:lnTo>
                  <a:lnTo>
                    <a:pt x="6221393" y="0"/>
                  </a:lnTo>
                  <a:lnTo>
                    <a:pt x="6220538" y="0"/>
                  </a:lnTo>
                  <a:lnTo>
                    <a:pt x="6219682" y="0"/>
                  </a:lnTo>
                  <a:lnTo>
                    <a:pt x="6218827" y="0"/>
                  </a:lnTo>
                  <a:lnTo>
                    <a:pt x="6217971" y="0"/>
                  </a:lnTo>
                  <a:lnTo>
                    <a:pt x="6217116" y="0"/>
                  </a:lnTo>
                  <a:lnTo>
                    <a:pt x="6216260" y="0"/>
                  </a:lnTo>
                  <a:lnTo>
                    <a:pt x="6215405" y="0"/>
                  </a:lnTo>
                  <a:lnTo>
                    <a:pt x="6214549" y="0"/>
                  </a:lnTo>
                  <a:lnTo>
                    <a:pt x="6213694" y="0"/>
                  </a:lnTo>
                  <a:lnTo>
                    <a:pt x="6212838" y="0"/>
                  </a:lnTo>
                  <a:lnTo>
                    <a:pt x="6211983" y="0"/>
                  </a:lnTo>
                  <a:lnTo>
                    <a:pt x="6211127" y="0"/>
                  </a:lnTo>
                  <a:lnTo>
                    <a:pt x="6210271" y="0"/>
                  </a:lnTo>
                  <a:lnTo>
                    <a:pt x="6209416" y="0"/>
                  </a:lnTo>
                  <a:lnTo>
                    <a:pt x="6208560" y="0"/>
                  </a:lnTo>
                  <a:lnTo>
                    <a:pt x="6207705" y="0"/>
                  </a:lnTo>
                  <a:lnTo>
                    <a:pt x="6206849" y="0"/>
                  </a:lnTo>
                  <a:lnTo>
                    <a:pt x="6205994" y="0"/>
                  </a:lnTo>
                  <a:lnTo>
                    <a:pt x="6205138" y="0"/>
                  </a:lnTo>
                  <a:lnTo>
                    <a:pt x="6204283" y="0"/>
                  </a:lnTo>
                  <a:lnTo>
                    <a:pt x="6203427" y="0"/>
                  </a:lnTo>
                  <a:lnTo>
                    <a:pt x="6202572" y="0"/>
                  </a:lnTo>
                  <a:lnTo>
                    <a:pt x="6201716" y="0"/>
                  </a:lnTo>
                  <a:lnTo>
                    <a:pt x="6200861" y="0"/>
                  </a:lnTo>
                  <a:lnTo>
                    <a:pt x="6200005" y="0"/>
                  </a:lnTo>
                  <a:lnTo>
                    <a:pt x="6199150" y="0"/>
                  </a:lnTo>
                  <a:lnTo>
                    <a:pt x="6198294" y="0"/>
                  </a:lnTo>
                  <a:lnTo>
                    <a:pt x="6197439" y="0"/>
                  </a:lnTo>
                  <a:lnTo>
                    <a:pt x="6196583" y="0"/>
                  </a:lnTo>
                  <a:lnTo>
                    <a:pt x="6195728" y="0"/>
                  </a:lnTo>
                  <a:lnTo>
                    <a:pt x="6194872" y="0"/>
                  </a:lnTo>
                  <a:lnTo>
                    <a:pt x="6194016" y="0"/>
                  </a:lnTo>
                  <a:lnTo>
                    <a:pt x="6193161" y="0"/>
                  </a:lnTo>
                  <a:lnTo>
                    <a:pt x="6192305" y="0"/>
                  </a:lnTo>
                  <a:lnTo>
                    <a:pt x="6191450" y="0"/>
                  </a:lnTo>
                  <a:lnTo>
                    <a:pt x="6190594" y="0"/>
                  </a:lnTo>
                  <a:lnTo>
                    <a:pt x="6189739" y="0"/>
                  </a:lnTo>
                  <a:lnTo>
                    <a:pt x="6188883" y="0"/>
                  </a:lnTo>
                  <a:lnTo>
                    <a:pt x="6188028" y="0"/>
                  </a:lnTo>
                  <a:lnTo>
                    <a:pt x="6187172" y="0"/>
                  </a:lnTo>
                  <a:lnTo>
                    <a:pt x="6186317" y="0"/>
                  </a:lnTo>
                  <a:lnTo>
                    <a:pt x="6185461" y="0"/>
                  </a:lnTo>
                  <a:lnTo>
                    <a:pt x="6184606" y="0"/>
                  </a:lnTo>
                  <a:lnTo>
                    <a:pt x="6183750" y="0"/>
                  </a:lnTo>
                  <a:lnTo>
                    <a:pt x="6182895" y="0"/>
                  </a:lnTo>
                  <a:lnTo>
                    <a:pt x="6182039" y="0"/>
                  </a:lnTo>
                  <a:lnTo>
                    <a:pt x="6181184" y="0"/>
                  </a:lnTo>
                  <a:lnTo>
                    <a:pt x="6180328" y="0"/>
                  </a:lnTo>
                  <a:lnTo>
                    <a:pt x="6179472" y="0"/>
                  </a:lnTo>
                  <a:lnTo>
                    <a:pt x="6178617" y="0"/>
                  </a:lnTo>
                  <a:lnTo>
                    <a:pt x="6177761" y="0"/>
                  </a:lnTo>
                  <a:lnTo>
                    <a:pt x="6176906" y="0"/>
                  </a:lnTo>
                  <a:lnTo>
                    <a:pt x="6176050" y="0"/>
                  </a:lnTo>
                  <a:lnTo>
                    <a:pt x="6175195" y="0"/>
                  </a:lnTo>
                  <a:lnTo>
                    <a:pt x="6174339" y="0"/>
                  </a:lnTo>
                  <a:lnTo>
                    <a:pt x="6173484" y="0"/>
                  </a:lnTo>
                  <a:lnTo>
                    <a:pt x="6172628" y="0"/>
                  </a:lnTo>
                  <a:lnTo>
                    <a:pt x="6171773" y="0"/>
                  </a:lnTo>
                  <a:lnTo>
                    <a:pt x="6170917" y="0"/>
                  </a:lnTo>
                  <a:lnTo>
                    <a:pt x="6170062" y="0"/>
                  </a:lnTo>
                  <a:lnTo>
                    <a:pt x="6169206" y="0"/>
                  </a:lnTo>
                  <a:lnTo>
                    <a:pt x="6168351" y="0"/>
                  </a:lnTo>
                  <a:lnTo>
                    <a:pt x="6167495" y="0"/>
                  </a:lnTo>
                  <a:lnTo>
                    <a:pt x="6166640" y="0"/>
                  </a:lnTo>
                  <a:lnTo>
                    <a:pt x="6165784" y="0"/>
                  </a:lnTo>
                  <a:lnTo>
                    <a:pt x="6164929" y="0"/>
                  </a:lnTo>
                  <a:lnTo>
                    <a:pt x="6164073" y="0"/>
                  </a:lnTo>
                  <a:lnTo>
                    <a:pt x="6163217" y="0"/>
                  </a:lnTo>
                  <a:lnTo>
                    <a:pt x="6162362" y="0"/>
                  </a:lnTo>
                  <a:lnTo>
                    <a:pt x="6161506" y="0"/>
                  </a:lnTo>
                  <a:lnTo>
                    <a:pt x="6160651" y="0"/>
                  </a:lnTo>
                  <a:lnTo>
                    <a:pt x="6159795" y="0"/>
                  </a:lnTo>
                  <a:lnTo>
                    <a:pt x="6158940" y="0"/>
                  </a:lnTo>
                  <a:lnTo>
                    <a:pt x="6158084" y="0"/>
                  </a:lnTo>
                  <a:lnTo>
                    <a:pt x="6157229" y="0"/>
                  </a:lnTo>
                  <a:lnTo>
                    <a:pt x="6156373" y="0"/>
                  </a:lnTo>
                  <a:lnTo>
                    <a:pt x="6155518" y="0"/>
                  </a:lnTo>
                  <a:lnTo>
                    <a:pt x="6154662" y="0"/>
                  </a:lnTo>
                  <a:lnTo>
                    <a:pt x="6153807" y="0"/>
                  </a:lnTo>
                  <a:lnTo>
                    <a:pt x="6152951" y="0"/>
                  </a:lnTo>
                  <a:lnTo>
                    <a:pt x="6152096" y="0"/>
                  </a:lnTo>
                  <a:lnTo>
                    <a:pt x="6151240" y="0"/>
                  </a:lnTo>
                  <a:lnTo>
                    <a:pt x="6150385" y="0"/>
                  </a:lnTo>
                  <a:lnTo>
                    <a:pt x="6149529" y="0"/>
                  </a:lnTo>
                  <a:lnTo>
                    <a:pt x="6148674" y="0"/>
                  </a:lnTo>
                  <a:lnTo>
                    <a:pt x="6147818" y="0"/>
                  </a:lnTo>
                  <a:lnTo>
                    <a:pt x="6146962" y="0"/>
                  </a:lnTo>
                  <a:lnTo>
                    <a:pt x="6146107" y="0"/>
                  </a:lnTo>
                  <a:lnTo>
                    <a:pt x="6145251" y="0"/>
                  </a:lnTo>
                  <a:lnTo>
                    <a:pt x="6144396" y="0"/>
                  </a:lnTo>
                  <a:lnTo>
                    <a:pt x="6143540" y="0"/>
                  </a:lnTo>
                  <a:lnTo>
                    <a:pt x="6142685" y="0"/>
                  </a:lnTo>
                  <a:lnTo>
                    <a:pt x="6141829" y="0"/>
                  </a:lnTo>
                  <a:lnTo>
                    <a:pt x="6140974" y="0"/>
                  </a:lnTo>
                  <a:lnTo>
                    <a:pt x="6140118" y="0"/>
                  </a:lnTo>
                  <a:lnTo>
                    <a:pt x="6139263" y="0"/>
                  </a:lnTo>
                  <a:lnTo>
                    <a:pt x="6138407" y="0"/>
                  </a:lnTo>
                  <a:lnTo>
                    <a:pt x="6137552" y="0"/>
                  </a:lnTo>
                  <a:lnTo>
                    <a:pt x="6136696" y="0"/>
                  </a:lnTo>
                  <a:lnTo>
                    <a:pt x="6135841" y="0"/>
                  </a:lnTo>
                  <a:lnTo>
                    <a:pt x="6134985" y="0"/>
                  </a:lnTo>
                  <a:lnTo>
                    <a:pt x="6134130" y="0"/>
                  </a:lnTo>
                  <a:lnTo>
                    <a:pt x="6133274" y="0"/>
                  </a:lnTo>
                  <a:lnTo>
                    <a:pt x="6132418" y="0"/>
                  </a:lnTo>
                  <a:lnTo>
                    <a:pt x="6131563" y="0"/>
                  </a:lnTo>
                  <a:lnTo>
                    <a:pt x="6130707" y="0"/>
                  </a:lnTo>
                  <a:lnTo>
                    <a:pt x="6129852" y="0"/>
                  </a:lnTo>
                  <a:lnTo>
                    <a:pt x="6128996" y="0"/>
                  </a:lnTo>
                  <a:lnTo>
                    <a:pt x="6128141" y="0"/>
                  </a:lnTo>
                  <a:lnTo>
                    <a:pt x="6127285" y="0"/>
                  </a:lnTo>
                  <a:lnTo>
                    <a:pt x="6126430" y="0"/>
                  </a:lnTo>
                  <a:lnTo>
                    <a:pt x="6125574" y="0"/>
                  </a:lnTo>
                  <a:lnTo>
                    <a:pt x="6124719" y="0"/>
                  </a:lnTo>
                  <a:lnTo>
                    <a:pt x="6123863" y="0"/>
                  </a:lnTo>
                  <a:lnTo>
                    <a:pt x="6123008" y="0"/>
                  </a:lnTo>
                  <a:lnTo>
                    <a:pt x="6122152" y="0"/>
                  </a:lnTo>
                  <a:lnTo>
                    <a:pt x="6121297" y="0"/>
                  </a:lnTo>
                  <a:lnTo>
                    <a:pt x="6120441" y="0"/>
                  </a:lnTo>
                  <a:lnTo>
                    <a:pt x="6119586" y="0"/>
                  </a:lnTo>
                  <a:lnTo>
                    <a:pt x="6118730" y="0"/>
                  </a:lnTo>
                  <a:lnTo>
                    <a:pt x="6117875" y="0"/>
                  </a:lnTo>
                  <a:lnTo>
                    <a:pt x="6117019" y="0"/>
                  </a:lnTo>
                  <a:lnTo>
                    <a:pt x="6116163" y="0"/>
                  </a:lnTo>
                  <a:lnTo>
                    <a:pt x="6115308" y="0"/>
                  </a:lnTo>
                  <a:lnTo>
                    <a:pt x="6114452" y="0"/>
                  </a:lnTo>
                  <a:lnTo>
                    <a:pt x="6113597" y="0"/>
                  </a:lnTo>
                  <a:lnTo>
                    <a:pt x="6112741" y="0"/>
                  </a:lnTo>
                  <a:lnTo>
                    <a:pt x="6111886" y="0"/>
                  </a:lnTo>
                  <a:lnTo>
                    <a:pt x="6111030" y="0"/>
                  </a:lnTo>
                  <a:lnTo>
                    <a:pt x="6110175" y="0"/>
                  </a:lnTo>
                  <a:lnTo>
                    <a:pt x="6109319" y="0"/>
                  </a:lnTo>
                  <a:lnTo>
                    <a:pt x="6108464" y="0"/>
                  </a:lnTo>
                  <a:lnTo>
                    <a:pt x="6107608" y="0"/>
                  </a:lnTo>
                  <a:lnTo>
                    <a:pt x="6106753" y="0"/>
                  </a:lnTo>
                  <a:lnTo>
                    <a:pt x="6105897" y="0"/>
                  </a:lnTo>
                  <a:lnTo>
                    <a:pt x="6105042" y="0"/>
                  </a:lnTo>
                  <a:lnTo>
                    <a:pt x="6104186" y="0"/>
                  </a:lnTo>
                  <a:lnTo>
                    <a:pt x="6103331" y="0"/>
                  </a:lnTo>
                  <a:lnTo>
                    <a:pt x="6102475" y="0"/>
                  </a:lnTo>
                  <a:lnTo>
                    <a:pt x="6101620" y="0"/>
                  </a:lnTo>
                  <a:lnTo>
                    <a:pt x="6100764" y="0"/>
                  </a:lnTo>
                  <a:lnTo>
                    <a:pt x="6099908" y="0"/>
                  </a:lnTo>
                  <a:lnTo>
                    <a:pt x="6099053" y="0"/>
                  </a:lnTo>
                  <a:lnTo>
                    <a:pt x="6098197" y="0"/>
                  </a:lnTo>
                  <a:lnTo>
                    <a:pt x="6097342" y="0"/>
                  </a:lnTo>
                  <a:lnTo>
                    <a:pt x="6096486" y="0"/>
                  </a:lnTo>
                  <a:lnTo>
                    <a:pt x="6095631" y="0"/>
                  </a:lnTo>
                  <a:lnTo>
                    <a:pt x="6094775" y="0"/>
                  </a:lnTo>
                  <a:lnTo>
                    <a:pt x="6093920" y="0"/>
                  </a:lnTo>
                  <a:lnTo>
                    <a:pt x="6093064" y="0"/>
                  </a:lnTo>
                  <a:lnTo>
                    <a:pt x="6092209" y="0"/>
                  </a:lnTo>
                  <a:lnTo>
                    <a:pt x="6091353" y="0"/>
                  </a:lnTo>
                  <a:lnTo>
                    <a:pt x="6090498" y="0"/>
                  </a:lnTo>
                  <a:lnTo>
                    <a:pt x="6089642" y="0"/>
                  </a:lnTo>
                  <a:lnTo>
                    <a:pt x="6088787" y="0"/>
                  </a:lnTo>
                  <a:lnTo>
                    <a:pt x="6087931" y="0"/>
                  </a:lnTo>
                  <a:lnTo>
                    <a:pt x="6087076" y="0"/>
                  </a:lnTo>
                  <a:lnTo>
                    <a:pt x="6086220" y="0"/>
                  </a:lnTo>
                  <a:lnTo>
                    <a:pt x="6085364" y="0"/>
                  </a:lnTo>
                  <a:lnTo>
                    <a:pt x="6084509" y="0"/>
                  </a:lnTo>
                  <a:lnTo>
                    <a:pt x="6083653" y="0"/>
                  </a:lnTo>
                  <a:lnTo>
                    <a:pt x="6082798" y="0"/>
                  </a:lnTo>
                  <a:lnTo>
                    <a:pt x="6081942" y="0"/>
                  </a:lnTo>
                  <a:lnTo>
                    <a:pt x="6081087" y="0"/>
                  </a:lnTo>
                  <a:lnTo>
                    <a:pt x="6080231" y="0"/>
                  </a:lnTo>
                  <a:lnTo>
                    <a:pt x="6079376" y="0"/>
                  </a:lnTo>
                  <a:lnTo>
                    <a:pt x="6078520" y="0"/>
                  </a:lnTo>
                  <a:lnTo>
                    <a:pt x="6077665" y="0"/>
                  </a:lnTo>
                  <a:lnTo>
                    <a:pt x="6076809" y="0"/>
                  </a:lnTo>
                  <a:lnTo>
                    <a:pt x="6075954" y="0"/>
                  </a:lnTo>
                  <a:lnTo>
                    <a:pt x="6075098" y="0"/>
                  </a:lnTo>
                  <a:lnTo>
                    <a:pt x="6074243" y="0"/>
                  </a:lnTo>
                  <a:lnTo>
                    <a:pt x="6073387" y="0"/>
                  </a:lnTo>
                  <a:lnTo>
                    <a:pt x="6072532" y="0"/>
                  </a:lnTo>
                  <a:lnTo>
                    <a:pt x="6071676" y="0"/>
                  </a:lnTo>
                  <a:lnTo>
                    <a:pt x="6070821" y="0"/>
                  </a:lnTo>
                  <a:lnTo>
                    <a:pt x="6069965" y="0"/>
                  </a:lnTo>
                  <a:lnTo>
                    <a:pt x="6069109" y="0"/>
                  </a:lnTo>
                  <a:lnTo>
                    <a:pt x="6068254" y="0"/>
                  </a:lnTo>
                  <a:lnTo>
                    <a:pt x="6067398" y="0"/>
                  </a:lnTo>
                  <a:lnTo>
                    <a:pt x="6066543" y="0"/>
                  </a:lnTo>
                  <a:lnTo>
                    <a:pt x="6065687" y="0"/>
                  </a:lnTo>
                  <a:lnTo>
                    <a:pt x="6064832" y="0"/>
                  </a:lnTo>
                  <a:lnTo>
                    <a:pt x="6063976" y="0"/>
                  </a:lnTo>
                  <a:lnTo>
                    <a:pt x="6063121" y="0"/>
                  </a:lnTo>
                  <a:lnTo>
                    <a:pt x="6062265" y="0"/>
                  </a:lnTo>
                  <a:lnTo>
                    <a:pt x="6061410" y="0"/>
                  </a:lnTo>
                  <a:lnTo>
                    <a:pt x="6060554" y="0"/>
                  </a:lnTo>
                  <a:lnTo>
                    <a:pt x="6059699" y="0"/>
                  </a:lnTo>
                  <a:lnTo>
                    <a:pt x="6058843" y="0"/>
                  </a:lnTo>
                  <a:lnTo>
                    <a:pt x="6057988" y="0"/>
                  </a:lnTo>
                  <a:lnTo>
                    <a:pt x="6057132" y="0"/>
                  </a:lnTo>
                  <a:lnTo>
                    <a:pt x="6056277" y="0"/>
                  </a:lnTo>
                  <a:lnTo>
                    <a:pt x="6055421" y="0"/>
                  </a:lnTo>
                  <a:lnTo>
                    <a:pt x="6054566" y="0"/>
                  </a:lnTo>
                  <a:lnTo>
                    <a:pt x="6053710" y="0"/>
                  </a:lnTo>
                  <a:lnTo>
                    <a:pt x="6052854" y="0"/>
                  </a:lnTo>
                  <a:lnTo>
                    <a:pt x="6051999" y="0"/>
                  </a:lnTo>
                  <a:lnTo>
                    <a:pt x="6051143" y="0"/>
                  </a:lnTo>
                  <a:lnTo>
                    <a:pt x="6050288" y="0"/>
                  </a:lnTo>
                  <a:lnTo>
                    <a:pt x="6049432" y="0"/>
                  </a:lnTo>
                  <a:lnTo>
                    <a:pt x="6048577" y="0"/>
                  </a:lnTo>
                  <a:lnTo>
                    <a:pt x="6047721" y="0"/>
                  </a:lnTo>
                  <a:lnTo>
                    <a:pt x="6046866" y="0"/>
                  </a:lnTo>
                  <a:lnTo>
                    <a:pt x="6046010" y="0"/>
                  </a:lnTo>
                  <a:lnTo>
                    <a:pt x="6045155" y="0"/>
                  </a:lnTo>
                  <a:lnTo>
                    <a:pt x="6044299" y="0"/>
                  </a:lnTo>
                  <a:lnTo>
                    <a:pt x="6043444" y="0"/>
                  </a:lnTo>
                  <a:lnTo>
                    <a:pt x="6042588" y="0"/>
                  </a:lnTo>
                  <a:lnTo>
                    <a:pt x="6041733" y="0"/>
                  </a:lnTo>
                  <a:lnTo>
                    <a:pt x="6040877" y="0"/>
                  </a:lnTo>
                  <a:lnTo>
                    <a:pt x="6040022" y="0"/>
                  </a:lnTo>
                  <a:lnTo>
                    <a:pt x="6039166" y="0"/>
                  </a:lnTo>
                  <a:lnTo>
                    <a:pt x="6038310" y="0"/>
                  </a:lnTo>
                  <a:lnTo>
                    <a:pt x="6037455" y="0"/>
                  </a:lnTo>
                  <a:lnTo>
                    <a:pt x="6036599" y="0"/>
                  </a:lnTo>
                  <a:lnTo>
                    <a:pt x="6035744" y="0"/>
                  </a:lnTo>
                  <a:lnTo>
                    <a:pt x="6034888" y="0"/>
                  </a:lnTo>
                  <a:lnTo>
                    <a:pt x="6034033" y="0"/>
                  </a:lnTo>
                  <a:lnTo>
                    <a:pt x="6033177" y="0"/>
                  </a:lnTo>
                  <a:lnTo>
                    <a:pt x="6032322" y="0"/>
                  </a:lnTo>
                  <a:lnTo>
                    <a:pt x="6031466" y="0"/>
                  </a:lnTo>
                  <a:lnTo>
                    <a:pt x="6030611" y="0"/>
                  </a:lnTo>
                  <a:lnTo>
                    <a:pt x="6029755" y="0"/>
                  </a:lnTo>
                  <a:lnTo>
                    <a:pt x="6028900" y="0"/>
                  </a:lnTo>
                  <a:lnTo>
                    <a:pt x="6028044" y="0"/>
                  </a:lnTo>
                  <a:lnTo>
                    <a:pt x="6027189" y="0"/>
                  </a:lnTo>
                  <a:lnTo>
                    <a:pt x="6026333" y="0"/>
                  </a:lnTo>
                  <a:lnTo>
                    <a:pt x="6025478" y="0"/>
                  </a:lnTo>
                  <a:lnTo>
                    <a:pt x="6024622" y="0"/>
                  </a:lnTo>
                  <a:lnTo>
                    <a:pt x="6023767" y="0"/>
                  </a:lnTo>
                  <a:lnTo>
                    <a:pt x="6022911" y="0"/>
                  </a:lnTo>
                  <a:lnTo>
                    <a:pt x="6022055" y="0"/>
                  </a:lnTo>
                  <a:lnTo>
                    <a:pt x="6021200" y="0"/>
                  </a:lnTo>
                  <a:lnTo>
                    <a:pt x="6020344" y="0"/>
                  </a:lnTo>
                  <a:lnTo>
                    <a:pt x="6019489" y="0"/>
                  </a:lnTo>
                  <a:lnTo>
                    <a:pt x="6018633" y="0"/>
                  </a:lnTo>
                  <a:lnTo>
                    <a:pt x="6017778" y="0"/>
                  </a:lnTo>
                  <a:lnTo>
                    <a:pt x="6016922" y="0"/>
                  </a:lnTo>
                  <a:lnTo>
                    <a:pt x="6016067" y="0"/>
                  </a:lnTo>
                  <a:lnTo>
                    <a:pt x="6015211" y="0"/>
                  </a:lnTo>
                  <a:lnTo>
                    <a:pt x="6014356" y="0"/>
                  </a:lnTo>
                  <a:lnTo>
                    <a:pt x="6013500" y="0"/>
                  </a:lnTo>
                  <a:lnTo>
                    <a:pt x="6012645" y="0"/>
                  </a:lnTo>
                  <a:lnTo>
                    <a:pt x="6011789" y="0"/>
                  </a:lnTo>
                  <a:lnTo>
                    <a:pt x="6010934" y="0"/>
                  </a:lnTo>
                  <a:lnTo>
                    <a:pt x="6010078" y="0"/>
                  </a:lnTo>
                  <a:lnTo>
                    <a:pt x="6009223" y="0"/>
                  </a:lnTo>
                  <a:lnTo>
                    <a:pt x="6008367" y="0"/>
                  </a:lnTo>
                  <a:lnTo>
                    <a:pt x="6007512" y="0"/>
                  </a:lnTo>
                  <a:lnTo>
                    <a:pt x="6006656" y="0"/>
                  </a:lnTo>
                  <a:lnTo>
                    <a:pt x="6005800" y="0"/>
                  </a:lnTo>
                  <a:lnTo>
                    <a:pt x="6004945" y="0"/>
                  </a:lnTo>
                  <a:lnTo>
                    <a:pt x="6004089" y="0"/>
                  </a:lnTo>
                  <a:lnTo>
                    <a:pt x="6003234" y="0"/>
                  </a:lnTo>
                  <a:lnTo>
                    <a:pt x="6002378" y="0"/>
                  </a:lnTo>
                  <a:lnTo>
                    <a:pt x="6001523" y="0"/>
                  </a:lnTo>
                  <a:lnTo>
                    <a:pt x="6000667" y="0"/>
                  </a:lnTo>
                  <a:lnTo>
                    <a:pt x="5999812" y="0"/>
                  </a:lnTo>
                  <a:lnTo>
                    <a:pt x="5998956" y="0"/>
                  </a:lnTo>
                  <a:lnTo>
                    <a:pt x="5998101" y="0"/>
                  </a:lnTo>
                  <a:lnTo>
                    <a:pt x="5997245" y="0"/>
                  </a:lnTo>
                  <a:lnTo>
                    <a:pt x="5996390" y="0"/>
                  </a:lnTo>
                  <a:lnTo>
                    <a:pt x="5995534" y="0"/>
                  </a:lnTo>
                  <a:lnTo>
                    <a:pt x="5994679" y="0"/>
                  </a:lnTo>
                  <a:lnTo>
                    <a:pt x="5993823" y="0"/>
                  </a:lnTo>
                  <a:lnTo>
                    <a:pt x="5992968" y="0"/>
                  </a:lnTo>
                  <a:lnTo>
                    <a:pt x="5992112" y="0"/>
                  </a:lnTo>
                  <a:lnTo>
                    <a:pt x="5991256" y="0"/>
                  </a:lnTo>
                  <a:lnTo>
                    <a:pt x="5990401" y="0"/>
                  </a:lnTo>
                  <a:lnTo>
                    <a:pt x="5989545" y="0"/>
                  </a:lnTo>
                  <a:lnTo>
                    <a:pt x="5988690" y="0"/>
                  </a:lnTo>
                  <a:lnTo>
                    <a:pt x="5987834" y="0"/>
                  </a:lnTo>
                  <a:lnTo>
                    <a:pt x="5986979" y="0"/>
                  </a:lnTo>
                  <a:lnTo>
                    <a:pt x="5986123" y="0"/>
                  </a:lnTo>
                  <a:lnTo>
                    <a:pt x="5985268" y="0"/>
                  </a:lnTo>
                  <a:lnTo>
                    <a:pt x="5984412" y="0"/>
                  </a:lnTo>
                  <a:lnTo>
                    <a:pt x="5983557" y="0"/>
                  </a:lnTo>
                  <a:lnTo>
                    <a:pt x="5982701" y="0"/>
                  </a:lnTo>
                  <a:lnTo>
                    <a:pt x="5981846" y="0"/>
                  </a:lnTo>
                  <a:lnTo>
                    <a:pt x="5980990" y="0"/>
                  </a:lnTo>
                  <a:lnTo>
                    <a:pt x="5980135" y="0"/>
                  </a:lnTo>
                  <a:lnTo>
                    <a:pt x="5979279" y="0"/>
                  </a:lnTo>
                  <a:lnTo>
                    <a:pt x="5978424" y="0"/>
                  </a:lnTo>
                  <a:lnTo>
                    <a:pt x="5977568" y="0"/>
                  </a:lnTo>
                  <a:lnTo>
                    <a:pt x="5976713" y="0"/>
                  </a:lnTo>
                  <a:lnTo>
                    <a:pt x="5975857" y="0"/>
                  </a:lnTo>
                  <a:lnTo>
                    <a:pt x="5975001" y="0"/>
                  </a:lnTo>
                  <a:lnTo>
                    <a:pt x="5974146" y="0"/>
                  </a:lnTo>
                  <a:lnTo>
                    <a:pt x="5973290" y="0"/>
                  </a:lnTo>
                  <a:lnTo>
                    <a:pt x="5972435" y="0"/>
                  </a:lnTo>
                  <a:lnTo>
                    <a:pt x="5971579" y="0"/>
                  </a:lnTo>
                  <a:lnTo>
                    <a:pt x="5970724" y="0"/>
                  </a:lnTo>
                  <a:lnTo>
                    <a:pt x="5969868" y="0"/>
                  </a:lnTo>
                  <a:lnTo>
                    <a:pt x="5969013" y="0"/>
                  </a:lnTo>
                  <a:lnTo>
                    <a:pt x="5968157" y="0"/>
                  </a:lnTo>
                  <a:lnTo>
                    <a:pt x="5967302" y="0"/>
                  </a:lnTo>
                  <a:lnTo>
                    <a:pt x="5966446" y="0"/>
                  </a:lnTo>
                  <a:lnTo>
                    <a:pt x="5965591" y="0"/>
                  </a:lnTo>
                  <a:lnTo>
                    <a:pt x="5964735" y="0"/>
                  </a:lnTo>
                  <a:lnTo>
                    <a:pt x="5963880" y="0"/>
                  </a:lnTo>
                  <a:lnTo>
                    <a:pt x="5963024" y="0"/>
                  </a:lnTo>
                  <a:lnTo>
                    <a:pt x="5962169" y="0"/>
                  </a:lnTo>
                  <a:lnTo>
                    <a:pt x="5961313" y="0"/>
                  </a:lnTo>
                  <a:lnTo>
                    <a:pt x="5960458" y="0"/>
                  </a:lnTo>
                  <a:lnTo>
                    <a:pt x="5959602" y="0"/>
                  </a:lnTo>
                  <a:lnTo>
                    <a:pt x="5958746" y="0"/>
                  </a:lnTo>
                  <a:lnTo>
                    <a:pt x="5957891" y="0"/>
                  </a:lnTo>
                  <a:lnTo>
                    <a:pt x="5957035" y="0"/>
                  </a:lnTo>
                  <a:lnTo>
                    <a:pt x="5956180" y="0"/>
                  </a:lnTo>
                  <a:lnTo>
                    <a:pt x="5955324" y="0"/>
                  </a:lnTo>
                  <a:lnTo>
                    <a:pt x="5954469" y="0"/>
                  </a:lnTo>
                  <a:lnTo>
                    <a:pt x="5953613" y="0"/>
                  </a:lnTo>
                  <a:lnTo>
                    <a:pt x="5952758" y="0"/>
                  </a:lnTo>
                  <a:lnTo>
                    <a:pt x="5951902" y="0"/>
                  </a:lnTo>
                  <a:lnTo>
                    <a:pt x="5951047" y="0"/>
                  </a:lnTo>
                  <a:lnTo>
                    <a:pt x="5950191" y="0"/>
                  </a:lnTo>
                  <a:lnTo>
                    <a:pt x="5949336" y="0"/>
                  </a:lnTo>
                  <a:lnTo>
                    <a:pt x="5948480" y="0"/>
                  </a:lnTo>
                  <a:lnTo>
                    <a:pt x="5947625" y="0"/>
                  </a:lnTo>
                  <a:lnTo>
                    <a:pt x="5946769" y="0"/>
                  </a:lnTo>
                  <a:lnTo>
                    <a:pt x="5945914" y="0"/>
                  </a:lnTo>
                  <a:lnTo>
                    <a:pt x="5945058" y="0"/>
                  </a:lnTo>
                  <a:lnTo>
                    <a:pt x="5944203" y="0"/>
                  </a:lnTo>
                  <a:lnTo>
                    <a:pt x="5943347" y="0"/>
                  </a:lnTo>
                  <a:lnTo>
                    <a:pt x="5942491" y="0"/>
                  </a:lnTo>
                  <a:lnTo>
                    <a:pt x="5941636" y="0"/>
                  </a:lnTo>
                  <a:lnTo>
                    <a:pt x="5940780" y="0"/>
                  </a:lnTo>
                  <a:lnTo>
                    <a:pt x="5939925" y="0"/>
                  </a:lnTo>
                  <a:lnTo>
                    <a:pt x="5939069" y="0"/>
                  </a:lnTo>
                  <a:lnTo>
                    <a:pt x="5938214" y="0"/>
                  </a:lnTo>
                  <a:lnTo>
                    <a:pt x="5937358" y="0"/>
                  </a:lnTo>
                  <a:lnTo>
                    <a:pt x="5936503" y="0"/>
                  </a:lnTo>
                  <a:lnTo>
                    <a:pt x="5935647" y="0"/>
                  </a:lnTo>
                  <a:lnTo>
                    <a:pt x="5934792" y="0"/>
                  </a:lnTo>
                  <a:lnTo>
                    <a:pt x="5933936" y="0"/>
                  </a:lnTo>
                  <a:lnTo>
                    <a:pt x="5933081" y="0"/>
                  </a:lnTo>
                  <a:lnTo>
                    <a:pt x="5932225" y="0"/>
                  </a:lnTo>
                  <a:lnTo>
                    <a:pt x="5931370" y="0"/>
                  </a:lnTo>
                  <a:lnTo>
                    <a:pt x="5930514" y="0"/>
                  </a:lnTo>
                  <a:lnTo>
                    <a:pt x="5929659" y="0"/>
                  </a:lnTo>
                  <a:lnTo>
                    <a:pt x="5928803" y="0"/>
                  </a:lnTo>
                  <a:lnTo>
                    <a:pt x="5927947" y="0"/>
                  </a:lnTo>
                  <a:lnTo>
                    <a:pt x="5927092" y="0"/>
                  </a:lnTo>
                  <a:lnTo>
                    <a:pt x="5926236" y="0"/>
                  </a:lnTo>
                  <a:lnTo>
                    <a:pt x="5925381" y="0"/>
                  </a:lnTo>
                  <a:lnTo>
                    <a:pt x="5924525" y="0"/>
                  </a:lnTo>
                  <a:lnTo>
                    <a:pt x="5923670" y="0"/>
                  </a:lnTo>
                  <a:lnTo>
                    <a:pt x="5922814" y="0"/>
                  </a:lnTo>
                  <a:lnTo>
                    <a:pt x="5921959" y="0"/>
                  </a:lnTo>
                  <a:lnTo>
                    <a:pt x="5921103" y="0"/>
                  </a:lnTo>
                  <a:lnTo>
                    <a:pt x="5920248" y="0"/>
                  </a:lnTo>
                  <a:lnTo>
                    <a:pt x="5919392" y="0"/>
                  </a:lnTo>
                  <a:lnTo>
                    <a:pt x="5918537" y="0"/>
                  </a:lnTo>
                  <a:lnTo>
                    <a:pt x="5917681" y="0"/>
                  </a:lnTo>
                  <a:lnTo>
                    <a:pt x="5916826" y="0"/>
                  </a:lnTo>
                  <a:lnTo>
                    <a:pt x="5915970" y="0"/>
                  </a:lnTo>
                  <a:lnTo>
                    <a:pt x="5915115" y="0"/>
                  </a:lnTo>
                  <a:lnTo>
                    <a:pt x="5914259" y="0"/>
                  </a:lnTo>
                  <a:lnTo>
                    <a:pt x="5913404" y="0"/>
                  </a:lnTo>
                  <a:lnTo>
                    <a:pt x="5912548" y="0"/>
                  </a:lnTo>
                  <a:lnTo>
                    <a:pt x="5911692" y="0"/>
                  </a:lnTo>
                  <a:lnTo>
                    <a:pt x="5910837" y="0"/>
                  </a:lnTo>
                  <a:lnTo>
                    <a:pt x="5909981" y="0"/>
                  </a:lnTo>
                  <a:lnTo>
                    <a:pt x="5909126" y="0"/>
                  </a:lnTo>
                  <a:lnTo>
                    <a:pt x="5908270" y="0"/>
                  </a:lnTo>
                  <a:lnTo>
                    <a:pt x="5907415" y="0"/>
                  </a:lnTo>
                  <a:lnTo>
                    <a:pt x="5906559" y="0"/>
                  </a:lnTo>
                  <a:lnTo>
                    <a:pt x="5905704" y="0"/>
                  </a:lnTo>
                  <a:lnTo>
                    <a:pt x="5904848" y="0"/>
                  </a:lnTo>
                  <a:lnTo>
                    <a:pt x="5903993" y="0"/>
                  </a:lnTo>
                  <a:lnTo>
                    <a:pt x="5903137" y="0"/>
                  </a:lnTo>
                  <a:lnTo>
                    <a:pt x="5902282" y="0"/>
                  </a:lnTo>
                  <a:lnTo>
                    <a:pt x="5901426" y="0"/>
                  </a:lnTo>
                  <a:lnTo>
                    <a:pt x="5900571" y="0"/>
                  </a:lnTo>
                  <a:lnTo>
                    <a:pt x="5899715" y="0"/>
                  </a:lnTo>
                  <a:lnTo>
                    <a:pt x="5898860" y="0"/>
                  </a:lnTo>
                  <a:lnTo>
                    <a:pt x="5898004" y="0"/>
                  </a:lnTo>
                  <a:lnTo>
                    <a:pt x="5897149" y="0"/>
                  </a:lnTo>
                  <a:lnTo>
                    <a:pt x="5896293" y="0"/>
                  </a:lnTo>
                  <a:lnTo>
                    <a:pt x="5895437" y="0"/>
                  </a:lnTo>
                  <a:lnTo>
                    <a:pt x="5894582" y="0"/>
                  </a:lnTo>
                  <a:lnTo>
                    <a:pt x="5893726" y="0"/>
                  </a:lnTo>
                  <a:lnTo>
                    <a:pt x="5892871" y="0"/>
                  </a:lnTo>
                  <a:lnTo>
                    <a:pt x="5892015" y="0"/>
                  </a:lnTo>
                  <a:lnTo>
                    <a:pt x="5891160" y="0"/>
                  </a:lnTo>
                  <a:lnTo>
                    <a:pt x="5890304" y="0"/>
                  </a:lnTo>
                  <a:lnTo>
                    <a:pt x="5889449" y="0"/>
                  </a:lnTo>
                  <a:lnTo>
                    <a:pt x="5888593" y="0"/>
                  </a:lnTo>
                  <a:lnTo>
                    <a:pt x="5887738" y="0"/>
                  </a:lnTo>
                  <a:lnTo>
                    <a:pt x="5886882" y="0"/>
                  </a:lnTo>
                  <a:lnTo>
                    <a:pt x="5886027" y="0"/>
                  </a:lnTo>
                  <a:lnTo>
                    <a:pt x="5885171" y="0"/>
                  </a:lnTo>
                  <a:lnTo>
                    <a:pt x="5884316" y="0"/>
                  </a:lnTo>
                  <a:lnTo>
                    <a:pt x="5883460" y="0"/>
                  </a:lnTo>
                  <a:lnTo>
                    <a:pt x="5882605" y="0"/>
                  </a:lnTo>
                  <a:lnTo>
                    <a:pt x="5881749" y="0"/>
                  </a:lnTo>
                  <a:lnTo>
                    <a:pt x="5880893" y="0"/>
                  </a:lnTo>
                  <a:lnTo>
                    <a:pt x="5880038" y="0"/>
                  </a:lnTo>
                  <a:lnTo>
                    <a:pt x="5879182" y="0"/>
                  </a:lnTo>
                  <a:lnTo>
                    <a:pt x="5878327" y="0"/>
                  </a:lnTo>
                  <a:lnTo>
                    <a:pt x="5877471" y="0"/>
                  </a:lnTo>
                  <a:lnTo>
                    <a:pt x="5876616" y="0"/>
                  </a:lnTo>
                  <a:lnTo>
                    <a:pt x="5875760" y="0"/>
                  </a:lnTo>
                  <a:lnTo>
                    <a:pt x="5874905" y="0"/>
                  </a:lnTo>
                  <a:lnTo>
                    <a:pt x="5874049" y="0"/>
                  </a:lnTo>
                  <a:lnTo>
                    <a:pt x="5873194" y="0"/>
                  </a:lnTo>
                  <a:lnTo>
                    <a:pt x="5872338" y="0"/>
                  </a:lnTo>
                  <a:lnTo>
                    <a:pt x="5871483" y="0"/>
                  </a:lnTo>
                  <a:lnTo>
                    <a:pt x="5870627" y="0"/>
                  </a:lnTo>
                  <a:lnTo>
                    <a:pt x="5869772" y="0"/>
                  </a:lnTo>
                  <a:lnTo>
                    <a:pt x="5868916" y="0"/>
                  </a:lnTo>
                  <a:lnTo>
                    <a:pt x="5868061" y="0"/>
                  </a:lnTo>
                  <a:lnTo>
                    <a:pt x="5867205" y="0"/>
                  </a:lnTo>
                  <a:lnTo>
                    <a:pt x="5866350" y="0"/>
                  </a:lnTo>
                  <a:lnTo>
                    <a:pt x="5865494" y="0"/>
                  </a:lnTo>
                  <a:lnTo>
                    <a:pt x="5864638" y="0"/>
                  </a:lnTo>
                  <a:lnTo>
                    <a:pt x="5863783" y="0"/>
                  </a:lnTo>
                  <a:lnTo>
                    <a:pt x="5862927" y="0"/>
                  </a:lnTo>
                  <a:lnTo>
                    <a:pt x="5862072" y="0"/>
                  </a:lnTo>
                  <a:lnTo>
                    <a:pt x="5861216" y="0"/>
                  </a:lnTo>
                  <a:lnTo>
                    <a:pt x="5860361" y="0"/>
                  </a:lnTo>
                  <a:lnTo>
                    <a:pt x="5859505" y="0"/>
                  </a:lnTo>
                  <a:lnTo>
                    <a:pt x="5858650" y="0"/>
                  </a:lnTo>
                  <a:lnTo>
                    <a:pt x="5857794" y="0"/>
                  </a:lnTo>
                  <a:lnTo>
                    <a:pt x="5856939" y="0"/>
                  </a:lnTo>
                  <a:lnTo>
                    <a:pt x="5856083" y="0"/>
                  </a:lnTo>
                  <a:lnTo>
                    <a:pt x="5855228" y="0"/>
                  </a:lnTo>
                  <a:lnTo>
                    <a:pt x="5854372" y="0"/>
                  </a:lnTo>
                  <a:lnTo>
                    <a:pt x="5853517" y="0"/>
                  </a:lnTo>
                  <a:lnTo>
                    <a:pt x="5852661" y="0"/>
                  </a:lnTo>
                  <a:lnTo>
                    <a:pt x="5851806" y="0"/>
                  </a:lnTo>
                  <a:lnTo>
                    <a:pt x="5850950" y="0"/>
                  </a:lnTo>
                  <a:lnTo>
                    <a:pt x="5850095" y="0"/>
                  </a:lnTo>
                  <a:lnTo>
                    <a:pt x="5849239" y="0"/>
                  </a:lnTo>
                  <a:lnTo>
                    <a:pt x="5848383" y="0"/>
                  </a:lnTo>
                  <a:lnTo>
                    <a:pt x="5847528" y="0"/>
                  </a:lnTo>
                  <a:lnTo>
                    <a:pt x="5846672" y="0"/>
                  </a:lnTo>
                  <a:lnTo>
                    <a:pt x="5845817" y="0"/>
                  </a:lnTo>
                  <a:lnTo>
                    <a:pt x="5844961" y="0"/>
                  </a:lnTo>
                  <a:lnTo>
                    <a:pt x="5844106" y="0"/>
                  </a:lnTo>
                  <a:lnTo>
                    <a:pt x="5843250" y="0"/>
                  </a:lnTo>
                  <a:lnTo>
                    <a:pt x="5842395" y="0"/>
                  </a:lnTo>
                  <a:lnTo>
                    <a:pt x="5841539" y="0"/>
                  </a:lnTo>
                  <a:lnTo>
                    <a:pt x="5840684" y="0"/>
                  </a:lnTo>
                  <a:lnTo>
                    <a:pt x="5839828" y="0"/>
                  </a:lnTo>
                  <a:lnTo>
                    <a:pt x="5838973" y="0"/>
                  </a:lnTo>
                  <a:lnTo>
                    <a:pt x="5838117" y="0"/>
                  </a:lnTo>
                  <a:lnTo>
                    <a:pt x="5837262" y="0"/>
                  </a:lnTo>
                  <a:lnTo>
                    <a:pt x="5836406" y="0"/>
                  </a:lnTo>
                  <a:lnTo>
                    <a:pt x="5835551" y="0"/>
                  </a:lnTo>
                  <a:lnTo>
                    <a:pt x="5834695" y="0"/>
                  </a:lnTo>
                  <a:lnTo>
                    <a:pt x="5833839" y="0"/>
                  </a:lnTo>
                  <a:lnTo>
                    <a:pt x="5832984" y="0"/>
                  </a:lnTo>
                  <a:lnTo>
                    <a:pt x="5832128" y="0"/>
                  </a:lnTo>
                  <a:lnTo>
                    <a:pt x="5831273" y="0"/>
                  </a:lnTo>
                  <a:lnTo>
                    <a:pt x="5830417" y="0"/>
                  </a:lnTo>
                  <a:lnTo>
                    <a:pt x="5829562" y="0"/>
                  </a:lnTo>
                  <a:lnTo>
                    <a:pt x="5828706" y="0"/>
                  </a:lnTo>
                  <a:lnTo>
                    <a:pt x="5827851" y="0"/>
                  </a:lnTo>
                  <a:lnTo>
                    <a:pt x="5826995" y="0"/>
                  </a:lnTo>
                  <a:lnTo>
                    <a:pt x="5826140" y="0"/>
                  </a:lnTo>
                  <a:lnTo>
                    <a:pt x="5825284" y="0"/>
                  </a:lnTo>
                  <a:lnTo>
                    <a:pt x="5824429" y="0"/>
                  </a:lnTo>
                  <a:lnTo>
                    <a:pt x="5823573" y="0"/>
                  </a:lnTo>
                  <a:lnTo>
                    <a:pt x="5822718" y="0"/>
                  </a:lnTo>
                  <a:lnTo>
                    <a:pt x="5821862" y="0"/>
                  </a:lnTo>
                  <a:lnTo>
                    <a:pt x="5821007" y="0"/>
                  </a:lnTo>
                  <a:lnTo>
                    <a:pt x="5820151" y="0"/>
                  </a:lnTo>
                  <a:lnTo>
                    <a:pt x="5819296" y="0"/>
                  </a:lnTo>
                  <a:lnTo>
                    <a:pt x="5818440" y="0"/>
                  </a:lnTo>
                  <a:lnTo>
                    <a:pt x="5817584" y="0"/>
                  </a:lnTo>
                  <a:lnTo>
                    <a:pt x="5816729" y="0"/>
                  </a:lnTo>
                  <a:lnTo>
                    <a:pt x="5815873" y="0"/>
                  </a:lnTo>
                  <a:lnTo>
                    <a:pt x="5815018" y="0"/>
                  </a:lnTo>
                  <a:lnTo>
                    <a:pt x="5814162" y="0"/>
                  </a:lnTo>
                  <a:lnTo>
                    <a:pt x="5813307" y="0"/>
                  </a:lnTo>
                  <a:lnTo>
                    <a:pt x="5812451" y="0"/>
                  </a:lnTo>
                  <a:lnTo>
                    <a:pt x="5811596" y="0"/>
                  </a:lnTo>
                  <a:lnTo>
                    <a:pt x="5810740" y="0"/>
                  </a:lnTo>
                  <a:lnTo>
                    <a:pt x="5809885" y="0"/>
                  </a:lnTo>
                  <a:lnTo>
                    <a:pt x="5809029" y="0"/>
                  </a:lnTo>
                  <a:lnTo>
                    <a:pt x="5808174" y="0"/>
                  </a:lnTo>
                  <a:lnTo>
                    <a:pt x="5807318" y="0"/>
                  </a:lnTo>
                  <a:lnTo>
                    <a:pt x="5806463" y="0"/>
                  </a:lnTo>
                  <a:lnTo>
                    <a:pt x="5805607" y="0"/>
                  </a:lnTo>
                  <a:lnTo>
                    <a:pt x="5804752" y="0"/>
                  </a:lnTo>
                  <a:lnTo>
                    <a:pt x="5803896" y="0"/>
                  </a:lnTo>
                  <a:lnTo>
                    <a:pt x="5803041" y="0"/>
                  </a:lnTo>
                  <a:lnTo>
                    <a:pt x="5802185" y="0"/>
                  </a:lnTo>
                  <a:lnTo>
                    <a:pt x="5801329" y="0"/>
                  </a:lnTo>
                  <a:lnTo>
                    <a:pt x="5800474" y="0"/>
                  </a:lnTo>
                  <a:lnTo>
                    <a:pt x="5799618" y="0"/>
                  </a:lnTo>
                  <a:lnTo>
                    <a:pt x="5798763" y="0"/>
                  </a:lnTo>
                  <a:lnTo>
                    <a:pt x="5797907" y="0"/>
                  </a:lnTo>
                  <a:lnTo>
                    <a:pt x="5797052" y="0"/>
                  </a:lnTo>
                  <a:lnTo>
                    <a:pt x="5796196" y="0"/>
                  </a:lnTo>
                  <a:lnTo>
                    <a:pt x="5795341" y="0"/>
                  </a:lnTo>
                  <a:lnTo>
                    <a:pt x="5794485" y="0"/>
                  </a:lnTo>
                  <a:lnTo>
                    <a:pt x="5793630" y="0"/>
                  </a:lnTo>
                  <a:lnTo>
                    <a:pt x="5792774" y="0"/>
                  </a:lnTo>
                  <a:lnTo>
                    <a:pt x="5791919" y="0"/>
                  </a:lnTo>
                  <a:lnTo>
                    <a:pt x="5791063" y="0"/>
                  </a:lnTo>
                  <a:lnTo>
                    <a:pt x="5790208" y="0"/>
                  </a:lnTo>
                  <a:lnTo>
                    <a:pt x="5789352" y="0"/>
                  </a:lnTo>
                  <a:lnTo>
                    <a:pt x="5788497" y="0"/>
                  </a:lnTo>
                  <a:lnTo>
                    <a:pt x="5787641" y="0"/>
                  </a:lnTo>
                  <a:lnTo>
                    <a:pt x="5786785" y="0"/>
                  </a:lnTo>
                  <a:lnTo>
                    <a:pt x="5785930" y="0"/>
                  </a:lnTo>
                  <a:lnTo>
                    <a:pt x="5785074" y="0"/>
                  </a:lnTo>
                  <a:lnTo>
                    <a:pt x="5784219" y="0"/>
                  </a:lnTo>
                  <a:lnTo>
                    <a:pt x="5783363" y="0"/>
                  </a:lnTo>
                  <a:lnTo>
                    <a:pt x="5782508" y="0"/>
                  </a:lnTo>
                  <a:lnTo>
                    <a:pt x="5781652" y="0"/>
                  </a:lnTo>
                  <a:lnTo>
                    <a:pt x="5780797" y="0"/>
                  </a:lnTo>
                  <a:lnTo>
                    <a:pt x="5779941" y="0"/>
                  </a:lnTo>
                  <a:lnTo>
                    <a:pt x="5779086" y="0"/>
                  </a:lnTo>
                  <a:lnTo>
                    <a:pt x="5778230" y="0"/>
                  </a:lnTo>
                  <a:lnTo>
                    <a:pt x="5777375" y="0"/>
                  </a:lnTo>
                  <a:lnTo>
                    <a:pt x="5776519" y="0"/>
                  </a:lnTo>
                  <a:lnTo>
                    <a:pt x="5775664" y="0"/>
                  </a:lnTo>
                  <a:lnTo>
                    <a:pt x="5774808" y="0"/>
                  </a:lnTo>
                  <a:lnTo>
                    <a:pt x="5773953" y="0"/>
                  </a:lnTo>
                  <a:lnTo>
                    <a:pt x="5773097" y="0"/>
                  </a:lnTo>
                  <a:lnTo>
                    <a:pt x="5772242" y="0"/>
                  </a:lnTo>
                  <a:lnTo>
                    <a:pt x="5771386" y="0"/>
                  </a:lnTo>
                  <a:lnTo>
                    <a:pt x="5770530" y="0"/>
                  </a:lnTo>
                  <a:lnTo>
                    <a:pt x="5769675" y="0"/>
                  </a:lnTo>
                  <a:lnTo>
                    <a:pt x="5768819" y="0"/>
                  </a:lnTo>
                  <a:lnTo>
                    <a:pt x="5767964" y="0"/>
                  </a:lnTo>
                  <a:lnTo>
                    <a:pt x="5767108" y="0"/>
                  </a:lnTo>
                  <a:lnTo>
                    <a:pt x="5766253" y="0"/>
                  </a:lnTo>
                  <a:lnTo>
                    <a:pt x="5765397" y="0"/>
                  </a:lnTo>
                  <a:lnTo>
                    <a:pt x="5764542" y="0"/>
                  </a:lnTo>
                  <a:lnTo>
                    <a:pt x="5763686" y="0"/>
                  </a:lnTo>
                  <a:lnTo>
                    <a:pt x="5762831" y="0"/>
                  </a:lnTo>
                  <a:lnTo>
                    <a:pt x="5761975" y="0"/>
                  </a:lnTo>
                  <a:lnTo>
                    <a:pt x="5761120" y="0"/>
                  </a:lnTo>
                  <a:lnTo>
                    <a:pt x="5760264" y="0"/>
                  </a:lnTo>
                  <a:lnTo>
                    <a:pt x="5759409" y="0"/>
                  </a:lnTo>
                  <a:lnTo>
                    <a:pt x="5758553" y="0"/>
                  </a:lnTo>
                  <a:lnTo>
                    <a:pt x="5757698" y="0"/>
                  </a:lnTo>
                  <a:lnTo>
                    <a:pt x="5756842" y="0"/>
                  </a:lnTo>
                  <a:lnTo>
                    <a:pt x="5755987" y="0"/>
                  </a:lnTo>
                  <a:lnTo>
                    <a:pt x="5755131" y="0"/>
                  </a:lnTo>
                  <a:lnTo>
                    <a:pt x="5754275" y="0"/>
                  </a:lnTo>
                  <a:lnTo>
                    <a:pt x="5753420" y="0"/>
                  </a:lnTo>
                  <a:lnTo>
                    <a:pt x="5752564" y="0"/>
                  </a:lnTo>
                  <a:lnTo>
                    <a:pt x="5751709" y="0"/>
                  </a:lnTo>
                  <a:lnTo>
                    <a:pt x="5750853" y="0"/>
                  </a:lnTo>
                  <a:lnTo>
                    <a:pt x="5749998" y="0"/>
                  </a:lnTo>
                  <a:lnTo>
                    <a:pt x="5749142" y="0"/>
                  </a:lnTo>
                  <a:lnTo>
                    <a:pt x="5748287" y="0"/>
                  </a:lnTo>
                  <a:lnTo>
                    <a:pt x="5747431" y="0"/>
                  </a:lnTo>
                  <a:lnTo>
                    <a:pt x="5746576" y="0"/>
                  </a:lnTo>
                  <a:lnTo>
                    <a:pt x="5745720" y="0"/>
                  </a:lnTo>
                  <a:lnTo>
                    <a:pt x="5744865" y="0"/>
                  </a:lnTo>
                  <a:lnTo>
                    <a:pt x="5744009" y="0"/>
                  </a:lnTo>
                  <a:lnTo>
                    <a:pt x="5743154" y="0"/>
                  </a:lnTo>
                  <a:lnTo>
                    <a:pt x="5742298" y="0"/>
                  </a:lnTo>
                  <a:lnTo>
                    <a:pt x="5741443" y="0"/>
                  </a:lnTo>
                  <a:lnTo>
                    <a:pt x="5740587" y="0"/>
                  </a:lnTo>
                  <a:lnTo>
                    <a:pt x="5739732" y="0"/>
                  </a:lnTo>
                  <a:lnTo>
                    <a:pt x="5738876" y="0"/>
                  </a:lnTo>
                  <a:lnTo>
                    <a:pt x="5738020" y="0"/>
                  </a:lnTo>
                  <a:lnTo>
                    <a:pt x="5737165" y="0"/>
                  </a:lnTo>
                  <a:lnTo>
                    <a:pt x="5736309" y="0"/>
                  </a:lnTo>
                  <a:lnTo>
                    <a:pt x="5735454" y="0"/>
                  </a:lnTo>
                  <a:lnTo>
                    <a:pt x="5734598" y="0"/>
                  </a:lnTo>
                  <a:lnTo>
                    <a:pt x="5733743" y="0"/>
                  </a:lnTo>
                  <a:lnTo>
                    <a:pt x="5732887" y="0"/>
                  </a:lnTo>
                  <a:lnTo>
                    <a:pt x="5732032" y="0"/>
                  </a:lnTo>
                  <a:lnTo>
                    <a:pt x="5731176" y="0"/>
                  </a:lnTo>
                  <a:lnTo>
                    <a:pt x="5730321" y="0"/>
                  </a:lnTo>
                  <a:lnTo>
                    <a:pt x="5729465" y="0"/>
                  </a:lnTo>
                  <a:lnTo>
                    <a:pt x="5728610" y="0"/>
                  </a:lnTo>
                  <a:lnTo>
                    <a:pt x="5727754" y="0"/>
                  </a:lnTo>
                  <a:lnTo>
                    <a:pt x="5726899" y="0"/>
                  </a:lnTo>
                  <a:lnTo>
                    <a:pt x="5726043" y="0"/>
                  </a:lnTo>
                  <a:lnTo>
                    <a:pt x="5725188" y="0"/>
                  </a:lnTo>
                  <a:lnTo>
                    <a:pt x="5724332" y="0"/>
                  </a:lnTo>
                  <a:lnTo>
                    <a:pt x="5723476" y="0"/>
                  </a:lnTo>
                  <a:lnTo>
                    <a:pt x="5722621" y="0"/>
                  </a:lnTo>
                  <a:lnTo>
                    <a:pt x="5721765" y="0"/>
                  </a:lnTo>
                  <a:lnTo>
                    <a:pt x="5720910" y="0"/>
                  </a:lnTo>
                  <a:lnTo>
                    <a:pt x="5720054" y="0"/>
                  </a:lnTo>
                  <a:lnTo>
                    <a:pt x="5719199" y="0"/>
                  </a:lnTo>
                  <a:lnTo>
                    <a:pt x="5718343" y="0"/>
                  </a:lnTo>
                  <a:lnTo>
                    <a:pt x="5717488" y="0"/>
                  </a:lnTo>
                  <a:lnTo>
                    <a:pt x="5716632" y="0"/>
                  </a:lnTo>
                  <a:lnTo>
                    <a:pt x="5715777" y="0"/>
                  </a:lnTo>
                  <a:lnTo>
                    <a:pt x="5714921" y="0"/>
                  </a:lnTo>
                  <a:lnTo>
                    <a:pt x="5714066" y="0"/>
                  </a:lnTo>
                  <a:lnTo>
                    <a:pt x="5713210" y="0"/>
                  </a:lnTo>
                  <a:lnTo>
                    <a:pt x="5712355" y="0"/>
                  </a:lnTo>
                  <a:lnTo>
                    <a:pt x="5711499" y="0"/>
                  </a:lnTo>
                  <a:lnTo>
                    <a:pt x="5710644" y="0"/>
                  </a:lnTo>
                  <a:lnTo>
                    <a:pt x="5709788" y="0"/>
                  </a:lnTo>
                  <a:lnTo>
                    <a:pt x="5708933" y="0"/>
                  </a:lnTo>
                  <a:lnTo>
                    <a:pt x="5708077" y="0"/>
                  </a:lnTo>
                  <a:lnTo>
                    <a:pt x="5707221" y="0"/>
                  </a:lnTo>
                  <a:lnTo>
                    <a:pt x="5706366" y="0"/>
                  </a:lnTo>
                  <a:lnTo>
                    <a:pt x="5705510" y="0"/>
                  </a:lnTo>
                  <a:lnTo>
                    <a:pt x="5704655" y="0"/>
                  </a:lnTo>
                  <a:lnTo>
                    <a:pt x="5703799" y="0"/>
                  </a:lnTo>
                  <a:lnTo>
                    <a:pt x="5702944" y="0"/>
                  </a:lnTo>
                  <a:lnTo>
                    <a:pt x="5702088" y="0"/>
                  </a:lnTo>
                  <a:lnTo>
                    <a:pt x="5701233" y="0"/>
                  </a:lnTo>
                  <a:lnTo>
                    <a:pt x="5700377" y="0"/>
                  </a:lnTo>
                  <a:lnTo>
                    <a:pt x="5699522" y="0"/>
                  </a:lnTo>
                  <a:lnTo>
                    <a:pt x="5698666" y="0"/>
                  </a:lnTo>
                  <a:lnTo>
                    <a:pt x="5697811" y="0"/>
                  </a:lnTo>
                  <a:lnTo>
                    <a:pt x="5696955" y="0"/>
                  </a:lnTo>
                  <a:lnTo>
                    <a:pt x="5696100" y="0"/>
                  </a:lnTo>
                  <a:lnTo>
                    <a:pt x="5695244" y="0"/>
                  </a:lnTo>
                  <a:lnTo>
                    <a:pt x="5694389" y="0"/>
                  </a:lnTo>
                  <a:lnTo>
                    <a:pt x="5693533" y="0"/>
                  </a:lnTo>
                  <a:lnTo>
                    <a:pt x="5692678" y="0"/>
                  </a:lnTo>
                  <a:lnTo>
                    <a:pt x="5691822" y="0"/>
                  </a:lnTo>
                  <a:lnTo>
                    <a:pt x="5690966" y="0"/>
                  </a:lnTo>
                  <a:lnTo>
                    <a:pt x="5690111" y="0"/>
                  </a:lnTo>
                  <a:lnTo>
                    <a:pt x="5689255" y="0"/>
                  </a:lnTo>
                  <a:lnTo>
                    <a:pt x="5688400" y="0"/>
                  </a:lnTo>
                  <a:lnTo>
                    <a:pt x="5687544" y="0"/>
                  </a:lnTo>
                  <a:lnTo>
                    <a:pt x="5686689" y="0"/>
                  </a:lnTo>
                  <a:lnTo>
                    <a:pt x="5685833" y="0"/>
                  </a:lnTo>
                  <a:lnTo>
                    <a:pt x="5684978" y="0"/>
                  </a:lnTo>
                  <a:lnTo>
                    <a:pt x="5684122" y="0"/>
                  </a:lnTo>
                  <a:lnTo>
                    <a:pt x="5683267" y="0"/>
                  </a:lnTo>
                  <a:lnTo>
                    <a:pt x="5682411" y="0"/>
                  </a:lnTo>
                  <a:lnTo>
                    <a:pt x="5681556" y="0"/>
                  </a:lnTo>
                  <a:lnTo>
                    <a:pt x="5680700" y="0"/>
                  </a:lnTo>
                  <a:lnTo>
                    <a:pt x="5679845" y="0"/>
                  </a:lnTo>
                  <a:lnTo>
                    <a:pt x="5678989" y="0"/>
                  </a:lnTo>
                  <a:lnTo>
                    <a:pt x="5678134" y="0"/>
                  </a:lnTo>
                  <a:lnTo>
                    <a:pt x="5677278" y="0"/>
                  </a:lnTo>
                  <a:lnTo>
                    <a:pt x="5676422" y="0"/>
                  </a:lnTo>
                  <a:lnTo>
                    <a:pt x="5675567" y="0"/>
                  </a:lnTo>
                  <a:lnTo>
                    <a:pt x="5674711" y="0"/>
                  </a:lnTo>
                  <a:lnTo>
                    <a:pt x="5673856" y="0"/>
                  </a:lnTo>
                  <a:lnTo>
                    <a:pt x="5673000" y="0"/>
                  </a:lnTo>
                  <a:lnTo>
                    <a:pt x="5672145" y="0"/>
                  </a:lnTo>
                  <a:lnTo>
                    <a:pt x="5671289" y="0"/>
                  </a:lnTo>
                  <a:lnTo>
                    <a:pt x="5670434" y="0"/>
                  </a:lnTo>
                  <a:lnTo>
                    <a:pt x="5669578" y="0"/>
                  </a:lnTo>
                  <a:lnTo>
                    <a:pt x="5668723" y="0"/>
                  </a:lnTo>
                  <a:lnTo>
                    <a:pt x="5667867" y="0"/>
                  </a:lnTo>
                  <a:lnTo>
                    <a:pt x="5667012" y="0"/>
                  </a:lnTo>
                  <a:lnTo>
                    <a:pt x="5666156" y="0"/>
                  </a:lnTo>
                  <a:lnTo>
                    <a:pt x="5665301" y="0"/>
                  </a:lnTo>
                  <a:lnTo>
                    <a:pt x="5664445" y="0"/>
                  </a:lnTo>
                  <a:lnTo>
                    <a:pt x="5663590" y="0"/>
                  </a:lnTo>
                  <a:lnTo>
                    <a:pt x="5662734" y="0"/>
                  </a:lnTo>
                  <a:lnTo>
                    <a:pt x="5661879" y="0"/>
                  </a:lnTo>
                  <a:lnTo>
                    <a:pt x="5661023" y="0"/>
                  </a:lnTo>
                  <a:lnTo>
                    <a:pt x="5660167" y="0"/>
                  </a:lnTo>
                  <a:lnTo>
                    <a:pt x="5659312" y="0"/>
                  </a:lnTo>
                  <a:lnTo>
                    <a:pt x="5658456" y="0"/>
                  </a:lnTo>
                  <a:lnTo>
                    <a:pt x="5657601" y="0"/>
                  </a:lnTo>
                  <a:lnTo>
                    <a:pt x="5656745" y="0"/>
                  </a:lnTo>
                  <a:lnTo>
                    <a:pt x="5655890" y="0"/>
                  </a:lnTo>
                  <a:lnTo>
                    <a:pt x="5655034" y="0"/>
                  </a:lnTo>
                  <a:lnTo>
                    <a:pt x="5654179" y="0"/>
                  </a:lnTo>
                  <a:lnTo>
                    <a:pt x="5653323" y="0"/>
                  </a:lnTo>
                  <a:lnTo>
                    <a:pt x="5652468" y="0"/>
                  </a:lnTo>
                  <a:lnTo>
                    <a:pt x="5651612" y="0"/>
                  </a:lnTo>
                  <a:lnTo>
                    <a:pt x="5650757" y="0"/>
                  </a:lnTo>
                  <a:lnTo>
                    <a:pt x="5649901" y="0"/>
                  </a:lnTo>
                  <a:lnTo>
                    <a:pt x="5649046" y="0"/>
                  </a:lnTo>
                  <a:lnTo>
                    <a:pt x="5648190" y="0"/>
                  </a:lnTo>
                  <a:lnTo>
                    <a:pt x="5647335" y="0"/>
                  </a:lnTo>
                  <a:lnTo>
                    <a:pt x="5646479" y="0"/>
                  </a:lnTo>
                  <a:lnTo>
                    <a:pt x="5645624" y="0"/>
                  </a:lnTo>
                  <a:lnTo>
                    <a:pt x="5644768" y="0"/>
                  </a:lnTo>
                  <a:lnTo>
                    <a:pt x="5643912" y="0"/>
                  </a:lnTo>
                  <a:lnTo>
                    <a:pt x="5643057" y="0"/>
                  </a:lnTo>
                  <a:lnTo>
                    <a:pt x="5642201" y="0"/>
                  </a:lnTo>
                  <a:lnTo>
                    <a:pt x="5641346" y="0"/>
                  </a:lnTo>
                  <a:lnTo>
                    <a:pt x="5640490" y="0"/>
                  </a:lnTo>
                  <a:lnTo>
                    <a:pt x="5639635" y="0"/>
                  </a:lnTo>
                  <a:lnTo>
                    <a:pt x="5638779" y="0"/>
                  </a:lnTo>
                  <a:lnTo>
                    <a:pt x="5637924" y="0"/>
                  </a:lnTo>
                  <a:lnTo>
                    <a:pt x="5637068" y="0"/>
                  </a:lnTo>
                  <a:lnTo>
                    <a:pt x="5636213" y="0"/>
                  </a:lnTo>
                  <a:lnTo>
                    <a:pt x="5635357" y="0"/>
                  </a:lnTo>
                  <a:lnTo>
                    <a:pt x="5634502" y="0"/>
                  </a:lnTo>
                  <a:lnTo>
                    <a:pt x="5633646" y="0"/>
                  </a:lnTo>
                  <a:lnTo>
                    <a:pt x="5632791" y="0"/>
                  </a:lnTo>
                  <a:lnTo>
                    <a:pt x="5631935" y="0"/>
                  </a:lnTo>
                  <a:lnTo>
                    <a:pt x="5631080" y="0"/>
                  </a:lnTo>
                  <a:lnTo>
                    <a:pt x="5630224" y="0"/>
                  </a:lnTo>
                  <a:lnTo>
                    <a:pt x="5629368" y="0"/>
                  </a:lnTo>
                  <a:lnTo>
                    <a:pt x="5628513" y="0"/>
                  </a:lnTo>
                  <a:lnTo>
                    <a:pt x="5627657" y="0"/>
                  </a:lnTo>
                  <a:lnTo>
                    <a:pt x="5626802" y="0"/>
                  </a:lnTo>
                  <a:lnTo>
                    <a:pt x="5625946" y="0"/>
                  </a:lnTo>
                  <a:lnTo>
                    <a:pt x="5625091" y="0"/>
                  </a:lnTo>
                  <a:lnTo>
                    <a:pt x="5624235" y="0"/>
                  </a:lnTo>
                  <a:lnTo>
                    <a:pt x="5623380" y="0"/>
                  </a:lnTo>
                  <a:lnTo>
                    <a:pt x="5622524" y="0"/>
                  </a:lnTo>
                  <a:lnTo>
                    <a:pt x="5621669" y="0"/>
                  </a:lnTo>
                  <a:lnTo>
                    <a:pt x="5620813" y="0"/>
                  </a:lnTo>
                  <a:lnTo>
                    <a:pt x="5619958" y="0"/>
                  </a:lnTo>
                  <a:lnTo>
                    <a:pt x="5619102" y="0"/>
                  </a:lnTo>
                  <a:lnTo>
                    <a:pt x="5618247" y="0"/>
                  </a:lnTo>
                  <a:lnTo>
                    <a:pt x="5617391" y="0"/>
                  </a:lnTo>
                  <a:lnTo>
                    <a:pt x="5616536" y="0"/>
                  </a:lnTo>
                  <a:lnTo>
                    <a:pt x="5615680" y="0"/>
                  </a:lnTo>
                  <a:lnTo>
                    <a:pt x="5614825" y="0"/>
                  </a:lnTo>
                  <a:lnTo>
                    <a:pt x="5613969" y="0"/>
                  </a:lnTo>
                  <a:lnTo>
                    <a:pt x="5613113" y="0"/>
                  </a:lnTo>
                  <a:lnTo>
                    <a:pt x="5612258" y="0"/>
                  </a:lnTo>
                  <a:lnTo>
                    <a:pt x="5611402" y="0"/>
                  </a:lnTo>
                  <a:lnTo>
                    <a:pt x="5610547" y="0"/>
                  </a:lnTo>
                  <a:lnTo>
                    <a:pt x="5609691" y="0"/>
                  </a:lnTo>
                  <a:lnTo>
                    <a:pt x="5608836" y="0"/>
                  </a:lnTo>
                  <a:lnTo>
                    <a:pt x="5607980" y="0"/>
                  </a:lnTo>
                  <a:lnTo>
                    <a:pt x="5607125" y="0"/>
                  </a:lnTo>
                  <a:lnTo>
                    <a:pt x="5606269" y="0"/>
                  </a:lnTo>
                  <a:lnTo>
                    <a:pt x="5605414" y="0"/>
                  </a:lnTo>
                  <a:lnTo>
                    <a:pt x="5604558" y="0"/>
                  </a:lnTo>
                  <a:lnTo>
                    <a:pt x="5603703" y="0"/>
                  </a:lnTo>
                  <a:lnTo>
                    <a:pt x="5602847" y="0"/>
                  </a:lnTo>
                  <a:lnTo>
                    <a:pt x="5601992" y="0"/>
                  </a:lnTo>
                  <a:lnTo>
                    <a:pt x="5601136" y="0"/>
                  </a:lnTo>
                  <a:lnTo>
                    <a:pt x="5600281" y="0"/>
                  </a:lnTo>
                  <a:lnTo>
                    <a:pt x="5599425" y="0"/>
                  </a:lnTo>
                  <a:lnTo>
                    <a:pt x="5598570" y="0"/>
                  </a:lnTo>
                  <a:lnTo>
                    <a:pt x="5597714" y="0"/>
                  </a:lnTo>
                  <a:lnTo>
                    <a:pt x="5596858" y="0"/>
                  </a:lnTo>
                  <a:lnTo>
                    <a:pt x="5596003" y="0"/>
                  </a:lnTo>
                  <a:lnTo>
                    <a:pt x="5595147" y="0"/>
                  </a:lnTo>
                  <a:lnTo>
                    <a:pt x="5594292" y="0"/>
                  </a:lnTo>
                  <a:lnTo>
                    <a:pt x="5593436" y="0"/>
                  </a:lnTo>
                  <a:lnTo>
                    <a:pt x="5592581" y="0"/>
                  </a:lnTo>
                  <a:lnTo>
                    <a:pt x="5591725" y="0"/>
                  </a:lnTo>
                  <a:lnTo>
                    <a:pt x="5590870" y="0"/>
                  </a:lnTo>
                  <a:lnTo>
                    <a:pt x="5590014" y="0"/>
                  </a:lnTo>
                  <a:lnTo>
                    <a:pt x="5589159" y="0"/>
                  </a:lnTo>
                  <a:lnTo>
                    <a:pt x="5588303" y="0"/>
                  </a:lnTo>
                  <a:lnTo>
                    <a:pt x="5587448" y="0"/>
                  </a:lnTo>
                  <a:lnTo>
                    <a:pt x="5586592" y="0"/>
                  </a:lnTo>
                  <a:lnTo>
                    <a:pt x="5585737" y="0"/>
                  </a:lnTo>
                  <a:lnTo>
                    <a:pt x="5584881" y="0"/>
                  </a:lnTo>
                  <a:lnTo>
                    <a:pt x="5584026" y="0"/>
                  </a:lnTo>
                  <a:lnTo>
                    <a:pt x="5583170" y="0"/>
                  </a:lnTo>
                  <a:lnTo>
                    <a:pt x="5582314" y="0"/>
                  </a:lnTo>
                  <a:lnTo>
                    <a:pt x="5581459" y="0"/>
                  </a:lnTo>
                  <a:lnTo>
                    <a:pt x="5580603" y="0"/>
                  </a:lnTo>
                  <a:lnTo>
                    <a:pt x="5579748" y="0"/>
                  </a:lnTo>
                  <a:lnTo>
                    <a:pt x="5578892" y="0"/>
                  </a:lnTo>
                  <a:lnTo>
                    <a:pt x="5578037" y="0"/>
                  </a:lnTo>
                  <a:lnTo>
                    <a:pt x="5577181" y="0"/>
                  </a:lnTo>
                  <a:lnTo>
                    <a:pt x="5576326" y="0"/>
                  </a:lnTo>
                  <a:lnTo>
                    <a:pt x="5575470" y="0"/>
                  </a:lnTo>
                  <a:lnTo>
                    <a:pt x="5574615" y="0"/>
                  </a:lnTo>
                  <a:lnTo>
                    <a:pt x="5573759" y="0"/>
                  </a:lnTo>
                  <a:lnTo>
                    <a:pt x="5572904" y="0"/>
                  </a:lnTo>
                  <a:lnTo>
                    <a:pt x="5572048" y="0"/>
                  </a:lnTo>
                  <a:lnTo>
                    <a:pt x="5571193" y="0"/>
                  </a:lnTo>
                  <a:lnTo>
                    <a:pt x="5570337" y="0"/>
                  </a:lnTo>
                  <a:lnTo>
                    <a:pt x="5569482" y="0"/>
                  </a:lnTo>
                  <a:lnTo>
                    <a:pt x="5568626" y="0"/>
                  </a:lnTo>
                  <a:lnTo>
                    <a:pt x="5567771" y="0"/>
                  </a:lnTo>
                  <a:lnTo>
                    <a:pt x="5566915" y="0"/>
                  </a:lnTo>
                  <a:lnTo>
                    <a:pt x="5566059" y="0"/>
                  </a:lnTo>
                  <a:lnTo>
                    <a:pt x="5565204" y="0"/>
                  </a:lnTo>
                  <a:lnTo>
                    <a:pt x="5564348" y="0"/>
                  </a:lnTo>
                  <a:lnTo>
                    <a:pt x="5563493" y="0"/>
                  </a:lnTo>
                  <a:lnTo>
                    <a:pt x="5562637" y="0"/>
                  </a:lnTo>
                  <a:lnTo>
                    <a:pt x="5561782" y="0"/>
                  </a:lnTo>
                  <a:lnTo>
                    <a:pt x="5560926" y="0"/>
                  </a:lnTo>
                  <a:lnTo>
                    <a:pt x="5560071" y="0"/>
                  </a:lnTo>
                  <a:lnTo>
                    <a:pt x="5559215" y="0"/>
                  </a:lnTo>
                  <a:lnTo>
                    <a:pt x="5558360" y="0"/>
                  </a:lnTo>
                  <a:lnTo>
                    <a:pt x="5557504" y="0"/>
                  </a:lnTo>
                  <a:lnTo>
                    <a:pt x="5556649" y="0"/>
                  </a:lnTo>
                  <a:lnTo>
                    <a:pt x="5555793" y="0"/>
                  </a:lnTo>
                  <a:lnTo>
                    <a:pt x="5554938" y="0"/>
                  </a:lnTo>
                  <a:lnTo>
                    <a:pt x="5554082" y="0"/>
                  </a:lnTo>
                  <a:lnTo>
                    <a:pt x="5553227" y="0"/>
                  </a:lnTo>
                  <a:lnTo>
                    <a:pt x="5552371" y="0"/>
                  </a:lnTo>
                  <a:lnTo>
                    <a:pt x="5551516" y="0"/>
                  </a:lnTo>
                  <a:lnTo>
                    <a:pt x="5550660" y="0"/>
                  </a:lnTo>
                  <a:lnTo>
                    <a:pt x="5549804" y="0"/>
                  </a:lnTo>
                  <a:lnTo>
                    <a:pt x="5548949" y="0"/>
                  </a:lnTo>
                  <a:lnTo>
                    <a:pt x="5548093" y="0"/>
                  </a:lnTo>
                  <a:lnTo>
                    <a:pt x="5547238" y="0"/>
                  </a:lnTo>
                  <a:lnTo>
                    <a:pt x="5546382" y="0"/>
                  </a:lnTo>
                  <a:lnTo>
                    <a:pt x="5545527" y="0"/>
                  </a:lnTo>
                  <a:lnTo>
                    <a:pt x="5544671" y="0"/>
                  </a:lnTo>
                  <a:lnTo>
                    <a:pt x="5543816" y="0"/>
                  </a:lnTo>
                  <a:lnTo>
                    <a:pt x="5542960" y="0"/>
                  </a:lnTo>
                  <a:lnTo>
                    <a:pt x="5542105" y="0"/>
                  </a:lnTo>
                  <a:lnTo>
                    <a:pt x="5541249" y="0"/>
                  </a:lnTo>
                  <a:lnTo>
                    <a:pt x="5540394" y="0"/>
                  </a:lnTo>
                  <a:lnTo>
                    <a:pt x="5539538" y="0"/>
                  </a:lnTo>
                  <a:lnTo>
                    <a:pt x="5538683" y="0"/>
                  </a:lnTo>
                  <a:lnTo>
                    <a:pt x="5537827" y="0"/>
                  </a:lnTo>
                  <a:lnTo>
                    <a:pt x="5536972" y="0"/>
                  </a:lnTo>
                  <a:lnTo>
                    <a:pt x="5536116" y="0"/>
                  </a:lnTo>
                  <a:lnTo>
                    <a:pt x="5535261" y="0"/>
                  </a:lnTo>
                  <a:lnTo>
                    <a:pt x="5534405" y="0"/>
                  </a:lnTo>
                  <a:lnTo>
                    <a:pt x="5533549" y="0"/>
                  </a:lnTo>
                  <a:lnTo>
                    <a:pt x="5532694" y="0"/>
                  </a:lnTo>
                  <a:lnTo>
                    <a:pt x="5531838" y="0"/>
                  </a:lnTo>
                  <a:lnTo>
                    <a:pt x="5530983" y="0"/>
                  </a:lnTo>
                  <a:lnTo>
                    <a:pt x="5530127" y="0"/>
                  </a:lnTo>
                  <a:lnTo>
                    <a:pt x="5529272" y="0"/>
                  </a:lnTo>
                  <a:lnTo>
                    <a:pt x="5528416" y="0"/>
                  </a:lnTo>
                  <a:lnTo>
                    <a:pt x="5527561" y="0"/>
                  </a:lnTo>
                  <a:lnTo>
                    <a:pt x="5526705" y="0"/>
                  </a:lnTo>
                  <a:lnTo>
                    <a:pt x="5525850" y="0"/>
                  </a:lnTo>
                  <a:lnTo>
                    <a:pt x="5524994" y="0"/>
                  </a:lnTo>
                  <a:lnTo>
                    <a:pt x="5524139" y="0"/>
                  </a:lnTo>
                  <a:lnTo>
                    <a:pt x="5523283" y="0"/>
                  </a:lnTo>
                  <a:lnTo>
                    <a:pt x="5522428" y="0"/>
                  </a:lnTo>
                  <a:lnTo>
                    <a:pt x="5521572" y="0"/>
                  </a:lnTo>
                  <a:lnTo>
                    <a:pt x="5520717" y="0"/>
                  </a:lnTo>
                  <a:lnTo>
                    <a:pt x="5519861" y="0"/>
                  </a:lnTo>
                  <a:lnTo>
                    <a:pt x="5519005" y="0"/>
                  </a:lnTo>
                  <a:lnTo>
                    <a:pt x="5518150" y="0"/>
                  </a:lnTo>
                  <a:lnTo>
                    <a:pt x="5517294" y="0"/>
                  </a:lnTo>
                  <a:lnTo>
                    <a:pt x="5516439" y="0"/>
                  </a:lnTo>
                  <a:lnTo>
                    <a:pt x="5515583" y="0"/>
                  </a:lnTo>
                  <a:lnTo>
                    <a:pt x="5514728" y="0"/>
                  </a:lnTo>
                  <a:lnTo>
                    <a:pt x="5513872" y="0"/>
                  </a:lnTo>
                  <a:lnTo>
                    <a:pt x="5513017" y="0"/>
                  </a:lnTo>
                  <a:lnTo>
                    <a:pt x="5512161" y="0"/>
                  </a:lnTo>
                  <a:lnTo>
                    <a:pt x="5511306" y="0"/>
                  </a:lnTo>
                  <a:lnTo>
                    <a:pt x="5510450" y="0"/>
                  </a:lnTo>
                  <a:lnTo>
                    <a:pt x="5509595" y="0"/>
                  </a:lnTo>
                  <a:lnTo>
                    <a:pt x="5508739" y="0"/>
                  </a:lnTo>
                  <a:lnTo>
                    <a:pt x="5507884" y="0"/>
                  </a:lnTo>
                  <a:lnTo>
                    <a:pt x="5507028" y="0"/>
                  </a:lnTo>
                  <a:lnTo>
                    <a:pt x="5506173" y="0"/>
                  </a:lnTo>
                  <a:lnTo>
                    <a:pt x="5505317" y="0"/>
                  </a:lnTo>
                  <a:lnTo>
                    <a:pt x="5504462" y="0"/>
                  </a:lnTo>
                  <a:lnTo>
                    <a:pt x="5503606" y="0"/>
                  </a:lnTo>
                  <a:lnTo>
                    <a:pt x="5502750" y="0"/>
                  </a:lnTo>
                  <a:lnTo>
                    <a:pt x="5501895" y="0"/>
                  </a:lnTo>
                  <a:lnTo>
                    <a:pt x="5501039" y="0"/>
                  </a:lnTo>
                  <a:lnTo>
                    <a:pt x="5500184" y="0"/>
                  </a:lnTo>
                  <a:lnTo>
                    <a:pt x="5499328" y="0"/>
                  </a:lnTo>
                  <a:lnTo>
                    <a:pt x="5498473" y="0"/>
                  </a:lnTo>
                  <a:lnTo>
                    <a:pt x="5497617" y="0"/>
                  </a:lnTo>
                  <a:lnTo>
                    <a:pt x="5496762" y="0"/>
                  </a:lnTo>
                  <a:lnTo>
                    <a:pt x="5495906" y="0"/>
                  </a:lnTo>
                  <a:lnTo>
                    <a:pt x="5495051" y="0"/>
                  </a:lnTo>
                  <a:lnTo>
                    <a:pt x="5494195" y="0"/>
                  </a:lnTo>
                  <a:lnTo>
                    <a:pt x="5493340" y="0"/>
                  </a:lnTo>
                  <a:lnTo>
                    <a:pt x="5492484" y="0"/>
                  </a:lnTo>
                  <a:lnTo>
                    <a:pt x="5491629" y="0"/>
                  </a:lnTo>
                  <a:lnTo>
                    <a:pt x="5490773" y="0"/>
                  </a:lnTo>
                  <a:lnTo>
                    <a:pt x="5489918" y="0"/>
                  </a:lnTo>
                  <a:lnTo>
                    <a:pt x="5489062" y="0"/>
                  </a:lnTo>
                  <a:lnTo>
                    <a:pt x="5488207" y="0"/>
                  </a:lnTo>
                  <a:lnTo>
                    <a:pt x="5487351" y="0"/>
                  </a:lnTo>
                  <a:lnTo>
                    <a:pt x="5486495" y="0"/>
                  </a:lnTo>
                  <a:lnTo>
                    <a:pt x="5485640" y="0"/>
                  </a:lnTo>
                  <a:lnTo>
                    <a:pt x="5484784" y="0"/>
                  </a:lnTo>
                  <a:lnTo>
                    <a:pt x="5483929" y="0"/>
                  </a:lnTo>
                  <a:lnTo>
                    <a:pt x="5483073" y="0"/>
                  </a:lnTo>
                  <a:lnTo>
                    <a:pt x="5482218" y="0"/>
                  </a:lnTo>
                  <a:lnTo>
                    <a:pt x="5481362" y="0"/>
                  </a:lnTo>
                  <a:lnTo>
                    <a:pt x="5480507" y="0"/>
                  </a:lnTo>
                  <a:lnTo>
                    <a:pt x="5479651" y="0"/>
                  </a:lnTo>
                  <a:lnTo>
                    <a:pt x="5478796" y="0"/>
                  </a:lnTo>
                  <a:lnTo>
                    <a:pt x="5477940" y="0"/>
                  </a:lnTo>
                  <a:lnTo>
                    <a:pt x="5477085" y="0"/>
                  </a:lnTo>
                  <a:lnTo>
                    <a:pt x="5476229" y="0"/>
                  </a:lnTo>
                  <a:lnTo>
                    <a:pt x="5475374" y="0"/>
                  </a:lnTo>
                  <a:lnTo>
                    <a:pt x="5474518" y="0"/>
                  </a:lnTo>
                  <a:lnTo>
                    <a:pt x="5473663" y="0"/>
                  </a:lnTo>
                  <a:lnTo>
                    <a:pt x="5472807" y="0"/>
                  </a:lnTo>
                  <a:lnTo>
                    <a:pt x="5471951" y="0"/>
                  </a:lnTo>
                  <a:lnTo>
                    <a:pt x="5471096" y="0"/>
                  </a:lnTo>
                  <a:lnTo>
                    <a:pt x="5470240" y="0"/>
                  </a:lnTo>
                  <a:lnTo>
                    <a:pt x="5469385" y="0"/>
                  </a:lnTo>
                  <a:lnTo>
                    <a:pt x="5468529" y="0"/>
                  </a:lnTo>
                  <a:lnTo>
                    <a:pt x="5467674" y="0"/>
                  </a:lnTo>
                  <a:lnTo>
                    <a:pt x="5466818" y="0"/>
                  </a:lnTo>
                  <a:lnTo>
                    <a:pt x="5465963" y="0"/>
                  </a:lnTo>
                  <a:lnTo>
                    <a:pt x="5465107" y="0"/>
                  </a:lnTo>
                  <a:lnTo>
                    <a:pt x="5464252" y="0"/>
                  </a:lnTo>
                  <a:lnTo>
                    <a:pt x="5463396" y="0"/>
                  </a:lnTo>
                  <a:lnTo>
                    <a:pt x="5462541" y="0"/>
                  </a:lnTo>
                  <a:lnTo>
                    <a:pt x="5461685" y="0"/>
                  </a:lnTo>
                  <a:lnTo>
                    <a:pt x="5460830" y="0"/>
                  </a:lnTo>
                  <a:lnTo>
                    <a:pt x="5459974" y="0"/>
                  </a:lnTo>
                  <a:lnTo>
                    <a:pt x="5459119" y="0"/>
                  </a:lnTo>
                  <a:lnTo>
                    <a:pt x="5458263" y="0"/>
                  </a:lnTo>
                  <a:lnTo>
                    <a:pt x="5457408" y="0"/>
                  </a:lnTo>
                  <a:lnTo>
                    <a:pt x="5456552" y="0"/>
                  </a:lnTo>
                  <a:lnTo>
                    <a:pt x="5455696" y="0"/>
                  </a:lnTo>
                  <a:lnTo>
                    <a:pt x="5454841" y="0"/>
                  </a:lnTo>
                  <a:lnTo>
                    <a:pt x="5453985" y="0"/>
                  </a:lnTo>
                  <a:lnTo>
                    <a:pt x="5453130" y="0"/>
                  </a:lnTo>
                  <a:lnTo>
                    <a:pt x="5452274" y="0"/>
                  </a:lnTo>
                  <a:lnTo>
                    <a:pt x="5451419" y="0"/>
                  </a:lnTo>
                  <a:lnTo>
                    <a:pt x="5450563" y="0"/>
                  </a:lnTo>
                  <a:lnTo>
                    <a:pt x="5449708" y="0"/>
                  </a:lnTo>
                  <a:lnTo>
                    <a:pt x="5448852" y="0"/>
                  </a:lnTo>
                  <a:lnTo>
                    <a:pt x="5447997" y="0"/>
                  </a:lnTo>
                  <a:lnTo>
                    <a:pt x="5447141" y="0"/>
                  </a:lnTo>
                  <a:lnTo>
                    <a:pt x="5446286" y="0"/>
                  </a:lnTo>
                  <a:lnTo>
                    <a:pt x="5445430" y="0"/>
                  </a:lnTo>
                  <a:lnTo>
                    <a:pt x="5444575" y="0"/>
                  </a:lnTo>
                  <a:lnTo>
                    <a:pt x="5443719" y="0"/>
                  </a:lnTo>
                  <a:lnTo>
                    <a:pt x="5442864" y="0"/>
                  </a:lnTo>
                  <a:lnTo>
                    <a:pt x="5442008" y="0"/>
                  </a:lnTo>
                  <a:lnTo>
                    <a:pt x="5441153" y="0"/>
                  </a:lnTo>
                  <a:lnTo>
                    <a:pt x="5440297" y="0"/>
                  </a:lnTo>
                  <a:lnTo>
                    <a:pt x="5439441" y="0"/>
                  </a:lnTo>
                  <a:lnTo>
                    <a:pt x="5438586" y="0"/>
                  </a:lnTo>
                  <a:lnTo>
                    <a:pt x="5437730" y="0"/>
                  </a:lnTo>
                  <a:lnTo>
                    <a:pt x="5436875" y="0"/>
                  </a:lnTo>
                  <a:lnTo>
                    <a:pt x="5436019" y="0"/>
                  </a:lnTo>
                  <a:lnTo>
                    <a:pt x="5435164" y="0"/>
                  </a:lnTo>
                  <a:lnTo>
                    <a:pt x="5434308" y="0"/>
                  </a:lnTo>
                  <a:lnTo>
                    <a:pt x="5433453" y="0"/>
                  </a:lnTo>
                  <a:lnTo>
                    <a:pt x="5432597" y="0"/>
                  </a:lnTo>
                  <a:lnTo>
                    <a:pt x="5431742" y="0"/>
                  </a:lnTo>
                  <a:lnTo>
                    <a:pt x="5430886" y="0"/>
                  </a:lnTo>
                  <a:lnTo>
                    <a:pt x="5430031" y="0"/>
                  </a:lnTo>
                  <a:lnTo>
                    <a:pt x="5429175" y="0"/>
                  </a:lnTo>
                  <a:lnTo>
                    <a:pt x="5428320" y="0"/>
                  </a:lnTo>
                  <a:lnTo>
                    <a:pt x="5427464" y="0"/>
                  </a:lnTo>
                  <a:lnTo>
                    <a:pt x="5426609" y="0"/>
                  </a:lnTo>
                  <a:lnTo>
                    <a:pt x="5425753" y="0"/>
                  </a:lnTo>
                  <a:lnTo>
                    <a:pt x="5424897" y="0"/>
                  </a:lnTo>
                  <a:lnTo>
                    <a:pt x="5424042" y="0"/>
                  </a:lnTo>
                  <a:lnTo>
                    <a:pt x="5423186" y="0"/>
                  </a:lnTo>
                  <a:lnTo>
                    <a:pt x="5422331" y="0"/>
                  </a:lnTo>
                  <a:lnTo>
                    <a:pt x="5421475" y="0"/>
                  </a:lnTo>
                  <a:lnTo>
                    <a:pt x="5420620" y="0"/>
                  </a:lnTo>
                  <a:lnTo>
                    <a:pt x="5419764" y="0"/>
                  </a:lnTo>
                  <a:lnTo>
                    <a:pt x="5418909" y="0"/>
                  </a:lnTo>
                  <a:lnTo>
                    <a:pt x="5418053" y="0"/>
                  </a:lnTo>
                  <a:lnTo>
                    <a:pt x="5417198" y="0"/>
                  </a:lnTo>
                  <a:lnTo>
                    <a:pt x="5416342" y="0"/>
                  </a:lnTo>
                  <a:lnTo>
                    <a:pt x="5415487" y="0"/>
                  </a:lnTo>
                  <a:lnTo>
                    <a:pt x="5414631" y="0"/>
                  </a:lnTo>
                  <a:lnTo>
                    <a:pt x="5413776" y="0"/>
                  </a:lnTo>
                  <a:lnTo>
                    <a:pt x="5412920" y="0"/>
                  </a:lnTo>
                  <a:lnTo>
                    <a:pt x="5412065" y="0"/>
                  </a:lnTo>
                  <a:lnTo>
                    <a:pt x="5411209" y="0"/>
                  </a:lnTo>
                  <a:lnTo>
                    <a:pt x="5410354" y="0"/>
                  </a:lnTo>
                  <a:lnTo>
                    <a:pt x="5409498" y="0"/>
                  </a:lnTo>
                  <a:lnTo>
                    <a:pt x="5408642" y="0"/>
                  </a:lnTo>
                  <a:lnTo>
                    <a:pt x="5407787" y="0"/>
                  </a:lnTo>
                  <a:lnTo>
                    <a:pt x="5406931" y="0"/>
                  </a:lnTo>
                  <a:lnTo>
                    <a:pt x="5406076" y="0"/>
                  </a:lnTo>
                  <a:lnTo>
                    <a:pt x="5405220" y="0"/>
                  </a:lnTo>
                  <a:lnTo>
                    <a:pt x="5404365" y="0"/>
                  </a:lnTo>
                  <a:lnTo>
                    <a:pt x="5403509" y="0"/>
                  </a:lnTo>
                  <a:lnTo>
                    <a:pt x="5402654" y="0"/>
                  </a:lnTo>
                  <a:lnTo>
                    <a:pt x="5401798" y="0"/>
                  </a:lnTo>
                  <a:lnTo>
                    <a:pt x="5400943" y="0"/>
                  </a:lnTo>
                  <a:lnTo>
                    <a:pt x="5400087" y="0"/>
                  </a:lnTo>
                  <a:lnTo>
                    <a:pt x="5399232" y="0"/>
                  </a:lnTo>
                  <a:lnTo>
                    <a:pt x="5398376" y="0"/>
                  </a:lnTo>
                  <a:lnTo>
                    <a:pt x="5397521" y="0"/>
                  </a:lnTo>
                  <a:lnTo>
                    <a:pt x="5396665" y="0"/>
                  </a:lnTo>
                  <a:lnTo>
                    <a:pt x="5395810" y="0"/>
                  </a:lnTo>
                  <a:lnTo>
                    <a:pt x="5394954" y="0"/>
                  </a:lnTo>
                  <a:lnTo>
                    <a:pt x="5394099" y="0"/>
                  </a:lnTo>
                  <a:lnTo>
                    <a:pt x="5393243" y="0"/>
                  </a:lnTo>
                  <a:lnTo>
                    <a:pt x="5392387" y="0"/>
                  </a:lnTo>
                  <a:lnTo>
                    <a:pt x="5391532" y="0"/>
                  </a:lnTo>
                  <a:lnTo>
                    <a:pt x="5390676" y="0"/>
                  </a:lnTo>
                  <a:lnTo>
                    <a:pt x="5389821" y="0"/>
                  </a:lnTo>
                  <a:lnTo>
                    <a:pt x="5388965" y="0"/>
                  </a:lnTo>
                  <a:lnTo>
                    <a:pt x="5388110" y="0"/>
                  </a:lnTo>
                  <a:lnTo>
                    <a:pt x="5387254" y="0"/>
                  </a:lnTo>
                  <a:lnTo>
                    <a:pt x="5386399" y="0"/>
                  </a:lnTo>
                  <a:lnTo>
                    <a:pt x="5385543" y="0"/>
                  </a:lnTo>
                  <a:lnTo>
                    <a:pt x="5384688" y="0"/>
                  </a:lnTo>
                  <a:lnTo>
                    <a:pt x="5383832" y="0"/>
                  </a:lnTo>
                  <a:lnTo>
                    <a:pt x="5382977" y="0"/>
                  </a:lnTo>
                  <a:lnTo>
                    <a:pt x="5382121" y="0"/>
                  </a:lnTo>
                  <a:lnTo>
                    <a:pt x="5381266" y="0"/>
                  </a:lnTo>
                  <a:lnTo>
                    <a:pt x="5380410" y="0"/>
                  </a:lnTo>
                  <a:lnTo>
                    <a:pt x="5379555" y="0"/>
                  </a:lnTo>
                  <a:lnTo>
                    <a:pt x="5378699" y="0"/>
                  </a:lnTo>
                  <a:lnTo>
                    <a:pt x="5377843" y="0"/>
                  </a:lnTo>
                  <a:lnTo>
                    <a:pt x="5376988" y="0"/>
                  </a:lnTo>
                  <a:lnTo>
                    <a:pt x="5376132" y="0"/>
                  </a:lnTo>
                  <a:lnTo>
                    <a:pt x="5375277" y="0"/>
                  </a:lnTo>
                  <a:lnTo>
                    <a:pt x="5374421" y="0"/>
                  </a:lnTo>
                  <a:lnTo>
                    <a:pt x="5373566" y="0"/>
                  </a:lnTo>
                  <a:lnTo>
                    <a:pt x="5372710" y="0"/>
                  </a:lnTo>
                  <a:lnTo>
                    <a:pt x="5371855" y="0"/>
                  </a:lnTo>
                  <a:lnTo>
                    <a:pt x="5370999" y="0"/>
                  </a:lnTo>
                  <a:lnTo>
                    <a:pt x="5370144" y="0"/>
                  </a:lnTo>
                  <a:lnTo>
                    <a:pt x="5369288" y="0"/>
                  </a:lnTo>
                  <a:lnTo>
                    <a:pt x="5368433" y="0"/>
                  </a:lnTo>
                  <a:lnTo>
                    <a:pt x="5367577" y="0"/>
                  </a:lnTo>
                  <a:lnTo>
                    <a:pt x="5366722" y="0"/>
                  </a:lnTo>
                  <a:lnTo>
                    <a:pt x="5365866" y="0"/>
                  </a:lnTo>
                  <a:lnTo>
                    <a:pt x="5365011" y="0"/>
                  </a:lnTo>
                  <a:lnTo>
                    <a:pt x="5364155" y="0"/>
                  </a:lnTo>
                  <a:lnTo>
                    <a:pt x="5363300" y="0"/>
                  </a:lnTo>
                  <a:lnTo>
                    <a:pt x="5362444" y="0"/>
                  </a:lnTo>
                  <a:lnTo>
                    <a:pt x="5361588" y="0"/>
                  </a:lnTo>
                  <a:lnTo>
                    <a:pt x="5360733" y="0"/>
                  </a:lnTo>
                  <a:lnTo>
                    <a:pt x="5359877" y="0"/>
                  </a:lnTo>
                  <a:lnTo>
                    <a:pt x="5359022" y="0"/>
                  </a:lnTo>
                  <a:lnTo>
                    <a:pt x="5358166" y="0"/>
                  </a:lnTo>
                  <a:lnTo>
                    <a:pt x="5357311" y="0"/>
                  </a:lnTo>
                  <a:lnTo>
                    <a:pt x="5356455" y="0"/>
                  </a:lnTo>
                  <a:lnTo>
                    <a:pt x="5355600" y="0"/>
                  </a:lnTo>
                  <a:lnTo>
                    <a:pt x="5354744" y="0"/>
                  </a:lnTo>
                  <a:lnTo>
                    <a:pt x="5353889" y="0"/>
                  </a:lnTo>
                  <a:lnTo>
                    <a:pt x="5353033" y="0"/>
                  </a:lnTo>
                  <a:lnTo>
                    <a:pt x="5352178" y="0"/>
                  </a:lnTo>
                  <a:lnTo>
                    <a:pt x="5351322" y="0"/>
                  </a:lnTo>
                  <a:lnTo>
                    <a:pt x="5350467" y="0"/>
                  </a:lnTo>
                  <a:lnTo>
                    <a:pt x="5349611" y="0"/>
                  </a:lnTo>
                  <a:lnTo>
                    <a:pt x="5348756" y="0"/>
                  </a:lnTo>
                  <a:lnTo>
                    <a:pt x="5347900" y="0"/>
                  </a:lnTo>
                  <a:lnTo>
                    <a:pt x="5347045" y="0"/>
                  </a:lnTo>
                  <a:lnTo>
                    <a:pt x="5346189" y="0"/>
                  </a:lnTo>
                  <a:lnTo>
                    <a:pt x="5345333" y="0"/>
                  </a:lnTo>
                  <a:lnTo>
                    <a:pt x="5344478" y="0"/>
                  </a:lnTo>
                  <a:lnTo>
                    <a:pt x="5343622" y="0"/>
                  </a:lnTo>
                  <a:lnTo>
                    <a:pt x="5342767" y="0"/>
                  </a:lnTo>
                  <a:lnTo>
                    <a:pt x="5341911" y="0"/>
                  </a:lnTo>
                  <a:lnTo>
                    <a:pt x="5341056" y="0"/>
                  </a:lnTo>
                  <a:lnTo>
                    <a:pt x="5340200" y="0"/>
                  </a:lnTo>
                  <a:lnTo>
                    <a:pt x="5339345" y="0"/>
                  </a:lnTo>
                  <a:lnTo>
                    <a:pt x="5338489" y="0"/>
                  </a:lnTo>
                  <a:lnTo>
                    <a:pt x="5337634" y="0"/>
                  </a:lnTo>
                  <a:lnTo>
                    <a:pt x="5336778" y="0"/>
                  </a:lnTo>
                  <a:lnTo>
                    <a:pt x="5335923" y="0"/>
                  </a:lnTo>
                  <a:lnTo>
                    <a:pt x="5335067" y="0"/>
                  </a:lnTo>
                  <a:lnTo>
                    <a:pt x="5334212" y="0"/>
                  </a:lnTo>
                  <a:lnTo>
                    <a:pt x="5333356" y="0"/>
                  </a:lnTo>
                  <a:lnTo>
                    <a:pt x="5332501" y="0"/>
                  </a:lnTo>
                  <a:lnTo>
                    <a:pt x="5331645" y="0"/>
                  </a:lnTo>
                  <a:lnTo>
                    <a:pt x="5330789" y="0"/>
                  </a:lnTo>
                  <a:lnTo>
                    <a:pt x="5329934" y="0"/>
                  </a:lnTo>
                  <a:lnTo>
                    <a:pt x="5329078" y="0"/>
                  </a:lnTo>
                  <a:lnTo>
                    <a:pt x="5328223" y="0"/>
                  </a:lnTo>
                  <a:lnTo>
                    <a:pt x="5327367" y="0"/>
                  </a:lnTo>
                  <a:lnTo>
                    <a:pt x="5326512" y="0"/>
                  </a:lnTo>
                  <a:lnTo>
                    <a:pt x="5325656" y="0"/>
                  </a:lnTo>
                  <a:lnTo>
                    <a:pt x="5324801" y="0"/>
                  </a:lnTo>
                  <a:lnTo>
                    <a:pt x="5323945" y="0"/>
                  </a:lnTo>
                  <a:lnTo>
                    <a:pt x="5323090" y="0"/>
                  </a:lnTo>
                  <a:lnTo>
                    <a:pt x="5322234" y="0"/>
                  </a:lnTo>
                  <a:lnTo>
                    <a:pt x="5321379" y="0"/>
                  </a:lnTo>
                  <a:lnTo>
                    <a:pt x="5320523" y="0"/>
                  </a:lnTo>
                  <a:lnTo>
                    <a:pt x="5319668" y="0"/>
                  </a:lnTo>
                  <a:lnTo>
                    <a:pt x="5318812" y="0"/>
                  </a:lnTo>
                  <a:lnTo>
                    <a:pt x="5317957" y="0"/>
                  </a:lnTo>
                  <a:lnTo>
                    <a:pt x="5317101" y="0"/>
                  </a:lnTo>
                  <a:lnTo>
                    <a:pt x="5316246" y="0"/>
                  </a:lnTo>
                  <a:lnTo>
                    <a:pt x="5315390" y="0"/>
                  </a:lnTo>
                  <a:lnTo>
                    <a:pt x="5314534" y="0"/>
                  </a:lnTo>
                  <a:lnTo>
                    <a:pt x="5313679" y="0"/>
                  </a:lnTo>
                  <a:lnTo>
                    <a:pt x="5312823" y="0"/>
                  </a:lnTo>
                  <a:lnTo>
                    <a:pt x="5311968" y="0"/>
                  </a:lnTo>
                  <a:lnTo>
                    <a:pt x="5311112" y="0"/>
                  </a:lnTo>
                  <a:lnTo>
                    <a:pt x="5310257" y="0"/>
                  </a:lnTo>
                  <a:lnTo>
                    <a:pt x="5309401" y="0"/>
                  </a:lnTo>
                  <a:lnTo>
                    <a:pt x="5308546" y="0"/>
                  </a:lnTo>
                  <a:lnTo>
                    <a:pt x="5307690" y="0"/>
                  </a:lnTo>
                  <a:lnTo>
                    <a:pt x="5306835" y="0"/>
                  </a:lnTo>
                  <a:lnTo>
                    <a:pt x="5305979" y="0"/>
                  </a:lnTo>
                  <a:lnTo>
                    <a:pt x="5305124" y="0"/>
                  </a:lnTo>
                  <a:lnTo>
                    <a:pt x="5304268" y="0"/>
                  </a:lnTo>
                  <a:lnTo>
                    <a:pt x="5303413" y="0"/>
                  </a:lnTo>
                  <a:lnTo>
                    <a:pt x="5302557" y="0"/>
                  </a:lnTo>
                  <a:lnTo>
                    <a:pt x="5301702" y="0"/>
                  </a:lnTo>
                  <a:lnTo>
                    <a:pt x="5300846" y="0"/>
                  </a:lnTo>
                  <a:lnTo>
                    <a:pt x="5299991" y="0"/>
                  </a:lnTo>
                  <a:lnTo>
                    <a:pt x="5299135" y="0"/>
                  </a:lnTo>
                  <a:lnTo>
                    <a:pt x="5298279" y="0"/>
                  </a:lnTo>
                  <a:lnTo>
                    <a:pt x="5297424" y="0"/>
                  </a:lnTo>
                  <a:lnTo>
                    <a:pt x="5296568" y="0"/>
                  </a:lnTo>
                  <a:lnTo>
                    <a:pt x="5295713" y="0"/>
                  </a:lnTo>
                  <a:lnTo>
                    <a:pt x="5294857" y="0"/>
                  </a:lnTo>
                  <a:lnTo>
                    <a:pt x="5294002" y="0"/>
                  </a:lnTo>
                  <a:lnTo>
                    <a:pt x="5293146" y="0"/>
                  </a:lnTo>
                  <a:lnTo>
                    <a:pt x="5292291" y="0"/>
                  </a:lnTo>
                  <a:lnTo>
                    <a:pt x="5291435" y="0"/>
                  </a:lnTo>
                  <a:lnTo>
                    <a:pt x="5290580" y="0"/>
                  </a:lnTo>
                  <a:lnTo>
                    <a:pt x="5289724" y="0"/>
                  </a:lnTo>
                  <a:lnTo>
                    <a:pt x="5288869" y="0"/>
                  </a:lnTo>
                  <a:lnTo>
                    <a:pt x="5288013" y="0"/>
                  </a:lnTo>
                  <a:lnTo>
                    <a:pt x="5287158" y="0"/>
                  </a:lnTo>
                  <a:lnTo>
                    <a:pt x="5286302" y="0"/>
                  </a:lnTo>
                  <a:lnTo>
                    <a:pt x="5285447" y="0"/>
                  </a:lnTo>
                  <a:lnTo>
                    <a:pt x="5284591" y="0"/>
                  </a:lnTo>
                  <a:lnTo>
                    <a:pt x="5283736" y="0"/>
                  </a:lnTo>
                  <a:lnTo>
                    <a:pt x="5282880" y="0"/>
                  </a:lnTo>
                  <a:lnTo>
                    <a:pt x="5282024" y="0"/>
                  </a:lnTo>
                  <a:lnTo>
                    <a:pt x="5281169" y="0"/>
                  </a:lnTo>
                  <a:lnTo>
                    <a:pt x="5280313" y="0"/>
                  </a:lnTo>
                  <a:lnTo>
                    <a:pt x="5279458" y="0"/>
                  </a:lnTo>
                  <a:lnTo>
                    <a:pt x="5278602" y="0"/>
                  </a:lnTo>
                  <a:lnTo>
                    <a:pt x="5277747" y="0"/>
                  </a:lnTo>
                  <a:lnTo>
                    <a:pt x="5276891" y="0"/>
                  </a:lnTo>
                  <a:lnTo>
                    <a:pt x="5276036" y="0"/>
                  </a:lnTo>
                  <a:lnTo>
                    <a:pt x="5275180" y="0"/>
                  </a:lnTo>
                  <a:lnTo>
                    <a:pt x="5274325" y="0"/>
                  </a:lnTo>
                  <a:lnTo>
                    <a:pt x="5273469" y="0"/>
                  </a:lnTo>
                  <a:lnTo>
                    <a:pt x="5272614" y="0"/>
                  </a:lnTo>
                  <a:lnTo>
                    <a:pt x="5271758" y="0"/>
                  </a:lnTo>
                  <a:lnTo>
                    <a:pt x="5270903" y="0"/>
                  </a:lnTo>
                  <a:lnTo>
                    <a:pt x="5270047" y="0"/>
                  </a:lnTo>
                  <a:lnTo>
                    <a:pt x="5269192" y="0"/>
                  </a:lnTo>
                  <a:lnTo>
                    <a:pt x="5268336" y="0"/>
                  </a:lnTo>
                  <a:lnTo>
                    <a:pt x="5267480" y="0"/>
                  </a:lnTo>
                  <a:lnTo>
                    <a:pt x="5266625" y="0"/>
                  </a:lnTo>
                  <a:lnTo>
                    <a:pt x="5265769" y="0"/>
                  </a:lnTo>
                  <a:lnTo>
                    <a:pt x="5264914" y="0"/>
                  </a:lnTo>
                  <a:lnTo>
                    <a:pt x="5264058" y="0"/>
                  </a:lnTo>
                  <a:lnTo>
                    <a:pt x="5263203" y="0"/>
                  </a:lnTo>
                  <a:lnTo>
                    <a:pt x="5262347" y="0"/>
                  </a:lnTo>
                  <a:lnTo>
                    <a:pt x="5261492" y="0"/>
                  </a:lnTo>
                  <a:lnTo>
                    <a:pt x="5260636" y="0"/>
                  </a:lnTo>
                  <a:lnTo>
                    <a:pt x="5259781" y="0"/>
                  </a:lnTo>
                  <a:lnTo>
                    <a:pt x="5258925" y="0"/>
                  </a:lnTo>
                  <a:lnTo>
                    <a:pt x="5258070" y="0"/>
                  </a:lnTo>
                  <a:lnTo>
                    <a:pt x="5257214" y="0"/>
                  </a:lnTo>
                  <a:lnTo>
                    <a:pt x="5256359" y="0"/>
                  </a:lnTo>
                  <a:lnTo>
                    <a:pt x="5255503" y="0"/>
                  </a:lnTo>
                  <a:lnTo>
                    <a:pt x="5254648" y="0"/>
                  </a:lnTo>
                  <a:lnTo>
                    <a:pt x="5253792" y="0"/>
                  </a:lnTo>
                  <a:lnTo>
                    <a:pt x="5252937" y="0"/>
                  </a:lnTo>
                  <a:lnTo>
                    <a:pt x="5252081" y="0"/>
                  </a:lnTo>
                  <a:lnTo>
                    <a:pt x="5251225" y="0"/>
                  </a:lnTo>
                  <a:lnTo>
                    <a:pt x="5250370" y="0"/>
                  </a:lnTo>
                  <a:lnTo>
                    <a:pt x="5249514" y="0"/>
                  </a:lnTo>
                  <a:lnTo>
                    <a:pt x="5248659" y="0"/>
                  </a:lnTo>
                  <a:lnTo>
                    <a:pt x="5247803" y="0"/>
                  </a:lnTo>
                  <a:lnTo>
                    <a:pt x="5246948" y="0"/>
                  </a:lnTo>
                  <a:lnTo>
                    <a:pt x="5246092" y="0"/>
                  </a:lnTo>
                  <a:lnTo>
                    <a:pt x="5245237" y="0"/>
                  </a:lnTo>
                  <a:lnTo>
                    <a:pt x="5244381" y="0"/>
                  </a:lnTo>
                  <a:lnTo>
                    <a:pt x="5243526" y="0"/>
                  </a:lnTo>
                  <a:lnTo>
                    <a:pt x="5242670" y="0"/>
                  </a:lnTo>
                  <a:lnTo>
                    <a:pt x="5241815" y="0"/>
                  </a:lnTo>
                  <a:lnTo>
                    <a:pt x="5240959" y="0"/>
                  </a:lnTo>
                  <a:lnTo>
                    <a:pt x="5240104" y="0"/>
                  </a:lnTo>
                  <a:lnTo>
                    <a:pt x="5239248" y="0"/>
                  </a:lnTo>
                  <a:lnTo>
                    <a:pt x="5238393" y="0"/>
                  </a:lnTo>
                  <a:lnTo>
                    <a:pt x="5237537" y="0"/>
                  </a:lnTo>
                  <a:lnTo>
                    <a:pt x="5236682" y="0"/>
                  </a:lnTo>
                  <a:lnTo>
                    <a:pt x="5235826" y="0"/>
                  </a:lnTo>
                  <a:lnTo>
                    <a:pt x="5234970" y="0"/>
                  </a:lnTo>
                  <a:lnTo>
                    <a:pt x="5234115" y="0"/>
                  </a:lnTo>
                  <a:lnTo>
                    <a:pt x="5233259" y="0"/>
                  </a:lnTo>
                  <a:lnTo>
                    <a:pt x="5232404" y="0"/>
                  </a:lnTo>
                  <a:lnTo>
                    <a:pt x="5231548" y="0"/>
                  </a:lnTo>
                  <a:lnTo>
                    <a:pt x="5230693" y="0"/>
                  </a:lnTo>
                  <a:lnTo>
                    <a:pt x="5229837" y="0"/>
                  </a:lnTo>
                  <a:lnTo>
                    <a:pt x="5228982" y="0"/>
                  </a:lnTo>
                  <a:lnTo>
                    <a:pt x="5228126" y="0"/>
                  </a:lnTo>
                  <a:lnTo>
                    <a:pt x="5227271" y="0"/>
                  </a:lnTo>
                  <a:lnTo>
                    <a:pt x="5226415" y="0"/>
                  </a:lnTo>
                  <a:lnTo>
                    <a:pt x="5225560" y="0"/>
                  </a:lnTo>
                  <a:lnTo>
                    <a:pt x="5224704" y="0"/>
                  </a:lnTo>
                  <a:lnTo>
                    <a:pt x="5223849" y="0"/>
                  </a:lnTo>
                  <a:lnTo>
                    <a:pt x="5222993" y="0"/>
                  </a:lnTo>
                  <a:lnTo>
                    <a:pt x="5222138" y="0"/>
                  </a:lnTo>
                  <a:lnTo>
                    <a:pt x="5221282" y="0"/>
                  </a:lnTo>
                  <a:lnTo>
                    <a:pt x="5220426" y="0"/>
                  </a:lnTo>
                  <a:lnTo>
                    <a:pt x="5219571" y="0"/>
                  </a:lnTo>
                  <a:lnTo>
                    <a:pt x="5218715" y="0"/>
                  </a:lnTo>
                  <a:lnTo>
                    <a:pt x="5217860" y="0"/>
                  </a:lnTo>
                  <a:lnTo>
                    <a:pt x="5217004" y="0"/>
                  </a:lnTo>
                  <a:lnTo>
                    <a:pt x="5216149" y="0"/>
                  </a:lnTo>
                  <a:lnTo>
                    <a:pt x="5215293" y="0"/>
                  </a:lnTo>
                  <a:lnTo>
                    <a:pt x="5214438" y="0"/>
                  </a:lnTo>
                  <a:lnTo>
                    <a:pt x="5213582" y="0"/>
                  </a:lnTo>
                  <a:lnTo>
                    <a:pt x="5212727" y="0"/>
                  </a:lnTo>
                  <a:lnTo>
                    <a:pt x="5211871" y="0"/>
                  </a:lnTo>
                  <a:lnTo>
                    <a:pt x="5211016" y="0"/>
                  </a:lnTo>
                  <a:lnTo>
                    <a:pt x="5210160" y="0"/>
                  </a:lnTo>
                  <a:lnTo>
                    <a:pt x="5209305" y="0"/>
                  </a:lnTo>
                  <a:lnTo>
                    <a:pt x="5208449" y="0"/>
                  </a:lnTo>
                  <a:lnTo>
                    <a:pt x="5207594" y="0"/>
                  </a:lnTo>
                  <a:lnTo>
                    <a:pt x="5206738" y="0"/>
                  </a:lnTo>
                  <a:lnTo>
                    <a:pt x="5205883" y="0"/>
                  </a:lnTo>
                  <a:lnTo>
                    <a:pt x="5205027" y="0"/>
                  </a:lnTo>
                  <a:lnTo>
                    <a:pt x="5204171" y="0"/>
                  </a:lnTo>
                  <a:lnTo>
                    <a:pt x="5203316" y="0"/>
                  </a:lnTo>
                  <a:lnTo>
                    <a:pt x="5202460" y="0"/>
                  </a:lnTo>
                  <a:lnTo>
                    <a:pt x="5201605" y="0"/>
                  </a:lnTo>
                  <a:lnTo>
                    <a:pt x="5200749" y="0"/>
                  </a:lnTo>
                  <a:lnTo>
                    <a:pt x="5199894" y="0"/>
                  </a:lnTo>
                  <a:lnTo>
                    <a:pt x="5199038" y="0"/>
                  </a:lnTo>
                  <a:lnTo>
                    <a:pt x="5198183" y="0"/>
                  </a:lnTo>
                  <a:lnTo>
                    <a:pt x="5197327" y="0"/>
                  </a:lnTo>
                  <a:lnTo>
                    <a:pt x="5196472" y="0"/>
                  </a:lnTo>
                  <a:lnTo>
                    <a:pt x="5195616" y="0"/>
                  </a:lnTo>
                  <a:lnTo>
                    <a:pt x="5194761" y="0"/>
                  </a:lnTo>
                  <a:lnTo>
                    <a:pt x="5193905" y="0"/>
                  </a:lnTo>
                  <a:lnTo>
                    <a:pt x="5193050" y="0"/>
                  </a:lnTo>
                  <a:lnTo>
                    <a:pt x="5192194" y="0"/>
                  </a:lnTo>
                  <a:lnTo>
                    <a:pt x="5191339" y="0"/>
                  </a:lnTo>
                  <a:lnTo>
                    <a:pt x="5190483" y="0"/>
                  </a:lnTo>
                  <a:lnTo>
                    <a:pt x="5189628" y="0"/>
                  </a:lnTo>
                  <a:lnTo>
                    <a:pt x="5188772" y="0"/>
                  </a:lnTo>
                  <a:lnTo>
                    <a:pt x="5187916" y="0"/>
                  </a:lnTo>
                  <a:lnTo>
                    <a:pt x="5187061" y="0"/>
                  </a:lnTo>
                  <a:lnTo>
                    <a:pt x="5186205" y="0"/>
                  </a:lnTo>
                  <a:lnTo>
                    <a:pt x="5185350" y="0"/>
                  </a:lnTo>
                  <a:lnTo>
                    <a:pt x="5184494" y="0"/>
                  </a:lnTo>
                  <a:lnTo>
                    <a:pt x="5183639" y="0"/>
                  </a:lnTo>
                  <a:lnTo>
                    <a:pt x="5182783" y="0"/>
                  </a:lnTo>
                  <a:lnTo>
                    <a:pt x="5181928" y="0"/>
                  </a:lnTo>
                  <a:lnTo>
                    <a:pt x="5181072" y="0"/>
                  </a:lnTo>
                  <a:lnTo>
                    <a:pt x="5180217" y="0"/>
                  </a:lnTo>
                  <a:lnTo>
                    <a:pt x="5179361" y="0"/>
                  </a:lnTo>
                  <a:lnTo>
                    <a:pt x="5178506" y="0"/>
                  </a:lnTo>
                  <a:lnTo>
                    <a:pt x="5177650" y="0"/>
                  </a:lnTo>
                  <a:lnTo>
                    <a:pt x="5176795" y="0"/>
                  </a:lnTo>
                  <a:lnTo>
                    <a:pt x="5175939" y="0"/>
                  </a:lnTo>
                  <a:lnTo>
                    <a:pt x="5175084" y="0"/>
                  </a:lnTo>
                  <a:lnTo>
                    <a:pt x="5174228" y="0"/>
                  </a:lnTo>
                  <a:lnTo>
                    <a:pt x="5173372" y="0"/>
                  </a:lnTo>
                  <a:lnTo>
                    <a:pt x="5172517" y="0"/>
                  </a:lnTo>
                  <a:lnTo>
                    <a:pt x="5171661" y="0"/>
                  </a:lnTo>
                  <a:lnTo>
                    <a:pt x="5170806" y="0"/>
                  </a:lnTo>
                  <a:lnTo>
                    <a:pt x="5169950" y="0"/>
                  </a:lnTo>
                  <a:lnTo>
                    <a:pt x="5169095" y="0"/>
                  </a:lnTo>
                  <a:lnTo>
                    <a:pt x="5168239" y="0"/>
                  </a:lnTo>
                  <a:lnTo>
                    <a:pt x="5167384" y="0"/>
                  </a:lnTo>
                  <a:lnTo>
                    <a:pt x="5166528" y="0"/>
                  </a:lnTo>
                  <a:lnTo>
                    <a:pt x="5165673" y="0"/>
                  </a:lnTo>
                  <a:lnTo>
                    <a:pt x="5164817" y="0"/>
                  </a:lnTo>
                  <a:lnTo>
                    <a:pt x="5163962" y="0"/>
                  </a:lnTo>
                  <a:lnTo>
                    <a:pt x="5163106" y="0"/>
                  </a:lnTo>
                  <a:lnTo>
                    <a:pt x="5162251" y="0"/>
                  </a:lnTo>
                  <a:lnTo>
                    <a:pt x="5161395" y="0"/>
                  </a:lnTo>
                  <a:lnTo>
                    <a:pt x="5160540" y="0"/>
                  </a:lnTo>
                  <a:lnTo>
                    <a:pt x="5159684" y="0"/>
                  </a:lnTo>
                  <a:lnTo>
                    <a:pt x="5158829" y="0"/>
                  </a:lnTo>
                  <a:lnTo>
                    <a:pt x="5157973" y="0"/>
                  </a:lnTo>
                  <a:lnTo>
                    <a:pt x="5157117" y="0"/>
                  </a:lnTo>
                  <a:lnTo>
                    <a:pt x="5156262" y="0"/>
                  </a:lnTo>
                  <a:lnTo>
                    <a:pt x="5155406" y="0"/>
                  </a:lnTo>
                  <a:lnTo>
                    <a:pt x="5154551" y="0"/>
                  </a:lnTo>
                  <a:lnTo>
                    <a:pt x="5153695" y="0"/>
                  </a:lnTo>
                  <a:lnTo>
                    <a:pt x="5152840" y="0"/>
                  </a:lnTo>
                  <a:lnTo>
                    <a:pt x="5151984" y="0"/>
                  </a:lnTo>
                  <a:lnTo>
                    <a:pt x="5151129" y="0"/>
                  </a:lnTo>
                  <a:lnTo>
                    <a:pt x="5150273" y="0"/>
                  </a:lnTo>
                  <a:lnTo>
                    <a:pt x="5149418" y="0"/>
                  </a:lnTo>
                  <a:lnTo>
                    <a:pt x="5148562" y="0"/>
                  </a:lnTo>
                  <a:lnTo>
                    <a:pt x="5147707" y="0"/>
                  </a:lnTo>
                  <a:lnTo>
                    <a:pt x="5146851" y="0"/>
                  </a:lnTo>
                  <a:lnTo>
                    <a:pt x="5145996" y="0"/>
                  </a:lnTo>
                  <a:lnTo>
                    <a:pt x="5145140" y="0"/>
                  </a:lnTo>
                  <a:lnTo>
                    <a:pt x="5144285" y="0"/>
                  </a:lnTo>
                  <a:lnTo>
                    <a:pt x="5143429" y="0"/>
                  </a:lnTo>
                  <a:lnTo>
                    <a:pt x="5142574" y="0"/>
                  </a:lnTo>
                  <a:lnTo>
                    <a:pt x="5141718" y="0"/>
                  </a:lnTo>
                  <a:lnTo>
                    <a:pt x="5140862" y="0"/>
                  </a:lnTo>
                  <a:lnTo>
                    <a:pt x="5140007" y="0"/>
                  </a:lnTo>
                  <a:lnTo>
                    <a:pt x="5139151" y="0"/>
                  </a:lnTo>
                  <a:lnTo>
                    <a:pt x="5138296" y="0"/>
                  </a:lnTo>
                  <a:lnTo>
                    <a:pt x="5137440" y="0"/>
                  </a:lnTo>
                  <a:lnTo>
                    <a:pt x="5136585" y="0"/>
                  </a:lnTo>
                  <a:lnTo>
                    <a:pt x="5135729" y="0"/>
                  </a:lnTo>
                  <a:lnTo>
                    <a:pt x="5134874" y="0"/>
                  </a:lnTo>
                  <a:lnTo>
                    <a:pt x="5134018" y="0"/>
                  </a:lnTo>
                  <a:lnTo>
                    <a:pt x="5133163" y="0"/>
                  </a:lnTo>
                  <a:lnTo>
                    <a:pt x="5132307" y="0"/>
                  </a:lnTo>
                  <a:lnTo>
                    <a:pt x="5131452" y="0"/>
                  </a:lnTo>
                  <a:lnTo>
                    <a:pt x="5130596" y="0"/>
                  </a:lnTo>
                  <a:lnTo>
                    <a:pt x="5129741" y="0"/>
                  </a:lnTo>
                  <a:lnTo>
                    <a:pt x="5128885" y="0"/>
                  </a:lnTo>
                  <a:lnTo>
                    <a:pt x="5128030" y="0"/>
                  </a:lnTo>
                  <a:lnTo>
                    <a:pt x="5127174" y="0"/>
                  </a:lnTo>
                  <a:lnTo>
                    <a:pt x="5126318" y="0"/>
                  </a:lnTo>
                  <a:lnTo>
                    <a:pt x="5125463" y="0"/>
                  </a:lnTo>
                  <a:lnTo>
                    <a:pt x="5124607" y="0"/>
                  </a:lnTo>
                  <a:lnTo>
                    <a:pt x="5123752" y="0"/>
                  </a:lnTo>
                  <a:lnTo>
                    <a:pt x="5122896" y="0"/>
                  </a:lnTo>
                  <a:lnTo>
                    <a:pt x="5122041" y="0"/>
                  </a:lnTo>
                  <a:lnTo>
                    <a:pt x="5121185" y="0"/>
                  </a:lnTo>
                  <a:lnTo>
                    <a:pt x="5120330" y="0"/>
                  </a:lnTo>
                  <a:lnTo>
                    <a:pt x="5119474" y="0"/>
                  </a:lnTo>
                  <a:lnTo>
                    <a:pt x="5118619" y="0"/>
                  </a:lnTo>
                  <a:lnTo>
                    <a:pt x="5117763" y="0"/>
                  </a:lnTo>
                  <a:lnTo>
                    <a:pt x="5116908" y="0"/>
                  </a:lnTo>
                  <a:lnTo>
                    <a:pt x="5116052" y="0"/>
                  </a:lnTo>
                  <a:lnTo>
                    <a:pt x="5115197" y="0"/>
                  </a:lnTo>
                  <a:lnTo>
                    <a:pt x="5114341" y="0"/>
                  </a:lnTo>
                  <a:lnTo>
                    <a:pt x="5113486" y="0"/>
                  </a:lnTo>
                  <a:lnTo>
                    <a:pt x="5112630" y="0"/>
                  </a:lnTo>
                  <a:lnTo>
                    <a:pt x="5111775" y="0"/>
                  </a:lnTo>
                  <a:lnTo>
                    <a:pt x="5110919" y="0"/>
                  </a:lnTo>
                  <a:lnTo>
                    <a:pt x="5110063" y="0"/>
                  </a:lnTo>
                  <a:lnTo>
                    <a:pt x="5109208" y="0"/>
                  </a:lnTo>
                  <a:lnTo>
                    <a:pt x="5108352" y="0"/>
                  </a:lnTo>
                  <a:lnTo>
                    <a:pt x="5107497" y="0"/>
                  </a:lnTo>
                  <a:lnTo>
                    <a:pt x="5106641" y="0"/>
                  </a:lnTo>
                  <a:lnTo>
                    <a:pt x="5105786" y="0"/>
                  </a:lnTo>
                  <a:lnTo>
                    <a:pt x="5104930" y="0"/>
                  </a:lnTo>
                  <a:lnTo>
                    <a:pt x="5104075" y="0"/>
                  </a:lnTo>
                  <a:lnTo>
                    <a:pt x="5103219" y="0"/>
                  </a:lnTo>
                  <a:lnTo>
                    <a:pt x="5102364" y="0"/>
                  </a:lnTo>
                  <a:lnTo>
                    <a:pt x="5101508" y="0"/>
                  </a:lnTo>
                  <a:lnTo>
                    <a:pt x="5100653" y="0"/>
                  </a:lnTo>
                  <a:lnTo>
                    <a:pt x="5099797" y="0"/>
                  </a:lnTo>
                  <a:lnTo>
                    <a:pt x="5098942" y="0"/>
                  </a:lnTo>
                  <a:lnTo>
                    <a:pt x="5098086" y="0"/>
                  </a:lnTo>
                  <a:lnTo>
                    <a:pt x="5097231" y="0"/>
                  </a:lnTo>
                  <a:lnTo>
                    <a:pt x="5096375" y="0"/>
                  </a:lnTo>
                  <a:lnTo>
                    <a:pt x="5095520" y="0"/>
                  </a:lnTo>
                  <a:lnTo>
                    <a:pt x="5094664" y="0"/>
                  </a:lnTo>
                  <a:lnTo>
                    <a:pt x="5093808" y="0"/>
                  </a:lnTo>
                  <a:lnTo>
                    <a:pt x="5092953" y="0"/>
                  </a:lnTo>
                  <a:lnTo>
                    <a:pt x="5092097" y="0"/>
                  </a:lnTo>
                  <a:lnTo>
                    <a:pt x="5091242" y="0"/>
                  </a:lnTo>
                  <a:lnTo>
                    <a:pt x="5090386" y="0"/>
                  </a:lnTo>
                  <a:lnTo>
                    <a:pt x="5089531" y="0"/>
                  </a:lnTo>
                  <a:lnTo>
                    <a:pt x="5088675" y="0"/>
                  </a:lnTo>
                  <a:lnTo>
                    <a:pt x="5087820" y="0"/>
                  </a:lnTo>
                  <a:lnTo>
                    <a:pt x="5086964" y="0"/>
                  </a:lnTo>
                  <a:lnTo>
                    <a:pt x="5086109" y="0"/>
                  </a:lnTo>
                  <a:lnTo>
                    <a:pt x="5085253" y="0"/>
                  </a:lnTo>
                  <a:lnTo>
                    <a:pt x="5084398" y="0"/>
                  </a:lnTo>
                  <a:lnTo>
                    <a:pt x="5083542" y="0"/>
                  </a:lnTo>
                  <a:lnTo>
                    <a:pt x="5082687" y="0"/>
                  </a:lnTo>
                  <a:lnTo>
                    <a:pt x="5081831" y="0"/>
                  </a:lnTo>
                  <a:lnTo>
                    <a:pt x="5080976" y="0"/>
                  </a:lnTo>
                  <a:lnTo>
                    <a:pt x="5080120" y="0"/>
                  </a:lnTo>
                  <a:lnTo>
                    <a:pt x="5079265" y="0"/>
                  </a:lnTo>
                  <a:lnTo>
                    <a:pt x="5078409" y="0"/>
                  </a:lnTo>
                  <a:lnTo>
                    <a:pt x="5077553" y="0"/>
                  </a:lnTo>
                  <a:lnTo>
                    <a:pt x="5076698" y="0"/>
                  </a:lnTo>
                  <a:lnTo>
                    <a:pt x="5075842" y="0"/>
                  </a:lnTo>
                  <a:lnTo>
                    <a:pt x="5074987" y="0"/>
                  </a:lnTo>
                  <a:lnTo>
                    <a:pt x="5074131" y="0"/>
                  </a:lnTo>
                  <a:lnTo>
                    <a:pt x="5073276" y="0"/>
                  </a:lnTo>
                  <a:lnTo>
                    <a:pt x="5072420" y="0"/>
                  </a:lnTo>
                  <a:lnTo>
                    <a:pt x="5071565" y="0"/>
                  </a:lnTo>
                  <a:lnTo>
                    <a:pt x="5070709" y="0"/>
                  </a:lnTo>
                  <a:lnTo>
                    <a:pt x="5069854" y="0"/>
                  </a:lnTo>
                  <a:lnTo>
                    <a:pt x="5068998" y="0"/>
                  </a:lnTo>
                  <a:lnTo>
                    <a:pt x="5068143" y="0"/>
                  </a:lnTo>
                  <a:lnTo>
                    <a:pt x="5067287" y="0"/>
                  </a:lnTo>
                  <a:lnTo>
                    <a:pt x="5066432" y="0"/>
                  </a:lnTo>
                  <a:lnTo>
                    <a:pt x="5065576" y="0"/>
                  </a:lnTo>
                  <a:lnTo>
                    <a:pt x="5064721" y="0"/>
                  </a:lnTo>
                  <a:lnTo>
                    <a:pt x="5063865" y="0"/>
                  </a:lnTo>
                  <a:lnTo>
                    <a:pt x="5063009" y="0"/>
                  </a:lnTo>
                  <a:lnTo>
                    <a:pt x="5062154" y="0"/>
                  </a:lnTo>
                  <a:lnTo>
                    <a:pt x="5061298" y="0"/>
                  </a:lnTo>
                  <a:lnTo>
                    <a:pt x="5060443" y="0"/>
                  </a:lnTo>
                  <a:lnTo>
                    <a:pt x="5059587" y="0"/>
                  </a:lnTo>
                  <a:lnTo>
                    <a:pt x="5058732" y="0"/>
                  </a:lnTo>
                  <a:lnTo>
                    <a:pt x="5057876" y="0"/>
                  </a:lnTo>
                  <a:lnTo>
                    <a:pt x="5057021" y="0"/>
                  </a:lnTo>
                  <a:lnTo>
                    <a:pt x="5056165" y="0"/>
                  </a:lnTo>
                  <a:lnTo>
                    <a:pt x="5055310" y="0"/>
                  </a:lnTo>
                  <a:lnTo>
                    <a:pt x="5054454" y="0"/>
                  </a:lnTo>
                  <a:lnTo>
                    <a:pt x="5053599" y="0"/>
                  </a:lnTo>
                  <a:lnTo>
                    <a:pt x="5052743" y="0"/>
                  </a:lnTo>
                  <a:lnTo>
                    <a:pt x="5051888" y="0"/>
                  </a:lnTo>
                  <a:lnTo>
                    <a:pt x="5051032" y="0"/>
                  </a:lnTo>
                  <a:lnTo>
                    <a:pt x="5050177" y="0"/>
                  </a:lnTo>
                  <a:lnTo>
                    <a:pt x="5049321" y="0"/>
                  </a:lnTo>
                  <a:lnTo>
                    <a:pt x="5048466" y="0"/>
                  </a:lnTo>
                  <a:lnTo>
                    <a:pt x="5047610" y="0"/>
                  </a:lnTo>
                  <a:lnTo>
                    <a:pt x="5046754" y="0"/>
                  </a:lnTo>
                  <a:lnTo>
                    <a:pt x="5045899" y="0"/>
                  </a:lnTo>
                  <a:lnTo>
                    <a:pt x="5045043" y="0"/>
                  </a:lnTo>
                  <a:lnTo>
                    <a:pt x="5044188" y="0"/>
                  </a:lnTo>
                  <a:lnTo>
                    <a:pt x="5043332" y="0"/>
                  </a:lnTo>
                  <a:lnTo>
                    <a:pt x="5042477" y="0"/>
                  </a:lnTo>
                  <a:lnTo>
                    <a:pt x="5041621" y="0"/>
                  </a:lnTo>
                  <a:lnTo>
                    <a:pt x="5040766" y="0"/>
                  </a:lnTo>
                  <a:lnTo>
                    <a:pt x="5039910" y="0"/>
                  </a:lnTo>
                  <a:lnTo>
                    <a:pt x="5039055" y="0"/>
                  </a:lnTo>
                  <a:lnTo>
                    <a:pt x="5038199" y="0"/>
                  </a:lnTo>
                  <a:lnTo>
                    <a:pt x="5037344" y="0"/>
                  </a:lnTo>
                  <a:lnTo>
                    <a:pt x="5036488" y="0"/>
                  </a:lnTo>
                  <a:lnTo>
                    <a:pt x="5035633" y="0"/>
                  </a:lnTo>
                  <a:lnTo>
                    <a:pt x="5034777" y="0"/>
                  </a:lnTo>
                  <a:lnTo>
                    <a:pt x="5033922" y="0"/>
                  </a:lnTo>
                  <a:lnTo>
                    <a:pt x="5033066" y="0"/>
                  </a:lnTo>
                  <a:lnTo>
                    <a:pt x="5032211" y="0"/>
                  </a:lnTo>
                  <a:lnTo>
                    <a:pt x="5031355" y="0"/>
                  </a:lnTo>
                  <a:lnTo>
                    <a:pt x="5030499" y="0"/>
                  </a:lnTo>
                  <a:lnTo>
                    <a:pt x="5029644" y="0"/>
                  </a:lnTo>
                  <a:lnTo>
                    <a:pt x="5028788" y="0"/>
                  </a:lnTo>
                  <a:lnTo>
                    <a:pt x="5027933" y="0"/>
                  </a:lnTo>
                  <a:lnTo>
                    <a:pt x="5027077" y="0"/>
                  </a:lnTo>
                  <a:lnTo>
                    <a:pt x="5026222" y="0"/>
                  </a:lnTo>
                  <a:lnTo>
                    <a:pt x="5025366" y="0"/>
                  </a:lnTo>
                  <a:lnTo>
                    <a:pt x="5024511" y="0"/>
                  </a:lnTo>
                  <a:lnTo>
                    <a:pt x="5023655" y="0"/>
                  </a:lnTo>
                  <a:lnTo>
                    <a:pt x="5022800" y="0"/>
                  </a:lnTo>
                  <a:lnTo>
                    <a:pt x="5021944" y="0"/>
                  </a:lnTo>
                  <a:lnTo>
                    <a:pt x="5021089" y="0"/>
                  </a:lnTo>
                  <a:lnTo>
                    <a:pt x="5020233" y="0"/>
                  </a:lnTo>
                  <a:lnTo>
                    <a:pt x="5019378" y="0"/>
                  </a:lnTo>
                  <a:lnTo>
                    <a:pt x="5018522" y="0"/>
                  </a:lnTo>
                  <a:lnTo>
                    <a:pt x="5017667" y="0"/>
                  </a:lnTo>
                  <a:lnTo>
                    <a:pt x="5016811" y="0"/>
                  </a:lnTo>
                  <a:lnTo>
                    <a:pt x="5015955" y="0"/>
                  </a:lnTo>
                  <a:lnTo>
                    <a:pt x="5015100" y="0"/>
                  </a:lnTo>
                  <a:lnTo>
                    <a:pt x="5014244" y="0"/>
                  </a:lnTo>
                  <a:lnTo>
                    <a:pt x="5013389" y="0"/>
                  </a:lnTo>
                  <a:lnTo>
                    <a:pt x="5012533" y="0"/>
                  </a:lnTo>
                  <a:lnTo>
                    <a:pt x="5011678" y="0"/>
                  </a:lnTo>
                  <a:lnTo>
                    <a:pt x="5010822" y="0"/>
                  </a:lnTo>
                  <a:lnTo>
                    <a:pt x="5009967" y="0"/>
                  </a:lnTo>
                  <a:lnTo>
                    <a:pt x="5009111" y="0"/>
                  </a:lnTo>
                  <a:lnTo>
                    <a:pt x="5008256" y="0"/>
                  </a:lnTo>
                  <a:lnTo>
                    <a:pt x="5007400" y="0"/>
                  </a:lnTo>
                  <a:lnTo>
                    <a:pt x="5006545" y="0"/>
                  </a:lnTo>
                  <a:lnTo>
                    <a:pt x="5005689" y="0"/>
                  </a:lnTo>
                  <a:lnTo>
                    <a:pt x="5004834" y="0"/>
                  </a:lnTo>
                  <a:lnTo>
                    <a:pt x="5003978" y="0"/>
                  </a:lnTo>
                  <a:lnTo>
                    <a:pt x="5003123" y="0"/>
                  </a:lnTo>
                  <a:lnTo>
                    <a:pt x="5002267" y="0"/>
                  </a:lnTo>
                  <a:lnTo>
                    <a:pt x="5001412" y="0"/>
                  </a:lnTo>
                  <a:lnTo>
                    <a:pt x="5000556" y="0"/>
                  </a:lnTo>
                  <a:lnTo>
                    <a:pt x="4999700" y="0"/>
                  </a:lnTo>
                  <a:lnTo>
                    <a:pt x="4998845" y="0"/>
                  </a:lnTo>
                  <a:lnTo>
                    <a:pt x="4997989" y="0"/>
                  </a:lnTo>
                  <a:lnTo>
                    <a:pt x="4997134" y="0"/>
                  </a:lnTo>
                  <a:lnTo>
                    <a:pt x="4996278" y="0"/>
                  </a:lnTo>
                  <a:lnTo>
                    <a:pt x="4995423" y="0"/>
                  </a:lnTo>
                  <a:lnTo>
                    <a:pt x="4994567" y="0"/>
                  </a:lnTo>
                  <a:lnTo>
                    <a:pt x="4993712" y="0"/>
                  </a:lnTo>
                  <a:lnTo>
                    <a:pt x="4992856" y="0"/>
                  </a:lnTo>
                  <a:lnTo>
                    <a:pt x="4992001" y="0"/>
                  </a:lnTo>
                  <a:lnTo>
                    <a:pt x="4991145" y="0"/>
                  </a:lnTo>
                  <a:lnTo>
                    <a:pt x="4990290" y="0"/>
                  </a:lnTo>
                  <a:lnTo>
                    <a:pt x="4989434" y="0"/>
                  </a:lnTo>
                  <a:lnTo>
                    <a:pt x="4988579" y="0"/>
                  </a:lnTo>
                  <a:lnTo>
                    <a:pt x="4987723" y="0"/>
                  </a:lnTo>
                  <a:lnTo>
                    <a:pt x="4986868" y="0"/>
                  </a:lnTo>
                  <a:lnTo>
                    <a:pt x="4986012" y="0"/>
                  </a:lnTo>
                  <a:lnTo>
                    <a:pt x="4985157" y="0"/>
                  </a:lnTo>
                  <a:lnTo>
                    <a:pt x="4984301" y="0"/>
                  </a:lnTo>
                  <a:lnTo>
                    <a:pt x="4983445" y="0"/>
                  </a:lnTo>
                  <a:lnTo>
                    <a:pt x="4982590" y="0"/>
                  </a:lnTo>
                  <a:lnTo>
                    <a:pt x="4981734" y="0"/>
                  </a:lnTo>
                  <a:lnTo>
                    <a:pt x="4980879" y="0"/>
                  </a:lnTo>
                  <a:lnTo>
                    <a:pt x="4980023" y="0"/>
                  </a:lnTo>
                  <a:lnTo>
                    <a:pt x="4979168" y="0"/>
                  </a:lnTo>
                  <a:lnTo>
                    <a:pt x="4978312" y="0"/>
                  </a:lnTo>
                  <a:lnTo>
                    <a:pt x="4977457" y="0"/>
                  </a:lnTo>
                  <a:lnTo>
                    <a:pt x="4976601" y="0"/>
                  </a:lnTo>
                  <a:lnTo>
                    <a:pt x="4975746" y="0"/>
                  </a:lnTo>
                  <a:lnTo>
                    <a:pt x="4974890" y="0"/>
                  </a:lnTo>
                  <a:lnTo>
                    <a:pt x="4974035" y="0"/>
                  </a:lnTo>
                  <a:lnTo>
                    <a:pt x="4973179" y="0"/>
                  </a:lnTo>
                  <a:lnTo>
                    <a:pt x="4972324" y="0"/>
                  </a:lnTo>
                  <a:lnTo>
                    <a:pt x="4971468" y="0"/>
                  </a:lnTo>
                  <a:lnTo>
                    <a:pt x="4970613" y="0"/>
                  </a:lnTo>
                  <a:lnTo>
                    <a:pt x="4969757" y="0"/>
                  </a:lnTo>
                  <a:lnTo>
                    <a:pt x="4968901" y="0"/>
                  </a:lnTo>
                  <a:lnTo>
                    <a:pt x="4968046" y="0"/>
                  </a:lnTo>
                  <a:lnTo>
                    <a:pt x="4967190" y="0"/>
                  </a:lnTo>
                  <a:lnTo>
                    <a:pt x="4966335" y="0"/>
                  </a:lnTo>
                  <a:lnTo>
                    <a:pt x="4965479" y="0"/>
                  </a:lnTo>
                  <a:lnTo>
                    <a:pt x="4964624" y="0"/>
                  </a:lnTo>
                  <a:lnTo>
                    <a:pt x="4963768" y="0"/>
                  </a:lnTo>
                  <a:lnTo>
                    <a:pt x="4962913" y="0"/>
                  </a:lnTo>
                  <a:lnTo>
                    <a:pt x="4962057" y="0"/>
                  </a:lnTo>
                  <a:lnTo>
                    <a:pt x="4961202" y="0"/>
                  </a:lnTo>
                  <a:lnTo>
                    <a:pt x="4960346" y="0"/>
                  </a:lnTo>
                  <a:lnTo>
                    <a:pt x="4959491" y="0"/>
                  </a:lnTo>
                  <a:lnTo>
                    <a:pt x="4958635" y="0"/>
                  </a:lnTo>
                  <a:lnTo>
                    <a:pt x="4957780" y="0"/>
                  </a:lnTo>
                  <a:lnTo>
                    <a:pt x="4956924" y="0"/>
                  </a:lnTo>
                  <a:lnTo>
                    <a:pt x="4956069" y="0"/>
                  </a:lnTo>
                  <a:lnTo>
                    <a:pt x="4955213" y="0"/>
                  </a:lnTo>
                  <a:lnTo>
                    <a:pt x="4954358" y="0"/>
                  </a:lnTo>
                  <a:lnTo>
                    <a:pt x="4953502" y="0"/>
                  </a:lnTo>
                  <a:lnTo>
                    <a:pt x="4952646" y="0"/>
                  </a:lnTo>
                  <a:lnTo>
                    <a:pt x="4951791" y="0"/>
                  </a:lnTo>
                  <a:lnTo>
                    <a:pt x="4950935" y="0"/>
                  </a:lnTo>
                  <a:lnTo>
                    <a:pt x="4950080" y="0"/>
                  </a:lnTo>
                  <a:lnTo>
                    <a:pt x="4949224" y="0"/>
                  </a:lnTo>
                  <a:lnTo>
                    <a:pt x="4948369" y="0"/>
                  </a:lnTo>
                  <a:lnTo>
                    <a:pt x="4947513" y="0"/>
                  </a:lnTo>
                  <a:lnTo>
                    <a:pt x="4946658" y="0"/>
                  </a:lnTo>
                  <a:lnTo>
                    <a:pt x="4945802" y="0"/>
                  </a:lnTo>
                  <a:lnTo>
                    <a:pt x="4944947" y="0"/>
                  </a:lnTo>
                  <a:lnTo>
                    <a:pt x="4944091" y="0"/>
                  </a:lnTo>
                  <a:lnTo>
                    <a:pt x="4943236" y="0"/>
                  </a:lnTo>
                  <a:lnTo>
                    <a:pt x="4942380" y="0"/>
                  </a:lnTo>
                  <a:lnTo>
                    <a:pt x="4941525" y="0"/>
                  </a:lnTo>
                  <a:lnTo>
                    <a:pt x="4940669" y="0"/>
                  </a:lnTo>
                  <a:lnTo>
                    <a:pt x="4939814" y="0"/>
                  </a:lnTo>
                  <a:lnTo>
                    <a:pt x="4938958" y="0"/>
                  </a:lnTo>
                  <a:lnTo>
                    <a:pt x="4938103" y="0"/>
                  </a:lnTo>
                  <a:lnTo>
                    <a:pt x="4937247" y="0"/>
                  </a:lnTo>
                  <a:lnTo>
                    <a:pt x="4936391" y="0"/>
                  </a:lnTo>
                  <a:lnTo>
                    <a:pt x="4935536" y="0"/>
                  </a:lnTo>
                  <a:lnTo>
                    <a:pt x="4934680" y="0"/>
                  </a:lnTo>
                  <a:lnTo>
                    <a:pt x="4933825" y="0"/>
                  </a:lnTo>
                  <a:lnTo>
                    <a:pt x="4932969" y="0"/>
                  </a:lnTo>
                  <a:lnTo>
                    <a:pt x="4932114" y="0"/>
                  </a:lnTo>
                  <a:lnTo>
                    <a:pt x="4931258" y="0"/>
                  </a:lnTo>
                  <a:lnTo>
                    <a:pt x="4930403" y="0"/>
                  </a:lnTo>
                  <a:lnTo>
                    <a:pt x="4929547" y="0"/>
                  </a:lnTo>
                  <a:lnTo>
                    <a:pt x="4928692" y="0"/>
                  </a:lnTo>
                  <a:lnTo>
                    <a:pt x="4927836" y="0"/>
                  </a:lnTo>
                  <a:lnTo>
                    <a:pt x="4926981" y="0"/>
                  </a:lnTo>
                  <a:lnTo>
                    <a:pt x="4926125" y="0"/>
                  </a:lnTo>
                  <a:lnTo>
                    <a:pt x="4925270" y="0"/>
                  </a:lnTo>
                  <a:lnTo>
                    <a:pt x="4924414" y="0"/>
                  </a:lnTo>
                  <a:lnTo>
                    <a:pt x="4923559" y="0"/>
                  </a:lnTo>
                  <a:lnTo>
                    <a:pt x="4922703" y="0"/>
                  </a:lnTo>
                  <a:lnTo>
                    <a:pt x="4921847" y="0"/>
                  </a:lnTo>
                  <a:lnTo>
                    <a:pt x="4920992" y="0"/>
                  </a:lnTo>
                  <a:lnTo>
                    <a:pt x="4920136" y="0"/>
                  </a:lnTo>
                  <a:lnTo>
                    <a:pt x="4919281" y="0"/>
                  </a:lnTo>
                  <a:lnTo>
                    <a:pt x="4918425" y="0"/>
                  </a:lnTo>
                  <a:lnTo>
                    <a:pt x="4917570" y="0"/>
                  </a:lnTo>
                  <a:lnTo>
                    <a:pt x="4916714" y="0"/>
                  </a:lnTo>
                  <a:lnTo>
                    <a:pt x="4915859" y="0"/>
                  </a:lnTo>
                  <a:lnTo>
                    <a:pt x="4915003" y="0"/>
                  </a:lnTo>
                  <a:lnTo>
                    <a:pt x="4914148" y="0"/>
                  </a:lnTo>
                  <a:lnTo>
                    <a:pt x="4913292" y="0"/>
                  </a:lnTo>
                  <a:lnTo>
                    <a:pt x="4912437" y="0"/>
                  </a:lnTo>
                  <a:lnTo>
                    <a:pt x="4911581" y="0"/>
                  </a:lnTo>
                  <a:lnTo>
                    <a:pt x="4910726" y="0"/>
                  </a:lnTo>
                  <a:lnTo>
                    <a:pt x="4909870" y="0"/>
                  </a:lnTo>
                  <a:lnTo>
                    <a:pt x="4909015" y="0"/>
                  </a:lnTo>
                  <a:lnTo>
                    <a:pt x="4908159" y="0"/>
                  </a:lnTo>
                  <a:lnTo>
                    <a:pt x="4907304" y="0"/>
                  </a:lnTo>
                  <a:lnTo>
                    <a:pt x="4906448" y="0"/>
                  </a:lnTo>
                  <a:lnTo>
                    <a:pt x="4905592" y="0"/>
                  </a:lnTo>
                  <a:lnTo>
                    <a:pt x="4904737" y="0"/>
                  </a:lnTo>
                  <a:lnTo>
                    <a:pt x="4903881" y="0"/>
                  </a:lnTo>
                  <a:lnTo>
                    <a:pt x="4903026" y="0"/>
                  </a:lnTo>
                  <a:lnTo>
                    <a:pt x="4902170" y="0"/>
                  </a:lnTo>
                  <a:lnTo>
                    <a:pt x="4901315" y="0"/>
                  </a:lnTo>
                  <a:lnTo>
                    <a:pt x="4900459" y="0"/>
                  </a:lnTo>
                  <a:lnTo>
                    <a:pt x="4899604" y="0"/>
                  </a:lnTo>
                  <a:lnTo>
                    <a:pt x="4898748" y="0"/>
                  </a:lnTo>
                  <a:lnTo>
                    <a:pt x="4897893" y="0"/>
                  </a:lnTo>
                  <a:lnTo>
                    <a:pt x="4897037" y="0"/>
                  </a:lnTo>
                  <a:lnTo>
                    <a:pt x="4896182" y="0"/>
                  </a:lnTo>
                  <a:lnTo>
                    <a:pt x="4895326" y="0"/>
                  </a:lnTo>
                  <a:lnTo>
                    <a:pt x="4894471" y="0"/>
                  </a:lnTo>
                  <a:lnTo>
                    <a:pt x="4893615" y="0"/>
                  </a:lnTo>
                  <a:lnTo>
                    <a:pt x="4892760" y="0"/>
                  </a:lnTo>
                  <a:lnTo>
                    <a:pt x="4891904" y="0"/>
                  </a:lnTo>
                  <a:lnTo>
                    <a:pt x="4891049" y="0"/>
                  </a:lnTo>
                  <a:lnTo>
                    <a:pt x="4890193" y="0"/>
                  </a:lnTo>
                  <a:lnTo>
                    <a:pt x="4889337" y="0"/>
                  </a:lnTo>
                  <a:lnTo>
                    <a:pt x="4888482" y="0"/>
                  </a:lnTo>
                  <a:lnTo>
                    <a:pt x="4887626" y="0"/>
                  </a:lnTo>
                  <a:lnTo>
                    <a:pt x="4886771" y="0"/>
                  </a:lnTo>
                  <a:lnTo>
                    <a:pt x="4885915" y="0"/>
                  </a:lnTo>
                  <a:lnTo>
                    <a:pt x="4885060" y="0"/>
                  </a:lnTo>
                  <a:lnTo>
                    <a:pt x="4884204" y="0"/>
                  </a:lnTo>
                  <a:lnTo>
                    <a:pt x="4883349" y="0"/>
                  </a:lnTo>
                  <a:lnTo>
                    <a:pt x="4882493" y="0"/>
                  </a:lnTo>
                  <a:lnTo>
                    <a:pt x="4881638" y="0"/>
                  </a:lnTo>
                  <a:lnTo>
                    <a:pt x="4880782" y="0"/>
                  </a:lnTo>
                  <a:lnTo>
                    <a:pt x="4879927" y="0"/>
                  </a:lnTo>
                  <a:lnTo>
                    <a:pt x="4879071" y="0"/>
                  </a:lnTo>
                  <a:lnTo>
                    <a:pt x="4878216" y="0"/>
                  </a:lnTo>
                  <a:lnTo>
                    <a:pt x="4877360" y="0"/>
                  </a:lnTo>
                  <a:lnTo>
                    <a:pt x="4876505" y="0"/>
                  </a:lnTo>
                  <a:lnTo>
                    <a:pt x="4875649" y="0"/>
                  </a:lnTo>
                  <a:lnTo>
                    <a:pt x="4874793" y="0"/>
                  </a:lnTo>
                  <a:lnTo>
                    <a:pt x="4873938" y="0"/>
                  </a:lnTo>
                  <a:lnTo>
                    <a:pt x="4873082" y="0"/>
                  </a:lnTo>
                  <a:lnTo>
                    <a:pt x="4872227" y="0"/>
                  </a:lnTo>
                  <a:lnTo>
                    <a:pt x="4871371" y="0"/>
                  </a:lnTo>
                  <a:lnTo>
                    <a:pt x="4870516" y="0"/>
                  </a:lnTo>
                  <a:lnTo>
                    <a:pt x="4869660" y="0"/>
                  </a:lnTo>
                  <a:lnTo>
                    <a:pt x="4868805" y="0"/>
                  </a:lnTo>
                  <a:lnTo>
                    <a:pt x="4867949" y="0"/>
                  </a:lnTo>
                  <a:lnTo>
                    <a:pt x="4867094" y="0"/>
                  </a:lnTo>
                  <a:lnTo>
                    <a:pt x="4866238" y="0"/>
                  </a:lnTo>
                  <a:lnTo>
                    <a:pt x="4865383" y="0"/>
                  </a:lnTo>
                  <a:lnTo>
                    <a:pt x="4864527" y="0"/>
                  </a:lnTo>
                  <a:lnTo>
                    <a:pt x="4863672" y="0"/>
                  </a:lnTo>
                  <a:lnTo>
                    <a:pt x="4862816" y="0"/>
                  </a:lnTo>
                  <a:lnTo>
                    <a:pt x="4861961" y="0"/>
                  </a:lnTo>
                  <a:lnTo>
                    <a:pt x="4861105" y="0"/>
                  </a:lnTo>
                  <a:lnTo>
                    <a:pt x="4860250" y="0"/>
                  </a:lnTo>
                  <a:lnTo>
                    <a:pt x="4859394" y="0"/>
                  </a:lnTo>
                  <a:lnTo>
                    <a:pt x="4858538" y="0"/>
                  </a:lnTo>
                  <a:lnTo>
                    <a:pt x="4857683" y="0"/>
                  </a:lnTo>
                  <a:lnTo>
                    <a:pt x="4856827" y="0"/>
                  </a:lnTo>
                  <a:lnTo>
                    <a:pt x="4855972" y="0"/>
                  </a:lnTo>
                  <a:lnTo>
                    <a:pt x="4855116" y="0"/>
                  </a:lnTo>
                  <a:lnTo>
                    <a:pt x="4854261" y="0"/>
                  </a:lnTo>
                  <a:lnTo>
                    <a:pt x="4853405" y="0"/>
                  </a:lnTo>
                  <a:lnTo>
                    <a:pt x="4852550" y="0"/>
                  </a:lnTo>
                  <a:lnTo>
                    <a:pt x="4851694" y="0"/>
                  </a:lnTo>
                  <a:lnTo>
                    <a:pt x="4850839" y="0"/>
                  </a:lnTo>
                  <a:lnTo>
                    <a:pt x="4849983" y="0"/>
                  </a:lnTo>
                  <a:lnTo>
                    <a:pt x="4849128" y="0"/>
                  </a:lnTo>
                  <a:lnTo>
                    <a:pt x="4848272" y="0"/>
                  </a:lnTo>
                  <a:lnTo>
                    <a:pt x="4847417" y="0"/>
                  </a:lnTo>
                  <a:lnTo>
                    <a:pt x="4846561" y="0"/>
                  </a:lnTo>
                  <a:lnTo>
                    <a:pt x="4845706" y="0"/>
                  </a:lnTo>
                  <a:lnTo>
                    <a:pt x="4844850" y="0"/>
                  </a:lnTo>
                  <a:lnTo>
                    <a:pt x="4843995" y="0"/>
                  </a:lnTo>
                  <a:lnTo>
                    <a:pt x="4843139" y="0"/>
                  </a:lnTo>
                  <a:lnTo>
                    <a:pt x="4842283" y="0"/>
                  </a:lnTo>
                  <a:lnTo>
                    <a:pt x="4841428" y="0"/>
                  </a:lnTo>
                  <a:lnTo>
                    <a:pt x="4840572" y="0"/>
                  </a:lnTo>
                  <a:lnTo>
                    <a:pt x="4839717" y="0"/>
                  </a:lnTo>
                  <a:lnTo>
                    <a:pt x="4838861" y="0"/>
                  </a:lnTo>
                  <a:lnTo>
                    <a:pt x="4838006" y="0"/>
                  </a:lnTo>
                  <a:lnTo>
                    <a:pt x="4837150" y="0"/>
                  </a:lnTo>
                  <a:lnTo>
                    <a:pt x="4836295" y="0"/>
                  </a:lnTo>
                  <a:lnTo>
                    <a:pt x="4835439" y="0"/>
                  </a:lnTo>
                  <a:lnTo>
                    <a:pt x="4834584" y="0"/>
                  </a:lnTo>
                  <a:lnTo>
                    <a:pt x="4833728" y="0"/>
                  </a:lnTo>
                  <a:lnTo>
                    <a:pt x="4832873" y="0"/>
                  </a:lnTo>
                  <a:lnTo>
                    <a:pt x="4832017" y="0"/>
                  </a:lnTo>
                  <a:lnTo>
                    <a:pt x="4831162" y="0"/>
                  </a:lnTo>
                  <a:lnTo>
                    <a:pt x="4830306" y="0"/>
                  </a:lnTo>
                  <a:lnTo>
                    <a:pt x="4829451" y="0"/>
                  </a:lnTo>
                  <a:lnTo>
                    <a:pt x="4828595" y="0"/>
                  </a:lnTo>
                  <a:lnTo>
                    <a:pt x="4827740" y="0"/>
                  </a:lnTo>
                  <a:lnTo>
                    <a:pt x="4826884" y="0"/>
                  </a:lnTo>
                  <a:lnTo>
                    <a:pt x="4826028" y="0"/>
                  </a:lnTo>
                  <a:lnTo>
                    <a:pt x="4825173" y="0"/>
                  </a:lnTo>
                  <a:lnTo>
                    <a:pt x="4824317" y="0"/>
                  </a:lnTo>
                  <a:lnTo>
                    <a:pt x="4823462" y="0"/>
                  </a:lnTo>
                  <a:lnTo>
                    <a:pt x="4822606" y="0"/>
                  </a:lnTo>
                  <a:lnTo>
                    <a:pt x="4821751" y="0"/>
                  </a:lnTo>
                  <a:lnTo>
                    <a:pt x="4820895" y="0"/>
                  </a:lnTo>
                  <a:lnTo>
                    <a:pt x="4820040" y="0"/>
                  </a:lnTo>
                  <a:lnTo>
                    <a:pt x="4819184" y="0"/>
                  </a:lnTo>
                  <a:lnTo>
                    <a:pt x="4818329" y="0"/>
                  </a:lnTo>
                  <a:lnTo>
                    <a:pt x="4817473" y="0"/>
                  </a:lnTo>
                  <a:lnTo>
                    <a:pt x="4816618" y="0"/>
                  </a:lnTo>
                  <a:lnTo>
                    <a:pt x="4815762" y="0"/>
                  </a:lnTo>
                  <a:lnTo>
                    <a:pt x="4814907" y="0"/>
                  </a:lnTo>
                  <a:lnTo>
                    <a:pt x="4814051" y="0"/>
                  </a:lnTo>
                  <a:lnTo>
                    <a:pt x="4813196" y="0"/>
                  </a:lnTo>
                  <a:lnTo>
                    <a:pt x="4812340" y="0"/>
                  </a:lnTo>
                  <a:lnTo>
                    <a:pt x="4811484" y="0"/>
                  </a:lnTo>
                  <a:lnTo>
                    <a:pt x="4810629" y="0"/>
                  </a:lnTo>
                  <a:lnTo>
                    <a:pt x="4809773" y="0"/>
                  </a:lnTo>
                  <a:lnTo>
                    <a:pt x="4808918" y="0"/>
                  </a:lnTo>
                  <a:lnTo>
                    <a:pt x="4808062" y="0"/>
                  </a:lnTo>
                  <a:lnTo>
                    <a:pt x="4807207" y="0"/>
                  </a:lnTo>
                  <a:lnTo>
                    <a:pt x="4806351" y="0"/>
                  </a:lnTo>
                  <a:lnTo>
                    <a:pt x="4805496" y="0"/>
                  </a:lnTo>
                  <a:lnTo>
                    <a:pt x="4804640" y="0"/>
                  </a:lnTo>
                  <a:lnTo>
                    <a:pt x="4803785" y="0"/>
                  </a:lnTo>
                  <a:lnTo>
                    <a:pt x="4802929" y="0"/>
                  </a:lnTo>
                  <a:lnTo>
                    <a:pt x="4802074" y="0"/>
                  </a:lnTo>
                  <a:lnTo>
                    <a:pt x="4801218" y="0"/>
                  </a:lnTo>
                  <a:lnTo>
                    <a:pt x="4800363" y="0"/>
                  </a:lnTo>
                  <a:lnTo>
                    <a:pt x="4799507" y="0"/>
                  </a:lnTo>
                  <a:lnTo>
                    <a:pt x="4798652" y="0"/>
                  </a:lnTo>
                  <a:lnTo>
                    <a:pt x="4797796" y="0"/>
                  </a:lnTo>
                  <a:lnTo>
                    <a:pt x="4796941" y="0"/>
                  </a:lnTo>
                  <a:lnTo>
                    <a:pt x="4796085" y="0"/>
                  </a:lnTo>
                  <a:lnTo>
                    <a:pt x="4795229" y="0"/>
                  </a:lnTo>
                  <a:lnTo>
                    <a:pt x="4794374" y="0"/>
                  </a:lnTo>
                  <a:lnTo>
                    <a:pt x="4793518" y="0"/>
                  </a:lnTo>
                  <a:lnTo>
                    <a:pt x="4792663" y="0"/>
                  </a:lnTo>
                  <a:lnTo>
                    <a:pt x="4791807" y="0"/>
                  </a:lnTo>
                  <a:lnTo>
                    <a:pt x="4790952" y="0"/>
                  </a:lnTo>
                  <a:lnTo>
                    <a:pt x="4790096" y="0"/>
                  </a:lnTo>
                  <a:lnTo>
                    <a:pt x="4789241" y="0"/>
                  </a:lnTo>
                  <a:lnTo>
                    <a:pt x="4788385" y="0"/>
                  </a:lnTo>
                  <a:lnTo>
                    <a:pt x="4787530" y="0"/>
                  </a:lnTo>
                  <a:lnTo>
                    <a:pt x="4786674" y="0"/>
                  </a:lnTo>
                  <a:lnTo>
                    <a:pt x="4785819" y="0"/>
                  </a:lnTo>
                  <a:lnTo>
                    <a:pt x="4784963" y="0"/>
                  </a:lnTo>
                  <a:lnTo>
                    <a:pt x="4784108" y="0"/>
                  </a:lnTo>
                  <a:lnTo>
                    <a:pt x="4783252" y="0"/>
                  </a:lnTo>
                  <a:lnTo>
                    <a:pt x="4782397" y="0"/>
                  </a:lnTo>
                  <a:lnTo>
                    <a:pt x="4781541" y="0"/>
                  </a:lnTo>
                  <a:lnTo>
                    <a:pt x="4780686" y="0"/>
                  </a:lnTo>
                  <a:lnTo>
                    <a:pt x="4779830" y="0"/>
                  </a:lnTo>
                  <a:lnTo>
                    <a:pt x="4778974" y="0"/>
                  </a:lnTo>
                  <a:lnTo>
                    <a:pt x="4778119" y="0"/>
                  </a:lnTo>
                  <a:lnTo>
                    <a:pt x="4777263" y="0"/>
                  </a:lnTo>
                  <a:lnTo>
                    <a:pt x="4776408" y="0"/>
                  </a:lnTo>
                  <a:lnTo>
                    <a:pt x="4775552" y="0"/>
                  </a:lnTo>
                  <a:lnTo>
                    <a:pt x="4774697" y="0"/>
                  </a:lnTo>
                  <a:lnTo>
                    <a:pt x="4773841" y="0"/>
                  </a:lnTo>
                  <a:lnTo>
                    <a:pt x="4772986" y="0"/>
                  </a:lnTo>
                  <a:lnTo>
                    <a:pt x="4772130" y="0"/>
                  </a:lnTo>
                  <a:lnTo>
                    <a:pt x="4771275" y="0"/>
                  </a:lnTo>
                  <a:lnTo>
                    <a:pt x="4770419" y="0"/>
                  </a:lnTo>
                  <a:lnTo>
                    <a:pt x="4769564" y="0"/>
                  </a:lnTo>
                  <a:lnTo>
                    <a:pt x="4768708" y="0"/>
                  </a:lnTo>
                  <a:lnTo>
                    <a:pt x="4767853" y="0"/>
                  </a:lnTo>
                  <a:lnTo>
                    <a:pt x="4766997" y="0"/>
                  </a:lnTo>
                  <a:lnTo>
                    <a:pt x="4766142" y="0"/>
                  </a:lnTo>
                  <a:lnTo>
                    <a:pt x="4765286" y="0"/>
                  </a:lnTo>
                  <a:lnTo>
                    <a:pt x="4764430" y="0"/>
                  </a:lnTo>
                  <a:lnTo>
                    <a:pt x="4763575" y="0"/>
                  </a:lnTo>
                  <a:lnTo>
                    <a:pt x="4762719" y="0"/>
                  </a:lnTo>
                  <a:lnTo>
                    <a:pt x="4761864" y="0"/>
                  </a:lnTo>
                  <a:lnTo>
                    <a:pt x="4761008" y="0"/>
                  </a:lnTo>
                  <a:lnTo>
                    <a:pt x="4760153" y="0"/>
                  </a:lnTo>
                  <a:lnTo>
                    <a:pt x="4759297" y="0"/>
                  </a:lnTo>
                  <a:lnTo>
                    <a:pt x="4758442" y="0"/>
                  </a:lnTo>
                  <a:lnTo>
                    <a:pt x="4757586" y="0"/>
                  </a:lnTo>
                  <a:lnTo>
                    <a:pt x="4756731" y="0"/>
                  </a:lnTo>
                  <a:lnTo>
                    <a:pt x="4755875" y="0"/>
                  </a:lnTo>
                  <a:lnTo>
                    <a:pt x="4755020" y="0"/>
                  </a:lnTo>
                  <a:lnTo>
                    <a:pt x="4754164" y="0"/>
                  </a:lnTo>
                  <a:lnTo>
                    <a:pt x="4753309" y="0"/>
                  </a:lnTo>
                  <a:lnTo>
                    <a:pt x="4752453" y="0"/>
                  </a:lnTo>
                  <a:lnTo>
                    <a:pt x="4751598" y="0"/>
                  </a:lnTo>
                  <a:lnTo>
                    <a:pt x="4750742" y="0"/>
                  </a:lnTo>
                  <a:lnTo>
                    <a:pt x="4749887" y="0"/>
                  </a:lnTo>
                  <a:lnTo>
                    <a:pt x="4749031" y="0"/>
                  </a:lnTo>
                  <a:lnTo>
                    <a:pt x="4748175" y="0"/>
                  </a:lnTo>
                  <a:lnTo>
                    <a:pt x="4747320" y="0"/>
                  </a:lnTo>
                  <a:lnTo>
                    <a:pt x="4746464" y="0"/>
                  </a:lnTo>
                  <a:lnTo>
                    <a:pt x="4745609" y="0"/>
                  </a:lnTo>
                  <a:lnTo>
                    <a:pt x="4744753" y="0"/>
                  </a:lnTo>
                  <a:lnTo>
                    <a:pt x="4743898" y="0"/>
                  </a:lnTo>
                  <a:lnTo>
                    <a:pt x="4743042" y="0"/>
                  </a:lnTo>
                  <a:lnTo>
                    <a:pt x="4742187" y="0"/>
                  </a:lnTo>
                  <a:lnTo>
                    <a:pt x="4741331" y="0"/>
                  </a:lnTo>
                  <a:lnTo>
                    <a:pt x="4740476" y="0"/>
                  </a:lnTo>
                  <a:lnTo>
                    <a:pt x="4739620" y="0"/>
                  </a:lnTo>
                  <a:lnTo>
                    <a:pt x="4738765" y="0"/>
                  </a:lnTo>
                  <a:lnTo>
                    <a:pt x="4737909" y="0"/>
                  </a:lnTo>
                  <a:lnTo>
                    <a:pt x="4737054" y="0"/>
                  </a:lnTo>
                  <a:lnTo>
                    <a:pt x="4736198" y="0"/>
                  </a:lnTo>
                  <a:lnTo>
                    <a:pt x="4735343" y="0"/>
                  </a:lnTo>
                  <a:lnTo>
                    <a:pt x="4734487" y="0"/>
                  </a:lnTo>
                  <a:lnTo>
                    <a:pt x="4733632" y="0"/>
                  </a:lnTo>
                  <a:lnTo>
                    <a:pt x="4732776" y="0"/>
                  </a:lnTo>
                  <a:lnTo>
                    <a:pt x="4731920" y="0"/>
                  </a:lnTo>
                  <a:lnTo>
                    <a:pt x="4731065" y="0"/>
                  </a:lnTo>
                  <a:lnTo>
                    <a:pt x="4730209" y="0"/>
                  </a:lnTo>
                  <a:lnTo>
                    <a:pt x="4729354" y="0"/>
                  </a:lnTo>
                  <a:lnTo>
                    <a:pt x="4728498" y="0"/>
                  </a:lnTo>
                  <a:lnTo>
                    <a:pt x="4727643" y="0"/>
                  </a:lnTo>
                  <a:lnTo>
                    <a:pt x="4726787" y="0"/>
                  </a:lnTo>
                  <a:lnTo>
                    <a:pt x="4725932" y="0"/>
                  </a:lnTo>
                  <a:lnTo>
                    <a:pt x="4725076" y="0"/>
                  </a:lnTo>
                  <a:lnTo>
                    <a:pt x="4724221" y="0"/>
                  </a:lnTo>
                  <a:lnTo>
                    <a:pt x="4723365" y="0"/>
                  </a:lnTo>
                  <a:lnTo>
                    <a:pt x="4722510" y="0"/>
                  </a:lnTo>
                  <a:lnTo>
                    <a:pt x="4721654" y="0"/>
                  </a:lnTo>
                  <a:lnTo>
                    <a:pt x="4720799" y="0"/>
                  </a:lnTo>
                  <a:lnTo>
                    <a:pt x="4719943" y="0"/>
                  </a:lnTo>
                  <a:lnTo>
                    <a:pt x="4719088" y="0"/>
                  </a:lnTo>
                  <a:lnTo>
                    <a:pt x="4718232" y="0"/>
                  </a:lnTo>
                  <a:lnTo>
                    <a:pt x="4717376" y="0"/>
                  </a:lnTo>
                  <a:lnTo>
                    <a:pt x="4716521" y="0"/>
                  </a:lnTo>
                  <a:lnTo>
                    <a:pt x="4715665" y="0"/>
                  </a:lnTo>
                  <a:lnTo>
                    <a:pt x="4714810" y="0"/>
                  </a:lnTo>
                  <a:lnTo>
                    <a:pt x="4713954" y="0"/>
                  </a:lnTo>
                  <a:lnTo>
                    <a:pt x="4713099" y="0"/>
                  </a:lnTo>
                  <a:lnTo>
                    <a:pt x="4712243" y="0"/>
                  </a:lnTo>
                  <a:lnTo>
                    <a:pt x="4711388" y="0"/>
                  </a:lnTo>
                  <a:lnTo>
                    <a:pt x="4710532" y="0"/>
                  </a:lnTo>
                  <a:lnTo>
                    <a:pt x="4709677" y="0"/>
                  </a:lnTo>
                  <a:lnTo>
                    <a:pt x="4708821" y="0"/>
                  </a:lnTo>
                  <a:lnTo>
                    <a:pt x="4707966" y="0"/>
                  </a:lnTo>
                  <a:lnTo>
                    <a:pt x="4707110" y="0"/>
                  </a:lnTo>
                  <a:lnTo>
                    <a:pt x="4706255" y="0"/>
                  </a:lnTo>
                  <a:lnTo>
                    <a:pt x="4705399" y="0"/>
                  </a:lnTo>
                  <a:lnTo>
                    <a:pt x="4704544" y="0"/>
                  </a:lnTo>
                  <a:lnTo>
                    <a:pt x="4703688" y="0"/>
                  </a:lnTo>
                  <a:lnTo>
                    <a:pt x="4702833" y="0"/>
                  </a:lnTo>
                  <a:lnTo>
                    <a:pt x="4701977" y="0"/>
                  </a:lnTo>
                  <a:lnTo>
                    <a:pt x="4701121" y="0"/>
                  </a:lnTo>
                  <a:lnTo>
                    <a:pt x="4700266" y="0"/>
                  </a:lnTo>
                  <a:lnTo>
                    <a:pt x="4699410" y="0"/>
                  </a:lnTo>
                  <a:lnTo>
                    <a:pt x="4698555" y="0"/>
                  </a:lnTo>
                  <a:lnTo>
                    <a:pt x="4697699" y="0"/>
                  </a:lnTo>
                  <a:lnTo>
                    <a:pt x="4696844" y="0"/>
                  </a:lnTo>
                  <a:lnTo>
                    <a:pt x="4695988" y="0"/>
                  </a:lnTo>
                  <a:lnTo>
                    <a:pt x="4695133" y="0"/>
                  </a:lnTo>
                  <a:lnTo>
                    <a:pt x="4694277" y="0"/>
                  </a:lnTo>
                  <a:lnTo>
                    <a:pt x="4693422" y="0"/>
                  </a:lnTo>
                  <a:lnTo>
                    <a:pt x="4692566" y="0"/>
                  </a:lnTo>
                  <a:lnTo>
                    <a:pt x="4691711" y="0"/>
                  </a:lnTo>
                  <a:lnTo>
                    <a:pt x="4690855" y="0"/>
                  </a:lnTo>
                  <a:lnTo>
                    <a:pt x="4690000" y="0"/>
                  </a:lnTo>
                  <a:lnTo>
                    <a:pt x="4689144" y="0"/>
                  </a:lnTo>
                  <a:lnTo>
                    <a:pt x="4688289" y="0"/>
                  </a:lnTo>
                  <a:lnTo>
                    <a:pt x="4687433" y="0"/>
                  </a:lnTo>
                  <a:lnTo>
                    <a:pt x="4686578" y="0"/>
                  </a:lnTo>
                  <a:lnTo>
                    <a:pt x="4685722" y="0"/>
                  </a:lnTo>
                  <a:lnTo>
                    <a:pt x="4684866" y="0"/>
                  </a:lnTo>
                  <a:lnTo>
                    <a:pt x="4684011" y="0"/>
                  </a:lnTo>
                  <a:lnTo>
                    <a:pt x="4683155" y="0"/>
                  </a:lnTo>
                  <a:lnTo>
                    <a:pt x="4682300" y="0"/>
                  </a:lnTo>
                  <a:lnTo>
                    <a:pt x="4681444" y="0"/>
                  </a:lnTo>
                  <a:lnTo>
                    <a:pt x="4680589" y="0"/>
                  </a:lnTo>
                  <a:lnTo>
                    <a:pt x="4679733" y="0"/>
                  </a:lnTo>
                  <a:lnTo>
                    <a:pt x="4678878" y="0"/>
                  </a:lnTo>
                  <a:lnTo>
                    <a:pt x="4678022" y="0"/>
                  </a:lnTo>
                  <a:lnTo>
                    <a:pt x="4677167" y="0"/>
                  </a:lnTo>
                  <a:lnTo>
                    <a:pt x="4676311" y="0"/>
                  </a:lnTo>
                  <a:lnTo>
                    <a:pt x="4675456" y="0"/>
                  </a:lnTo>
                  <a:lnTo>
                    <a:pt x="4674600" y="0"/>
                  </a:lnTo>
                  <a:lnTo>
                    <a:pt x="4673745" y="0"/>
                  </a:lnTo>
                  <a:lnTo>
                    <a:pt x="4672889" y="0"/>
                  </a:lnTo>
                  <a:lnTo>
                    <a:pt x="4672034" y="0"/>
                  </a:lnTo>
                  <a:lnTo>
                    <a:pt x="4671178" y="0"/>
                  </a:lnTo>
                  <a:lnTo>
                    <a:pt x="4670322" y="0"/>
                  </a:lnTo>
                  <a:lnTo>
                    <a:pt x="4669467" y="0"/>
                  </a:lnTo>
                  <a:lnTo>
                    <a:pt x="4668611" y="0"/>
                  </a:lnTo>
                  <a:lnTo>
                    <a:pt x="4667756" y="0"/>
                  </a:lnTo>
                  <a:lnTo>
                    <a:pt x="4666900" y="0"/>
                  </a:lnTo>
                  <a:lnTo>
                    <a:pt x="4666045" y="0"/>
                  </a:lnTo>
                  <a:lnTo>
                    <a:pt x="4665189" y="0"/>
                  </a:lnTo>
                  <a:lnTo>
                    <a:pt x="4664334" y="0"/>
                  </a:lnTo>
                  <a:lnTo>
                    <a:pt x="4663478" y="0"/>
                  </a:lnTo>
                  <a:lnTo>
                    <a:pt x="4662623" y="0"/>
                  </a:lnTo>
                  <a:lnTo>
                    <a:pt x="4661767" y="0"/>
                  </a:lnTo>
                  <a:lnTo>
                    <a:pt x="4660912" y="0"/>
                  </a:lnTo>
                  <a:lnTo>
                    <a:pt x="4660056" y="0"/>
                  </a:lnTo>
                  <a:lnTo>
                    <a:pt x="4659201" y="0"/>
                  </a:lnTo>
                  <a:lnTo>
                    <a:pt x="4658345" y="0"/>
                  </a:lnTo>
                  <a:lnTo>
                    <a:pt x="4657490" y="0"/>
                  </a:lnTo>
                  <a:lnTo>
                    <a:pt x="4656634" y="0"/>
                  </a:lnTo>
                  <a:lnTo>
                    <a:pt x="4655779" y="0"/>
                  </a:lnTo>
                  <a:lnTo>
                    <a:pt x="4654923" y="0"/>
                  </a:lnTo>
                  <a:lnTo>
                    <a:pt x="4654067" y="0"/>
                  </a:lnTo>
                  <a:lnTo>
                    <a:pt x="4653212" y="0"/>
                  </a:lnTo>
                  <a:lnTo>
                    <a:pt x="4652356" y="0"/>
                  </a:lnTo>
                  <a:lnTo>
                    <a:pt x="4651501" y="0"/>
                  </a:lnTo>
                  <a:lnTo>
                    <a:pt x="4650645" y="0"/>
                  </a:lnTo>
                  <a:lnTo>
                    <a:pt x="4649790" y="0"/>
                  </a:lnTo>
                  <a:lnTo>
                    <a:pt x="4648934" y="0"/>
                  </a:lnTo>
                  <a:lnTo>
                    <a:pt x="4648079" y="0"/>
                  </a:lnTo>
                  <a:lnTo>
                    <a:pt x="4647223" y="0"/>
                  </a:lnTo>
                  <a:lnTo>
                    <a:pt x="4646368" y="0"/>
                  </a:lnTo>
                  <a:lnTo>
                    <a:pt x="4645512" y="0"/>
                  </a:lnTo>
                  <a:lnTo>
                    <a:pt x="4644657" y="0"/>
                  </a:lnTo>
                  <a:lnTo>
                    <a:pt x="4643801" y="0"/>
                  </a:lnTo>
                  <a:lnTo>
                    <a:pt x="4642946" y="0"/>
                  </a:lnTo>
                  <a:lnTo>
                    <a:pt x="4642090" y="0"/>
                  </a:lnTo>
                  <a:lnTo>
                    <a:pt x="4641235" y="0"/>
                  </a:lnTo>
                  <a:lnTo>
                    <a:pt x="4640379" y="0"/>
                  </a:lnTo>
                  <a:lnTo>
                    <a:pt x="4639524" y="0"/>
                  </a:lnTo>
                  <a:lnTo>
                    <a:pt x="4638668" y="0"/>
                  </a:lnTo>
                  <a:lnTo>
                    <a:pt x="4637812" y="0"/>
                  </a:lnTo>
                  <a:lnTo>
                    <a:pt x="4636957" y="0"/>
                  </a:lnTo>
                  <a:lnTo>
                    <a:pt x="4636101" y="0"/>
                  </a:lnTo>
                  <a:lnTo>
                    <a:pt x="4635246" y="0"/>
                  </a:lnTo>
                  <a:lnTo>
                    <a:pt x="4634390" y="0"/>
                  </a:lnTo>
                  <a:lnTo>
                    <a:pt x="4633535" y="0"/>
                  </a:lnTo>
                  <a:lnTo>
                    <a:pt x="4632679" y="0"/>
                  </a:lnTo>
                  <a:lnTo>
                    <a:pt x="4631824" y="0"/>
                  </a:lnTo>
                  <a:lnTo>
                    <a:pt x="4630968" y="0"/>
                  </a:lnTo>
                  <a:lnTo>
                    <a:pt x="4630113" y="0"/>
                  </a:lnTo>
                  <a:lnTo>
                    <a:pt x="4629257" y="0"/>
                  </a:lnTo>
                  <a:lnTo>
                    <a:pt x="4628402" y="0"/>
                  </a:lnTo>
                  <a:lnTo>
                    <a:pt x="4627546" y="0"/>
                  </a:lnTo>
                  <a:lnTo>
                    <a:pt x="4626691" y="0"/>
                  </a:lnTo>
                  <a:lnTo>
                    <a:pt x="4625835" y="0"/>
                  </a:lnTo>
                  <a:lnTo>
                    <a:pt x="4624980" y="0"/>
                  </a:lnTo>
                  <a:lnTo>
                    <a:pt x="4624124" y="0"/>
                  </a:lnTo>
                  <a:lnTo>
                    <a:pt x="4623269" y="0"/>
                  </a:lnTo>
                  <a:lnTo>
                    <a:pt x="4622413" y="0"/>
                  </a:lnTo>
                  <a:lnTo>
                    <a:pt x="4621557" y="0"/>
                  </a:lnTo>
                  <a:lnTo>
                    <a:pt x="4620702" y="0"/>
                  </a:lnTo>
                  <a:lnTo>
                    <a:pt x="4619846" y="0"/>
                  </a:lnTo>
                  <a:lnTo>
                    <a:pt x="4618991" y="0"/>
                  </a:lnTo>
                  <a:lnTo>
                    <a:pt x="4618135" y="0"/>
                  </a:lnTo>
                  <a:lnTo>
                    <a:pt x="4617280" y="0"/>
                  </a:lnTo>
                  <a:lnTo>
                    <a:pt x="4616424" y="0"/>
                  </a:lnTo>
                  <a:lnTo>
                    <a:pt x="4615569" y="0"/>
                  </a:lnTo>
                  <a:lnTo>
                    <a:pt x="4614713" y="0"/>
                  </a:lnTo>
                  <a:lnTo>
                    <a:pt x="4613858" y="0"/>
                  </a:lnTo>
                  <a:lnTo>
                    <a:pt x="4613002" y="0"/>
                  </a:lnTo>
                  <a:lnTo>
                    <a:pt x="4612147" y="0"/>
                  </a:lnTo>
                  <a:lnTo>
                    <a:pt x="4611291" y="0"/>
                  </a:lnTo>
                  <a:lnTo>
                    <a:pt x="4610436" y="0"/>
                  </a:lnTo>
                  <a:lnTo>
                    <a:pt x="4609580" y="0"/>
                  </a:lnTo>
                  <a:lnTo>
                    <a:pt x="4608725" y="0"/>
                  </a:lnTo>
                  <a:lnTo>
                    <a:pt x="4607869" y="0"/>
                  </a:lnTo>
                  <a:lnTo>
                    <a:pt x="4607013" y="0"/>
                  </a:lnTo>
                  <a:lnTo>
                    <a:pt x="4606158" y="0"/>
                  </a:lnTo>
                  <a:lnTo>
                    <a:pt x="4605302" y="0"/>
                  </a:lnTo>
                  <a:lnTo>
                    <a:pt x="4604447" y="0"/>
                  </a:lnTo>
                  <a:lnTo>
                    <a:pt x="4603591" y="0"/>
                  </a:lnTo>
                  <a:lnTo>
                    <a:pt x="4602736" y="0"/>
                  </a:lnTo>
                  <a:lnTo>
                    <a:pt x="4601880" y="0"/>
                  </a:lnTo>
                  <a:lnTo>
                    <a:pt x="4601025" y="0"/>
                  </a:lnTo>
                  <a:lnTo>
                    <a:pt x="4600169" y="0"/>
                  </a:lnTo>
                  <a:lnTo>
                    <a:pt x="4599314" y="0"/>
                  </a:lnTo>
                  <a:lnTo>
                    <a:pt x="4598458" y="0"/>
                  </a:lnTo>
                  <a:lnTo>
                    <a:pt x="4597603" y="0"/>
                  </a:lnTo>
                  <a:lnTo>
                    <a:pt x="4596747" y="0"/>
                  </a:lnTo>
                  <a:lnTo>
                    <a:pt x="4595892" y="0"/>
                  </a:lnTo>
                  <a:lnTo>
                    <a:pt x="4595036" y="0"/>
                  </a:lnTo>
                  <a:lnTo>
                    <a:pt x="4594181" y="0"/>
                  </a:lnTo>
                  <a:lnTo>
                    <a:pt x="4593325" y="0"/>
                  </a:lnTo>
                  <a:lnTo>
                    <a:pt x="4592470" y="0"/>
                  </a:lnTo>
                  <a:lnTo>
                    <a:pt x="4591614" y="0"/>
                  </a:lnTo>
                  <a:lnTo>
                    <a:pt x="4590758" y="0"/>
                  </a:lnTo>
                  <a:lnTo>
                    <a:pt x="4589903" y="0"/>
                  </a:lnTo>
                  <a:lnTo>
                    <a:pt x="4589047" y="0"/>
                  </a:lnTo>
                  <a:lnTo>
                    <a:pt x="4588192" y="0"/>
                  </a:lnTo>
                  <a:lnTo>
                    <a:pt x="4587336" y="0"/>
                  </a:lnTo>
                  <a:lnTo>
                    <a:pt x="4586481" y="0"/>
                  </a:lnTo>
                  <a:lnTo>
                    <a:pt x="4585625" y="0"/>
                  </a:lnTo>
                  <a:lnTo>
                    <a:pt x="4584770" y="0"/>
                  </a:lnTo>
                  <a:lnTo>
                    <a:pt x="4583914" y="0"/>
                  </a:lnTo>
                  <a:lnTo>
                    <a:pt x="4583059" y="0"/>
                  </a:lnTo>
                  <a:lnTo>
                    <a:pt x="4582203" y="0"/>
                  </a:lnTo>
                  <a:lnTo>
                    <a:pt x="4581348" y="0"/>
                  </a:lnTo>
                  <a:lnTo>
                    <a:pt x="4580492" y="0"/>
                  </a:lnTo>
                  <a:lnTo>
                    <a:pt x="4579637" y="0"/>
                  </a:lnTo>
                  <a:lnTo>
                    <a:pt x="4578781" y="0"/>
                  </a:lnTo>
                  <a:lnTo>
                    <a:pt x="4577926" y="0"/>
                  </a:lnTo>
                  <a:lnTo>
                    <a:pt x="4577070" y="0"/>
                  </a:lnTo>
                  <a:lnTo>
                    <a:pt x="4576215" y="0"/>
                  </a:lnTo>
                  <a:lnTo>
                    <a:pt x="4575359" y="0"/>
                  </a:lnTo>
                  <a:lnTo>
                    <a:pt x="4574503" y="0"/>
                  </a:lnTo>
                  <a:lnTo>
                    <a:pt x="4573648" y="0"/>
                  </a:lnTo>
                  <a:lnTo>
                    <a:pt x="4572792" y="0"/>
                  </a:lnTo>
                  <a:lnTo>
                    <a:pt x="4571937" y="0"/>
                  </a:lnTo>
                  <a:lnTo>
                    <a:pt x="4571081" y="0"/>
                  </a:lnTo>
                  <a:lnTo>
                    <a:pt x="4570226" y="0"/>
                  </a:lnTo>
                  <a:lnTo>
                    <a:pt x="4569370" y="0"/>
                  </a:lnTo>
                  <a:lnTo>
                    <a:pt x="4568515" y="0"/>
                  </a:lnTo>
                  <a:lnTo>
                    <a:pt x="4567659" y="0"/>
                  </a:lnTo>
                  <a:lnTo>
                    <a:pt x="4566804" y="0"/>
                  </a:lnTo>
                  <a:lnTo>
                    <a:pt x="4565948" y="0"/>
                  </a:lnTo>
                  <a:lnTo>
                    <a:pt x="4565093" y="0"/>
                  </a:lnTo>
                  <a:lnTo>
                    <a:pt x="4564237" y="0"/>
                  </a:lnTo>
                  <a:lnTo>
                    <a:pt x="4563382" y="0"/>
                  </a:lnTo>
                  <a:lnTo>
                    <a:pt x="4562526" y="0"/>
                  </a:lnTo>
                  <a:lnTo>
                    <a:pt x="4561671" y="0"/>
                  </a:lnTo>
                  <a:lnTo>
                    <a:pt x="4560815" y="0"/>
                  </a:lnTo>
                  <a:lnTo>
                    <a:pt x="4559959" y="0"/>
                  </a:lnTo>
                  <a:lnTo>
                    <a:pt x="4559104" y="0"/>
                  </a:lnTo>
                  <a:lnTo>
                    <a:pt x="4558248" y="0"/>
                  </a:lnTo>
                  <a:lnTo>
                    <a:pt x="4557393" y="0"/>
                  </a:lnTo>
                  <a:lnTo>
                    <a:pt x="4556537" y="0"/>
                  </a:lnTo>
                  <a:lnTo>
                    <a:pt x="4555682" y="0"/>
                  </a:lnTo>
                  <a:lnTo>
                    <a:pt x="4554826" y="0"/>
                  </a:lnTo>
                  <a:lnTo>
                    <a:pt x="4553971" y="0"/>
                  </a:lnTo>
                  <a:lnTo>
                    <a:pt x="4553115" y="0"/>
                  </a:lnTo>
                  <a:lnTo>
                    <a:pt x="4552260" y="0"/>
                  </a:lnTo>
                  <a:lnTo>
                    <a:pt x="4551404" y="0"/>
                  </a:lnTo>
                  <a:lnTo>
                    <a:pt x="4550549" y="0"/>
                  </a:lnTo>
                  <a:lnTo>
                    <a:pt x="4549693" y="0"/>
                  </a:lnTo>
                  <a:lnTo>
                    <a:pt x="4548838" y="0"/>
                  </a:lnTo>
                  <a:lnTo>
                    <a:pt x="4547982" y="0"/>
                  </a:lnTo>
                  <a:lnTo>
                    <a:pt x="4547127" y="0"/>
                  </a:lnTo>
                  <a:lnTo>
                    <a:pt x="4546271" y="0"/>
                  </a:lnTo>
                  <a:lnTo>
                    <a:pt x="4545416" y="0"/>
                  </a:lnTo>
                  <a:lnTo>
                    <a:pt x="4544560" y="0"/>
                  </a:lnTo>
                  <a:lnTo>
                    <a:pt x="4543704" y="0"/>
                  </a:lnTo>
                  <a:lnTo>
                    <a:pt x="4542849" y="0"/>
                  </a:lnTo>
                  <a:lnTo>
                    <a:pt x="4541993" y="0"/>
                  </a:lnTo>
                  <a:lnTo>
                    <a:pt x="4541138" y="0"/>
                  </a:lnTo>
                  <a:lnTo>
                    <a:pt x="4540282" y="0"/>
                  </a:lnTo>
                  <a:lnTo>
                    <a:pt x="4539427" y="0"/>
                  </a:lnTo>
                  <a:lnTo>
                    <a:pt x="4538571" y="0"/>
                  </a:lnTo>
                  <a:lnTo>
                    <a:pt x="4537716" y="0"/>
                  </a:lnTo>
                  <a:lnTo>
                    <a:pt x="4536860" y="0"/>
                  </a:lnTo>
                  <a:lnTo>
                    <a:pt x="4536005" y="0"/>
                  </a:lnTo>
                  <a:lnTo>
                    <a:pt x="4535149" y="0"/>
                  </a:lnTo>
                  <a:lnTo>
                    <a:pt x="4534294" y="0"/>
                  </a:lnTo>
                  <a:lnTo>
                    <a:pt x="4533438" y="0"/>
                  </a:lnTo>
                  <a:lnTo>
                    <a:pt x="4532583" y="0"/>
                  </a:lnTo>
                  <a:lnTo>
                    <a:pt x="4531727" y="0"/>
                  </a:lnTo>
                  <a:lnTo>
                    <a:pt x="4530872" y="0"/>
                  </a:lnTo>
                  <a:lnTo>
                    <a:pt x="4530016" y="0"/>
                  </a:lnTo>
                  <a:lnTo>
                    <a:pt x="4529161" y="0"/>
                  </a:lnTo>
                  <a:lnTo>
                    <a:pt x="4528305" y="0"/>
                  </a:lnTo>
                  <a:lnTo>
                    <a:pt x="4527449" y="0"/>
                  </a:lnTo>
                  <a:lnTo>
                    <a:pt x="4526594" y="0"/>
                  </a:lnTo>
                  <a:lnTo>
                    <a:pt x="4525738" y="0"/>
                  </a:lnTo>
                  <a:lnTo>
                    <a:pt x="4524883" y="0"/>
                  </a:lnTo>
                  <a:lnTo>
                    <a:pt x="4524027" y="0"/>
                  </a:lnTo>
                  <a:lnTo>
                    <a:pt x="4523172" y="0"/>
                  </a:lnTo>
                  <a:lnTo>
                    <a:pt x="4522316" y="0"/>
                  </a:lnTo>
                  <a:lnTo>
                    <a:pt x="4521461" y="0"/>
                  </a:lnTo>
                  <a:lnTo>
                    <a:pt x="4520605" y="0"/>
                  </a:lnTo>
                  <a:lnTo>
                    <a:pt x="4519750" y="0"/>
                  </a:lnTo>
                  <a:lnTo>
                    <a:pt x="4518894" y="0"/>
                  </a:lnTo>
                  <a:lnTo>
                    <a:pt x="4518039" y="0"/>
                  </a:lnTo>
                  <a:lnTo>
                    <a:pt x="4517183" y="0"/>
                  </a:lnTo>
                  <a:lnTo>
                    <a:pt x="4516328" y="0"/>
                  </a:lnTo>
                  <a:lnTo>
                    <a:pt x="4515472" y="0"/>
                  </a:lnTo>
                  <a:lnTo>
                    <a:pt x="4514617" y="0"/>
                  </a:lnTo>
                  <a:lnTo>
                    <a:pt x="4513761" y="0"/>
                  </a:lnTo>
                  <a:lnTo>
                    <a:pt x="4512905" y="0"/>
                  </a:lnTo>
                  <a:lnTo>
                    <a:pt x="4512050" y="0"/>
                  </a:lnTo>
                  <a:lnTo>
                    <a:pt x="4511194" y="0"/>
                  </a:lnTo>
                  <a:lnTo>
                    <a:pt x="4510339" y="0"/>
                  </a:lnTo>
                  <a:lnTo>
                    <a:pt x="4509483" y="0"/>
                  </a:lnTo>
                  <a:lnTo>
                    <a:pt x="4508628" y="0"/>
                  </a:lnTo>
                  <a:lnTo>
                    <a:pt x="4507772" y="0"/>
                  </a:lnTo>
                  <a:lnTo>
                    <a:pt x="4506917" y="0"/>
                  </a:lnTo>
                  <a:lnTo>
                    <a:pt x="4506061" y="0"/>
                  </a:lnTo>
                  <a:lnTo>
                    <a:pt x="4505206" y="0"/>
                  </a:lnTo>
                  <a:lnTo>
                    <a:pt x="4504350" y="0"/>
                  </a:lnTo>
                  <a:lnTo>
                    <a:pt x="4503495" y="0"/>
                  </a:lnTo>
                  <a:lnTo>
                    <a:pt x="4502639" y="0"/>
                  </a:lnTo>
                  <a:lnTo>
                    <a:pt x="4501784" y="0"/>
                  </a:lnTo>
                  <a:lnTo>
                    <a:pt x="4500928" y="0"/>
                  </a:lnTo>
                  <a:lnTo>
                    <a:pt x="4500073" y="0"/>
                  </a:lnTo>
                  <a:lnTo>
                    <a:pt x="4499217" y="0"/>
                  </a:lnTo>
                  <a:lnTo>
                    <a:pt x="4498362" y="0"/>
                  </a:lnTo>
                  <a:lnTo>
                    <a:pt x="4497506" y="0"/>
                  </a:lnTo>
                  <a:lnTo>
                    <a:pt x="4496650" y="0"/>
                  </a:lnTo>
                  <a:lnTo>
                    <a:pt x="4495795" y="0"/>
                  </a:lnTo>
                  <a:lnTo>
                    <a:pt x="4494939" y="0"/>
                  </a:lnTo>
                  <a:lnTo>
                    <a:pt x="4494084" y="0"/>
                  </a:lnTo>
                  <a:lnTo>
                    <a:pt x="4493228" y="0"/>
                  </a:lnTo>
                  <a:lnTo>
                    <a:pt x="4492373" y="0"/>
                  </a:lnTo>
                  <a:lnTo>
                    <a:pt x="4491517" y="0"/>
                  </a:lnTo>
                  <a:lnTo>
                    <a:pt x="4490662" y="0"/>
                  </a:lnTo>
                  <a:lnTo>
                    <a:pt x="4489806" y="0"/>
                  </a:lnTo>
                  <a:lnTo>
                    <a:pt x="4488951" y="0"/>
                  </a:lnTo>
                  <a:lnTo>
                    <a:pt x="4488095" y="0"/>
                  </a:lnTo>
                  <a:lnTo>
                    <a:pt x="4487240" y="0"/>
                  </a:lnTo>
                  <a:lnTo>
                    <a:pt x="4486384" y="0"/>
                  </a:lnTo>
                  <a:lnTo>
                    <a:pt x="4485529" y="0"/>
                  </a:lnTo>
                  <a:lnTo>
                    <a:pt x="4484673" y="0"/>
                  </a:lnTo>
                  <a:lnTo>
                    <a:pt x="4483818" y="0"/>
                  </a:lnTo>
                  <a:lnTo>
                    <a:pt x="4482962" y="0"/>
                  </a:lnTo>
                  <a:lnTo>
                    <a:pt x="4482107" y="0"/>
                  </a:lnTo>
                  <a:lnTo>
                    <a:pt x="4481251" y="0"/>
                  </a:lnTo>
                  <a:lnTo>
                    <a:pt x="4480395" y="0"/>
                  </a:lnTo>
                  <a:lnTo>
                    <a:pt x="4479540" y="0"/>
                  </a:lnTo>
                  <a:lnTo>
                    <a:pt x="4478684" y="0"/>
                  </a:lnTo>
                  <a:lnTo>
                    <a:pt x="4477829" y="0"/>
                  </a:lnTo>
                  <a:lnTo>
                    <a:pt x="4476973" y="0"/>
                  </a:lnTo>
                  <a:lnTo>
                    <a:pt x="4476118" y="0"/>
                  </a:lnTo>
                  <a:lnTo>
                    <a:pt x="4475262" y="0"/>
                  </a:lnTo>
                  <a:lnTo>
                    <a:pt x="4474407" y="0"/>
                  </a:lnTo>
                  <a:lnTo>
                    <a:pt x="4473551" y="0"/>
                  </a:lnTo>
                  <a:lnTo>
                    <a:pt x="4472696" y="0"/>
                  </a:lnTo>
                  <a:lnTo>
                    <a:pt x="4471840" y="0"/>
                  </a:lnTo>
                  <a:lnTo>
                    <a:pt x="4470985" y="0"/>
                  </a:lnTo>
                  <a:lnTo>
                    <a:pt x="4470129" y="0"/>
                  </a:lnTo>
                  <a:lnTo>
                    <a:pt x="4469274" y="0"/>
                  </a:lnTo>
                  <a:lnTo>
                    <a:pt x="4468418" y="0"/>
                  </a:lnTo>
                  <a:lnTo>
                    <a:pt x="4467563" y="0"/>
                  </a:lnTo>
                  <a:lnTo>
                    <a:pt x="4466707" y="0"/>
                  </a:lnTo>
                  <a:lnTo>
                    <a:pt x="4465851" y="0"/>
                  </a:lnTo>
                  <a:lnTo>
                    <a:pt x="4464996" y="0"/>
                  </a:lnTo>
                  <a:lnTo>
                    <a:pt x="4464140" y="0"/>
                  </a:lnTo>
                  <a:lnTo>
                    <a:pt x="4463285" y="0"/>
                  </a:lnTo>
                  <a:lnTo>
                    <a:pt x="4462429" y="0"/>
                  </a:lnTo>
                  <a:lnTo>
                    <a:pt x="4461574" y="0"/>
                  </a:lnTo>
                  <a:lnTo>
                    <a:pt x="4460718" y="0"/>
                  </a:lnTo>
                  <a:lnTo>
                    <a:pt x="4459863" y="0"/>
                  </a:lnTo>
                  <a:lnTo>
                    <a:pt x="4459007" y="0"/>
                  </a:lnTo>
                  <a:lnTo>
                    <a:pt x="4458152" y="0"/>
                  </a:lnTo>
                  <a:lnTo>
                    <a:pt x="4457296" y="0"/>
                  </a:lnTo>
                  <a:lnTo>
                    <a:pt x="4456441" y="0"/>
                  </a:lnTo>
                  <a:lnTo>
                    <a:pt x="4455585" y="0"/>
                  </a:lnTo>
                  <a:lnTo>
                    <a:pt x="4454730" y="0"/>
                  </a:lnTo>
                  <a:lnTo>
                    <a:pt x="4453874" y="0"/>
                  </a:lnTo>
                  <a:lnTo>
                    <a:pt x="4453019" y="0"/>
                  </a:lnTo>
                  <a:lnTo>
                    <a:pt x="4452163" y="0"/>
                  </a:lnTo>
                  <a:lnTo>
                    <a:pt x="4451308" y="0"/>
                  </a:lnTo>
                  <a:lnTo>
                    <a:pt x="4450452" y="0"/>
                  </a:lnTo>
                  <a:lnTo>
                    <a:pt x="4449596" y="0"/>
                  </a:lnTo>
                  <a:lnTo>
                    <a:pt x="4448741" y="0"/>
                  </a:lnTo>
                  <a:lnTo>
                    <a:pt x="4447885" y="0"/>
                  </a:lnTo>
                  <a:lnTo>
                    <a:pt x="4447030" y="0"/>
                  </a:lnTo>
                  <a:lnTo>
                    <a:pt x="4446174" y="0"/>
                  </a:lnTo>
                  <a:lnTo>
                    <a:pt x="4445319" y="0"/>
                  </a:lnTo>
                  <a:lnTo>
                    <a:pt x="4444463" y="0"/>
                  </a:lnTo>
                  <a:lnTo>
                    <a:pt x="4443608" y="0"/>
                  </a:lnTo>
                  <a:lnTo>
                    <a:pt x="4442752" y="0"/>
                  </a:lnTo>
                  <a:lnTo>
                    <a:pt x="4441897" y="0"/>
                  </a:lnTo>
                  <a:lnTo>
                    <a:pt x="4441041" y="0"/>
                  </a:lnTo>
                  <a:lnTo>
                    <a:pt x="4440186" y="0"/>
                  </a:lnTo>
                  <a:lnTo>
                    <a:pt x="4439330" y="0"/>
                  </a:lnTo>
                  <a:lnTo>
                    <a:pt x="4438475" y="0"/>
                  </a:lnTo>
                  <a:lnTo>
                    <a:pt x="4437619" y="0"/>
                  </a:lnTo>
                  <a:lnTo>
                    <a:pt x="4436764" y="0"/>
                  </a:lnTo>
                  <a:lnTo>
                    <a:pt x="4435908" y="0"/>
                  </a:lnTo>
                  <a:lnTo>
                    <a:pt x="4435053" y="0"/>
                  </a:lnTo>
                  <a:lnTo>
                    <a:pt x="4434197" y="0"/>
                  </a:lnTo>
                  <a:lnTo>
                    <a:pt x="4433341" y="0"/>
                  </a:lnTo>
                  <a:lnTo>
                    <a:pt x="4432486" y="0"/>
                  </a:lnTo>
                  <a:lnTo>
                    <a:pt x="4431630" y="0"/>
                  </a:lnTo>
                  <a:lnTo>
                    <a:pt x="4430775" y="0"/>
                  </a:lnTo>
                  <a:lnTo>
                    <a:pt x="4429919" y="0"/>
                  </a:lnTo>
                  <a:lnTo>
                    <a:pt x="4429064" y="0"/>
                  </a:lnTo>
                  <a:lnTo>
                    <a:pt x="4428208" y="0"/>
                  </a:lnTo>
                  <a:lnTo>
                    <a:pt x="4427353" y="0"/>
                  </a:lnTo>
                  <a:lnTo>
                    <a:pt x="4426497" y="0"/>
                  </a:lnTo>
                  <a:lnTo>
                    <a:pt x="4425642" y="0"/>
                  </a:lnTo>
                  <a:lnTo>
                    <a:pt x="4424786" y="0"/>
                  </a:lnTo>
                  <a:lnTo>
                    <a:pt x="4423931" y="0"/>
                  </a:lnTo>
                  <a:lnTo>
                    <a:pt x="4423075" y="0"/>
                  </a:lnTo>
                  <a:lnTo>
                    <a:pt x="4422220" y="0"/>
                  </a:lnTo>
                  <a:lnTo>
                    <a:pt x="4421364" y="0"/>
                  </a:lnTo>
                  <a:lnTo>
                    <a:pt x="4420509" y="0"/>
                  </a:lnTo>
                  <a:lnTo>
                    <a:pt x="4419653" y="0"/>
                  </a:lnTo>
                  <a:lnTo>
                    <a:pt x="4418798" y="0"/>
                  </a:lnTo>
                  <a:lnTo>
                    <a:pt x="4417942" y="0"/>
                  </a:lnTo>
                  <a:lnTo>
                    <a:pt x="4417086" y="0"/>
                  </a:lnTo>
                  <a:lnTo>
                    <a:pt x="4416231" y="0"/>
                  </a:lnTo>
                  <a:lnTo>
                    <a:pt x="4415375" y="0"/>
                  </a:lnTo>
                  <a:lnTo>
                    <a:pt x="4414520" y="0"/>
                  </a:lnTo>
                  <a:lnTo>
                    <a:pt x="4413664" y="0"/>
                  </a:lnTo>
                  <a:lnTo>
                    <a:pt x="4412809" y="0"/>
                  </a:lnTo>
                  <a:lnTo>
                    <a:pt x="4411953" y="0"/>
                  </a:lnTo>
                  <a:lnTo>
                    <a:pt x="4411098" y="0"/>
                  </a:lnTo>
                  <a:lnTo>
                    <a:pt x="4410242" y="0"/>
                  </a:lnTo>
                  <a:lnTo>
                    <a:pt x="4409387" y="0"/>
                  </a:lnTo>
                  <a:lnTo>
                    <a:pt x="4408531" y="0"/>
                  </a:lnTo>
                  <a:lnTo>
                    <a:pt x="4407676" y="0"/>
                  </a:lnTo>
                  <a:lnTo>
                    <a:pt x="4406820" y="0"/>
                  </a:lnTo>
                  <a:lnTo>
                    <a:pt x="4405965" y="0"/>
                  </a:lnTo>
                  <a:lnTo>
                    <a:pt x="4405109" y="0"/>
                  </a:lnTo>
                  <a:lnTo>
                    <a:pt x="4404254" y="0"/>
                  </a:lnTo>
                  <a:lnTo>
                    <a:pt x="4403398" y="0"/>
                  </a:lnTo>
                  <a:lnTo>
                    <a:pt x="4402542" y="0"/>
                  </a:lnTo>
                  <a:lnTo>
                    <a:pt x="4401687" y="0"/>
                  </a:lnTo>
                  <a:lnTo>
                    <a:pt x="4400831" y="0"/>
                  </a:lnTo>
                  <a:lnTo>
                    <a:pt x="4399976" y="0"/>
                  </a:lnTo>
                  <a:lnTo>
                    <a:pt x="4399120" y="0"/>
                  </a:lnTo>
                  <a:lnTo>
                    <a:pt x="4398265" y="0"/>
                  </a:lnTo>
                  <a:lnTo>
                    <a:pt x="4397409" y="0"/>
                  </a:lnTo>
                  <a:lnTo>
                    <a:pt x="4396554" y="0"/>
                  </a:lnTo>
                  <a:lnTo>
                    <a:pt x="4395698" y="0"/>
                  </a:lnTo>
                  <a:lnTo>
                    <a:pt x="4394843" y="0"/>
                  </a:lnTo>
                  <a:lnTo>
                    <a:pt x="4393987" y="0"/>
                  </a:lnTo>
                  <a:lnTo>
                    <a:pt x="4393132" y="0"/>
                  </a:lnTo>
                  <a:lnTo>
                    <a:pt x="4392276" y="0"/>
                  </a:lnTo>
                  <a:lnTo>
                    <a:pt x="4391421" y="0"/>
                  </a:lnTo>
                  <a:lnTo>
                    <a:pt x="4390565" y="0"/>
                  </a:lnTo>
                  <a:lnTo>
                    <a:pt x="4389710" y="0"/>
                  </a:lnTo>
                  <a:lnTo>
                    <a:pt x="4388854" y="0"/>
                  </a:lnTo>
                  <a:lnTo>
                    <a:pt x="4387999" y="0"/>
                  </a:lnTo>
                  <a:lnTo>
                    <a:pt x="4387143" y="0"/>
                  </a:lnTo>
                  <a:lnTo>
                    <a:pt x="4386287" y="0"/>
                  </a:lnTo>
                  <a:lnTo>
                    <a:pt x="4385432" y="0"/>
                  </a:lnTo>
                  <a:lnTo>
                    <a:pt x="4384576" y="0"/>
                  </a:lnTo>
                  <a:lnTo>
                    <a:pt x="4383721" y="0"/>
                  </a:lnTo>
                  <a:lnTo>
                    <a:pt x="4382865" y="0"/>
                  </a:lnTo>
                  <a:lnTo>
                    <a:pt x="4382010" y="0"/>
                  </a:lnTo>
                  <a:lnTo>
                    <a:pt x="4381154" y="0"/>
                  </a:lnTo>
                  <a:lnTo>
                    <a:pt x="4380299" y="0"/>
                  </a:lnTo>
                  <a:lnTo>
                    <a:pt x="4379443" y="0"/>
                  </a:lnTo>
                  <a:lnTo>
                    <a:pt x="4378588" y="0"/>
                  </a:lnTo>
                  <a:lnTo>
                    <a:pt x="4377732" y="0"/>
                  </a:lnTo>
                  <a:lnTo>
                    <a:pt x="4376877" y="0"/>
                  </a:lnTo>
                  <a:lnTo>
                    <a:pt x="4376021" y="0"/>
                  </a:lnTo>
                  <a:lnTo>
                    <a:pt x="4375166" y="0"/>
                  </a:lnTo>
                  <a:lnTo>
                    <a:pt x="4374310" y="0"/>
                  </a:lnTo>
                  <a:lnTo>
                    <a:pt x="4373455" y="0"/>
                  </a:lnTo>
                  <a:lnTo>
                    <a:pt x="4372599" y="0"/>
                  </a:lnTo>
                  <a:lnTo>
                    <a:pt x="4371744" y="0"/>
                  </a:lnTo>
                  <a:lnTo>
                    <a:pt x="4370888" y="0"/>
                  </a:lnTo>
                  <a:lnTo>
                    <a:pt x="4370032" y="0"/>
                  </a:lnTo>
                  <a:lnTo>
                    <a:pt x="4369177" y="0"/>
                  </a:lnTo>
                  <a:lnTo>
                    <a:pt x="4368321" y="0"/>
                  </a:lnTo>
                  <a:lnTo>
                    <a:pt x="4367466" y="0"/>
                  </a:lnTo>
                  <a:lnTo>
                    <a:pt x="4366610" y="0"/>
                  </a:lnTo>
                  <a:lnTo>
                    <a:pt x="4365755" y="0"/>
                  </a:lnTo>
                  <a:lnTo>
                    <a:pt x="4364899" y="0"/>
                  </a:lnTo>
                  <a:lnTo>
                    <a:pt x="4364044" y="0"/>
                  </a:lnTo>
                  <a:lnTo>
                    <a:pt x="4363188" y="0"/>
                  </a:lnTo>
                  <a:lnTo>
                    <a:pt x="4362333" y="0"/>
                  </a:lnTo>
                  <a:lnTo>
                    <a:pt x="4361477" y="0"/>
                  </a:lnTo>
                  <a:lnTo>
                    <a:pt x="4360622" y="0"/>
                  </a:lnTo>
                  <a:lnTo>
                    <a:pt x="4359766" y="0"/>
                  </a:lnTo>
                  <a:lnTo>
                    <a:pt x="4358911" y="0"/>
                  </a:lnTo>
                  <a:lnTo>
                    <a:pt x="4358055" y="0"/>
                  </a:lnTo>
                  <a:lnTo>
                    <a:pt x="4357200" y="0"/>
                  </a:lnTo>
                  <a:lnTo>
                    <a:pt x="4356344" y="0"/>
                  </a:lnTo>
                  <a:lnTo>
                    <a:pt x="4355488" y="0"/>
                  </a:lnTo>
                  <a:lnTo>
                    <a:pt x="4354633" y="0"/>
                  </a:lnTo>
                  <a:lnTo>
                    <a:pt x="4353777" y="0"/>
                  </a:lnTo>
                  <a:lnTo>
                    <a:pt x="4352922" y="0"/>
                  </a:lnTo>
                  <a:lnTo>
                    <a:pt x="4352066" y="0"/>
                  </a:lnTo>
                  <a:lnTo>
                    <a:pt x="4351211" y="0"/>
                  </a:lnTo>
                  <a:lnTo>
                    <a:pt x="4350355" y="0"/>
                  </a:lnTo>
                  <a:lnTo>
                    <a:pt x="4349500" y="0"/>
                  </a:lnTo>
                  <a:lnTo>
                    <a:pt x="4348644" y="0"/>
                  </a:lnTo>
                  <a:lnTo>
                    <a:pt x="4347789" y="0"/>
                  </a:lnTo>
                  <a:lnTo>
                    <a:pt x="4346933" y="0"/>
                  </a:lnTo>
                  <a:lnTo>
                    <a:pt x="4346078" y="0"/>
                  </a:lnTo>
                  <a:lnTo>
                    <a:pt x="4345222" y="0"/>
                  </a:lnTo>
                  <a:lnTo>
                    <a:pt x="4344367" y="0"/>
                  </a:lnTo>
                  <a:lnTo>
                    <a:pt x="4343511" y="0"/>
                  </a:lnTo>
                  <a:lnTo>
                    <a:pt x="4342656" y="0"/>
                  </a:lnTo>
                  <a:lnTo>
                    <a:pt x="4341800" y="0"/>
                  </a:lnTo>
                  <a:lnTo>
                    <a:pt x="4340945" y="0"/>
                  </a:lnTo>
                  <a:lnTo>
                    <a:pt x="4340089" y="0"/>
                  </a:lnTo>
                  <a:lnTo>
                    <a:pt x="4339233" y="0"/>
                  </a:lnTo>
                  <a:lnTo>
                    <a:pt x="4338378" y="0"/>
                  </a:lnTo>
                  <a:lnTo>
                    <a:pt x="4337522" y="0"/>
                  </a:lnTo>
                  <a:lnTo>
                    <a:pt x="4336667" y="0"/>
                  </a:lnTo>
                  <a:lnTo>
                    <a:pt x="4335811" y="0"/>
                  </a:lnTo>
                  <a:lnTo>
                    <a:pt x="4334956" y="0"/>
                  </a:lnTo>
                  <a:lnTo>
                    <a:pt x="4334100" y="0"/>
                  </a:lnTo>
                  <a:lnTo>
                    <a:pt x="4333245" y="0"/>
                  </a:lnTo>
                  <a:lnTo>
                    <a:pt x="4332389" y="0"/>
                  </a:lnTo>
                  <a:lnTo>
                    <a:pt x="4331534" y="0"/>
                  </a:lnTo>
                  <a:lnTo>
                    <a:pt x="4330678" y="0"/>
                  </a:lnTo>
                  <a:lnTo>
                    <a:pt x="4329823" y="0"/>
                  </a:lnTo>
                  <a:lnTo>
                    <a:pt x="4328967" y="0"/>
                  </a:lnTo>
                  <a:lnTo>
                    <a:pt x="4328112" y="0"/>
                  </a:lnTo>
                  <a:lnTo>
                    <a:pt x="4327256" y="0"/>
                  </a:lnTo>
                  <a:lnTo>
                    <a:pt x="4326401" y="0"/>
                  </a:lnTo>
                  <a:lnTo>
                    <a:pt x="4325545" y="0"/>
                  </a:lnTo>
                  <a:lnTo>
                    <a:pt x="4324690" y="0"/>
                  </a:lnTo>
                  <a:lnTo>
                    <a:pt x="4323834" y="0"/>
                  </a:lnTo>
                  <a:lnTo>
                    <a:pt x="4322978" y="0"/>
                  </a:lnTo>
                  <a:lnTo>
                    <a:pt x="4322123" y="0"/>
                  </a:lnTo>
                  <a:lnTo>
                    <a:pt x="4321267" y="0"/>
                  </a:lnTo>
                  <a:lnTo>
                    <a:pt x="4320412" y="0"/>
                  </a:lnTo>
                  <a:lnTo>
                    <a:pt x="4319556" y="0"/>
                  </a:lnTo>
                  <a:lnTo>
                    <a:pt x="4318701" y="0"/>
                  </a:lnTo>
                  <a:lnTo>
                    <a:pt x="4317845" y="0"/>
                  </a:lnTo>
                  <a:lnTo>
                    <a:pt x="4316990" y="0"/>
                  </a:lnTo>
                  <a:lnTo>
                    <a:pt x="4316134" y="0"/>
                  </a:lnTo>
                  <a:lnTo>
                    <a:pt x="4315279" y="0"/>
                  </a:lnTo>
                  <a:lnTo>
                    <a:pt x="4314423" y="0"/>
                  </a:lnTo>
                  <a:lnTo>
                    <a:pt x="4313568" y="0"/>
                  </a:lnTo>
                  <a:lnTo>
                    <a:pt x="4312712" y="0"/>
                  </a:lnTo>
                  <a:lnTo>
                    <a:pt x="4311857" y="0"/>
                  </a:lnTo>
                  <a:lnTo>
                    <a:pt x="4311001" y="0"/>
                  </a:lnTo>
                  <a:lnTo>
                    <a:pt x="4310146" y="0"/>
                  </a:lnTo>
                  <a:lnTo>
                    <a:pt x="4309290" y="0"/>
                  </a:lnTo>
                  <a:lnTo>
                    <a:pt x="4308434" y="0"/>
                  </a:lnTo>
                  <a:lnTo>
                    <a:pt x="4307579" y="0"/>
                  </a:lnTo>
                  <a:lnTo>
                    <a:pt x="4306723" y="0"/>
                  </a:lnTo>
                  <a:lnTo>
                    <a:pt x="4305868" y="0"/>
                  </a:lnTo>
                  <a:lnTo>
                    <a:pt x="4305012" y="0"/>
                  </a:lnTo>
                  <a:lnTo>
                    <a:pt x="4304157" y="0"/>
                  </a:lnTo>
                  <a:lnTo>
                    <a:pt x="4303301" y="0"/>
                  </a:lnTo>
                  <a:lnTo>
                    <a:pt x="4302446" y="0"/>
                  </a:lnTo>
                  <a:lnTo>
                    <a:pt x="4301590" y="0"/>
                  </a:lnTo>
                  <a:lnTo>
                    <a:pt x="4300735" y="0"/>
                  </a:lnTo>
                  <a:lnTo>
                    <a:pt x="4299879" y="0"/>
                  </a:lnTo>
                  <a:lnTo>
                    <a:pt x="4299024" y="0"/>
                  </a:lnTo>
                  <a:lnTo>
                    <a:pt x="4298168" y="0"/>
                  </a:lnTo>
                  <a:lnTo>
                    <a:pt x="4297313" y="0"/>
                  </a:lnTo>
                  <a:lnTo>
                    <a:pt x="4296457" y="0"/>
                  </a:lnTo>
                  <a:lnTo>
                    <a:pt x="4295602" y="0"/>
                  </a:lnTo>
                  <a:lnTo>
                    <a:pt x="4294746" y="0"/>
                  </a:lnTo>
                  <a:lnTo>
                    <a:pt x="4293891" y="0"/>
                  </a:lnTo>
                  <a:lnTo>
                    <a:pt x="4293035" y="0"/>
                  </a:lnTo>
                  <a:lnTo>
                    <a:pt x="4292179" y="0"/>
                  </a:lnTo>
                  <a:lnTo>
                    <a:pt x="4291324" y="0"/>
                  </a:lnTo>
                  <a:lnTo>
                    <a:pt x="4290468" y="0"/>
                  </a:lnTo>
                  <a:lnTo>
                    <a:pt x="4289613" y="0"/>
                  </a:lnTo>
                  <a:lnTo>
                    <a:pt x="4288757" y="0"/>
                  </a:lnTo>
                  <a:lnTo>
                    <a:pt x="4287902" y="0"/>
                  </a:lnTo>
                  <a:lnTo>
                    <a:pt x="4287046" y="0"/>
                  </a:lnTo>
                  <a:lnTo>
                    <a:pt x="4286191" y="0"/>
                  </a:lnTo>
                  <a:lnTo>
                    <a:pt x="4285335" y="0"/>
                  </a:lnTo>
                  <a:lnTo>
                    <a:pt x="4284480" y="0"/>
                  </a:lnTo>
                  <a:lnTo>
                    <a:pt x="4283624" y="0"/>
                  </a:lnTo>
                  <a:lnTo>
                    <a:pt x="4282769" y="0"/>
                  </a:lnTo>
                  <a:lnTo>
                    <a:pt x="4281913" y="0"/>
                  </a:lnTo>
                  <a:lnTo>
                    <a:pt x="4281058" y="0"/>
                  </a:lnTo>
                  <a:lnTo>
                    <a:pt x="4280202" y="0"/>
                  </a:lnTo>
                  <a:lnTo>
                    <a:pt x="4279347" y="0"/>
                  </a:lnTo>
                  <a:lnTo>
                    <a:pt x="4278491" y="0"/>
                  </a:lnTo>
                  <a:lnTo>
                    <a:pt x="4277636" y="0"/>
                  </a:lnTo>
                  <a:lnTo>
                    <a:pt x="4276780" y="0"/>
                  </a:lnTo>
                  <a:lnTo>
                    <a:pt x="4275924" y="0"/>
                  </a:lnTo>
                  <a:lnTo>
                    <a:pt x="4275069" y="0"/>
                  </a:lnTo>
                  <a:lnTo>
                    <a:pt x="4274213" y="0"/>
                  </a:lnTo>
                  <a:lnTo>
                    <a:pt x="4273358" y="0"/>
                  </a:lnTo>
                  <a:lnTo>
                    <a:pt x="4272502" y="0"/>
                  </a:lnTo>
                  <a:lnTo>
                    <a:pt x="4271647" y="0"/>
                  </a:lnTo>
                  <a:lnTo>
                    <a:pt x="4270791" y="0"/>
                  </a:lnTo>
                  <a:lnTo>
                    <a:pt x="4269936" y="0"/>
                  </a:lnTo>
                  <a:lnTo>
                    <a:pt x="4269080" y="0"/>
                  </a:lnTo>
                  <a:lnTo>
                    <a:pt x="4268225" y="0"/>
                  </a:lnTo>
                  <a:lnTo>
                    <a:pt x="4267369" y="0"/>
                  </a:lnTo>
                  <a:lnTo>
                    <a:pt x="4266514" y="0"/>
                  </a:lnTo>
                  <a:lnTo>
                    <a:pt x="4265658" y="0"/>
                  </a:lnTo>
                  <a:lnTo>
                    <a:pt x="4264803" y="0"/>
                  </a:lnTo>
                  <a:lnTo>
                    <a:pt x="4263947" y="0"/>
                  </a:lnTo>
                  <a:lnTo>
                    <a:pt x="4263092" y="0"/>
                  </a:lnTo>
                  <a:lnTo>
                    <a:pt x="4262236" y="0"/>
                  </a:lnTo>
                  <a:lnTo>
                    <a:pt x="4261380" y="0"/>
                  </a:lnTo>
                  <a:lnTo>
                    <a:pt x="4260525" y="0"/>
                  </a:lnTo>
                  <a:lnTo>
                    <a:pt x="4259669" y="0"/>
                  </a:lnTo>
                  <a:lnTo>
                    <a:pt x="4258814" y="0"/>
                  </a:lnTo>
                  <a:lnTo>
                    <a:pt x="4257958" y="0"/>
                  </a:lnTo>
                  <a:lnTo>
                    <a:pt x="4257103" y="0"/>
                  </a:lnTo>
                  <a:lnTo>
                    <a:pt x="4256247" y="0"/>
                  </a:lnTo>
                  <a:lnTo>
                    <a:pt x="4255392" y="0"/>
                  </a:lnTo>
                  <a:lnTo>
                    <a:pt x="4254536" y="0"/>
                  </a:lnTo>
                  <a:lnTo>
                    <a:pt x="4253681" y="0"/>
                  </a:lnTo>
                  <a:lnTo>
                    <a:pt x="4252825" y="0"/>
                  </a:lnTo>
                  <a:lnTo>
                    <a:pt x="4251970" y="0"/>
                  </a:lnTo>
                  <a:lnTo>
                    <a:pt x="4251114" y="0"/>
                  </a:lnTo>
                  <a:lnTo>
                    <a:pt x="4250259" y="0"/>
                  </a:lnTo>
                  <a:lnTo>
                    <a:pt x="4249403" y="0"/>
                  </a:lnTo>
                  <a:lnTo>
                    <a:pt x="4248548" y="0"/>
                  </a:lnTo>
                  <a:lnTo>
                    <a:pt x="4247692" y="0"/>
                  </a:lnTo>
                  <a:lnTo>
                    <a:pt x="4246837" y="0"/>
                  </a:lnTo>
                  <a:lnTo>
                    <a:pt x="4245981" y="0"/>
                  </a:lnTo>
                  <a:lnTo>
                    <a:pt x="4245125" y="0"/>
                  </a:lnTo>
                  <a:lnTo>
                    <a:pt x="4244270" y="0"/>
                  </a:lnTo>
                  <a:lnTo>
                    <a:pt x="4243414" y="0"/>
                  </a:lnTo>
                  <a:lnTo>
                    <a:pt x="4242559" y="0"/>
                  </a:lnTo>
                  <a:lnTo>
                    <a:pt x="4241703" y="0"/>
                  </a:lnTo>
                  <a:lnTo>
                    <a:pt x="4240848" y="0"/>
                  </a:lnTo>
                  <a:lnTo>
                    <a:pt x="4239992" y="0"/>
                  </a:lnTo>
                  <a:lnTo>
                    <a:pt x="4239137" y="0"/>
                  </a:lnTo>
                  <a:lnTo>
                    <a:pt x="4238281" y="0"/>
                  </a:lnTo>
                  <a:lnTo>
                    <a:pt x="4237426" y="0"/>
                  </a:lnTo>
                  <a:lnTo>
                    <a:pt x="4236570" y="0"/>
                  </a:lnTo>
                  <a:lnTo>
                    <a:pt x="4235715" y="0"/>
                  </a:lnTo>
                  <a:lnTo>
                    <a:pt x="4234859" y="0"/>
                  </a:lnTo>
                  <a:lnTo>
                    <a:pt x="4234004" y="0"/>
                  </a:lnTo>
                  <a:lnTo>
                    <a:pt x="4233148" y="0"/>
                  </a:lnTo>
                  <a:lnTo>
                    <a:pt x="4232293" y="0"/>
                  </a:lnTo>
                  <a:lnTo>
                    <a:pt x="4231437" y="0"/>
                  </a:lnTo>
                  <a:lnTo>
                    <a:pt x="4230582" y="0"/>
                  </a:lnTo>
                  <a:lnTo>
                    <a:pt x="4229726" y="0"/>
                  </a:lnTo>
                  <a:lnTo>
                    <a:pt x="4228870" y="0"/>
                  </a:lnTo>
                  <a:lnTo>
                    <a:pt x="4228015" y="0"/>
                  </a:lnTo>
                  <a:lnTo>
                    <a:pt x="4227159" y="0"/>
                  </a:lnTo>
                  <a:lnTo>
                    <a:pt x="4226304" y="0"/>
                  </a:lnTo>
                  <a:lnTo>
                    <a:pt x="4225448" y="0"/>
                  </a:lnTo>
                  <a:lnTo>
                    <a:pt x="4224593" y="0"/>
                  </a:lnTo>
                  <a:lnTo>
                    <a:pt x="4223737" y="0"/>
                  </a:lnTo>
                  <a:lnTo>
                    <a:pt x="4222882" y="0"/>
                  </a:lnTo>
                  <a:lnTo>
                    <a:pt x="4222026" y="0"/>
                  </a:lnTo>
                  <a:lnTo>
                    <a:pt x="4221171" y="0"/>
                  </a:lnTo>
                  <a:lnTo>
                    <a:pt x="4220315" y="0"/>
                  </a:lnTo>
                  <a:lnTo>
                    <a:pt x="4219460" y="0"/>
                  </a:lnTo>
                  <a:lnTo>
                    <a:pt x="4218604" y="0"/>
                  </a:lnTo>
                  <a:lnTo>
                    <a:pt x="4217749" y="0"/>
                  </a:lnTo>
                  <a:lnTo>
                    <a:pt x="4216893" y="0"/>
                  </a:lnTo>
                  <a:lnTo>
                    <a:pt x="4216038" y="0"/>
                  </a:lnTo>
                  <a:lnTo>
                    <a:pt x="4215182" y="0"/>
                  </a:lnTo>
                  <a:lnTo>
                    <a:pt x="4214326" y="0"/>
                  </a:lnTo>
                  <a:lnTo>
                    <a:pt x="4213471" y="0"/>
                  </a:lnTo>
                  <a:lnTo>
                    <a:pt x="4212615" y="0"/>
                  </a:lnTo>
                  <a:lnTo>
                    <a:pt x="4211760" y="0"/>
                  </a:lnTo>
                  <a:lnTo>
                    <a:pt x="4210904" y="0"/>
                  </a:lnTo>
                  <a:lnTo>
                    <a:pt x="4210049" y="0"/>
                  </a:lnTo>
                  <a:lnTo>
                    <a:pt x="4209193" y="0"/>
                  </a:lnTo>
                  <a:lnTo>
                    <a:pt x="4208338" y="0"/>
                  </a:lnTo>
                  <a:lnTo>
                    <a:pt x="4207482" y="0"/>
                  </a:lnTo>
                  <a:lnTo>
                    <a:pt x="4206627" y="0"/>
                  </a:lnTo>
                  <a:lnTo>
                    <a:pt x="4205771" y="0"/>
                  </a:lnTo>
                  <a:lnTo>
                    <a:pt x="4204916" y="0"/>
                  </a:lnTo>
                  <a:lnTo>
                    <a:pt x="4204060" y="0"/>
                  </a:lnTo>
                  <a:lnTo>
                    <a:pt x="4203205" y="0"/>
                  </a:lnTo>
                  <a:lnTo>
                    <a:pt x="4202349" y="0"/>
                  </a:lnTo>
                  <a:lnTo>
                    <a:pt x="4201494" y="0"/>
                  </a:lnTo>
                  <a:lnTo>
                    <a:pt x="4200638" y="0"/>
                  </a:lnTo>
                  <a:lnTo>
                    <a:pt x="4199783" y="0"/>
                  </a:lnTo>
                  <a:lnTo>
                    <a:pt x="4198927" y="0"/>
                  </a:lnTo>
                  <a:lnTo>
                    <a:pt x="4198071" y="0"/>
                  </a:lnTo>
                  <a:lnTo>
                    <a:pt x="4197216" y="0"/>
                  </a:lnTo>
                  <a:lnTo>
                    <a:pt x="4196360" y="0"/>
                  </a:lnTo>
                  <a:lnTo>
                    <a:pt x="4195505" y="0"/>
                  </a:lnTo>
                  <a:lnTo>
                    <a:pt x="4194649" y="0"/>
                  </a:lnTo>
                  <a:lnTo>
                    <a:pt x="4193794" y="0"/>
                  </a:lnTo>
                  <a:lnTo>
                    <a:pt x="4192938" y="0"/>
                  </a:lnTo>
                  <a:lnTo>
                    <a:pt x="4192083" y="0"/>
                  </a:lnTo>
                  <a:lnTo>
                    <a:pt x="4191227" y="0"/>
                  </a:lnTo>
                  <a:lnTo>
                    <a:pt x="4190372" y="0"/>
                  </a:lnTo>
                  <a:lnTo>
                    <a:pt x="4189516" y="0"/>
                  </a:lnTo>
                  <a:lnTo>
                    <a:pt x="4188661" y="0"/>
                  </a:lnTo>
                  <a:lnTo>
                    <a:pt x="4187805" y="0"/>
                  </a:lnTo>
                  <a:lnTo>
                    <a:pt x="4186950" y="0"/>
                  </a:lnTo>
                  <a:lnTo>
                    <a:pt x="4186094" y="0"/>
                  </a:lnTo>
                  <a:lnTo>
                    <a:pt x="4185239" y="0"/>
                  </a:lnTo>
                  <a:lnTo>
                    <a:pt x="4184383" y="0"/>
                  </a:lnTo>
                  <a:lnTo>
                    <a:pt x="4183528" y="0"/>
                  </a:lnTo>
                  <a:lnTo>
                    <a:pt x="4182672" y="0"/>
                  </a:lnTo>
                  <a:lnTo>
                    <a:pt x="4181816" y="0"/>
                  </a:lnTo>
                  <a:lnTo>
                    <a:pt x="4180961" y="0"/>
                  </a:lnTo>
                  <a:lnTo>
                    <a:pt x="4180105" y="0"/>
                  </a:lnTo>
                  <a:lnTo>
                    <a:pt x="4179250" y="0"/>
                  </a:lnTo>
                  <a:lnTo>
                    <a:pt x="4178394" y="0"/>
                  </a:lnTo>
                  <a:lnTo>
                    <a:pt x="4177539" y="0"/>
                  </a:lnTo>
                  <a:lnTo>
                    <a:pt x="4176683" y="0"/>
                  </a:lnTo>
                  <a:lnTo>
                    <a:pt x="4175828" y="0"/>
                  </a:lnTo>
                  <a:lnTo>
                    <a:pt x="4174972" y="0"/>
                  </a:lnTo>
                  <a:lnTo>
                    <a:pt x="4174117" y="0"/>
                  </a:lnTo>
                  <a:lnTo>
                    <a:pt x="4173261" y="0"/>
                  </a:lnTo>
                  <a:lnTo>
                    <a:pt x="4172406" y="0"/>
                  </a:lnTo>
                  <a:lnTo>
                    <a:pt x="4171550" y="0"/>
                  </a:lnTo>
                  <a:lnTo>
                    <a:pt x="4170695" y="0"/>
                  </a:lnTo>
                  <a:lnTo>
                    <a:pt x="4169839" y="0"/>
                  </a:lnTo>
                  <a:lnTo>
                    <a:pt x="4168984" y="0"/>
                  </a:lnTo>
                  <a:lnTo>
                    <a:pt x="4168128" y="0"/>
                  </a:lnTo>
                  <a:lnTo>
                    <a:pt x="4167273" y="0"/>
                  </a:lnTo>
                  <a:lnTo>
                    <a:pt x="4166417" y="0"/>
                  </a:lnTo>
                  <a:lnTo>
                    <a:pt x="4165561" y="0"/>
                  </a:lnTo>
                  <a:lnTo>
                    <a:pt x="4164706" y="0"/>
                  </a:lnTo>
                  <a:lnTo>
                    <a:pt x="4163850" y="0"/>
                  </a:lnTo>
                  <a:lnTo>
                    <a:pt x="4162995" y="0"/>
                  </a:lnTo>
                  <a:lnTo>
                    <a:pt x="4162139" y="0"/>
                  </a:lnTo>
                  <a:lnTo>
                    <a:pt x="4161284" y="0"/>
                  </a:lnTo>
                  <a:lnTo>
                    <a:pt x="4160428" y="0"/>
                  </a:lnTo>
                  <a:lnTo>
                    <a:pt x="4159573" y="0"/>
                  </a:lnTo>
                  <a:lnTo>
                    <a:pt x="4158717" y="0"/>
                  </a:lnTo>
                  <a:lnTo>
                    <a:pt x="4157862" y="0"/>
                  </a:lnTo>
                  <a:lnTo>
                    <a:pt x="4157006" y="0"/>
                  </a:lnTo>
                  <a:lnTo>
                    <a:pt x="4156151" y="0"/>
                  </a:lnTo>
                  <a:lnTo>
                    <a:pt x="4155295" y="0"/>
                  </a:lnTo>
                  <a:lnTo>
                    <a:pt x="4154440" y="0"/>
                  </a:lnTo>
                  <a:lnTo>
                    <a:pt x="4153584" y="0"/>
                  </a:lnTo>
                  <a:lnTo>
                    <a:pt x="4152729" y="0"/>
                  </a:lnTo>
                  <a:lnTo>
                    <a:pt x="4151873" y="0"/>
                  </a:lnTo>
                  <a:lnTo>
                    <a:pt x="4151017" y="0"/>
                  </a:lnTo>
                  <a:lnTo>
                    <a:pt x="4150162" y="0"/>
                  </a:lnTo>
                  <a:lnTo>
                    <a:pt x="4149306" y="0"/>
                  </a:lnTo>
                  <a:lnTo>
                    <a:pt x="4148451" y="0"/>
                  </a:lnTo>
                  <a:lnTo>
                    <a:pt x="4147595" y="0"/>
                  </a:lnTo>
                  <a:lnTo>
                    <a:pt x="4146740" y="0"/>
                  </a:lnTo>
                  <a:lnTo>
                    <a:pt x="4145884" y="0"/>
                  </a:lnTo>
                  <a:lnTo>
                    <a:pt x="4145029" y="0"/>
                  </a:lnTo>
                  <a:lnTo>
                    <a:pt x="4144173" y="0"/>
                  </a:lnTo>
                  <a:lnTo>
                    <a:pt x="4143318" y="0"/>
                  </a:lnTo>
                  <a:lnTo>
                    <a:pt x="4142462" y="0"/>
                  </a:lnTo>
                  <a:lnTo>
                    <a:pt x="4141607" y="0"/>
                  </a:lnTo>
                  <a:lnTo>
                    <a:pt x="4140751" y="0"/>
                  </a:lnTo>
                  <a:lnTo>
                    <a:pt x="4139896" y="0"/>
                  </a:lnTo>
                  <a:lnTo>
                    <a:pt x="4139040" y="0"/>
                  </a:lnTo>
                  <a:lnTo>
                    <a:pt x="4138185" y="0"/>
                  </a:lnTo>
                  <a:lnTo>
                    <a:pt x="4137329" y="0"/>
                  </a:lnTo>
                  <a:lnTo>
                    <a:pt x="4136474" y="0"/>
                  </a:lnTo>
                  <a:lnTo>
                    <a:pt x="4135618" y="0"/>
                  </a:lnTo>
                  <a:lnTo>
                    <a:pt x="4134762" y="0"/>
                  </a:lnTo>
                  <a:lnTo>
                    <a:pt x="4133907" y="0"/>
                  </a:lnTo>
                  <a:lnTo>
                    <a:pt x="4133051" y="0"/>
                  </a:lnTo>
                  <a:lnTo>
                    <a:pt x="4132196" y="0"/>
                  </a:lnTo>
                  <a:lnTo>
                    <a:pt x="4131340" y="0"/>
                  </a:lnTo>
                  <a:lnTo>
                    <a:pt x="4130485" y="0"/>
                  </a:lnTo>
                  <a:lnTo>
                    <a:pt x="4129629" y="0"/>
                  </a:lnTo>
                  <a:lnTo>
                    <a:pt x="4128774" y="0"/>
                  </a:lnTo>
                  <a:lnTo>
                    <a:pt x="4127918" y="0"/>
                  </a:lnTo>
                  <a:lnTo>
                    <a:pt x="4127063" y="0"/>
                  </a:lnTo>
                  <a:lnTo>
                    <a:pt x="4126207" y="0"/>
                  </a:lnTo>
                  <a:lnTo>
                    <a:pt x="4125352" y="0"/>
                  </a:lnTo>
                  <a:lnTo>
                    <a:pt x="4124496" y="0"/>
                  </a:lnTo>
                  <a:lnTo>
                    <a:pt x="4123641" y="0"/>
                  </a:lnTo>
                  <a:lnTo>
                    <a:pt x="4122785" y="0"/>
                  </a:lnTo>
                  <a:lnTo>
                    <a:pt x="4121930" y="0"/>
                  </a:lnTo>
                  <a:lnTo>
                    <a:pt x="4121074" y="0"/>
                  </a:lnTo>
                  <a:lnTo>
                    <a:pt x="4120219" y="0"/>
                  </a:lnTo>
                  <a:lnTo>
                    <a:pt x="4119363" y="0"/>
                  </a:lnTo>
                  <a:lnTo>
                    <a:pt x="4118507" y="0"/>
                  </a:lnTo>
                  <a:lnTo>
                    <a:pt x="4117652" y="0"/>
                  </a:lnTo>
                  <a:lnTo>
                    <a:pt x="4116796" y="0"/>
                  </a:lnTo>
                  <a:lnTo>
                    <a:pt x="4115941" y="0"/>
                  </a:lnTo>
                  <a:lnTo>
                    <a:pt x="4115085" y="0"/>
                  </a:lnTo>
                  <a:lnTo>
                    <a:pt x="4114230" y="0"/>
                  </a:lnTo>
                  <a:lnTo>
                    <a:pt x="4113374" y="0"/>
                  </a:lnTo>
                  <a:lnTo>
                    <a:pt x="4112519" y="0"/>
                  </a:lnTo>
                  <a:lnTo>
                    <a:pt x="4111663" y="0"/>
                  </a:lnTo>
                  <a:lnTo>
                    <a:pt x="4110808" y="0"/>
                  </a:lnTo>
                  <a:lnTo>
                    <a:pt x="4109952" y="0"/>
                  </a:lnTo>
                  <a:lnTo>
                    <a:pt x="4109097" y="0"/>
                  </a:lnTo>
                  <a:lnTo>
                    <a:pt x="4108241" y="0"/>
                  </a:lnTo>
                  <a:lnTo>
                    <a:pt x="4107386" y="0"/>
                  </a:lnTo>
                  <a:lnTo>
                    <a:pt x="4106530" y="0"/>
                  </a:lnTo>
                  <a:lnTo>
                    <a:pt x="4105675" y="0"/>
                  </a:lnTo>
                  <a:lnTo>
                    <a:pt x="4104819" y="0"/>
                  </a:lnTo>
                  <a:lnTo>
                    <a:pt x="4103963" y="0"/>
                  </a:lnTo>
                  <a:lnTo>
                    <a:pt x="4103108" y="0"/>
                  </a:lnTo>
                  <a:lnTo>
                    <a:pt x="4102252" y="0"/>
                  </a:lnTo>
                  <a:lnTo>
                    <a:pt x="4101397" y="0"/>
                  </a:lnTo>
                  <a:lnTo>
                    <a:pt x="4100541" y="0"/>
                  </a:lnTo>
                  <a:lnTo>
                    <a:pt x="4099686" y="0"/>
                  </a:lnTo>
                  <a:lnTo>
                    <a:pt x="4098830" y="0"/>
                  </a:lnTo>
                  <a:lnTo>
                    <a:pt x="4097975" y="0"/>
                  </a:lnTo>
                  <a:lnTo>
                    <a:pt x="4097119" y="0"/>
                  </a:lnTo>
                  <a:lnTo>
                    <a:pt x="4096264" y="0"/>
                  </a:lnTo>
                  <a:lnTo>
                    <a:pt x="4095408" y="0"/>
                  </a:lnTo>
                  <a:lnTo>
                    <a:pt x="4094553" y="0"/>
                  </a:lnTo>
                  <a:lnTo>
                    <a:pt x="4093697" y="0"/>
                  </a:lnTo>
                  <a:lnTo>
                    <a:pt x="4092842" y="0"/>
                  </a:lnTo>
                  <a:lnTo>
                    <a:pt x="4091986" y="0"/>
                  </a:lnTo>
                  <a:lnTo>
                    <a:pt x="4091131" y="0"/>
                  </a:lnTo>
                  <a:lnTo>
                    <a:pt x="4090275" y="0"/>
                  </a:lnTo>
                  <a:lnTo>
                    <a:pt x="4089420" y="0"/>
                  </a:lnTo>
                  <a:lnTo>
                    <a:pt x="4088564" y="0"/>
                  </a:lnTo>
                  <a:lnTo>
                    <a:pt x="4087708" y="0"/>
                  </a:lnTo>
                  <a:lnTo>
                    <a:pt x="4086853" y="0"/>
                  </a:lnTo>
                  <a:lnTo>
                    <a:pt x="4085997" y="0"/>
                  </a:lnTo>
                  <a:lnTo>
                    <a:pt x="4085142" y="0"/>
                  </a:lnTo>
                  <a:lnTo>
                    <a:pt x="4084286" y="0"/>
                  </a:lnTo>
                  <a:lnTo>
                    <a:pt x="4083431" y="0"/>
                  </a:lnTo>
                  <a:lnTo>
                    <a:pt x="4082575" y="0"/>
                  </a:lnTo>
                  <a:lnTo>
                    <a:pt x="4081720" y="0"/>
                  </a:lnTo>
                  <a:lnTo>
                    <a:pt x="4080864" y="0"/>
                  </a:lnTo>
                  <a:lnTo>
                    <a:pt x="4080009" y="0"/>
                  </a:lnTo>
                  <a:lnTo>
                    <a:pt x="4079153" y="0"/>
                  </a:lnTo>
                  <a:lnTo>
                    <a:pt x="4078298" y="0"/>
                  </a:lnTo>
                  <a:lnTo>
                    <a:pt x="4077442" y="0"/>
                  </a:lnTo>
                  <a:lnTo>
                    <a:pt x="4076587" y="0"/>
                  </a:lnTo>
                  <a:lnTo>
                    <a:pt x="4075731" y="0"/>
                  </a:lnTo>
                  <a:lnTo>
                    <a:pt x="4074876" y="0"/>
                  </a:lnTo>
                  <a:lnTo>
                    <a:pt x="4074020" y="0"/>
                  </a:lnTo>
                  <a:lnTo>
                    <a:pt x="4073165" y="0"/>
                  </a:lnTo>
                  <a:lnTo>
                    <a:pt x="4072309" y="0"/>
                  </a:lnTo>
                  <a:lnTo>
                    <a:pt x="4071453" y="0"/>
                  </a:lnTo>
                  <a:lnTo>
                    <a:pt x="4070598" y="0"/>
                  </a:lnTo>
                  <a:lnTo>
                    <a:pt x="4069742" y="0"/>
                  </a:lnTo>
                  <a:lnTo>
                    <a:pt x="4068887" y="0"/>
                  </a:lnTo>
                  <a:lnTo>
                    <a:pt x="4068031" y="0"/>
                  </a:lnTo>
                  <a:lnTo>
                    <a:pt x="4067176" y="0"/>
                  </a:lnTo>
                  <a:lnTo>
                    <a:pt x="4066320" y="0"/>
                  </a:lnTo>
                  <a:lnTo>
                    <a:pt x="4065465" y="0"/>
                  </a:lnTo>
                  <a:lnTo>
                    <a:pt x="4064609" y="0"/>
                  </a:lnTo>
                  <a:lnTo>
                    <a:pt x="4063754" y="0"/>
                  </a:lnTo>
                  <a:lnTo>
                    <a:pt x="4062898" y="0"/>
                  </a:lnTo>
                  <a:lnTo>
                    <a:pt x="4062043" y="0"/>
                  </a:lnTo>
                  <a:lnTo>
                    <a:pt x="4061187" y="0"/>
                  </a:lnTo>
                  <a:lnTo>
                    <a:pt x="4060332" y="0"/>
                  </a:lnTo>
                  <a:lnTo>
                    <a:pt x="4059476" y="0"/>
                  </a:lnTo>
                  <a:lnTo>
                    <a:pt x="4058621" y="0"/>
                  </a:lnTo>
                  <a:lnTo>
                    <a:pt x="4057765" y="0"/>
                  </a:lnTo>
                  <a:lnTo>
                    <a:pt x="4056909" y="0"/>
                  </a:lnTo>
                  <a:lnTo>
                    <a:pt x="4056054" y="0"/>
                  </a:lnTo>
                  <a:lnTo>
                    <a:pt x="4055198" y="0"/>
                  </a:lnTo>
                  <a:lnTo>
                    <a:pt x="4054343" y="0"/>
                  </a:lnTo>
                  <a:lnTo>
                    <a:pt x="4053487" y="0"/>
                  </a:lnTo>
                  <a:lnTo>
                    <a:pt x="4052632" y="0"/>
                  </a:lnTo>
                  <a:lnTo>
                    <a:pt x="4051776" y="0"/>
                  </a:lnTo>
                  <a:lnTo>
                    <a:pt x="4050921" y="0"/>
                  </a:lnTo>
                  <a:lnTo>
                    <a:pt x="4050065" y="0"/>
                  </a:lnTo>
                  <a:lnTo>
                    <a:pt x="4049210" y="0"/>
                  </a:lnTo>
                  <a:lnTo>
                    <a:pt x="4048354" y="0"/>
                  </a:lnTo>
                  <a:lnTo>
                    <a:pt x="4047499" y="0"/>
                  </a:lnTo>
                  <a:lnTo>
                    <a:pt x="4046643" y="0"/>
                  </a:lnTo>
                  <a:lnTo>
                    <a:pt x="4045788" y="0"/>
                  </a:lnTo>
                  <a:lnTo>
                    <a:pt x="4044932" y="0"/>
                  </a:lnTo>
                  <a:lnTo>
                    <a:pt x="4044077" y="0"/>
                  </a:lnTo>
                  <a:lnTo>
                    <a:pt x="4043221" y="0"/>
                  </a:lnTo>
                  <a:lnTo>
                    <a:pt x="4042366" y="0"/>
                  </a:lnTo>
                  <a:lnTo>
                    <a:pt x="4041510" y="0"/>
                  </a:lnTo>
                  <a:lnTo>
                    <a:pt x="4040654" y="0"/>
                  </a:lnTo>
                  <a:lnTo>
                    <a:pt x="4039799" y="0"/>
                  </a:lnTo>
                  <a:lnTo>
                    <a:pt x="4038943" y="0"/>
                  </a:lnTo>
                  <a:lnTo>
                    <a:pt x="4038088" y="0"/>
                  </a:lnTo>
                  <a:lnTo>
                    <a:pt x="4037232" y="0"/>
                  </a:lnTo>
                  <a:lnTo>
                    <a:pt x="4036377" y="0"/>
                  </a:lnTo>
                  <a:lnTo>
                    <a:pt x="4035521" y="0"/>
                  </a:lnTo>
                  <a:lnTo>
                    <a:pt x="4034666" y="0"/>
                  </a:lnTo>
                  <a:lnTo>
                    <a:pt x="4033810" y="0"/>
                  </a:lnTo>
                  <a:lnTo>
                    <a:pt x="4032955" y="0"/>
                  </a:lnTo>
                  <a:lnTo>
                    <a:pt x="4032099" y="0"/>
                  </a:lnTo>
                  <a:lnTo>
                    <a:pt x="4031244" y="0"/>
                  </a:lnTo>
                  <a:lnTo>
                    <a:pt x="4030388" y="0"/>
                  </a:lnTo>
                  <a:lnTo>
                    <a:pt x="4029533" y="0"/>
                  </a:lnTo>
                  <a:lnTo>
                    <a:pt x="4028677" y="0"/>
                  </a:lnTo>
                  <a:lnTo>
                    <a:pt x="4027822" y="0"/>
                  </a:lnTo>
                  <a:lnTo>
                    <a:pt x="4026966" y="0"/>
                  </a:lnTo>
                  <a:lnTo>
                    <a:pt x="4026111" y="0"/>
                  </a:lnTo>
                  <a:lnTo>
                    <a:pt x="4025255" y="0"/>
                  </a:lnTo>
                  <a:lnTo>
                    <a:pt x="4024399" y="0"/>
                  </a:lnTo>
                  <a:lnTo>
                    <a:pt x="4023544" y="0"/>
                  </a:lnTo>
                  <a:lnTo>
                    <a:pt x="4022688" y="0"/>
                  </a:lnTo>
                  <a:lnTo>
                    <a:pt x="4021833" y="0"/>
                  </a:lnTo>
                  <a:lnTo>
                    <a:pt x="4020977" y="0"/>
                  </a:lnTo>
                  <a:lnTo>
                    <a:pt x="4020122" y="0"/>
                  </a:lnTo>
                  <a:lnTo>
                    <a:pt x="4019266" y="0"/>
                  </a:lnTo>
                  <a:lnTo>
                    <a:pt x="4018411" y="0"/>
                  </a:lnTo>
                  <a:lnTo>
                    <a:pt x="4017555" y="0"/>
                  </a:lnTo>
                  <a:lnTo>
                    <a:pt x="4016700" y="0"/>
                  </a:lnTo>
                  <a:lnTo>
                    <a:pt x="4015844" y="0"/>
                  </a:lnTo>
                  <a:lnTo>
                    <a:pt x="4014989" y="0"/>
                  </a:lnTo>
                  <a:lnTo>
                    <a:pt x="4014133" y="0"/>
                  </a:lnTo>
                  <a:lnTo>
                    <a:pt x="4013278" y="0"/>
                  </a:lnTo>
                  <a:lnTo>
                    <a:pt x="4012422" y="0"/>
                  </a:lnTo>
                  <a:lnTo>
                    <a:pt x="4011567" y="0"/>
                  </a:lnTo>
                  <a:lnTo>
                    <a:pt x="4010711" y="0"/>
                  </a:lnTo>
                  <a:lnTo>
                    <a:pt x="4009855" y="0"/>
                  </a:lnTo>
                  <a:lnTo>
                    <a:pt x="4009000" y="0"/>
                  </a:lnTo>
                  <a:lnTo>
                    <a:pt x="4008144" y="0"/>
                  </a:lnTo>
                  <a:lnTo>
                    <a:pt x="4007289" y="0"/>
                  </a:lnTo>
                  <a:lnTo>
                    <a:pt x="4006433" y="0"/>
                  </a:lnTo>
                  <a:lnTo>
                    <a:pt x="4005578" y="0"/>
                  </a:lnTo>
                  <a:lnTo>
                    <a:pt x="4004722" y="0"/>
                  </a:lnTo>
                  <a:lnTo>
                    <a:pt x="4003867" y="0"/>
                  </a:lnTo>
                  <a:lnTo>
                    <a:pt x="4003011" y="0"/>
                  </a:lnTo>
                  <a:lnTo>
                    <a:pt x="4002156" y="0"/>
                  </a:lnTo>
                  <a:lnTo>
                    <a:pt x="4001300" y="0"/>
                  </a:lnTo>
                  <a:lnTo>
                    <a:pt x="4000445" y="0"/>
                  </a:lnTo>
                  <a:lnTo>
                    <a:pt x="3999589" y="0"/>
                  </a:lnTo>
                  <a:lnTo>
                    <a:pt x="3998734" y="0"/>
                  </a:lnTo>
                  <a:lnTo>
                    <a:pt x="3997878" y="0"/>
                  </a:lnTo>
                  <a:lnTo>
                    <a:pt x="3997023" y="0"/>
                  </a:lnTo>
                  <a:lnTo>
                    <a:pt x="3996167" y="0"/>
                  </a:lnTo>
                  <a:lnTo>
                    <a:pt x="3995312" y="0"/>
                  </a:lnTo>
                  <a:lnTo>
                    <a:pt x="3994456" y="0"/>
                  </a:lnTo>
                  <a:lnTo>
                    <a:pt x="3993600" y="0"/>
                  </a:lnTo>
                  <a:lnTo>
                    <a:pt x="3992745" y="0"/>
                  </a:lnTo>
                  <a:lnTo>
                    <a:pt x="3991889" y="0"/>
                  </a:lnTo>
                  <a:lnTo>
                    <a:pt x="3991034" y="0"/>
                  </a:lnTo>
                  <a:lnTo>
                    <a:pt x="3990178" y="0"/>
                  </a:lnTo>
                  <a:lnTo>
                    <a:pt x="3989323" y="0"/>
                  </a:lnTo>
                  <a:lnTo>
                    <a:pt x="3988467" y="0"/>
                  </a:lnTo>
                  <a:lnTo>
                    <a:pt x="3987612" y="0"/>
                  </a:lnTo>
                  <a:lnTo>
                    <a:pt x="3986756" y="0"/>
                  </a:lnTo>
                  <a:lnTo>
                    <a:pt x="3985901" y="0"/>
                  </a:lnTo>
                  <a:lnTo>
                    <a:pt x="3985045" y="0"/>
                  </a:lnTo>
                  <a:lnTo>
                    <a:pt x="3984190" y="0"/>
                  </a:lnTo>
                  <a:lnTo>
                    <a:pt x="3983334" y="0"/>
                  </a:lnTo>
                  <a:lnTo>
                    <a:pt x="3982479" y="0"/>
                  </a:lnTo>
                  <a:lnTo>
                    <a:pt x="3981623" y="0"/>
                  </a:lnTo>
                  <a:lnTo>
                    <a:pt x="3980768" y="0"/>
                  </a:lnTo>
                  <a:lnTo>
                    <a:pt x="3979912" y="0"/>
                  </a:lnTo>
                  <a:lnTo>
                    <a:pt x="3979057" y="0"/>
                  </a:lnTo>
                  <a:lnTo>
                    <a:pt x="3978201" y="0"/>
                  </a:lnTo>
                  <a:lnTo>
                    <a:pt x="3977345" y="0"/>
                  </a:lnTo>
                  <a:lnTo>
                    <a:pt x="3976490" y="0"/>
                  </a:lnTo>
                  <a:lnTo>
                    <a:pt x="3975634" y="0"/>
                  </a:lnTo>
                  <a:lnTo>
                    <a:pt x="3974779" y="0"/>
                  </a:lnTo>
                  <a:lnTo>
                    <a:pt x="3973923" y="0"/>
                  </a:lnTo>
                  <a:lnTo>
                    <a:pt x="3973068" y="0"/>
                  </a:lnTo>
                  <a:lnTo>
                    <a:pt x="3972212" y="0"/>
                  </a:lnTo>
                  <a:lnTo>
                    <a:pt x="3971357" y="0"/>
                  </a:lnTo>
                  <a:lnTo>
                    <a:pt x="3970501" y="0"/>
                  </a:lnTo>
                  <a:lnTo>
                    <a:pt x="3969646" y="0"/>
                  </a:lnTo>
                  <a:lnTo>
                    <a:pt x="3968790" y="0"/>
                  </a:lnTo>
                  <a:lnTo>
                    <a:pt x="3967935" y="0"/>
                  </a:lnTo>
                  <a:lnTo>
                    <a:pt x="3967079" y="0"/>
                  </a:lnTo>
                  <a:lnTo>
                    <a:pt x="3966224" y="0"/>
                  </a:lnTo>
                  <a:lnTo>
                    <a:pt x="3965368" y="0"/>
                  </a:lnTo>
                  <a:lnTo>
                    <a:pt x="3964513" y="0"/>
                  </a:lnTo>
                  <a:lnTo>
                    <a:pt x="3963657" y="0"/>
                  </a:lnTo>
                  <a:lnTo>
                    <a:pt x="3962802" y="0"/>
                  </a:lnTo>
                  <a:lnTo>
                    <a:pt x="3961946" y="0"/>
                  </a:lnTo>
                  <a:lnTo>
                    <a:pt x="3961090" y="0"/>
                  </a:lnTo>
                  <a:lnTo>
                    <a:pt x="3960235" y="0"/>
                  </a:lnTo>
                  <a:lnTo>
                    <a:pt x="3959379" y="0"/>
                  </a:lnTo>
                  <a:lnTo>
                    <a:pt x="3958524" y="0"/>
                  </a:lnTo>
                  <a:lnTo>
                    <a:pt x="3957668" y="0"/>
                  </a:lnTo>
                  <a:lnTo>
                    <a:pt x="3956813" y="0"/>
                  </a:lnTo>
                  <a:lnTo>
                    <a:pt x="3955957" y="0"/>
                  </a:lnTo>
                  <a:lnTo>
                    <a:pt x="3955102" y="0"/>
                  </a:lnTo>
                  <a:lnTo>
                    <a:pt x="3954246" y="0"/>
                  </a:lnTo>
                  <a:lnTo>
                    <a:pt x="3953391" y="0"/>
                  </a:lnTo>
                  <a:lnTo>
                    <a:pt x="3952535" y="0"/>
                  </a:lnTo>
                  <a:lnTo>
                    <a:pt x="3951680" y="0"/>
                  </a:lnTo>
                  <a:lnTo>
                    <a:pt x="3950824" y="0"/>
                  </a:lnTo>
                  <a:lnTo>
                    <a:pt x="3949969" y="0"/>
                  </a:lnTo>
                  <a:lnTo>
                    <a:pt x="3949113" y="0"/>
                  </a:lnTo>
                  <a:lnTo>
                    <a:pt x="3948258" y="0"/>
                  </a:lnTo>
                  <a:lnTo>
                    <a:pt x="3947402" y="0"/>
                  </a:lnTo>
                  <a:lnTo>
                    <a:pt x="3946546" y="0"/>
                  </a:lnTo>
                  <a:lnTo>
                    <a:pt x="3945691" y="0"/>
                  </a:lnTo>
                  <a:lnTo>
                    <a:pt x="3944835" y="0"/>
                  </a:lnTo>
                  <a:lnTo>
                    <a:pt x="3943980" y="0"/>
                  </a:lnTo>
                  <a:lnTo>
                    <a:pt x="3943124" y="0"/>
                  </a:lnTo>
                  <a:lnTo>
                    <a:pt x="3942269" y="0"/>
                  </a:lnTo>
                  <a:lnTo>
                    <a:pt x="3941413" y="0"/>
                  </a:lnTo>
                  <a:lnTo>
                    <a:pt x="3940558" y="0"/>
                  </a:lnTo>
                  <a:lnTo>
                    <a:pt x="3939702" y="0"/>
                  </a:lnTo>
                  <a:lnTo>
                    <a:pt x="3938847" y="0"/>
                  </a:lnTo>
                  <a:lnTo>
                    <a:pt x="3937991" y="0"/>
                  </a:lnTo>
                  <a:lnTo>
                    <a:pt x="3937136" y="0"/>
                  </a:lnTo>
                  <a:lnTo>
                    <a:pt x="3936280" y="0"/>
                  </a:lnTo>
                  <a:lnTo>
                    <a:pt x="3935425" y="0"/>
                  </a:lnTo>
                  <a:lnTo>
                    <a:pt x="3934569" y="0"/>
                  </a:lnTo>
                  <a:lnTo>
                    <a:pt x="3933714" y="0"/>
                  </a:lnTo>
                  <a:lnTo>
                    <a:pt x="3932858" y="0"/>
                  </a:lnTo>
                  <a:lnTo>
                    <a:pt x="3932003" y="0"/>
                  </a:lnTo>
                  <a:lnTo>
                    <a:pt x="3931147" y="0"/>
                  </a:lnTo>
                  <a:lnTo>
                    <a:pt x="3930291" y="0"/>
                  </a:lnTo>
                  <a:lnTo>
                    <a:pt x="3929436" y="0"/>
                  </a:lnTo>
                  <a:lnTo>
                    <a:pt x="3928580" y="0"/>
                  </a:lnTo>
                  <a:lnTo>
                    <a:pt x="3927725" y="0"/>
                  </a:lnTo>
                  <a:lnTo>
                    <a:pt x="3926869" y="0"/>
                  </a:lnTo>
                  <a:lnTo>
                    <a:pt x="3926014" y="0"/>
                  </a:lnTo>
                  <a:lnTo>
                    <a:pt x="3925158" y="0"/>
                  </a:lnTo>
                  <a:lnTo>
                    <a:pt x="3924303" y="0"/>
                  </a:lnTo>
                  <a:lnTo>
                    <a:pt x="3923447" y="0"/>
                  </a:lnTo>
                  <a:lnTo>
                    <a:pt x="3922592" y="0"/>
                  </a:lnTo>
                  <a:lnTo>
                    <a:pt x="3921736" y="0"/>
                  </a:lnTo>
                  <a:lnTo>
                    <a:pt x="3920881" y="0"/>
                  </a:lnTo>
                  <a:lnTo>
                    <a:pt x="3920025" y="0"/>
                  </a:lnTo>
                  <a:lnTo>
                    <a:pt x="3919170" y="0"/>
                  </a:lnTo>
                  <a:lnTo>
                    <a:pt x="3918314" y="0"/>
                  </a:lnTo>
                  <a:lnTo>
                    <a:pt x="3917459" y="0"/>
                  </a:lnTo>
                  <a:lnTo>
                    <a:pt x="3916603" y="0"/>
                  </a:lnTo>
                  <a:lnTo>
                    <a:pt x="3915748" y="0"/>
                  </a:lnTo>
                  <a:lnTo>
                    <a:pt x="3914892" y="0"/>
                  </a:lnTo>
                  <a:lnTo>
                    <a:pt x="3914036" y="0"/>
                  </a:lnTo>
                  <a:lnTo>
                    <a:pt x="3913181" y="0"/>
                  </a:lnTo>
                  <a:lnTo>
                    <a:pt x="3912325" y="0"/>
                  </a:lnTo>
                  <a:lnTo>
                    <a:pt x="3911470" y="0"/>
                  </a:lnTo>
                  <a:lnTo>
                    <a:pt x="3910614" y="0"/>
                  </a:lnTo>
                  <a:lnTo>
                    <a:pt x="3909759" y="0"/>
                  </a:lnTo>
                  <a:lnTo>
                    <a:pt x="3908903" y="0"/>
                  </a:lnTo>
                  <a:lnTo>
                    <a:pt x="3908048" y="0"/>
                  </a:lnTo>
                  <a:lnTo>
                    <a:pt x="3907192" y="0"/>
                  </a:lnTo>
                  <a:lnTo>
                    <a:pt x="3906337" y="0"/>
                  </a:lnTo>
                  <a:lnTo>
                    <a:pt x="3905481" y="0"/>
                  </a:lnTo>
                  <a:lnTo>
                    <a:pt x="3904626" y="0"/>
                  </a:lnTo>
                  <a:lnTo>
                    <a:pt x="3903770" y="0"/>
                  </a:lnTo>
                  <a:lnTo>
                    <a:pt x="3902915" y="0"/>
                  </a:lnTo>
                  <a:lnTo>
                    <a:pt x="3902059" y="0"/>
                  </a:lnTo>
                  <a:lnTo>
                    <a:pt x="3901204" y="0"/>
                  </a:lnTo>
                  <a:lnTo>
                    <a:pt x="3900348" y="0"/>
                  </a:lnTo>
                  <a:lnTo>
                    <a:pt x="3899492" y="0"/>
                  </a:lnTo>
                  <a:lnTo>
                    <a:pt x="3898637" y="0"/>
                  </a:lnTo>
                  <a:lnTo>
                    <a:pt x="3897781" y="0"/>
                  </a:lnTo>
                  <a:lnTo>
                    <a:pt x="3896926" y="0"/>
                  </a:lnTo>
                  <a:lnTo>
                    <a:pt x="3896070" y="0"/>
                  </a:lnTo>
                  <a:lnTo>
                    <a:pt x="3895215" y="0"/>
                  </a:lnTo>
                  <a:lnTo>
                    <a:pt x="3894359" y="0"/>
                  </a:lnTo>
                  <a:lnTo>
                    <a:pt x="3893504" y="0"/>
                  </a:lnTo>
                  <a:lnTo>
                    <a:pt x="3892648" y="0"/>
                  </a:lnTo>
                  <a:lnTo>
                    <a:pt x="3891793" y="0"/>
                  </a:lnTo>
                  <a:lnTo>
                    <a:pt x="3890937" y="0"/>
                  </a:lnTo>
                  <a:lnTo>
                    <a:pt x="3890082" y="0"/>
                  </a:lnTo>
                  <a:lnTo>
                    <a:pt x="3889226" y="0"/>
                  </a:lnTo>
                  <a:lnTo>
                    <a:pt x="3888371" y="0"/>
                  </a:lnTo>
                  <a:lnTo>
                    <a:pt x="3887515" y="0"/>
                  </a:lnTo>
                  <a:lnTo>
                    <a:pt x="3886660" y="0"/>
                  </a:lnTo>
                  <a:lnTo>
                    <a:pt x="3885804" y="0"/>
                  </a:lnTo>
                  <a:lnTo>
                    <a:pt x="3884949" y="0"/>
                  </a:lnTo>
                  <a:lnTo>
                    <a:pt x="3884093" y="0"/>
                  </a:lnTo>
                  <a:lnTo>
                    <a:pt x="3883237" y="0"/>
                  </a:lnTo>
                  <a:lnTo>
                    <a:pt x="3882382" y="0"/>
                  </a:lnTo>
                  <a:lnTo>
                    <a:pt x="3881526" y="0"/>
                  </a:lnTo>
                  <a:lnTo>
                    <a:pt x="3880671" y="0"/>
                  </a:lnTo>
                  <a:lnTo>
                    <a:pt x="3879815" y="0"/>
                  </a:lnTo>
                  <a:lnTo>
                    <a:pt x="3878960" y="0"/>
                  </a:lnTo>
                  <a:lnTo>
                    <a:pt x="3878104" y="0"/>
                  </a:lnTo>
                  <a:lnTo>
                    <a:pt x="3877249" y="0"/>
                  </a:lnTo>
                  <a:lnTo>
                    <a:pt x="3876393" y="0"/>
                  </a:lnTo>
                  <a:lnTo>
                    <a:pt x="3875538" y="0"/>
                  </a:lnTo>
                  <a:lnTo>
                    <a:pt x="3874682" y="0"/>
                  </a:lnTo>
                  <a:lnTo>
                    <a:pt x="3873827" y="0"/>
                  </a:lnTo>
                  <a:lnTo>
                    <a:pt x="3872971" y="0"/>
                  </a:lnTo>
                  <a:lnTo>
                    <a:pt x="3872116" y="0"/>
                  </a:lnTo>
                  <a:lnTo>
                    <a:pt x="3871260" y="0"/>
                  </a:lnTo>
                  <a:lnTo>
                    <a:pt x="3870405" y="0"/>
                  </a:lnTo>
                  <a:lnTo>
                    <a:pt x="3869549" y="0"/>
                  </a:lnTo>
                  <a:lnTo>
                    <a:pt x="3868694" y="0"/>
                  </a:lnTo>
                  <a:lnTo>
                    <a:pt x="3867838" y="0"/>
                  </a:lnTo>
                  <a:lnTo>
                    <a:pt x="3866982" y="0"/>
                  </a:lnTo>
                  <a:lnTo>
                    <a:pt x="3866127" y="0"/>
                  </a:lnTo>
                  <a:lnTo>
                    <a:pt x="3865271" y="0"/>
                  </a:lnTo>
                  <a:lnTo>
                    <a:pt x="3864416" y="0"/>
                  </a:lnTo>
                  <a:lnTo>
                    <a:pt x="3863560" y="0"/>
                  </a:lnTo>
                  <a:lnTo>
                    <a:pt x="3862705" y="0"/>
                  </a:lnTo>
                  <a:lnTo>
                    <a:pt x="3861849" y="0"/>
                  </a:lnTo>
                  <a:lnTo>
                    <a:pt x="3860994" y="0"/>
                  </a:lnTo>
                  <a:lnTo>
                    <a:pt x="3860138" y="0"/>
                  </a:lnTo>
                  <a:lnTo>
                    <a:pt x="3859283" y="0"/>
                  </a:lnTo>
                  <a:lnTo>
                    <a:pt x="3858427" y="0"/>
                  </a:lnTo>
                  <a:lnTo>
                    <a:pt x="3857572" y="0"/>
                  </a:lnTo>
                  <a:lnTo>
                    <a:pt x="3856716" y="0"/>
                  </a:lnTo>
                  <a:lnTo>
                    <a:pt x="3855861" y="0"/>
                  </a:lnTo>
                  <a:lnTo>
                    <a:pt x="3855005" y="0"/>
                  </a:lnTo>
                  <a:lnTo>
                    <a:pt x="3854150" y="0"/>
                  </a:lnTo>
                  <a:lnTo>
                    <a:pt x="3853294" y="0"/>
                  </a:lnTo>
                  <a:lnTo>
                    <a:pt x="3852438" y="0"/>
                  </a:lnTo>
                  <a:lnTo>
                    <a:pt x="3851583" y="0"/>
                  </a:lnTo>
                  <a:lnTo>
                    <a:pt x="3850727" y="0"/>
                  </a:lnTo>
                  <a:lnTo>
                    <a:pt x="3849872" y="0"/>
                  </a:lnTo>
                  <a:lnTo>
                    <a:pt x="3849016" y="0"/>
                  </a:lnTo>
                  <a:lnTo>
                    <a:pt x="3848161" y="0"/>
                  </a:lnTo>
                  <a:lnTo>
                    <a:pt x="3847305" y="0"/>
                  </a:lnTo>
                  <a:lnTo>
                    <a:pt x="3846450" y="0"/>
                  </a:lnTo>
                  <a:lnTo>
                    <a:pt x="3845594" y="0"/>
                  </a:lnTo>
                  <a:lnTo>
                    <a:pt x="3844739" y="0"/>
                  </a:lnTo>
                  <a:lnTo>
                    <a:pt x="3843883" y="0"/>
                  </a:lnTo>
                  <a:lnTo>
                    <a:pt x="3843028" y="0"/>
                  </a:lnTo>
                  <a:lnTo>
                    <a:pt x="3842172" y="0"/>
                  </a:lnTo>
                  <a:lnTo>
                    <a:pt x="3841317" y="0"/>
                  </a:lnTo>
                  <a:lnTo>
                    <a:pt x="3840461" y="0"/>
                  </a:lnTo>
                  <a:lnTo>
                    <a:pt x="3839606" y="0"/>
                  </a:lnTo>
                  <a:lnTo>
                    <a:pt x="3838750" y="0"/>
                  </a:lnTo>
                  <a:lnTo>
                    <a:pt x="3837895" y="0"/>
                  </a:lnTo>
                  <a:lnTo>
                    <a:pt x="3837039" y="0"/>
                  </a:lnTo>
                  <a:lnTo>
                    <a:pt x="3836183" y="0"/>
                  </a:lnTo>
                  <a:lnTo>
                    <a:pt x="3835328" y="0"/>
                  </a:lnTo>
                  <a:lnTo>
                    <a:pt x="3834472" y="0"/>
                  </a:lnTo>
                  <a:lnTo>
                    <a:pt x="3833617" y="0"/>
                  </a:lnTo>
                  <a:lnTo>
                    <a:pt x="3832761" y="0"/>
                  </a:lnTo>
                  <a:lnTo>
                    <a:pt x="3831906" y="0"/>
                  </a:lnTo>
                  <a:lnTo>
                    <a:pt x="3831050" y="0"/>
                  </a:lnTo>
                  <a:lnTo>
                    <a:pt x="3830195" y="0"/>
                  </a:lnTo>
                  <a:lnTo>
                    <a:pt x="3829339" y="0"/>
                  </a:lnTo>
                  <a:lnTo>
                    <a:pt x="3828484" y="0"/>
                  </a:lnTo>
                  <a:lnTo>
                    <a:pt x="3827628" y="0"/>
                  </a:lnTo>
                  <a:lnTo>
                    <a:pt x="3826773" y="0"/>
                  </a:lnTo>
                  <a:lnTo>
                    <a:pt x="3825917" y="0"/>
                  </a:lnTo>
                  <a:lnTo>
                    <a:pt x="3825062" y="0"/>
                  </a:lnTo>
                  <a:lnTo>
                    <a:pt x="3824206" y="0"/>
                  </a:lnTo>
                  <a:lnTo>
                    <a:pt x="3823351" y="0"/>
                  </a:lnTo>
                  <a:lnTo>
                    <a:pt x="3822495" y="0"/>
                  </a:lnTo>
                  <a:lnTo>
                    <a:pt x="3821640" y="0"/>
                  </a:lnTo>
                  <a:lnTo>
                    <a:pt x="3820784" y="0"/>
                  </a:lnTo>
                  <a:lnTo>
                    <a:pt x="3819928" y="0"/>
                  </a:lnTo>
                  <a:lnTo>
                    <a:pt x="3819073" y="0"/>
                  </a:lnTo>
                  <a:lnTo>
                    <a:pt x="3818217" y="0"/>
                  </a:lnTo>
                  <a:lnTo>
                    <a:pt x="3817362" y="0"/>
                  </a:lnTo>
                  <a:lnTo>
                    <a:pt x="3816506" y="0"/>
                  </a:lnTo>
                  <a:lnTo>
                    <a:pt x="3815651" y="0"/>
                  </a:lnTo>
                  <a:lnTo>
                    <a:pt x="3814795" y="0"/>
                  </a:lnTo>
                  <a:lnTo>
                    <a:pt x="3813940" y="0"/>
                  </a:lnTo>
                  <a:lnTo>
                    <a:pt x="3813084" y="0"/>
                  </a:lnTo>
                  <a:lnTo>
                    <a:pt x="3812229" y="0"/>
                  </a:lnTo>
                  <a:lnTo>
                    <a:pt x="3811373" y="0"/>
                  </a:lnTo>
                  <a:lnTo>
                    <a:pt x="3810518" y="0"/>
                  </a:lnTo>
                  <a:lnTo>
                    <a:pt x="3809662" y="0"/>
                  </a:lnTo>
                  <a:lnTo>
                    <a:pt x="3808807" y="0"/>
                  </a:lnTo>
                  <a:lnTo>
                    <a:pt x="3807951" y="0"/>
                  </a:lnTo>
                  <a:lnTo>
                    <a:pt x="3807096" y="0"/>
                  </a:lnTo>
                  <a:lnTo>
                    <a:pt x="3806240" y="0"/>
                  </a:lnTo>
                  <a:lnTo>
                    <a:pt x="3805384" y="0"/>
                  </a:lnTo>
                  <a:lnTo>
                    <a:pt x="3804529" y="0"/>
                  </a:lnTo>
                  <a:lnTo>
                    <a:pt x="3803673" y="0"/>
                  </a:lnTo>
                  <a:lnTo>
                    <a:pt x="3802818" y="0"/>
                  </a:lnTo>
                  <a:lnTo>
                    <a:pt x="3801962" y="0"/>
                  </a:lnTo>
                  <a:lnTo>
                    <a:pt x="3801107" y="0"/>
                  </a:lnTo>
                  <a:lnTo>
                    <a:pt x="3800251" y="0"/>
                  </a:lnTo>
                  <a:lnTo>
                    <a:pt x="3799396" y="0"/>
                  </a:lnTo>
                  <a:lnTo>
                    <a:pt x="3798540" y="0"/>
                  </a:lnTo>
                  <a:lnTo>
                    <a:pt x="3797685" y="0"/>
                  </a:lnTo>
                  <a:lnTo>
                    <a:pt x="3796829" y="0"/>
                  </a:lnTo>
                  <a:lnTo>
                    <a:pt x="3795974" y="0"/>
                  </a:lnTo>
                  <a:lnTo>
                    <a:pt x="3795118" y="0"/>
                  </a:lnTo>
                  <a:lnTo>
                    <a:pt x="3794263" y="0"/>
                  </a:lnTo>
                  <a:lnTo>
                    <a:pt x="3793407" y="0"/>
                  </a:lnTo>
                  <a:lnTo>
                    <a:pt x="3792552" y="0"/>
                  </a:lnTo>
                  <a:lnTo>
                    <a:pt x="3791696" y="0"/>
                  </a:lnTo>
                  <a:lnTo>
                    <a:pt x="3790841" y="0"/>
                  </a:lnTo>
                  <a:lnTo>
                    <a:pt x="3789985" y="0"/>
                  </a:lnTo>
                  <a:lnTo>
                    <a:pt x="3789129" y="0"/>
                  </a:lnTo>
                  <a:lnTo>
                    <a:pt x="3788274" y="0"/>
                  </a:lnTo>
                  <a:lnTo>
                    <a:pt x="3787418" y="0"/>
                  </a:lnTo>
                  <a:lnTo>
                    <a:pt x="3786563" y="0"/>
                  </a:lnTo>
                  <a:lnTo>
                    <a:pt x="3785707" y="0"/>
                  </a:lnTo>
                  <a:lnTo>
                    <a:pt x="3784852" y="0"/>
                  </a:lnTo>
                  <a:lnTo>
                    <a:pt x="3783996" y="0"/>
                  </a:lnTo>
                  <a:lnTo>
                    <a:pt x="3783141" y="0"/>
                  </a:lnTo>
                  <a:lnTo>
                    <a:pt x="3782285" y="0"/>
                  </a:lnTo>
                  <a:lnTo>
                    <a:pt x="3781430" y="0"/>
                  </a:lnTo>
                  <a:lnTo>
                    <a:pt x="3780574" y="0"/>
                  </a:lnTo>
                  <a:lnTo>
                    <a:pt x="3779719" y="0"/>
                  </a:lnTo>
                  <a:lnTo>
                    <a:pt x="3778863" y="0"/>
                  </a:lnTo>
                  <a:lnTo>
                    <a:pt x="3778008" y="0"/>
                  </a:lnTo>
                  <a:lnTo>
                    <a:pt x="3777152" y="0"/>
                  </a:lnTo>
                  <a:lnTo>
                    <a:pt x="3776297" y="0"/>
                  </a:lnTo>
                  <a:lnTo>
                    <a:pt x="3775441" y="0"/>
                  </a:lnTo>
                  <a:lnTo>
                    <a:pt x="3774586" y="0"/>
                  </a:lnTo>
                  <a:lnTo>
                    <a:pt x="3773730" y="0"/>
                  </a:lnTo>
                  <a:lnTo>
                    <a:pt x="3772874" y="0"/>
                  </a:lnTo>
                  <a:lnTo>
                    <a:pt x="3772019" y="0"/>
                  </a:lnTo>
                  <a:lnTo>
                    <a:pt x="3771163" y="0"/>
                  </a:lnTo>
                  <a:lnTo>
                    <a:pt x="3770308" y="0"/>
                  </a:lnTo>
                  <a:lnTo>
                    <a:pt x="3769452" y="0"/>
                  </a:lnTo>
                  <a:lnTo>
                    <a:pt x="3768597" y="0"/>
                  </a:lnTo>
                  <a:lnTo>
                    <a:pt x="3767741" y="0"/>
                  </a:lnTo>
                  <a:lnTo>
                    <a:pt x="3766886" y="0"/>
                  </a:lnTo>
                  <a:lnTo>
                    <a:pt x="3766030" y="0"/>
                  </a:lnTo>
                  <a:lnTo>
                    <a:pt x="3765175" y="0"/>
                  </a:lnTo>
                  <a:lnTo>
                    <a:pt x="3764319" y="0"/>
                  </a:lnTo>
                  <a:lnTo>
                    <a:pt x="3763464" y="0"/>
                  </a:lnTo>
                  <a:lnTo>
                    <a:pt x="3762608" y="0"/>
                  </a:lnTo>
                  <a:lnTo>
                    <a:pt x="3761753" y="0"/>
                  </a:lnTo>
                  <a:lnTo>
                    <a:pt x="3760897" y="0"/>
                  </a:lnTo>
                  <a:lnTo>
                    <a:pt x="3760042" y="0"/>
                  </a:lnTo>
                  <a:lnTo>
                    <a:pt x="3759186" y="0"/>
                  </a:lnTo>
                  <a:lnTo>
                    <a:pt x="3758331" y="0"/>
                  </a:lnTo>
                  <a:lnTo>
                    <a:pt x="3757475" y="0"/>
                  </a:lnTo>
                  <a:lnTo>
                    <a:pt x="3756619" y="0"/>
                  </a:lnTo>
                  <a:lnTo>
                    <a:pt x="3755764" y="0"/>
                  </a:lnTo>
                  <a:lnTo>
                    <a:pt x="3754908" y="0"/>
                  </a:lnTo>
                  <a:lnTo>
                    <a:pt x="3754053" y="0"/>
                  </a:lnTo>
                  <a:lnTo>
                    <a:pt x="3753197" y="0"/>
                  </a:lnTo>
                  <a:lnTo>
                    <a:pt x="3752342" y="0"/>
                  </a:lnTo>
                  <a:lnTo>
                    <a:pt x="3751486" y="0"/>
                  </a:lnTo>
                  <a:lnTo>
                    <a:pt x="3750631" y="0"/>
                  </a:lnTo>
                  <a:lnTo>
                    <a:pt x="3749775" y="0"/>
                  </a:lnTo>
                  <a:lnTo>
                    <a:pt x="3748920" y="0"/>
                  </a:lnTo>
                  <a:lnTo>
                    <a:pt x="3748064" y="0"/>
                  </a:lnTo>
                  <a:lnTo>
                    <a:pt x="3747209" y="0"/>
                  </a:lnTo>
                  <a:lnTo>
                    <a:pt x="3746353" y="0"/>
                  </a:lnTo>
                  <a:lnTo>
                    <a:pt x="3745498" y="0"/>
                  </a:lnTo>
                  <a:lnTo>
                    <a:pt x="3744642" y="0"/>
                  </a:lnTo>
                  <a:lnTo>
                    <a:pt x="3743787" y="0"/>
                  </a:lnTo>
                  <a:lnTo>
                    <a:pt x="3742931" y="0"/>
                  </a:lnTo>
                  <a:lnTo>
                    <a:pt x="3742075" y="0"/>
                  </a:lnTo>
                  <a:lnTo>
                    <a:pt x="3741220" y="0"/>
                  </a:lnTo>
                  <a:lnTo>
                    <a:pt x="3740364" y="0"/>
                  </a:lnTo>
                  <a:lnTo>
                    <a:pt x="3739509" y="0"/>
                  </a:lnTo>
                  <a:lnTo>
                    <a:pt x="3738653" y="0"/>
                  </a:lnTo>
                  <a:lnTo>
                    <a:pt x="3737798" y="0"/>
                  </a:lnTo>
                  <a:lnTo>
                    <a:pt x="3736942" y="0"/>
                  </a:lnTo>
                  <a:lnTo>
                    <a:pt x="3736087" y="0"/>
                  </a:lnTo>
                  <a:lnTo>
                    <a:pt x="3735231" y="0"/>
                  </a:lnTo>
                  <a:lnTo>
                    <a:pt x="3734376" y="0"/>
                  </a:lnTo>
                  <a:lnTo>
                    <a:pt x="3733520" y="0"/>
                  </a:lnTo>
                  <a:lnTo>
                    <a:pt x="3732665" y="0"/>
                  </a:lnTo>
                  <a:lnTo>
                    <a:pt x="3731809" y="0"/>
                  </a:lnTo>
                  <a:lnTo>
                    <a:pt x="3730954" y="0"/>
                  </a:lnTo>
                  <a:lnTo>
                    <a:pt x="3730098" y="0"/>
                  </a:lnTo>
                  <a:lnTo>
                    <a:pt x="3729243" y="0"/>
                  </a:lnTo>
                  <a:lnTo>
                    <a:pt x="3728387" y="0"/>
                  </a:lnTo>
                  <a:lnTo>
                    <a:pt x="3727532" y="0"/>
                  </a:lnTo>
                  <a:lnTo>
                    <a:pt x="3726676" y="0"/>
                  </a:lnTo>
                  <a:lnTo>
                    <a:pt x="3725820" y="0"/>
                  </a:lnTo>
                  <a:lnTo>
                    <a:pt x="3724965" y="0"/>
                  </a:lnTo>
                  <a:lnTo>
                    <a:pt x="3724109" y="0"/>
                  </a:lnTo>
                  <a:lnTo>
                    <a:pt x="3723254" y="0"/>
                  </a:lnTo>
                  <a:lnTo>
                    <a:pt x="3722398" y="0"/>
                  </a:lnTo>
                  <a:lnTo>
                    <a:pt x="3721543" y="0"/>
                  </a:lnTo>
                  <a:lnTo>
                    <a:pt x="3720687" y="0"/>
                  </a:lnTo>
                  <a:lnTo>
                    <a:pt x="3719832" y="0"/>
                  </a:lnTo>
                  <a:lnTo>
                    <a:pt x="3718976" y="0"/>
                  </a:lnTo>
                  <a:lnTo>
                    <a:pt x="3718121" y="0"/>
                  </a:lnTo>
                  <a:lnTo>
                    <a:pt x="3717265" y="0"/>
                  </a:lnTo>
                  <a:lnTo>
                    <a:pt x="3716410" y="0"/>
                  </a:lnTo>
                  <a:lnTo>
                    <a:pt x="3715554" y="0"/>
                  </a:lnTo>
                  <a:lnTo>
                    <a:pt x="3714699" y="0"/>
                  </a:lnTo>
                  <a:lnTo>
                    <a:pt x="3713843" y="0"/>
                  </a:lnTo>
                  <a:lnTo>
                    <a:pt x="3712988" y="0"/>
                  </a:lnTo>
                  <a:lnTo>
                    <a:pt x="3712132" y="0"/>
                  </a:lnTo>
                  <a:lnTo>
                    <a:pt x="3711277" y="0"/>
                  </a:lnTo>
                  <a:lnTo>
                    <a:pt x="3710421" y="0"/>
                  </a:lnTo>
                  <a:lnTo>
                    <a:pt x="3709565" y="0"/>
                  </a:lnTo>
                  <a:lnTo>
                    <a:pt x="3708710" y="0"/>
                  </a:lnTo>
                  <a:lnTo>
                    <a:pt x="3707854" y="0"/>
                  </a:lnTo>
                  <a:lnTo>
                    <a:pt x="3706999" y="0"/>
                  </a:lnTo>
                  <a:lnTo>
                    <a:pt x="3706143" y="0"/>
                  </a:lnTo>
                  <a:lnTo>
                    <a:pt x="3705288" y="0"/>
                  </a:lnTo>
                  <a:lnTo>
                    <a:pt x="3704432" y="0"/>
                  </a:lnTo>
                  <a:lnTo>
                    <a:pt x="3703577" y="0"/>
                  </a:lnTo>
                  <a:lnTo>
                    <a:pt x="3702721" y="0"/>
                  </a:lnTo>
                  <a:lnTo>
                    <a:pt x="3701866" y="0"/>
                  </a:lnTo>
                  <a:lnTo>
                    <a:pt x="3701010" y="0"/>
                  </a:lnTo>
                  <a:lnTo>
                    <a:pt x="3700155" y="0"/>
                  </a:lnTo>
                  <a:lnTo>
                    <a:pt x="3699299" y="0"/>
                  </a:lnTo>
                  <a:lnTo>
                    <a:pt x="3698444" y="0"/>
                  </a:lnTo>
                  <a:lnTo>
                    <a:pt x="3697588" y="0"/>
                  </a:lnTo>
                  <a:lnTo>
                    <a:pt x="3696733" y="0"/>
                  </a:lnTo>
                  <a:lnTo>
                    <a:pt x="3695877" y="0"/>
                  </a:lnTo>
                  <a:lnTo>
                    <a:pt x="3695021" y="0"/>
                  </a:lnTo>
                  <a:lnTo>
                    <a:pt x="3694166" y="0"/>
                  </a:lnTo>
                  <a:lnTo>
                    <a:pt x="3693310" y="0"/>
                  </a:lnTo>
                  <a:lnTo>
                    <a:pt x="3692455" y="0"/>
                  </a:lnTo>
                  <a:lnTo>
                    <a:pt x="3691599" y="0"/>
                  </a:lnTo>
                  <a:lnTo>
                    <a:pt x="3690744" y="0"/>
                  </a:lnTo>
                  <a:lnTo>
                    <a:pt x="3689888" y="0"/>
                  </a:lnTo>
                  <a:lnTo>
                    <a:pt x="3689033" y="0"/>
                  </a:lnTo>
                  <a:lnTo>
                    <a:pt x="3688177" y="0"/>
                  </a:lnTo>
                  <a:lnTo>
                    <a:pt x="3687322" y="0"/>
                  </a:lnTo>
                  <a:lnTo>
                    <a:pt x="3686466" y="0"/>
                  </a:lnTo>
                  <a:lnTo>
                    <a:pt x="3685611" y="0"/>
                  </a:lnTo>
                  <a:lnTo>
                    <a:pt x="3684755" y="0"/>
                  </a:lnTo>
                  <a:lnTo>
                    <a:pt x="3683900" y="0"/>
                  </a:lnTo>
                  <a:lnTo>
                    <a:pt x="3683044" y="0"/>
                  </a:lnTo>
                  <a:lnTo>
                    <a:pt x="3682189" y="0"/>
                  </a:lnTo>
                  <a:lnTo>
                    <a:pt x="3681333" y="0"/>
                  </a:lnTo>
                  <a:lnTo>
                    <a:pt x="3680478" y="0"/>
                  </a:lnTo>
                  <a:lnTo>
                    <a:pt x="3679622" y="0"/>
                  </a:lnTo>
                  <a:lnTo>
                    <a:pt x="3678766" y="0"/>
                  </a:lnTo>
                  <a:lnTo>
                    <a:pt x="3677911" y="0"/>
                  </a:lnTo>
                  <a:lnTo>
                    <a:pt x="3677055" y="0"/>
                  </a:lnTo>
                  <a:lnTo>
                    <a:pt x="3676200" y="0"/>
                  </a:lnTo>
                  <a:lnTo>
                    <a:pt x="3675344" y="0"/>
                  </a:lnTo>
                  <a:lnTo>
                    <a:pt x="3674489" y="0"/>
                  </a:lnTo>
                  <a:lnTo>
                    <a:pt x="3673633" y="0"/>
                  </a:lnTo>
                  <a:lnTo>
                    <a:pt x="3672778" y="0"/>
                  </a:lnTo>
                  <a:lnTo>
                    <a:pt x="3671922" y="0"/>
                  </a:lnTo>
                  <a:lnTo>
                    <a:pt x="3671067" y="0"/>
                  </a:lnTo>
                  <a:lnTo>
                    <a:pt x="3670211" y="0"/>
                  </a:lnTo>
                  <a:lnTo>
                    <a:pt x="3669356" y="0"/>
                  </a:lnTo>
                  <a:lnTo>
                    <a:pt x="3668500" y="0"/>
                  </a:lnTo>
                  <a:lnTo>
                    <a:pt x="3667645" y="0"/>
                  </a:lnTo>
                  <a:lnTo>
                    <a:pt x="3666789" y="0"/>
                  </a:lnTo>
                  <a:lnTo>
                    <a:pt x="3665934" y="0"/>
                  </a:lnTo>
                  <a:lnTo>
                    <a:pt x="3665078" y="0"/>
                  </a:lnTo>
                  <a:lnTo>
                    <a:pt x="3664223" y="0"/>
                  </a:lnTo>
                  <a:lnTo>
                    <a:pt x="3663367" y="0"/>
                  </a:lnTo>
                  <a:lnTo>
                    <a:pt x="3662511" y="0"/>
                  </a:lnTo>
                  <a:lnTo>
                    <a:pt x="3661656" y="0"/>
                  </a:lnTo>
                  <a:lnTo>
                    <a:pt x="3660800" y="0"/>
                  </a:lnTo>
                  <a:lnTo>
                    <a:pt x="3659945" y="0"/>
                  </a:lnTo>
                  <a:lnTo>
                    <a:pt x="3659089" y="0"/>
                  </a:lnTo>
                  <a:lnTo>
                    <a:pt x="3658234" y="0"/>
                  </a:lnTo>
                  <a:lnTo>
                    <a:pt x="3657378" y="0"/>
                  </a:lnTo>
                  <a:lnTo>
                    <a:pt x="3656523" y="0"/>
                  </a:lnTo>
                  <a:lnTo>
                    <a:pt x="3655667" y="0"/>
                  </a:lnTo>
                  <a:lnTo>
                    <a:pt x="3654812" y="0"/>
                  </a:lnTo>
                  <a:lnTo>
                    <a:pt x="3653956" y="0"/>
                  </a:lnTo>
                  <a:lnTo>
                    <a:pt x="3653101" y="0"/>
                  </a:lnTo>
                  <a:lnTo>
                    <a:pt x="3652245" y="0"/>
                  </a:lnTo>
                  <a:lnTo>
                    <a:pt x="3651390" y="0"/>
                  </a:lnTo>
                  <a:lnTo>
                    <a:pt x="3650534" y="0"/>
                  </a:lnTo>
                  <a:lnTo>
                    <a:pt x="3649679" y="0"/>
                  </a:lnTo>
                  <a:lnTo>
                    <a:pt x="3648823" y="0"/>
                  </a:lnTo>
                  <a:lnTo>
                    <a:pt x="3647967" y="0"/>
                  </a:lnTo>
                  <a:lnTo>
                    <a:pt x="3647112" y="0"/>
                  </a:lnTo>
                  <a:lnTo>
                    <a:pt x="3646256" y="0"/>
                  </a:lnTo>
                  <a:lnTo>
                    <a:pt x="3645401" y="0"/>
                  </a:lnTo>
                  <a:lnTo>
                    <a:pt x="3644545" y="0"/>
                  </a:lnTo>
                  <a:lnTo>
                    <a:pt x="3643690" y="0"/>
                  </a:lnTo>
                  <a:lnTo>
                    <a:pt x="3642834" y="0"/>
                  </a:lnTo>
                  <a:lnTo>
                    <a:pt x="3641979" y="0"/>
                  </a:lnTo>
                  <a:lnTo>
                    <a:pt x="3641123" y="0"/>
                  </a:lnTo>
                  <a:lnTo>
                    <a:pt x="3640268" y="0"/>
                  </a:lnTo>
                  <a:lnTo>
                    <a:pt x="3639412" y="0"/>
                  </a:lnTo>
                  <a:lnTo>
                    <a:pt x="3638557" y="0"/>
                  </a:lnTo>
                  <a:lnTo>
                    <a:pt x="3637701" y="0"/>
                  </a:lnTo>
                  <a:lnTo>
                    <a:pt x="3636846" y="0"/>
                  </a:lnTo>
                  <a:lnTo>
                    <a:pt x="3635990" y="0"/>
                  </a:lnTo>
                  <a:lnTo>
                    <a:pt x="3635135" y="0"/>
                  </a:lnTo>
                  <a:lnTo>
                    <a:pt x="3634279" y="0"/>
                  </a:lnTo>
                  <a:lnTo>
                    <a:pt x="3633424" y="0"/>
                  </a:lnTo>
                  <a:lnTo>
                    <a:pt x="3632568" y="0"/>
                  </a:lnTo>
                  <a:lnTo>
                    <a:pt x="3631712" y="0"/>
                  </a:lnTo>
                  <a:lnTo>
                    <a:pt x="3630857" y="0"/>
                  </a:lnTo>
                  <a:lnTo>
                    <a:pt x="3630001" y="0"/>
                  </a:lnTo>
                  <a:lnTo>
                    <a:pt x="3629146" y="0"/>
                  </a:lnTo>
                  <a:lnTo>
                    <a:pt x="3628290" y="0"/>
                  </a:lnTo>
                  <a:lnTo>
                    <a:pt x="3627435" y="0"/>
                  </a:lnTo>
                  <a:lnTo>
                    <a:pt x="3626579" y="0"/>
                  </a:lnTo>
                  <a:lnTo>
                    <a:pt x="3625724" y="0"/>
                  </a:lnTo>
                  <a:lnTo>
                    <a:pt x="3624868" y="0"/>
                  </a:lnTo>
                  <a:lnTo>
                    <a:pt x="3624013" y="0"/>
                  </a:lnTo>
                  <a:lnTo>
                    <a:pt x="3623157" y="0"/>
                  </a:lnTo>
                  <a:lnTo>
                    <a:pt x="3622302" y="0"/>
                  </a:lnTo>
                  <a:lnTo>
                    <a:pt x="3621446" y="0"/>
                  </a:lnTo>
                  <a:lnTo>
                    <a:pt x="3620591" y="0"/>
                  </a:lnTo>
                  <a:lnTo>
                    <a:pt x="3619735" y="0"/>
                  </a:lnTo>
                  <a:lnTo>
                    <a:pt x="3618880" y="0"/>
                  </a:lnTo>
                  <a:lnTo>
                    <a:pt x="3618024" y="0"/>
                  </a:lnTo>
                  <a:lnTo>
                    <a:pt x="3617169" y="0"/>
                  </a:lnTo>
                  <a:lnTo>
                    <a:pt x="3616313" y="0"/>
                  </a:lnTo>
                  <a:lnTo>
                    <a:pt x="3615457" y="0"/>
                  </a:lnTo>
                  <a:lnTo>
                    <a:pt x="3614602" y="0"/>
                  </a:lnTo>
                  <a:lnTo>
                    <a:pt x="3613746" y="0"/>
                  </a:lnTo>
                  <a:lnTo>
                    <a:pt x="3612891" y="0"/>
                  </a:lnTo>
                  <a:lnTo>
                    <a:pt x="3612035" y="0"/>
                  </a:lnTo>
                  <a:lnTo>
                    <a:pt x="3611180" y="0"/>
                  </a:lnTo>
                  <a:lnTo>
                    <a:pt x="3610324" y="0"/>
                  </a:lnTo>
                  <a:lnTo>
                    <a:pt x="3609469" y="0"/>
                  </a:lnTo>
                  <a:lnTo>
                    <a:pt x="3608613" y="0"/>
                  </a:lnTo>
                  <a:lnTo>
                    <a:pt x="3607758" y="0"/>
                  </a:lnTo>
                  <a:lnTo>
                    <a:pt x="3606902" y="0"/>
                  </a:lnTo>
                  <a:lnTo>
                    <a:pt x="3606047" y="0"/>
                  </a:lnTo>
                  <a:lnTo>
                    <a:pt x="3605191" y="0"/>
                  </a:lnTo>
                  <a:lnTo>
                    <a:pt x="3604336" y="0"/>
                  </a:lnTo>
                  <a:lnTo>
                    <a:pt x="3603480" y="0"/>
                  </a:lnTo>
                  <a:lnTo>
                    <a:pt x="3602625" y="0"/>
                  </a:lnTo>
                  <a:lnTo>
                    <a:pt x="3601769" y="0"/>
                  </a:lnTo>
                  <a:lnTo>
                    <a:pt x="3600913" y="0"/>
                  </a:lnTo>
                  <a:lnTo>
                    <a:pt x="3600058" y="0"/>
                  </a:lnTo>
                  <a:lnTo>
                    <a:pt x="3599202" y="0"/>
                  </a:lnTo>
                  <a:lnTo>
                    <a:pt x="3598347" y="0"/>
                  </a:lnTo>
                  <a:lnTo>
                    <a:pt x="3597491" y="0"/>
                  </a:lnTo>
                  <a:lnTo>
                    <a:pt x="3596636" y="0"/>
                  </a:lnTo>
                  <a:lnTo>
                    <a:pt x="3595780" y="0"/>
                  </a:lnTo>
                  <a:lnTo>
                    <a:pt x="3594925" y="0"/>
                  </a:lnTo>
                  <a:lnTo>
                    <a:pt x="3594069" y="0"/>
                  </a:lnTo>
                  <a:lnTo>
                    <a:pt x="3593214" y="0"/>
                  </a:lnTo>
                  <a:lnTo>
                    <a:pt x="3592358" y="0"/>
                  </a:lnTo>
                  <a:lnTo>
                    <a:pt x="3591503" y="0"/>
                  </a:lnTo>
                  <a:lnTo>
                    <a:pt x="3590647" y="0"/>
                  </a:lnTo>
                  <a:lnTo>
                    <a:pt x="3589792" y="0"/>
                  </a:lnTo>
                  <a:lnTo>
                    <a:pt x="3588936" y="0"/>
                  </a:lnTo>
                  <a:lnTo>
                    <a:pt x="3588081" y="0"/>
                  </a:lnTo>
                  <a:lnTo>
                    <a:pt x="3587225" y="0"/>
                  </a:lnTo>
                  <a:lnTo>
                    <a:pt x="3586370" y="0"/>
                  </a:lnTo>
                  <a:lnTo>
                    <a:pt x="3585514" y="0"/>
                  </a:lnTo>
                  <a:lnTo>
                    <a:pt x="3584658" y="0"/>
                  </a:lnTo>
                  <a:lnTo>
                    <a:pt x="3583803" y="0"/>
                  </a:lnTo>
                  <a:lnTo>
                    <a:pt x="3582947" y="0"/>
                  </a:lnTo>
                  <a:lnTo>
                    <a:pt x="3582092" y="0"/>
                  </a:lnTo>
                  <a:lnTo>
                    <a:pt x="3581236" y="0"/>
                  </a:lnTo>
                  <a:lnTo>
                    <a:pt x="3580381" y="0"/>
                  </a:lnTo>
                  <a:lnTo>
                    <a:pt x="3579525" y="0"/>
                  </a:lnTo>
                  <a:lnTo>
                    <a:pt x="3578670" y="0"/>
                  </a:lnTo>
                  <a:lnTo>
                    <a:pt x="3577814" y="0"/>
                  </a:lnTo>
                  <a:lnTo>
                    <a:pt x="3576959" y="0"/>
                  </a:lnTo>
                  <a:lnTo>
                    <a:pt x="3576103" y="0"/>
                  </a:lnTo>
                  <a:lnTo>
                    <a:pt x="3575248" y="0"/>
                  </a:lnTo>
                  <a:lnTo>
                    <a:pt x="3574392" y="0"/>
                  </a:lnTo>
                  <a:lnTo>
                    <a:pt x="3573537" y="0"/>
                  </a:lnTo>
                  <a:lnTo>
                    <a:pt x="3572681" y="0"/>
                  </a:lnTo>
                  <a:lnTo>
                    <a:pt x="3571826" y="0"/>
                  </a:lnTo>
                  <a:lnTo>
                    <a:pt x="3570970" y="0"/>
                  </a:lnTo>
                  <a:lnTo>
                    <a:pt x="3570115" y="0"/>
                  </a:lnTo>
                  <a:lnTo>
                    <a:pt x="3569259" y="0"/>
                  </a:lnTo>
                  <a:lnTo>
                    <a:pt x="3568403" y="0"/>
                  </a:lnTo>
                  <a:lnTo>
                    <a:pt x="3567548" y="0"/>
                  </a:lnTo>
                  <a:lnTo>
                    <a:pt x="3566692" y="0"/>
                  </a:lnTo>
                  <a:lnTo>
                    <a:pt x="3565837" y="0"/>
                  </a:lnTo>
                  <a:lnTo>
                    <a:pt x="3564981" y="0"/>
                  </a:lnTo>
                  <a:lnTo>
                    <a:pt x="3564126" y="0"/>
                  </a:lnTo>
                  <a:lnTo>
                    <a:pt x="3563270" y="0"/>
                  </a:lnTo>
                  <a:lnTo>
                    <a:pt x="3562415" y="0"/>
                  </a:lnTo>
                  <a:lnTo>
                    <a:pt x="3561559" y="0"/>
                  </a:lnTo>
                  <a:lnTo>
                    <a:pt x="3560704" y="0"/>
                  </a:lnTo>
                  <a:lnTo>
                    <a:pt x="3559848" y="0"/>
                  </a:lnTo>
                  <a:lnTo>
                    <a:pt x="3558993" y="0"/>
                  </a:lnTo>
                  <a:lnTo>
                    <a:pt x="3558137" y="0"/>
                  </a:lnTo>
                  <a:lnTo>
                    <a:pt x="3557282" y="0"/>
                  </a:lnTo>
                  <a:lnTo>
                    <a:pt x="3556426" y="0"/>
                  </a:lnTo>
                  <a:lnTo>
                    <a:pt x="3555571" y="0"/>
                  </a:lnTo>
                  <a:lnTo>
                    <a:pt x="3554715" y="0"/>
                  </a:lnTo>
                  <a:lnTo>
                    <a:pt x="3553859" y="0"/>
                  </a:lnTo>
                  <a:lnTo>
                    <a:pt x="3553004" y="0"/>
                  </a:lnTo>
                  <a:lnTo>
                    <a:pt x="3552148" y="0"/>
                  </a:lnTo>
                  <a:lnTo>
                    <a:pt x="3551293" y="0"/>
                  </a:lnTo>
                  <a:lnTo>
                    <a:pt x="3550437" y="0"/>
                  </a:lnTo>
                  <a:lnTo>
                    <a:pt x="3549582" y="0"/>
                  </a:lnTo>
                  <a:lnTo>
                    <a:pt x="3548726" y="0"/>
                  </a:lnTo>
                  <a:lnTo>
                    <a:pt x="3547871" y="0"/>
                  </a:lnTo>
                  <a:lnTo>
                    <a:pt x="3547015" y="0"/>
                  </a:lnTo>
                  <a:lnTo>
                    <a:pt x="3546160" y="0"/>
                  </a:lnTo>
                  <a:lnTo>
                    <a:pt x="3545304" y="0"/>
                  </a:lnTo>
                  <a:lnTo>
                    <a:pt x="3544449" y="0"/>
                  </a:lnTo>
                  <a:lnTo>
                    <a:pt x="3543593" y="0"/>
                  </a:lnTo>
                  <a:lnTo>
                    <a:pt x="3542738" y="0"/>
                  </a:lnTo>
                  <a:lnTo>
                    <a:pt x="3541882" y="0"/>
                  </a:lnTo>
                  <a:lnTo>
                    <a:pt x="3541027" y="0"/>
                  </a:lnTo>
                  <a:lnTo>
                    <a:pt x="3540171" y="0"/>
                  </a:lnTo>
                  <a:lnTo>
                    <a:pt x="3539316" y="0"/>
                  </a:lnTo>
                  <a:lnTo>
                    <a:pt x="3538460" y="0"/>
                  </a:lnTo>
                  <a:lnTo>
                    <a:pt x="3537604" y="0"/>
                  </a:lnTo>
                  <a:lnTo>
                    <a:pt x="3536749" y="0"/>
                  </a:lnTo>
                  <a:lnTo>
                    <a:pt x="3535893" y="0"/>
                  </a:lnTo>
                  <a:lnTo>
                    <a:pt x="3535038" y="0"/>
                  </a:lnTo>
                  <a:lnTo>
                    <a:pt x="3534182" y="0"/>
                  </a:lnTo>
                  <a:lnTo>
                    <a:pt x="3533327" y="0"/>
                  </a:lnTo>
                  <a:lnTo>
                    <a:pt x="3532471" y="0"/>
                  </a:lnTo>
                  <a:lnTo>
                    <a:pt x="3531616" y="0"/>
                  </a:lnTo>
                  <a:lnTo>
                    <a:pt x="3530760" y="0"/>
                  </a:lnTo>
                  <a:lnTo>
                    <a:pt x="3529905" y="0"/>
                  </a:lnTo>
                  <a:lnTo>
                    <a:pt x="3529049" y="0"/>
                  </a:lnTo>
                  <a:lnTo>
                    <a:pt x="3528194" y="0"/>
                  </a:lnTo>
                  <a:lnTo>
                    <a:pt x="3527338" y="0"/>
                  </a:lnTo>
                  <a:lnTo>
                    <a:pt x="3526483" y="0"/>
                  </a:lnTo>
                  <a:lnTo>
                    <a:pt x="3525627" y="0"/>
                  </a:lnTo>
                  <a:lnTo>
                    <a:pt x="3524772" y="0"/>
                  </a:lnTo>
                  <a:lnTo>
                    <a:pt x="3523916" y="0"/>
                  </a:lnTo>
                  <a:lnTo>
                    <a:pt x="3523061" y="0"/>
                  </a:lnTo>
                  <a:lnTo>
                    <a:pt x="3522205" y="0"/>
                  </a:lnTo>
                  <a:lnTo>
                    <a:pt x="3521349" y="0"/>
                  </a:lnTo>
                  <a:lnTo>
                    <a:pt x="3520494" y="0"/>
                  </a:lnTo>
                  <a:lnTo>
                    <a:pt x="3519638" y="0"/>
                  </a:lnTo>
                  <a:lnTo>
                    <a:pt x="3518783" y="0"/>
                  </a:lnTo>
                  <a:lnTo>
                    <a:pt x="3517927" y="0"/>
                  </a:lnTo>
                  <a:lnTo>
                    <a:pt x="3517072" y="0"/>
                  </a:lnTo>
                  <a:lnTo>
                    <a:pt x="3516216" y="0"/>
                  </a:lnTo>
                  <a:lnTo>
                    <a:pt x="3515361" y="0"/>
                  </a:lnTo>
                  <a:lnTo>
                    <a:pt x="3514505" y="0"/>
                  </a:lnTo>
                  <a:lnTo>
                    <a:pt x="3513650" y="0"/>
                  </a:lnTo>
                  <a:lnTo>
                    <a:pt x="3512794" y="0"/>
                  </a:lnTo>
                  <a:lnTo>
                    <a:pt x="3511939" y="0"/>
                  </a:lnTo>
                  <a:lnTo>
                    <a:pt x="3511083" y="0"/>
                  </a:lnTo>
                  <a:lnTo>
                    <a:pt x="3510228" y="0"/>
                  </a:lnTo>
                  <a:lnTo>
                    <a:pt x="3509372" y="0"/>
                  </a:lnTo>
                  <a:lnTo>
                    <a:pt x="3508517" y="0"/>
                  </a:lnTo>
                  <a:lnTo>
                    <a:pt x="3507661" y="0"/>
                  </a:lnTo>
                  <a:lnTo>
                    <a:pt x="3506806" y="0"/>
                  </a:lnTo>
                  <a:lnTo>
                    <a:pt x="3505950" y="0"/>
                  </a:lnTo>
                  <a:lnTo>
                    <a:pt x="3505094" y="0"/>
                  </a:lnTo>
                  <a:lnTo>
                    <a:pt x="3504239" y="0"/>
                  </a:lnTo>
                  <a:lnTo>
                    <a:pt x="3503383" y="0"/>
                  </a:lnTo>
                  <a:lnTo>
                    <a:pt x="3502528" y="0"/>
                  </a:lnTo>
                  <a:lnTo>
                    <a:pt x="3501672" y="0"/>
                  </a:lnTo>
                  <a:lnTo>
                    <a:pt x="3500817" y="0"/>
                  </a:lnTo>
                  <a:lnTo>
                    <a:pt x="3499961" y="0"/>
                  </a:lnTo>
                  <a:lnTo>
                    <a:pt x="3499106" y="0"/>
                  </a:lnTo>
                  <a:lnTo>
                    <a:pt x="3498250" y="0"/>
                  </a:lnTo>
                  <a:lnTo>
                    <a:pt x="3497395" y="0"/>
                  </a:lnTo>
                  <a:lnTo>
                    <a:pt x="3496539" y="0"/>
                  </a:lnTo>
                  <a:lnTo>
                    <a:pt x="3495684" y="0"/>
                  </a:lnTo>
                  <a:lnTo>
                    <a:pt x="3494828" y="0"/>
                  </a:lnTo>
                  <a:lnTo>
                    <a:pt x="3493973" y="0"/>
                  </a:lnTo>
                  <a:lnTo>
                    <a:pt x="3493117" y="0"/>
                  </a:lnTo>
                  <a:lnTo>
                    <a:pt x="3492262" y="0"/>
                  </a:lnTo>
                  <a:lnTo>
                    <a:pt x="3491406" y="0"/>
                  </a:lnTo>
                  <a:lnTo>
                    <a:pt x="3490550" y="0"/>
                  </a:lnTo>
                  <a:lnTo>
                    <a:pt x="3489695" y="0"/>
                  </a:lnTo>
                  <a:lnTo>
                    <a:pt x="3488839" y="0"/>
                  </a:lnTo>
                  <a:lnTo>
                    <a:pt x="3487984" y="0"/>
                  </a:lnTo>
                  <a:lnTo>
                    <a:pt x="3487128" y="0"/>
                  </a:lnTo>
                  <a:lnTo>
                    <a:pt x="3486273" y="0"/>
                  </a:lnTo>
                  <a:lnTo>
                    <a:pt x="3485417" y="0"/>
                  </a:lnTo>
                  <a:lnTo>
                    <a:pt x="3484562" y="0"/>
                  </a:lnTo>
                  <a:lnTo>
                    <a:pt x="3483706" y="0"/>
                  </a:lnTo>
                  <a:lnTo>
                    <a:pt x="3482851" y="0"/>
                  </a:lnTo>
                  <a:lnTo>
                    <a:pt x="3481995" y="0"/>
                  </a:lnTo>
                  <a:lnTo>
                    <a:pt x="3481140" y="0"/>
                  </a:lnTo>
                  <a:lnTo>
                    <a:pt x="3480284" y="0"/>
                  </a:lnTo>
                  <a:lnTo>
                    <a:pt x="3479429" y="0"/>
                  </a:lnTo>
                  <a:lnTo>
                    <a:pt x="3478573" y="0"/>
                  </a:lnTo>
                  <a:lnTo>
                    <a:pt x="3477718" y="0"/>
                  </a:lnTo>
                  <a:lnTo>
                    <a:pt x="3476862" y="0"/>
                  </a:lnTo>
                  <a:lnTo>
                    <a:pt x="3476007" y="0"/>
                  </a:lnTo>
                  <a:lnTo>
                    <a:pt x="3475151" y="0"/>
                  </a:lnTo>
                  <a:lnTo>
                    <a:pt x="3474295" y="0"/>
                  </a:lnTo>
                  <a:lnTo>
                    <a:pt x="3473440" y="0"/>
                  </a:lnTo>
                  <a:lnTo>
                    <a:pt x="3472584" y="0"/>
                  </a:lnTo>
                  <a:lnTo>
                    <a:pt x="3471729" y="0"/>
                  </a:lnTo>
                  <a:lnTo>
                    <a:pt x="3470873" y="0"/>
                  </a:lnTo>
                  <a:lnTo>
                    <a:pt x="3470018" y="0"/>
                  </a:lnTo>
                  <a:lnTo>
                    <a:pt x="3469162" y="0"/>
                  </a:lnTo>
                  <a:lnTo>
                    <a:pt x="3468307" y="0"/>
                  </a:lnTo>
                  <a:lnTo>
                    <a:pt x="3467451" y="0"/>
                  </a:lnTo>
                  <a:lnTo>
                    <a:pt x="3466596" y="0"/>
                  </a:lnTo>
                  <a:lnTo>
                    <a:pt x="3465740" y="0"/>
                  </a:lnTo>
                  <a:lnTo>
                    <a:pt x="3464885" y="0"/>
                  </a:lnTo>
                  <a:lnTo>
                    <a:pt x="3464029" y="0"/>
                  </a:lnTo>
                  <a:lnTo>
                    <a:pt x="3463174" y="0"/>
                  </a:lnTo>
                  <a:lnTo>
                    <a:pt x="3462318" y="0"/>
                  </a:lnTo>
                  <a:lnTo>
                    <a:pt x="3461463" y="0"/>
                  </a:lnTo>
                  <a:lnTo>
                    <a:pt x="3460607" y="0"/>
                  </a:lnTo>
                  <a:lnTo>
                    <a:pt x="3459752" y="0"/>
                  </a:lnTo>
                  <a:lnTo>
                    <a:pt x="3458896" y="0"/>
                  </a:lnTo>
                  <a:lnTo>
                    <a:pt x="3458040" y="0"/>
                  </a:lnTo>
                  <a:lnTo>
                    <a:pt x="3457185" y="0"/>
                  </a:lnTo>
                  <a:lnTo>
                    <a:pt x="3456329" y="0"/>
                  </a:lnTo>
                  <a:lnTo>
                    <a:pt x="3455474" y="0"/>
                  </a:lnTo>
                  <a:lnTo>
                    <a:pt x="3454618" y="0"/>
                  </a:lnTo>
                  <a:lnTo>
                    <a:pt x="3453763" y="0"/>
                  </a:lnTo>
                  <a:lnTo>
                    <a:pt x="3452907" y="0"/>
                  </a:lnTo>
                  <a:lnTo>
                    <a:pt x="3452052" y="0"/>
                  </a:lnTo>
                  <a:lnTo>
                    <a:pt x="3451196" y="0"/>
                  </a:lnTo>
                  <a:lnTo>
                    <a:pt x="3450341" y="0"/>
                  </a:lnTo>
                  <a:lnTo>
                    <a:pt x="3449485" y="0"/>
                  </a:lnTo>
                  <a:lnTo>
                    <a:pt x="3448630" y="0"/>
                  </a:lnTo>
                  <a:lnTo>
                    <a:pt x="3447774" y="0"/>
                  </a:lnTo>
                  <a:lnTo>
                    <a:pt x="3446919" y="0"/>
                  </a:lnTo>
                  <a:lnTo>
                    <a:pt x="3446063" y="0"/>
                  </a:lnTo>
                  <a:lnTo>
                    <a:pt x="3445208" y="0"/>
                  </a:lnTo>
                  <a:lnTo>
                    <a:pt x="3444352" y="0"/>
                  </a:lnTo>
                  <a:lnTo>
                    <a:pt x="3443496" y="0"/>
                  </a:lnTo>
                  <a:lnTo>
                    <a:pt x="3442641" y="0"/>
                  </a:lnTo>
                  <a:lnTo>
                    <a:pt x="3441785" y="0"/>
                  </a:lnTo>
                  <a:lnTo>
                    <a:pt x="3440930" y="0"/>
                  </a:lnTo>
                  <a:lnTo>
                    <a:pt x="3440074" y="0"/>
                  </a:lnTo>
                  <a:lnTo>
                    <a:pt x="3439219" y="0"/>
                  </a:lnTo>
                  <a:lnTo>
                    <a:pt x="3438363" y="0"/>
                  </a:lnTo>
                  <a:lnTo>
                    <a:pt x="3437508" y="0"/>
                  </a:lnTo>
                  <a:lnTo>
                    <a:pt x="3436652" y="0"/>
                  </a:lnTo>
                  <a:lnTo>
                    <a:pt x="3435797" y="0"/>
                  </a:lnTo>
                  <a:lnTo>
                    <a:pt x="3434941" y="0"/>
                  </a:lnTo>
                  <a:lnTo>
                    <a:pt x="3434086" y="0"/>
                  </a:lnTo>
                  <a:lnTo>
                    <a:pt x="3433230" y="0"/>
                  </a:lnTo>
                  <a:lnTo>
                    <a:pt x="3432375" y="0"/>
                  </a:lnTo>
                  <a:lnTo>
                    <a:pt x="3431519" y="0"/>
                  </a:lnTo>
                  <a:lnTo>
                    <a:pt x="3430664" y="0"/>
                  </a:lnTo>
                  <a:lnTo>
                    <a:pt x="3429808" y="0"/>
                  </a:lnTo>
                  <a:lnTo>
                    <a:pt x="3428953" y="0"/>
                  </a:lnTo>
                  <a:lnTo>
                    <a:pt x="3428097" y="0"/>
                  </a:lnTo>
                  <a:lnTo>
                    <a:pt x="3427241" y="0"/>
                  </a:lnTo>
                  <a:lnTo>
                    <a:pt x="3426386" y="0"/>
                  </a:lnTo>
                  <a:lnTo>
                    <a:pt x="3425530" y="0"/>
                  </a:lnTo>
                  <a:lnTo>
                    <a:pt x="3424675" y="0"/>
                  </a:lnTo>
                  <a:lnTo>
                    <a:pt x="3423819" y="0"/>
                  </a:lnTo>
                  <a:lnTo>
                    <a:pt x="3422964" y="0"/>
                  </a:lnTo>
                  <a:lnTo>
                    <a:pt x="3422108" y="0"/>
                  </a:lnTo>
                  <a:lnTo>
                    <a:pt x="3421253" y="0"/>
                  </a:lnTo>
                  <a:lnTo>
                    <a:pt x="3420397" y="0"/>
                  </a:lnTo>
                  <a:lnTo>
                    <a:pt x="3419542" y="0"/>
                  </a:lnTo>
                  <a:lnTo>
                    <a:pt x="3418686" y="0"/>
                  </a:lnTo>
                  <a:lnTo>
                    <a:pt x="3417831" y="0"/>
                  </a:lnTo>
                  <a:lnTo>
                    <a:pt x="3416975" y="0"/>
                  </a:lnTo>
                  <a:lnTo>
                    <a:pt x="3416120" y="0"/>
                  </a:lnTo>
                  <a:lnTo>
                    <a:pt x="3415264" y="0"/>
                  </a:lnTo>
                  <a:lnTo>
                    <a:pt x="3414409" y="0"/>
                  </a:lnTo>
                  <a:lnTo>
                    <a:pt x="3413553" y="0"/>
                  </a:lnTo>
                  <a:lnTo>
                    <a:pt x="3412698" y="0"/>
                  </a:lnTo>
                  <a:lnTo>
                    <a:pt x="3411842" y="0"/>
                  </a:lnTo>
                  <a:lnTo>
                    <a:pt x="3410986" y="0"/>
                  </a:lnTo>
                  <a:lnTo>
                    <a:pt x="3410131" y="0"/>
                  </a:lnTo>
                  <a:lnTo>
                    <a:pt x="3409275" y="0"/>
                  </a:lnTo>
                  <a:lnTo>
                    <a:pt x="3408420" y="0"/>
                  </a:lnTo>
                  <a:lnTo>
                    <a:pt x="3407564" y="0"/>
                  </a:lnTo>
                  <a:lnTo>
                    <a:pt x="3406709" y="0"/>
                  </a:lnTo>
                  <a:lnTo>
                    <a:pt x="3405853" y="0"/>
                  </a:lnTo>
                  <a:lnTo>
                    <a:pt x="3404998" y="0"/>
                  </a:lnTo>
                  <a:lnTo>
                    <a:pt x="3404142" y="0"/>
                  </a:lnTo>
                  <a:lnTo>
                    <a:pt x="3403287" y="0"/>
                  </a:lnTo>
                  <a:lnTo>
                    <a:pt x="3402431" y="0"/>
                  </a:lnTo>
                  <a:lnTo>
                    <a:pt x="3401576" y="0"/>
                  </a:lnTo>
                  <a:lnTo>
                    <a:pt x="3400720" y="0"/>
                  </a:lnTo>
                  <a:lnTo>
                    <a:pt x="3399865" y="0"/>
                  </a:lnTo>
                  <a:lnTo>
                    <a:pt x="3399009" y="0"/>
                  </a:lnTo>
                  <a:lnTo>
                    <a:pt x="3398154" y="0"/>
                  </a:lnTo>
                  <a:lnTo>
                    <a:pt x="3397298" y="0"/>
                  </a:lnTo>
                  <a:lnTo>
                    <a:pt x="3396442" y="0"/>
                  </a:lnTo>
                  <a:lnTo>
                    <a:pt x="3395587" y="0"/>
                  </a:lnTo>
                  <a:lnTo>
                    <a:pt x="3394731" y="0"/>
                  </a:lnTo>
                  <a:lnTo>
                    <a:pt x="3393876" y="0"/>
                  </a:lnTo>
                  <a:lnTo>
                    <a:pt x="3393020" y="0"/>
                  </a:lnTo>
                  <a:lnTo>
                    <a:pt x="3392165" y="0"/>
                  </a:lnTo>
                  <a:lnTo>
                    <a:pt x="3391309" y="0"/>
                  </a:lnTo>
                  <a:lnTo>
                    <a:pt x="3390454" y="0"/>
                  </a:lnTo>
                  <a:lnTo>
                    <a:pt x="3389598" y="0"/>
                  </a:lnTo>
                  <a:lnTo>
                    <a:pt x="3388743" y="0"/>
                  </a:lnTo>
                  <a:lnTo>
                    <a:pt x="3387887" y="0"/>
                  </a:lnTo>
                  <a:lnTo>
                    <a:pt x="3387032" y="0"/>
                  </a:lnTo>
                  <a:lnTo>
                    <a:pt x="3386176" y="0"/>
                  </a:lnTo>
                  <a:lnTo>
                    <a:pt x="3385321" y="0"/>
                  </a:lnTo>
                  <a:lnTo>
                    <a:pt x="3384465" y="0"/>
                  </a:lnTo>
                  <a:lnTo>
                    <a:pt x="3383610" y="0"/>
                  </a:lnTo>
                  <a:lnTo>
                    <a:pt x="3382754" y="0"/>
                  </a:lnTo>
                  <a:lnTo>
                    <a:pt x="3381899" y="0"/>
                  </a:lnTo>
                  <a:lnTo>
                    <a:pt x="3381043" y="0"/>
                  </a:lnTo>
                  <a:lnTo>
                    <a:pt x="3380187" y="0"/>
                  </a:lnTo>
                  <a:lnTo>
                    <a:pt x="3379332" y="0"/>
                  </a:lnTo>
                  <a:lnTo>
                    <a:pt x="3378476" y="0"/>
                  </a:lnTo>
                  <a:lnTo>
                    <a:pt x="3377621" y="0"/>
                  </a:lnTo>
                  <a:lnTo>
                    <a:pt x="3376765" y="0"/>
                  </a:lnTo>
                  <a:lnTo>
                    <a:pt x="3375910" y="0"/>
                  </a:lnTo>
                  <a:lnTo>
                    <a:pt x="3375054" y="0"/>
                  </a:lnTo>
                  <a:lnTo>
                    <a:pt x="3374199" y="0"/>
                  </a:lnTo>
                  <a:lnTo>
                    <a:pt x="3373343" y="0"/>
                  </a:lnTo>
                  <a:lnTo>
                    <a:pt x="3372488" y="0"/>
                  </a:lnTo>
                  <a:lnTo>
                    <a:pt x="3371632" y="0"/>
                  </a:lnTo>
                  <a:lnTo>
                    <a:pt x="3370777" y="0"/>
                  </a:lnTo>
                  <a:lnTo>
                    <a:pt x="3369921" y="0"/>
                  </a:lnTo>
                  <a:lnTo>
                    <a:pt x="3369066" y="0"/>
                  </a:lnTo>
                  <a:lnTo>
                    <a:pt x="3368210" y="0"/>
                  </a:lnTo>
                  <a:lnTo>
                    <a:pt x="3367355" y="0"/>
                  </a:lnTo>
                  <a:lnTo>
                    <a:pt x="3366499" y="0"/>
                  </a:lnTo>
                  <a:lnTo>
                    <a:pt x="3365644" y="0"/>
                  </a:lnTo>
                  <a:lnTo>
                    <a:pt x="3364788" y="0"/>
                  </a:lnTo>
                  <a:lnTo>
                    <a:pt x="3363932" y="0"/>
                  </a:lnTo>
                  <a:lnTo>
                    <a:pt x="3363077" y="0"/>
                  </a:lnTo>
                  <a:lnTo>
                    <a:pt x="3362221" y="0"/>
                  </a:lnTo>
                  <a:lnTo>
                    <a:pt x="3361366" y="0"/>
                  </a:lnTo>
                  <a:lnTo>
                    <a:pt x="3360510" y="0"/>
                  </a:lnTo>
                  <a:lnTo>
                    <a:pt x="3359655" y="0"/>
                  </a:lnTo>
                  <a:lnTo>
                    <a:pt x="3358799" y="0"/>
                  </a:lnTo>
                  <a:lnTo>
                    <a:pt x="3357944" y="0"/>
                  </a:lnTo>
                  <a:lnTo>
                    <a:pt x="3357088" y="0"/>
                  </a:lnTo>
                  <a:lnTo>
                    <a:pt x="3356233" y="0"/>
                  </a:lnTo>
                  <a:lnTo>
                    <a:pt x="3355377" y="0"/>
                  </a:lnTo>
                  <a:lnTo>
                    <a:pt x="3354522" y="0"/>
                  </a:lnTo>
                  <a:lnTo>
                    <a:pt x="3353666" y="0"/>
                  </a:lnTo>
                  <a:lnTo>
                    <a:pt x="3352811" y="0"/>
                  </a:lnTo>
                  <a:lnTo>
                    <a:pt x="3351955" y="0"/>
                  </a:lnTo>
                  <a:lnTo>
                    <a:pt x="3351100" y="0"/>
                  </a:lnTo>
                  <a:lnTo>
                    <a:pt x="3350244" y="0"/>
                  </a:lnTo>
                  <a:lnTo>
                    <a:pt x="3349388" y="0"/>
                  </a:lnTo>
                  <a:lnTo>
                    <a:pt x="3348533" y="0"/>
                  </a:lnTo>
                  <a:lnTo>
                    <a:pt x="3347677" y="0"/>
                  </a:lnTo>
                  <a:lnTo>
                    <a:pt x="3346822" y="0"/>
                  </a:lnTo>
                  <a:lnTo>
                    <a:pt x="3345966" y="0"/>
                  </a:lnTo>
                  <a:lnTo>
                    <a:pt x="3345111" y="0"/>
                  </a:lnTo>
                  <a:lnTo>
                    <a:pt x="3344255" y="0"/>
                  </a:lnTo>
                  <a:lnTo>
                    <a:pt x="3343400" y="0"/>
                  </a:lnTo>
                  <a:lnTo>
                    <a:pt x="3342544" y="0"/>
                  </a:lnTo>
                  <a:lnTo>
                    <a:pt x="3341689" y="0"/>
                  </a:lnTo>
                  <a:lnTo>
                    <a:pt x="3340833" y="0"/>
                  </a:lnTo>
                  <a:lnTo>
                    <a:pt x="3339978" y="0"/>
                  </a:lnTo>
                  <a:lnTo>
                    <a:pt x="3339122" y="0"/>
                  </a:lnTo>
                  <a:lnTo>
                    <a:pt x="3338267" y="0"/>
                  </a:lnTo>
                  <a:lnTo>
                    <a:pt x="3337411" y="0"/>
                  </a:lnTo>
                  <a:lnTo>
                    <a:pt x="3336556" y="0"/>
                  </a:lnTo>
                  <a:lnTo>
                    <a:pt x="3335700" y="0"/>
                  </a:lnTo>
                  <a:lnTo>
                    <a:pt x="3334845" y="0"/>
                  </a:lnTo>
                  <a:lnTo>
                    <a:pt x="3333989" y="0"/>
                  </a:lnTo>
                  <a:lnTo>
                    <a:pt x="3333133" y="0"/>
                  </a:lnTo>
                  <a:lnTo>
                    <a:pt x="3332278" y="0"/>
                  </a:lnTo>
                  <a:lnTo>
                    <a:pt x="3331422" y="0"/>
                  </a:lnTo>
                  <a:lnTo>
                    <a:pt x="3330567" y="0"/>
                  </a:lnTo>
                  <a:lnTo>
                    <a:pt x="3329711" y="0"/>
                  </a:lnTo>
                  <a:lnTo>
                    <a:pt x="3328856" y="0"/>
                  </a:lnTo>
                  <a:lnTo>
                    <a:pt x="3328000" y="0"/>
                  </a:lnTo>
                  <a:lnTo>
                    <a:pt x="3327145" y="0"/>
                  </a:lnTo>
                  <a:lnTo>
                    <a:pt x="3326289" y="0"/>
                  </a:lnTo>
                  <a:lnTo>
                    <a:pt x="3325434" y="0"/>
                  </a:lnTo>
                  <a:lnTo>
                    <a:pt x="3324578" y="0"/>
                  </a:lnTo>
                  <a:lnTo>
                    <a:pt x="3323723" y="0"/>
                  </a:lnTo>
                  <a:lnTo>
                    <a:pt x="3322867" y="0"/>
                  </a:lnTo>
                  <a:lnTo>
                    <a:pt x="3322012" y="0"/>
                  </a:lnTo>
                  <a:lnTo>
                    <a:pt x="3321156" y="0"/>
                  </a:lnTo>
                  <a:lnTo>
                    <a:pt x="3320301" y="0"/>
                  </a:lnTo>
                  <a:lnTo>
                    <a:pt x="3319445" y="0"/>
                  </a:lnTo>
                  <a:lnTo>
                    <a:pt x="3318590" y="0"/>
                  </a:lnTo>
                  <a:lnTo>
                    <a:pt x="3317734" y="0"/>
                  </a:lnTo>
                  <a:lnTo>
                    <a:pt x="3316878" y="0"/>
                  </a:lnTo>
                  <a:lnTo>
                    <a:pt x="3316023" y="0"/>
                  </a:lnTo>
                  <a:lnTo>
                    <a:pt x="3315167" y="0"/>
                  </a:lnTo>
                  <a:lnTo>
                    <a:pt x="3314312" y="0"/>
                  </a:lnTo>
                  <a:lnTo>
                    <a:pt x="3313456" y="0"/>
                  </a:lnTo>
                  <a:lnTo>
                    <a:pt x="3312601" y="0"/>
                  </a:lnTo>
                  <a:lnTo>
                    <a:pt x="3311745" y="0"/>
                  </a:lnTo>
                  <a:lnTo>
                    <a:pt x="3310890" y="0"/>
                  </a:lnTo>
                  <a:lnTo>
                    <a:pt x="3310034" y="0"/>
                  </a:lnTo>
                  <a:lnTo>
                    <a:pt x="3309179" y="0"/>
                  </a:lnTo>
                  <a:lnTo>
                    <a:pt x="3308323" y="0"/>
                  </a:lnTo>
                  <a:lnTo>
                    <a:pt x="3307468" y="0"/>
                  </a:lnTo>
                  <a:lnTo>
                    <a:pt x="3306612" y="0"/>
                  </a:lnTo>
                  <a:lnTo>
                    <a:pt x="3305757" y="0"/>
                  </a:lnTo>
                  <a:lnTo>
                    <a:pt x="3304901" y="0"/>
                  </a:lnTo>
                  <a:lnTo>
                    <a:pt x="3304046" y="0"/>
                  </a:lnTo>
                  <a:lnTo>
                    <a:pt x="3303190" y="0"/>
                  </a:lnTo>
                  <a:lnTo>
                    <a:pt x="3302335" y="0"/>
                  </a:lnTo>
                  <a:lnTo>
                    <a:pt x="3301479" y="0"/>
                  </a:lnTo>
                  <a:lnTo>
                    <a:pt x="3300623" y="0"/>
                  </a:lnTo>
                  <a:lnTo>
                    <a:pt x="3299768" y="0"/>
                  </a:lnTo>
                  <a:lnTo>
                    <a:pt x="3298912" y="0"/>
                  </a:lnTo>
                  <a:lnTo>
                    <a:pt x="3298057" y="0"/>
                  </a:lnTo>
                  <a:lnTo>
                    <a:pt x="3297201" y="0"/>
                  </a:lnTo>
                  <a:lnTo>
                    <a:pt x="3296346" y="0"/>
                  </a:lnTo>
                  <a:lnTo>
                    <a:pt x="3295490" y="0"/>
                  </a:lnTo>
                  <a:lnTo>
                    <a:pt x="3294635" y="0"/>
                  </a:lnTo>
                  <a:lnTo>
                    <a:pt x="3293779" y="0"/>
                  </a:lnTo>
                  <a:lnTo>
                    <a:pt x="3292924" y="0"/>
                  </a:lnTo>
                  <a:lnTo>
                    <a:pt x="3292068" y="0"/>
                  </a:lnTo>
                  <a:lnTo>
                    <a:pt x="3291213" y="0"/>
                  </a:lnTo>
                  <a:lnTo>
                    <a:pt x="3290357" y="0"/>
                  </a:lnTo>
                  <a:lnTo>
                    <a:pt x="3289502" y="0"/>
                  </a:lnTo>
                  <a:lnTo>
                    <a:pt x="3288646" y="0"/>
                  </a:lnTo>
                  <a:lnTo>
                    <a:pt x="3287791" y="0"/>
                  </a:lnTo>
                  <a:lnTo>
                    <a:pt x="3286935" y="0"/>
                  </a:lnTo>
                  <a:lnTo>
                    <a:pt x="3286079" y="0"/>
                  </a:lnTo>
                  <a:lnTo>
                    <a:pt x="3285224" y="0"/>
                  </a:lnTo>
                  <a:lnTo>
                    <a:pt x="3284368" y="0"/>
                  </a:lnTo>
                  <a:lnTo>
                    <a:pt x="3283513" y="0"/>
                  </a:lnTo>
                  <a:lnTo>
                    <a:pt x="3282657" y="0"/>
                  </a:lnTo>
                  <a:lnTo>
                    <a:pt x="3281802" y="0"/>
                  </a:lnTo>
                  <a:lnTo>
                    <a:pt x="3280946" y="0"/>
                  </a:lnTo>
                  <a:lnTo>
                    <a:pt x="3280091" y="0"/>
                  </a:lnTo>
                  <a:lnTo>
                    <a:pt x="3279235" y="0"/>
                  </a:lnTo>
                  <a:lnTo>
                    <a:pt x="3278380" y="0"/>
                  </a:lnTo>
                  <a:lnTo>
                    <a:pt x="3277524" y="0"/>
                  </a:lnTo>
                  <a:lnTo>
                    <a:pt x="3276669" y="0"/>
                  </a:lnTo>
                  <a:lnTo>
                    <a:pt x="3275813" y="0"/>
                  </a:lnTo>
                  <a:lnTo>
                    <a:pt x="3274958" y="0"/>
                  </a:lnTo>
                  <a:lnTo>
                    <a:pt x="3274102" y="0"/>
                  </a:lnTo>
                  <a:lnTo>
                    <a:pt x="3273247" y="0"/>
                  </a:lnTo>
                  <a:lnTo>
                    <a:pt x="3272391" y="0"/>
                  </a:lnTo>
                  <a:lnTo>
                    <a:pt x="3271536" y="0"/>
                  </a:lnTo>
                  <a:lnTo>
                    <a:pt x="3270680" y="0"/>
                  </a:lnTo>
                  <a:lnTo>
                    <a:pt x="3269824" y="0"/>
                  </a:lnTo>
                  <a:lnTo>
                    <a:pt x="3268969" y="0"/>
                  </a:lnTo>
                  <a:lnTo>
                    <a:pt x="3268113" y="0"/>
                  </a:lnTo>
                  <a:lnTo>
                    <a:pt x="3267258" y="0"/>
                  </a:lnTo>
                  <a:lnTo>
                    <a:pt x="3266402" y="0"/>
                  </a:lnTo>
                  <a:lnTo>
                    <a:pt x="3265547" y="0"/>
                  </a:lnTo>
                  <a:lnTo>
                    <a:pt x="3264691" y="0"/>
                  </a:lnTo>
                  <a:lnTo>
                    <a:pt x="3263836" y="0"/>
                  </a:lnTo>
                  <a:lnTo>
                    <a:pt x="3262980" y="0"/>
                  </a:lnTo>
                  <a:lnTo>
                    <a:pt x="3262125" y="0"/>
                  </a:lnTo>
                  <a:lnTo>
                    <a:pt x="3261269" y="0"/>
                  </a:lnTo>
                  <a:lnTo>
                    <a:pt x="3260414" y="0"/>
                  </a:lnTo>
                  <a:lnTo>
                    <a:pt x="3259558" y="0"/>
                  </a:lnTo>
                  <a:lnTo>
                    <a:pt x="3258703" y="0"/>
                  </a:lnTo>
                  <a:lnTo>
                    <a:pt x="3257847" y="0"/>
                  </a:lnTo>
                  <a:lnTo>
                    <a:pt x="3256992" y="0"/>
                  </a:lnTo>
                  <a:lnTo>
                    <a:pt x="3256136" y="0"/>
                  </a:lnTo>
                  <a:lnTo>
                    <a:pt x="3255281" y="0"/>
                  </a:lnTo>
                  <a:lnTo>
                    <a:pt x="3254425" y="0"/>
                  </a:lnTo>
                  <a:lnTo>
                    <a:pt x="3253569" y="0"/>
                  </a:lnTo>
                  <a:lnTo>
                    <a:pt x="3252714" y="0"/>
                  </a:lnTo>
                  <a:lnTo>
                    <a:pt x="3251858" y="0"/>
                  </a:lnTo>
                  <a:lnTo>
                    <a:pt x="3251003" y="0"/>
                  </a:lnTo>
                  <a:lnTo>
                    <a:pt x="3250147" y="0"/>
                  </a:lnTo>
                  <a:lnTo>
                    <a:pt x="3249292" y="0"/>
                  </a:lnTo>
                  <a:lnTo>
                    <a:pt x="3248436" y="0"/>
                  </a:lnTo>
                  <a:lnTo>
                    <a:pt x="3247581" y="0"/>
                  </a:lnTo>
                  <a:lnTo>
                    <a:pt x="3246725" y="0"/>
                  </a:lnTo>
                  <a:lnTo>
                    <a:pt x="3245870" y="0"/>
                  </a:lnTo>
                  <a:lnTo>
                    <a:pt x="3245014" y="0"/>
                  </a:lnTo>
                  <a:lnTo>
                    <a:pt x="3244159" y="0"/>
                  </a:lnTo>
                  <a:lnTo>
                    <a:pt x="3243303" y="0"/>
                  </a:lnTo>
                  <a:lnTo>
                    <a:pt x="3242448" y="0"/>
                  </a:lnTo>
                  <a:lnTo>
                    <a:pt x="3241592" y="0"/>
                  </a:lnTo>
                  <a:lnTo>
                    <a:pt x="3240737" y="0"/>
                  </a:lnTo>
                  <a:lnTo>
                    <a:pt x="3239881" y="0"/>
                  </a:lnTo>
                  <a:lnTo>
                    <a:pt x="3239025" y="0"/>
                  </a:lnTo>
                  <a:lnTo>
                    <a:pt x="3238170" y="0"/>
                  </a:lnTo>
                  <a:lnTo>
                    <a:pt x="3237314" y="0"/>
                  </a:lnTo>
                  <a:lnTo>
                    <a:pt x="3236459" y="0"/>
                  </a:lnTo>
                  <a:lnTo>
                    <a:pt x="3235603" y="0"/>
                  </a:lnTo>
                  <a:lnTo>
                    <a:pt x="3234748" y="0"/>
                  </a:lnTo>
                  <a:lnTo>
                    <a:pt x="3233892" y="0"/>
                  </a:lnTo>
                  <a:lnTo>
                    <a:pt x="3233037" y="0"/>
                  </a:lnTo>
                  <a:lnTo>
                    <a:pt x="3232181" y="0"/>
                  </a:lnTo>
                  <a:lnTo>
                    <a:pt x="3231326" y="0"/>
                  </a:lnTo>
                  <a:lnTo>
                    <a:pt x="3230470" y="0"/>
                  </a:lnTo>
                  <a:lnTo>
                    <a:pt x="3229615" y="0"/>
                  </a:lnTo>
                  <a:lnTo>
                    <a:pt x="3228759" y="0"/>
                  </a:lnTo>
                  <a:lnTo>
                    <a:pt x="3227904" y="0"/>
                  </a:lnTo>
                  <a:lnTo>
                    <a:pt x="3227048" y="0"/>
                  </a:lnTo>
                  <a:lnTo>
                    <a:pt x="3226193" y="0"/>
                  </a:lnTo>
                  <a:lnTo>
                    <a:pt x="3225337" y="0"/>
                  </a:lnTo>
                  <a:lnTo>
                    <a:pt x="3224482" y="0"/>
                  </a:lnTo>
                  <a:lnTo>
                    <a:pt x="3223626" y="0"/>
                  </a:lnTo>
                  <a:lnTo>
                    <a:pt x="3222770" y="0"/>
                  </a:lnTo>
                  <a:lnTo>
                    <a:pt x="3221915" y="0"/>
                  </a:lnTo>
                  <a:lnTo>
                    <a:pt x="3221059" y="0"/>
                  </a:lnTo>
                  <a:lnTo>
                    <a:pt x="3220204" y="0"/>
                  </a:lnTo>
                  <a:lnTo>
                    <a:pt x="3219348" y="0"/>
                  </a:lnTo>
                  <a:lnTo>
                    <a:pt x="3218493" y="0"/>
                  </a:lnTo>
                  <a:lnTo>
                    <a:pt x="3217637" y="0"/>
                  </a:lnTo>
                  <a:lnTo>
                    <a:pt x="3216782" y="0"/>
                  </a:lnTo>
                  <a:lnTo>
                    <a:pt x="3215926" y="0"/>
                  </a:lnTo>
                  <a:lnTo>
                    <a:pt x="3215071" y="0"/>
                  </a:lnTo>
                  <a:lnTo>
                    <a:pt x="3214215" y="0"/>
                  </a:lnTo>
                  <a:lnTo>
                    <a:pt x="3213360" y="0"/>
                  </a:lnTo>
                  <a:lnTo>
                    <a:pt x="3212504" y="0"/>
                  </a:lnTo>
                  <a:lnTo>
                    <a:pt x="3211649" y="0"/>
                  </a:lnTo>
                  <a:lnTo>
                    <a:pt x="3210793" y="0"/>
                  </a:lnTo>
                  <a:lnTo>
                    <a:pt x="3209938" y="0"/>
                  </a:lnTo>
                  <a:lnTo>
                    <a:pt x="3209082" y="0"/>
                  </a:lnTo>
                  <a:lnTo>
                    <a:pt x="3208227" y="0"/>
                  </a:lnTo>
                  <a:lnTo>
                    <a:pt x="3207371" y="0"/>
                  </a:lnTo>
                  <a:lnTo>
                    <a:pt x="3206515" y="0"/>
                  </a:lnTo>
                  <a:lnTo>
                    <a:pt x="3205660" y="0"/>
                  </a:lnTo>
                  <a:lnTo>
                    <a:pt x="3204804" y="0"/>
                  </a:lnTo>
                  <a:lnTo>
                    <a:pt x="3203949" y="0"/>
                  </a:lnTo>
                  <a:lnTo>
                    <a:pt x="3203093" y="0"/>
                  </a:lnTo>
                  <a:lnTo>
                    <a:pt x="3202238" y="0"/>
                  </a:lnTo>
                  <a:lnTo>
                    <a:pt x="3201382" y="0"/>
                  </a:lnTo>
                  <a:lnTo>
                    <a:pt x="3200527" y="0"/>
                  </a:lnTo>
                  <a:lnTo>
                    <a:pt x="3199671" y="0"/>
                  </a:lnTo>
                  <a:lnTo>
                    <a:pt x="3198816" y="0"/>
                  </a:lnTo>
                  <a:lnTo>
                    <a:pt x="3197960" y="0"/>
                  </a:lnTo>
                  <a:lnTo>
                    <a:pt x="3197105" y="0"/>
                  </a:lnTo>
                  <a:lnTo>
                    <a:pt x="3196249" y="0"/>
                  </a:lnTo>
                  <a:lnTo>
                    <a:pt x="3195394" y="0"/>
                  </a:lnTo>
                  <a:lnTo>
                    <a:pt x="3194538" y="0"/>
                  </a:lnTo>
                  <a:lnTo>
                    <a:pt x="3193683" y="0"/>
                  </a:lnTo>
                  <a:lnTo>
                    <a:pt x="3192827" y="0"/>
                  </a:lnTo>
                  <a:lnTo>
                    <a:pt x="3191971" y="0"/>
                  </a:lnTo>
                  <a:lnTo>
                    <a:pt x="3191116" y="0"/>
                  </a:lnTo>
                  <a:lnTo>
                    <a:pt x="3190260" y="0"/>
                  </a:lnTo>
                  <a:lnTo>
                    <a:pt x="3189405" y="0"/>
                  </a:lnTo>
                  <a:lnTo>
                    <a:pt x="3188549" y="0"/>
                  </a:lnTo>
                  <a:lnTo>
                    <a:pt x="3187694" y="0"/>
                  </a:lnTo>
                  <a:lnTo>
                    <a:pt x="3186838" y="0"/>
                  </a:lnTo>
                  <a:lnTo>
                    <a:pt x="3185983" y="0"/>
                  </a:lnTo>
                  <a:lnTo>
                    <a:pt x="3185127" y="0"/>
                  </a:lnTo>
                  <a:lnTo>
                    <a:pt x="3184272" y="0"/>
                  </a:lnTo>
                  <a:lnTo>
                    <a:pt x="3183416" y="0"/>
                  </a:lnTo>
                  <a:lnTo>
                    <a:pt x="3182561" y="0"/>
                  </a:lnTo>
                  <a:lnTo>
                    <a:pt x="3181705" y="0"/>
                  </a:lnTo>
                  <a:lnTo>
                    <a:pt x="3180850" y="0"/>
                  </a:lnTo>
                  <a:lnTo>
                    <a:pt x="3179994" y="0"/>
                  </a:lnTo>
                  <a:lnTo>
                    <a:pt x="3179139" y="0"/>
                  </a:lnTo>
                  <a:lnTo>
                    <a:pt x="3178283" y="0"/>
                  </a:lnTo>
                  <a:lnTo>
                    <a:pt x="3177428" y="0"/>
                  </a:lnTo>
                  <a:lnTo>
                    <a:pt x="3176572" y="0"/>
                  </a:lnTo>
                  <a:lnTo>
                    <a:pt x="3175716" y="0"/>
                  </a:lnTo>
                  <a:lnTo>
                    <a:pt x="3174861" y="0"/>
                  </a:lnTo>
                  <a:lnTo>
                    <a:pt x="3174005" y="0"/>
                  </a:lnTo>
                  <a:lnTo>
                    <a:pt x="3173150" y="0"/>
                  </a:lnTo>
                  <a:lnTo>
                    <a:pt x="3172294" y="0"/>
                  </a:lnTo>
                  <a:lnTo>
                    <a:pt x="3171439" y="0"/>
                  </a:lnTo>
                  <a:lnTo>
                    <a:pt x="3170583" y="0"/>
                  </a:lnTo>
                  <a:lnTo>
                    <a:pt x="3169728" y="0"/>
                  </a:lnTo>
                  <a:lnTo>
                    <a:pt x="3168872" y="0"/>
                  </a:lnTo>
                  <a:lnTo>
                    <a:pt x="3168017" y="0"/>
                  </a:lnTo>
                  <a:lnTo>
                    <a:pt x="3167161" y="0"/>
                  </a:lnTo>
                  <a:lnTo>
                    <a:pt x="3166306" y="0"/>
                  </a:lnTo>
                  <a:lnTo>
                    <a:pt x="3165450" y="0"/>
                  </a:lnTo>
                  <a:lnTo>
                    <a:pt x="3164595" y="0"/>
                  </a:lnTo>
                  <a:lnTo>
                    <a:pt x="3163739" y="0"/>
                  </a:lnTo>
                  <a:lnTo>
                    <a:pt x="3162884" y="0"/>
                  </a:lnTo>
                  <a:lnTo>
                    <a:pt x="3162028" y="0"/>
                  </a:lnTo>
                  <a:lnTo>
                    <a:pt x="3161173" y="0"/>
                  </a:lnTo>
                  <a:lnTo>
                    <a:pt x="3160317" y="0"/>
                  </a:lnTo>
                  <a:lnTo>
                    <a:pt x="3159461" y="0"/>
                  </a:lnTo>
                  <a:lnTo>
                    <a:pt x="3158606" y="0"/>
                  </a:lnTo>
                  <a:lnTo>
                    <a:pt x="3157750" y="0"/>
                  </a:lnTo>
                  <a:lnTo>
                    <a:pt x="3156895" y="0"/>
                  </a:lnTo>
                  <a:lnTo>
                    <a:pt x="3156039" y="0"/>
                  </a:lnTo>
                  <a:lnTo>
                    <a:pt x="3155184" y="0"/>
                  </a:lnTo>
                  <a:lnTo>
                    <a:pt x="3154328" y="0"/>
                  </a:lnTo>
                  <a:lnTo>
                    <a:pt x="3153473" y="0"/>
                  </a:lnTo>
                  <a:lnTo>
                    <a:pt x="3152617" y="0"/>
                  </a:lnTo>
                  <a:lnTo>
                    <a:pt x="3151762" y="0"/>
                  </a:lnTo>
                  <a:lnTo>
                    <a:pt x="3150906" y="0"/>
                  </a:lnTo>
                  <a:lnTo>
                    <a:pt x="3150051" y="0"/>
                  </a:lnTo>
                  <a:lnTo>
                    <a:pt x="3149195" y="0"/>
                  </a:lnTo>
                  <a:lnTo>
                    <a:pt x="3148340" y="0"/>
                  </a:lnTo>
                  <a:lnTo>
                    <a:pt x="3147484" y="0"/>
                  </a:lnTo>
                  <a:lnTo>
                    <a:pt x="3146629" y="0"/>
                  </a:lnTo>
                  <a:lnTo>
                    <a:pt x="3145773" y="0"/>
                  </a:lnTo>
                  <a:lnTo>
                    <a:pt x="3144917" y="0"/>
                  </a:lnTo>
                  <a:lnTo>
                    <a:pt x="3144062" y="0"/>
                  </a:lnTo>
                  <a:lnTo>
                    <a:pt x="3143206" y="0"/>
                  </a:lnTo>
                  <a:lnTo>
                    <a:pt x="3142351" y="0"/>
                  </a:lnTo>
                  <a:lnTo>
                    <a:pt x="3141495" y="0"/>
                  </a:lnTo>
                  <a:lnTo>
                    <a:pt x="3140640" y="0"/>
                  </a:lnTo>
                  <a:lnTo>
                    <a:pt x="3139784" y="0"/>
                  </a:lnTo>
                  <a:lnTo>
                    <a:pt x="3138929" y="0"/>
                  </a:lnTo>
                  <a:lnTo>
                    <a:pt x="3138073" y="0"/>
                  </a:lnTo>
                  <a:lnTo>
                    <a:pt x="3137218" y="0"/>
                  </a:lnTo>
                  <a:lnTo>
                    <a:pt x="3136362" y="0"/>
                  </a:lnTo>
                  <a:lnTo>
                    <a:pt x="3135507" y="0"/>
                  </a:lnTo>
                  <a:lnTo>
                    <a:pt x="3134651" y="0"/>
                  </a:lnTo>
                  <a:lnTo>
                    <a:pt x="3133796" y="0"/>
                  </a:lnTo>
                  <a:lnTo>
                    <a:pt x="3132940" y="0"/>
                  </a:lnTo>
                  <a:lnTo>
                    <a:pt x="3132085" y="0"/>
                  </a:lnTo>
                  <a:lnTo>
                    <a:pt x="3131229" y="0"/>
                  </a:lnTo>
                  <a:lnTo>
                    <a:pt x="3130374" y="0"/>
                  </a:lnTo>
                  <a:lnTo>
                    <a:pt x="3129518" y="0"/>
                  </a:lnTo>
                  <a:lnTo>
                    <a:pt x="3128662" y="0"/>
                  </a:lnTo>
                  <a:lnTo>
                    <a:pt x="3127807" y="0"/>
                  </a:lnTo>
                  <a:lnTo>
                    <a:pt x="3126951" y="0"/>
                  </a:lnTo>
                  <a:lnTo>
                    <a:pt x="3126096" y="0"/>
                  </a:lnTo>
                  <a:lnTo>
                    <a:pt x="3125240" y="0"/>
                  </a:lnTo>
                  <a:lnTo>
                    <a:pt x="3124385" y="0"/>
                  </a:lnTo>
                  <a:lnTo>
                    <a:pt x="3123529" y="0"/>
                  </a:lnTo>
                  <a:lnTo>
                    <a:pt x="3122674" y="0"/>
                  </a:lnTo>
                  <a:lnTo>
                    <a:pt x="3121818" y="0"/>
                  </a:lnTo>
                  <a:lnTo>
                    <a:pt x="3120963" y="0"/>
                  </a:lnTo>
                  <a:lnTo>
                    <a:pt x="3120107" y="0"/>
                  </a:lnTo>
                  <a:lnTo>
                    <a:pt x="3119252" y="0"/>
                  </a:lnTo>
                  <a:lnTo>
                    <a:pt x="3118396" y="0"/>
                  </a:lnTo>
                  <a:lnTo>
                    <a:pt x="3117541" y="0"/>
                  </a:lnTo>
                  <a:lnTo>
                    <a:pt x="3116685" y="0"/>
                  </a:lnTo>
                  <a:lnTo>
                    <a:pt x="3115830" y="0"/>
                  </a:lnTo>
                  <a:lnTo>
                    <a:pt x="3114974" y="0"/>
                  </a:lnTo>
                  <a:lnTo>
                    <a:pt x="3114119" y="0"/>
                  </a:lnTo>
                  <a:lnTo>
                    <a:pt x="3113263" y="0"/>
                  </a:lnTo>
                  <a:lnTo>
                    <a:pt x="3112407" y="0"/>
                  </a:lnTo>
                  <a:lnTo>
                    <a:pt x="3111552" y="0"/>
                  </a:lnTo>
                  <a:lnTo>
                    <a:pt x="3110696" y="0"/>
                  </a:lnTo>
                  <a:lnTo>
                    <a:pt x="3109841" y="0"/>
                  </a:lnTo>
                  <a:lnTo>
                    <a:pt x="3108985" y="0"/>
                  </a:lnTo>
                  <a:lnTo>
                    <a:pt x="3108130" y="0"/>
                  </a:lnTo>
                  <a:lnTo>
                    <a:pt x="3107274" y="0"/>
                  </a:lnTo>
                  <a:lnTo>
                    <a:pt x="3106419" y="0"/>
                  </a:lnTo>
                  <a:lnTo>
                    <a:pt x="3105563" y="0"/>
                  </a:lnTo>
                  <a:lnTo>
                    <a:pt x="3104708" y="0"/>
                  </a:lnTo>
                  <a:lnTo>
                    <a:pt x="3103852" y="0"/>
                  </a:lnTo>
                  <a:lnTo>
                    <a:pt x="3102997" y="0"/>
                  </a:lnTo>
                  <a:lnTo>
                    <a:pt x="3102141" y="0"/>
                  </a:lnTo>
                  <a:lnTo>
                    <a:pt x="3101286" y="0"/>
                  </a:lnTo>
                  <a:lnTo>
                    <a:pt x="3100430" y="0"/>
                  </a:lnTo>
                  <a:lnTo>
                    <a:pt x="3099575" y="0"/>
                  </a:lnTo>
                  <a:lnTo>
                    <a:pt x="3098719" y="0"/>
                  </a:lnTo>
                  <a:lnTo>
                    <a:pt x="3097864" y="0"/>
                  </a:lnTo>
                  <a:lnTo>
                    <a:pt x="3097008" y="0"/>
                  </a:lnTo>
                  <a:lnTo>
                    <a:pt x="3096152" y="0"/>
                  </a:lnTo>
                  <a:lnTo>
                    <a:pt x="3095297" y="0"/>
                  </a:lnTo>
                  <a:lnTo>
                    <a:pt x="3094441" y="0"/>
                  </a:lnTo>
                  <a:lnTo>
                    <a:pt x="3093586" y="0"/>
                  </a:lnTo>
                  <a:lnTo>
                    <a:pt x="3092730" y="0"/>
                  </a:lnTo>
                  <a:lnTo>
                    <a:pt x="3091875" y="0"/>
                  </a:lnTo>
                  <a:lnTo>
                    <a:pt x="3091019" y="0"/>
                  </a:lnTo>
                  <a:lnTo>
                    <a:pt x="3090164" y="0"/>
                  </a:lnTo>
                  <a:lnTo>
                    <a:pt x="3089308" y="0"/>
                  </a:lnTo>
                  <a:lnTo>
                    <a:pt x="3088453" y="0"/>
                  </a:lnTo>
                  <a:lnTo>
                    <a:pt x="3087597" y="0"/>
                  </a:lnTo>
                  <a:lnTo>
                    <a:pt x="3086742" y="0"/>
                  </a:lnTo>
                  <a:lnTo>
                    <a:pt x="3085886" y="0"/>
                  </a:lnTo>
                  <a:lnTo>
                    <a:pt x="3085031" y="0"/>
                  </a:lnTo>
                  <a:lnTo>
                    <a:pt x="3084175" y="0"/>
                  </a:lnTo>
                  <a:lnTo>
                    <a:pt x="3083320" y="0"/>
                  </a:lnTo>
                  <a:lnTo>
                    <a:pt x="3082464" y="0"/>
                  </a:lnTo>
                  <a:lnTo>
                    <a:pt x="3081608" y="0"/>
                  </a:lnTo>
                  <a:lnTo>
                    <a:pt x="3080753" y="0"/>
                  </a:lnTo>
                  <a:lnTo>
                    <a:pt x="3079897" y="0"/>
                  </a:lnTo>
                  <a:lnTo>
                    <a:pt x="3079042" y="0"/>
                  </a:lnTo>
                  <a:lnTo>
                    <a:pt x="3078186" y="0"/>
                  </a:lnTo>
                  <a:lnTo>
                    <a:pt x="3077331" y="0"/>
                  </a:lnTo>
                  <a:lnTo>
                    <a:pt x="3076475" y="0"/>
                  </a:lnTo>
                  <a:lnTo>
                    <a:pt x="3075620" y="0"/>
                  </a:lnTo>
                  <a:lnTo>
                    <a:pt x="3074764" y="0"/>
                  </a:lnTo>
                  <a:lnTo>
                    <a:pt x="3073909" y="0"/>
                  </a:lnTo>
                  <a:lnTo>
                    <a:pt x="3073053" y="0"/>
                  </a:lnTo>
                  <a:lnTo>
                    <a:pt x="3072198" y="0"/>
                  </a:lnTo>
                  <a:lnTo>
                    <a:pt x="3071342" y="0"/>
                  </a:lnTo>
                  <a:lnTo>
                    <a:pt x="3070487" y="0"/>
                  </a:lnTo>
                  <a:lnTo>
                    <a:pt x="3069631" y="0"/>
                  </a:lnTo>
                  <a:lnTo>
                    <a:pt x="3068776" y="0"/>
                  </a:lnTo>
                  <a:lnTo>
                    <a:pt x="3067920" y="0"/>
                  </a:lnTo>
                  <a:lnTo>
                    <a:pt x="3067065" y="0"/>
                  </a:lnTo>
                  <a:lnTo>
                    <a:pt x="3066209" y="0"/>
                  </a:lnTo>
                  <a:lnTo>
                    <a:pt x="3065353" y="0"/>
                  </a:lnTo>
                  <a:lnTo>
                    <a:pt x="3064498" y="0"/>
                  </a:lnTo>
                  <a:lnTo>
                    <a:pt x="3063642" y="0"/>
                  </a:lnTo>
                  <a:lnTo>
                    <a:pt x="3062787" y="0"/>
                  </a:lnTo>
                  <a:lnTo>
                    <a:pt x="3061931" y="0"/>
                  </a:lnTo>
                  <a:lnTo>
                    <a:pt x="3061076" y="0"/>
                  </a:lnTo>
                  <a:lnTo>
                    <a:pt x="3060220" y="0"/>
                  </a:lnTo>
                  <a:lnTo>
                    <a:pt x="3059365" y="0"/>
                  </a:lnTo>
                  <a:lnTo>
                    <a:pt x="3058509" y="0"/>
                  </a:lnTo>
                  <a:lnTo>
                    <a:pt x="3057654" y="0"/>
                  </a:lnTo>
                  <a:lnTo>
                    <a:pt x="3056798" y="0"/>
                  </a:lnTo>
                  <a:lnTo>
                    <a:pt x="3055943" y="0"/>
                  </a:lnTo>
                  <a:lnTo>
                    <a:pt x="3055087" y="0"/>
                  </a:lnTo>
                  <a:lnTo>
                    <a:pt x="3054232" y="0"/>
                  </a:lnTo>
                  <a:lnTo>
                    <a:pt x="3053376" y="0"/>
                  </a:lnTo>
                  <a:lnTo>
                    <a:pt x="3052521" y="0"/>
                  </a:lnTo>
                  <a:lnTo>
                    <a:pt x="3051665" y="0"/>
                  </a:lnTo>
                  <a:lnTo>
                    <a:pt x="3050810" y="0"/>
                  </a:lnTo>
                  <a:lnTo>
                    <a:pt x="3049954" y="0"/>
                  </a:lnTo>
                  <a:lnTo>
                    <a:pt x="3049098" y="0"/>
                  </a:lnTo>
                  <a:lnTo>
                    <a:pt x="3048243" y="0"/>
                  </a:lnTo>
                  <a:lnTo>
                    <a:pt x="3047387" y="0"/>
                  </a:lnTo>
                  <a:lnTo>
                    <a:pt x="3046532" y="0"/>
                  </a:lnTo>
                  <a:lnTo>
                    <a:pt x="3045676" y="0"/>
                  </a:lnTo>
                  <a:lnTo>
                    <a:pt x="3044821" y="0"/>
                  </a:lnTo>
                  <a:lnTo>
                    <a:pt x="3043965" y="0"/>
                  </a:lnTo>
                  <a:lnTo>
                    <a:pt x="3043110" y="0"/>
                  </a:lnTo>
                  <a:lnTo>
                    <a:pt x="3042254" y="0"/>
                  </a:lnTo>
                  <a:lnTo>
                    <a:pt x="3041399" y="0"/>
                  </a:lnTo>
                  <a:lnTo>
                    <a:pt x="3040543" y="0"/>
                  </a:lnTo>
                  <a:lnTo>
                    <a:pt x="3039688" y="0"/>
                  </a:lnTo>
                  <a:lnTo>
                    <a:pt x="3038832" y="0"/>
                  </a:lnTo>
                  <a:lnTo>
                    <a:pt x="3037977" y="0"/>
                  </a:lnTo>
                  <a:lnTo>
                    <a:pt x="3037121" y="0"/>
                  </a:lnTo>
                  <a:lnTo>
                    <a:pt x="3036266" y="0"/>
                  </a:lnTo>
                  <a:lnTo>
                    <a:pt x="3035410" y="0"/>
                  </a:lnTo>
                  <a:lnTo>
                    <a:pt x="3034554" y="0"/>
                  </a:lnTo>
                  <a:lnTo>
                    <a:pt x="3033699" y="0"/>
                  </a:lnTo>
                  <a:lnTo>
                    <a:pt x="3032843" y="0"/>
                  </a:lnTo>
                  <a:lnTo>
                    <a:pt x="3031988" y="0"/>
                  </a:lnTo>
                  <a:lnTo>
                    <a:pt x="3031132" y="0"/>
                  </a:lnTo>
                  <a:lnTo>
                    <a:pt x="3030277" y="0"/>
                  </a:lnTo>
                  <a:lnTo>
                    <a:pt x="3029421" y="0"/>
                  </a:lnTo>
                  <a:lnTo>
                    <a:pt x="3028566" y="0"/>
                  </a:lnTo>
                  <a:lnTo>
                    <a:pt x="3027710" y="0"/>
                  </a:lnTo>
                  <a:lnTo>
                    <a:pt x="3026855" y="0"/>
                  </a:lnTo>
                  <a:lnTo>
                    <a:pt x="3025999" y="0"/>
                  </a:lnTo>
                  <a:lnTo>
                    <a:pt x="3025144" y="0"/>
                  </a:lnTo>
                  <a:lnTo>
                    <a:pt x="3024288" y="0"/>
                  </a:lnTo>
                  <a:lnTo>
                    <a:pt x="3023433" y="0"/>
                  </a:lnTo>
                  <a:lnTo>
                    <a:pt x="3022577" y="0"/>
                  </a:lnTo>
                  <a:lnTo>
                    <a:pt x="3021722" y="0"/>
                  </a:lnTo>
                  <a:lnTo>
                    <a:pt x="3020866" y="0"/>
                  </a:lnTo>
                  <a:lnTo>
                    <a:pt x="3020011" y="0"/>
                  </a:lnTo>
                  <a:lnTo>
                    <a:pt x="3019155" y="0"/>
                  </a:lnTo>
                  <a:lnTo>
                    <a:pt x="3018299" y="0"/>
                  </a:lnTo>
                  <a:lnTo>
                    <a:pt x="3017444" y="0"/>
                  </a:lnTo>
                  <a:lnTo>
                    <a:pt x="3016588" y="0"/>
                  </a:lnTo>
                  <a:lnTo>
                    <a:pt x="3015733" y="0"/>
                  </a:lnTo>
                  <a:lnTo>
                    <a:pt x="3014877" y="0"/>
                  </a:lnTo>
                  <a:lnTo>
                    <a:pt x="3014022" y="0"/>
                  </a:lnTo>
                  <a:lnTo>
                    <a:pt x="3013166" y="0"/>
                  </a:lnTo>
                  <a:lnTo>
                    <a:pt x="3012311" y="0"/>
                  </a:lnTo>
                  <a:lnTo>
                    <a:pt x="3011455" y="0"/>
                  </a:lnTo>
                  <a:lnTo>
                    <a:pt x="3010600" y="0"/>
                  </a:lnTo>
                  <a:lnTo>
                    <a:pt x="3009744" y="0"/>
                  </a:lnTo>
                  <a:lnTo>
                    <a:pt x="3008889" y="0"/>
                  </a:lnTo>
                  <a:lnTo>
                    <a:pt x="3008033" y="0"/>
                  </a:lnTo>
                  <a:lnTo>
                    <a:pt x="3007178" y="0"/>
                  </a:lnTo>
                  <a:lnTo>
                    <a:pt x="3006322" y="0"/>
                  </a:lnTo>
                  <a:lnTo>
                    <a:pt x="3005467" y="0"/>
                  </a:lnTo>
                  <a:lnTo>
                    <a:pt x="3004611" y="0"/>
                  </a:lnTo>
                  <a:lnTo>
                    <a:pt x="3003756" y="0"/>
                  </a:lnTo>
                  <a:lnTo>
                    <a:pt x="3002900" y="0"/>
                  </a:lnTo>
                  <a:lnTo>
                    <a:pt x="3002044" y="0"/>
                  </a:lnTo>
                  <a:lnTo>
                    <a:pt x="3001189" y="0"/>
                  </a:lnTo>
                  <a:lnTo>
                    <a:pt x="3000333" y="0"/>
                  </a:lnTo>
                  <a:lnTo>
                    <a:pt x="2999478" y="0"/>
                  </a:lnTo>
                  <a:lnTo>
                    <a:pt x="2998622" y="0"/>
                  </a:lnTo>
                  <a:lnTo>
                    <a:pt x="2997767" y="0"/>
                  </a:lnTo>
                  <a:lnTo>
                    <a:pt x="2996911" y="0"/>
                  </a:lnTo>
                  <a:lnTo>
                    <a:pt x="2996056" y="0"/>
                  </a:lnTo>
                  <a:lnTo>
                    <a:pt x="2995200" y="0"/>
                  </a:lnTo>
                  <a:lnTo>
                    <a:pt x="2994345" y="0"/>
                  </a:lnTo>
                  <a:lnTo>
                    <a:pt x="2993489" y="0"/>
                  </a:lnTo>
                  <a:lnTo>
                    <a:pt x="2992634" y="0"/>
                  </a:lnTo>
                  <a:lnTo>
                    <a:pt x="2991778" y="0"/>
                  </a:lnTo>
                  <a:lnTo>
                    <a:pt x="2990923" y="0"/>
                  </a:lnTo>
                  <a:lnTo>
                    <a:pt x="2990067" y="0"/>
                  </a:lnTo>
                  <a:lnTo>
                    <a:pt x="2989212" y="0"/>
                  </a:lnTo>
                  <a:lnTo>
                    <a:pt x="2988356" y="0"/>
                  </a:lnTo>
                  <a:lnTo>
                    <a:pt x="2987500" y="0"/>
                  </a:lnTo>
                  <a:lnTo>
                    <a:pt x="2986645" y="0"/>
                  </a:lnTo>
                  <a:lnTo>
                    <a:pt x="2985789" y="0"/>
                  </a:lnTo>
                  <a:lnTo>
                    <a:pt x="2984934" y="0"/>
                  </a:lnTo>
                  <a:lnTo>
                    <a:pt x="2984078" y="0"/>
                  </a:lnTo>
                  <a:lnTo>
                    <a:pt x="2983223" y="0"/>
                  </a:lnTo>
                  <a:lnTo>
                    <a:pt x="2982367" y="0"/>
                  </a:lnTo>
                  <a:lnTo>
                    <a:pt x="2981512" y="0"/>
                  </a:lnTo>
                  <a:lnTo>
                    <a:pt x="2980656" y="0"/>
                  </a:lnTo>
                  <a:lnTo>
                    <a:pt x="2979801" y="0"/>
                  </a:lnTo>
                  <a:lnTo>
                    <a:pt x="2978945" y="0"/>
                  </a:lnTo>
                  <a:lnTo>
                    <a:pt x="2978090" y="0"/>
                  </a:lnTo>
                  <a:lnTo>
                    <a:pt x="2977234" y="0"/>
                  </a:lnTo>
                  <a:lnTo>
                    <a:pt x="2976379" y="0"/>
                  </a:lnTo>
                  <a:lnTo>
                    <a:pt x="2975523" y="0"/>
                  </a:lnTo>
                  <a:lnTo>
                    <a:pt x="2974668" y="0"/>
                  </a:lnTo>
                  <a:lnTo>
                    <a:pt x="2973812" y="0"/>
                  </a:lnTo>
                  <a:lnTo>
                    <a:pt x="2972957" y="0"/>
                  </a:lnTo>
                  <a:lnTo>
                    <a:pt x="2972101" y="0"/>
                  </a:lnTo>
                  <a:lnTo>
                    <a:pt x="2971245" y="0"/>
                  </a:lnTo>
                  <a:lnTo>
                    <a:pt x="2970390" y="0"/>
                  </a:lnTo>
                  <a:lnTo>
                    <a:pt x="2969534" y="0"/>
                  </a:lnTo>
                  <a:lnTo>
                    <a:pt x="2968679" y="0"/>
                  </a:lnTo>
                  <a:lnTo>
                    <a:pt x="2967823" y="0"/>
                  </a:lnTo>
                  <a:lnTo>
                    <a:pt x="2966968" y="0"/>
                  </a:lnTo>
                  <a:lnTo>
                    <a:pt x="2966112" y="0"/>
                  </a:lnTo>
                  <a:lnTo>
                    <a:pt x="2965257" y="0"/>
                  </a:lnTo>
                  <a:lnTo>
                    <a:pt x="2964401" y="0"/>
                  </a:lnTo>
                  <a:lnTo>
                    <a:pt x="2963546" y="0"/>
                  </a:lnTo>
                  <a:lnTo>
                    <a:pt x="2962690" y="0"/>
                  </a:lnTo>
                  <a:lnTo>
                    <a:pt x="2961835" y="0"/>
                  </a:lnTo>
                  <a:lnTo>
                    <a:pt x="2960979" y="0"/>
                  </a:lnTo>
                  <a:lnTo>
                    <a:pt x="2960124" y="0"/>
                  </a:lnTo>
                  <a:lnTo>
                    <a:pt x="2959268" y="0"/>
                  </a:lnTo>
                  <a:lnTo>
                    <a:pt x="2958413" y="0"/>
                  </a:lnTo>
                  <a:lnTo>
                    <a:pt x="2957557" y="0"/>
                  </a:lnTo>
                  <a:lnTo>
                    <a:pt x="2956702" y="0"/>
                  </a:lnTo>
                  <a:lnTo>
                    <a:pt x="2955846" y="0"/>
                  </a:lnTo>
                  <a:lnTo>
                    <a:pt x="2954990" y="0"/>
                  </a:lnTo>
                  <a:lnTo>
                    <a:pt x="2954135" y="0"/>
                  </a:lnTo>
                  <a:lnTo>
                    <a:pt x="2953279" y="0"/>
                  </a:lnTo>
                  <a:lnTo>
                    <a:pt x="2952424" y="0"/>
                  </a:lnTo>
                  <a:lnTo>
                    <a:pt x="2951568" y="0"/>
                  </a:lnTo>
                  <a:lnTo>
                    <a:pt x="2950713" y="0"/>
                  </a:lnTo>
                  <a:lnTo>
                    <a:pt x="2949857" y="0"/>
                  </a:lnTo>
                  <a:lnTo>
                    <a:pt x="2949002" y="0"/>
                  </a:lnTo>
                  <a:lnTo>
                    <a:pt x="2948146" y="0"/>
                  </a:lnTo>
                  <a:lnTo>
                    <a:pt x="2947291" y="0"/>
                  </a:lnTo>
                  <a:lnTo>
                    <a:pt x="2946435" y="0"/>
                  </a:lnTo>
                  <a:lnTo>
                    <a:pt x="2945580" y="0"/>
                  </a:lnTo>
                  <a:lnTo>
                    <a:pt x="2944724" y="0"/>
                  </a:lnTo>
                  <a:lnTo>
                    <a:pt x="2943869" y="0"/>
                  </a:lnTo>
                  <a:lnTo>
                    <a:pt x="2943013" y="0"/>
                  </a:lnTo>
                  <a:lnTo>
                    <a:pt x="2942158" y="0"/>
                  </a:lnTo>
                  <a:lnTo>
                    <a:pt x="2941302" y="0"/>
                  </a:lnTo>
                  <a:lnTo>
                    <a:pt x="2940446" y="0"/>
                  </a:lnTo>
                  <a:lnTo>
                    <a:pt x="2939591" y="0"/>
                  </a:lnTo>
                  <a:lnTo>
                    <a:pt x="2938735" y="0"/>
                  </a:lnTo>
                  <a:lnTo>
                    <a:pt x="2937880" y="0"/>
                  </a:lnTo>
                  <a:lnTo>
                    <a:pt x="2937024" y="0"/>
                  </a:lnTo>
                  <a:lnTo>
                    <a:pt x="2936169" y="0"/>
                  </a:lnTo>
                  <a:lnTo>
                    <a:pt x="2935313" y="0"/>
                  </a:lnTo>
                  <a:lnTo>
                    <a:pt x="2934458" y="0"/>
                  </a:lnTo>
                  <a:lnTo>
                    <a:pt x="2933602" y="0"/>
                  </a:lnTo>
                  <a:lnTo>
                    <a:pt x="2932747" y="0"/>
                  </a:lnTo>
                  <a:lnTo>
                    <a:pt x="2931891" y="0"/>
                  </a:lnTo>
                  <a:lnTo>
                    <a:pt x="2931036" y="0"/>
                  </a:lnTo>
                  <a:lnTo>
                    <a:pt x="2930180" y="0"/>
                  </a:lnTo>
                  <a:lnTo>
                    <a:pt x="2929325" y="0"/>
                  </a:lnTo>
                  <a:lnTo>
                    <a:pt x="2928469" y="0"/>
                  </a:lnTo>
                  <a:lnTo>
                    <a:pt x="2927614" y="0"/>
                  </a:lnTo>
                  <a:lnTo>
                    <a:pt x="2926758" y="0"/>
                  </a:lnTo>
                  <a:lnTo>
                    <a:pt x="2925903" y="0"/>
                  </a:lnTo>
                  <a:lnTo>
                    <a:pt x="2925047" y="0"/>
                  </a:lnTo>
                  <a:lnTo>
                    <a:pt x="2924191" y="0"/>
                  </a:lnTo>
                  <a:lnTo>
                    <a:pt x="2923336" y="0"/>
                  </a:lnTo>
                  <a:lnTo>
                    <a:pt x="2922480" y="0"/>
                  </a:lnTo>
                  <a:lnTo>
                    <a:pt x="2921625" y="0"/>
                  </a:lnTo>
                  <a:lnTo>
                    <a:pt x="2920769" y="0"/>
                  </a:lnTo>
                  <a:lnTo>
                    <a:pt x="2919914" y="0"/>
                  </a:lnTo>
                  <a:lnTo>
                    <a:pt x="2919058" y="0"/>
                  </a:lnTo>
                  <a:lnTo>
                    <a:pt x="2918203" y="0"/>
                  </a:lnTo>
                  <a:lnTo>
                    <a:pt x="2917347" y="0"/>
                  </a:lnTo>
                  <a:lnTo>
                    <a:pt x="2916492" y="0"/>
                  </a:lnTo>
                  <a:lnTo>
                    <a:pt x="2915636" y="0"/>
                  </a:lnTo>
                  <a:lnTo>
                    <a:pt x="2914781" y="0"/>
                  </a:lnTo>
                  <a:lnTo>
                    <a:pt x="2913925" y="0"/>
                  </a:lnTo>
                  <a:lnTo>
                    <a:pt x="2913070" y="0"/>
                  </a:lnTo>
                  <a:lnTo>
                    <a:pt x="2912214" y="0"/>
                  </a:lnTo>
                  <a:lnTo>
                    <a:pt x="2911359" y="0"/>
                  </a:lnTo>
                  <a:lnTo>
                    <a:pt x="2910503" y="0"/>
                  </a:lnTo>
                  <a:lnTo>
                    <a:pt x="2909648" y="0"/>
                  </a:lnTo>
                  <a:lnTo>
                    <a:pt x="2908792" y="0"/>
                  </a:lnTo>
                  <a:lnTo>
                    <a:pt x="2907936" y="0"/>
                  </a:lnTo>
                  <a:lnTo>
                    <a:pt x="2907081" y="0"/>
                  </a:lnTo>
                  <a:lnTo>
                    <a:pt x="2906225" y="0"/>
                  </a:lnTo>
                  <a:lnTo>
                    <a:pt x="2905370" y="0"/>
                  </a:lnTo>
                  <a:lnTo>
                    <a:pt x="2904514" y="0"/>
                  </a:lnTo>
                  <a:lnTo>
                    <a:pt x="2903659" y="0"/>
                  </a:lnTo>
                  <a:lnTo>
                    <a:pt x="2902803" y="0"/>
                  </a:lnTo>
                  <a:lnTo>
                    <a:pt x="2901948" y="0"/>
                  </a:lnTo>
                  <a:lnTo>
                    <a:pt x="2901092" y="0"/>
                  </a:lnTo>
                  <a:lnTo>
                    <a:pt x="2900237" y="0"/>
                  </a:lnTo>
                  <a:lnTo>
                    <a:pt x="2899381" y="0"/>
                  </a:lnTo>
                  <a:lnTo>
                    <a:pt x="2898526" y="0"/>
                  </a:lnTo>
                  <a:lnTo>
                    <a:pt x="2897670" y="0"/>
                  </a:lnTo>
                  <a:lnTo>
                    <a:pt x="2896815" y="0"/>
                  </a:lnTo>
                  <a:lnTo>
                    <a:pt x="2895959" y="0"/>
                  </a:lnTo>
                  <a:lnTo>
                    <a:pt x="2895104" y="0"/>
                  </a:lnTo>
                  <a:lnTo>
                    <a:pt x="2894248" y="0"/>
                  </a:lnTo>
                  <a:lnTo>
                    <a:pt x="2893392" y="0"/>
                  </a:lnTo>
                  <a:lnTo>
                    <a:pt x="2892537" y="0"/>
                  </a:lnTo>
                  <a:lnTo>
                    <a:pt x="2891681" y="0"/>
                  </a:lnTo>
                  <a:lnTo>
                    <a:pt x="2890826" y="0"/>
                  </a:lnTo>
                  <a:lnTo>
                    <a:pt x="2889970" y="0"/>
                  </a:lnTo>
                  <a:lnTo>
                    <a:pt x="2889115" y="0"/>
                  </a:lnTo>
                  <a:lnTo>
                    <a:pt x="2888259" y="0"/>
                  </a:lnTo>
                  <a:lnTo>
                    <a:pt x="2887404" y="0"/>
                  </a:lnTo>
                  <a:lnTo>
                    <a:pt x="2886548" y="0"/>
                  </a:lnTo>
                  <a:lnTo>
                    <a:pt x="2885693" y="0"/>
                  </a:lnTo>
                  <a:lnTo>
                    <a:pt x="2884837" y="0"/>
                  </a:lnTo>
                  <a:lnTo>
                    <a:pt x="2883982" y="0"/>
                  </a:lnTo>
                  <a:lnTo>
                    <a:pt x="2883126" y="0"/>
                  </a:lnTo>
                  <a:lnTo>
                    <a:pt x="2882271" y="0"/>
                  </a:lnTo>
                  <a:lnTo>
                    <a:pt x="2881415" y="0"/>
                  </a:lnTo>
                  <a:lnTo>
                    <a:pt x="2880560" y="0"/>
                  </a:lnTo>
                  <a:lnTo>
                    <a:pt x="2879704" y="0"/>
                  </a:lnTo>
                  <a:lnTo>
                    <a:pt x="2878849" y="0"/>
                  </a:lnTo>
                  <a:lnTo>
                    <a:pt x="2877993" y="0"/>
                  </a:lnTo>
                  <a:lnTo>
                    <a:pt x="2877137" y="0"/>
                  </a:lnTo>
                  <a:lnTo>
                    <a:pt x="2876282" y="0"/>
                  </a:lnTo>
                  <a:lnTo>
                    <a:pt x="2875426" y="0"/>
                  </a:lnTo>
                  <a:lnTo>
                    <a:pt x="2874571" y="0"/>
                  </a:lnTo>
                  <a:lnTo>
                    <a:pt x="2873715" y="0"/>
                  </a:lnTo>
                  <a:lnTo>
                    <a:pt x="2872860" y="0"/>
                  </a:lnTo>
                  <a:lnTo>
                    <a:pt x="2872004" y="0"/>
                  </a:lnTo>
                  <a:lnTo>
                    <a:pt x="2871149" y="0"/>
                  </a:lnTo>
                  <a:lnTo>
                    <a:pt x="2870293" y="0"/>
                  </a:lnTo>
                  <a:lnTo>
                    <a:pt x="2869438" y="0"/>
                  </a:lnTo>
                  <a:lnTo>
                    <a:pt x="2868582" y="0"/>
                  </a:lnTo>
                  <a:lnTo>
                    <a:pt x="2867727" y="0"/>
                  </a:lnTo>
                  <a:lnTo>
                    <a:pt x="2866871" y="0"/>
                  </a:lnTo>
                  <a:lnTo>
                    <a:pt x="2866016" y="0"/>
                  </a:lnTo>
                  <a:lnTo>
                    <a:pt x="2865160" y="0"/>
                  </a:lnTo>
                  <a:lnTo>
                    <a:pt x="2864305" y="0"/>
                  </a:lnTo>
                  <a:lnTo>
                    <a:pt x="2863449" y="0"/>
                  </a:lnTo>
                  <a:lnTo>
                    <a:pt x="2862594" y="0"/>
                  </a:lnTo>
                  <a:lnTo>
                    <a:pt x="2861738" y="0"/>
                  </a:lnTo>
                  <a:lnTo>
                    <a:pt x="2860882" y="0"/>
                  </a:lnTo>
                  <a:lnTo>
                    <a:pt x="2860027" y="0"/>
                  </a:lnTo>
                  <a:lnTo>
                    <a:pt x="2859171" y="0"/>
                  </a:lnTo>
                  <a:lnTo>
                    <a:pt x="2858316" y="0"/>
                  </a:lnTo>
                  <a:lnTo>
                    <a:pt x="2857460" y="0"/>
                  </a:lnTo>
                  <a:lnTo>
                    <a:pt x="2856605" y="0"/>
                  </a:lnTo>
                  <a:lnTo>
                    <a:pt x="2855749" y="0"/>
                  </a:lnTo>
                  <a:lnTo>
                    <a:pt x="2854894" y="0"/>
                  </a:lnTo>
                  <a:lnTo>
                    <a:pt x="2854038" y="0"/>
                  </a:lnTo>
                  <a:lnTo>
                    <a:pt x="2853183" y="0"/>
                  </a:lnTo>
                  <a:lnTo>
                    <a:pt x="2852327" y="0"/>
                  </a:lnTo>
                  <a:lnTo>
                    <a:pt x="2851472" y="0"/>
                  </a:lnTo>
                  <a:lnTo>
                    <a:pt x="2850616" y="0"/>
                  </a:lnTo>
                  <a:lnTo>
                    <a:pt x="2849761" y="0"/>
                  </a:lnTo>
                  <a:lnTo>
                    <a:pt x="2848905" y="0"/>
                  </a:lnTo>
                  <a:lnTo>
                    <a:pt x="2848050" y="0"/>
                  </a:lnTo>
                  <a:lnTo>
                    <a:pt x="2847194" y="0"/>
                  </a:lnTo>
                  <a:lnTo>
                    <a:pt x="2846339" y="0"/>
                  </a:lnTo>
                  <a:lnTo>
                    <a:pt x="2845483" y="0"/>
                  </a:lnTo>
                  <a:lnTo>
                    <a:pt x="2844627" y="0"/>
                  </a:lnTo>
                  <a:lnTo>
                    <a:pt x="2843772" y="0"/>
                  </a:lnTo>
                  <a:lnTo>
                    <a:pt x="2842916" y="0"/>
                  </a:lnTo>
                  <a:lnTo>
                    <a:pt x="2842061" y="0"/>
                  </a:lnTo>
                  <a:lnTo>
                    <a:pt x="2841205" y="0"/>
                  </a:lnTo>
                  <a:lnTo>
                    <a:pt x="2840350" y="0"/>
                  </a:lnTo>
                  <a:lnTo>
                    <a:pt x="2839494" y="0"/>
                  </a:lnTo>
                  <a:lnTo>
                    <a:pt x="2838639" y="0"/>
                  </a:lnTo>
                  <a:lnTo>
                    <a:pt x="2837783" y="0"/>
                  </a:lnTo>
                  <a:lnTo>
                    <a:pt x="2836928" y="0"/>
                  </a:lnTo>
                  <a:lnTo>
                    <a:pt x="2836072" y="0"/>
                  </a:lnTo>
                  <a:lnTo>
                    <a:pt x="2835217" y="0"/>
                  </a:lnTo>
                  <a:lnTo>
                    <a:pt x="2834361" y="0"/>
                  </a:lnTo>
                  <a:lnTo>
                    <a:pt x="2833506" y="0"/>
                  </a:lnTo>
                  <a:lnTo>
                    <a:pt x="2832650" y="0"/>
                  </a:lnTo>
                  <a:lnTo>
                    <a:pt x="2831795" y="0"/>
                  </a:lnTo>
                  <a:lnTo>
                    <a:pt x="2830939" y="0"/>
                  </a:lnTo>
                  <a:lnTo>
                    <a:pt x="2830083" y="0"/>
                  </a:lnTo>
                  <a:lnTo>
                    <a:pt x="2829228" y="0"/>
                  </a:lnTo>
                  <a:lnTo>
                    <a:pt x="2828372" y="0"/>
                  </a:lnTo>
                  <a:lnTo>
                    <a:pt x="2827517" y="0"/>
                  </a:lnTo>
                  <a:lnTo>
                    <a:pt x="2826661" y="0"/>
                  </a:lnTo>
                  <a:lnTo>
                    <a:pt x="2825806" y="0"/>
                  </a:lnTo>
                  <a:lnTo>
                    <a:pt x="2824950" y="0"/>
                  </a:lnTo>
                  <a:lnTo>
                    <a:pt x="2824095" y="0"/>
                  </a:lnTo>
                  <a:lnTo>
                    <a:pt x="2823239" y="0"/>
                  </a:lnTo>
                  <a:lnTo>
                    <a:pt x="2822384" y="0"/>
                  </a:lnTo>
                  <a:lnTo>
                    <a:pt x="2821528" y="0"/>
                  </a:lnTo>
                  <a:lnTo>
                    <a:pt x="2820673" y="0"/>
                  </a:lnTo>
                  <a:lnTo>
                    <a:pt x="2819817" y="0"/>
                  </a:lnTo>
                  <a:lnTo>
                    <a:pt x="2818962" y="0"/>
                  </a:lnTo>
                  <a:lnTo>
                    <a:pt x="2818106" y="0"/>
                  </a:lnTo>
                  <a:lnTo>
                    <a:pt x="2817251" y="0"/>
                  </a:lnTo>
                  <a:lnTo>
                    <a:pt x="2816395" y="0"/>
                  </a:lnTo>
                  <a:lnTo>
                    <a:pt x="2815540" y="0"/>
                  </a:lnTo>
                  <a:lnTo>
                    <a:pt x="2814684" y="0"/>
                  </a:lnTo>
                  <a:lnTo>
                    <a:pt x="2813828" y="0"/>
                  </a:lnTo>
                  <a:lnTo>
                    <a:pt x="2812973" y="0"/>
                  </a:lnTo>
                  <a:lnTo>
                    <a:pt x="2812117" y="0"/>
                  </a:lnTo>
                  <a:lnTo>
                    <a:pt x="2811262" y="0"/>
                  </a:lnTo>
                  <a:lnTo>
                    <a:pt x="2810406" y="0"/>
                  </a:lnTo>
                  <a:lnTo>
                    <a:pt x="2809551" y="0"/>
                  </a:lnTo>
                  <a:lnTo>
                    <a:pt x="2808695" y="0"/>
                  </a:lnTo>
                  <a:lnTo>
                    <a:pt x="2807840" y="0"/>
                  </a:lnTo>
                  <a:lnTo>
                    <a:pt x="2806984" y="0"/>
                  </a:lnTo>
                  <a:lnTo>
                    <a:pt x="2806129" y="0"/>
                  </a:lnTo>
                  <a:lnTo>
                    <a:pt x="2805273" y="0"/>
                  </a:lnTo>
                  <a:lnTo>
                    <a:pt x="2804418" y="0"/>
                  </a:lnTo>
                  <a:lnTo>
                    <a:pt x="2803562" y="0"/>
                  </a:lnTo>
                  <a:lnTo>
                    <a:pt x="2802707" y="0"/>
                  </a:lnTo>
                  <a:lnTo>
                    <a:pt x="2801851" y="0"/>
                  </a:lnTo>
                  <a:lnTo>
                    <a:pt x="2800996" y="0"/>
                  </a:lnTo>
                  <a:lnTo>
                    <a:pt x="2800140" y="0"/>
                  </a:lnTo>
                  <a:lnTo>
                    <a:pt x="2799285" y="0"/>
                  </a:lnTo>
                  <a:lnTo>
                    <a:pt x="2798429" y="0"/>
                  </a:lnTo>
                  <a:lnTo>
                    <a:pt x="2797573" y="0"/>
                  </a:lnTo>
                  <a:lnTo>
                    <a:pt x="2796718" y="0"/>
                  </a:lnTo>
                  <a:lnTo>
                    <a:pt x="2795862" y="0"/>
                  </a:lnTo>
                  <a:lnTo>
                    <a:pt x="2795007" y="0"/>
                  </a:lnTo>
                  <a:lnTo>
                    <a:pt x="2794151" y="0"/>
                  </a:lnTo>
                  <a:lnTo>
                    <a:pt x="2793296" y="0"/>
                  </a:lnTo>
                  <a:lnTo>
                    <a:pt x="2792440" y="0"/>
                  </a:lnTo>
                  <a:lnTo>
                    <a:pt x="2791585" y="0"/>
                  </a:lnTo>
                  <a:lnTo>
                    <a:pt x="2790729" y="0"/>
                  </a:lnTo>
                  <a:lnTo>
                    <a:pt x="2789874" y="0"/>
                  </a:lnTo>
                  <a:lnTo>
                    <a:pt x="2789018" y="0"/>
                  </a:lnTo>
                  <a:lnTo>
                    <a:pt x="2788163" y="0"/>
                  </a:lnTo>
                  <a:lnTo>
                    <a:pt x="2787307" y="0"/>
                  </a:lnTo>
                  <a:lnTo>
                    <a:pt x="2786452" y="0"/>
                  </a:lnTo>
                  <a:lnTo>
                    <a:pt x="2785596" y="0"/>
                  </a:lnTo>
                  <a:lnTo>
                    <a:pt x="2784741" y="0"/>
                  </a:lnTo>
                  <a:lnTo>
                    <a:pt x="2783885" y="0"/>
                  </a:lnTo>
                  <a:lnTo>
                    <a:pt x="2783029" y="0"/>
                  </a:lnTo>
                  <a:lnTo>
                    <a:pt x="2782174" y="0"/>
                  </a:lnTo>
                  <a:lnTo>
                    <a:pt x="2781318" y="0"/>
                  </a:lnTo>
                  <a:lnTo>
                    <a:pt x="2780463" y="0"/>
                  </a:lnTo>
                  <a:lnTo>
                    <a:pt x="2779607" y="0"/>
                  </a:lnTo>
                  <a:lnTo>
                    <a:pt x="2778752" y="0"/>
                  </a:lnTo>
                  <a:lnTo>
                    <a:pt x="2777896" y="0"/>
                  </a:lnTo>
                  <a:lnTo>
                    <a:pt x="2777041" y="0"/>
                  </a:lnTo>
                  <a:lnTo>
                    <a:pt x="2776185" y="0"/>
                  </a:lnTo>
                  <a:lnTo>
                    <a:pt x="2775330" y="0"/>
                  </a:lnTo>
                  <a:lnTo>
                    <a:pt x="2774474" y="0"/>
                  </a:lnTo>
                  <a:lnTo>
                    <a:pt x="2773619" y="0"/>
                  </a:lnTo>
                  <a:lnTo>
                    <a:pt x="2772763" y="0"/>
                  </a:lnTo>
                  <a:lnTo>
                    <a:pt x="2771908" y="0"/>
                  </a:lnTo>
                  <a:lnTo>
                    <a:pt x="2771052" y="0"/>
                  </a:lnTo>
                  <a:lnTo>
                    <a:pt x="2770197" y="0"/>
                  </a:lnTo>
                  <a:lnTo>
                    <a:pt x="2769341" y="0"/>
                  </a:lnTo>
                  <a:lnTo>
                    <a:pt x="2768486" y="0"/>
                  </a:lnTo>
                  <a:lnTo>
                    <a:pt x="2767630" y="0"/>
                  </a:lnTo>
                  <a:lnTo>
                    <a:pt x="2766774" y="0"/>
                  </a:lnTo>
                  <a:lnTo>
                    <a:pt x="2765919" y="0"/>
                  </a:lnTo>
                  <a:lnTo>
                    <a:pt x="2765063" y="0"/>
                  </a:lnTo>
                  <a:lnTo>
                    <a:pt x="2764208" y="0"/>
                  </a:lnTo>
                  <a:lnTo>
                    <a:pt x="2763352" y="0"/>
                  </a:lnTo>
                  <a:lnTo>
                    <a:pt x="2762497" y="0"/>
                  </a:lnTo>
                  <a:lnTo>
                    <a:pt x="2761641" y="0"/>
                  </a:lnTo>
                  <a:lnTo>
                    <a:pt x="2760786" y="0"/>
                  </a:lnTo>
                  <a:lnTo>
                    <a:pt x="2759930" y="0"/>
                  </a:lnTo>
                  <a:lnTo>
                    <a:pt x="2759075" y="0"/>
                  </a:lnTo>
                  <a:lnTo>
                    <a:pt x="2758219" y="0"/>
                  </a:lnTo>
                  <a:lnTo>
                    <a:pt x="2757364" y="0"/>
                  </a:lnTo>
                  <a:lnTo>
                    <a:pt x="2756508" y="0"/>
                  </a:lnTo>
                  <a:lnTo>
                    <a:pt x="2755653" y="0"/>
                  </a:lnTo>
                  <a:lnTo>
                    <a:pt x="2754797" y="0"/>
                  </a:lnTo>
                  <a:lnTo>
                    <a:pt x="2753942" y="0"/>
                  </a:lnTo>
                  <a:lnTo>
                    <a:pt x="2753086" y="0"/>
                  </a:lnTo>
                  <a:lnTo>
                    <a:pt x="2752231" y="0"/>
                  </a:lnTo>
                  <a:lnTo>
                    <a:pt x="2751375" y="0"/>
                  </a:lnTo>
                  <a:lnTo>
                    <a:pt x="2750519" y="0"/>
                  </a:lnTo>
                  <a:lnTo>
                    <a:pt x="2749664" y="0"/>
                  </a:lnTo>
                  <a:lnTo>
                    <a:pt x="2748808" y="0"/>
                  </a:lnTo>
                  <a:lnTo>
                    <a:pt x="2747953" y="0"/>
                  </a:lnTo>
                  <a:lnTo>
                    <a:pt x="2747097" y="0"/>
                  </a:lnTo>
                  <a:lnTo>
                    <a:pt x="2746242" y="0"/>
                  </a:lnTo>
                  <a:lnTo>
                    <a:pt x="2745386" y="0"/>
                  </a:lnTo>
                  <a:lnTo>
                    <a:pt x="2744531" y="0"/>
                  </a:lnTo>
                  <a:lnTo>
                    <a:pt x="2743675" y="0"/>
                  </a:lnTo>
                  <a:lnTo>
                    <a:pt x="2742820" y="0"/>
                  </a:lnTo>
                  <a:lnTo>
                    <a:pt x="2741964" y="0"/>
                  </a:lnTo>
                  <a:lnTo>
                    <a:pt x="2741109" y="0"/>
                  </a:lnTo>
                  <a:lnTo>
                    <a:pt x="2740253" y="0"/>
                  </a:lnTo>
                  <a:lnTo>
                    <a:pt x="2739398" y="0"/>
                  </a:lnTo>
                  <a:lnTo>
                    <a:pt x="2738542" y="0"/>
                  </a:lnTo>
                  <a:lnTo>
                    <a:pt x="2737687" y="0"/>
                  </a:lnTo>
                  <a:lnTo>
                    <a:pt x="2736831" y="0"/>
                  </a:lnTo>
                  <a:lnTo>
                    <a:pt x="2735975" y="0"/>
                  </a:lnTo>
                  <a:lnTo>
                    <a:pt x="2735120" y="0"/>
                  </a:lnTo>
                  <a:lnTo>
                    <a:pt x="2734264" y="0"/>
                  </a:lnTo>
                  <a:lnTo>
                    <a:pt x="2733409" y="0"/>
                  </a:lnTo>
                  <a:lnTo>
                    <a:pt x="2732553" y="0"/>
                  </a:lnTo>
                  <a:lnTo>
                    <a:pt x="2731698" y="0"/>
                  </a:lnTo>
                  <a:lnTo>
                    <a:pt x="2730842" y="0"/>
                  </a:lnTo>
                  <a:lnTo>
                    <a:pt x="2729987" y="0"/>
                  </a:lnTo>
                  <a:lnTo>
                    <a:pt x="2729131" y="0"/>
                  </a:lnTo>
                  <a:lnTo>
                    <a:pt x="2728276" y="0"/>
                  </a:lnTo>
                  <a:lnTo>
                    <a:pt x="2727420" y="0"/>
                  </a:lnTo>
                  <a:lnTo>
                    <a:pt x="2726565" y="0"/>
                  </a:lnTo>
                  <a:lnTo>
                    <a:pt x="2725709" y="0"/>
                  </a:lnTo>
                  <a:lnTo>
                    <a:pt x="2724854" y="0"/>
                  </a:lnTo>
                  <a:lnTo>
                    <a:pt x="2723998" y="0"/>
                  </a:lnTo>
                  <a:lnTo>
                    <a:pt x="2723143" y="0"/>
                  </a:lnTo>
                  <a:lnTo>
                    <a:pt x="2722287" y="0"/>
                  </a:lnTo>
                  <a:lnTo>
                    <a:pt x="2721432" y="0"/>
                  </a:lnTo>
                  <a:lnTo>
                    <a:pt x="2720576" y="0"/>
                  </a:lnTo>
                  <a:lnTo>
                    <a:pt x="2719720" y="0"/>
                  </a:lnTo>
                  <a:lnTo>
                    <a:pt x="2718865" y="0"/>
                  </a:lnTo>
                  <a:lnTo>
                    <a:pt x="2718009" y="0"/>
                  </a:lnTo>
                  <a:lnTo>
                    <a:pt x="2717154" y="0"/>
                  </a:lnTo>
                  <a:lnTo>
                    <a:pt x="2716298" y="0"/>
                  </a:lnTo>
                  <a:lnTo>
                    <a:pt x="2715443" y="0"/>
                  </a:lnTo>
                  <a:lnTo>
                    <a:pt x="2714587" y="0"/>
                  </a:lnTo>
                  <a:lnTo>
                    <a:pt x="2713732" y="0"/>
                  </a:lnTo>
                  <a:lnTo>
                    <a:pt x="2712876" y="0"/>
                  </a:lnTo>
                  <a:lnTo>
                    <a:pt x="2712021" y="0"/>
                  </a:lnTo>
                  <a:lnTo>
                    <a:pt x="2711165" y="0"/>
                  </a:lnTo>
                  <a:lnTo>
                    <a:pt x="2710310" y="0"/>
                  </a:lnTo>
                  <a:lnTo>
                    <a:pt x="2709454" y="0"/>
                  </a:lnTo>
                  <a:lnTo>
                    <a:pt x="2708599" y="0"/>
                  </a:lnTo>
                  <a:lnTo>
                    <a:pt x="2707743" y="0"/>
                  </a:lnTo>
                  <a:lnTo>
                    <a:pt x="2706888" y="0"/>
                  </a:lnTo>
                  <a:lnTo>
                    <a:pt x="2706032" y="0"/>
                  </a:lnTo>
                  <a:lnTo>
                    <a:pt x="2705177" y="0"/>
                  </a:lnTo>
                  <a:lnTo>
                    <a:pt x="2704321" y="0"/>
                  </a:lnTo>
                  <a:lnTo>
                    <a:pt x="2703465" y="0"/>
                  </a:lnTo>
                  <a:lnTo>
                    <a:pt x="2702610" y="0"/>
                  </a:lnTo>
                  <a:lnTo>
                    <a:pt x="2701754" y="0"/>
                  </a:lnTo>
                  <a:lnTo>
                    <a:pt x="2700899" y="0"/>
                  </a:lnTo>
                  <a:lnTo>
                    <a:pt x="2700043" y="0"/>
                  </a:lnTo>
                  <a:lnTo>
                    <a:pt x="2699188" y="0"/>
                  </a:lnTo>
                  <a:lnTo>
                    <a:pt x="2698332" y="0"/>
                  </a:lnTo>
                  <a:lnTo>
                    <a:pt x="2697477" y="0"/>
                  </a:lnTo>
                  <a:lnTo>
                    <a:pt x="2696621" y="0"/>
                  </a:lnTo>
                  <a:lnTo>
                    <a:pt x="2695766" y="0"/>
                  </a:lnTo>
                  <a:lnTo>
                    <a:pt x="2694910" y="0"/>
                  </a:lnTo>
                  <a:lnTo>
                    <a:pt x="2694055" y="0"/>
                  </a:lnTo>
                  <a:lnTo>
                    <a:pt x="2693199" y="0"/>
                  </a:lnTo>
                  <a:lnTo>
                    <a:pt x="2692344" y="0"/>
                  </a:lnTo>
                  <a:lnTo>
                    <a:pt x="2691488" y="0"/>
                  </a:lnTo>
                  <a:lnTo>
                    <a:pt x="2690633" y="0"/>
                  </a:lnTo>
                  <a:lnTo>
                    <a:pt x="2689777" y="0"/>
                  </a:lnTo>
                  <a:lnTo>
                    <a:pt x="2688921" y="0"/>
                  </a:lnTo>
                  <a:lnTo>
                    <a:pt x="2688066" y="0"/>
                  </a:lnTo>
                  <a:lnTo>
                    <a:pt x="2687210" y="0"/>
                  </a:lnTo>
                  <a:lnTo>
                    <a:pt x="2686355" y="0"/>
                  </a:lnTo>
                  <a:lnTo>
                    <a:pt x="2685499" y="0"/>
                  </a:lnTo>
                  <a:lnTo>
                    <a:pt x="2684644" y="0"/>
                  </a:lnTo>
                  <a:lnTo>
                    <a:pt x="2683788" y="0"/>
                  </a:lnTo>
                  <a:lnTo>
                    <a:pt x="2682933" y="0"/>
                  </a:lnTo>
                  <a:lnTo>
                    <a:pt x="2682077" y="0"/>
                  </a:lnTo>
                  <a:lnTo>
                    <a:pt x="2681222" y="0"/>
                  </a:lnTo>
                  <a:lnTo>
                    <a:pt x="2680366" y="0"/>
                  </a:lnTo>
                  <a:lnTo>
                    <a:pt x="2679511" y="0"/>
                  </a:lnTo>
                  <a:lnTo>
                    <a:pt x="2678655" y="0"/>
                  </a:lnTo>
                  <a:lnTo>
                    <a:pt x="2677800" y="0"/>
                  </a:lnTo>
                  <a:lnTo>
                    <a:pt x="2676944" y="0"/>
                  </a:lnTo>
                  <a:lnTo>
                    <a:pt x="2676089" y="0"/>
                  </a:lnTo>
                  <a:lnTo>
                    <a:pt x="2675233" y="0"/>
                  </a:lnTo>
                  <a:lnTo>
                    <a:pt x="2674378" y="0"/>
                  </a:lnTo>
                  <a:lnTo>
                    <a:pt x="2673522" y="0"/>
                  </a:lnTo>
                  <a:lnTo>
                    <a:pt x="2672666" y="0"/>
                  </a:lnTo>
                  <a:lnTo>
                    <a:pt x="2671811" y="0"/>
                  </a:lnTo>
                  <a:lnTo>
                    <a:pt x="2670955" y="0"/>
                  </a:lnTo>
                  <a:lnTo>
                    <a:pt x="2670100" y="0"/>
                  </a:lnTo>
                  <a:lnTo>
                    <a:pt x="2669244" y="0"/>
                  </a:lnTo>
                  <a:lnTo>
                    <a:pt x="2668389" y="0"/>
                  </a:lnTo>
                  <a:lnTo>
                    <a:pt x="2667533" y="0"/>
                  </a:lnTo>
                  <a:lnTo>
                    <a:pt x="2666678" y="0"/>
                  </a:lnTo>
                  <a:lnTo>
                    <a:pt x="2665822" y="0"/>
                  </a:lnTo>
                  <a:lnTo>
                    <a:pt x="2664967" y="0"/>
                  </a:lnTo>
                  <a:lnTo>
                    <a:pt x="2664111" y="0"/>
                  </a:lnTo>
                  <a:lnTo>
                    <a:pt x="2663256" y="0"/>
                  </a:lnTo>
                  <a:lnTo>
                    <a:pt x="2662400" y="0"/>
                  </a:lnTo>
                  <a:lnTo>
                    <a:pt x="2661545" y="0"/>
                  </a:lnTo>
                  <a:lnTo>
                    <a:pt x="2660689" y="0"/>
                  </a:lnTo>
                  <a:lnTo>
                    <a:pt x="2659834" y="0"/>
                  </a:lnTo>
                  <a:lnTo>
                    <a:pt x="2658978" y="0"/>
                  </a:lnTo>
                  <a:lnTo>
                    <a:pt x="2658123" y="0"/>
                  </a:lnTo>
                  <a:lnTo>
                    <a:pt x="2657267" y="0"/>
                  </a:lnTo>
                  <a:lnTo>
                    <a:pt x="2656411" y="0"/>
                  </a:lnTo>
                  <a:lnTo>
                    <a:pt x="2655556" y="0"/>
                  </a:lnTo>
                  <a:lnTo>
                    <a:pt x="2654700" y="0"/>
                  </a:lnTo>
                  <a:lnTo>
                    <a:pt x="2653845" y="0"/>
                  </a:lnTo>
                  <a:lnTo>
                    <a:pt x="2652989" y="0"/>
                  </a:lnTo>
                  <a:lnTo>
                    <a:pt x="2652134" y="0"/>
                  </a:lnTo>
                  <a:lnTo>
                    <a:pt x="2651278" y="0"/>
                  </a:lnTo>
                  <a:lnTo>
                    <a:pt x="2650423" y="0"/>
                  </a:lnTo>
                  <a:lnTo>
                    <a:pt x="2649567" y="0"/>
                  </a:lnTo>
                  <a:lnTo>
                    <a:pt x="2648712" y="0"/>
                  </a:lnTo>
                  <a:lnTo>
                    <a:pt x="2647856" y="0"/>
                  </a:lnTo>
                  <a:lnTo>
                    <a:pt x="2647001" y="0"/>
                  </a:lnTo>
                  <a:lnTo>
                    <a:pt x="2646145" y="0"/>
                  </a:lnTo>
                  <a:lnTo>
                    <a:pt x="2645290" y="0"/>
                  </a:lnTo>
                  <a:lnTo>
                    <a:pt x="2644434" y="0"/>
                  </a:lnTo>
                  <a:lnTo>
                    <a:pt x="2643579" y="0"/>
                  </a:lnTo>
                  <a:lnTo>
                    <a:pt x="2642723" y="0"/>
                  </a:lnTo>
                  <a:lnTo>
                    <a:pt x="2641868" y="0"/>
                  </a:lnTo>
                  <a:lnTo>
                    <a:pt x="2641012" y="0"/>
                  </a:lnTo>
                  <a:lnTo>
                    <a:pt x="2640156" y="0"/>
                  </a:lnTo>
                  <a:lnTo>
                    <a:pt x="2639301" y="0"/>
                  </a:lnTo>
                  <a:lnTo>
                    <a:pt x="2638445" y="0"/>
                  </a:lnTo>
                  <a:lnTo>
                    <a:pt x="2637590" y="0"/>
                  </a:lnTo>
                  <a:lnTo>
                    <a:pt x="2636734" y="0"/>
                  </a:lnTo>
                  <a:lnTo>
                    <a:pt x="2635879" y="0"/>
                  </a:lnTo>
                  <a:lnTo>
                    <a:pt x="2635023" y="0"/>
                  </a:lnTo>
                  <a:lnTo>
                    <a:pt x="2634168" y="0"/>
                  </a:lnTo>
                  <a:lnTo>
                    <a:pt x="2633312" y="0"/>
                  </a:lnTo>
                  <a:lnTo>
                    <a:pt x="2632457" y="0"/>
                  </a:lnTo>
                  <a:lnTo>
                    <a:pt x="2631601" y="0"/>
                  </a:lnTo>
                  <a:lnTo>
                    <a:pt x="2630746" y="0"/>
                  </a:lnTo>
                  <a:lnTo>
                    <a:pt x="2629890" y="0"/>
                  </a:lnTo>
                  <a:lnTo>
                    <a:pt x="2629035" y="0"/>
                  </a:lnTo>
                  <a:lnTo>
                    <a:pt x="2628179" y="0"/>
                  </a:lnTo>
                  <a:lnTo>
                    <a:pt x="2627324" y="0"/>
                  </a:lnTo>
                  <a:lnTo>
                    <a:pt x="2626468" y="0"/>
                  </a:lnTo>
                  <a:lnTo>
                    <a:pt x="2625612" y="0"/>
                  </a:lnTo>
                  <a:lnTo>
                    <a:pt x="2624757" y="0"/>
                  </a:lnTo>
                  <a:lnTo>
                    <a:pt x="2623901" y="0"/>
                  </a:lnTo>
                  <a:lnTo>
                    <a:pt x="2623046" y="0"/>
                  </a:lnTo>
                  <a:lnTo>
                    <a:pt x="2622190" y="0"/>
                  </a:lnTo>
                  <a:lnTo>
                    <a:pt x="2621335" y="0"/>
                  </a:lnTo>
                  <a:lnTo>
                    <a:pt x="2620479" y="0"/>
                  </a:lnTo>
                  <a:lnTo>
                    <a:pt x="2619624" y="0"/>
                  </a:lnTo>
                  <a:lnTo>
                    <a:pt x="2618768" y="0"/>
                  </a:lnTo>
                  <a:lnTo>
                    <a:pt x="2617913" y="0"/>
                  </a:lnTo>
                  <a:lnTo>
                    <a:pt x="2617057" y="0"/>
                  </a:lnTo>
                  <a:lnTo>
                    <a:pt x="2616202" y="0"/>
                  </a:lnTo>
                  <a:lnTo>
                    <a:pt x="2615346" y="0"/>
                  </a:lnTo>
                  <a:lnTo>
                    <a:pt x="2614491" y="0"/>
                  </a:lnTo>
                  <a:lnTo>
                    <a:pt x="2613635" y="0"/>
                  </a:lnTo>
                  <a:lnTo>
                    <a:pt x="2612780" y="0"/>
                  </a:lnTo>
                  <a:lnTo>
                    <a:pt x="2611924" y="0"/>
                  </a:lnTo>
                  <a:lnTo>
                    <a:pt x="2611069" y="0"/>
                  </a:lnTo>
                  <a:lnTo>
                    <a:pt x="2610213" y="0"/>
                  </a:lnTo>
                  <a:lnTo>
                    <a:pt x="2609357" y="0"/>
                  </a:lnTo>
                  <a:lnTo>
                    <a:pt x="2608502" y="0"/>
                  </a:lnTo>
                  <a:lnTo>
                    <a:pt x="2607646" y="0"/>
                  </a:lnTo>
                  <a:lnTo>
                    <a:pt x="2606791" y="0"/>
                  </a:lnTo>
                  <a:lnTo>
                    <a:pt x="2605935" y="0"/>
                  </a:lnTo>
                  <a:lnTo>
                    <a:pt x="2605080" y="0"/>
                  </a:lnTo>
                  <a:lnTo>
                    <a:pt x="2604224" y="0"/>
                  </a:lnTo>
                  <a:lnTo>
                    <a:pt x="2603369" y="0"/>
                  </a:lnTo>
                  <a:lnTo>
                    <a:pt x="2602513" y="0"/>
                  </a:lnTo>
                  <a:lnTo>
                    <a:pt x="2601658" y="0"/>
                  </a:lnTo>
                  <a:lnTo>
                    <a:pt x="2600802" y="0"/>
                  </a:lnTo>
                  <a:lnTo>
                    <a:pt x="2599947" y="0"/>
                  </a:lnTo>
                  <a:lnTo>
                    <a:pt x="2599091" y="0"/>
                  </a:lnTo>
                  <a:lnTo>
                    <a:pt x="2598236" y="0"/>
                  </a:lnTo>
                  <a:lnTo>
                    <a:pt x="2597380" y="0"/>
                  </a:lnTo>
                  <a:lnTo>
                    <a:pt x="2596525" y="0"/>
                  </a:lnTo>
                  <a:lnTo>
                    <a:pt x="2595669" y="0"/>
                  </a:lnTo>
                  <a:lnTo>
                    <a:pt x="2594814" y="0"/>
                  </a:lnTo>
                  <a:lnTo>
                    <a:pt x="2593958" y="0"/>
                  </a:lnTo>
                  <a:lnTo>
                    <a:pt x="2593102" y="0"/>
                  </a:lnTo>
                  <a:lnTo>
                    <a:pt x="2592247" y="0"/>
                  </a:lnTo>
                  <a:lnTo>
                    <a:pt x="2591391" y="0"/>
                  </a:lnTo>
                  <a:lnTo>
                    <a:pt x="2590536" y="0"/>
                  </a:lnTo>
                  <a:lnTo>
                    <a:pt x="2589680" y="0"/>
                  </a:lnTo>
                  <a:lnTo>
                    <a:pt x="2588825" y="0"/>
                  </a:lnTo>
                  <a:lnTo>
                    <a:pt x="2587969" y="0"/>
                  </a:lnTo>
                  <a:lnTo>
                    <a:pt x="2587114" y="0"/>
                  </a:lnTo>
                  <a:lnTo>
                    <a:pt x="2586258" y="0"/>
                  </a:lnTo>
                  <a:lnTo>
                    <a:pt x="2585403" y="0"/>
                  </a:lnTo>
                  <a:lnTo>
                    <a:pt x="2584547" y="0"/>
                  </a:lnTo>
                  <a:lnTo>
                    <a:pt x="2583692" y="0"/>
                  </a:lnTo>
                  <a:lnTo>
                    <a:pt x="2582836" y="0"/>
                  </a:lnTo>
                  <a:lnTo>
                    <a:pt x="2581981" y="0"/>
                  </a:lnTo>
                  <a:lnTo>
                    <a:pt x="2581125" y="0"/>
                  </a:lnTo>
                  <a:lnTo>
                    <a:pt x="2580270" y="0"/>
                  </a:lnTo>
                  <a:lnTo>
                    <a:pt x="2579414" y="0"/>
                  </a:lnTo>
                  <a:lnTo>
                    <a:pt x="2578558" y="0"/>
                  </a:lnTo>
                  <a:lnTo>
                    <a:pt x="2577703" y="0"/>
                  </a:lnTo>
                  <a:lnTo>
                    <a:pt x="2576847" y="0"/>
                  </a:lnTo>
                  <a:lnTo>
                    <a:pt x="2575992" y="0"/>
                  </a:lnTo>
                  <a:lnTo>
                    <a:pt x="2575136" y="0"/>
                  </a:lnTo>
                  <a:lnTo>
                    <a:pt x="2574281" y="0"/>
                  </a:lnTo>
                  <a:lnTo>
                    <a:pt x="2573425" y="0"/>
                  </a:lnTo>
                  <a:lnTo>
                    <a:pt x="2572570" y="0"/>
                  </a:lnTo>
                  <a:lnTo>
                    <a:pt x="2571714" y="0"/>
                  </a:lnTo>
                  <a:lnTo>
                    <a:pt x="2570859" y="0"/>
                  </a:lnTo>
                  <a:lnTo>
                    <a:pt x="2570003" y="0"/>
                  </a:lnTo>
                  <a:lnTo>
                    <a:pt x="2569148" y="0"/>
                  </a:lnTo>
                  <a:lnTo>
                    <a:pt x="2568292" y="0"/>
                  </a:lnTo>
                  <a:lnTo>
                    <a:pt x="2567437" y="0"/>
                  </a:lnTo>
                  <a:lnTo>
                    <a:pt x="2566581" y="0"/>
                  </a:lnTo>
                  <a:lnTo>
                    <a:pt x="2565726" y="0"/>
                  </a:lnTo>
                  <a:lnTo>
                    <a:pt x="2564870" y="0"/>
                  </a:lnTo>
                  <a:lnTo>
                    <a:pt x="2564015" y="0"/>
                  </a:lnTo>
                  <a:lnTo>
                    <a:pt x="2563159" y="0"/>
                  </a:lnTo>
                  <a:lnTo>
                    <a:pt x="2562303" y="0"/>
                  </a:lnTo>
                  <a:lnTo>
                    <a:pt x="2561448" y="0"/>
                  </a:lnTo>
                  <a:lnTo>
                    <a:pt x="2560592" y="0"/>
                  </a:lnTo>
                  <a:lnTo>
                    <a:pt x="2559737" y="0"/>
                  </a:lnTo>
                  <a:lnTo>
                    <a:pt x="2558881" y="0"/>
                  </a:lnTo>
                  <a:lnTo>
                    <a:pt x="2558026" y="0"/>
                  </a:lnTo>
                  <a:lnTo>
                    <a:pt x="2557170" y="0"/>
                  </a:lnTo>
                  <a:lnTo>
                    <a:pt x="2556315" y="0"/>
                  </a:lnTo>
                  <a:lnTo>
                    <a:pt x="2555459" y="0"/>
                  </a:lnTo>
                  <a:lnTo>
                    <a:pt x="2554604" y="0"/>
                  </a:lnTo>
                  <a:lnTo>
                    <a:pt x="2553748" y="0"/>
                  </a:lnTo>
                  <a:lnTo>
                    <a:pt x="2552893" y="0"/>
                  </a:lnTo>
                  <a:lnTo>
                    <a:pt x="2552037" y="0"/>
                  </a:lnTo>
                  <a:lnTo>
                    <a:pt x="2551182" y="0"/>
                  </a:lnTo>
                  <a:lnTo>
                    <a:pt x="2550326" y="0"/>
                  </a:lnTo>
                  <a:lnTo>
                    <a:pt x="2549471" y="0"/>
                  </a:lnTo>
                  <a:lnTo>
                    <a:pt x="2548615" y="0"/>
                  </a:lnTo>
                  <a:lnTo>
                    <a:pt x="2547760" y="0"/>
                  </a:lnTo>
                  <a:lnTo>
                    <a:pt x="2546904" y="0"/>
                  </a:lnTo>
                  <a:lnTo>
                    <a:pt x="2546048" y="0"/>
                  </a:lnTo>
                  <a:lnTo>
                    <a:pt x="2545193" y="0"/>
                  </a:lnTo>
                  <a:lnTo>
                    <a:pt x="2544337" y="0"/>
                  </a:lnTo>
                  <a:lnTo>
                    <a:pt x="2543482" y="0"/>
                  </a:lnTo>
                  <a:lnTo>
                    <a:pt x="2542626" y="0"/>
                  </a:lnTo>
                  <a:lnTo>
                    <a:pt x="2541771" y="0"/>
                  </a:lnTo>
                  <a:lnTo>
                    <a:pt x="2540915" y="0"/>
                  </a:lnTo>
                  <a:lnTo>
                    <a:pt x="2540060" y="0"/>
                  </a:lnTo>
                  <a:lnTo>
                    <a:pt x="2539204" y="0"/>
                  </a:lnTo>
                  <a:lnTo>
                    <a:pt x="2538349" y="0"/>
                  </a:lnTo>
                  <a:lnTo>
                    <a:pt x="2537493" y="0"/>
                  </a:lnTo>
                  <a:lnTo>
                    <a:pt x="2536638" y="0"/>
                  </a:lnTo>
                  <a:lnTo>
                    <a:pt x="2535782" y="0"/>
                  </a:lnTo>
                  <a:lnTo>
                    <a:pt x="2534927" y="0"/>
                  </a:lnTo>
                  <a:lnTo>
                    <a:pt x="2534071" y="0"/>
                  </a:lnTo>
                  <a:lnTo>
                    <a:pt x="2533216" y="0"/>
                  </a:lnTo>
                  <a:lnTo>
                    <a:pt x="2532360" y="0"/>
                  </a:lnTo>
                  <a:lnTo>
                    <a:pt x="2531504" y="0"/>
                  </a:lnTo>
                  <a:lnTo>
                    <a:pt x="2530649" y="0"/>
                  </a:lnTo>
                  <a:lnTo>
                    <a:pt x="2529793" y="0"/>
                  </a:lnTo>
                  <a:lnTo>
                    <a:pt x="2528938" y="0"/>
                  </a:lnTo>
                  <a:lnTo>
                    <a:pt x="2528082" y="0"/>
                  </a:lnTo>
                  <a:lnTo>
                    <a:pt x="2527227" y="0"/>
                  </a:lnTo>
                  <a:lnTo>
                    <a:pt x="2526371" y="0"/>
                  </a:lnTo>
                  <a:lnTo>
                    <a:pt x="2525516" y="0"/>
                  </a:lnTo>
                  <a:lnTo>
                    <a:pt x="2524660" y="0"/>
                  </a:lnTo>
                  <a:lnTo>
                    <a:pt x="2523805" y="0"/>
                  </a:lnTo>
                  <a:lnTo>
                    <a:pt x="2522949" y="0"/>
                  </a:lnTo>
                  <a:lnTo>
                    <a:pt x="2522094" y="0"/>
                  </a:lnTo>
                  <a:lnTo>
                    <a:pt x="2521238" y="0"/>
                  </a:lnTo>
                  <a:lnTo>
                    <a:pt x="2520383" y="0"/>
                  </a:lnTo>
                  <a:lnTo>
                    <a:pt x="2519527" y="0"/>
                  </a:lnTo>
                  <a:lnTo>
                    <a:pt x="2518672" y="0"/>
                  </a:lnTo>
                  <a:lnTo>
                    <a:pt x="2517816" y="0"/>
                  </a:lnTo>
                  <a:lnTo>
                    <a:pt x="2516961" y="0"/>
                  </a:lnTo>
                  <a:lnTo>
                    <a:pt x="2516105" y="0"/>
                  </a:lnTo>
                  <a:lnTo>
                    <a:pt x="2515249" y="0"/>
                  </a:lnTo>
                  <a:lnTo>
                    <a:pt x="2514394" y="0"/>
                  </a:lnTo>
                  <a:lnTo>
                    <a:pt x="2513538" y="0"/>
                  </a:lnTo>
                  <a:lnTo>
                    <a:pt x="2512683" y="0"/>
                  </a:lnTo>
                  <a:lnTo>
                    <a:pt x="2511827" y="0"/>
                  </a:lnTo>
                  <a:lnTo>
                    <a:pt x="2510972" y="0"/>
                  </a:lnTo>
                  <a:lnTo>
                    <a:pt x="2510116" y="0"/>
                  </a:lnTo>
                  <a:lnTo>
                    <a:pt x="2509261" y="0"/>
                  </a:lnTo>
                  <a:lnTo>
                    <a:pt x="2508405" y="0"/>
                  </a:lnTo>
                  <a:lnTo>
                    <a:pt x="2507550" y="0"/>
                  </a:lnTo>
                  <a:lnTo>
                    <a:pt x="2506694" y="0"/>
                  </a:lnTo>
                  <a:lnTo>
                    <a:pt x="2505839" y="0"/>
                  </a:lnTo>
                  <a:lnTo>
                    <a:pt x="2504983" y="0"/>
                  </a:lnTo>
                  <a:lnTo>
                    <a:pt x="2504128" y="0"/>
                  </a:lnTo>
                  <a:lnTo>
                    <a:pt x="2503272" y="0"/>
                  </a:lnTo>
                  <a:lnTo>
                    <a:pt x="2502417" y="0"/>
                  </a:lnTo>
                  <a:lnTo>
                    <a:pt x="2501561" y="0"/>
                  </a:lnTo>
                  <a:lnTo>
                    <a:pt x="2500706" y="0"/>
                  </a:lnTo>
                  <a:lnTo>
                    <a:pt x="2499850" y="0"/>
                  </a:lnTo>
                  <a:lnTo>
                    <a:pt x="2498994" y="0"/>
                  </a:lnTo>
                  <a:lnTo>
                    <a:pt x="2498139" y="0"/>
                  </a:lnTo>
                  <a:lnTo>
                    <a:pt x="2497283" y="0"/>
                  </a:lnTo>
                  <a:lnTo>
                    <a:pt x="2496428" y="0"/>
                  </a:lnTo>
                  <a:lnTo>
                    <a:pt x="2495572" y="0"/>
                  </a:lnTo>
                  <a:lnTo>
                    <a:pt x="2494717" y="0"/>
                  </a:lnTo>
                  <a:lnTo>
                    <a:pt x="2493861" y="0"/>
                  </a:lnTo>
                  <a:lnTo>
                    <a:pt x="2493006" y="0"/>
                  </a:lnTo>
                  <a:lnTo>
                    <a:pt x="2492150" y="0"/>
                  </a:lnTo>
                  <a:lnTo>
                    <a:pt x="2491295" y="0"/>
                  </a:lnTo>
                  <a:lnTo>
                    <a:pt x="2490439" y="0"/>
                  </a:lnTo>
                  <a:lnTo>
                    <a:pt x="2489584" y="0"/>
                  </a:lnTo>
                  <a:lnTo>
                    <a:pt x="2488728" y="0"/>
                  </a:lnTo>
                  <a:lnTo>
                    <a:pt x="2487873" y="0"/>
                  </a:lnTo>
                  <a:lnTo>
                    <a:pt x="2487017" y="0"/>
                  </a:lnTo>
                  <a:lnTo>
                    <a:pt x="2486162" y="0"/>
                  </a:lnTo>
                  <a:lnTo>
                    <a:pt x="2485306" y="0"/>
                  </a:lnTo>
                  <a:lnTo>
                    <a:pt x="2484450" y="0"/>
                  </a:lnTo>
                  <a:lnTo>
                    <a:pt x="2483595" y="0"/>
                  </a:lnTo>
                  <a:lnTo>
                    <a:pt x="2482739" y="0"/>
                  </a:lnTo>
                  <a:lnTo>
                    <a:pt x="2481884" y="0"/>
                  </a:lnTo>
                  <a:lnTo>
                    <a:pt x="2481028" y="0"/>
                  </a:lnTo>
                  <a:lnTo>
                    <a:pt x="2480173" y="0"/>
                  </a:lnTo>
                  <a:lnTo>
                    <a:pt x="2479317" y="0"/>
                  </a:lnTo>
                  <a:lnTo>
                    <a:pt x="2478462" y="0"/>
                  </a:lnTo>
                  <a:lnTo>
                    <a:pt x="2477606" y="0"/>
                  </a:lnTo>
                  <a:lnTo>
                    <a:pt x="2476751" y="0"/>
                  </a:lnTo>
                  <a:lnTo>
                    <a:pt x="2475895" y="0"/>
                  </a:lnTo>
                  <a:lnTo>
                    <a:pt x="2475040" y="0"/>
                  </a:lnTo>
                  <a:lnTo>
                    <a:pt x="2474184" y="0"/>
                  </a:lnTo>
                  <a:lnTo>
                    <a:pt x="2473329" y="0"/>
                  </a:lnTo>
                  <a:lnTo>
                    <a:pt x="2472473" y="0"/>
                  </a:lnTo>
                  <a:lnTo>
                    <a:pt x="2471618" y="0"/>
                  </a:lnTo>
                  <a:lnTo>
                    <a:pt x="2470762" y="0"/>
                  </a:lnTo>
                  <a:lnTo>
                    <a:pt x="2469907" y="0"/>
                  </a:lnTo>
                  <a:lnTo>
                    <a:pt x="2469051" y="0"/>
                  </a:lnTo>
                  <a:lnTo>
                    <a:pt x="2468195" y="0"/>
                  </a:lnTo>
                  <a:lnTo>
                    <a:pt x="2467340" y="0"/>
                  </a:lnTo>
                  <a:lnTo>
                    <a:pt x="2466484" y="0"/>
                  </a:lnTo>
                  <a:lnTo>
                    <a:pt x="2465629" y="0"/>
                  </a:lnTo>
                  <a:lnTo>
                    <a:pt x="2464773" y="0"/>
                  </a:lnTo>
                  <a:lnTo>
                    <a:pt x="2463918" y="0"/>
                  </a:lnTo>
                  <a:lnTo>
                    <a:pt x="2463062" y="0"/>
                  </a:lnTo>
                  <a:lnTo>
                    <a:pt x="2462207" y="0"/>
                  </a:lnTo>
                  <a:lnTo>
                    <a:pt x="2461351" y="0"/>
                  </a:lnTo>
                  <a:lnTo>
                    <a:pt x="2460496" y="0"/>
                  </a:lnTo>
                  <a:lnTo>
                    <a:pt x="2459640" y="0"/>
                  </a:lnTo>
                  <a:lnTo>
                    <a:pt x="2458785" y="0"/>
                  </a:lnTo>
                  <a:lnTo>
                    <a:pt x="2457929" y="0"/>
                  </a:lnTo>
                  <a:lnTo>
                    <a:pt x="2457074" y="0"/>
                  </a:lnTo>
                  <a:lnTo>
                    <a:pt x="2456218" y="0"/>
                  </a:lnTo>
                  <a:lnTo>
                    <a:pt x="2455363" y="0"/>
                  </a:lnTo>
                  <a:lnTo>
                    <a:pt x="2454507" y="0"/>
                  </a:lnTo>
                  <a:lnTo>
                    <a:pt x="2453652" y="0"/>
                  </a:lnTo>
                  <a:lnTo>
                    <a:pt x="2452796" y="0"/>
                  </a:lnTo>
                  <a:lnTo>
                    <a:pt x="2451940" y="0"/>
                  </a:lnTo>
                  <a:lnTo>
                    <a:pt x="2451085" y="0"/>
                  </a:lnTo>
                  <a:lnTo>
                    <a:pt x="2450229" y="0"/>
                  </a:lnTo>
                  <a:lnTo>
                    <a:pt x="2449374" y="0"/>
                  </a:lnTo>
                  <a:lnTo>
                    <a:pt x="2448518" y="0"/>
                  </a:lnTo>
                  <a:lnTo>
                    <a:pt x="2447663" y="0"/>
                  </a:lnTo>
                  <a:lnTo>
                    <a:pt x="2446807" y="0"/>
                  </a:lnTo>
                  <a:lnTo>
                    <a:pt x="2445952" y="0"/>
                  </a:lnTo>
                  <a:lnTo>
                    <a:pt x="2445096" y="0"/>
                  </a:lnTo>
                  <a:lnTo>
                    <a:pt x="2444241" y="0"/>
                  </a:lnTo>
                  <a:lnTo>
                    <a:pt x="2443385" y="0"/>
                  </a:lnTo>
                  <a:lnTo>
                    <a:pt x="2442530" y="0"/>
                  </a:lnTo>
                  <a:lnTo>
                    <a:pt x="2441674" y="0"/>
                  </a:lnTo>
                  <a:lnTo>
                    <a:pt x="2440819" y="0"/>
                  </a:lnTo>
                  <a:lnTo>
                    <a:pt x="2439963" y="0"/>
                  </a:lnTo>
                  <a:lnTo>
                    <a:pt x="2439108" y="0"/>
                  </a:lnTo>
                  <a:lnTo>
                    <a:pt x="2438252" y="0"/>
                  </a:lnTo>
                  <a:lnTo>
                    <a:pt x="2437396" y="0"/>
                  </a:lnTo>
                  <a:lnTo>
                    <a:pt x="2436541" y="0"/>
                  </a:lnTo>
                  <a:lnTo>
                    <a:pt x="2435685" y="0"/>
                  </a:lnTo>
                  <a:lnTo>
                    <a:pt x="2434830" y="0"/>
                  </a:lnTo>
                  <a:lnTo>
                    <a:pt x="2433974" y="0"/>
                  </a:lnTo>
                  <a:lnTo>
                    <a:pt x="2433119" y="0"/>
                  </a:lnTo>
                  <a:lnTo>
                    <a:pt x="2432263" y="0"/>
                  </a:lnTo>
                  <a:lnTo>
                    <a:pt x="2431408" y="0"/>
                  </a:lnTo>
                  <a:lnTo>
                    <a:pt x="2430552" y="0"/>
                  </a:lnTo>
                  <a:lnTo>
                    <a:pt x="2429697" y="0"/>
                  </a:lnTo>
                  <a:lnTo>
                    <a:pt x="2428841" y="0"/>
                  </a:lnTo>
                  <a:lnTo>
                    <a:pt x="2427986" y="0"/>
                  </a:lnTo>
                  <a:lnTo>
                    <a:pt x="2427130" y="0"/>
                  </a:lnTo>
                  <a:lnTo>
                    <a:pt x="2426275" y="0"/>
                  </a:lnTo>
                  <a:lnTo>
                    <a:pt x="2425419" y="0"/>
                  </a:lnTo>
                  <a:lnTo>
                    <a:pt x="2424564" y="0"/>
                  </a:lnTo>
                  <a:lnTo>
                    <a:pt x="2423708" y="0"/>
                  </a:lnTo>
                  <a:lnTo>
                    <a:pt x="2422853" y="0"/>
                  </a:lnTo>
                  <a:lnTo>
                    <a:pt x="2421997" y="0"/>
                  </a:lnTo>
                  <a:lnTo>
                    <a:pt x="2421141" y="0"/>
                  </a:lnTo>
                  <a:lnTo>
                    <a:pt x="2420286" y="0"/>
                  </a:lnTo>
                  <a:lnTo>
                    <a:pt x="2419430" y="0"/>
                  </a:lnTo>
                  <a:lnTo>
                    <a:pt x="2418575" y="0"/>
                  </a:lnTo>
                  <a:lnTo>
                    <a:pt x="2417719" y="0"/>
                  </a:lnTo>
                  <a:lnTo>
                    <a:pt x="2416864" y="0"/>
                  </a:lnTo>
                  <a:lnTo>
                    <a:pt x="2416008" y="0"/>
                  </a:lnTo>
                  <a:lnTo>
                    <a:pt x="2415153" y="0"/>
                  </a:lnTo>
                  <a:lnTo>
                    <a:pt x="2414297" y="0"/>
                  </a:lnTo>
                  <a:lnTo>
                    <a:pt x="2413442" y="0"/>
                  </a:lnTo>
                  <a:lnTo>
                    <a:pt x="2412586" y="0"/>
                  </a:lnTo>
                  <a:lnTo>
                    <a:pt x="2411731" y="0"/>
                  </a:lnTo>
                  <a:lnTo>
                    <a:pt x="2410875" y="0"/>
                  </a:lnTo>
                  <a:lnTo>
                    <a:pt x="2410020" y="0"/>
                  </a:lnTo>
                  <a:lnTo>
                    <a:pt x="2409164" y="0"/>
                  </a:lnTo>
                  <a:lnTo>
                    <a:pt x="2408309" y="0"/>
                  </a:lnTo>
                  <a:lnTo>
                    <a:pt x="2407453" y="0"/>
                  </a:lnTo>
                  <a:lnTo>
                    <a:pt x="2406598" y="0"/>
                  </a:lnTo>
                  <a:lnTo>
                    <a:pt x="2405742" y="0"/>
                  </a:lnTo>
                  <a:lnTo>
                    <a:pt x="2404886" y="0"/>
                  </a:lnTo>
                  <a:lnTo>
                    <a:pt x="2404031" y="0"/>
                  </a:lnTo>
                  <a:lnTo>
                    <a:pt x="2403175" y="0"/>
                  </a:lnTo>
                  <a:lnTo>
                    <a:pt x="2402320" y="0"/>
                  </a:lnTo>
                  <a:lnTo>
                    <a:pt x="2401464" y="0"/>
                  </a:lnTo>
                  <a:lnTo>
                    <a:pt x="2400609" y="0"/>
                  </a:lnTo>
                  <a:lnTo>
                    <a:pt x="2399753" y="0"/>
                  </a:lnTo>
                  <a:lnTo>
                    <a:pt x="2398898" y="0"/>
                  </a:lnTo>
                  <a:lnTo>
                    <a:pt x="2398042" y="0"/>
                  </a:lnTo>
                  <a:lnTo>
                    <a:pt x="2397187" y="0"/>
                  </a:lnTo>
                  <a:lnTo>
                    <a:pt x="2396331" y="0"/>
                  </a:lnTo>
                  <a:lnTo>
                    <a:pt x="2395476" y="0"/>
                  </a:lnTo>
                  <a:lnTo>
                    <a:pt x="2394620" y="0"/>
                  </a:lnTo>
                  <a:lnTo>
                    <a:pt x="2393765" y="0"/>
                  </a:lnTo>
                  <a:lnTo>
                    <a:pt x="2392909" y="0"/>
                  </a:lnTo>
                  <a:lnTo>
                    <a:pt x="2392054" y="0"/>
                  </a:lnTo>
                  <a:lnTo>
                    <a:pt x="2391198" y="0"/>
                  </a:lnTo>
                  <a:lnTo>
                    <a:pt x="2390343" y="0"/>
                  </a:lnTo>
                  <a:lnTo>
                    <a:pt x="2389487" y="0"/>
                  </a:lnTo>
                  <a:lnTo>
                    <a:pt x="2388631" y="0"/>
                  </a:lnTo>
                  <a:lnTo>
                    <a:pt x="2387776" y="0"/>
                  </a:lnTo>
                  <a:lnTo>
                    <a:pt x="2386920" y="0"/>
                  </a:lnTo>
                  <a:lnTo>
                    <a:pt x="2386065" y="0"/>
                  </a:lnTo>
                  <a:lnTo>
                    <a:pt x="2385209" y="0"/>
                  </a:lnTo>
                  <a:lnTo>
                    <a:pt x="2384354" y="0"/>
                  </a:lnTo>
                  <a:lnTo>
                    <a:pt x="2383498" y="0"/>
                  </a:lnTo>
                  <a:lnTo>
                    <a:pt x="2382643" y="0"/>
                  </a:lnTo>
                  <a:lnTo>
                    <a:pt x="2381787" y="0"/>
                  </a:lnTo>
                  <a:lnTo>
                    <a:pt x="2380932" y="0"/>
                  </a:lnTo>
                  <a:lnTo>
                    <a:pt x="2380076" y="0"/>
                  </a:lnTo>
                  <a:lnTo>
                    <a:pt x="2379221" y="0"/>
                  </a:lnTo>
                  <a:lnTo>
                    <a:pt x="2378365" y="0"/>
                  </a:lnTo>
                  <a:lnTo>
                    <a:pt x="2377510" y="0"/>
                  </a:lnTo>
                  <a:lnTo>
                    <a:pt x="2376654" y="0"/>
                  </a:lnTo>
                  <a:lnTo>
                    <a:pt x="2375799" y="0"/>
                  </a:lnTo>
                  <a:lnTo>
                    <a:pt x="2374943" y="0"/>
                  </a:lnTo>
                  <a:lnTo>
                    <a:pt x="2374087" y="0"/>
                  </a:lnTo>
                  <a:lnTo>
                    <a:pt x="2373232" y="0"/>
                  </a:lnTo>
                  <a:lnTo>
                    <a:pt x="2372376" y="0"/>
                  </a:lnTo>
                  <a:lnTo>
                    <a:pt x="2371521" y="0"/>
                  </a:lnTo>
                  <a:lnTo>
                    <a:pt x="2370665" y="0"/>
                  </a:lnTo>
                  <a:lnTo>
                    <a:pt x="2369810" y="0"/>
                  </a:lnTo>
                  <a:lnTo>
                    <a:pt x="2368954" y="0"/>
                  </a:lnTo>
                  <a:lnTo>
                    <a:pt x="2368099" y="0"/>
                  </a:lnTo>
                  <a:lnTo>
                    <a:pt x="2367243" y="0"/>
                  </a:lnTo>
                  <a:lnTo>
                    <a:pt x="2366388" y="0"/>
                  </a:lnTo>
                  <a:lnTo>
                    <a:pt x="2365532" y="0"/>
                  </a:lnTo>
                  <a:lnTo>
                    <a:pt x="2364677" y="0"/>
                  </a:lnTo>
                  <a:lnTo>
                    <a:pt x="2363821" y="0"/>
                  </a:lnTo>
                  <a:lnTo>
                    <a:pt x="2362966" y="0"/>
                  </a:lnTo>
                  <a:lnTo>
                    <a:pt x="2362110" y="0"/>
                  </a:lnTo>
                  <a:lnTo>
                    <a:pt x="2361255" y="0"/>
                  </a:lnTo>
                  <a:lnTo>
                    <a:pt x="2360399" y="0"/>
                  </a:lnTo>
                  <a:lnTo>
                    <a:pt x="2359544" y="0"/>
                  </a:lnTo>
                  <a:lnTo>
                    <a:pt x="2358688" y="0"/>
                  </a:lnTo>
                  <a:lnTo>
                    <a:pt x="2357832" y="0"/>
                  </a:lnTo>
                  <a:lnTo>
                    <a:pt x="2356977" y="0"/>
                  </a:lnTo>
                  <a:lnTo>
                    <a:pt x="2356121" y="0"/>
                  </a:lnTo>
                  <a:lnTo>
                    <a:pt x="2355266" y="0"/>
                  </a:lnTo>
                  <a:lnTo>
                    <a:pt x="2354410" y="0"/>
                  </a:lnTo>
                  <a:lnTo>
                    <a:pt x="2353555" y="0"/>
                  </a:lnTo>
                  <a:lnTo>
                    <a:pt x="2352699" y="0"/>
                  </a:lnTo>
                  <a:lnTo>
                    <a:pt x="2351844" y="0"/>
                  </a:lnTo>
                  <a:lnTo>
                    <a:pt x="2350988" y="0"/>
                  </a:lnTo>
                  <a:lnTo>
                    <a:pt x="2350133" y="0"/>
                  </a:lnTo>
                  <a:lnTo>
                    <a:pt x="2349277" y="0"/>
                  </a:lnTo>
                  <a:lnTo>
                    <a:pt x="2348422" y="0"/>
                  </a:lnTo>
                  <a:lnTo>
                    <a:pt x="2347566" y="0"/>
                  </a:lnTo>
                  <a:lnTo>
                    <a:pt x="2346711" y="0"/>
                  </a:lnTo>
                  <a:lnTo>
                    <a:pt x="2345855" y="0"/>
                  </a:lnTo>
                  <a:lnTo>
                    <a:pt x="2345000" y="0"/>
                  </a:lnTo>
                  <a:lnTo>
                    <a:pt x="2344144" y="0"/>
                  </a:lnTo>
                  <a:lnTo>
                    <a:pt x="2343289" y="0"/>
                  </a:lnTo>
                  <a:lnTo>
                    <a:pt x="2342433" y="0"/>
                  </a:lnTo>
                  <a:lnTo>
                    <a:pt x="2341577" y="0"/>
                  </a:lnTo>
                  <a:lnTo>
                    <a:pt x="2340722" y="0"/>
                  </a:lnTo>
                  <a:lnTo>
                    <a:pt x="2339866" y="0"/>
                  </a:lnTo>
                  <a:lnTo>
                    <a:pt x="2339011" y="0"/>
                  </a:lnTo>
                  <a:lnTo>
                    <a:pt x="2338155" y="0"/>
                  </a:lnTo>
                  <a:lnTo>
                    <a:pt x="2337300" y="0"/>
                  </a:lnTo>
                  <a:lnTo>
                    <a:pt x="2336444" y="0"/>
                  </a:lnTo>
                  <a:lnTo>
                    <a:pt x="2335589" y="0"/>
                  </a:lnTo>
                  <a:lnTo>
                    <a:pt x="2334733" y="0"/>
                  </a:lnTo>
                  <a:lnTo>
                    <a:pt x="2333878" y="0"/>
                  </a:lnTo>
                  <a:lnTo>
                    <a:pt x="2333022" y="0"/>
                  </a:lnTo>
                  <a:lnTo>
                    <a:pt x="2332167" y="0"/>
                  </a:lnTo>
                  <a:lnTo>
                    <a:pt x="2331311" y="0"/>
                  </a:lnTo>
                  <a:lnTo>
                    <a:pt x="2330456" y="0"/>
                  </a:lnTo>
                  <a:lnTo>
                    <a:pt x="2329600" y="0"/>
                  </a:lnTo>
                  <a:lnTo>
                    <a:pt x="2328745" y="0"/>
                  </a:lnTo>
                  <a:lnTo>
                    <a:pt x="2327889" y="0"/>
                  </a:lnTo>
                  <a:lnTo>
                    <a:pt x="2327033" y="0"/>
                  </a:lnTo>
                  <a:lnTo>
                    <a:pt x="2326178" y="0"/>
                  </a:lnTo>
                  <a:lnTo>
                    <a:pt x="2325322" y="0"/>
                  </a:lnTo>
                  <a:lnTo>
                    <a:pt x="2324467" y="0"/>
                  </a:lnTo>
                  <a:lnTo>
                    <a:pt x="2323611" y="0"/>
                  </a:lnTo>
                  <a:lnTo>
                    <a:pt x="2322756" y="0"/>
                  </a:lnTo>
                  <a:lnTo>
                    <a:pt x="2321900" y="0"/>
                  </a:lnTo>
                  <a:lnTo>
                    <a:pt x="2321045" y="0"/>
                  </a:lnTo>
                  <a:lnTo>
                    <a:pt x="2320189" y="0"/>
                  </a:lnTo>
                  <a:lnTo>
                    <a:pt x="2319334" y="0"/>
                  </a:lnTo>
                  <a:lnTo>
                    <a:pt x="2318478" y="0"/>
                  </a:lnTo>
                  <a:lnTo>
                    <a:pt x="2317623" y="0"/>
                  </a:lnTo>
                  <a:lnTo>
                    <a:pt x="2316767" y="0"/>
                  </a:lnTo>
                  <a:lnTo>
                    <a:pt x="2315912" y="0"/>
                  </a:lnTo>
                  <a:lnTo>
                    <a:pt x="2315056" y="0"/>
                  </a:lnTo>
                  <a:lnTo>
                    <a:pt x="2314201" y="0"/>
                  </a:lnTo>
                  <a:lnTo>
                    <a:pt x="2313345" y="0"/>
                  </a:lnTo>
                  <a:lnTo>
                    <a:pt x="2312490" y="0"/>
                  </a:lnTo>
                  <a:lnTo>
                    <a:pt x="2311634" y="0"/>
                  </a:lnTo>
                  <a:lnTo>
                    <a:pt x="2310778" y="0"/>
                  </a:lnTo>
                  <a:lnTo>
                    <a:pt x="2309923" y="0"/>
                  </a:lnTo>
                  <a:lnTo>
                    <a:pt x="2309067" y="0"/>
                  </a:lnTo>
                  <a:lnTo>
                    <a:pt x="2308212" y="0"/>
                  </a:lnTo>
                  <a:lnTo>
                    <a:pt x="2307356" y="0"/>
                  </a:lnTo>
                  <a:lnTo>
                    <a:pt x="2306501" y="0"/>
                  </a:lnTo>
                  <a:lnTo>
                    <a:pt x="2305645" y="0"/>
                  </a:lnTo>
                  <a:lnTo>
                    <a:pt x="2304790" y="0"/>
                  </a:lnTo>
                  <a:lnTo>
                    <a:pt x="2303934" y="0"/>
                  </a:lnTo>
                  <a:lnTo>
                    <a:pt x="2303079" y="0"/>
                  </a:lnTo>
                  <a:lnTo>
                    <a:pt x="2302223" y="0"/>
                  </a:lnTo>
                  <a:lnTo>
                    <a:pt x="2301368" y="0"/>
                  </a:lnTo>
                  <a:lnTo>
                    <a:pt x="2300512" y="0"/>
                  </a:lnTo>
                  <a:lnTo>
                    <a:pt x="2299657" y="0"/>
                  </a:lnTo>
                  <a:lnTo>
                    <a:pt x="2298801" y="0"/>
                  </a:lnTo>
                  <a:lnTo>
                    <a:pt x="2297946" y="0"/>
                  </a:lnTo>
                  <a:lnTo>
                    <a:pt x="2297090" y="0"/>
                  </a:lnTo>
                  <a:lnTo>
                    <a:pt x="2296235" y="0"/>
                  </a:lnTo>
                  <a:lnTo>
                    <a:pt x="2295379" y="0"/>
                  </a:lnTo>
                  <a:lnTo>
                    <a:pt x="2294523" y="0"/>
                  </a:lnTo>
                  <a:lnTo>
                    <a:pt x="2293668" y="0"/>
                  </a:lnTo>
                  <a:lnTo>
                    <a:pt x="2292812" y="0"/>
                  </a:lnTo>
                  <a:lnTo>
                    <a:pt x="2291957" y="0"/>
                  </a:lnTo>
                  <a:lnTo>
                    <a:pt x="2291101" y="0"/>
                  </a:lnTo>
                  <a:lnTo>
                    <a:pt x="2290246" y="0"/>
                  </a:lnTo>
                  <a:lnTo>
                    <a:pt x="2289390" y="0"/>
                  </a:lnTo>
                  <a:lnTo>
                    <a:pt x="2288535" y="0"/>
                  </a:lnTo>
                  <a:lnTo>
                    <a:pt x="2287679" y="0"/>
                  </a:lnTo>
                  <a:lnTo>
                    <a:pt x="2286824" y="0"/>
                  </a:lnTo>
                  <a:lnTo>
                    <a:pt x="2285968" y="0"/>
                  </a:lnTo>
                  <a:lnTo>
                    <a:pt x="2285113" y="0"/>
                  </a:lnTo>
                  <a:lnTo>
                    <a:pt x="2284257" y="0"/>
                  </a:lnTo>
                  <a:lnTo>
                    <a:pt x="2283402" y="0"/>
                  </a:lnTo>
                  <a:lnTo>
                    <a:pt x="2282546" y="0"/>
                  </a:lnTo>
                  <a:lnTo>
                    <a:pt x="2281691" y="0"/>
                  </a:lnTo>
                  <a:lnTo>
                    <a:pt x="2280835" y="0"/>
                  </a:lnTo>
                  <a:lnTo>
                    <a:pt x="2279979" y="0"/>
                  </a:lnTo>
                  <a:lnTo>
                    <a:pt x="2279124" y="0"/>
                  </a:lnTo>
                  <a:lnTo>
                    <a:pt x="2278268" y="0"/>
                  </a:lnTo>
                  <a:lnTo>
                    <a:pt x="2277413" y="0"/>
                  </a:lnTo>
                  <a:lnTo>
                    <a:pt x="2276557" y="0"/>
                  </a:lnTo>
                  <a:lnTo>
                    <a:pt x="2275702" y="0"/>
                  </a:lnTo>
                  <a:lnTo>
                    <a:pt x="2274846" y="0"/>
                  </a:lnTo>
                  <a:lnTo>
                    <a:pt x="2273991" y="0"/>
                  </a:lnTo>
                  <a:lnTo>
                    <a:pt x="2273135" y="0"/>
                  </a:lnTo>
                  <a:lnTo>
                    <a:pt x="2272280" y="0"/>
                  </a:lnTo>
                  <a:lnTo>
                    <a:pt x="2271424" y="0"/>
                  </a:lnTo>
                  <a:lnTo>
                    <a:pt x="2270569" y="0"/>
                  </a:lnTo>
                  <a:lnTo>
                    <a:pt x="2269713" y="0"/>
                  </a:lnTo>
                  <a:lnTo>
                    <a:pt x="2268858" y="0"/>
                  </a:lnTo>
                  <a:lnTo>
                    <a:pt x="2268002" y="0"/>
                  </a:lnTo>
                  <a:lnTo>
                    <a:pt x="2267147" y="0"/>
                  </a:lnTo>
                  <a:lnTo>
                    <a:pt x="2266291" y="0"/>
                  </a:lnTo>
                  <a:lnTo>
                    <a:pt x="2265436" y="0"/>
                  </a:lnTo>
                  <a:lnTo>
                    <a:pt x="2264580" y="0"/>
                  </a:lnTo>
                  <a:lnTo>
                    <a:pt x="2263724" y="0"/>
                  </a:lnTo>
                  <a:lnTo>
                    <a:pt x="2262869" y="0"/>
                  </a:lnTo>
                  <a:lnTo>
                    <a:pt x="2262013" y="0"/>
                  </a:lnTo>
                  <a:lnTo>
                    <a:pt x="2261158" y="0"/>
                  </a:lnTo>
                  <a:lnTo>
                    <a:pt x="2260302" y="0"/>
                  </a:lnTo>
                  <a:lnTo>
                    <a:pt x="2259447" y="0"/>
                  </a:lnTo>
                  <a:lnTo>
                    <a:pt x="2258591" y="0"/>
                  </a:lnTo>
                  <a:lnTo>
                    <a:pt x="2257736" y="0"/>
                  </a:lnTo>
                  <a:lnTo>
                    <a:pt x="2256880" y="0"/>
                  </a:lnTo>
                  <a:lnTo>
                    <a:pt x="2256025" y="0"/>
                  </a:lnTo>
                  <a:lnTo>
                    <a:pt x="2255169" y="0"/>
                  </a:lnTo>
                  <a:lnTo>
                    <a:pt x="2254314" y="0"/>
                  </a:lnTo>
                  <a:lnTo>
                    <a:pt x="2253458" y="0"/>
                  </a:lnTo>
                  <a:lnTo>
                    <a:pt x="2252603" y="0"/>
                  </a:lnTo>
                  <a:lnTo>
                    <a:pt x="2251747" y="0"/>
                  </a:lnTo>
                  <a:lnTo>
                    <a:pt x="2250892" y="0"/>
                  </a:lnTo>
                  <a:lnTo>
                    <a:pt x="2250036" y="0"/>
                  </a:lnTo>
                  <a:lnTo>
                    <a:pt x="2249181" y="0"/>
                  </a:lnTo>
                  <a:lnTo>
                    <a:pt x="2248325" y="0"/>
                  </a:lnTo>
                  <a:lnTo>
                    <a:pt x="2247469" y="0"/>
                  </a:lnTo>
                  <a:lnTo>
                    <a:pt x="2246614" y="0"/>
                  </a:lnTo>
                  <a:lnTo>
                    <a:pt x="2245758" y="0"/>
                  </a:lnTo>
                  <a:lnTo>
                    <a:pt x="2244903" y="0"/>
                  </a:lnTo>
                  <a:lnTo>
                    <a:pt x="2244047" y="0"/>
                  </a:lnTo>
                  <a:lnTo>
                    <a:pt x="2243192" y="0"/>
                  </a:lnTo>
                  <a:lnTo>
                    <a:pt x="2242336" y="0"/>
                  </a:lnTo>
                  <a:lnTo>
                    <a:pt x="2241481" y="0"/>
                  </a:lnTo>
                  <a:lnTo>
                    <a:pt x="2240625" y="0"/>
                  </a:lnTo>
                  <a:lnTo>
                    <a:pt x="2239770" y="0"/>
                  </a:lnTo>
                  <a:lnTo>
                    <a:pt x="2238914" y="0"/>
                  </a:lnTo>
                  <a:lnTo>
                    <a:pt x="2238059" y="0"/>
                  </a:lnTo>
                  <a:lnTo>
                    <a:pt x="2237203" y="0"/>
                  </a:lnTo>
                  <a:lnTo>
                    <a:pt x="2236348" y="0"/>
                  </a:lnTo>
                  <a:lnTo>
                    <a:pt x="2235492" y="0"/>
                  </a:lnTo>
                  <a:lnTo>
                    <a:pt x="2234637" y="0"/>
                  </a:lnTo>
                  <a:lnTo>
                    <a:pt x="2233781" y="0"/>
                  </a:lnTo>
                  <a:lnTo>
                    <a:pt x="2232925" y="0"/>
                  </a:lnTo>
                  <a:lnTo>
                    <a:pt x="2232070" y="0"/>
                  </a:lnTo>
                  <a:lnTo>
                    <a:pt x="2231214" y="0"/>
                  </a:lnTo>
                  <a:lnTo>
                    <a:pt x="2230359" y="0"/>
                  </a:lnTo>
                  <a:lnTo>
                    <a:pt x="2229503" y="0"/>
                  </a:lnTo>
                  <a:lnTo>
                    <a:pt x="2228648" y="0"/>
                  </a:lnTo>
                  <a:lnTo>
                    <a:pt x="2227792" y="0"/>
                  </a:lnTo>
                  <a:lnTo>
                    <a:pt x="2226937" y="0"/>
                  </a:lnTo>
                  <a:lnTo>
                    <a:pt x="2226081" y="0"/>
                  </a:lnTo>
                  <a:lnTo>
                    <a:pt x="2225226" y="0"/>
                  </a:lnTo>
                  <a:lnTo>
                    <a:pt x="2224370" y="0"/>
                  </a:lnTo>
                  <a:lnTo>
                    <a:pt x="2223515" y="0"/>
                  </a:lnTo>
                  <a:lnTo>
                    <a:pt x="2222659" y="0"/>
                  </a:lnTo>
                  <a:lnTo>
                    <a:pt x="2221804" y="0"/>
                  </a:lnTo>
                  <a:lnTo>
                    <a:pt x="2220948" y="0"/>
                  </a:lnTo>
                  <a:lnTo>
                    <a:pt x="2220093" y="0"/>
                  </a:lnTo>
                  <a:lnTo>
                    <a:pt x="2219237" y="0"/>
                  </a:lnTo>
                  <a:lnTo>
                    <a:pt x="2218382" y="0"/>
                  </a:lnTo>
                  <a:lnTo>
                    <a:pt x="2217526" y="0"/>
                  </a:lnTo>
                  <a:lnTo>
                    <a:pt x="2216670" y="0"/>
                  </a:lnTo>
                  <a:lnTo>
                    <a:pt x="2215815" y="0"/>
                  </a:lnTo>
                  <a:lnTo>
                    <a:pt x="2214959" y="0"/>
                  </a:lnTo>
                  <a:lnTo>
                    <a:pt x="2214104" y="0"/>
                  </a:lnTo>
                  <a:lnTo>
                    <a:pt x="2213248" y="0"/>
                  </a:lnTo>
                  <a:lnTo>
                    <a:pt x="2212393" y="0"/>
                  </a:lnTo>
                  <a:lnTo>
                    <a:pt x="2211537" y="0"/>
                  </a:lnTo>
                  <a:lnTo>
                    <a:pt x="2210682" y="0"/>
                  </a:lnTo>
                  <a:lnTo>
                    <a:pt x="2209826" y="0"/>
                  </a:lnTo>
                  <a:lnTo>
                    <a:pt x="2208971" y="0"/>
                  </a:lnTo>
                  <a:lnTo>
                    <a:pt x="2208115" y="0"/>
                  </a:lnTo>
                  <a:lnTo>
                    <a:pt x="2207260" y="0"/>
                  </a:lnTo>
                  <a:lnTo>
                    <a:pt x="2206404" y="0"/>
                  </a:lnTo>
                  <a:lnTo>
                    <a:pt x="2205549" y="0"/>
                  </a:lnTo>
                  <a:lnTo>
                    <a:pt x="2204693" y="0"/>
                  </a:lnTo>
                  <a:lnTo>
                    <a:pt x="2203838" y="0"/>
                  </a:lnTo>
                  <a:lnTo>
                    <a:pt x="2202982" y="0"/>
                  </a:lnTo>
                  <a:lnTo>
                    <a:pt x="2202127" y="0"/>
                  </a:lnTo>
                  <a:lnTo>
                    <a:pt x="2201271" y="0"/>
                  </a:lnTo>
                  <a:lnTo>
                    <a:pt x="2200415" y="0"/>
                  </a:lnTo>
                  <a:lnTo>
                    <a:pt x="2199560" y="0"/>
                  </a:lnTo>
                  <a:lnTo>
                    <a:pt x="2198704" y="0"/>
                  </a:lnTo>
                  <a:lnTo>
                    <a:pt x="2197849" y="0"/>
                  </a:lnTo>
                  <a:lnTo>
                    <a:pt x="2196993" y="0"/>
                  </a:lnTo>
                  <a:lnTo>
                    <a:pt x="2196138" y="0"/>
                  </a:lnTo>
                  <a:lnTo>
                    <a:pt x="2195282" y="0"/>
                  </a:lnTo>
                  <a:lnTo>
                    <a:pt x="2194427" y="0"/>
                  </a:lnTo>
                  <a:lnTo>
                    <a:pt x="2193571" y="0"/>
                  </a:lnTo>
                  <a:lnTo>
                    <a:pt x="2192716" y="0"/>
                  </a:lnTo>
                  <a:lnTo>
                    <a:pt x="2191860" y="0"/>
                  </a:lnTo>
                  <a:lnTo>
                    <a:pt x="2191005" y="0"/>
                  </a:lnTo>
                  <a:lnTo>
                    <a:pt x="2190149" y="0"/>
                  </a:lnTo>
                  <a:lnTo>
                    <a:pt x="2189294" y="0"/>
                  </a:lnTo>
                  <a:lnTo>
                    <a:pt x="2188438" y="0"/>
                  </a:lnTo>
                  <a:lnTo>
                    <a:pt x="2187583" y="0"/>
                  </a:lnTo>
                  <a:lnTo>
                    <a:pt x="2186727" y="0"/>
                  </a:lnTo>
                  <a:lnTo>
                    <a:pt x="2185872" y="0"/>
                  </a:lnTo>
                  <a:lnTo>
                    <a:pt x="2185016" y="0"/>
                  </a:lnTo>
                  <a:lnTo>
                    <a:pt x="2184160" y="0"/>
                  </a:lnTo>
                  <a:lnTo>
                    <a:pt x="2183305" y="0"/>
                  </a:lnTo>
                  <a:lnTo>
                    <a:pt x="2182449" y="0"/>
                  </a:lnTo>
                  <a:lnTo>
                    <a:pt x="2181594" y="0"/>
                  </a:lnTo>
                  <a:lnTo>
                    <a:pt x="2180738" y="0"/>
                  </a:lnTo>
                  <a:lnTo>
                    <a:pt x="2179883" y="0"/>
                  </a:lnTo>
                  <a:lnTo>
                    <a:pt x="2179027" y="0"/>
                  </a:lnTo>
                  <a:lnTo>
                    <a:pt x="2178172" y="0"/>
                  </a:lnTo>
                  <a:lnTo>
                    <a:pt x="2177316" y="0"/>
                  </a:lnTo>
                  <a:lnTo>
                    <a:pt x="2176461" y="0"/>
                  </a:lnTo>
                  <a:lnTo>
                    <a:pt x="2175605" y="0"/>
                  </a:lnTo>
                  <a:lnTo>
                    <a:pt x="2174750" y="0"/>
                  </a:lnTo>
                  <a:lnTo>
                    <a:pt x="2173894" y="0"/>
                  </a:lnTo>
                  <a:lnTo>
                    <a:pt x="2173039" y="0"/>
                  </a:lnTo>
                  <a:lnTo>
                    <a:pt x="2172183" y="0"/>
                  </a:lnTo>
                  <a:lnTo>
                    <a:pt x="2171328" y="0"/>
                  </a:lnTo>
                  <a:lnTo>
                    <a:pt x="2170472" y="0"/>
                  </a:lnTo>
                  <a:lnTo>
                    <a:pt x="2169616" y="0"/>
                  </a:lnTo>
                  <a:lnTo>
                    <a:pt x="2168761" y="0"/>
                  </a:lnTo>
                  <a:lnTo>
                    <a:pt x="2167905" y="0"/>
                  </a:lnTo>
                  <a:lnTo>
                    <a:pt x="2167050" y="0"/>
                  </a:lnTo>
                  <a:lnTo>
                    <a:pt x="2166194" y="0"/>
                  </a:lnTo>
                  <a:lnTo>
                    <a:pt x="2165339" y="0"/>
                  </a:lnTo>
                  <a:lnTo>
                    <a:pt x="2164483" y="0"/>
                  </a:lnTo>
                  <a:lnTo>
                    <a:pt x="2163628" y="0"/>
                  </a:lnTo>
                  <a:lnTo>
                    <a:pt x="2162772" y="0"/>
                  </a:lnTo>
                  <a:lnTo>
                    <a:pt x="2161917" y="0"/>
                  </a:lnTo>
                  <a:lnTo>
                    <a:pt x="2161061" y="0"/>
                  </a:lnTo>
                  <a:lnTo>
                    <a:pt x="2160206" y="0"/>
                  </a:lnTo>
                  <a:lnTo>
                    <a:pt x="2159350" y="0"/>
                  </a:lnTo>
                  <a:lnTo>
                    <a:pt x="2158495" y="0"/>
                  </a:lnTo>
                  <a:lnTo>
                    <a:pt x="2157639" y="0"/>
                  </a:lnTo>
                  <a:lnTo>
                    <a:pt x="2156784" y="0"/>
                  </a:lnTo>
                  <a:lnTo>
                    <a:pt x="2155928" y="0"/>
                  </a:lnTo>
                  <a:lnTo>
                    <a:pt x="2155073" y="0"/>
                  </a:lnTo>
                  <a:lnTo>
                    <a:pt x="2154217" y="0"/>
                  </a:lnTo>
                  <a:lnTo>
                    <a:pt x="2153361" y="0"/>
                  </a:lnTo>
                  <a:lnTo>
                    <a:pt x="2152506" y="0"/>
                  </a:lnTo>
                  <a:lnTo>
                    <a:pt x="2151650" y="0"/>
                  </a:lnTo>
                  <a:lnTo>
                    <a:pt x="2150795" y="0"/>
                  </a:lnTo>
                  <a:lnTo>
                    <a:pt x="2149939" y="0"/>
                  </a:lnTo>
                  <a:lnTo>
                    <a:pt x="2149084" y="0"/>
                  </a:lnTo>
                  <a:lnTo>
                    <a:pt x="2148228" y="0"/>
                  </a:lnTo>
                  <a:lnTo>
                    <a:pt x="2147373" y="0"/>
                  </a:lnTo>
                  <a:lnTo>
                    <a:pt x="2146517" y="0"/>
                  </a:lnTo>
                  <a:lnTo>
                    <a:pt x="2145662" y="0"/>
                  </a:lnTo>
                  <a:lnTo>
                    <a:pt x="2144806" y="0"/>
                  </a:lnTo>
                  <a:lnTo>
                    <a:pt x="2143951" y="0"/>
                  </a:lnTo>
                  <a:lnTo>
                    <a:pt x="2143095" y="0"/>
                  </a:lnTo>
                  <a:lnTo>
                    <a:pt x="2142240" y="0"/>
                  </a:lnTo>
                  <a:lnTo>
                    <a:pt x="2141384" y="0"/>
                  </a:lnTo>
                  <a:lnTo>
                    <a:pt x="2140529" y="0"/>
                  </a:lnTo>
                  <a:lnTo>
                    <a:pt x="2139673" y="0"/>
                  </a:lnTo>
                  <a:lnTo>
                    <a:pt x="2138818" y="0"/>
                  </a:lnTo>
                  <a:lnTo>
                    <a:pt x="2137962" y="0"/>
                  </a:lnTo>
                  <a:lnTo>
                    <a:pt x="2137106" y="0"/>
                  </a:lnTo>
                  <a:lnTo>
                    <a:pt x="2136251" y="0"/>
                  </a:lnTo>
                  <a:lnTo>
                    <a:pt x="2135395" y="0"/>
                  </a:lnTo>
                  <a:lnTo>
                    <a:pt x="2134540" y="0"/>
                  </a:lnTo>
                  <a:lnTo>
                    <a:pt x="2133684" y="0"/>
                  </a:lnTo>
                  <a:lnTo>
                    <a:pt x="2132829" y="0"/>
                  </a:lnTo>
                  <a:lnTo>
                    <a:pt x="2131973" y="0"/>
                  </a:lnTo>
                  <a:lnTo>
                    <a:pt x="2131118" y="0"/>
                  </a:lnTo>
                  <a:lnTo>
                    <a:pt x="2130262" y="0"/>
                  </a:lnTo>
                  <a:lnTo>
                    <a:pt x="2129407" y="0"/>
                  </a:lnTo>
                  <a:lnTo>
                    <a:pt x="2128551" y="0"/>
                  </a:lnTo>
                  <a:lnTo>
                    <a:pt x="2127696" y="0"/>
                  </a:lnTo>
                  <a:lnTo>
                    <a:pt x="2126840" y="0"/>
                  </a:lnTo>
                  <a:lnTo>
                    <a:pt x="2125985" y="0"/>
                  </a:lnTo>
                  <a:lnTo>
                    <a:pt x="2125129" y="0"/>
                  </a:lnTo>
                  <a:lnTo>
                    <a:pt x="2124274" y="0"/>
                  </a:lnTo>
                  <a:lnTo>
                    <a:pt x="2123418" y="0"/>
                  </a:lnTo>
                  <a:lnTo>
                    <a:pt x="2122562" y="0"/>
                  </a:lnTo>
                  <a:lnTo>
                    <a:pt x="2121707" y="0"/>
                  </a:lnTo>
                  <a:lnTo>
                    <a:pt x="2120851" y="0"/>
                  </a:lnTo>
                  <a:lnTo>
                    <a:pt x="2119996" y="0"/>
                  </a:lnTo>
                  <a:lnTo>
                    <a:pt x="2119140" y="0"/>
                  </a:lnTo>
                  <a:lnTo>
                    <a:pt x="2118285" y="0"/>
                  </a:lnTo>
                  <a:lnTo>
                    <a:pt x="2117429" y="0"/>
                  </a:lnTo>
                  <a:lnTo>
                    <a:pt x="2116574" y="0"/>
                  </a:lnTo>
                  <a:lnTo>
                    <a:pt x="2115718" y="0"/>
                  </a:lnTo>
                  <a:lnTo>
                    <a:pt x="2114863" y="0"/>
                  </a:lnTo>
                  <a:lnTo>
                    <a:pt x="2114007" y="0"/>
                  </a:lnTo>
                  <a:lnTo>
                    <a:pt x="2113152" y="0"/>
                  </a:lnTo>
                  <a:lnTo>
                    <a:pt x="2112296" y="0"/>
                  </a:lnTo>
                  <a:lnTo>
                    <a:pt x="2111441" y="0"/>
                  </a:lnTo>
                  <a:lnTo>
                    <a:pt x="2110585" y="0"/>
                  </a:lnTo>
                  <a:lnTo>
                    <a:pt x="2109730" y="0"/>
                  </a:lnTo>
                  <a:lnTo>
                    <a:pt x="2108874" y="0"/>
                  </a:lnTo>
                  <a:lnTo>
                    <a:pt x="2108019" y="0"/>
                  </a:lnTo>
                  <a:lnTo>
                    <a:pt x="2107163" y="0"/>
                  </a:lnTo>
                  <a:lnTo>
                    <a:pt x="2106307" y="0"/>
                  </a:lnTo>
                  <a:lnTo>
                    <a:pt x="2105452" y="0"/>
                  </a:lnTo>
                  <a:lnTo>
                    <a:pt x="2104596" y="0"/>
                  </a:lnTo>
                  <a:lnTo>
                    <a:pt x="2103741" y="0"/>
                  </a:lnTo>
                  <a:lnTo>
                    <a:pt x="2102885" y="0"/>
                  </a:lnTo>
                  <a:lnTo>
                    <a:pt x="2102030" y="0"/>
                  </a:lnTo>
                  <a:lnTo>
                    <a:pt x="2101174" y="0"/>
                  </a:lnTo>
                  <a:lnTo>
                    <a:pt x="2100319" y="0"/>
                  </a:lnTo>
                  <a:lnTo>
                    <a:pt x="2099463" y="0"/>
                  </a:lnTo>
                  <a:lnTo>
                    <a:pt x="2098608" y="0"/>
                  </a:lnTo>
                  <a:lnTo>
                    <a:pt x="2097752" y="0"/>
                  </a:lnTo>
                  <a:lnTo>
                    <a:pt x="2096897" y="0"/>
                  </a:lnTo>
                  <a:lnTo>
                    <a:pt x="2096041" y="0"/>
                  </a:lnTo>
                  <a:lnTo>
                    <a:pt x="2095186" y="0"/>
                  </a:lnTo>
                  <a:lnTo>
                    <a:pt x="2094330" y="0"/>
                  </a:lnTo>
                  <a:lnTo>
                    <a:pt x="2093475" y="0"/>
                  </a:lnTo>
                  <a:lnTo>
                    <a:pt x="2092619" y="0"/>
                  </a:lnTo>
                  <a:lnTo>
                    <a:pt x="2091764" y="0"/>
                  </a:lnTo>
                  <a:lnTo>
                    <a:pt x="2090908" y="0"/>
                  </a:lnTo>
                  <a:lnTo>
                    <a:pt x="2090052" y="0"/>
                  </a:lnTo>
                  <a:lnTo>
                    <a:pt x="2089197" y="0"/>
                  </a:lnTo>
                  <a:lnTo>
                    <a:pt x="2088341" y="0"/>
                  </a:lnTo>
                  <a:lnTo>
                    <a:pt x="2087486" y="0"/>
                  </a:lnTo>
                  <a:lnTo>
                    <a:pt x="2086630" y="0"/>
                  </a:lnTo>
                  <a:lnTo>
                    <a:pt x="2085775" y="0"/>
                  </a:lnTo>
                  <a:lnTo>
                    <a:pt x="2084919" y="0"/>
                  </a:lnTo>
                  <a:lnTo>
                    <a:pt x="2084064" y="0"/>
                  </a:lnTo>
                  <a:lnTo>
                    <a:pt x="2083208" y="0"/>
                  </a:lnTo>
                  <a:lnTo>
                    <a:pt x="2082353" y="0"/>
                  </a:lnTo>
                  <a:lnTo>
                    <a:pt x="2081497" y="0"/>
                  </a:lnTo>
                  <a:lnTo>
                    <a:pt x="2080642" y="0"/>
                  </a:lnTo>
                  <a:lnTo>
                    <a:pt x="2079786" y="0"/>
                  </a:lnTo>
                  <a:lnTo>
                    <a:pt x="2078931" y="0"/>
                  </a:lnTo>
                  <a:lnTo>
                    <a:pt x="2078075" y="0"/>
                  </a:lnTo>
                  <a:lnTo>
                    <a:pt x="2077220" y="0"/>
                  </a:lnTo>
                  <a:lnTo>
                    <a:pt x="2076364" y="0"/>
                  </a:lnTo>
                  <a:lnTo>
                    <a:pt x="2075508" y="0"/>
                  </a:lnTo>
                  <a:lnTo>
                    <a:pt x="2074653" y="0"/>
                  </a:lnTo>
                  <a:lnTo>
                    <a:pt x="2073797" y="0"/>
                  </a:lnTo>
                  <a:lnTo>
                    <a:pt x="2072942" y="0"/>
                  </a:lnTo>
                  <a:lnTo>
                    <a:pt x="2072086" y="0"/>
                  </a:lnTo>
                  <a:lnTo>
                    <a:pt x="2071231" y="0"/>
                  </a:lnTo>
                  <a:lnTo>
                    <a:pt x="2070375" y="0"/>
                  </a:lnTo>
                  <a:lnTo>
                    <a:pt x="2069520" y="0"/>
                  </a:lnTo>
                  <a:lnTo>
                    <a:pt x="2068664" y="0"/>
                  </a:lnTo>
                  <a:lnTo>
                    <a:pt x="2067809" y="0"/>
                  </a:lnTo>
                  <a:lnTo>
                    <a:pt x="2066953" y="0"/>
                  </a:lnTo>
                  <a:lnTo>
                    <a:pt x="2066098" y="0"/>
                  </a:lnTo>
                  <a:lnTo>
                    <a:pt x="2065242" y="0"/>
                  </a:lnTo>
                  <a:lnTo>
                    <a:pt x="2064387" y="0"/>
                  </a:lnTo>
                  <a:lnTo>
                    <a:pt x="2063531" y="0"/>
                  </a:lnTo>
                  <a:lnTo>
                    <a:pt x="2062676" y="0"/>
                  </a:lnTo>
                  <a:lnTo>
                    <a:pt x="2061820" y="0"/>
                  </a:lnTo>
                  <a:lnTo>
                    <a:pt x="2060965" y="0"/>
                  </a:lnTo>
                  <a:lnTo>
                    <a:pt x="2060109" y="0"/>
                  </a:lnTo>
                  <a:lnTo>
                    <a:pt x="2059253" y="0"/>
                  </a:lnTo>
                  <a:lnTo>
                    <a:pt x="2058398" y="0"/>
                  </a:lnTo>
                  <a:lnTo>
                    <a:pt x="2057542" y="0"/>
                  </a:lnTo>
                  <a:lnTo>
                    <a:pt x="2056687" y="0"/>
                  </a:lnTo>
                  <a:lnTo>
                    <a:pt x="2055831" y="0"/>
                  </a:lnTo>
                  <a:lnTo>
                    <a:pt x="2054976" y="0"/>
                  </a:lnTo>
                  <a:lnTo>
                    <a:pt x="2054120" y="0"/>
                  </a:lnTo>
                  <a:lnTo>
                    <a:pt x="2053265" y="0"/>
                  </a:lnTo>
                  <a:lnTo>
                    <a:pt x="2052409" y="0"/>
                  </a:lnTo>
                  <a:lnTo>
                    <a:pt x="2051554" y="0"/>
                  </a:lnTo>
                  <a:lnTo>
                    <a:pt x="2050698" y="0"/>
                  </a:lnTo>
                  <a:lnTo>
                    <a:pt x="2049843" y="0"/>
                  </a:lnTo>
                  <a:lnTo>
                    <a:pt x="2048987" y="0"/>
                  </a:lnTo>
                  <a:lnTo>
                    <a:pt x="2048132" y="0"/>
                  </a:lnTo>
                  <a:lnTo>
                    <a:pt x="2047276" y="0"/>
                  </a:lnTo>
                  <a:lnTo>
                    <a:pt x="2046421" y="0"/>
                  </a:lnTo>
                  <a:lnTo>
                    <a:pt x="2045565" y="0"/>
                  </a:lnTo>
                  <a:lnTo>
                    <a:pt x="2044710" y="0"/>
                  </a:lnTo>
                  <a:lnTo>
                    <a:pt x="2043854" y="0"/>
                  </a:lnTo>
                  <a:lnTo>
                    <a:pt x="2042998" y="0"/>
                  </a:lnTo>
                  <a:lnTo>
                    <a:pt x="2042143" y="0"/>
                  </a:lnTo>
                  <a:lnTo>
                    <a:pt x="2041287" y="0"/>
                  </a:lnTo>
                  <a:lnTo>
                    <a:pt x="2040432" y="0"/>
                  </a:lnTo>
                  <a:lnTo>
                    <a:pt x="2039576" y="0"/>
                  </a:lnTo>
                  <a:lnTo>
                    <a:pt x="2038721" y="0"/>
                  </a:lnTo>
                  <a:lnTo>
                    <a:pt x="2037865" y="0"/>
                  </a:lnTo>
                  <a:lnTo>
                    <a:pt x="2037010" y="0"/>
                  </a:lnTo>
                  <a:lnTo>
                    <a:pt x="2036154" y="0"/>
                  </a:lnTo>
                  <a:lnTo>
                    <a:pt x="2035299" y="0"/>
                  </a:lnTo>
                  <a:lnTo>
                    <a:pt x="2034443" y="0"/>
                  </a:lnTo>
                  <a:lnTo>
                    <a:pt x="2033588" y="0"/>
                  </a:lnTo>
                  <a:lnTo>
                    <a:pt x="2032732" y="0"/>
                  </a:lnTo>
                  <a:lnTo>
                    <a:pt x="2031877" y="0"/>
                  </a:lnTo>
                  <a:lnTo>
                    <a:pt x="2031021" y="0"/>
                  </a:lnTo>
                  <a:lnTo>
                    <a:pt x="2030166" y="0"/>
                  </a:lnTo>
                  <a:lnTo>
                    <a:pt x="2029310" y="0"/>
                  </a:lnTo>
                  <a:lnTo>
                    <a:pt x="2028454" y="0"/>
                  </a:lnTo>
                  <a:lnTo>
                    <a:pt x="2027599" y="0"/>
                  </a:lnTo>
                  <a:lnTo>
                    <a:pt x="2026743" y="0"/>
                  </a:lnTo>
                  <a:lnTo>
                    <a:pt x="2025888" y="0"/>
                  </a:lnTo>
                  <a:lnTo>
                    <a:pt x="2025032" y="0"/>
                  </a:lnTo>
                  <a:lnTo>
                    <a:pt x="2024177" y="0"/>
                  </a:lnTo>
                  <a:lnTo>
                    <a:pt x="2023321" y="0"/>
                  </a:lnTo>
                  <a:lnTo>
                    <a:pt x="2022466" y="0"/>
                  </a:lnTo>
                  <a:lnTo>
                    <a:pt x="2021610" y="0"/>
                  </a:lnTo>
                  <a:lnTo>
                    <a:pt x="2020755" y="0"/>
                  </a:lnTo>
                  <a:lnTo>
                    <a:pt x="2019899" y="0"/>
                  </a:lnTo>
                  <a:lnTo>
                    <a:pt x="2019044" y="0"/>
                  </a:lnTo>
                  <a:lnTo>
                    <a:pt x="2018188" y="0"/>
                  </a:lnTo>
                  <a:lnTo>
                    <a:pt x="2017333" y="0"/>
                  </a:lnTo>
                  <a:lnTo>
                    <a:pt x="2016477" y="0"/>
                  </a:lnTo>
                  <a:lnTo>
                    <a:pt x="2015622" y="0"/>
                  </a:lnTo>
                  <a:lnTo>
                    <a:pt x="2014766" y="0"/>
                  </a:lnTo>
                  <a:lnTo>
                    <a:pt x="2013911" y="0"/>
                  </a:lnTo>
                  <a:lnTo>
                    <a:pt x="2013055" y="0"/>
                  </a:lnTo>
                  <a:lnTo>
                    <a:pt x="2012199" y="0"/>
                  </a:lnTo>
                  <a:lnTo>
                    <a:pt x="2011344" y="0"/>
                  </a:lnTo>
                  <a:lnTo>
                    <a:pt x="2010488" y="0"/>
                  </a:lnTo>
                  <a:lnTo>
                    <a:pt x="2009633" y="0"/>
                  </a:lnTo>
                  <a:lnTo>
                    <a:pt x="2008777" y="0"/>
                  </a:lnTo>
                  <a:lnTo>
                    <a:pt x="2007922" y="0"/>
                  </a:lnTo>
                  <a:lnTo>
                    <a:pt x="2007066" y="0"/>
                  </a:lnTo>
                  <a:lnTo>
                    <a:pt x="2006211" y="0"/>
                  </a:lnTo>
                  <a:lnTo>
                    <a:pt x="2005355" y="0"/>
                  </a:lnTo>
                  <a:lnTo>
                    <a:pt x="2004500" y="0"/>
                  </a:lnTo>
                  <a:lnTo>
                    <a:pt x="2003644" y="0"/>
                  </a:lnTo>
                  <a:lnTo>
                    <a:pt x="2002789" y="0"/>
                  </a:lnTo>
                  <a:lnTo>
                    <a:pt x="2001933" y="0"/>
                  </a:lnTo>
                  <a:lnTo>
                    <a:pt x="2001078" y="0"/>
                  </a:lnTo>
                  <a:lnTo>
                    <a:pt x="2000222" y="0"/>
                  </a:lnTo>
                  <a:lnTo>
                    <a:pt x="1999367" y="0"/>
                  </a:lnTo>
                  <a:lnTo>
                    <a:pt x="1998511" y="0"/>
                  </a:lnTo>
                  <a:lnTo>
                    <a:pt x="1997656" y="0"/>
                  </a:lnTo>
                  <a:lnTo>
                    <a:pt x="1996800" y="0"/>
                  </a:lnTo>
                  <a:lnTo>
                    <a:pt x="1995944" y="0"/>
                  </a:lnTo>
                  <a:lnTo>
                    <a:pt x="1995089" y="0"/>
                  </a:lnTo>
                  <a:lnTo>
                    <a:pt x="1994233" y="0"/>
                  </a:lnTo>
                  <a:lnTo>
                    <a:pt x="1993378" y="0"/>
                  </a:lnTo>
                  <a:lnTo>
                    <a:pt x="1992522" y="0"/>
                  </a:lnTo>
                  <a:lnTo>
                    <a:pt x="1991667" y="0"/>
                  </a:lnTo>
                  <a:lnTo>
                    <a:pt x="1990811" y="0"/>
                  </a:lnTo>
                  <a:lnTo>
                    <a:pt x="1989956" y="0"/>
                  </a:lnTo>
                  <a:lnTo>
                    <a:pt x="1989100" y="0"/>
                  </a:lnTo>
                  <a:lnTo>
                    <a:pt x="1988245" y="0"/>
                  </a:lnTo>
                  <a:lnTo>
                    <a:pt x="1987389" y="0"/>
                  </a:lnTo>
                  <a:lnTo>
                    <a:pt x="1986534" y="0"/>
                  </a:lnTo>
                  <a:lnTo>
                    <a:pt x="1985678" y="0"/>
                  </a:lnTo>
                  <a:lnTo>
                    <a:pt x="1984823" y="0"/>
                  </a:lnTo>
                  <a:lnTo>
                    <a:pt x="1983967" y="0"/>
                  </a:lnTo>
                  <a:lnTo>
                    <a:pt x="1983112" y="0"/>
                  </a:lnTo>
                  <a:lnTo>
                    <a:pt x="1982256" y="0"/>
                  </a:lnTo>
                  <a:lnTo>
                    <a:pt x="1981401" y="0"/>
                  </a:lnTo>
                  <a:lnTo>
                    <a:pt x="1980545" y="0"/>
                  </a:lnTo>
                  <a:lnTo>
                    <a:pt x="1979689" y="0"/>
                  </a:lnTo>
                  <a:lnTo>
                    <a:pt x="1978834" y="0"/>
                  </a:lnTo>
                  <a:lnTo>
                    <a:pt x="1977978" y="0"/>
                  </a:lnTo>
                  <a:lnTo>
                    <a:pt x="1977123" y="0"/>
                  </a:lnTo>
                  <a:lnTo>
                    <a:pt x="1976267" y="0"/>
                  </a:lnTo>
                  <a:lnTo>
                    <a:pt x="1975412" y="0"/>
                  </a:lnTo>
                  <a:lnTo>
                    <a:pt x="1974556" y="0"/>
                  </a:lnTo>
                  <a:lnTo>
                    <a:pt x="1973701" y="0"/>
                  </a:lnTo>
                  <a:lnTo>
                    <a:pt x="1972845" y="0"/>
                  </a:lnTo>
                  <a:lnTo>
                    <a:pt x="1971990" y="0"/>
                  </a:lnTo>
                  <a:lnTo>
                    <a:pt x="1971134" y="0"/>
                  </a:lnTo>
                  <a:lnTo>
                    <a:pt x="1970279" y="0"/>
                  </a:lnTo>
                  <a:lnTo>
                    <a:pt x="1969423" y="0"/>
                  </a:lnTo>
                  <a:lnTo>
                    <a:pt x="1968568" y="0"/>
                  </a:lnTo>
                  <a:lnTo>
                    <a:pt x="1967712" y="0"/>
                  </a:lnTo>
                  <a:lnTo>
                    <a:pt x="1966857" y="0"/>
                  </a:lnTo>
                  <a:lnTo>
                    <a:pt x="1966001" y="0"/>
                  </a:lnTo>
                  <a:lnTo>
                    <a:pt x="1965145" y="0"/>
                  </a:lnTo>
                  <a:lnTo>
                    <a:pt x="1964290" y="0"/>
                  </a:lnTo>
                  <a:lnTo>
                    <a:pt x="1963434" y="0"/>
                  </a:lnTo>
                  <a:lnTo>
                    <a:pt x="1962579" y="0"/>
                  </a:lnTo>
                  <a:lnTo>
                    <a:pt x="1961723" y="0"/>
                  </a:lnTo>
                  <a:lnTo>
                    <a:pt x="1960868" y="0"/>
                  </a:lnTo>
                  <a:lnTo>
                    <a:pt x="1960012" y="0"/>
                  </a:lnTo>
                  <a:lnTo>
                    <a:pt x="1959157" y="0"/>
                  </a:lnTo>
                  <a:lnTo>
                    <a:pt x="1958301" y="0"/>
                  </a:lnTo>
                  <a:lnTo>
                    <a:pt x="1957446" y="0"/>
                  </a:lnTo>
                  <a:lnTo>
                    <a:pt x="1956590" y="0"/>
                  </a:lnTo>
                  <a:lnTo>
                    <a:pt x="1955735" y="0"/>
                  </a:lnTo>
                  <a:lnTo>
                    <a:pt x="1954879" y="0"/>
                  </a:lnTo>
                  <a:lnTo>
                    <a:pt x="1954024" y="0"/>
                  </a:lnTo>
                  <a:lnTo>
                    <a:pt x="1953168" y="0"/>
                  </a:lnTo>
                  <a:lnTo>
                    <a:pt x="1952313" y="0"/>
                  </a:lnTo>
                  <a:lnTo>
                    <a:pt x="1951457" y="0"/>
                  </a:lnTo>
                  <a:lnTo>
                    <a:pt x="1950602" y="0"/>
                  </a:lnTo>
                  <a:lnTo>
                    <a:pt x="1949746" y="0"/>
                  </a:lnTo>
                  <a:lnTo>
                    <a:pt x="1948890" y="0"/>
                  </a:lnTo>
                  <a:lnTo>
                    <a:pt x="1948035" y="0"/>
                  </a:lnTo>
                  <a:lnTo>
                    <a:pt x="1947179" y="0"/>
                  </a:lnTo>
                  <a:lnTo>
                    <a:pt x="1946324" y="0"/>
                  </a:lnTo>
                  <a:lnTo>
                    <a:pt x="1945468" y="0"/>
                  </a:lnTo>
                  <a:lnTo>
                    <a:pt x="1944613" y="0"/>
                  </a:lnTo>
                  <a:lnTo>
                    <a:pt x="1943757" y="0"/>
                  </a:lnTo>
                  <a:lnTo>
                    <a:pt x="1942902" y="0"/>
                  </a:lnTo>
                  <a:lnTo>
                    <a:pt x="1942046" y="0"/>
                  </a:lnTo>
                  <a:lnTo>
                    <a:pt x="1941191" y="0"/>
                  </a:lnTo>
                  <a:lnTo>
                    <a:pt x="1940335" y="0"/>
                  </a:lnTo>
                  <a:lnTo>
                    <a:pt x="1939480" y="0"/>
                  </a:lnTo>
                  <a:lnTo>
                    <a:pt x="1938624" y="0"/>
                  </a:lnTo>
                  <a:lnTo>
                    <a:pt x="1937769" y="0"/>
                  </a:lnTo>
                  <a:lnTo>
                    <a:pt x="1936913" y="0"/>
                  </a:lnTo>
                  <a:lnTo>
                    <a:pt x="1936058" y="0"/>
                  </a:lnTo>
                  <a:lnTo>
                    <a:pt x="1935202" y="0"/>
                  </a:lnTo>
                  <a:lnTo>
                    <a:pt x="1934347" y="0"/>
                  </a:lnTo>
                  <a:lnTo>
                    <a:pt x="1933491" y="0"/>
                  </a:lnTo>
                  <a:lnTo>
                    <a:pt x="1932635" y="0"/>
                  </a:lnTo>
                  <a:lnTo>
                    <a:pt x="1931780" y="0"/>
                  </a:lnTo>
                  <a:lnTo>
                    <a:pt x="1930924" y="0"/>
                  </a:lnTo>
                  <a:lnTo>
                    <a:pt x="1930069" y="0"/>
                  </a:lnTo>
                  <a:lnTo>
                    <a:pt x="1929213" y="0"/>
                  </a:lnTo>
                  <a:lnTo>
                    <a:pt x="1928358" y="0"/>
                  </a:lnTo>
                  <a:lnTo>
                    <a:pt x="1927502" y="0"/>
                  </a:lnTo>
                  <a:lnTo>
                    <a:pt x="1926647" y="0"/>
                  </a:lnTo>
                  <a:lnTo>
                    <a:pt x="1925791" y="0"/>
                  </a:lnTo>
                  <a:lnTo>
                    <a:pt x="1924936" y="0"/>
                  </a:lnTo>
                  <a:lnTo>
                    <a:pt x="1924080" y="0"/>
                  </a:lnTo>
                  <a:lnTo>
                    <a:pt x="1923225" y="0"/>
                  </a:lnTo>
                  <a:lnTo>
                    <a:pt x="1922369" y="0"/>
                  </a:lnTo>
                  <a:lnTo>
                    <a:pt x="1921514" y="0"/>
                  </a:lnTo>
                  <a:lnTo>
                    <a:pt x="1920658" y="0"/>
                  </a:lnTo>
                  <a:lnTo>
                    <a:pt x="1919803" y="0"/>
                  </a:lnTo>
                  <a:lnTo>
                    <a:pt x="1918947" y="0"/>
                  </a:lnTo>
                  <a:lnTo>
                    <a:pt x="1918091" y="0"/>
                  </a:lnTo>
                  <a:lnTo>
                    <a:pt x="1917236" y="0"/>
                  </a:lnTo>
                  <a:lnTo>
                    <a:pt x="1916380" y="0"/>
                  </a:lnTo>
                  <a:lnTo>
                    <a:pt x="1915525" y="0"/>
                  </a:lnTo>
                  <a:lnTo>
                    <a:pt x="1914669" y="0"/>
                  </a:lnTo>
                  <a:lnTo>
                    <a:pt x="1913814" y="0"/>
                  </a:lnTo>
                  <a:lnTo>
                    <a:pt x="1912958" y="0"/>
                  </a:lnTo>
                  <a:lnTo>
                    <a:pt x="1912103" y="0"/>
                  </a:lnTo>
                  <a:lnTo>
                    <a:pt x="1911247" y="0"/>
                  </a:lnTo>
                  <a:lnTo>
                    <a:pt x="1910392" y="0"/>
                  </a:lnTo>
                  <a:lnTo>
                    <a:pt x="1909536" y="0"/>
                  </a:lnTo>
                  <a:lnTo>
                    <a:pt x="1908681" y="0"/>
                  </a:lnTo>
                  <a:lnTo>
                    <a:pt x="1907825" y="0"/>
                  </a:lnTo>
                  <a:lnTo>
                    <a:pt x="1906970" y="0"/>
                  </a:lnTo>
                  <a:lnTo>
                    <a:pt x="1906114" y="0"/>
                  </a:lnTo>
                  <a:lnTo>
                    <a:pt x="1905259" y="0"/>
                  </a:lnTo>
                  <a:lnTo>
                    <a:pt x="1904403" y="0"/>
                  </a:lnTo>
                  <a:lnTo>
                    <a:pt x="1903548" y="0"/>
                  </a:lnTo>
                  <a:lnTo>
                    <a:pt x="1902692" y="0"/>
                  </a:lnTo>
                  <a:lnTo>
                    <a:pt x="1901836" y="0"/>
                  </a:lnTo>
                  <a:lnTo>
                    <a:pt x="1900981" y="0"/>
                  </a:lnTo>
                  <a:lnTo>
                    <a:pt x="1900125" y="0"/>
                  </a:lnTo>
                  <a:lnTo>
                    <a:pt x="1899270" y="0"/>
                  </a:lnTo>
                  <a:lnTo>
                    <a:pt x="1898414" y="0"/>
                  </a:lnTo>
                  <a:lnTo>
                    <a:pt x="1897559" y="0"/>
                  </a:lnTo>
                  <a:lnTo>
                    <a:pt x="1896703" y="0"/>
                  </a:lnTo>
                  <a:lnTo>
                    <a:pt x="1895848" y="0"/>
                  </a:lnTo>
                  <a:lnTo>
                    <a:pt x="1894992" y="0"/>
                  </a:lnTo>
                  <a:lnTo>
                    <a:pt x="1894137" y="0"/>
                  </a:lnTo>
                  <a:lnTo>
                    <a:pt x="1893281" y="0"/>
                  </a:lnTo>
                  <a:lnTo>
                    <a:pt x="1892426" y="0"/>
                  </a:lnTo>
                  <a:lnTo>
                    <a:pt x="1891570" y="0"/>
                  </a:lnTo>
                  <a:lnTo>
                    <a:pt x="1890715" y="0"/>
                  </a:lnTo>
                  <a:lnTo>
                    <a:pt x="1889859" y="0"/>
                  </a:lnTo>
                  <a:lnTo>
                    <a:pt x="1889004" y="0"/>
                  </a:lnTo>
                  <a:lnTo>
                    <a:pt x="1888148" y="0"/>
                  </a:lnTo>
                  <a:lnTo>
                    <a:pt x="1887293" y="0"/>
                  </a:lnTo>
                  <a:lnTo>
                    <a:pt x="1886437" y="0"/>
                  </a:lnTo>
                  <a:lnTo>
                    <a:pt x="1885581" y="0"/>
                  </a:lnTo>
                  <a:lnTo>
                    <a:pt x="1884726" y="0"/>
                  </a:lnTo>
                  <a:lnTo>
                    <a:pt x="1883870" y="0"/>
                  </a:lnTo>
                  <a:lnTo>
                    <a:pt x="1883015" y="0"/>
                  </a:lnTo>
                  <a:lnTo>
                    <a:pt x="1882159" y="0"/>
                  </a:lnTo>
                  <a:lnTo>
                    <a:pt x="1881304" y="0"/>
                  </a:lnTo>
                  <a:lnTo>
                    <a:pt x="1880448" y="0"/>
                  </a:lnTo>
                  <a:lnTo>
                    <a:pt x="1879593" y="0"/>
                  </a:lnTo>
                  <a:lnTo>
                    <a:pt x="1878737" y="0"/>
                  </a:lnTo>
                  <a:lnTo>
                    <a:pt x="1877882" y="0"/>
                  </a:lnTo>
                  <a:lnTo>
                    <a:pt x="1877026" y="0"/>
                  </a:lnTo>
                  <a:lnTo>
                    <a:pt x="1876171" y="0"/>
                  </a:lnTo>
                  <a:lnTo>
                    <a:pt x="1875315" y="0"/>
                  </a:lnTo>
                  <a:lnTo>
                    <a:pt x="1874460" y="0"/>
                  </a:lnTo>
                  <a:lnTo>
                    <a:pt x="1873604" y="0"/>
                  </a:lnTo>
                  <a:lnTo>
                    <a:pt x="1872749" y="0"/>
                  </a:lnTo>
                  <a:lnTo>
                    <a:pt x="1871893" y="0"/>
                  </a:lnTo>
                  <a:lnTo>
                    <a:pt x="1871037" y="0"/>
                  </a:lnTo>
                  <a:lnTo>
                    <a:pt x="1870182" y="0"/>
                  </a:lnTo>
                  <a:lnTo>
                    <a:pt x="1869326" y="0"/>
                  </a:lnTo>
                  <a:lnTo>
                    <a:pt x="1868471" y="0"/>
                  </a:lnTo>
                  <a:lnTo>
                    <a:pt x="1867615" y="0"/>
                  </a:lnTo>
                  <a:lnTo>
                    <a:pt x="1866760" y="0"/>
                  </a:lnTo>
                  <a:lnTo>
                    <a:pt x="1865904" y="0"/>
                  </a:lnTo>
                  <a:lnTo>
                    <a:pt x="1865049" y="0"/>
                  </a:lnTo>
                  <a:lnTo>
                    <a:pt x="1864193" y="0"/>
                  </a:lnTo>
                  <a:lnTo>
                    <a:pt x="1863338" y="0"/>
                  </a:lnTo>
                  <a:lnTo>
                    <a:pt x="1862482" y="0"/>
                  </a:lnTo>
                  <a:lnTo>
                    <a:pt x="1861627" y="0"/>
                  </a:lnTo>
                  <a:lnTo>
                    <a:pt x="1860771" y="0"/>
                  </a:lnTo>
                  <a:lnTo>
                    <a:pt x="1859916" y="0"/>
                  </a:lnTo>
                  <a:lnTo>
                    <a:pt x="1859060" y="0"/>
                  </a:lnTo>
                  <a:lnTo>
                    <a:pt x="1858205" y="0"/>
                  </a:lnTo>
                  <a:lnTo>
                    <a:pt x="1857349" y="0"/>
                  </a:lnTo>
                  <a:lnTo>
                    <a:pt x="1856494" y="0"/>
                  </a:lnTo>
                  <a:lnTo>
                    <a:pt x="1855638" y="0"/>
                  </a:lnTo>
                  <a:lnTo>
                    <a:pt x="1854782" y="0"/>
                  </a:lnTo>
                  <a:lnTo>
                    <a:pt x="1853927" y="0"/>
                  </a:lnTo>
                  <a:lnTo>
                    <a:pt x="1853071" y="0"/>
                  </a:lnTo>
                  <a:lnTo>
                    <a:pt x="1852216" y="0"/>
                  </a:lnTo>
                  <a:lnTo>
                    <a:pt x="1851360" y="0"/>
                  </a:lnTo>
                  <a:lnTo>
                    <a:pt x="1850505" y="0"/>
                  </a:lnTo>
                  <a:lnTo>
                    <a:pt x="1849649" y="0"/>
                  </a:lnTo>
                  <a:lnTo>
                    <a:pt x="1848794" y="0"/>
                  </a:lnTo>
                  <a:lnTo>
                    <a:pt x="1847938" y="0"/>
                  </a:lnTo>
                  <a:lnTo>
                    <a:pt x="1847083" y="0"/>
                  </a:lnTo>
                  <a:lnTo>
                    <a:pt x="1846227" y="0"/>
                  </a:lnTo>
                  <a:lnTo>
                    <a:pt x="1845372" y="0"/>
                  </a:lnTo>
                  <a:lnTo>
                    <a:pt x="1844516" y="0"/>
                  </a:lnTo>
                  <a:lnTo>
                    <a:pt x="1843661" y="0"/>
                  </a:lnTo>
                  <a:lnTo>
                    <a:pt x="1842805" y="0"/>
                  </a:lnTo>
                  <a:lnTo>
                    <a:pt x="1841950" y="0"/>
                  </a:lnTo>
                  <a:lnTo>
                    <a:pt x="1841094" y="0"/>
                  </a:lnTo>
                  <a:lnTo>
                    <a:pt x="1840239" y="0"/>
                  </a:lnTo>
                  <a:lnTo>
                    <a:pt x="1839383" y="0"/>
                  </a:lnTo>
                  <a:lnTo>
                    <a:pt x="1838527" y="0"/>
                  </a:lnTo>
                  <a:lnTo>
                    <a:pt x="1837672" y="0"/>
                  </a:lnTo>
                  <a:lnTo>
                    <a:pt x="1836816" y="0"/>
                  </a:lnTo>
                  <a:lnTo>
                    <a:pt x="1835961" y="0"/>
                  </a:lnTo>
                  <a:lnTo>
                    <a:pt x="1835105" y="0"/>
                  </a:lnTo>
                  <a:lnTo>
                    <a:pt x="1834250" y="0"/>
                  </a:lnTo>
                  <a:lnTo>
                    <a:pt x="1833394" y="0"/>
                  </a:lnTo>
                  <a:lnTo>
                    <a:pt x="1832539" y="0"/>
                  </a:lnTo>
                  <a:lnTo>
                    <a:pt x="1831683" y="0"/>
                  </a:lnTo>
                  <a:lnTo>
                    <a:pt x="1830828" y="0"/>
                  </a:lnTo>
                  <a:lnTo>
                    <a:pt x="1829972" y="0"/>
                  </a:lnTo>
                  <a:lnTo>
                    <a:pt x="1829117" y="0"/>
                  </a:lnTo>
                  <a:lnTo>
                    <a:pt x="1828261" y="0"/>
                  </a:lnTo>
                  <a:lnTo>
                    <a:pt x="1827406" y="0"/>
                  </a:lnTo>
                  <a:lnTo>
                    <a:pt x="1826550" y="0"/>
                  </a:lnTo>
                  <a:lnTo>
                    <a:pt x="1825695" y="0"/>
                  </a:lnTo>
                  <a:lnTo>
                    <a:pt x="1824839" y="0"/>
                  </a:lnTo>
                  <a:lnTo>
                    <a:pt x="1823983" y="0"/>
                  </a:lnTo>
                  <a:lnTo>
                    <a:pt x="1823128" y="0"/>
                  </a:lnTo>
                  <a:lnTo>
                    <a:pt x="1822272" y="0"/>
                  </a:lnTo>
                  <a:lnTo>
                    <a:pt x="1821417" y="0"/>
                  </a:lnTo>
                  <a:lnTo>
                    <a:pt x="1820561" y="0"/>
                  </a:lnTo>
                  <a:lnTo>
                    <a:pt x="1819706" y="0"/>
                  </a:lnTo>
                  <a:lnTo>
                    <a:pt x="1818850" y="0"/>
                  </a:lnTo>
                  <a:lnTo>
                    <a:pt x="1817995" y="0"/>
                  </a:lnTo>
                  <a:lnTo>
                    <a:pt x="1817139" y="0"/>
                  </a:lnTo>
                  <a:lnTo>
                    <a:pt x="1816284" y="0"/>
                  </a:lnTo>
                  <a:lnTo>
                    <a:pt x="1815428" y="0"/>
                  </a:lnTo>
                  <a:lnTo>
                    <a:pt x="1814573" y="0"/>
                  </a:lnTo>
                  <a:lnTo>
                    <a:pt x="1813717" y="0"/>
                  </a:lnTo>
                  <a:lnTo>
                    <a:pt x="1812862" y="0"/>
                  </a:lnTo>
                  <a:lnTo>
                    <a:pt x="1812006" y="0"/>
                  </a:lnTo>
                  <a:lnTo>
                    <a:pt x="1811151" y="0"/>
                  </a:lnTo>
                  <a:lnTo>
                    <a:pt x="1810295" y="0"/>
                  </a:lnTo>
                  <a:lnTo>
                    <a:pt x="1809440" y="0"/>
                  </a:lnTo>
                  <a:lnTo>
                    <a:pt x="1808584" y="0"/>
                  </a:lnTo>
                  <a:lnTo>
                    <a:pt x="1807728" y="0"/>
                  </a:lnTo>
                  <a:lnTo>
                    <a:pt x="1806873" y="0"/>
                  </a:lnTo>
                  <a:lnTo>
                    <a:pt x="1806017" y="0"/>
                  </a:lnTo>
                  <a:lnTo>
                    <a:pt x="1805162" y="0"/>
                  </a:lnTo>
                  <a:lnTo>
                    <a:pt x="1804306" y="0"/>
                  </a:lnTo>
                  <a:lnTo>
                    <a:pt x="1803451" y="0"/>
                  </a:lnTo>
                  <a:lnTo>
                    <a:pt x="1802595" y="0"/>
                  </a:lnTo>
                  <a:lnTo>
                    <a:pt x="1801740" y="0"/>
                  </a:lnTo>
                  <a:lnTo>
                    <a:pt x="1800884" y="0"/>
                  </a:lnTo>
                  <a:lnTo>
                    <a:pt x="1800029" y="0"/>
                  </a:lnTo>
                  <a:lnTo>
                    <a:pt x="1799173" y="0"/>
                  </a:lnTo>
                  <a:lnTo>
                    <a:pt x="1798318" y="0"/>
                  </a:lnTo>
                  <a:lnTo>
                    <a:pt x="1797462" y="0"/>
                  </a:lnTo>
                  <a:lnTo>
                    <a:pt x="1796607" y="0"/>
                  </a:lnTo>
                  <a:lnTo>
                    <a:pt x="1795751" y="0"/>
                  </a:lnTo>
                  <a:lnTo>
                    <a:pt x="1794896" y="0"/>
                  </a:lnTo>
                  <a:lnTo>
                    <a:pt x="1794040" y="0"/>
                  </a:lnTo>
                  <a:lnTo>
                    <a:pt x="1793185" y="0"/>
                  </a:lnTo>
                  <a:lnTo>
                    <a:pt x="1792329" y="0"/>
                  </a:lnTo>
                  <a:lnTo>
                    <a:pt x="1791473" y="0"/>
                  </a:lnTo>
                  <a:lnTo>
                    <a:pt x="1790618" y="0"/>
                  </a:lnTo>
                  <a:lnTo>
                    <a:pt x="1789762" y="0"/>
                  </a:lnTo>
                  <a:lnTo>
                    <a:pt x="1788907" y="0"/>
                  </a:lnTo>
                  <a:lnTo>
                    <a:pt x="1788051" y="0"/>
                  </a:lnTo>
                  <a:lnTo>
                    <a:pt x="1787196" y="0"/>
                  </a:lnTo>
                  <a:lnTo>
                    <a:pt x="1786340" y="0"/>
                  </a:lnTo>
                  <a:lnTo>
                    <a:pt x="1785485" y="0"/>
                  </a:lnTo>
                  <a:lnTo>
                    <a:pt x="1784629" y="0"/>
                  </a:lnTo>
                  <a:lnTo>
                    <a:pt x="1783774" y="0"/>
                  </a:lnTo>
                  <a:lnTo>
                    <a:pt x="1782918" y="0"/>
                  </a:lnTo>
                  <a:lnTo>
                    <a:pt x="1782063" y="0"/>
                  </a:lnTo>
                  <a:lnTo>
                    <a:pt x="1781207" y="0"/>
                  </a:lnTo>
                  <a:lnTo>
                    <a:pt x="1780352" y="0"/>
                  </a:lnTo>
                  <a:lnTo>
                    <a:pt x="1779496" y="0"/>
                  </a:lnTo>
                  <a:lnTo>
                    <a:pt x="1778641" y="0"/>
                  </a:lnTo>
                  <a:lnTo>
                    <a:pt x="1777785" y="0"/>
                  </a:lnTo>
                  <a:lnTo>
                    <a:pt x="1776929" y="0"/>
                  </a:lnTo>
                  <a:lnTo>
                    <a:pt x="1776074" y="0"/>
                  </a:lnTo>
                  <a:lnTo>
                    <a:pt x="1775218" y="0"/>
                  </a:lnTo>
                  <a:lnTo>
                    <a:pt x="1774363" y="0"/>
                  </a:lnTo>
                  <a:lnTo>
                    <a:pt x="1773507" y="0"/>
                  </a:lnTo>
                  <a:lnTo>
                    <a:pt x="1772652" y="0"/>
                  </a:lnTo>
                  <a:lnTo>
                    <a:pt x="1771796" y="0"/>
                  </a:lnTo>
                  <a:lnTo>
                    <a:pt x="1770941" y="0"/>
                  </a:lnTo>
                  <a:lnTo>
                    <a:pt x="1770085" y="0"/>
                  </a:lnTo>
                  <a:lnTo>
                    <a:pt x="1769230" y="0"/>
                  </a:lnTo>
                  <a:lnTo>
                    <a:pt x="1768374" y="0"/>
                  </a:lnTo>
                  <a:lnTo>
                    <a:pt x="1767519" y="0"/>
                  </a:lnTo>
                  <a:lnTo>
                    <a:pt x="1766663" y="0"/>
                  </a:lnTo>
                  <a:lnTo>
                    <a:pt x="1765808" y="0"/>
                  </a:lnTo>
                  <a:lnTo>
                    <a:pt x="1764952" y="0"/>
                  </a:lnTo>
                  <a:lnTo>
                    <a:pt x="1764097" y="0"/>
                  </a:lnTo>
                  <a:lnTo>
                    <a:pt x="1763241" y="0"/>
                  </a:lnTo>
                  <a:lnTo>
                    <a:pt x="1762386" y="0"/>
                  </a:lnTo>
                  <a:lnTo>
                    <a:pt x="1761530" y="0"/>
                  </a:lnTo>
                  <a:lnTo>
                    <a:pt x="1760674" y="0"/>
                  </a:lnTo>
                  <a:lnTo>
                    <a:pt x="1759819" y="0"/>
                  </a:lnTo>
                  <a:lnTo>
                    <a:pt x="1758963" y="0"/>
                  </a:lnTo>
                  <a:lnTo>
                    <a:pt x="1758108" y="0"/>
                  </a:lnTo>
                  <a:lnTo>
                    <a:pt x="1757252" y="0"/>
                  </a:lnTo>
                  <a:lnTo>
                    <a:pt x="1756397" y="0"/>
                  </a:lnTo>
                  <a:lnTo>
                    <a:pt x="1755541" y="0"/>
                  </a:lnTo>
                  <a:lnTo>
                    <a:pt x="1754686" y="0"/>
                  </a:lnTo>
                  <a:lnTo>
                    <a:pt x="1753830" y="0"/>
                  </a:lnTo>
                  <a:lnTo>
                    <a:pt x="1752975" y="0"/>
                  </a:lnTo>
                  <a:lnTo>
                    <a:pt x="1752119" y="0"/>
                  </a:lnTo>
                  <a:lnTo>
                    <a:pt x="1751264" y="0"/>
                  </a:lnTo>
                  <a:lnTo>
                    <a:pt x="1750408" y="0"/>
                  </a:lnTo>
                  <a:lnTo>
                    <a:pt x="1749553" y="0"/>
                  </a:lnTo>
                  <a:lnTo>
                    <a:pt x="1748697" y="0"/>
                  </a:lnTo>
                  <a:lnTo>
                    <a:pt x="1747842" y="0"/>
                  </a:lnTo>
                  <a:lnTo>
                    <a:pt x="1746986" y="0"/>
                  </a:lnTo>
                  <a:lnTo>
                    <a:pt x="1746131" y="0"/>
                  </a:lnTo>
                  <a:lnTo>
                    <a:pt x="1745275" y="0"/>
                  </a:lnTo>
                  <a:lnTo>
                    <a:pt x="1744419" y="0"/>
                  </a:lnTo>
                  <a:lnTo>
                    <a:pt x="1743564" y="0"/>
                  </a:lnTo>
                  <a:lnTo>
                    <a:pt x="1742708" y="0"/>
                  </a:lnTo>
                  <a:lnTo>
                    <a:pt x="1741853" y="0"/>
                  </a:lnTo>
                  <a:lnTo>
                    <a:pt x="1740997" y="0"/>
                  </a:lnTo>
                  <a:lnTo>
                    <a:pt x="1740142" y="0"/>
                  </a:lnTo>
                  <a:lnTo>
                    <a:pt x="1739286" y="0"/>
                  </a:lnTo>
                  <a:lnTo>
                    <a:pt x="1738431" y="0"/>
                  </a:lnTo>
                  <a:lnTo>
                    <a:pt x="1737575" y="0"/>
                  </a:lnTo>
                  <a:lnTo>
                    <a:pt x="1736720" y="0"/>
                  </a:lnTo>
                  <a:lnTo>
                    <a:pt x="1735864" y="0"/>
                  </a:lnTo>
                  <a:lnTo>
                    <a:pt x="1735009" y="0"/>
                  </a:lnTo>
                  <a:lnTo>
                    <a:pt x="1734153" y="0"/>
                  </a:lnTo>
                  <a:lnTo>
                    <a:pt x="1733298" y="0"/>
                  </a:lnTo>
                  <a:lnTo>
                    <a:pt x="1732442" y="0"/>
                  </a:lnTo>
                  <a:lnTo>
                    <a:pt x="1731587" y="0"/>
                  </a:lnTo>
                  <a:lnTo>
                    <a:pt x="1730731" y="0"/>
                  </a:lnTo>
                  <a:lnTo>
                    <a:pt x="1729876" y="0"/>
                  </a:lnTo>
                  <a:lnTo>
                    <a:pt x="1729020" y="0"/>
                  </a:lnTo>
                  <a:lnTo>
                    <a:pt x="1728164" y="0"/>
                  </a:lnTo>
                  <a:lnTo>
                    <a:pt x="1727309" y="0"/>
                  </a:lnTo>
                  <a:lnTo>
                    <a:pt x="1726453" y="0"/>
                  </a:lnTo>
                  <a:lnTo>
                    <a:pt x="1725598" y="0"/>
                  </a:lnTo>
                  <a:lnTo>
                    <a:pt x="1724742" y="0"/>
                  </a:lnTo>
                  <a:lnTo>
                    <a:pt x="1723887" y="0"/>
                  </a:lnTo>
                  <a:lnTo>
                    <a:pt x="1723031" y="0"/>
                  </a:lnTo>
                  <a:lnTo>
                    <a:pt x="1722176" y="0"/>
                  </a:lnTo>
                  <a:lnTo>
                    <a:pt x="1721320" y="0"/>
                  </a:lnTo>
                  <a:lnTo>
                    <a:pt x="1720465" y="0"/>
                  </a:lnTo>
                  <a:lnTo>
                    <a:pt x="1719609" y="0"/>
                  </a:lnTo>
                  <a:lnTo>
                    <a:pt x="1718754" y="0"/>
                  </a:lnTo>
                  <a:lnTo>
                    <a:pt x="1717898" y="0"/>
                  </a:lnTo>
                  <a:lnTo>
                    <a:pt x="1717043" y="0"/>
                  </a:lnTo>
                  <a:lnTo>
                    <a:pt x="1716187" y="0"/>
                  </a:lnTo>
                  <a:lnTo>
                    <a:pt x="1715332" y="0"/>
                  </a:lnTo>
                  <a:lnTo>
                    <a:pt x="1714476" y="0"/>
                  </a:lnTo>
                  <a:lnTo>
                    <a:pt x="1713620" y="0"/>
                  </a:lnTo>
                  <a:lnTo>
                    <a:pt x="1712765" y="0"/>
                  </a:lnTo>
                  <a:lnTo>
                    <a:pt x="1711909" y="0"/>
                  </a:lnTo>
                  <a:lnTo>
                    <a:pt x="1711054" y="0"/>
                  </a:lnTo>
                  <a:lnTo>
                    <a:pt x="1710198" y="0"/>
                  </a:lnTo>
                  <a:lnTo>
                    <a:pt x="1709343" y="0"/>
                  </a:lnTo>
                  <a:lnTo>
                    <a:pt x="1708487" y="0"/>
                  </a:lnTo>
                  <a:lnTo>
                    <a:pt x="1707632" y="0"/>
                  </a:lnTo>
                  <a:lnTo>
                    <a:pt x="1706776" y="0"/>
                  </a:lnTo>
                  <a:lnTo>
                    <a:pt x="1705921" y="0"/>
                  </a:lnTo>
                  <a:lnTo>
                    <a:pt x="1705065" y="0"/>
                  </a:lnTo>
                  <a:lnTo>
                    <a:pt x="1704210" y="0"/>
                  </a:lnTo>
                  <a:lnTo>
                    <a:pt x="1703354" y="0"/>
                  </a:lnTo>
                  <a:lnTo>
                    <a:pt x="1702499" y="0"/>
                  </a:lnTo>
                  <a:lnTo>
                    <a:pt x="1701643" y="0"/>
                  </a:lnTo>
                  <a:lnTo>
                    <a:pt x="1700788" y="0"/>
                  </a:lnTo>
                  <a:lnTo>
                    <a:pt x="1699932" y="0"/>
                  </a:lnTo>
                  <a:lnTo>
                    <a:pt x="1699077" y="0"/>
                  </a:lnTo>
                  <a:lnTo>
                    <a:pt x="1698221" y="0"/>
                  </a:lnTo>
                  <a:lnTo>
                    <a:pt x="1697365" y="0"/>
                  </a:lnTo>
                  <a:lnTo>
                    <a:pt x="1696510" y="0"/>
                  </a:lnTo>
                  <a:lnTo>
                    <a:pt x="1695654" y="0"/>
                  </a:lnTo>
                  <a:lnTo>
                    <a:pt x="1694799" y="0"/>
                  </a:lnTo>
                  <a:lnTo>
                    <a:pt x="1693943" y="0"/>
                  </a:lnTo>
                  <a:lnTo>
                    <a:pt x="1693088" y="0"/>
                  </a:lnTo>
                  <a:lnTo>
                    <a:pt x="1692232" y="0"/>
                  </a:lnTo>
                  <a:lnTo>
                    <a:pt x="1691377" y="0"/>
                  </a:lnTo>
                  <a:lnTo>
                    <a:pt x="1690521" y="0"/>
                  </a:lnTo>
                  <a:lnTo>
                    <a:pt x="1689666" y="0"/>
                  </a:lnTo>
                  <a:lnTo>
                    <a:pt x="1688810" y="0"/>
                  </a:lnTo>
                  <a:lnTo>
                    <a:pt x="1687955" y="0"/>
                  </a:lnTo>
                  <a:lnTo>
                    <a:pt x="1687099" y="0"/>
                  </a:lnTo>
                  <a:lnTo>
                    <a:pt x="1686244" y="0"/>
                  </a:lnTo>
                  <a:lnTo>
                    <a:pt x="1685388" y="0"/>
                  </a:lnTo>
                  <a:lnTo>
                    <a:pt x="1684533" y="0"/>
                  </a:lnTo>
                  <a:lnTo>
                    <a:pt x="1683677" y="0"/>
                  </a:lnTo>
                  <a:lnTo>
                    <a:pt x="1682822" y="0"/>
                  </a:lnTo>
                  <a:lnTo>
                    <a:pt x="1681966" y="0"/>
                  </a:lnTo>
                  <a:lnTo>
                    <a:pt x="1681110" y="0"/>
                  </a:lnTo>
                  <a:lnTo>
                    <a:pt x="1680255" y="0"/>
                  </a:lnTo>
                  <a:lnTo>
                    <a:pt x="1679399" y="0"/>
                  </a:lnTo>
                  <a:lnTo>
                    <a:pt x="1678544" y="0"/>
                  </a:lnTo>
                  <a:lnTo>
                    <a:pt x="1677688" y="0"/>
                  </a:lnTo>
                  <a:lnTo>
                    <a:pt x="1676833" y="0"/>
                  </a:lnTo>
                  <a:lnTo>
                    <a:pt x="1675977" y="0"/>
                  </a:lnTo>
                  <a:lnTo>
                    <a:pt x="1675122" y="0"/>
                  </a:lnTo>
                  <a:lnTo>
                    <a:pt x="1674266" y="0"/>
                  </a:lnTo>
                  <a:lnTo>
                    <a:pt x="1673411" y="0"/>
                  </a:lnTo>
                  <a:lnTo>
                    <a:pt x="1672555" y="0"/>
                  </a:lnTo>
                  <a:lnTo>
                    <a:pt x="1671700" y="0"/>
                  </a:lnTo>
                  <a:lnTo>
                    <a:pt x="1670844" y="0"/>
                  </a:lnTo>
                  <a:lnTo>
                    <a:pt x="1669989" y="0"/>
                  </a:lnTo>
                  <a:lnTo>
                    <a:pt x="1669133" y="0"/>
                  </a:lnTo>
                  <a:lnTo>
                    <a:pt x="1668278" y="0"/>
                  </a:lnTo>
                  <a:lnTo>
                    <a:pt x="1667422" y="0"/>
                  </a:lnTo>
                  <a:lnTo>
                    <a:pt x="1666566" y="0"/>
                  </a:lnTo>
                  <a:lnTo>
                    <a:pt x="1665711" y="0"/>
                  </a:lnTo>
                  <a:lnTo>
                    <a:pt x="1664855" y="0"/>
                  </a:lnTo>
                  <a:lnTo>
                    <a:pt x="1664000" y="0"/>
                  </a:lnTo>
                  <a:lnTo>
                    <a:pt x="1663144" y="0"/>
                  </a:lnTo>
                  <a:lnTo>
                    <a:pt x="1662289" y="0"/>
                  </a:lnTo>
                  <a:lnTo>
                    <a:pt x="1661433" y="0"/>
                  </a:lnTo>
                  <a:lnTo>
                    <a:pt x="1660578" y="0"/>
                  </a:lnTo>
                  <a:lnTo>
                    <a:pt x="1659722" y="0"/>
                  </a:lnTo>
                  <a:lnTo>
                    <a:pt x="1658867" y="0"/>
                  </a:lnTo>
                  <a:lnTo>
                    <a:pt x="1658011" y="0"/>
                  </a:lnTo>
                  <a:lnTo>
                    <a:pt x="1657156" y="0"/>
                  </a:lnTo>
                  <a:lnTo>
                    <a:pt x="1656300" y="0"/>
                  </a:lnTo>
                  <a:lnTo>
                    <a:pt x="1655445" y="0"/>
                  </a:lnTo>
                  <a:lnTo>
                    <a:pt x="1654589" y="0"/>
                  </a:lnTo>
                  <a:lnTo>
                    <a:pt x="1653734" y="0"/>
                  </a:lnTo>
                  <a:lnTo>
                    <a:pt x="1652878" y="0"/>
                  </a:lnTo>
                  <a:lnTo>
                    <a:pt x="1652023" y="0"/>
                  </a:lnTo>
                  <a:lnTo>
                    <a:pt x="1651167" y="0"/>
                  </a:lnTo>
                  <a:lnTo>
                    <a:pt x="1650311" y="0"/>
                  </a:lnTo>
                  <a:lnTo>
                    <a:pt x="1649456" y="0"/>
                  </a:lnTo>
                  <a:lnTo>
                    <a:pt x="1648600" y="0"/>
                  </a:lnTo>
                  <a:lnTo>
                    <a:pt x="1647745" y="0"/>
                  </a:lnTo>
                  <a:lnTo>
                    <a:pt x="1646889" y="0"/>
                  </a:lnTo>
                  <a:lnTo>
                    <a:pt x="1646034" y="0"/>
                  </a:lnTo>
                  <a:lnTo>
                    <a:pt x="1645178" y="0"/>
                  </a:lnTo>
                  <a:lnTo>
                    <a:pt x="1644323" y="0"/>
                  </a:lnTo>
                  <a:lnTo>
                    <a:pt x="1643467" y="0"/>
                  </a:lnTo>
                  <a:lnTo>
                    <a:pt x="1642612" y="0"/>
                  </a:lnTo>
                  <a:lnTo>
                    <a:pt x="1641756" y="0"/>
                  </a:lnTo>
                  <a:lnTo>
                    <a:pt x="1640901" y="0"/>
                  </a:lnTo>
                  <a:lnTo>
                    <a:pt x="1640045" y="0"/>
                  </a:lnTo>
                  <a:lnTo>
                    <a:pt x="1639190" y="0"/>
                  </a:lnTo>
                  <a:lnTo>
                    <a:pt x="1638334" y="0"/>
                  </a:lnTo>
                  <a:lnTo>
                    <a:pt x="1637479" y="0"/>
                  </a:lnTo>
                  <a:lnTo>
                    <a:pt x="1636623" y="0"/>
                  </a:lnTo>
                  <a:lnTo>
                    <a:pt x="1635768" y="0"/>
                  </a:lnTo>
                  <a:lnTo>
                    <a:pt x="1634912" y="0"/>
                  </a:lnTo>
                  <a:lnTo>
                    <a:pt x="1634056" y="0"/>
                  </a:lnTo>
                  <a:lnTo>
                    <a:pt x="1633201" y="0"/>
                  </a:lnTo>
                  <a:lnTo>
                    <a:pt x="1632345" y="0"/>
                  </a:lnTo>
                  <a:lnTo>
                    <a:pt x="1631490" y="0"/>
                  </a:lnTo>
                  <a:lnTo>
                    <a:pt x="1630634" y="0"/>
                  </a:lnTo>
                  <a:lnTo>
                    <a:pt x="1629779" y="0"/>
                  </a:lnTo>
                  <a:lnTo>
                    <a:pt x="1628923" y="0"/>
                  </a:lnTo>
                  <a:lnTo>
                    <a:pt x="1628068" y="0"/>
                  </a:lnTo>
                  <a:lnTo>
                    <a:pt x="1627212" y="0"/>
                  </a:lnTo>
                  <a:lnTo>
                    <a:pt x="1626357" y="0"/>
                  </a:lnTo>
                  <a:lnTo>
                    <a:pt x="1625501" y="0"/>
                  </a:lnTo>
                  <a:lnTo>
                    <a:pt x="1624646" y="0"/>
                  </a:lnTo>
                  <a:lnTo>
                    <a:pt x="1623790" y="0"/>
                  </a:lnTo>
                  <a:lnTo>
                    <a:pt x="1622935" y="0"/>
                  </a:lnTo>
                  <a:lnTo>
                    <a:pt x="1622079" y="0"/>
                  </a:lnTo>
                  <a:lnTo>
                    <a:pt x="1621224" y="0"/>
                  </a:lnTo>
                  <a:lnTo>
                    <a:pt x="1620368" y="0"/>
                  </a:lnTo>
                  <a:lnTo>
                    <a:pt x="1619512" y="0"/>
                  </a:lnTo>
                  <a:lnTo>
                    <a:pt x="1618657" y="0"/>
                  </a:lnTo>
                  <a:lnTo>
                    <a:pt x="1617801" y="0"/>
                  </a:lnTo>
                  <a:lnTo>
                    <a:pt x="1616946" y="0"/>
                  </a:lnTo>
                  <a:lnTo>
                    <a:pt x="1616090" y="0"/>
                  </a:lnTo>
                  <a:lnTo>
                    <a:pt x="1615235" y="0"/>
                  </a:lnTo>
                  <a:lnTo>
                    <a:pt x="1614379" y="0"/>
                  </a:lnTo>
                  <a:lnTo>
                    <a:pt x="1613524" y="0"/>
                  </a:lnTo>
                  <a:lnTo>
                    <a:pt x="1612668" y="0"/>
                  </a:lnTo>
                  <a:lnTo>
                    <a:pt x="1611813" y="0"/>
                  </a:lnTo>
                  <a:lnTo>
                    <a:pt x="1610957" y="0"/>
                  </a:lnTo>
                  <a:lnTo>
                    <a:pt x="1610102" y="0"/>
                  </a:lnTo>
                  <a:lnTo>
                    <a:pt x="1609246" y="0"/>
                  </a:lnTo>
                  <a:lnTo>
                    <a:pt x="1608391" y="0"/>
                  </a:lnTo>
                  <a:lnTo>
                    <a:pt x="1607535" y="0"/>
                  </a:lnTo>
                  <a:lnTo>
                    <a:pt x="1606680" y="0"/>
                  </a:lnTo>
                  <a:lnTo>
                    <a:pt x="1605824" y="0"/>
                  </a:lnTo>
                  <a:lnTo>
                    <a:pt x="1604969" y="0"/>
                  </a:lnTo>
                  <a:lnTo>
                    <a:pt x="1604113" y="0"/>
                  </a:lnTo>
                  <a:lnTo>
                    <a:pt x="1603257" y="0"/>
                  </a:lnTo>
                  <a:lnTo>
                    <a:pt x="1602402" y="0"/>
                  </a:lnTo>
                  <a:lnTo>
                    <a:pt x="1601546" y="0"/>
                  </a:lnTo>
                  <a:lnTo>
                    <a:pt x="1600691" y="0"/>
                  </a:lnTo>
                  <a:lnTo>
                    <a:pt x="1599835" y="0"/>
                  </a:lnTo>
                  <a:lnTo>
                    <a:pt x="1598980" y="0"/>
                  </a:lnTo>
                  <a:lnTo>
                    <a:pt x="1598124" y="0"/>
                  </a:lnTo>
                  <a:lnTo>
                    <a:pt x="1597269" y="0"/>
                  </a:lnTo>
                  <a:lnTo>
                    <a:pt x="1596413" y="0"/>
                  </a:lnTo>
                  <a:lnTo>
                    <a:pt x="1595558" y="0"/>
                  </a:lnTo>
                  <a:lnTo>
                    <a:pt x="1594702" y="0"/>
                  </a:lnTo>
                  <a:lnTo>
                    <a:pt x="1593847" y="0"/>
                  </a:lnTo>
                  <a:lnTo>
                    <a:pt x="1592991" y="0"/>
                  </a:lnTo>
                  <a:lnTo>
                    <a:pt x="1592136" y="0"/>
                  </a:lnTo>
                  <a:lnTo>
                    <a:pt x="1591280" y="0"/>
                  </a:lnTo>
                  <a:lnTo>
                    <a:pt x="1590425" y="0"/>
                  </a:lnTo>
                  <a:lnTo>
                    <a:pt x="1589569" y="0"/>
                  </a:lnTo>
                  <a:lnTo>
                    <a:pt x="1588714" y="0"/>
                  </a:lnTo>
                  <a:lnTo>
                    <a:pt x="1587858" y="0"/>
                  </a:lnTo>
                  <a:lnTo>
                    <a:pt x="1587002" y="0"/>
                  </a:lnTo>
                  <a:lnTo>
                    <a:pt x="1586147" y="0"/>
                  </a:lnTo>
                  <a:lnTo>
                    <a:pt x="1585291" y="0"/>
                  </a:lnTo>
                  <a:lnTo>
                    <a:pt x="1584436" y="0"/>
                  </a:lnTo>
                  <a:lnTo>
                    <a:pt x="1583580" y="0"/>
                  </a:lnTo>
                  <a:lnTo>
                    <a:pt x="1582725" y="0"/>
                  </a:lnTo>
                  <a:lnTo>
                    <a:pt x="1581869" y="0"/>
                  </a:lnTo>
                  <a:lnTo>
                    <a:pt x="1581014" y="0"/>
                  </a:lnTo>
                  <a:lnTo>
                    <a:pt x="1580158" y="0"/>
                  </a:lnTo>
                  <a:lnTo>
                    <a:pt x="1579303" y="0"/>
                  </a:lnTo>
                  <a:lnTo>
                    <a:pt x="1578447" y="0"/>
                  </a:lnTo>
                  <a:lnTo>
                    <a:pt x="1577592" y="0"/>
                  </a:lnTo>
                  <a:lnTo>
                    <a:pt x="1576736" y="0"/>
                  </a:lnTo>
                  <a:lnTo>
                    <a:pt x="1575881" y="0"/>
                  </a:lnTo>
                  <a:lnTo>
                    <a:pt x="1575025" y="0"/>
                  </a:lnTo>
                  <a:lnTo>
                    <a:pt x="1574170" y="0"/>
                  </a:lnTo>
                  <a:lnTo>
                    <a:pt x="1573314" y="0"/>
                  </a:lnTo>
                  <a:lnTo>
                    <a:pt x="1572458" y="0"/>
                  </a:lnTo>
                  <a:lnTo>
                    <a:pt x="1571603" y="0"/>
                  </a:lnTo>
                  <a:lnTo>
                    <a:pt x="1570747" y="0"/>
                  </a:lnTo>
                  <a:lnTo>
                    <a:pt x="1569892" y="0"/>
                  </a:lnTo>
                  <a:lnTo>
                    <a:pt x="1569036" y="0"/>
                  </a:lnTo>
                  <a:lnTo>
                    <a:pt x="1568181" y="0"/>
                  </a:lnTo>
                  <a:lnTo>
                    <a:pt x="1567325" y="0"/>
                  </a:lnTo>
                  <a:lnTo>
                    <a:pt x="1566470" y="0"/>
                  </a:lnTo>
                  <a:lnTo>
                    <a:pt x="1565614" y="0"/>
                  </a:lnTo>
                  <a:lnTo>
                    <a:pt x="1564759" y="0"/>
                  </a:lnTo>
                  <a:lnTo>
                    <a:pt x="1563903" y="0"/>
                  </a:lnTo>
                  <a:lnTo>
                    <a:pt x="1563048" y="0"/>
                  </a:lnTo>
                  <a:lnTo>
                    <a:pt x="1562192" y="0"/>
                  </a:lnTo>
                  <a:lnTo>
                    <a:pt x="1561337" y="0"/>
                  </a:lnTo>
                  <a:lnTo>
                    <a:pt x="1560481" y="0"/>
                  </a:lnTo>
                  <a:lnTo>
                    <a:pt x="1559626" y="0"/>
                  </a:lnTo>
                  <a:lnTo>
                    <a:pt x="1558770" y="0"/>
                  </a:lnTo>
                  <a:lnTo>
                    <a:pt x="1557915" y="0"/>
                  </a:lnTo>
                  <a:lnTo>
                    <a:pt x="1557059" y="0"/>
                  </a:lnTo>
                  <a:lnTo>
                    <a:pt x="1556203" y="0"/>
                  </a:lnTo>
                  <a:lnTo>
                    <a:pt x="1555348" y="0"/>
                  </a:lnTo>
                  <a:lnTo>
                    <a:pt x="1554492" y="0"/>
                  </a:lnTo>
                  <a:lnTo>
                    <a:pt x="1553637" y="0"/>
                  </a:lnTo>
                  <a:lnTo>
                    <a:pt x="1552781" y="0"/>
                  </a:lnTo>
                  <a:lnTo>
                    <a:pt x="1551926" y="0"/>
                  </a:lnTo>
                  <a:lnTo>
                    <a:pt x="1551070" y="0"/>
                  </a:lnTo>
                  <a:lnTo>
                    <a:pt x="1550215" y="0"/>
                  </a:lnTo>
                  <a:lnTo>
                    <a:pt x="1549359" y="0"/>
                  </a:lnTo>
                  <a:lnTo>
                    <a:pt x="1548504" y="0"/>
                  </a:lnTo>
                  <a:lnTo>
                    <a:pt x="1547648" y="0"/>
                  </a:lnTo>
                  <a:lnTo>
                    <a:pt x="1546793" y="0"/>
                  </a:lnTo>
                  <a:lnTo>
                    <a:pt x="1545937" y="0"/>
                  </a:lnTo>
                  <a:lnTo>
                    <a:pt x="1545082" y="0"/>
                  </a:lnTo>
                  <a:lnTo>
                    <a:pt x="1544226" y="0"/>
                  </a:lnTo>
                  <a:lnTo>
                    <a:pt x="1543371" y="0"/>
                  </a:lnTo>
                  <a:lnTo>
                    <a:pt x="1542515" y="0"/>
                  </a:lnTo>
                  <a:lnTo>
                    <a:pt x="1541660" y="0"/>
                  </a:lnTo>
                  <a:lnTo>
                    <a:pt x="1540804" y="0"/>
                  </a:lnTo>
                  <a:lnTo>
                    <a:pt x="1539948" y="0"/>
                  </a:lnTo>
                  <a:lnTo>
                    <a:pt x="1539093" y="0"/>
                  </a:lnTo>
                  <a:lnTo>
                    <a:pt x="1538237" y="0"/>
                  </a:lnTo>
                  <a:lnTo>
                    <a:pt x="1537382" y="0"/>
                  </a:lnTo>
                  <a:lnTo>
                    <a:pt x="1536526" y="0"/>
                  </a:lnTo>
                  <a:lnTo>
                    <a:pt x="1535671" y="0"/>
                  </a:lnTo>
                  <a:lnTo>
                    <a:pt x="1534815" y="0"/>
                  </a:lnTo>
                  <a:lnTo>
                    <a:pt x="1533960" y="0"/>
                  </a:lnTo>
                  <a:lnTo>
                    <a:pt x="1533104" y="0"/>
                  </a:lnTo>
                  <a:lnTo>
                    <a:pt x="1532249" y="0"/>
                  </a:lnTo>
                  <a:lnTo>
                    <a:pt x="1531393" y="0"/>
                  </a:lnTo>
                  <a:lnTo>
                    <a:pt x="1530538" y="0"/>
                  </a:lnTo>
                  <a:lnTo>
                    <a:pt x="1529682" y="0"/>
                  </a:lnTo>
                  <a:lnTo>
                    <a:pt x="1528827" y="0"/>
                  </a:lnTo>
                  <a:lnTo>
                    <a:pt x="1527971" y="0"/>
                  </a:lnTo>
                  <a:lnTo>
                    <a:pt x="1527116" y="0"/>
                  </a:lnTo>
                  <a:lnTo>
                    <a:pt x="1526260" y="0"/>
                  </a:lnTo>
                  <a:lnTo>
                    <a:pt x="1525405" y="0"/>
                  </a:lnTo>
                  <a:lnTo>
                    <a:pt x="1524549" y="0"/>
                  </a:lnTo>
                  <a:lnTo>
                    <a:pt x="1523693" y="0"/>
                  </a:lnTo>
                  <a:lnTo>
                    <a:pt x="1522838" y="0"/>
                  </a:lnTo>
                  <a:lnTo>
                    <a:pt x="1521982" y="0"/>
                  </a:lnTo>
                  <a:lnTo>
                    <a:pt x="1521127" y="0"/>
                  </a:lnTo>
                  <a:lnTo>
                    <a:pt x="1520271" y="0"/>
                  </a:lnTo>
                  <a:lnTo>
                    <a:pt x="1519416" y="0"/>
                  </a:lnTo>
                  <a:lnTo>
                    <a:pt x="1518560" y="0"/>
                  </a:lnTo>
                  <a:lnTo>
                    <a:pt x="1517705" y="0"/>
                  </a:lnTo>
                  <a:lnTo>
                    <a:pt x="1516849" y="0"/>
                  </a:lnTo>
                  <a:lnTo>
                    <a:pt x="1515994" y="0"/>
                  </a:lnTo>
                  <a:lnTo>
                    <a:pt x="1515138" y="0"/>
                  </a:lnTo>
                  <a:lnTo>
                    <a:pt x="1514283" y="0"/>
                  </a:lnTo>
                  <a:lnTo>
                    <a:pt x="1513427" y="0"/>
                  </a:lnTo>
                  <a:lnTo>
                    <a:pt x="1512572" y="0"/>
                  </a:lnTo>
                  <a:lnTo>
                    <a:pt x="1511716" y="0"/>
                  </a:lnTo>
                  <a:lnTo>
                    <a:pt x="1510861" y="0"/>
                  </a:lnTo>
                  <a:lnTo>
                    <a:pt x="1510005" y="0"/>
                  </a:lnTo>
                  <a:lnTo>
                    <a:pt x="1509149" y="0"/>
                  </a:lnTo>
                  <a:lnTo>
                    <a:pt x="1508294" y="0"/>
                  </a:lnTo>
                  <a:lnTo>
                    <a:pt x="1507438" y="0"/>
                  </a:lnTo>
                  <a:lnTo>
                    <a:pt x="1506583" y="0"/>
                  </a:lnTo>
                  <a:lnTo>
                    <a:pt x="1505727" y="0"/>
                  </a:lnTo>
                  <a:lnTo>
                    <a:pt x="1504872" y="0"/>
                  </a:lnTo>
                  <a:lnTo>
                    <a:pt x="1504016" y="0"/>
                  </a:lnTo>
                  <a:lnTo>
                    <a:pt x="1503161" y="0"/>
                  </a:lnTo>
                  <a:lnTo>
                    <a:pt x="1502305" y="0"/>
                  </a:lnTo>
                  <a:lnTo>
                    <a:pt x="1501450" y="0"/>
                  </a:lnTo>
                  <a:lnTo>
                    <a:pt x="1500594" y="0"/>
                  </a:lnTo>
                  <a:lnTo>
                    <a:pt x="1499739" y="0"/>
                  </a:lnTo>
                  <a:lnTo>
                    <a:pt x="1498883" y="0"/>
                  </a:lnTo>
                  <a:lnTo>
                    <a:pt x="1498028" y="0"/>
                  </a:lnTo>
                  <a:lnTo>
                    <a:pt x="1497172" y="0"/>
                  </a:lnTo>
                  <a:lnTo>
                    <a:pt x="1496317" y="0"/>
                  </a:lnTo>
                  <a:lnTo>
                    <a:pt x="1495461" y="0"/>
                  </a:lnTo>
                  <a:lnTo>
                    <a:pt x="1494606" y="0"/>
                  </a:lnTo>
                  <a:lnTo>
                    <a:pt x="1493750" y="0"/>
                  </a:lnTo>
                  <a:lnTo>
                    <a:pt x="1492894" y="0"/>
                  </a:lnTo>
                  <a:lnTo>
                    <a:pt x="1492039" y="0"/>
                  </a:lnTo>
                  <a:lnTo>
                    <a:pt x="1491183" y="0"/>
                  </a:lnTo>
                  <a:lnTo>
                    <a:pt x="1490328" y="0"/>
                  </a:lnTo>
                  <a:lnTo>
                    <a:pt x="1489472" y="0"/>
                  </a:lnTo>
                  <a:lnTo>
                    <a:pt x="1488617" y="0"/>
                  </a:lnTo>
                  <a:lnTo>
                    <a:pt x="1487761" y="0"/>
                  </a:lnTo>
                  <a:lnTo>
                    <a:pt x="1486906" y="0"/>
                  </a:lnTo>
                  <a:lnTo>
                    <a:pt x="1486050" y="0"/>
                  </a:lnTo>
                  <a:lnTo>
                    <a:pt x="1485195" y="0"/>
                  </a:lnTo>
                  <a:lnTo>
                    <a:pt x="1484339" y="0"/>
                  </a:lnTo>
                  <a:lnTo>
                    <a:pt x="1483484" y="0"/>
                  </a:lnTo>
                  <a:lnTo>
                    <a:pt x="1482628" y="0"/>
                  </a:lnTo>
                  <a:lnTo>
                    <a:pt x="1481773" y="0"/>
                  </a:lnTo>
                  <a:lnTo>
                    <a:pt x="1480917" y="0"/>
                  </a:lnTo>
                  <a:lnTo>
                    <a:pt x="1480062" y="0"/>
                  </a:lnTo>
                  <a:lnTo>
                    <a:pt x="1479206" y="0"/>
                  </a:lnTo>
                  <a:lnTo>
                    <a:pt x="1478351" y="0"/>
                  </a:lnTo>
                  <a:lnTo>
                    <a:pt x="1477495" y="0"/>
                  </a:lnTo>
                  <a:lnTo>
                    <a:pt x="1476639" y="0"/>
                  </a:lnTo>
                  <a:lnTo>
                    <a:pt x="1475784" y="0"/>
                  </a:lnTo>
                  <a:lnTo>
                    <a:pt x="1474928" y="0"/>
                  </a:lnTo>
                  <a:lnTo>
                    <a:pt x="1474073" y="0"/>
                  </a:lnTo>
                  <a:lnTo>
                    <a:pt x="1473217" y="0"/>
                  </a:lnTo>
                  <a:lnTo>
                    <a:pt x="1472362" y="0"/>
                  </a:lnTo>
                  <a:lnTo>
                    <a:pt x="1471506" y="0"/>
                  </a:lnTo>
                  <a:lnTo>
                    <a:pt x="1470651" y="0"/>
                  </a:lnTo>
                  <a:lnTo>
                    <a:pt x="1469795" y="0"/>
                  </a:lnTo>
                  <a:lnTo>
                    <a:pt x="1468940" y="0"/>
                  </a:lnTo>
                  <a:lnTo>
                    <a:pt x="1468084" y="0"/>
                  </a:lnTo>
                  <a:lnTo>
                    <a:pt x="1467229" y="0"/>
                  </a:lnTo>
                  <a:lnTo>
                    <a:pt x="1466373" y="0"/>
                  </a:lnTo>
                  <a:lnTo>
                    <a:pt x="1465518" y="0"/>
                  </a:lnTo>
                  <a:lnTo>
                    <a:pt x="1464662" y="0"/>
                  </a:lnTo>
                  <a:lnTo>
                    <a:pt x="1463807" y="0"/>
                  </a:lnTo>
                  <a:lnTo>
                    <a:pt x="1462951" y="0"/>
                  </a:lnTo>
                  <a:lnTo>
                    <a:pt x="1462095" y="0"/>
                  </a:lnTo>
                  <a:lnTo>
                    <a:pt x="1461240" y="0"/>
                  </a:lnTo>
                  <a:lnTo>
                    <a:pt x="1460384" y="0"/>
                  </a:lnTo>
                  <a:lnTo>
                    <a:pt x="1459529" y="0"/>
                  </a:lnTo>
                  <a:lnTo>
                    <a:pt x="1458673" y="0"/>
                  </a:lnTo>
                  <a:lnTo>
                    <a:pt x="1457818" y="0"/>
                  </a:lnTo>
                  <a:lnTo>
                    <a:pt x="1456962" y="0"/>
                  </a:lnTo>
                  <a:lnTo>
                    <a:pt x="1456107" y="0"/>
                  </a:lnTo>
                  <a:lnTo>
                    <a:pt x="1455251" y="0"/>
                  </a:lnTo>
                  <a:lnTo>
                    <a:pt x="1454396" y="0"/>
                  </a:lnTo>
                  <a:lnTo>
                    <a:pt x="1453540" y="0"/>
                  </a:lnTo>
                  <a:lnTo>
                    <a:pt x="1452685" y="0"/>
                  </a:lnTo>
                  <a:lnTo>
                    <a:pt x="1451829" y="0"/>
                  </a:lnTo>
                  <a:lnTo>
                    <a:pt x="1450974" y="0"/>
                  </a:lnTo>
                  <a:lnTo>
                    <a:pt x="1450118" y="0"/>
                  </a:lnTo>
                  <a:lnTo>
                    <a:pt x="1449263" y="0"/>
                  </a:lnTo>
                  <a:lnTo>
                    <a:pt x="1448407" y="0"/>
                  </a:lnTo>
                  <a:lnTo>
                    <a:pt x="1447552" y="0"/>
                  </a:lnTo>
                  <a:lnTo>
                    <a:pt x="1446696" y="0"/>
                  </a:lnTo>
                  <a:lnTo>
                    <a:pt x="1445840" y="0"/>
                  </a:lnTo>
                  <a:lnTo>
                    <a:pt x="1444985" y="0"/>
                  </a:lnTo>
                  <a:lnTo>
                    <a:pt x="1444129" y="0"/>
                  </a:lnTo>
                  <a:lnTo>
                    <a:pt x="1443274" y="0"/>
                  </a:lnTo>
                  <a:lnTo>
                    <a:pt x="1442418" y="0"/>
                  </a:lnTo>
                  <a:lnTo>
                    <a:pt x="1441563" y="0"/>
                  </a:lnTo>
                  <a:lnTo>
                    <a:pt x="1440707" y="0"/>
                  </a:lnTo>
                  <a:lnTo>
                    <a:pt x="1439852" y="0"/>
                  </a:lnTo>
                  <a:lnTo>
                    <a:pt x="1438996" y="0"/>
                  </a:lnTo>
                  <a:lnTo>
                    <a:pt x="1438141" y="0"/>
                  </a:lnTo>
                  <a:lnTo>
                    <a:pt x="1437285" y="0"/>
                  </a:lnTo>
                  <a:lnTo>
                    <a:pt x="1436430" y="0"/>
                  </a:lnTo>
                  <a:lnTo>
                    <a:pt x="1435574" y="0"/>
                  </a:lnTo>
                  <a:lnTo>
                    <a:pt x="1434719" y="0"/>
                  </a:lnTo>
                  <a:lnTo>
                    <a:pt x="1433863" y="0"/>
                  </a:lnTo>
                  <a:lnTo>
                    <a:pt x="1433008" y="0"/>
                  </a:lnTo>
                  <a:lnTo>
                    <a:pt x="1432152" y="0"/>
                  </a:lnTo>
                  <a:lnTo>
                    <a:pt x="1431297" y="0"/>
                  </a:lnTo>
                  <a:lnTo>
                    <a:pt x="1430441" y="0"/>
                  </a:lnTo>
                  <a:lnTo>
                    <a:pt x="1429585" y="0"/>
                  </a:lnTo>
                  <a:lnTo>
                    <a:pt x="1428730" y="0"/>
                  </a:lnTo>
                  <a:lnTo>
                    <a:pt x="1427874" y="0"/>
                  </a:lnTo>
                  <a:lnTo>
                    <a:pt x="1427019" y="0"/>
                  </a:lnTo>
                  <a:lnTo>
                    <a:pt x="1426163" y="0"/>
                  </a:lnTo>
                  <a:lnTo>
                    <a:pt x="1425308" y="0"/>
                  </a:lnTo>
                  <a:lnTo>
                    <a:pt x="1424452" y="0"/>
                  </a:lnTo>
                  <a:lnTo>
                    <a:pt x="1423597" y="0"/>
                  </a:lnTo>
                  <a:lnTo>
                    <a:pt x="1422741" y="0"/>
                  </a:lnTo>
                  <a:lnTo>
                    <a:pt x="1421886" y="0"/>
                  </a:lnTo>
                  <a:lnTo>
                    <a:pt x="1421030" y="0"/>
                  </a:lnTo>
                  <a:lnTo>
                    <a:pt x="1420175" y="0"/>
                  </a:lnTo>
                  <a:lnTo>
                    <a:pt x="1419319" y="0"/>
                  </a:lnTo>
                  <a:lnTo>
                    <a:pt x="1418464" y="0"/>
                  </a:lnTo>
                  <a:lnTo>
                    <a:pt x="1417608" y="0"/>
                  </a:lnTo>
                  <a:lnTo>
                    <a:pt x="1416753" y="0"/>
                  </a:lnTo>
                  <a:lnTo>
                    <a:pt x="1415897" y="0"/>
                  </a:lnTo>
                  <a:lnTo>
                    <a:pt x="1415041" y="0"/>
                  </a:lnTo>
                  <a:lnTo>
                    <a:pt x="1414186" y="0"/>
                  </a:lnTo>
                  <a:lnTo>
                    <a:pt x="1413330" y="0"/>
                  </a:lnTo>
                  <a:lnTo>
                    <a:pt x="1412475" y="0"/>
                  </a:lnTo>
                  <a:lnTo>
                    <a:pt x="1411619" y="0"/>
                  </a:lnTo>
                  <a:lnTo>
                    <a:pt x="1410764" y="0"/>
                  </a:lnTo>
                  <a:lnTo>
                    <a:pt x="1409908" y="0"/>
                  </a:lnTo>
                  <a:lnTo>
                    <a:pt x="1409053" y="0"/>
                  </a:lnTo>
                  <a:lnTo>
                    <a:pt x="1408197" y="0"/>
                  </a:lnTo>
                  <a:lnTo>
                    <a:pt x="1407342" y="0"/>
                  </a:lnTo>
                  <a:lnTo>
                    <a:pt x="1406486" y="0"/>
                  </a:lnTo>
                  <a:lnTo>
                    <a:pt x="1405631" y="0"/>
                  </a:lnTo>
                  <a:lnTo>
                    <a:pt x="1404775" y="0"/>
                  </a:lnTo>
                  <a:lnTo>
                    <a:pt x="1403920" y="0"/>
                  </a:lnTo>
                  <a:lnTo>
                    <a:pt x="1403064" y="0"/>
                  </a:lnTo>
                  <a:lnTo>
                    <a:pt x="1402209" y="0"/>
                  </a:lnTo>
                  <a:lnTo>
                    <a:pt x="1401353" y="0"/>
                  </a:lnTo>
                  <a:lnTo>
                    <a:pt x="1400498" y="0"/>
                  </a:lnTo>
                  <a:lnTo>
                    <a:pt x="1399642" y="0"/>
                  </a:lnTo>
                  <a:lnTo>
                    <a:pt x="1398786" y="0"/>
                  </a:lnTo>
                  <a:lnTo>
                    <a:pt x="1397931" y="0"/>
                  </a:lnTo>
                  <a:lnTo>
                    <a:pt x="1397075" y="0"/>
                  </a:lnTo>
                  <a:lnTo>
                    <a:pt x="1396220" y="0"/>
                  </a:lnTo>
                  <a:lnTo>
                    <a:pt x="1395364" y="0"/>
                  </a:lnTo>
                  <a:lnTo>
                    <a:pt x="1394509" y="0"/>
                  </a:lnTo>
                  <a:lnTo>
                    <a:pt x="1393653" y="0"/>
                  </a:lnTo>
                  <a:lnTo>
                    <a:pt x="1392798" y="0"/>
                  </a:lnTo>
                  <a:lnTo>
                    <a:pt x="1391942" y="0"/>
                  </a:lnTo>
                  <a:lnTo>
                    <a:pt x="1391087" y="0"/>
                  </a:lnTo>
                  <a:lnTo>
                    <a:pt x="1390231" y="0"/>
                  </a:lnTo>
                  <a:lnTo>
                    <a:pt x="1389376" y="0"/>
                  </a:lnTo>
                  <a:lnTo>
                    <a:pt x="1388520" y="0"/>
                  </a:lnTo>
                  <a:lnTo>
                    <a:pt x="1387665" y="0"/>
                  </a:lnTo>
                  <a:lnTo>
                    <a:pt x="1386809" y="0"/>
                  </a:lnTo>
                  <a:lnTo>
                    <a:pt x="1385954" y="0"/>
                  </a:lnTo>
                  <a:lnTo>
                    <a:pt x="1385098" y="0"/>
                  </a:lnTo>
                  <a:lnTo>
                    <a:pt x="1384243" y="0"/>
                  </a:lnTo>
                  <a:lnTo>
                    <a:pt x="1383387" y="0"/>
                  </a:lnTo>
                  <a:lnTo>
                    <a:pt x="1382531" y="0"/>
                  </a:lnTo>
                  <a:lnTo>
                    <a:pt x="1381676" y="0"/>
                  </a:lnTo>
                  <a:lnTo>
                    <a:pt x="1380820" y="0"/>
                  </a:lnTo>
                  <a:lnTo>
                    <a:pt x="1379965" y="0"/>
                  </a:lnTo>
                  <a:lnTo>
                    <a:pt x="1379109" y="0"/>
                  </a:lnTo>
                  <a:lnTo>
                    <a:pt x="1378254" y="0"/>
                  </a:lnTo>
                  <a:lnTo>
                    <a:pt x="1377398" y="0"/>
                  </a:lnTo>
                  <a:lnTo>
                    <a:pt x="1376543" y="0"/>
                  </a:lnTo>
                  <a:lnTo>
                    <a:pt x="1375687" y="0"/>
                  </a:lnTo>
                  <a:lnTo>
                    <a:pt x="1374832" y="0"/>
                  </a:lnTo>
                  <a:lnTo>
                    <a:pt x="1373976" y="0"/>
                  </a:lnTo>
                  <a:lnTo>
                    <a:pt x="1373121" y="0"/>
                  </a:lnTo>
                  <a:lnTo>
                    <a:pt x="1372265" y="0"/>
                  </a:lnTo>
                  <a:lnTo>
                    <a:pt x="1371410" y="0"/>
                  </a:lnTo>
                  <a:lnTo>
                    <a:pt x="1370554" y="0"/>
                  </a:lnTo>
                  <a:lnTo>
                    <a:pt x="1369699" y="0"/>
                  </a:lnTo>
                  <a:lnTo>
                    <a:pt x="1368843" y="0"/>
                  </a:lnTo>
                  <a:lnTo>
                    <a:pt x="1367987" y="0"/>
                  </a:lnTo>
                  <a:lnTo>
                    <a:pt x="1367132" y="0"/>
                  </a:lnTo>
                  <a:lnTo>
                    <a:pt x="1366276" y="0"/>
                  </a:lnTo>
                  <a:lnTo>
                    <a:pt x="1365421" y="0"/>
                  </a:lnTo>
                  <a:lnTo>
                    <a:pt x="1364565" y="0"/>
                  </a:lnTo>
                  <a:lnTo>
                    <a:pt x="1363710" y="0"/>
                  </a:lnTo>
                  <a:lnTo>
                    <a:pt x="1362854" y="0"/>
                  </a:lnTo>
                  <a:lnTo>
                    <a:pt x="1361999" y="0"/>
                  </a:lnTo>
                  <a:lnTo>
                    <a:pt x="1361143" y="0"/>
                  </a:lnTo>
                  <a:lnTo>
                    <a:pt x="1360288" y="0"/>
                  </a:lnTo>
                  <a:lnTo>
                    <a:pt x="1359432" y="0"/>
                  </a:lnTo>
                  <a:lnTo>
                    <a:pt x="1358577" y="0"/>
                  </a:lnTo>
                  <a:lnTo>
                    <a:pt x="1357721" y="0"/>
                  </a:lnTo>
                  <a:lnTo>
                    <a:pt x="1356866" y="0"/>
                  </a:lnTo>
                  <a:lnTo>
                    <a:pt x="1356010" y="0"/>
                  </a:lnTo>
                  <a:lnTo>
                    <a:pt x="1355155" y="0"/>
                  </a:lnTo>
                  <a:lnTo>
                    <a:pt x="1354299" y="0"/>
                  </a:lnTo>
                  <a:lnTo>
                    <a:pt x="1353444" y="0"/>
                  </a:lnTo>
                  <a:lnTo>
                    <a:pt x="1352588" y="0"/>
                  </a:lnTo>
                  <a:lnTo>
                    <a:pt x="1351732" y="0"/>
                  </a:lnTo>
                  <a:lnTo>
                    <a:pt x="1350877" y="0"/>
                  </a:lnTo>
                  <a:lnTo>
                    <a:pt x="1350021" y="0"/>
                  </a:lnTo>
                  <a:lnTo>
                    <a:pt x="1349166" y="0"/>
                  </a:lnTo>
                  <a:lnTo>
                    <a:pt x="1348310" y="0"/>
                  </a:lnTo>
                  <a:lnTo>
                    <a:pt x="1347455" y="0"/>
                  </a:lnTo>
                  <a:lnTo>
                    <a:pt x="1346599" y="0"/>
                  </a:lnTo>
                  <a:lnTo>
                    <a:pt x="1345744" y="0"/>
                  </a:lnTo>
                  <a:lnTo>
                    <a:pt x="1344888" y="0"/>
                  </a:lnTo>
                  <a:lnTo>
                    <a:pt x="1344033" y="0"/>
                  </a:lnTo>
                  <a:lnTo>
                    <a:pt x="1343177" y="0"/>
                  </a:lnTo>
                  <a:lnTo>
                    <a:pt x="1342322" y="0"/>
                  </a:lnTo>
                  <a:lnTo>
                    <a:pt x="1341466" y="0"/>
                  </a:lnTo>
                  <a:lnTo>
                    <a:pt x="1340611" y="0"/>
                  </a:lnTo>
                  <a:lnTo>
                    <a:pt x="1339755" y="0"/>
                  </a:lnTo>
                  <a:lnTo>
                    <a:pt x="1338900" y="0"/>
                  </a:lnTo>
                  <a:lnTo>
                    <a:pt x="1338044" y="0"/>
                  </a:lnTo>
                  <a:lnTo>
                    <a:pt x="1337189" y="0"/>
                  </a:lnTo>
                  <a:lnTo>
                    <a:pt x="1336333" y="0"/>
                  </a:lnTo>
                  <a:lnTo>
                    <a:pt x="1335477" y="0"/>
                  </a:lnTo>
                  <a:lnTo>
                    <a:pt x="1334622" y="0"/>
                  </a:lnTo>
                  <a:lnTo>
                    <a:pt x="1333766" y="0"/>
                  </a:lnTo>
                  <a:lnTo>
                    <a:pt x="1332911" y="0"/>
                  </a:lnTo>
                  <a:lnTo>
                    <a:pt x="1332055" y="0"/>
                  </a:lnTo>
                  <a:lnTo>
                    <a:pt x="1331200" y="0"/>
                  </a:lnTo>
                  <a:lnTo>
                    <a:pt x="1330344" y="0"/>
                  </a:lnTo>
                  <a:lnTo>
                    <a:pt x="1329489" y="0"/>
                  </a:lnTo>
                  <a:lnTo>
                    <a:pt x="1328633" y="0"/>
                  </a:lnTo>
                  <a:lnTo>
                    <a:pt x="1327778" y="0"/>
                  </a:lnTo>
                  <a:lnTo>
                    <a:pt x="1326922" y="0"/>
                  </a:lnTo>
                  <a:lnTo>
                    <a:pt x="1326067" y="0"/>
                  </a:lnTo>
                  <a:lnTo>
                    <a:pt x="1325211" y="0"/>
                  </a:lnTo>
                  <a:lnTo>
                    <a:pt x="1324356" y="0"/>
                  </a:lnTo>
                  <a:lnTo>
                    <a:pt x="1323500" y="0"/>
                  </a:lnTo>
                  <a:lnTo>
                    <a:pt x="1322645" y="0"/>
                  </a:lnTo>
                  <a:lnTo>
                    <a:pt x="1321789" y="0"/>
                  </a:lnTo>
                  <a:lnTo>
                    <a:pt x="1320934" y="0"/>
                  </a:lnTo>
                  <a:lnTo>
                    <a:pt x="1320078" y="0"/>
                  </a:lnTo>
                  <a:lnTo>
                    <a:pt x="1319222" y="0"/>
                  </a:lnTo>
                  <a:lnTo>
                    <a:pt x="1318367" y="0"/>
                  </a:lnTo>
                  <a:lnTo>
                    <a:pt x="1317511" y="0"/>
                  </a:lnTo>
                  <a:lnTo>
                    <a:pt x="1316656" y="0"/>
                  </a:lnTo>
                  <a:lnTo>
                    <a:pt x="1315800" y="0"/>
                  </a:lnTo>
                  <a:lnTo>
                    <a:pt x="1314945" y="0"/>
                  </a:lnTo>
                  <a:lnTo>
                    <a:pt x="1314089" y="0"/>
                  </a:lnTo>
                  <a:lnTo>
                    <a:pt x="1313234" y="0"/>
                  </a:lnTo>
                  <a:lnTo>
                    <a:pt x="1312378" y="0"/>
                  </a:lnTo>
                  <a:lnTo>
                    <a:pt x="1311523" y="0"/>
                  </a:lnTo>
                  <a:lnTo>
                    <a:pt x="1310667" y="0"/>
                  </a:lnTo>
                  <a:lnTo>
                    <a:pt x="1309812" y="0"/>
                  </a:lnTo>
                  <a:lnTo>
                    <a:pt x="1308956" y="0"/>
                  </a:lnTo>
                  <a:lnTo>
                    <a:pt x="1308101" y="0"/>
                  </a:lnTo>
                  <a:lnTo>
                    <a:pt x="1307245" y="0"/>
                  </a:lnTo>
                  <a:lnTo>
                    <a:pt x="1306390" y="0"/>
                  </a:lnTo>
                  <a:lnTo>
                    <a:pt x="1305534" y="0"/>
                  </a:lnTo>
                  <a:lnTo>
                    <a:pt x="1304678" y="0"/>
                  </a:lnTo>
                  <a:lnTo>
                    <a:pt x="1303823" y="0"/>
                  </a:lnTo>
                  <a:lnTo>
                    <a:pt x="1302967" y="0"/>
                  </a:lnTo>
                  <a:lnTo>
                    <a:pt x="1302112" y="0"/>
                  </a:lnTo>
                  <a:lnTo>
                    <a:pt x="1301256" y="0"/>
                  </a:lnTo>
                  <a:lnTo>
                    <a:pt x="1300401" y="0"/>
                  </a:lnTo>
                  <a:lnTo>
                    <a:pt x="1299545" y="0"/>
                  </a:lnTo>
                  <a:lnTo>
                    <a:pt x="1298690" y="0"/>
                  </a:lnTo>
                  <a:lnTo>
                    <a:pt x="1297834" y="0"/>
                  </a:lnTo>
                  <a:lnTo>
                    <a:pt x="1296979" y="0"/>
                  </a:lnTo>
                  <a:lnTo>
                    <a:pt x="1296123" y="0"/>
                  </a:lnTo>
                  <a:lnTo>
                    <a:pt x="1295268" y="0"/>
                  </a:lnTo>
                  <a:lnTo>
                    <a:pt x="1294412" y="0"/>
                  </a:lnTo>
                  <a:lnTo>
                    <a:pt x="1293557" y="0"/>
                  </a:lnTo>
                  <a:lnTo>
                    <a:pt x="1292701" y="0"/>
                  </a:lnTo>
                  <a:lnTo>
                    <a:pt x="1291846" y="0"/>
                  </a:lnTo>
                  <a:lnTo>
                    <a:pt x="1290990" y="0"/>
                  </a:lnTo>
                  <a:lnTo>
                    <a:pt x="1290135" y="0"/>
                  </a:lnTo>
                  <a:lnTo>
                    <a:pt x="1289279" y="0"/>
                  </a:lnTo>
                  <a:lnTo>
                    <a:pt x="1288423" y="0"/>
                  </a:lnTo>
                  <a:lnTo>
                    <a:pt x="1287568" y="0"/>
                  </a:lnTo>
                  <a:lnTo>
                    <a:pt x="1286712" y="0"/>
                  </a:lnTo>
                  <a:lnTo>
                    <a:pt x="1285857" y="0"/>
                  </a:lnTo>
                  <a:lnTo>
                    <a:pt x="1285001" y="0"/>
                  </a:lnTo>
                  <a:lnTo>
                    <a:pt x="1284146" y="0"/>
                  </a:lnTo>
                  <a:lnTo>
                    <a:pt x="1283290" y="0"/>
                  </a:lnTo>
                  <a:lnTo>
                    <a:pt x="1282435" y="0"/>
                  </a:lnTo>
                  <a:lnTo>
                    <a:pt x="1281579" y="0"/>
                  </a:lnTo>
                  <a:lnTo>
                    <a:pt x="1280724" y="0"/>
                  </a:lnTo>
                  <a:lnTo>
                    <a:pt x="1279868" y="0"/>
                  </a:lnTo>
                  <a:lnTo>
                    <a:pt x="1279013" y="0"/>
                  </a:lnTo>
                  <a:lnTo>
                    <a:pt x="1278157" y="0"/>
                  </a:lnTo>
                  <a:lnTo>
                    <a:pt x="1277302" y="0"/>
                  </a:lnTo>
                  <a:lnTo>
                    <a:pt x="1276446" y="0"/>
                  </a:lnTo>
                  <a:lnTo>
                    <a:pt x="1275591" y="0"/>
                  </a:lnTo>
                  <a:lnTo>
                    <a:pt x="1274735" y="0"/>
                  </a:lnTo>
                  <a:lnTo>
                    <a:pt x="1273880" y="0"/>
                  </a:lnTo>
                  <a:lnTo>
                    <a:pt x="1273024" y="0"/>
                  </a:lnTo>
                  <a:lnTo>
                    <a:pt x="1272168" y="0"/>
                  </a:lnTo>
                  <a:lnTo>
                    <a:pt x="1271313" y="0"/>
                  </a:lnTo>
                  <a:lnTo>
                    <a:pt x="1270457" y="0"/>
                  </a:lnTo>
                  <a:lnTo>
                    <a:pt x="1269602" y="0"/>
                  </a:lnTo>
                  <a:lnTo>
                    <a:pt x="1268746" y="0"/>
                  </a:lnTo>
                  <a:lnTo>
                    <a:pt x="1267891" y="0"/>
                  </a:lnTo>
                  <a:lnTo>
                    <a:pt x="1267035" y="0"/>
                  </a:lnTo>
                  <a:lnTo>
                    <a:pt x="1266180" y="0"/>
                  </a:lnTo>
                  <a:lnTo>
                    <a:pt x="1265324" y="0"/>
                  </a:lnTo>
                  <a:lnTo>
                    <a:pt x="1264469" y="0"/>
                  </a:lnTo>
                  <a:lnTo>
                    <a:pt x="1263613" y="0"/>
                  </a:lnTo>
                  <a:lnTo>
                    <a:pt x="1262758" y="0"/>
                  </a:lnTo>
                  <a:lnTo>
                    <a:pt x="1261902" y="0"/>
                  </a:lnTo>
                  <a:lnTo>
                    <a:pt x="1261047" y="0"/>
                  </a:lnTo>
                  <a:lnTo>
                    <a:pt x="1260191" y="0"/>
                  </a:lnTo>
                  <a:lnTo>
                    <a:pt x="1259336" y="0"/>
                  </a:lnTo>
                  <a:lnTo>
                    <a:pt x="1258480" y="0"/>
                  </a:lnTo>
                  <a:lnTo>
                    <a:pt x="1257624" y="0"/>
                  </a:lnTo>
                  <a:lnTo>
                    <a:pt x="1256769" y="0"/>
                  </a:lnTo>
                  <a:lnTo>
                    <a:pt x="1255913" y="0"/>
                  </a:lnTo>
                  <a:lnTo>
                    <a:pt x="1255058" y="0"/>
                  </a:lnTo>
                  <a:lnTo>
                    <a:pt x="1254202" y="0"/>
                  </a:lnTo>
                  <a:lnTo>
                    <a:pt x="1253347" y="0"/>
                  </a:lnTo>
                  <a:lnTo>
                    <a:pt x="1252491" y="0"/>
                  </a:lnTo>
                  <a:lnTo>
                    <a:pt x="1251636" y="0"/>
                  </a:lnTo>
                  <a:lnTo>
                    <a:pt x="1250780" y="0"/>
                  </a:lnTo>
                  <a:lnTo>
                    <a:pt x="1249925" y="0"/>
                  </a:lnTo>
                  <a:lnTo>
                    <a:pt x="1249069" y="0"/>
                  </a:lnTo>
                  <a:lnTo>
                    <a:pt x="1248214" y="0"/>
                  </a:lnTo>
                  <a:lnTo>
                    <a:pt x="1247358" y="0"/>
                  </a:lnTo>
                  <a:lnTo>
                    <a:pt x="1246503" y="0"/>
                  </a:lnTo>
                  <a:lnTo>
                    <a:pt x="1245647" y="0"/>
                  </a:lnTo>
                  <a:lnTo>
                    <a:pt x="1244792" y="0"/>
                  </a:lnTo>
                  <a:lnTo>
                    <a:pt x="1243936" y="0"/>
                  </a:lnTo>
                  <a:lnTo>
                    <a:pt x="1243081" y="0"/>
                  </a:lnTo>
                  <a:lnTo>
                    <a:pt x="1242225" y="0"/>
                  </a:lnTo>
                  <a:lnTo>
                    <a:pt x="1241369" y="0"/>
                  </a:lnTo>
                  <a:lnTo>
                    <a:pt x="1240514" y="0"/>
                  </a:lnTo>
                  <a:lnTo>
                    <a:pt x="1239658" y="0"/>
                  </a:lnTo>
                  <a:lnTo>
                    <a:pt x="1238803" y="0"/>
                  </a:lnTo>
                  <a:lnTo>
                    <a:pt x="1237947" y="0"/>
                  </a:lnTo>
                  <a:lnTo>
                    <a:pt x="1237092" y="0"/>
                  </a:lnTo>
                  <a:lnTo>
                    <a:pt x="1236236" y="0"/>
                  </a:lnTo>
                  <a:lnTo>
                    <a:pt x="1235381" y="0"/>
                  </a:lnTo>
                  <a:lnTo>
                    <a:pt x="1234525" y="0"/>
                  </a:lnTo>
                  <a:lnTo>
                    <a:pt x="1233670" y="0"/>
                  </a:lnTo>
                  <a:lnTo>
                    <a:pt x="1232814" y="0"/>
                  </a:lnTo>
                  <a:lnTo>
                    <a:pt x="1231959" y="0"/>
                  </a:lnTo>
                  <a:lnTo>
                    <a:pt x="1231103" y="0"/>
                  </a:lnTo>
                  <a:lnTo>
                    <a:pt x="1230248" y="0"/>
                  </a:lnTo>
                  <a:lnTo>
                    <a:pt x="1229392" y="0"/>
                  </a:lnTo>
                  <a:lnTo>
                    <a:pt x="1228537" y="0"/>
                  </a:lnTo>
                  <a:lnTo>
                    <a:pt x="1227681" y="0"/>
                  </a:lnTo>
                  <a:lnTo>
                    <a:pt x="1226826" y="0"/>
                  </a:lnTo>
                  <a:lnTo>
                    <a:pt x="1225970" y="0"/>
                  </a:lnTo>
                  <a:lnTo>
                    <a:pt x="1225114" y="0"/>
                  </a:lnTo>
                  <a:lnTo>
                    <a:pt x="1224259" y="0"/>
                  </a:lnTo>
                  <a:lnTo>
                    <a:pt x="1223403" y="0"/>
                  </a:lnTo>
                  <a:lnTo>
                    <a:pt x="1222548" y="0"/>
                  </a:lnTo>
                  <a:lnTo>
                    <a:pt x="1221692" y="0"/>
                  </a:lnTo>
                  <a:lnTo>
                    <a:pt x="1220837" y="0"/>
                  </a:lnTo>
                  <a:lnTo>
                    <a:pt x="1219981" y="0"/>
                  </a:lnTo>
                  <a:lnTo>
                    <a:pt x="1219126" y="0"/>
                  </a:lnTo>
                  <a:lnTo>
                    <a:pt x="1218270" y="0"/>
                  </a:lnTo>
                  <a:lnTo>
                    <a:pt x="1217415" y="0"/>
                  </a:lnTo>
                  <a:lnTo>
                    <a:pt x="1216559" y="0"/>
                  </a:lnTo>
                  <a:lnTo>
                    <a:pt x="1215704" y="0"/>
                  </a:lnTo>
                  <a:lnTo>
                    <a:pt x="1214848" y="0"/>
                  </a:lnTo>
                  <a:lnTo>
                    <a:pt x="1213993" y="0"/>
                  </a:lnTo>
                  <a:lnTo>
                    <a:pt x="1213137" y="0"/>
                  </a:lnTo>
                  <a:lnTo>
                    <a:pt x="1212282" y="0"/>
                  </a:lnTo>
                  <a:lnTo>
                    <a:pt x="1211426" y="0"/>
                  </a:lnTo>
                  <a:lnTo>
                    <a:pt x="1210570" y="0"/>
                  </a:lnTo>
                  <a:lnTo>
                    <a:pt x="1209715" y="0"/>
                  </a:lnTo>
                  <a:lnTo>
                    <a:pt x="1208859" y="0"/>
                  </a:lnTo>
                  <a:lnTo>
                    <a:pt x="1208004" y="0"/>
                  </a:lnTo>
                  <a:lnTo>
                    <a:pt x="1207148" y="0"/>
                  </a:lnTo>
                  <a:lnTo>
                    <a:pt x="1206293" y="0"/>
                  </a:lnTo>
                  <a:lnTo>
                    <a:pt x="1205437" y="0"/>
                  </a:lnTo>
                  <a:lnTo>
                    <a:pt x="1204582" y="0"/>
                  </a:lnTo>
                  <a:lnTo>
                    <a:pt x="1203726" y="0"/>
                  </a:lnTo>
                  <a:lnTo>
                    <a:pt x="1202871" y="0"/>
                  </a:lnTo>
                  <a:lnTo>
                    <a:pt x="1202015" y="0"/>
                  </a:lnTo>
                  <a:lnTo>
                    <a:pt x="1201160" y="0"/>
                  </a:lnTo>
                  <a:lnTo>
                    <a:pt x="1200304" y="0"/>
                  </a:lnTo>
                  <a:lnTo>
                    <a:pt x="1199449" y="0"/>
                  </a:lnTo>
                  <a:lnTo>
                    <a:pt x="1198593" y="0"/>
                  </a:lnTo>
                  <a:lnTo>
                    <a:pt x="1197738" y="0"/>
                  </a:lnTo>
                  <a:lnTo>
                    <a:pt x="1196882" y="0"/>
                  </a:lnTo>
                  <a:lnTo>
                    <a:pt x="1196027" y="0"/>
                  </a:lnTo>
                  <a:lnTo>
                    <a:pt x="1195171" y="0"/>
                  </a:lnTo>
                  <a:lnTo>
                    <a:pt x="1194315" y="0"/>
                  </a:lnTo>
                  <a:lnTo>
                    <a:pt x="1193460" y="0"/>
                  </a:lnTo>
                  <a:lnTo>
                    <a:pt x="1192604" y="0"/>
                  </a:lnTo>
                  <a:lnTo>
                    <a:pt x="1191749" y="0"/>
                  </a:lnTo>
                  <a:lnTo>
                    <a:pt x="1190893" y="0"/>
                  </a:lnTo>
                  <a:lnTo>
                    <a:pt x="1190038" y="0"/>
                  </a:lnTo>
                  <a:lnTo>
                    <a:pt x="1189182" y="0"/>
                  </a:lnTo>
                  <a:lnTo>
                    <a:pt x="1188327" y="0"/>
                  </a:lnTo>
                  <a:lnTo>
                    <a:pt x="1187471" y="0"/>
                  </a:lnTo>
                  <a:lnTo>
                    <a:pt x="1186616" y="0"/>
                  </a:lnTo>
                  <a:lnTo>
                    <a:pt x="1185760" y="0"/>
                  </a:lnTo>
                  <a:lnTo>
                    <a:pt x="1184905" y="0"/>
                  </a:lnTo>
                  <a:lnTo>
                    <a:pt x="1184049" y="0"/>
                  </a:lnTo>
                  <a:lnTo>
                    <a:pt x="1183194" y="0"/>
                  </a:lnTo>
                  <a:lnTo>
                    <a:pt x="1182338" y="0"/>
                  </a:lnTo>
                  <a:lnTo>
                    <a:pt x="1181483" y="0"/>
                  </a:lnTo>
                  <a:lnTo>
                    <a:pt x="1180627" y="0"/>
                  </a:lnTo>
                  <a:lnTo>
                    <a:pt x="1179772" y="0"/>
                  </a:lnTo>
                  <a:lnTo>
                    <a:pt x="1178916" y="0"/>
                  </a:lnTo>
                  <a:lnTo>
                    <a:pt x="1178060" y="0"/>
                  </a:lnTo>
                  <a:lnTo>
                    <a:pt x="1177205" y="0"/>
                  </a:lnTo>
                  <a:lnTo>
                    <a:pt x="1176349" y="0"/>
                  </a:lnTo>
                  <a:lnTo>
                    <a:pt x="1175494" y="0"/>
                  </a:lnTo>
                  <a:lnTo>
                    <a:pt x="1174638" y="0"/>
                  </a:lnTo>
                  <a:lnTo>
                    <a:pt x="1173783" y="0"/>
                  </a:lnTo>
                  <a:lnTo>
                    <a:pt x="1172927" y="0"/>
                  </a:lnTo>
                  <a:lnTo>
                    <a:pt x="1172072" y="0"/>
                  </a:lnTo>
                  <a:lnTo>
                    <a:pt x="1171216" y="0"/>
                  </a:lnTo>
                  <a:lnTo>
                    <a:pt x="1170361" y="0"/>
                  </a:lnTo>
                  <a:lnTo>
                    <a:pt x="1169505" y="0"/>
                  </a:lnTo>
                  <a:lnTo>
                    <a:pt x="1168650" y="0"/>
                  </a:lnTo>
                  <a:lnTo>
                    <a:pt x="1167794" y="0"/>
                  </a:lnTo>
                  <a:lnTo>
                    <a:pt x="1166939" y="0"/>
                  </a:lnTo>
                  <a:lnTo>
                    <a:pt x="1166083" y="0"/>
                  </a:lnTo>
                  <a:lnTo>
                    <a:pt x="1165228" y="0"/>
                  </a:lnTo>
                  <a:lnTo>
                    <a:pt x="1164372" y="0"/>
                  </a:lnTo>
                  <a:lnTo>
                    <a:pt x="1163516" y="0"/>
                  </a:lnTo>
                  <a:lnTo>
                    <a:pt x="1162661" y="0"/>
                  </a:lnTo>
                  <a:lnTo>
                    <a:pt x="1161805" y="0"/>
                  </a:lnTo>
                  <a:lnTo>
                    <a:pt x="1160950" y="0"/>
                  </a:lnTo>
                  <a:lnTo>
                    <a:pt x="1160094" y="0"/>
                  </a:lnTo>
                  <a:lnTo>
                    <a:pt x="1159239" y="0"/>
                  </a:lnTo>
                  <a:lnTo>
                    <a:pt x="1158383" y="0"/>
                  </a:lnTo>
                  <a:lnTo>
                    <a:pt x="1157528" y="0"/>
                  </a:lnTo>
                  <a:lnTo>
                    <a:pt x="1156672" y="0"/>
                  </a:lnTo>
                  <a:lnTo>
                    <a:pt x="1155817" y="0"/>
                  </a:lnTo>
                  <a:lnTo>
                    <a:pt x="1154961" y="0"/>
                  </a:lnTo>
                  <a:lnTo>
                    <a:pt x="1154106" y="0"/>
                  </a:lnTo>
                  <a:lnTo>
                    <a:pt x="1153250" y="0"/>
                  </a:lnTo>
                  <a:lnTo>
                    <a:pt x="1152395" y="0"/>
                  </a:lnTo>
                  <a:lnTo>
                    <a:pt x="1151539" y="0"/>
                  </a:lnTo>
                  <a:lnTo>
                    <a:pt x="1150684" y="0"/>
                  </a:lnTo>
                  <a:lnTo>
                    <a:pt x="1149828" y="0"/>
                  </a:lnTo>
                  <a:lnTo>
                    <a:pt x="1148973" y="0"/>
                  </a:lnTo>
                  <a:lnTo>
                    <a:pt x="1148117" y="0"/>
                  </a:lnTo>
                  <a:lnTo>
                    <a:pt x="1147261" y="0"/>
                  </a:lnTo>
                  <a:lnTo>
                    <a:pt x="1146406" y="0"/>
                  </a:lnTo>
                  <a:lnTo>
                    <a:pt x="1145550" y="0"/>
                  </a:lnTo>
                  <a:lnTo>
                    <a:pt x="1144695" y="0"/>
                  </a:lnTo>
                  <a:lnTo>
                    <a:pt x="1143839" y="0"/>
                  </a:lnTo>
                  <a:lnTo>
                    <a:pt x="1142984" y="0"/>
                  </a:lnTo>
                  <a:lnTo>
                    <a:pt x="1142128" y="0"/>
                  </a:lnTo>
                  <a:lnTo>
                    <a:pt x="1141273" y="0"/>
                  </a:lnTo>
                  <a:lnTo>
                    <a:pt x="1140417" y="0"/>
                  </a:lnTo>
                  <a:lnTo>
                    <a:pt x="1139562" y="0"/>
                  </a:lnTo>
                  <a:lnTo>
                    <a:pt x="1138706" y="0"/>
                  </a:lnTo>
                  <a:lnTo>
                    <a:pt x="1137851" y="0"/>
                  </a:lnTo>
                  <a:lnTo>
                    <a:pt x="1136995" y="0"/>
                  </a:lnTo>
                  <a:lnTo>
                    <a:pt x="1136140" y="0"/>
                  </a:lnTo>
                  <a:lnTo>
                    <a:pt x="1135284" y="0"/>
                  </a:lnTo>
                  <a:lnTo>
                    <a:pt x="1134429" y="0"/>
                  </a:lnTo>
                  <a:lnTo>
                    <a:pt x="1133573" y="0"/>
                  </a:lnTo>
                  <a:lnTo>
                    <a:pt x="1132718" y="0"/>
                  </a:lnTo>
                  <a:lnTo>
                    <a:pt x="1131862" y="0"/>
                  </a:lnTo>
                  <a:lnTo>
                    <a:pt x="1131006" y="0"/>
                  </a:lnTo>
                  <a:lnTo>
                    <a:pt x="1130151" y="0"/>
                  </a:lnTo>
                  <a:lnTo>
                    <a:pt x="1129295" y="0"/>
                  </a:lnTo>
                  <a:lnTo>
                    <a:pt x="1128440" y="0"/>
                  </a:lnTo>
                  <a:lnTo>
                    <a:pt x="1127584" y="0"/>
                  </a:lnTo>
                  <a:lnTo>
                    <a:pt x="1126729" y="0"/>
                  </a:lnTo>
                  <a:lnTo>
                    <a:pt x="1125873" y="0"/>
                  </a:lnTo>
                  <a:lnTo>
                    <a:pt x="1125018" y="0"/>
                  </a:lnTo>
                  <a:lnTo>
                    <a:pt x="1124162" y="0"/>
                  </a:lnTo>
                  <a:lnTo>
                    <a:pt x="1123307" y="0"/>
                  </a:lnTo>
                  <a:lnTo>
                    <a:pt x="1122451" y="0"/>
                  </a:lnTo>
                  <a:lnTo>
                    <a:pt x="1121596" y="0"/>
                  </a:lnTo>
                  <a:lnTo>
                    <a:pt x="1120740" y="0"/>
                  </a:lnTo>
                  <a:lnTo>
                    <a:pt x="1119885" y="0"/>
                  </a:lnTo>
                  <a:lnTo>
                    <a:pt x="1119029" y="0"/>
                  </a:lnTo>
                  <a:lnTo>
                    <a:pt x="1118174" y="0"/>
                  </a:lnTo>
                  <a:lnTo>
                    <a:pt x="1117318" y="0"/>
                  </a:lnTo>
                  <a:lnTo>
                    <a:pt x="1116462" y="0"/>
                  </a:lnTo>
                  <a:lnTo>
                    <a:pt x="1115607" y="0"/>
                  </a:lnTo>
                  <a:lnTo>
                    <a:pt x="1114751" y="0"/>
                  </a:lnTo>
                  <a:lnTo>
                    <a:pt x="1113896" y="0"/>
                  </a:lnTo>
                  <a:lnTo>
                    <a:pt x="1113040" y="0"/>
                  </a:lnTo>
                  <a:lnTo>
                    <a:pt x="1112185" y="0"/>
                  </a:lnTo>
                  <a:lnTo>
                    <a:pt x="1111329" y="0"/>
                  </a:lnTo>
                  <a:lnTo>
                    <a:pt x="1110474" y="0"/>
                  </a:lnTo>
                  <a:lnTo>
                    <a:pt x="1109618" y="0"/>
                  </a:lnTo>
                  <a:lnTo>
                    <a:pt x="1108763" y="0"/>
                  </a:lnTo>
                  <a:lnTo>
                    <a:pt x="1107907" y="0"/>
                  </a:lnTo>
                  <a:lnTo>
                    <a:pt x="1107052" y="0"/>
                  </a:lnTo>
                  <a:lnTo>
                    <a:pt x="1106196" y="0"/>
                  </a:lnTo>
                  <a:lnTo>
                    <a:pt x="1105341" y="0"/>
                  </a:lnTo>
                  <a:lnTo>
                    <a:pt x="1104485" y="0"/>
                  </a:lnTo>
                  <a:lnTo>
                    <a:pt x="1103630" y="0"/>
                  </a:lnTo>
                  <a:lnTo>
                    <a:pt x="1102774" y="0"/>
                  </a:lnTo>
                  <a:lnTo>
                    <a:pt x="1101919" y="0"/>
                  </a:lnTo>
                  <a:lnTo>
                    <a:pt x="1101063" y="0"/>
                  </a:lnTo>
                  <a:lnTo>
                    <a:pt x="1100207" y="0"/>
                  </a:lnTo>
                  <a:lnTo>
                    <a:pt x="1099352" y="0"/>
                  </a:lnTo>
                  <a:lnTo>
                    <a:pt x="1098496" y="0"/>
                  </a:lnTo>
                  <a:lnTo>
                    <a:pt x="1097641" y="0"/>
                  </a:lnTo>
                  <a:lnTo>
                    <a:pt x="1096785" y="0"/>
                  </a:lnTo>
                  <a:lnTo>
                    <a:pt x="1095930" y="0"/>
                  </a:lnTo>
                  <a:lnTo>
                    <a:pt x="1095074" y="0"/>
                  </a:lnTo>
                  <a:lnTo>
                    <a:pt x="1094219" y="0"/>
                  </a:lnTo>
                  <a:lnTo>
                    <a:pt x="1093363" y="0"/>
                  </a:lnTo>
                  <a:lnTo>
                    <a:pt x="1092508" y="0"/>
                  </a:lnTo>
                  <a:lnTo>
                    <a:pt x="1091652" y="0"/>
                  </a:lnTo>
                  <a:lnTo>
                    <a:pt x="1090797" y="0"/>
                  </a:lnTo>
                  <a:lnTo>
                    <a:pt x="1089941" y="0"/>
                  </a:lnTo>
                  <a:lnTo>
                    <a:pt x="1089086" y="0"/>
                  </a:lnTo>
                  <a:lnTo>
                    <a:pt x="1088230" y="0"/>
                  </a:lnTo>
                  <a:lnTo>
                    <a:pt x="1087375" y="0"/>
                  </a:lnTo>
                  <a:lnTo>
                    <a:pt x="1086519" y="0"/>
                  </a:lnTo>
                  <a:lnTo>
                    <a:pt x="1085664" y="0"/>
                  </a:lnTo>
                  <a:lnTo>
                    <a:pt x="1084808" y="0"/>
                  </a:lnTo>
                  <a:lnTo>
                    <a:pt x="1083952" y="0"/>
                  </a:lnTo>
                  <a:lnTo>
                    <a:pt x="1083097" y="0"/>
                  </a:lnTo>
                  <a:lnTo>
                    <a:pt x="1082241" y="0"/>
                  </a:lnTo>
                  <a:lnTo>
                    <a:pt x="1081386" y="0"/>
                  </a:lnTo>
                  <a:lnTo>
                    <a:pt x="1080530" y="0"/>
                  </a:lnTo>
                  <a:lnTo>
                    <a:pt x="1079675" y="0"/>
                  </a:lnTo>
                  <a:lnTo>
                    <a:pt x="1078819" y="0"/>
                  </a:lnTo>
                  <a:lnTo>
                    <a:pt x="1077964" y="0"/>
                  </a:lnTo>
                  <a:lnTo>
                    <a:pt x="1077108" y="0"/>
                  </a:lnTo>
                  <a:lnTo>
                    <a:pt x="1076253" y="0"/>
                  </a:lnTo>
                  <a:lnTo>
                    <a:pt x="1075397" y="0"/>
                  </a:lnTo>
                  <a:lnTo>
                    <a:pt x="1074542" y="0"/>
                  </a:lnTo>
                  <a:lnTo>
                    <a:pt x="1073686" y="0"/>
                  </a:lnTo>
                  <a:lnTo>
                    <a:pt x="1072831" y="0"/>
                  </a:lnTo>
                  <a:lnTo>
                    <a:pt x="1071975" y="0"/>
                  </a:lnTo>
                  <a:lnTo>
                    <a:pt x="1071120" y="0"/>
                  </a:lnTo>
                  <a:lnTo>
                    <a:pt x="1070264" y="0"/>
                  </a:lnTo>
                  <a:lnTo>
                    <a:pt x="1069409" y="0"/>
                  </a:lnTo>
                  <a:lnTo>
                    <a:pt x="1068553" y="0"/>
                  </a:lnTo>
                  <a:lnTo>
                    <a:pt x="1067697" y="0"/>
                  </a:lnTo>
                  <a:lnTo>
                    <a:pt x="1066842" y="0"/>
                  </a:lnTo>
                  <a:lnTo>
                    <a:pt x="1065986" y="0"/>
                  </a:lnTo>
                  <a:lnTo>
                    <a:pt x="1065131" y="0"/>
                  </a:lnTo>
                  <a:lnTo>
                    <a:pt x="1064275" y="0"/>
                  </a:lnTo>
                  <a:lnTo>
                    <a:pt x="1063420" y="0"/>
                  </a:lnTo>
                  <a:lnTo>
                    <a:pt x="1062564" y="0"/>
                  </a:lnTo>
                  <a:lnTo>
                    <a:pt x="1061709" y="0"/>
                  </a:lnTo>
                  <a:lnTo>
                    <a:pt x="1060853" y="0"/>
                  </a:lnTo>
                  <a:lnTo>
                    <a:pt x="1059998" y="0"/>
                  </a:lnTo>
                  <a:lnTo>
                    <a:pt x="1059142" y="0"/>
                  </a:lnTo>
                  <a:lnTo>
                    <a:pt x="1058287" y="0"/>
                  </a:lnTo>
                  <a:lnTo>
                    <a:pt x="1057431" y="0"/>
                  </a:lnTo>
                  <a:lnTo>
                    <a:pt x="1056576" y="0"/>
                  </a:lnTo>
                  <a:lnTo>
                    <a:pt x="1055720" y="0"/>
                  </a:lnTo>
                  <a:lnTo>
                    <a:pt x="1054865" y="0"/>
                  </a:lnTo>
                  <a:lnTo>
                    <a:pt x="1054009" y="0"/>
                  </a:lnTo>
                  <a:lnTo>
                    <a:pt x="1053153" y="0"/>
                  </a:lnTo>
                  <a:lnTo>
                    <a:pt x="1052298" y="0"/>
                  </a:lnTo>
                  <a:lnTo>
                    <a:pt x="1051442" y="0"/>
                  </a:lnTo>
                  <a:lnTo>
                    <a:pt x="1050587" y="0"/>
                  </a:lnTo>
                  <a:lnTo>
                    <a:pt x="1049731" y="0"/>
                  </a:lnTo>
                  <a:lnTo>
                    <a:pt x="1048876" y="0"/>
                  </a:lnTo>
                  <a:lnTo>
                    <a:pt x="1048020" y="0"/>
                  </a:lnTo>
                  <a:lnTo>
                    <a:pt x="1047165" y="0"/>
                  </a:lnTo>
                  <a:lnTo>
                    <a:pt x="1046309" y="0"/>
                  </a:lnTo>
                  <a:lnTo>
                    <a:pt x="1045454" y="0"/>
                  </a:lnTo>
                  <a:lnTo>
                    <a:pt x="1044598" y="0"/>
                  </a:lnTo>
                  <a:lnTo>
                    <a:pt x="1043743" y="0"/>
                  </a:lnTo>
                  <a:lnTo>
                    <a:pt x="1042887" y="0"/>
                  </a:lnTo>
                  <a:lnTo>
                    <a:pt x="1042032" y="0"/>
                  </a:lnTo>
                  <a:lnTo>
                    <a:pt x="1041176" y="0"/>
                  </a:lnTo>
                  <a:lnTo>
                    <a:pt x="1040321" y="0"/>
                  </a:lnTo>
                  <a:lnTo>
                    <a:pt x="1039465" y="0"/>
                  </a:lnTo>
                  <a:lnTo>
                    <a:pt x="1038610" y="0"/>
                  </a:lnTo>
                  <a:lnTo>
                    <a:pt x="1037754" y="0"/>
                  </a:lnTo>
                  <a:lnTo>
                    <a:pt x="1036898" y="0"/>
                  </a:lnTo>
                  <a:lnTo>
                    <a:pt x="1036043" y="0"/>
                  </a:lnTo>
                  <a:lnTo>
                    <a:pt x="1035187" y="0"/>
                  </a:lnTo>
                  <a:lnTo>
                    <a:pt x="1034332" y="0"/>
                  </a:lnTo>
                  <a:lnTo>
                    <a:pt x="1033476" y="0"/>
                  </a:lnTo>
                  <a:lnTo>
                    <a:pt x="1032621" y="0"/>
                  </a:lnTo>
                  <a:lnTo>
                    <a:pt x="1031765" y="0"/>
                  </a:lnTo>
                  <a:lnTo>
                    <a:pt x="1030910" y="0"/>
                  </a:lnTo>
                  <a:lnTo>
                    <a:pt x="1030054" y="0"/>
                  </a:lnTo>
                  <a:lnTo>
                    <a:pt x="1029199" y="0"/>
                  </a:lnTo>
                  <a:lnTo>
                    <a:pt x="1028343" y="0"/>
                  </a:lnTo>
                  <a:lnTo>
                    <a:pt x="1027488" y="0"/>
                  </a:lnTo>
                  <a:lnTo>
                    <a:pt x="1026632" y="0"/>
                  </a:lnTo>
                  <a:lnTo>
                    <a:pt x="1025777" y="0"/>
                  </a:lnTo>
                  <a:lnTo>
                    <a:pt x="1024921" y="0"/>
                  </a:lnTo>
                  <a:lnTo>
                    <a:pt x="1024066" y="0"/>
                  </a:lnTo>
                  <a:lnTo>
                    <a:pt x="1023210" y="0"/>
                  </a:lnTo>
                  <a:lnTo>
                    <a:pt x="1022355" y="0"/>
                  </a:lnTo>
                  <a:lnTo>
                    <a:pt x="1021499" y="0"/>
                  </a:lnTo>
                  <a:lnTo>
                    <a:pt x="1020643" y="0"/>
                  </a:lnTo>
                  <a:lnTo>
                    <a:pt x="1019788" y="0"/>
                  </a:lnTo>
                  <a:lnTo>
                    <a:pt x="1018932" y="0"/>
                  </a:lnTo>
                  <a:lnTo>
                    <a:pt x="1018077" y="0"/>
                  </a:lnTo>
                  <a:lnTo>
                    <a:pt x="1017221" y="0"/>
                  </a:lnTo>
                  <a:lnTo>
                    <a:pt x="1016366" y="0"/>
                  </a:lnTo>
                  <a:lnTo>
                    <a:pt x="1015510" y="0"/>
                  </a:lnTo>
                  <a:lnTo>
                    <a:pt x="1014655" y="0"/>
                  </a:lnTo>
                  <a:lnTo>
                    <a:pt x="1013799" y="0"/>
                  </a:lnTo>
                  <a:lnTo>
                    <a:pt x="1012944" y="0"/>
                  </a:lnTo>
                  <a:lnTo>
                    <a:pt x="1012088" y="0"/>
                  </a:lnTo>
                  <a:lnTo>
                    <a:pt x="1011233" y="0"/>
                  </a:lnTo>
                  <a:lnTo>
                    <a:pt x="1010377" y="0"/>
                  </a:lnTo>
                  <a:lnTo>
                    <a:pt x="1009522" y="0"/>
                  </a:lnTo>
                  <a:lnTo>
                    <a:pt x="1008666" y="0"/>
                  </a:lnTo>
                  <a:lnTo>
                    <a:pt x="1007811" y="0"/>
                  </a:lnTo>
                  <a:lnTo>
                    <a:pt x="1006955" y="0"/>
                  </a:lnTo>
                  <a:lnTo>
                    <a:pt x="1006099" y="0"/>
                  </a:lnTo>
                  <a:lnTo>
                    <a:pt x="1005244" y="0"/>
                  </a:lnTo>
                  <a:lnTo>
                    <a:pt x="1004388" y="0"/>
                  </a:lnTo>
                  <a:lnTo>
                    <a:pt x="1003533" y="0"/>
                  </a:lnTo>
                  <a:lnTo>
                    <a:pt x="1002677" y="0"/>
                  </a:lnTo>
                  <a:lnTo>
                    <a:pt x="1001822" y="0"/>
                  </a:lnTo>
                  <a:lnTo>
                    <a:pt x="1000966" y="0"/>
                  </a:lnTo>
                  <a:lnTo>
                    <a:pt x="1000111" y="0"/>
                  </a:lnTo>
                  <a:lnTo>
                    <a:pt x="999255" y="0"/>
                  </a:lnTo>
                  <a:lnTo>
                    <a:pt x="998400" y="0"/>
                  </a:lnTo>
                  <a:lnTo>
                    <a:pt x="997544" y="0"/>
                  </a:lnTo>
                  <a:lnTo>
                    <a:pt x="996689" y="0"/>
                  </a:lnTo>
                  <a:lnTo>
                    <a:pt x="995833" y="0"/>
                  </a:lnTo>
                  <a:lnTo>
                    <a:pt x="994978" y="0"/>
                  </a:lnTo>
                  <a:lnTo>
                    <a:pt x="994122" y="0"/>
                  </a:lnTo>
                  <a:lnTo>
                    <a:pt x="993267" y="0"/>
                  </a:lnTo>
                  <a:lnTo>
                    <a:pt x="992411" y="0"/>
                  </a:lnTo>
                  <a:lnTo>
                    <a:pt x="991556" y="0"/>
                  </a:lnTo>
                  <a:lnTo>
                    <a:pt x="990700" y="0"/>
                  </a:lnTo>
                  <a:lnTo>
                    <a:pt x="989844" y="0"/>
                  </a:lnTo>
                  <a:lnTo>
                    <a:pt x="988989" y="0"/>
                  </a:lnTo>
                  <a:lnTo>
                    <a:pt x="988133" y="0"/>
                  </a:lnTo>
                  <a:lnTo>
                    <a:pt x="987278" y="0"/>
                  </a:lnTo>
                  <a:lnTo>
                    <a:pt x="986422" y="0"/>
                  </a:lnTo>
                  <a:lnTo>
                    <a:pt x="985567" y="0"/>
                  </a:lnTo>
                  <a:lnTo>
                    <a:pt x="984711" y="0"/>
                  </a:lnTo>
                  <a:lnTo>
                    <a:pt x="983856" y="0"/>
                  </a:lnTo>
                  <a:lnTo>
                    <a:pt x="983000" y="0"/>
                  </a:lnTo>
                  <a:lnTo>
                    <a:pt x="982145" y="0"/>
                  </a:lnTo>
                  <a:lnTo>
                    <a:pt x="981289" y="0"/>
                  </a:lnTo>
                  <a:lnTo>
                    <a:pt x="980434" y="0"/>
                  </a:lnTo>
                  <a:lnTo>
                    <a:pt x="979578" y="0"/>
                  </a:lnTo>
                  <a:lnTo>
                    <a:pt x="978723" y="0"/>
                  </a:lnTo>
                  <a:lnTo>
                    <a:pt x="977867" y="0"/>
                  </a:lnTo>
                  <a:lnTo>
                    <a:pt x="977012" y="0"/>
                  </a:lnTo>
                  <a:lnTo>
                    <a:pt x="976156" y="0"/>
                  </a:lnTo>
                  <a:lnTo>
                    <a:pt x="975301" y="0"/>
                  </a:lnTo>
                  <a:lnTo>
                    <a:pt x="974445" y="0"/>
                  </a:lnTo>
                  <a:lnTo>
                    <a:pt x="973589" y="0"/>
                  </a:lnTo>
                  <a:lnTo>
                    <a:pt x="972734" y="0"/>
                  </a:lnTo>
                  <a:lnTo>
                    <a:pt x="971878" y="0"/>
                  </a:lnTo>
                  <a:lnTo>
                    <a:pt x="971023" y="0"/>
                  </a:lnTo>
                  <a:lnTo>
                    <a:pt x="970167" y="0"/>
                  </a:lnTo>
                  <a:lnTo>
                    <a:pt x="969312" y="0"/>
                  </a:lnTo>
                  <a:lnTo>
                    <a:pt x="968456" y="0"/>
                  </a:lnTo>
                  <a:lnTo>
                    <a:pt x="967601" y="0"/>
                  </a:lnTo>
                  <a:lnTo>
                    <a:pt x="966745" y="0"/>
                  </a:lnTo>
                  <a:lnTo>
                    <a:pt x="965890" y="0"/>
                  </a:lnTo>
                  <a:lnTo>
                    <a:pt x="965034" y="0"/>
                  </a:lnTo>
                  <a:lnTo>
                    <a:pt x="964179" y="0"/>
                  </a:lnTo>
                  <a:lnTo>
                    <a:pt x="963323" y="0"/>
                  </a:lnTo>
                  <a:lnTo>
                    <a:pt x="962468" y="0"/>
                  </a:lnTo>
                  <a:lnTo>
                    <a:pt x="961612" y="0"/>
                  </a:lnTo>
                  <a:lnTo>
                    <a:pt x="960757" y="0"/>
                  </a:lnTo>
                  <a:lnTo>
                    <a:pt x="959901" y="0"/>
                  </a:lnTo>
                  <a:lnTo>
                    <a:pt x="959045" y="0"/>
                  </a:lnTo>
                  <a:lnTo>
                    <a:pt x="958190" y="0"/>
                  </a:lnTo>
                  <a:lnTo>
                    <a:pt x="957334" y="0"/>
                  </a:lnTo>
                  <a:lnTo>
                    <a:pt x="956479" y="0"/>
                  </a:lnTo>
                  <a:lnTo>
                    <a:pt x="955623" y="0"/>
                  </a:lnTo>
                  <a:lnTo>
                    <a:pt x="954768" y="0"/>
                  </a:lnTo>
                  <a:lnTo>
                    <a:pt x="953912" y="0"/>
                  </a:lnTo>
                  <a:lnTo>
                    <a:pt x="953057" y="0"/>
                  </a:lnTo>
                  <a:lnTo>
                    <a:pt x="952201" y="0"/>
                  </a:lnTo>
                  <a:lnTo>
                    <a:pt x="951346" y="0"/>
                  </a:lnTo>
                  <a:lnTo>
                    <a:pt x="950490" y="0"/>
                  </a:lnTo>
                  <a:lnTo>
                    <a:pt x="949635" y="0"/>
                  </a:lnTo>
                  <a:lnTo>
                    <a:pt x="948779" y="0"/>
                  </a:lnTo>
                  <a:lnTo>
                    <a:pt x="947924" y="0"/>
                  </a:lnTo>
                  <a:lnTo>
                    <a:pt x="947068" y="0"/>
                  </a:lnTo>
                  <a:lnTo>
                    <a:pt x="946213" y="0"/>
                  </a:lnTo>
                  <a:lnTo>
                    <a:pt x="945357" y="0"/>
                  </a:lnTo>
                  <a:lnTo>
                    <a:pt x="944502" y="0"/>
                  </a:lnTo>
                  <a:lnTo>
                    <a:pt x="943646" y="0"/>
                  </a:lnTo>
                  <a:lnTo>
                    <a:pt x="942790" y="0"/>
                  </a:lnTo>
                  <a:lnTo>
                    <a:pt x="941935" y="0"/>
                  </a:lnTo>
                  <a:lnTo>
                    <a:pt x="941079" y="0"/>
                  </a:lnTo>
                  <a:lnTo>
                    <a:pt x="940224" y="0"/>
                  </a:lnTo>
                  <a:lnTo>
                    <a:pt x="939368" y="0"/>
                  </a:lnTo>
                  <a:lnTo>
                    <a:pt x="938513" y="0"/>
                  </a:lnTo>
                  <a:lnTo>
                    <a:pt x="937657" y="0"/>
                  </a:lnTo>
                  <a:lnTo>
                    <a:pt x="936802" y="0"/>
                  </a:lnTo>
                  <a:lnTo>
                    <a:pt x="935946" y="0"/>
                  </a:lnTo>
                  <a:lnTo>
                    <a:pt x="935091" y="0"/>
                  </a:lnTo>
                  <a:lnTo>
                    <a:pt x="934235" y="0"/>
                  </a:lnTo>
                  <a:lnTo>
                    <a:pt x="933380" y="0"/>
                  </a:lnTo>
                  <a:lnTo>
                    <a:pt x="932524" y="0"/>
                  </a:lnTo>
                  <a:lnTo>
                    <a:pt x="931669" y="0"/>
                  </a:lnTo>
                  <a:lnTo>
                    <a:pt x="930813" y="0"/>
                  </a:lnTo>
                  <a:lnTo>
                    <a:pt x="929958" y="0"/>
                  </a:lnTo>
                  <a:lnTo>
                    <a:pt x="929102" y="0"/>
                  </a:lnTo>
                  <a:lnTo>
                    <a:pt x="928247" y="0"/>
                  </a:lnTo>
                  <a:lnTo>
                    <a:pt x="927391" y="0"/>
                  </a:lnTo>
                  <a:lnTo>
                    <a:pt x="926535" y="0"/>
                  </a:lnTo>
                  <a:lnTo>
                    <a:pt x="925680" y="0"/>
                  </a:lnTo>
                  <a:lnTo>
                    <a:pt x="924824" y="0"/>
                  </a:lnTo>
                  <a:lnTo>
                    <a:pt x="923969" y="0"/>
                  </a:lnTo>
                  <a:lnTo>
                    <a:pt x="923113" y="0"/>
                  </a:lnTo>
                  <a:lnTo>
                    <a:pt x="922258" y="0"/>
                  </a:lnTo>
                  <a:lnTo>
                    <a:pt x="921402" y="0"/>
                  </a:lnTo>
                  <a:lnTo>
                    <a:pt x="920547" y="0"/>
                  </a:lnTo>
                  <a:lnTo>
                    <a:pt x="919691" y="0"/>
                  </a:lnTo>
                  <a:lnTo>
                    <a:pt x="918836" y="0"/>
                  </a:lnTo>
                  <a:lnTo>
                    <a:pt x="917980" y="0"/>
                  </a:lnTo>
                  <a:lnTo>
                    <a:pt x="917125" y="0"/>
                  </a:lnTo>
                  <a:lnTo>
                    <a:pt x="916269" y="0"/>
                  </a:lnTo>
                  <a:lnTo>
                    <a:pt x="915414" y="0"/>
                  </a:lnTo>
                  <a:lnTo>
                    <a:pt x="914558" y="0"/>
                  </a:lnTo>
                  <a:lnTo>
                    <a:pt x="913703" y="0"/>
                  </a:lnTo>
                  <a:lnTo>
                    <a:pt x="912847" y="0"/>
                  </a:lnTo>
                  <a:lnTo>
                    <a:pt x="911991" y="0"/>
                  </a:lnTo>
                  <a:lnTo>
                    <a:pt x="911136" y="0"/>
                  </a:lnTo>
                  <a:lnTo>
                    <a:pt x="910280" y="0"/>
                  </a:lnTo>
                  <a:lnTo>
                    <a:pt x="909425" y="0"/>
                  </a:lnTo>
                  <a:lnTo>
                    <a:pt x="908569" y="0"/>
                  </a:lnTo>
                  <a:lnTo>
                    <a:pt x="907714" y="0"/>
                  </a:lnTo>
                  <a:lnTo>
                    <a:pt x="906858" y="0"/>
                  </a:lnTo>
                  <a:lnTo>
                    <a:pt x="906003" y="0"/>
                  </a:lnTo>
                  <a:lnTo>
                    <a:pt x="905147" y="0"/>
                  </a:lnTo>
                  <a:lnTo>
                    <a:pt x="904292" y="0"/>
                  </a:lnTo>
                  <a:lnTo>
                    <a:pt x="903436" y="0"/>
                  </a:lnTo>
                  <a:lnTo>
                    <a:pt x="902581" y="0"/>
                  </a:lnTo>
                  <a:lnTo>
                    <a:pt x="901725" y="0"/>
                  </a:lnTo>
                  <a:lnTo>
                    <a:pt x="900870" y="0"/>
                  </a:lnTo>
                  <a:lnTo>
                    <a:pt x="900014" y="0"/>
                  </a:lnTo>
                  <a:lnTo>
                    <a:pt x="899159" y="0"/>
                  </a:lnTo>
                  <a:lnTo>
                    <a:pt x="898303" y="0"/>
                  </a:lnTo>
                  <a:lnTo>
                    <a:pt x="897448" y="0"/>
                  </a:lnTo>
                  <a:lnTo>
                    <a:pt x="896592" y="0"/>
                  </a:lnTo>
                  <a:lnTo>
                    <a:pt x="895736" y="0"/>
                  </a:lnTo>
                  <a:lnTo>
                    <a:pt x="894881" y="0"/>
                  </a:lnTo>
                  <a:lnTo>
                    <a:pt x="894025" y="0"/>
                  </a:lnTo>
                  <a:lnTo>
                    <a:pt x="893170" y="0"/>
                  </a:lnTo>
                  <a:lnTo>
                    <a:pt x="892314" y="0"/>
                  </a:lnTo>
                  <a:lnTo>
                    <a:pt x="891459" y="0"/>
                  </a:lnTo>
                  <a:lnTo>
                    <a:pt x="890603" y="0"/>
                  </a:lnTo>
                  <a:lnTo>
                    <a:pt x="889748" y="0"/>
                  </a:lnTo>
                  <a:lnTo>
                    <a:pt x="888892" y="0"/>
                  </a:lnTo>
                  <a:lnTo>
                    <a:pt x="888037" y="0"/>
                  </a:lnTo>
                  <a:lnTo>
                    <a:pt x="887181" y="0"/>
                  </a:lnTo>
                  <a:lnTo>
                    <a:pt x="886326" y="0"/>
                  </a:lnTo>
                  <a:lnTo>
                    <a:pt x="885470" y="0"/>
                  </a:lnTo>
                  <a:lnTo>
                    <a:pt x="884615" y="0"/>
                  </a:lnTo>
                  <a:lnTo>
                    <a:pt x="883759" y="0"/>
                  </a:lnTo>
                  <a:lnTo>
                    <a:pt x="882904" y="0"/>
                  </a:lnTo>
                  <a:lnTo>
                    <a:pt x="882048" y="0"/>
                  </a:lnTo>
                  <a:lnTo>
                    <a:pt x="881193" y="0"/>
                  </a:lnTo>
                  <a:lnTo>
                    <a:pt x="880337" y="0"/>
                  </a:lnTo>
                  <a:lnTo>
                    <a:pt x="879481" y="0"/>
                  </a:lnTo>
                  <a:lnTo>
                    <a:pt x="878626" y="0"/>
                  </a:lnTo>
                  <a:lnTo>
                    <a:pt x="877770" y="0"/>
                  </a:lnTo>
                  <a:lnTo>
                    <a:pt x="876915" y="0"/>
                  </a:lnTo>
                  <a:lnTo>
                    <a:pt x="876059" y="0"/>
                  </a:lnTo>
                  <a:lnTo>
                    <a:pt x="875204" y="0"/>
                  </a:lnTo>
                  <a:lnTo>
                    <a:pt x="874348" y="0"/>
                  </a:lnTo>
                  <a:lnTo>
                    <a:pt x="873493" y="0"/>
                  </a:lnTo>
                  <a:lnTo>
                    <a:pt x="872637" y="0"/>
                  </a:lnTo>
                  <a:lnTo>
                    <a:pt x="871782" y="0"/>
                  </a:lnTo>
                  <a:lnTo>
                    <a:pt x="870926" y="0"/>
                  </a:lnTo>
                  <a:lnTo>
                    <a:pt x="870071" y="0"/>
                  </a:lnTo>
                  <a:lnTo>
                    <a:pt x="869215" y="0"/>
                  </a:lnTo>
                  <a:lnTo>
                    <a:pt x="868360" y="0"/>
                  </a:lnTo>
                  <a:lnTo>
                    <a:pt x="867504" y="0"/>
                  </a:lnTo>
                  <a:lnTo>
                    <a:pt x="866649" y="0"/>
                  </a:lnTo>
                  <a:lnTo>
                    <a:pt x="865793" y="0"/>
                  </a:lnTo>
                  <a:lnTo>
                    <a:pt x="864938" y="0"/>
                  </a:lnTo>
                  <a:lnTo>
                    <a:pt x="864082" y="0"/>
                  </a:lnTo>
                  <a:lnTo>
                    <a:pt x="863226" y="0"/>
                  </a:lnTo>
                  <a:lnTo>
                    <a:pt x="862371" y="0"/>
                  </a:lnTo>
                  <a:lnTo>
                    <a:pt x="861515" y="0"/>
                  </a:lnTo>
                  <a:lnTo>
                    <a:pt x="860660" y="0"/>
                  </a:lnTo>
                  <a:lnTo>
                    <a:pt x="859804" y="0"/>
                  </a:lnTo>
                  <a:lnTo>
                    <a:pt x="858949" y="0"/>
                  </a:lnTo>
                  <a:lnTo>
                    <a:pt x="858093" y="0"/>
                  </a:lnTo>
                  <a:lnTo>
                    <a:pt x="857238" y="0"/>
                  </a:lnTo>
                  <a:lnTo>
                    <a:pt x="856382" y="0"/>
                  </a:lnTo>
                  <a:lnTo>
                    <a:pt x="855527" y="0"/>
                  </a:lnTo>
                  <a:lnTo>
                    <a:pt x="854671" y="0"/>
                  </a:lnTo>
                  <a:lnTo>
                    <a:pt x="853816" y="0"/>
                  </a:lnTo>
                  <a:lnTo>
                    <a:pt x="852960" y="0"/>
                  </a:lnTo>
                  <a:lnTo>
                    <a:pt x="852105" y="0"/>
                  </a:lnTo>
                  <a:lnTo>
                    <a:pt x="851249" y="0"/>
                  </a:lnTo>
                  <a:lnTo>
                    <a:pt x="850394" y="0"/>
                  </a:lnTo>
                  <a:lnTo>
                    <a:pt x="849538" y="0"/>
                  </a:lnTo>
                  <a:lnTo>
                    <a:pt x="848682" y="0"/>
                  </a:lnTo>
                  <a:lnTo>
                    <a:pt x="847827" y="0"/>
                  </a:lnTo>
                  <a:lnTo>
                    <a:pt x="846971" y="0"/>
                  </a:lnTo>
                  <a:lnTo>
                    <a:pt x="846116" y="0"/>
                  </a:lnTo>
                  <a:lnTo>
                    <a:pt x="845260" y="0"/>
                  </a:lnTo>
                  <a:lnTo>
                    <a:pt x="844405" y="0"/>
                  </a:lnTo>
                  <a:lnTo>
                    <a:pt x="843549" y="0"/>
                  </a:lnTo>
                  <a:lnTo>
                    <a:pt x="842694" y="0"/>
                  </a:lnTo>
                  <a:lnTo>
                    <a:pt x="841838" y="0"/>
                  </a:lnTo>
                  <a:lnTo>
                    <a:pt x="840983" y="0"/>
                  </a:lnTo>
                  <a:lnTo>
                    <a:pt x="840127" y="0"/>
                  </a:lnTo>
                  <a:lnTo>
                    <a:pt x="839272" y="0"/>
                  </a:lnTo>
                  <a:lnTo>
                    <a:pt x="838416" y="0"/>
                  </a:lnTo>
                  <a:lnTo>
                    <a:pt x="837561" y="0"/>
                  </a:lnTo>
                  <a:lnTo>
                    <a:pt x="836705" y="0"/>
                  </a:lnTo>
                  <a:lnTo>
                    <a:pt x="835850" y="0"/>
                  </a:lnTo>
                  <a:lnTo>
                    <a:pt x="834994" y="0"/>
                  </a:lnTo>
                  <a:lnTo>
                    <a:pt x="834139" y="0"/>
                  </a:lnTo>
                  <a:lnTo>
                    <a:pt x="833283" y="0"/>
                  </a:lnTo>
                  <a:lnTo>
                    <a:pt x="832427" y="0"/>
                  </a:lnTo>
                  <a:lnTo>
                    <a:pt x="831572" y="0"/>
                  </a:lnTo>
                  <a:lnTo>
                    <a:pt x="830716" y="0"/>
                  </a:lnTo>
                  <a:lnTo>
                    <a:pt x="829861" y="0"/>
                  </a:lnTo>
                  <a:lnTo>
                    <a:pt x="829005" y="0"/>
                  </a:lnTo>
                  <a:lnTo>
                    <a:pt x="828150" y="0"/>
                  </a:lnTo>
                  <a:lnTo>
                    <a:pt x="827294" y="0"/>
                  </a:lnTo>
                  <a:lnTo>
                    <a:pt x="826439" y="0"/>
                  </a:lnTo>
                  <a:lnTo>
                    <a:pt x="825583" y="0"/>
                  </a:lnTo>
                  <a:lnTo>
                    <a:pt x="824728" y="0"/>
                  </a:lnTo>
                  <a:lnTo>
                    <a:pt x="823872" y="0"/>
                  </a:lnTo>
                  <a:lnTo>
                    <a:pt x="823017" y="0"/>
                  </a:lnTo>
                  <a:lnTo>
                    <a:pt x="822161" y="0"/>
                  </a:lnTo>
                  <a:lnTo>
                    <a:pt x="821306" y="0"/>
                  </a:lnTo>
                  <a:lnTo>
                    <a:pt x="820450" y="0"/>
                  </a:lnTo>
                  <a:lnTo>
                    <a:pt x="819595" y="0"/>
                  </a:lnTo>
                  <a:lnTo>
                    <a:pt x="818739" y="0"/>
                  </a:lnTo>
                  <a:lnTo>
                    <a:pt x="817884" y="0"/>
                  </a:lnTo>
                  <a:lnTo>
                    <a:pt x="817028" y="0"/>
                  </a:lnTo>
                  <a:lnTo>
                    <a:pt x="816172" y="0"/>
                  </a:lnTo>
                  <a:lnTo>
                    <a:pt x="815317" y="0"/>
                  </a:lnTo>
                  <a:lnTo>
                    <a:pt x="814461" y="0"/>
                  </a:lnTo>
                  <a:lnTo>
                    <a:pt x="813606" y="0"/>
                  </a:lnTo>
                  <a:lnTo>
                    <a:pt x="812750" y="0"/>
                  </a:lnTo>
                  <a:lnTo>
                    <a:pt x="811895" y="0"/>
                  </a:lnTo>
                  <a:lnTo>
                    <a:pt x="811039" y="0"/>
                  </a:lnTo>
                  <a:lnTo>
                    <a:pt x="810184" y="0"/>
                  </a:lnTo>
                  <a:lnTo>
                    <a:pt x="809328" y="0"/>
                  </a:lnTo>
                  <a:lnTo>
                    <a:pt x="808473" y="0"/>
                  </a:lnTo>
                  <a:lnTo>
                    <a:pt x="807617" y="0"/>
                  </a:lnTo>
                  <a:lnTo>
                    <a:pt x="806762" y="0"/>
                  </a:lnTo>
                  <a:lnTo>
                    <a:pt x="805906" y="0"/>
                  </a:lnTo>
                  <a:lnTo>
                    <a:pt x="805051" y="0"/>
                  </a:lnTo>
                  <a:lnTo>
                    <a:pt x="804195" y="0"/>
                  </a:lnTo>
                  <a:lnTo>
                    <a:pt x="803340" y="0"/>
                  </a:lnTo>
                  <a:lnTo>
                    <a:pt x="802484" y="0"/>
                  </a:lnTo>
                  <a:lnTo>
                    <a:pt x="801628" y="0"/>
                  </a:lnTo>
                  <a:lnTo>
                    <a:pt x="800773" y="0"/>
                  </a:lnTo>
                  <a:lnTo>
                    <a:pt x="799917" y="0"/>
                  </a:lnTo>
                  <a:lnTo>
                    <a:pt x="799062" y="0"/>
                  </a:lnTo>
                  <a:lnTo>
                    <a:pt x="798206" y="0"/>
                  </a:lnTo>
                  <a:lnTo>
                    <a:pt x="797351" y="0"/>
                  </a:lnTo>
                  <a:lnTo>
                    <a:pt x="796495" y="0"/>
                  </a:lnTo>
                  <a:lnTo>
                    <a:pt x="795640" y="0"/>
                  </a:lnTo>
                  <a:lnTo>
                    <a:pt x="794784" y="0"/>
                  </a:lnTo>
                  <a:lnTo>
                    <a:pt x="793929" y="0"/>
                  </a:lnTo>
                  <a:lnTo>
                    <a:pt x="793073" y="0"/>
                  </a:lnTo>
                  <a:lnTo>
                    <a:pt x="792218" y="0"/>
                  </a:lnTo>
                  <a:lnTo>
                    <a:pt x="791362" y="0"/>
                  </a:lnTo>
                  <a:lnTo>
                    <a:pt x="790507" y="0"/>
                  </a:lnTo>
                  <a:lnTo>
                    <a:pt x="789651" y="0"/>
                  </a:lnTo>
                  <a:lnTo>
                    <a:pt x="788796" y="0"/>
                  </a:lnTo>
                  <a:lnTo>
                    <a:pt x="787940" y="0"/>
                  </a:lnTo>
                  <a:lnTo>
                    <a:pt x="787085" y="0"/>
                  </a:lnTo>
                  <a:lnTo>
                    <a:pt x="786229" y="0"/>
                  </a:lnTo>
                  <a:lnTo>
                    <a:pt x="785373" y="0"/>
                  </a:lnTo>
                  <a:lnTo>
                    <a:pt x="784518" y="0"/>
                  </a:lnTo>
                  <a:lnTo>
                    <a:pt x="783662" y="0"/>
                  </a:lnTo>
                  <a:lnTo>
                    <a:pt x="782807" y="0"/>
                  </a:lnTo>
                  <a:lnTo>
                    <a:pt x="781951" y="0"/>
                  </a:lnTo>
                  <a:lnTo>
                    <a:pt x="781096" y="0"/>
                  </a:lnTo>
                  <a:lnTo>
                    <a:pt x="780240" y="0"/>
                  </a:lnTo>
                  <a:lnTo>
                    <a:pt x="779385" y="0"/>
                  </a:lnTo>
                  <a:lnTo>
                    <a:pt x="778529" y="0"/>
                  </a:lnTo>
                  <a:lnTo>
                    <a:pt x="777674" y="0"/>
                  </a:lnTo>
                  <a:lnTo>
                    <a:pt x="776818" y="0"/>
                  </a:lnTo>
                  <a:lnTo>
                    <a:pt x="775963" y="0"/>
                  </a:lnTo>
                  <a:lnTo>
                    <a:pt x="775107" y="0"/>
                  </a:lnTo>
                  <a:lnTo>
                    <a:pt x="774252" y="0"/>
                  </a:lnTo>
                  <a:lnTo>
                    <a:pt x="773396" y="0"/>
                  </a:lnTo>
                  <a:lnTo>
                    <a:pt x="772541" y="0"/>
                  </a:lnTo>
                  <a:lnTo>
                    <a:pt x="771685" y="0"/>
                  </a:lnTo>
                  <a:lnTo>
                    <a:pt x="770830" y="0"/>
                  </a:lnTo>
                  <a:lnTo>
                    <a:pt x="769974" y="0"/>
                  </a:lnTo>
                  <a:lnTo>
                    <a:pt x="769118" y="0"/>
                  </a:lnTo>
                  <a:lnTo>
                    <a:pt x="768263" y="0"/>
                  </a:lnTo>
                  <a:lnTo>
                    <a:pt x="767407" y="0"/>
                  </a:lnTo>
                  <a:lnTo>
                    <a:pt x="766552" y="0"/>
                  </a:lnTo>
                  <a:lnTo>
                    <a:pt x="765696" y="0"/>
                  </a:lnTo>
                  <a:lnTo>
                    <a:pt x="764841" y="0"/>
                  </a:lnTo>
                  <a:lnTo>
                    <a:pt x="763985" y="0"/>
                  </a:lnTo>
                  <a:lnTo>
                    <a:pt x="763130" y="0"/>
                  </a:lnTo>
                  <a:lnTo>
                    <a:pt x="762274" y="0"/>
                  </a:lnTo>
                  <a:lnTo>
                    <a:pt x="761419" y="0"/>
                  </a:lnTo>
                  <a:lnTo>
                    <a:pt x="760563" y="0"/>
                  </a:lnTo>
                  <a:lnTo>
                    <a:pt x="759708" y="0"/>
                  </a:lnTo>
                  <a:lnTo>
                    <a:pt x="758852" y="0"/>
                  </a:lnTo>
                  <a:lnTo>
                    <a:pt x="757997" y="0"/>
                  </a:lnTo>
                  <a:lnTo>
                    <a:pt x="757141" y="0"/>
                  </a:lnTo>
                  <a:lnTo>
                    <a:pt x="756286" y="0"/>
                  </a:lnTo>
                  <a:lnTo>
                    <a:pt x="755430" y="0"/>
                  </a:lnTo>
                  <a:lnTo>
                    <a:pt x="754574" y="0"/>
                  </a:lnTo>
                  <a:lnTo>
                    <a:pt x="753719" y="0"/>
                  </a:lnTo>
                  <a:lnTo>
                    <a:pt x="752863" y="0"/>
                  </a:lnTo>
                  <a:lnTo>
                    <a:pt x="752008" y="0"/>
                  </a:lnTo>
                  <a:lnTo>
                    <a:pt x="751152" y="0"/>
                  </a:lnTo>
                  <a:lnTo>
                    <a:pt x="750297" y="0"/>
                  </a:lnTo>
                  <a:lnTo>
                    <a:pt x="749441" y="0"/>
                  </a:lnTo>
                  <a:lnTo>
                    <a:pt x="748586" y="0"/>
                  </a:lnTo>
                  <a:lnTo>
                    <a:pt x="747730" y="0"/>
                  </a:lnTo>
                  <a:lnTo>
                    <a:pt x="746875" y="0"/>
                  </a:lnTo>
                  <a:lnTo>
                    <a:pt x="746019" y="0"/>
                  </a:lnTo>
                  <a:lnTo>
                    <a:pt x="745164" y="0"/>
                  </a:lnTo>
                  <a:lnTo>
                    <a:pt x="744308" y="0"/>
                  </a:lnTo>
                  <a:lnTo>
                    <a:pt x="743453" y="0"/>
                  </a:lnTo>
                  <a:lnTo>
                    <a:pt x="742597" y="0"/>
                  </a:lnTo>
                  <a:lnTo>
                    <a:pt x="741742" y="0"/>
                  </a:lnTo>
                  <a:lnTo>
                    <a:pt x="740886" y="0"/>
                  </a:lnTo>
                  <a:lnTo>
                    <a:pt x="740031" y="0"/>
                  </a:lnTo>
                  <a:lnTo>
                    <a:pt x="739175" y="0"/>
                  </a:lnTo>
                  <a:lnTo>
                    <a:pt x="738319" y="0"/>
                  </a:lnTo>
                  <a:lnTo>
                    <a:pt x="737464" y="0"/>
                  </a:lnTo>
                  <a:lnTo>
                    <a:pt x="736608" y="0"/>
                  </a:lnTo>
                  <a:lnTo>
                    <a:pt x="735753" y="0"/>
                  </a:lnTo>
                  <a:lnTo>
                    <a:pt x="734897" y="0"/>
                  </a:lnTo>
                  <a:lnTo>
                    <a:pt x="734042" y="0"/>
                  </a:lnTo>
                  <a:lnTo>
                    <a:pt x="733186" y="0"/>
                  </a:lnTo>
                  <a:lnTo>
                    <a:pt x="732331" y="0"/>
                  </a:lnTo>
                  <a:lnTo>
                    <a:pt x="731475" y="0"/>
                  </a:lnTo>
                  <a:lnTo>
                    <a:pt x="730620" y="0"/>
                  </a:lnTo>
                  <a:lnTo>
                    <a:pt x="729764" y="0"/>
                  </a:lnTo>
                  <a:lnTo>
                    <a:pt x="728909" y="0"/>
                  </a:lnTo>
                  <a:lnTo>
                    <a:pt x="728053" y="0"/>
                  </a:lnTo>
                  <a:lnTo>
                    <a:pt x="727198" y="0"/>
                  </a:lnTo>
                  <a:lnTo>
                    <a:pt x="726342" y="0"/>
                  </a:lnTo>
                  <a:lnTo>
                    <a:pt x="725487" y="0"/>
                  </a:lnTo>
                  <a:lnTo>
                    <a:pt x="724631" y="0"/>
                  </a:lnTo>
                  <a:lnTo>
                    <a:pt x="723776" y="0"/>
                  </a:lnTo>
                  <a:lnTo>
                    <a:pt x="722920" y="0"/>
                  </a:lnTo>
                  <a:lnTo>
                    <a:pt x="722064" y="0"/>
                  </a:lnTo>
                  <a:lnTo>
                    <a:pt x="721209" y="0"/>
                  </a:lnTo>
                  <a:lnTo>
                    <a:pt x="720353" y="0"/>
                  </a:lnTo>
                  <a:lnTo>
                    <a:pt x="719498" y="0"/>
                  </a:lnTo>
                  <a:lnTo>
                    <a:pt x="718642" y="0"/>
                  </a:lnTo>
                  <a:lnTo>
                    <a:pt x="717787" y="0"/>
                  </a:lnTo>
                  <a:lnTo>
                    <a:pt x="716931" y="0"/>
                  </a:lnTo>
                  <a:lnTo>
                    <a:pt x="716076" y="0"/>
                  </a:lnTo>
                  <a:lnTo>
                    <a:pt x="715220" y="0"/>
                  </a:lnTo>
                  <a:lnTo>
                    <a:pt x="714365" y="0"/>
                  </a:lnTo>
                  <a:lnTo>
                    <a:pt x="713509" y="0"/>
                  </a:lnTo>
                  <a:lnTo>
                    <a:pt x="712654" y="0"/>
                  </a:lnTo>
                  <a:lnTo>
                    <a:pt x="711798" y="0"/>
                  </a:lnTo>
                  <a:lnTo>
                    <a:pt x="710943" y="0"/>
                  </a:lnTo>
                  <a:lnTo>
                    <a:pt x="710087" y="0"/>
                  </a:lnTo>
                  <a:lnTo>
                    <a:pt x="709232" y="0"/>
                  </a:lnTo>
                  <a:lnTo>
                    <a:pt x="708376" y="0"/>
                  </a:lnTo>
                  <a:lnTo>
                    <a:pt x="707520" y="0"/>
                  </a:lnTo>
                  <a:lnTo>
                    <a:pt x="706665" y="0"/>
                  </a:lnTo>
                  <a:lnTo>
                    <a:pt x="705809" y="0"/>
                  </a:lnTo>
                  <a:lnTo>
                    <a:pt x="704954" y="0"/>
                  </a:lnTo>
                  <a:lnTo>
                    <a:pt x="704098" y="0"/>
                  </a:lnTo>
                  <a:lnTo>
                    <a:pt x="703243" y="0"/>
                  </a:lnTo>
                  <a:lnTo>
                    <a:pt x="702387" y="0"/>
                  </a:lnTo>
                  <a:lnTo>
                    <a:pt x="701532" y="0"/>
                  </a:lnTo>
                  <a:lnTo>
                    <a:pt x="700676" y="0"/>
                  </a:lnTo>
                  <a:lnTo>
                    <a:pt x="699821" y="0"/>
                  </a:lnTo>
                  <a:lnTo>
                    <a:pt x="698965" y="0"/>
                  </a:lnTo>
                  <a:lnTo>
                    <a:pt x="698110" y="0"/>
                  </a:lnTo>
                  <a:lnTo>
                    <a:pt x="697254" y="0"/>
                  </a:lnTo>
                  <a:lnTo>
                    <a:pt x="696399" y="0"/>
                  </a:lnTo>
                  <a:lnTo>
                    <a:pt x="695543" y="0"/>
                  </a:lnTo>
                  <a:lnTo>
                    <a:pt x="694688" y="0"/>
                  </a:lnTo>
                  <a:lnTo>
                    <a:pt x="693832" y="0"/>
                  </a:lnTo>
                  <a:lnTo>
                    <a:pt x="692977" y="0"/>
                  </a:lnTo>
                  <a:lnTo>
                    <a:pt x="692121" y="0"/>
                  </a:lnTo>
                  <a:lnTo>
                    <a:pt x="691265" y="0"/>
                  </a:lnTo>
                  <a:lnTo>
                    <a:pt x="690410" y="0"/>
                  </a:lnTo>
                  <a:lnTo>
                    <a:pt x="689554" y="0"/>
                  </a:lnTo>
                  <a:lnTo>
                    <a:pt x="688699" y="0"/>
                  </a:lnTo>
                  <a:lnTo>
                    <a:pt x="687843" y="0"/>
                  </a:lnTo>
                  <a:lnTo>
                    <a:pt x="686988" y="0"/>
                  </a:lnTo>
                  <a:lnTo>
                    <a:pt x="686132" y="0"/>
                  </a:lnTo>
                  <a:lnTo>
                    <a:pt x="685277" y="0"/>
                  </a:lnTo>
                  <a:lnTo>
                    <a:pt x="684421" y="0"/>
                  </a:lnTo>
                  <a:lnTo>
                    <a:pt x="683566" y="0"/>
                  </a:lnTo>
                  <a:lnTo>
                    <a:pt x="682710" y="0"/>
                  </a:lnTo>
                  <a:lnTo>
                    <a:pt x="681855" y="0"/>
                  </a:lnTo>
                  <a:lnTo>
                    <a:pt x="680999" y="0"/>
                  </a:lnTo>
                  <a:lnTo>
                    <a:pt x="680144" y="0"/>
                  </a:lnTo>
                  <a:lnTo>
                    <a:pt x="679288" y="0"/>
                  </a:lnTo>
                  <a:lnTo>
                    <a:pt x="678433" y="0"/>
                  </a:lnTo>
                  <a:lnTo>
                    <a:pt x="677577" y="0"/>
                  </a:lnTo>
                  <a:lnTo>
                    <a:pt x="676722" y="0"/>
                  </a:lnTo>
                  <a:lnTo>
                    <a:pt x="675866" y="0"/>
                  </a:lnTo>
                  <a:lnTo>
                    <a:pt x="675010" y="0"/>
                  </a:lnTo>
                  <a:lnTo>
                    <a:pt x="674155" y="0"/>
                  </a:lnTo>
                  <a:lnTo>
                    <a:pt x="673299" y="0"/>
                  </a:lnTo>
                  <a:lnTo>
                    <a:pt x="672444" y="0"/>
                  </a:lnTo>
                  <a:lnTo>
                    <a:pt x="671588" y="0"/>
                  </a:lnTo>
                  <a:lnTo>
                    <a:pt x="670733" y="0"/>
                  </a:lnTo>
                  <a:lnTo>
                    <a:pt x="669877" y="0"/>
                  </a:lnTo>
                  <a:lnTo>
                    <a:pt x="669022" y="0"/>
                  </a:lnTo>
                  <a:lnTo>
                    <a:pt x="668166" y="0"/>
                  </a:lnTo>
                  <a:lnTo>
                    <a:pt x="667311" y="0"/>
                  </a:lnTo>
                  <a:lnTo>
                    <a:pt x="666455" y="0"/>
                  </a:lnTo>
                  <a:lnTo>
                    <a:pt x="665600" y="0"/>
                  </a:lnTo>
                  <a:lnTo>
                    <a:pt x="664744" y="0"/>
                  </a:lnTo>
                  <a:lnTo>
                    <a:pt x="663889" y="0"/>
                  </a:lnTo>
                  <a:lnTo>
                    <a:pt x="663033" y="0"/>
                  </a:lnTo>
                  <a:lnTo>
                    <a:pt x="662178" y="0"/>
                  </a:lnTo>
                  <a:lnTo>
                    <a:pt x="661322" y="0"/>
                  </a:lnTo>
                  <a:lnTo>
                    <a:pt x="660467" y="0"/>
                  </a:lnTo>
                  <a:lnTo>
                    <a:pt x="659611" y="0"/>
                  </a:lnTo>
                  <a:lnTo>
                    <a:pt x="658755" y="0"/>
                  </a:lnTo>
                  <a:lnTo>
                    <a:pt x="657900" y="0"/>
                  </a:lnTo>
                  <a:lnTo>
                    <a:pt x="657044" y="0"/>
                  </a:lnTo>
                  <a:lnTo>
                    <a:pt x="656189" y="0"/>
                  </a:lnTo>
                  <a:lnTo>
                    <a:pt x="655333" y="0"/>
                  </a:lnTo>
                  <a:lnTo>
                    <a:pt x="654478" y="0"/>
                  </a:lnTo>
                  <a:lnTo>
                    <a:pt x="653622" y="0"/>
                  </a:lnTo>
                  <a:lnTo>
                    <a:pt x="652767" y="0"/>
                  </a:lnTo>
                  <a:lnTo>
                    <a:pt x="651911" y="0"/>
                  </a:lnTo>
                  <a:lnTo>
                    <a:pt x="651056" y="0"/>
                  </a:lnTo>
                  <a:lnTo>
                    <a:pt x="650200" y="0"/>
                  </a:lnTo>
                  <a:lnTo>
                    <a:pt x="649345" y="0"/>
                  </a:lnTo>
                  <a:lnTo>
                    <a:pt x="648489" y="0"/>
                  </a:lnTo>
                  <a:lnTo>
                    <a:pt x="647634" y="0"/>
                  </a:lnTo>
                  <a:lnTo>
                    <a:pt x="646778" y="0"/>
                  </a:lnTo>
                  <a:lnTo>
                    <a:pt x="645923" y="0"/>
                  </a:lnTo>
                  <a:lnTo>
                    <a:pt x="645067" y="0"/>
                  </a:lnTo>
                  <a:lnTo>
                    <a:pt x="644211" y="0"/>
                  </a:lnTo>
                  <a:lnTo>
                    <a:pt x="643356" y="0"/>
                  </a:lnTo>
                  <a:lnTo>
                    <a:pt x="642500" y="0"/>
                  </a:lnTo>
                  <a:lnTo>
                    <a:pt x="641645" y="0"/>
                  </a:lnTo>
                  <a:lnTo>
                    <a:pt x="640789" y="0"/>
                  </a:lnTo>
                  <a:lnTo>
                    <a:pt x="639934" y="0"/>
                  </a:lnTo>
                  <a:lnTo>
                    <a:pt x="639078" y="0"/>
                  </a:lnTo>
                  <a:lnTo>
                    <a:pt x="638223" y="0"/>
                  </a:lnTo>
                  <a:lnTo>
                    <a:pt x="637367" y="0"/>
                  </a:lnTo>
                  <a:lnTo>
                    <a:pt x="636512" y="0"/>
                  </a:lnTo>
                  <a:lnTo>
                    <a:pt x="635656" y="0"/>
                  </a:lnTo>
                  <a:lnTo>
                    <a:pt x="634801" y="0"/>
                  </a:lnTo>
                  <a:lnTo>
                    <a:pt x="633945" y="0"/>
                  </a:lnTo>
                  <a:lnTo>
                    <a:pt x="633090" y="0"/>
                  </a:lnTo>
                  <a:lnTo>
                    <a:pt x="632234" y="0"/>
                  </a:lnTo>
                  <a:lnTo>
                    <a:pt x="631379" y="0"/>
                  </a:lnTo>
                  <a:lnTo>
                    <a:pt x="630523" y="0"/>
                  </a:lnTo>
                  <a:lnTo>
                    <a:pt x="629668" y="0"/>
                  </a:lnTo>
                  <a:lnTo>
                    <a:pt x="628812" y="0"/>
                  </a:lnTo>
                  <a:lnTo>
                    <a:pt x="627956" y="0"/>
                  </a:lnTo>
                  <a:lnTo>
                    <a:pt x="627101" y="0"/>
                  </a:lnTo>
                  <a:lnTo>
                    <a:pt x="626245" y="0"/>
                  </a:lnTo>
                  <a:lnTo>
                    <a:pt x="625390" y="0"/>
                  </a:lnTo>
                  <a:lnTo>
                    <a:pt x="624534" y="0"/>
                  </a:lnTo>
                  <a:lnTo>
                    <a:pt x="623679" y="0"/>
                  </a:lnTo>
                  <a:lnTo>
                    <a:pt x="622823" y="0"/>
                  </a:lnTo>
                  <a:lnTo>
                    <a:pt x="621968" y="0"/>
                  </a:lnTo>
                  <a:lnTo>
                    <a:pt x="621112" y="0"/>
                  </a:lnTo>
                  <a:lnTo>
                    <a:pt x="620257" y="0"/>
                  </a:lnTo>
                  <a:lnTo>
                    <a:pt x="619401" y="0"/>
                  </a:lnTo>
                  <a:lnTo>
                    <a:pt x="618546" y="0"/>
                  </a:lnTo>
                  <a:lnTo>
                    <a:pt x="617690" y="0"/>
                  </a:lnTo>
                  <a:lnTo>
                    <a:pt x="616835" y="0"/>
                  </a:lnTo>
                  <a:lnTo>
                    <a:pt x="615979" y="0"/>
                  </a:lnTo>
                  <a:lnTo>
                    <a:pt x="615124" y="0"/>
                  </a:lnTo>
                  <a:lnTo>
                    <a:pt x="614268" y="0"/>
                  </a:lnTo>
                  <a:lnTo>
                    <a:pt x="613413" y="0"/>
                  </a:lnTo>
                  <a:lnTo>
                    <a:pt x="612557" y="0"/>
                  </a:lnTo>
                  <a:lnTo>
                    <a:pt x="611701" y="0"/>
                  </a:lnTo>
                  <a:lnTo>
                    <a:pt x="610846" y="0"/>
                  </a:lnTo>
                  <a:lnTo>
                    <a:pt x="609990" y="0"/>
                  </a:lnTo>
                  <a:lnTo>
                    <a:pt x="609135" y="0"/>
                  </a:lnTo>
                  <a:lnTo>
                    <a:pt x="608279" y="0"/>
                  </a:lnTo>
                  <a:lnTo>
                    <a:pt x="607424" y="0"/>
                  </a:lnTo>
                  <a:lnTo>
                    <a:pt x="606568" y="0"/>
                  </a:lnTo>
                  <a:lnTo>
                    <a:pt x="605713" y="0"/>
                  </a:lnTo>
                  <a:lnTo>
                    <a:pt x="604857" y="0"/>
                  </a:lnTo>
                  <a:lnTo>
                    <a:pt x="604002" y="0"/>
                  </a:lnTo>
                  <a:lnTo>
                    <a:pt x="603146" y="0"/>
                  </a:lnTo>
                  <a:lnTo>
                    <a:pt x="602291" y="0"/>
                  </a:lnTo>
                  <a:lnTo>
                    <a:pt x="601435" y="0"/>
                  </a:lnTo>
                  <a:lnTo>
                    <a:pt x="600580" y="0"/>
                  </a:lnTo>
                  <a:lnTo>
                    <a:pt x="599724" y="0"/>
                  </a:lnTo>
                  <a:lnTo>
                    <a:pt x="598869" y="0"/>
                  </a:lnTo>
                  <a:lnTo>
                    <a:pt x="598013" y="0"/>
                  </a:lnTo>
                  <a:lnTo>
                    <a:pt x="597157" y="0"/>
                  </a:lnTo>
                  <a:lnTo>
                    <a:pt x="596302" y="0"/>
                  </a:lnTo>
                  <a:lnTo>
                    <a:pt x="595446" y="0"/>
                  </a:lnTo>
                  <a:lnTo>
                    <a:pt x="594591" y="0"/>
                  </a:lnTo>
                  <a:lnTo>
                    <a:pt x="593735" y="0"/>
                  </a:lnTo>
                  <a:lnTo>
                    <a:pt x="592880" y="0"/>
                  </a:lnTo>
                  <a:lnTo>
                    <a:pt x="592024" y="0"/>
                  </a:lnTo>
                  <a:lnTo>
                    <a:pt x="591169" y="0"/>
                  </a:lnTo>
                  <a:lnTo>
                    <a:pt x="590313" y="0"/>
                  </a:lnTo>
                  <a:lnTo>
                    <a:pt x="589458" y="0"/>
                  </a:lnTo>
                  <a:lnTo>
                    <a:pt x="588602" y="0"/>
                  </a:lnTo>
                  <a:lnTo>
                    <a:pt x="587747" y="0"/>
                  </a:lnTo>
                  <a:lnTo>
                    <a:pt x="586891" y="0"/>
                  </a:lnTo>
                  <a:lnTo>
                    <a:pt x="586036" y="0"/>
                  </a:lnTo>
                  <a:lnTo>
                    <a:pt x="585180" y="0"/>
                  </a:lnTo>
                  <a:lnTo>
                    <a:pt x="584325" y="0"/>
                  </a:lnTo>
                  <a:lnTo>
                    <a:pt x="583469" y="0"/>
                  </a:lnTo>
                  <a:lnTo>
                    <a:pt x="582614" y="0"/>
                  </a:lnTo>
                  <a:lnTo>
                    <a:pt x="581758" y="0"/>
                  </a:lnTo>
                  <a:lnTo>
                    <a:pt x="580902" y="0"/>
                  </a:lnTo>
                  <a:lnTo>
                    <a:pt x="580047" y="0"/>
                  </a:lnTo>
                  <a:lnTo>
                    <a:pt x="579191" y="0"/>
                  </a:lnTo>
                  <a:lnTo>
                    <a:pt x="578336" y="0"/>
                  </a:lnTo>
                  <a:lnTo>
                    <a:pt x="577480" y="0"/>
                  </a:lnTo>
                  <a:lnTo>
                    <a:pt x="576625" y="0"/>
                  </a:lnTo>
                  <a:lnTo>
                    <a:pt x="575769" y="0"/>
                  </a:lnTo>
                  <a:lnTo>
                    <a:pt x="574914" y="0"/>
                  </a:lnTo>
                  <a:lnTo>
                    <a:pt x="574058" y="0"/>
                  </a:lnTo>
                  <a:lnTo>
                    <a:pt x="573203" y="0"/>
                  </a:lnTo>
                  <a:lnTo>
                    <a:pt x="572347" y="0"/>
                  </a:lnTo>
                  <a:lnTo>
                    <a:pt x="571492" y="0"/>
                  </a:lnTo>
                  <a:lnTo>
                    <a:pt x="570636" y="0"/>
                  </a:lnTo>
                  <a:lnTo>
                    <a:pt x="569781" y="0"/>
                  </a:lnTo>
                  <a:lnTo>
                    <a:pt x="568925" y="0"/>
                  </a:lnTo>
                  <a:lnTo>
                    <a:pt x="568070" y="0"/>
                  </a:lnTo>
                  <a:lnTo>
                    <a:pt x="567214" y="0"/>
                  </a:lnTo>
                  <a:lnTo>
                    <a:pt x="566359" y="0"/>
                  </a:lnTo>
                  <a:lnTo>
                    <a:pt x="565503" y="0"/>
                  </a:lnTo>
                  <a:lnTo>
                    <a:pt x="564647" y="0"/>
                  </a:lnTo>
                  <a:lnTo>
                    <a:pt x="563792" y="0"/>
                  </a:lnTo>
                  <a:lnTo>
                    <a:pt x="562936" y="0"/>
                  </a:lnTo>
                  <a:lnTo>
                    <a:pt x="562081" y="0"/>
                  </a:lnTo>
                  <a:lnTo>
                    <a:pt x="561225" y="0"/>
                  </a:lnTo>
                  <a:lnTo>
                    <a:pt x="560370" y="0"/>
                  </a:lnTo>
                  <a:lnTo>
                    <a:pt x="559514" y="0"/>
                  </a:lnTo>
                  <a:lnTo>
                    <a:pt x="558659" y="0"/>
                  </a:lnTo>
                  <a:lnTo>
                    <a:pt x="557803" y="0"/>
                  </a:lnTo>
                  <a:lnTo>
                    <a:pt x="556948" y="0"/>
                  </a:lnTo>
                  <a:lnTo>
                    <a:pt x="556092" y="0"/>
                  </a:lnTo>
                  <a:lnTo>
                    <a:pt x="555237" y="0"/>
                  </a:lnTo>
                  <a:lnTo>
                    <a:pt x="554381" y="0"/>
                  </a:lnTo>
                  <a:lnTo>
                    <a:pt x="553526" y="0"/>
                  </a:lnTo>
                  <a:lnTo>
                    <a:pt x="552670" y="0"/>
                  </a:lnTo>
                  <a:lnTo>
                    <a:pt x="551815" y="0"/>
                  </a:lnTo>
                  <a:lnTo>
                    <a:pt x="550959" y="0"/>
                  </a:lnTo>
                  <a:lnTo>
                    <a:pt x="550103" y="0"/>
                  </a:lnTo>
                  <a:lnTo>
                    <a:pt x="549248" y="0"/>
                  </a:lnTo>
                  <a:lnTo>
                    <a:pt x="548392" y="0"/>
                  </a:lnTo>
                  <a:lnTo>
                    <a:pt x="547537" y="0"/>
                  </a:lnTo>
                  <a:lnTo>
                    <a:pt x="546681" y="0"/>
                  </a:lnTo>
                  <a:lnTo>
                    <a:pt x="545826" y="0"/>
                  </a:lnTo>
                  <a:lnTo>
                    <a:pt x="544970" y="0"/>
                  </a:lnTo>
                  <a:lnTo>
                    <a:pt x="544115" y="0"/>
                  </a:lnTo>
                  <a:lnTo>
                    <a:pt x="543259" y="0"/>
                  </a:lnTo>
                  <a:lnTo>
                    <a:pt x="542404" y="0"/>
                  </a:lnTo>
                  <a:lnTo>
                    <a:pt x="541548" y="0"/>
                  </a:lnTo>
                  <a:lnTo>
                    <a:pt x="540693" y="0"/>
                  </a:lnTo>
                  <a:lnTo>
                    <a:pt x="539837" y="0"/>
                  </a:lnTo>
                  <a:lnTo>
                    <a:pt x="538982" y="0"/>
                  </a:lnTo>
                  <a:lnTo>
                    <a:pt x="538126" y="0"/>
                  </a:lnTo>
                  <a:lnTo>
                    <a:pt x="537271" y="0"/>
                  </a:lnTo>
                  <a:lnTo>
                    <a:pt x="536415" y="0"/>
                  </a:lnTo>
                  <a:lnTo>
                    <a:pt x="535560" y="0"/>
                  </a:lnTo>
                  <a:lnTo>
                    <a:pt x="534704" y="0"/>
                  </a:lnTo>
                  <a:lnTo>
                    <a:pt x="533848" y="0"/>
                  </a:lnTo>
                  <a:lnTo>
                    <a:pt x="532993" y="0"/>
                  </a:lnTo>
                  <a:lnTo>
                    <a:pt x="532137" y="0"/>
                  </a:lnTo>
                  <a:lnTo>
                    <a:pt x="531282" y="0"/>
                  </a:lnTo>
                  <a:lnTo>
                    <a:pt x="530426" y="0"/>
                  </a:lnTo>
                  <a:lnTo>
                    <a:pt x="529571" y="0"/>
                  </a:lnTo>
                  <a:lnTo>
                    <a:pt x="528715" y="0"/>
                  </a:lnTo>
                  <a:lnTo>
                    <a:pt x="527860" y="0"/>
                  </a:lnTo>
                  <a:lnTo>
                    <a:pt x="527004" y="0"/>
                  </a:lnTo>
                  <a:lnTo>
                    <a:pt x="526149" y="0"/>
                  </a:lnTo>
                  <a:lnTo>
                    <a:pt x="525293" y="0"/>
                  </a:lnTo>
                  <a:lnTo>
                    <a:pt x="524438" y="0"/>
                  </a:lnTo>
                  <a:lnTo>
                    <a:pt x="523582" y="0"/>
                  </a:lnTo>
                  <a:lnTo>
                    <a:pt x="522727" y="0"/>
                  </a:lnTo>
                  <a:lnTo>
                    <a:pt x="521871" y="0"/>
                  </a:lnTo>
                  <a:lnTo>
                    <a:pt x="521016" y="0"/>
                  </a:lnTo>
                  <a:lnTo>
                    <a:pt x="520160" y="0"/>
                  </a:lnTo>
                  <a:lnTo>
                    <a:pt x="519305" y="0"/>
                  </a:lnTo>
                  <a:lnTo>
                    <a:pt x="518449" y="0"/>
                  </a:lnTo>
                  <a:lnTo>
                    <a:pt x="517593" y="0"/>
                  </a:lnTo>
                  <a:lnTo>
                    <a:pt x="516738" y="0"/>
                  </a:lnTo>
                  <a:lnTo>
                    <a:pt x="515882" y="0"/>
                  </a:lnTo>
                  <a:lnTo>
                    <a:pt x="515027" y="0"/>
                  </a:lnTo>
                  <a:lnTo>
                    <a:pt x="514171" y="0"/>
                  </a:lnTo>
                  <a:lnTo>
                    <a:pt x="513316" y="0"/>
                  </a:lnTo>
                  <a:lnTo>
                    <a:pt x="512460" y="0"/>
                  </a:lnTo>
                  <a:lnTo>
                    <a:pt x="511605" y="0"/>
                  </a:lnTo>
                  <a:lnTo>
                    <a:pt x="510749" y="0"/>
                  </a:lnTo>
                  <a:lnTo>
                    <a:pt x="509894" y="0"/>
                  </a:lnTo>
                  <a:lnTo>
                    <a:pt x="509038" y="0"/>
                  </a:lnTo>
                  <a:lnTo>
                    <a:pt x="508183" y="0"/>
                  </a:lnTo>
                  <a:lnTo>
                    <a:pt x="507327" y="0"/>
                  </a:lnTo>
                  <a:lnTo>
                    <a:pt x="506472" y="0"/>
                  </a:lnTo>
                  <a:lnTo>
                    <a:pt x="505616" y="0"/>
                  </a:lnTo>
                  <a:lnTo>
                    <a:pt x="504761" y="0"/>
                  </a:lnTo>
                  <a:lnTo>
                    <a:pt x="503905" y="0"/>
                  </a:lnTo>
                  <a:lnTo>
                    <a:pt x="503049" y="0"/>
                  </a:lnTo>
                  <a:lnTo>
                    <a:pt x="502194" y="0"/>
                  </a:lnTo>
                  <a:lnTo>
                    <a:pt x="501338" y="0"/>
                  </a:lnTo>
                  <a:lnTo>
                    <a:pt x="500483" y="0"/>
                  </a:lnTo>
                  <a:lnTo>
                    <a:pt x="499627" y="0"/>
                  </a:lnTo>
                  <a:lnTo>
                    <a:pt x="498772" y="0"/>
                  </a:lnTo>
                  <a:lnTo>
                    <a:pt x="497916" y="0"/>
                  </a:lnTo>
                  <a:lnTo>
                    <a:pt x="497061" y="0"/>
                  </a:lnTo>
                  <a:lnTo>
                    <a:pt x="496205" y="0"/>
                  </a:lnTo>
                  <a:lnTo>
                    <a:pt x="495350" y="0"/>
                  </a:lnTo>
                  <a:lnTo>
                    <a:pt x="494494" y="0"/>
                  </a:lnTo>
                  <a:lnTo>
                    <a:pt x="493639" y="0"/>
                  </a:lnTo>
                  <a:lnTo>
                    <a:pt x="492783" y="0"/>
                  </a:lnTo>
                  <a:lnTo>
                    <a:pt x="491928" y="0"/>
                  </a:lnTo>
                  <a:lnTo>
                    <a:pt x="491072" y="0"/>
                  </a:lnTo>
                  <a:lnTo>
                    <a:pt x="490217" y="0"/>
                  </a:lnTo>
                  <a:lnTo>
                    <a:pt x="489361" y="0"/>
                  </a:lnTo>
                  <a:lnTo>
                    <a:pt x="488506" y="0"/>
                  </a:lnTo>
                  <a:lnTo>
                    <a:pt x="487650" y="0"/>
                  </a:lnTo>
                  <a:lnTo>
                    <a:pt x="486794" y="0"/>
                  </a:lnTo>
                  <a:lnTo>
                    <a:pt x="485939" y="0"/>
                  </a:lnTo>
                  <a:lnTo>
                    <a:pt x="485083" y="0"/>
                  </a:lnTo>
                  <a:lnTo>
                    <a:pt x="484228" y="0"/>
                  </a:lnTo>
                  <a:lnTo>
                    <a:pt x="483372" y="0"/>
                  </a:lnTo>
                  <a:lnTo>
                    <a:pt x="482517" y="0"/>
                  </a:lnTo>
                  <a:lnTo>
                    <a:pt x="481661" y="0"/>
                  </a:lnTo>
                  <a:lnTo>
                    <a:pt x="480806" y="0"/>
                  </a:lnTo>
                  <a:lnTo>
                    <a:pt x="479950" y="0"/>
                  </a:lnTo>
                  <a:lnTo>
                    <a:pt x="479095" y="0"/>
                  </a:lnTo>
                  <a:lnTo>
                    <a:pt x="478239" y="0"/>
                  </a:lnTo>
                  <a:lnTo>
                    <a:pt x="477384" y="0"/>
                  </a:lnTo>
                  <a:lnTo>
                    <a:pt x="476528" y="0"/>
                  </a:lnTo>
                  <a:lnTo>
                    <a:pt x="475673" y="0"/>
                  </a:lnTo>
                  <a:lnTo>
                    <a:pt x="474817" y="0"/>
                  </a:lnTo>
                  <a:lnTo>
                    <a:pt x="473962" y="0"/>
                  </a:lnTo>
                  <a:lnTo>
                    <a:pt x="473106" y="0"/>
                  </a:lnTo>
                  <a:lnTo>
                    <a:pt x="472251" y="0"/>
                  </a:lnTo>
                  <a:lnTo>
                    <a:pt x="471395" y="0"/>
                  </a:lnTo>
                  <a:lnTo>
                    <a:pt x="470539" y="0"/>
                  </a:lnTo>
                  <a:lnTo>
                    <a:pt x="469684" y="0"/>
                  </a:lnTo>
                  <a:lnTo>
                    <a:pt x="468828" y="0"/>
                  </a:lnTo>
                  <a:lnTo>
                    <a:pt x="467973" y="0"/>
                  </a:lnTo>
                  <a:lnTo>
                    <a:pt x="467117" y="0"/>
                  </a:lnTo>
                  <a:lnTo>
                    <a:pt x="466262" y="0"/>
                  </a:lnTo>
                  <a:lnTo>
                    <a:pt x="465406" y="0"/>
                  </a:lnTo>
                  <a:lnTo>
                    <a:pt x="464551" y="0"/>
                  </a:lnTo>
                  <a:lnTo>
                    <a:pt x="463695" y="0"/>
                  </a:lnTo>
                  <a:lnTo>
                    <a:pt x="462840" y="0"/>
                  </a:lnTo>
                  <a:lnTo>
                    <a:pt x="461984" y="0"/>
                  </a:lnTo>
                  <a:lnTo>
                    <a:pt x="461129" y="0"/>
                  </a:lnTo>
                  <a:lnTo>
                    <a:pt x="460273" y="0"/>
                  </a:lnTo>
                  <a:lnTo>
                    <a:pt x="459418" y="0"/>
                  </a:lnTo>
                  <a:lnTo>
                    <a:pt x="458562" y="0"/>
                  </a:lnTo>
                  <a:lnTo>
                    <a:pt x="457707" y="0"/>
                  </a:lnTo>
                  <a:lnTo>
                    <a:pt x="456851" y="0"/>
                  </a:lnTo>
                  <a:lnTo>
                    <a:pt x="455995" y="0"/>
                  </a:lnTo>
                  <a:lnTo>
                    <a:pt x="455140" y="0"/>
                  </a:lnTo>
                  <a:lnTo>
                    <a:pt x="454284" y="0"/>
                  </a:lnTo>
                  <a:lnTo>
                    <a:pt x="453429" y="0"/>
                  </a:lnTo>
                  <a:lnTo>
                    <a:pt x="452573" y="0"/>
                  </a:lnTo>
                  <a:lnTo>
                    <a:pt x="451718" y="0"/>
                  </a:lnTo>
                  <a:lnTo>
                    <a:pt x="450862" y="0"/>
                  </a:lnTo>
                  <a:lnTo>
                    <a:pt x="450007" y="0"/>
                  </a:lnTo>
                  <a:lnTo>
                    <a:pt x="449151" y="0"/>
                  </a:lnTo>
                  <a:lnTo>
                    <a:pt x="448296" y="0"/>
                  </a:lnTo>
                  <a:lnTo>
                    <a:pt x="447440" y="0"/>
                  </a:lnTo>
                  <a:lnTo>
                    <a:pt x="446585" y="0"/>
                  </a:lnTo>
                  <a:lnTo>
                    <a:pt x="445729" y="0"/>
                  </a:lnTo>
                  <a:lnTo>
                    <a:pt x="444874" y="0"/>
                  </a:lnTo>
                  <a:lnTo>
                    <a:pt x="444018" y="0"/>
                  </a:lnTo>
                  <a:lnTo>
                    <a:pt x="443163" y="0"/>
                  </a:lnTo>
                  <a:lnTo>
                    <a:pt x="442307" y="0"/>
                  </a:lnTo>
                  <a:lnTo>
                    <a:pt x="441452" y="0"/>
                  </a:lnTo>
                  <a:lnTo>
                    <a:pt x="440596" y="0"/>
                  </a:lnTo>
                  <a:lnTo>
                    <a:pt x="439740" y="0"/>
                  </a:lnTo>
                  <a:lnTo>
                    <a:pt x="438885" y="0"/>
                  </a:lnTo>
                  <a:lnTo>
                    <a:pt x="438029" y="0"/>
                  </a:lnTo>
                  <a:lnTo>
                    <a:pt x="437174" y="0"/>
                  </a:lnTo>
                  <a:lnTo>
                    <a:pt x="436318" y="0"/>
                  </a:lnTo>
                  <a:lnTo>
                    <a:pt x="435463" y="0"/>
                  </a:lnTo>
                  <a:lnTo>
                    <a:pt x="434607" y="0"/>
                  </a:lnTo>
                  <a:lnTo>
                    <a:pt x="433752" y="0"/>
                  </a:lnTo>
                  <a:lnTo>
                    <a:pt x="432896" y="0"/>
                  </a:lnTo>
                  <a:lnTo>
                    <a:pt x="432041" y="0"/>
                  </a:lnTo>
                  <a:lnTo>
                    <a:pt x="431185" y="0"/>
                  </a:lnTo>
                  <a:lnTo>
                    <a:pt x="430330" y="0"/>
                  </a:lnTo>
                  <a:lnTo>
                    <a:pt x="429474" y="0"/>
                  </a:lnTo>
                  <a:lnTo>
                    <a:pt x="428619" y="0"/>
                  </a:lnTo>
                  <a:lnTo>
                    <a:pt x="427763" y="0"/>
                  </a:lnTo>
                  <a:lnTo>
                    <a:pt x="426908" y="0"/>
                  </a:lnTo>
                  <a:lnTo>
                    <a:pt x="426052" y="0"/>
                  </a:lnTo>
                  <a:lnTo>
                    <a:pt x="425197" y="0"/>
                  </a:lnTo>
                  <a:lnTo>
                    <a:pt x="424341" y="0"/>
                  </a:lnTo>
                  <a:lnTo>
                    <a:pt x="423485" y="0"/>
                  </a:lnTo>
                  <a:lnTo>
                    <a:pt x="422630" y="0"/>
                  </a:lnTo>
                  <a:lnTo>
                    <a:pt x="421774" y="0"/>
                  </a:lnTo>
                  <a:lnTo>
                    <a:pt x="420919" y="0"/>
                  </a:lnTo>
                  <a:lnTo>
                    <a:pt x="420063" y="0"/>
                  </a:lnTo>
                  <a:lnTo>
                    <a:pt x="419208" y="0"/>
                  </a:lnTo>
                  <a:lnTo>
                    <a:pt x="418352" y="0"/>
                  </a:lnTo>
                  <a:lnTo>
                    <a:pt x="417497" y="0"/>
                  </a:lnTo>
                  <a:lnTo>
                    <a:pt x="416641" y="0"/>
                  </a:lnTo>
                  <a:lnTo>
                    <a:pt x="415786" y="0"/>
                  </a:lnTo>
                  <a:lnTo>
                    <a:pt x="414930" y="0"/>
                  </a:lnTo>
                  <a:lnTo>
                    <a:pt x="414075" y="0"/>
                  </a:lnTo>
                  <a:lnTo>
                    <a:pt x="413219" y="0"/>
                  </a:lnTo>
                  <a:lnTo>
                    <a:pt x="412364" y="0"/>
                  </a:lnTo>
                  <a:lnTo>
                    <a:pt x="411508" y="0"/>
                  </a:lnTo>
                  <a:lnTo>
                    <a:pt x="410653" y="0"/>
                  </a:lnTo>
                  <a:lnTo>
                    <a:pt x="409797" y="0"/>
                  </a:lnTo>
                  <a:lnTo>
                    <a:pt x="408942" y="0"/>
                  </a:lnTo>
                  <a:lnTo>
                    <a:pt x="408086" y="0"/>
                  </a:lnTo>
                  <a:lnTo>
                    <a:pt x="407230" y="0"/>
                  </a:lnTo>
                  <a:lnTo>
                    <a:pt x="406375" y="0"/>
                  </a:lnTo>
                  <a:lnTo>
                    <a:pt x="405519" y="0"/>
                  </a:lnTo>
                  <a:lnTo>
                    <a:pt x="404664" y="0"/>
                  </a:lnTo>
                  <a:lnTo>
                    <a:pt x="403808" y="0"/>
                  </a:lnTo>
                  <a:lnTo>
                    <a:pt x="402953" y="0"/>
                  </a:lnTo>
                  <a:lnTo>
                    <a:pt x="402097" y="0"/>
                  </a:lnTo>
                  <a:lnTo>
                    <a:pt x="401242" y="0"/>
                  </a:lnTo>
                  <a:lnTo>
                    <a:pt x="400386" y="0"/>
                  </a:lnTo>
                  <a:lnTo>
                    <a:pt x="399531" y="0"/>
                  </a:lnTo>
                  <a:lnTo>
                    <a:pt x="398675" y="0"/>
                  </a:lnTo>
                  <a:lnTo>
                    <a:pt x="397820" y="0"/>
                  </a:lnTo>
                  <a:lnTo>
                    <a:pt x="396964" y="0"/>
                  </a:lnTo>
                  <a:lnTo>
                    <a:pt x="396109" y="0"/>
                  </a:lnTo>
                  <a:lnTo>
                    <a:pt x="395253" y="0"/>
                  </a:lnTo>
                  <a:lnTo>
                    <a:pt x="394398" y="0"/>
                  </a:lnTo>
                  <a:lnTo>
                    <a:pt x="393542" y="0"/>
                  </a:lnTo>
                  <a:lnTo>
                    <a:pt x="392686" y="0"/>
                  </a:lnTo>
                  <a:lnTo>
                    <a:pt x="391831" y="0"/>
                  </a:lnTo>
                  <a:lnTo>
                    <a:pt x="390975" y="0"/>
                  </a:lnTo>
                  <a:lnTo>
                    <a:pt x="390120" y="0"/>
                  </a:lnTo>
                  <a:lnTo>
                    <a:pt x="389264" y="0"/>
                  </a:lnTo>
                  <a:lnTo>
                    <a:pt x="388409" y="0"/>
                  </a:lnTo>
                  <a:lnTo>
                    <a:pt x="387553" y="0"/>
                  </a:lnTo>
                  <a:lnTo>
                    <a:pt x="386698" y="0"/>
                  </a:lnTo>
                  <a:lnTo>
                    <a:pt x="385842" y="0"/>
                  </a:lnTo>
                  <a:lnTo>
                    <a:pt x="384987" y="0"/>
                  </a:lnTo>
                  <a:lnTo>
                    <a:pt x="384131" y="0"/>
                  </a:lnTo>
                  <a:lnTo>
                    <a:pt x="383276" y="0"/>
                  </a:lnTo>
                  <a:lnTo>
                    <a:pt x="382420" y="0"/>
                  </a:lnTo>
                  <a:lnTo>
                    <a:pt x="381565" y="0"/>
                  </a:lnTo>
                  <a:lnTo>
                    <a:pt x="380709" y="0"/>
                  </a:lnTo>
                  <a:lnTo>
                    <a:pt x="379854" y="0"/>
                  </a:lnTo>
                  <a:lnTo>
                    <a:pt x="378998" y="0"/>
                  </a:lnTo>
                  <a:lnTo>
                    <a:pt x="378143" y="0"/>
                  </a:lnTo>
                  <a:lnTo>
                    <a:pt x="377287" y="0"/>
                  </a:lnTo>
                  <a:lnTo>
                    <a:pt x="376431" y="0"/>
                  </a:lnTo>
                  <a:lnTo>
                    <a:pt x="375576" y="0"/>
                  </a:lnTo>
                  <a:lnTo>
                    <a:pt x="374720" y="0"/>
                  </a:lnTo>
                  <a:lnTo>
                    <a:pt x="373865" y="0"/>
                  </a:lnTo>
                  <a:lnTo>
                    <a:pt x="373009" y="0"/>
                  </a:lnTo>
                  <a:lnTo>
                    <a:pt x="372154" y="0"/>
                  </a:lnTo>
                  <a:lnTo>
                    <a:pt x="371298" y="0"/>
                  </a:lnTo>
                  <a:lnTo>
                    <a:pt x="370443" y="0"/>
                  </a:lnTo>
                  <a:lnTo>
                    <a:pt x="369587" y="0"/>
                  </a:lnTo>
                  <a:lnTo>
                    <a:pt x="368732" y="0"/>
                  </a:lnTo>
                  <a:lnTo>
                    <a:pt x="367876" y="0"/>
                  </a:lnTo>
                  <a:lnTo>
                    <a:pt x="367021" y="0"/>
                  </a:lnTo>
                  <a:lnTo>
                    <a:pt x="366165" y="0"/>
                  </a:lnTo>
                  <a:lnTo>
                    <a:pt x="365310" y="0"/>
                  </a:lnTo>
                  <a:lnTo>
                    <a:pt x="364454" y="0"/>
                  </a:lnTo>
                  <a:lnTo>
                    <a:pt x="363599" y="0"/>
                  </a:lnTo>
                  <a:lnTo>
                    <a:pt x="362743" y="0"/>
                  </a:lnTo>
                  <a:lnTo>
                    <a:pt x="361888" y="0"/>
                  </a:lnTo>
                  <a:lnTo>
                    <a:pt x="361032" y="0"/>
                  </a:lnTo>
                  <a:lnTo>
                    <a:pt x="360176" y="0"/>
                  </a:lnTo>
                  <a:lnTo>
                    <a:pt x="359321" y="0"/>
                  </a:lnTo>
                  <a:lnTo>
                    <a:pt x="358465" y="0"/>
                  </a:lnTo>
                  <a:lnTo>
                    <a:pt x="357610" y="0"/>
                  </a:lnTo>
                  <a:lnTo>
                    <a:pt x="356754" y="0"/>
                  </a:lnTo>
                  <a:lnTo>
                    <a:pt x="355899" y="0"/>
                  </a:lnTo>
                  <a:lnTo>
                    <a:pt x="355043" y="0"/>
                  </a:lnTo>
                  <a:lnTo>
                    <a:pt x="354188" y="0"/>
                  </a:lnTo>
                  <a:lnTo>
                    <a:pt x="353332" y="0"/>
                  </a:lnTo>
                  <a:lnTo>
                    <a:pt x="352477" y="0"/>
                  </a:lnTo>
                  <a:lnTo>
                    <a:pt x="351621" y="0"/>
                  </a:lnTo>
                  <a:lnTo>
                    <a:pt x="350766" y="0"/>
                  </a:lnTo>
                  <a:lnTo>
                    <a:pt x="349910" y="0"/>
                  </a:lnTo>
                  <a:lnTo>
                    <a:pt x="349055" y="0"/>
                  </a:lnTo>
                  <a:lnTo>
                    <a:pt x="348199" y="0"/>
                  </a:lnTo>
                  <a:lnTo>
                    <a:pt x="347344" y="0"/>
                  </a:lnTo>
                  <a:lnTo>
                    <a:pt x="346488" y="0"/>
                  </a:lnTo>
                  <a:lnTo>
                    <a:pt x="345632" y="0"/>
                  </a:lnTo>
                  <a:lnTo>
                    <a:pt x="344777" y="0"/>
                  </a:lnTo>
                  <a:lnTo>
                    <a:pt x="343921" y="0"/>
                  </a:lnTo>
                  <a:lnTo>
                    <a:pt x="343066" y="0"/>
                  </a:lnTo>
                  <a:lnTo>
                    <a:pt x="342210" y="0"/>
                  </a:lnTo>
                  <a:lnTo>
                    <a:pt x="341355" y="0"/>
                  </a:lnTo>
                  <a:lnTo>
                    <a:pt x="340499" y="0"/>
                  </a:lnTo>
                  <a:lnTo>
                    <a:pt x="339644" y="0"/>
                  </a:lnTo>
                  <a:lnTo>
                    <a:pt x="338788" y="0"/>
                  </a:lnTo>
                  <a:lnTo>
                    <a:pt x="337933" y="0"/>
                  </a:lnTo>
                  <a:lnTo>
                    <a:pt x="337077" y="0"/>
                  </a:lnTo>
                  <a:lnTo>
                    <a:pt x="336222" y="0"/>
                  </a:lnTo>
                  <a:lnTo>
                    <a:pt x="335366" y="0"/>
                  </a:lnTo>
                  <a:lnTo>
                    <a:pt x="334511" y="0"/>
                  </a:lnTo>
                  <a:lnTo>
                    <a:pt x="333655" y="0"/>
                  </a:lnTo>
                  <a:lnTo>
                    <a:pt x="332800" y="0"/>
                  </a:lnTo>
                  <a:lnTo>
                    <a:pt x="331944" y="0"/>
                  </a:lnTo>
                  <a:lnTo>
                    <a:pt x="331089" y="0"/>
                  </a:lnTo>
                  <a:lnTo>
                    <a:pt x="330233" y="0"/>
                  </a:lnTo>
                  <a:lnTo>
                    <a:pt x="329377" y="0"/>
                  </a:lnTo>
                  <a:lnTo>
                    <a:pt x="328522" y="0"/>
                  </a:lnTo>
                  <a:lnTo>
                    <a:pt x="327666" y="0"/>
                  </a:lnTo>
                  <a:lnTo>
                    <a:pt x="326811" y="0"/>
                  </a:lnTo>
                  <a:lnTo>
                    <a:pt x="325955" y="0"/>
                  </a:lnTo>
                  <a:lnTo>
                    <a:pt x="325100" y="0"/>
                  </a:lnTo>
                  <a:lnTo>
                    <a:pt x="324244" y="0"/>
                  </a:lnTo>
                  <a:lnTo>
                    <a:pt x="323389" y="0"/>
                  </a:lnTo>
                  <a:lnTo>
                    <a:pt x="322533" y="0"/>
                  </a:lnTo>
                  <a:lnTo>
                    <a:pt x="321678" y="0"/>
                  </a:lnTo>
                  <a:lnTo>
                    <a:pt x="320822" y="0"/>
                  </a:lnTo>
                  <a:lnTo>
                    <a:pt x="319967" y="0"/>
                  </a:lnTo>
                  <a:lnTo>
                    <a:pt x="319111" y="0"/>
                  </a:lnTo>
                  <a:lnTo>
                    <a:pt x="318256" y="0"/>
                  </a:lnTo>
                  <a:lnTo>
                    <a:pt x="317400" y="0"/>
                  </a:lnTo>
                  <a:lnTo>
                    <a:pt x="316545" y="0"/>
                  </a:lnTo>
                  <a:lnTo>
                    <a:pt x="315689" y="0"/>
                  </a:lnTo>
                  <a:lnTo>
                    <a:pt x="314834" y="0"/>
                  </a:lnTo>
                  <a:lnTo>
                    <a:pt x="313978" y="0"/>
                  </a:lnTo>
                  <a:lnTo>
                    <a:pt x="313122" y="0"/>
                  </a:lnTo>
                  <a:lnTo>
                    <a:pt x="312267" y="0"/>
                  </a:lnTo>
                  <a:lnTo>
                    <a:pt x="311411" y="0"/>
                  </a:lnTo>
                  <a:lnTo>
                    <a:pt x="310556" y="0"/>
                  </a:lnTo>
                  <a:lnTo>
                    <a:pt x="309700" y="0"/>
                  </a:lnTo>
                  <a:lnTo>
                    <a:pt x="308845" y="0"/>
                  </a:lnTo>
                  <a:lnTo>
                    <a:pt x="307989" y="0"/>
                  </a:lnTo>
                  <a:lnTo>
                    <a:pt x="307134" y="0"/>
                  </a:lnTo>
                  <a:lnTo>
                    <a:pt x="306278" y="0"/>
                  </a:lnTo>
                  <a:lnTo>
                    <a:pt x="305423" y="0"/>
                  </a:lnTo>
                  <a:lnTo>
                    <a:pt x="304567" y="0"/>
                  </a:lnTo>
                  <a:lnTo>
                    <a:pt x="303712" y="0"/>
                  </a:lnTo>
                  <a:lnTo>
                    <a:pt x="302856" y="0"/>
                  </a:lnTo>
                  <a:lnTo>
                    <a:pt x="302001" y="0"/>
                  </a:lnTo>
                  <a:lnTo>
                    <a:pt x="301145" y="0"/>
                  </a:lnTo>
                  <a:lnTo>
                    <a:pt x="300290" y="0"/>
                  </a:lnTo>
                  <a:lnTo>
                    <a:pt x="299434" y="0"/>
                  </a:lnTo>
                  <a:lnTo>
                    <a:pt x="298578" y="0"/>
                  </a:lnTo>
                  <a:lnTo>
                    <a:pt x="297723" y="0"/>
                  </a:lnTo>
                  <a:lnTo>
                    <a:pt x="296867" y="0"/>
                  </a:lnTo>
                  <a:lnTo>
                    <a:pt x="296012" y="0"/>
                  </a:lnTo>
                  <a:lnTo>
                    <a:pt x="295156" y="0"/>
                  </a:lnTo>
                  <a:lnTo>
                    <a:pt x="294301" y="0"/>
                  </a:lnTo>
                  <a:lnTo>
                    <a:pt x="293445" y="0"/>
                  </a:lnTo>
                  <a:lnTo>
                    <a:pt x="292590" y="0"/>
                  </a:lnTo>
                  <a:lnTo>
                    <a:pt x="291734" y="0"/>
                  </a:lnTo>
                  <a:lnTo>
                    <a:pt x="290879" y="0"/>
                  </a:lnTo>
                  <a:lnTo>
                    <a:pt x="290023" y="0"/>
                  </a:lnTo>
                  <a:lnTo>
                    <a:pt x="289168" y="0"/>
                  </a:lnTo>
                  <a:lnTo>
                    <a:pt x="288312" y="0"/>
                  </a:lnTo>
                  <a:lnTo>
                    <a:pt x="287457" y="0"/>
                  </a:lnTo>
                  <a:lnTo>
                    <a:pt x="286601" y="0"/>
                  </a:lnTo>
                  <a:lnTo>
                    <a:pt x="285746" y="0"/>
                  </a:lnTo>
                  <a:lnTo>
                    <a:pt x="284890" y="0"/>
                  </a:lnTo>
                  <a:lnTo>
                    <a:pt x="284035" y="0"/>
                  </a:lnTo>
                  <a:lnTo>
                    <a:pt x="283179" y="0"/>
                  </a:lnTo>
                  <a:lnTo>
                    <a:pt x="282323" y="0"/>
                  </a:lnTo>
                  <a:lnTo>
                    <a:pt x="281468" y="0"/>
                  </a:lnTo>
                  <a:lnTo>
                    <a:pt x="280612" y="0"/>
                  </a:lnTo>
                  <a:lnTo>
                    <a:pt x="279757" y="0"/>
                  </a:lnTo>
                  <a:lnTo>
                    <a:pt x="278901" y="0"/>
                  </a:lnTo>
                  <a:lnTo>
                    <a:pt x="278046" y="0"/>
                  </a:lnTo>
                  <a:lnTo>
                    <a:pt x="277190" y="0"/>
                  </a:lnTo>
                  <a:lnTo>
                    <a:pt x="276335" y="0"/>
                  </a:lnTo>
                  <a:lnTo>
                    <a:pt x="275479" y="0"/>
                  </a:lnTo>
                  <a:lnTo>
                    <a:pt x="274624" y="0"/>
                  </a:lnTo>
                  <a:lnTo>
                    <a:pt x="273768" y="0"/>
                  </a:lnTo>
                  <a:lnTo>
                    <a:pt x="272913" y="0"/>
                  </a:lnTo>
                  <a:lnTo>
                    <a:pt x="272057" y="0"/>
                  </a:lnTo>
                  <a:lnTo>
                    <a:pt x="271202" y="0"/>
                  </a:lnTo>
                  <a:lnTo>
                    <a:pt x="270346" y="0"/>
                  </a:lnTo>
                  <a:lnTo>
                    <a:pt x="269491" y="0"/>
                  </a:lnTo>
                  <a:lnTo>
                    <a:pt x="268635" y="0"/>
                  </a:lnTo>
                  <a:lnTo>
                    <a:pt x="267780" y="0"/>
                  </a:lnTo>
                  <a:lnTo>
                    <a:pt x="266924" y="0"/>
                  </a:lnTo>
                  <a:lnTo>
                    <a:pt x="266068" y="0"/>
                  </a:lnTo>
                  <a:lnTo>
                    <a:pt x="265213" y="0"/>
                  </a:lnTo>
                  <a:lnTo>
                    <a:pt x="264357" y="0"/>
                  </a:lnTo>
                  <a:lnTo>
                    <a:pt x="263502" y="0"/>
                  </a:lnTo>
                  <a:lnTo>
                    <a:pt x="262646" y="0"/>
                  </a:lnTo>
                  <a:lnTo>
                    <a:pt x="261791" y="0"/>
                  </a:lnTo>
                  <a:lnTo>
                    <a:pt x="260935" y="0"/>
                  </a:lnTo>
                  <a:lnTo>
                    <a:pt x="260080" y="0"/>
                  </a:lnTo>
                  <a:lnTo>
                    <a:pt x="259224" y="0"/>
                  </a:lnTo>
                  <a:lnTo>
                    <a:pt x="258369" y="0"/>
                  </a:lnTo>
                  <a:lnTo>
                    <a:pt x="257513" y="0"/>
                  </a:lnTo>
                  <a:lnTo>
                    <a:pt x="256658" y="0"/>
                  </a:lnTo>
                  <a:lnTo>
                    <a:pt x="255802" y="0"/>
                  </a:lnTo>
                  <a:lnTo>
                    <a:pt x="254947" y="0"/>
                  </a:lnTo>
                  <a:lnTo>
                    <a:pt x="254091" y="0"/>
                  </a:lnTo>
                  <a:lnTo>
                    <a:pt x="253236" y="0"/>
                  </a:lnTo>
                  <a:lnTo>
                    <a:pt x="252380" y="0"/>
                  </a:lnTo>
                  <a:lnTo>
                    <a:pt x="251524" y="0"/>
                  </a:lnTo>
                  <a:lnTo>
                    <a:pt x="250669" y="0"/>
                  </a:lnTo>
                  <a:lnTo>
                    <a:pt x="249813" y="0"/>
                  </a:lnTo>
                  <a:lnTo>
                    <a:pt x="248958" y="0"/>
                  </a:lnTo>
                  <a:lnTo>
                    <a:pt x="248102" y="0"/>
                  </a:lnTo>
                  <a:lnTo>
                    <a:pt x="247247" y="0"/>
                  </a:lnTo>
                  <a:lnTo>
                    <a:pt x="246391" y="0"/>
                  </a:lnTo>
                  <a:lnTo>
                    <a:pt x="245536" y="0"/>
                  </a:lnTo>
                  <a:lnTo>
                    <a:pt x="244680" y="0"/>
                  </a:lnTo>
                  <a:lnTo>
                    <a:pt x="243825" y="0"/>
                  </a:lnTo>
                  <a:lnTo>
                    <a:pt x="242969" y="0"/>
                  </a:lnTo>
                  <a:lnTo>
                    <a:pt x="242114" y="0"/>
                  </a:lnTo>
                  <a:lnTo>
                    <a:pt x="241258" y="0"/>
                  </a:lnTo>
                  <a:lnTo>
                    <a:pt x="240403" y="0"/>
                  </a:lnTo>
                  <a:lnTo>
                    <a:pt x="239547" y="0"/>
                  </a:lnTo>
                  <a:lnTo>
                    <a:pt x="238692" y="0"/>
                  </a:lnTo>
                  <a:lnTo>
                    <a:pt x="237836" y="0"/>
                  </a:lnTo>
                  <a:lnTo>
                    <a:pt x="236981" y="0"/>
                  </a:lnTo>
                  <a:lnTo>
                    <a:pt x="236125" y="0"/>
                  </a:lnTo>
                  <a:lnTo>
                    <a:pt x="235269" y="0"/>
                  </a:lnTo>
                  <a:lnTo>
                    <a:pt x="234414" y="0"/>
                  </a:lnTo>
                  <a:lnTo>
                    <a:pt x="233558" y="0"/>
                  </a:lnTo>
                  <a:lnTo>
                    <a:pt x="232703" y="0"/>
                  </a:lnTo>
                  <a:lnTo>
                    <a:pt x="231847" y="0"/>
                  </a:lnTo>
                  <a:lnTo>
                    <a:pt x="230992" y="0"/>
                  </a:lnTo>
                  <a:lnTo>
                    <a:pt x="230136" y="0"/>
                  </a:lnTo>
                  <a:lnTo>
                    <a:pt x="229281" y="0"/>
                  </a:lnTo>
                  <a:lnTo>
                    <a:pt x="228425" y="0"/>
                  </a:lnTo>
                  <a:lnTo>
                    <a:pt x="227570" y="0"/>
                  </a:lnTo>
                  <a:lnTo>
                    <a:pt x="226714" y="0"/>
                  </a:lnTo>
                  <a:lnTo>
                    <a:pt x="225859" y="0"/>
                  </a:lnTo>
                  <a:lnTo>
                    <a:pt x="225003" y="0"/>
                  </a:lnTo>
                  <a:lnTo>
                    <a:pt x="224148" y="0"/>
                  </a:lnTo>
                  <a:lnTo>
                    <a:pt x="223292" y="0"/>
                  </a:lnTo>
                  <a:lnTo>
                    <a:pt x="222437" y="0"/>
                  </a:lnTo>
                  <a:lnTo>
                    <a:pt x="221581" y="0"/>
                  </a:lnTo>
                  <a:lnTo>
                    <a:pt x="220726" y="0"/>
                  </a:lnTo>
                  <a:lnTo>
                    <a:pt x="219870" y="0"/>
                  </a:lnTo>
                  <a:lnTo>
                    <a:pt x="219014" y="0"/>
                  </a:lnTo>
                  <a:lnTo>
                    <a:pt x="218159" y="0"/>
                  </a:lnTo>
                  <a:lnTo>
                    <a:pt x="217303" y="0"/>
                  </a:lnTo>
                  <a:lnTo>
                    <a:pt x="216448" y="0"/>
                  </a:lnTo>
                  <a:lnTo>
                    <a:pt x="215592" y="0"/>
                  </a:lnTo>
                  <a:lnTo>
                    <a:pt x="214737" y="0"/>
                  </a:lnTo>
                  <a:lnTo>
                    <a:pt x="213881" y="0"/>
                  </a:lnTo>
                  <a:lnTo>
                    <a:pt x="213026" y="0"/>
                  </a:lnTo>
                  <a:lnTo>
                    <a:pt x="212170" y="0"/>
                  </a:lnTo>
                  <a:lnTo>
                    <a:pt x="211315" y="0"/>
                  </a:lnTo>
                  <a:lnTo>
                    <a:pt x="210459" y="0"/>
                  </a:lnTo>
                  <a:lnTo>
                    <a:pt x="209604" y="0"/>
                  </a:lnTo>
                  <a:lnTo>
                    <a:pt x="208748" y="0"/>
                  </a:lnTo>
                  <a:lnTo>
                    <a:pt x="207893" y="0"/>
                  </a:lnTo>
                  <a:lnTo>
                    <a:pt x="207037" y="0"/>
                  </a:lnTo>
                  <a:lnTo>
                    <a:pt x="206182" y="0"/>
                  </a:lnTo>
                  <a:lnTo>
                    <a:pt x="205326" y="0"/>
                  </a:lnTo>
                  <a:lnTo>
                    <a:pt x="204471" y="0"/>
                  </a:lnTo>
                  <a:lnTo>
                    <a:pt x="203615" y="0"/>
                  </a:lnTo>
                  <a:lnTo>
                    <a:pt x="202759" y="0"/>
                  </a:lnTo>
                  <a:lnTo>
                    <a:pt x="201904" y="0"/>
                  </a:lnTo>
                  <a:lnTo>
                    <a:pt x="201048" y="0"/>
                  </a:lnTo>
                  <a:lnTo>
                    <a:pt x="200193" y="0"/>
                  </a:lnTo>
                  <a:lnTo>
                    <a:pt x="199337" y="0"/>
                  </a:lnTo>
                  <a:lnTo>
                    <a:pt x="198482" y="0"/>
                  </a:lnTo>
                  <a:lnTo>
                    <a:pt x="197626" y="0"/>
                  </a:lnTo>
                  <a:lnTo>
                    <a:pt x="196771" y="0"/>
                  </a:lnTo>
                  <a:lnTo>
                    <a:pt x="195915" y="0"/>
                  </a:lnTo>
                  <a:lnTo>
                    <a:pt x="195060" y="0"/>
                  </a:lnTo>
                  <a:lnTo>
                    <a:pt x="194204" y="0"/>
                  </a:lnTo>
                  <a:lnTo>
                    <a:pt x="193349" y="0"/>
                  </a:lnTo>
                  <a:lnTo>
                    <a:pt x="192493" y="0"/>
                  </a:lnTo>
                  <a:lnTo>
                    <a:pt x="191638" y="0"/>
                  </a:lnTo>
                  <a:lnTo>
                    <a:pt x="190782" y="0"/>
                  </a:lnTo>
                  <a:lnTo>
                    <a:pt x="189927" y="0"/>
                  </a:lnTo>
                  <a:lnTo>
                    <a:pt x="189071" y="0"/>
                  </a:lnTo>
                  <a:lnTo>
                    <a:pt x="188215" y="0"/>
                  </a:lnTo>
                  <a:lnTo>
                    <a:pt x="187360" y="0"/>
                  </a:lnTo>
                  <a:lnTo>
                    <a:pt x="186504" y="0"/>
                  </a:lnTo>
                  <a:lnTo>
                    <a:pt x="185649" y="0"/>
                  </a:lnTo>
                  <a:lnTo>
                    <a:pt x="184793" y="0"/>
                  </a:lnTo>
                  <a:lnTo>
                    <a:pt x="183938" y="0"/>
                  </a:lnTo>
                  <a:lnTo>
                    <a:pt x="183082" y="0"/>
                  </a:lnTo>
                  <a:lnTo>
                    <a:pt x="182227" y="0"/>
                  </a:lnTo>
                  <a:lnTo>
                    <a:pt x="181371" y="0"/>
                  </a:lnTo>
                  <a:lnTo>
                    <a:pt x="180516" y="0"/>
                  </a:lnTo>
                  <a:lnTo>
                    <a:pt x="179660" y="0"/>
                  </a:lnTo>
                  <a:lnTo>
                    <a:pt x="178805" y="0"/>
                  </a:lnTo>
                  <a:lnTo>
                    <a:pt x="177949" y="0"/>
                  </a:lnTo>
                  <a:lnTo>
                    <a:pt x="177094" y="0"/>
                  </a:lnTo>
                  <a:lnTo>
                    <a:pt x="176238" y="0"/>
                  </a:lnTo>
                  <a:lnTo>
                    <a:pt x="175383" y="0"/>
                  </a:lnTo>
                  <a:lnTo>
                    <a:pt x="174527" y="0"/>
                  </a:lnTo>
                  <a:lnTo>
                    <a:pt x="173672" y="0"/>
                  </a:lnTo>
                  <a:lnTo>
                    <a:pt x="172816" y="0"/>
                  </a:lnTo>
                  <a:lnTo>
                    <a:pt x="171960" y="0"/>
                  </a:lnTo>
                  <a:lnTo>
                    <a:pt x="171105" y="0"/>
                  </a:lnTo>
                  <a:lnTo>
                    <a:pt x="170249" y="0"/>
                  </a:lnTo>
                  <a:lnTo>
                    <a:pt x="169394" y="0"/>
                  </a:lnTo>
                  <a:lnTo>
                    <a:pt x="168538" y="0"/>
                  </a:lnTo>
                  <a:lnTo>
                    <a:pt x="167683" y="0"/>
                  </a:lnTo>
                  <a:lnTo>
                    <a:pt x="166827" y="0"/>
                  </a:lnTo>
                  <a:lnTo>
                    <a:pt x="165972" y="0"/>
                  </a:lnTo>
                  <a:lnTo>
                    <a:pt x="165116" y="0"/>
                  </a:lnTo>
                  <a:lnTo>
                    <a:pt x="164261" y="0"/>
                  </a:lnTo>
                  <a:lnTo>
                    <a:pt x="163405" y="0"/>
                  </a:lnTo>
                  <a:lnTo>
                    <a:pt x="162550" y="0"/>
                  </a:lnTo>
                  <a:lnTo>
                    <a:pt x="161694" y="0"/>
                  </a:lnTo>
                  <a:lnTo>
                    <a:pt x="160839" y="0"/>
                  </a:lnTo>
                  <a:lnTo>
                    <a:pt x="159983" y="0"/>
                  </a:lnTo>
                  <a:lnTo>
                    <a:pt x="159128" y="0"/>
                  </a:lnTo>
                  <a:lnTo>
                    <a:pt x="158272" y="0"/>
                  </a:lnTo>
                  <a:lnTo>
                    <a:pt x="157417" y="0"/>
                  </a:lnTo>
                  <a:lnTo>
                    <a:pt x="156561" y="0"/>
                  </a:lnTo>
                  <a:lnTo>
                    <a:pt x="155705" y="0"/>
                  </a:lnTo>
                  <a:lnTo>
                    <a:pt x="154850" y="0"/>
                  </a:lnTo>
                  <a:lnTo>
                    <a:pt x="153994" y="0"/>
                  </a:lnTo>
                  <a:lnTo>
                    <a:pt x="153139" y="0"/>
                  </a:lnTo>
                  <a:lnTo>
                    <a:pt x="152283" y="0"/>
                  </a:lnTo>
                  <a:lnTo>
                    <a:pt x="151428" y="0"/>
                  </a:lnTo>
                  <a:lnTo>
                    <a:pt x="150572" y="0"/>
                  </a:lnTo>
                  <a:lnTo>
                    <a:pt x="149717" y="0"/>
                  </a:lnTo>
                  <a:lnTo>
                    <a:pt x="148861" y="0"/>
                  </a:lnTo>
                  <a:lnTo>
                    <a:pt x="148006" y="0"/>
                  </a:lnTo>
                  <a:lnTo>
                    <a:pt x="147150" y="0"/>
                  </a:lnTo>
                  <a:lnTo>
                    <a:pt x="146295" y="0"/>
                  </a:lnTo>
                  <a:lnTo>
                    <a:pt x="145439" y="0"/>
                  </a:lnTo>
                  <a:lnTo>
                    <a:pt x="144584" y="0"/>
                  </a:lnTo>
                  <a:lnTo>
                    <a:pt x="143728" y="0"/>
                  </a:lnTo>
                  <a:lnTo>
                    <a:pt x="142873" y="0"/>
                  </a:lnTo>
                  <a:lnTo>
                    <a:pt x="142017" y="0"/>
                  </a:lnTo>
                  <a:lnTo>
                    <a:pt x="141161" y="0"/>
                  </a:lnTo>
                  <a:lnTo>
                    <a:pt x="140306" y="0"/>
                  </a:lnTo>
                  <a:lnTo>
                    <a:pt x="139450" y="0"/>
                  </a:lnTo>
                  <a:lnTo>
                    <a:pt x="138595" y="0"/>
                  </a:lnTo>
                  <a:lnTo>
                    <a:pt x="137739" y="0"/>
                  </a:lnTo>
                  <a:lnTo>
                    <a:pt x="136884" y="0"/>
                  </a:lnTo>
                  <a:lnTo>
                    <a:pt x="136028" y="0"/>
                  </a:lnTo>
                  <a:lnTo>
                    <a:pt x="135173" y="0"/>
                  </a:lnTo>
                  <a:lnTo>
                    <a:pt x="134317" y="0"/>
                  </a:lnTo>
                  <a:lnTo>
                    <a:pt x="133462" y="0"/>
                  </a:lnTo>
                  <a:lnTo>
                    <a:pt x="132606" y="0"/>
                  </a:lnTo>
                  <a:lnTo>
                    <a:pt x="131751" y="0"/>
                  </a:lnTo>
                  <a:lnTo>
                    <a:pt x="130895" y="0"/>
                  </a:lnTo>
                  <a:lnTo>
                    <a:pt x="130040" y="0"/>
                  </a:lnTo>
                  <a:lnTo>
                    <a:pt x="129184" y="0"/>
                  </a:lnTo>
                  <a:lnTo>
                    <a:pt x="128329" y="0"/>
                  </a:lnTo>
                  <a:lnTo>
                    <a:pt x="127473" y="0"/>
                  </a:lnTo>
                  <a:lnTo>
                    <a:pt x="126618" y="0"/>
                  </a:lnTo>
                  <a:lnTo>
                    <a:pt x="125762" y="0"/>
                  </a:lnTo>
                  <a:lnTo>
                    <a:pt x="124906" y="0"/>
                  </a:lnTo>
                  <a:lnTo>
                    <a:pt x="124051" y="0"/>
                  </a:lnTo>
                  <a:lnTo>
                    <a:pt x="123195" y="0"/>
                  </a:lnTo>
                  <a:lnTo>
                    <a:pt x="122340" y="0"/>
                  </a:lnTo>
                  <a:lnTo>
                    <a:pt x="121484" y="0"/>
                  </a:lnTo>
                  <a:lnTo>
                    <a:pt x="120629" y="0"/>
                  </a:lnTo>
                  <a:lnTo>
                    <a:pt x="119773" y="0"/>
                  </a:lnTo>
                  <a:lnTo>
                    <a:pt x="118918" y="0"/>
                  </a:lnTo>
                  <a:lnTo>
                    <a:pt x="118062" y="0"/>
                  </a:lnTo>
                  <a:lnTo>
                    <a:pt x="117207" y="0"/>
                  </a:lnTo>
                  <a:lnTo>
                    <a:pt x="116351" y="0"/>
                  </a:lnTo>
                  <a:lnTo>
                    <a:pt x="115496" y="0"/>
                  </a:lnTo>
                  <a:lnTo>
                    <a:pt x="114640" y="0"/>
                  </a:lnTo>
                  <a:lnTo>
                    <a:pt x="113785" y="0"/>
                  </a:lnTo>
                  <a:lnTo>
                    <a:pt x="112929" y="0"/>
                  </a:lnTo>
                  <a:lnTo>
                    <a:pt x="112074" y="0"/>
                  </a:lnTo>
                  <a:lnTo>
                    <a:pt x="111218" y="0"/>
                  </a:lnTo>
                  <a:lnTo>
                    <a:pt x="110363" y="0"/>
                  </a:lnTo>
                  <a:lnTo>
                    <a:pt x="109507" y="0"/>
                  </a:lnTo>
                  <a:lnTo>
                    <a:pt x="108651" y="0"/>
                  </a:lnTo>
                  <a:lnTo>
                    <a:pt x="107796" y="0"/>
                  </a:lnTo>
                  <a:lnTo>
                    <a:pt x="106940" y="0"/>
                  </a:lnTo>
                  <a:lnTo>
                    <a:pt x="106085" y="0"/>
                  </a:lnTo>
                  <a:lnTo>
                    <a:pt x="105229" y="0"/>
                  </a:lnTo>
                  <a:lnTo>
                    <a:pt x="104374" y="0"/>
                  </a:lnTo>
                  <a:lnTo>
                    <a:pt x="103518" y="0"/>
                  </a:lnTo>
                  <a:lnTo>
                    <a:pt x="102663" y="0"/>
                  </a:lnTo>
                  <a:lnTo>
                    <a:pt x="101807" y="0"/>
                  </a:lnTo>
                  <a:lnTo>
                    <a:pt x="100952" y="0"/>
                  </a:lnTo>
                  <a:lnTo>
                    <a:pt x="100096" y="0"/>
                  </a:lnTo>
                  <a:lnTo>
                    <a:pt x="99241" y="0"/>
                  </a:lnTo>
                  <a:lnTo>
                    <a:pt x="98385" y="0"/>
                  </a:lnTo>
                  <a:lnTo>
                    <a:pt x="97530" y="0"/>
                  </a:lnTo>
                  <a:lnTo>
                    <a:pt x="96674" y="0"/>
                  </a:lnTo>
                  <a:lnTo>
                    <a:pt x="95819" y="0"/>
                  </a:lnTo>
                  <a:lnTo>
                    <a:pt x="94963" y="0"/>
                  </a:lnTo>
                  <a:lnTo>
                    <a:pt x="94107" y="0"/>
                  </a:lnTo>
                  <a:lnTo>
                    <a:pt x="93252" y="0"/>
                  </a:lnTo>
                  <a:lnTo>
                    <a:pt x="92396" y="0"/>
                  </a:lnTo>
                  <a:lnTo>
                    <a:pt x="91541" y="0"/>
                  </a:lnTo>
                  <a:lnTo>
                    <a:pt x="90685" y="0"/>
                  </a:lnTo>
                  <a:lnTo>
                    <a:pt x="89830" y="0"/>
                  </a:lnTo>
                  <a:lnTo>
                    <a:pt x="88974" y="0"/>
                  </a:lnTo>
                  <a:lnTo>
                    <a:pt x="88119" y="0"/>
                  </a:lnTo>
                  <a:lnTo>
                    <a:pt x="87263" y="0"/>
                  </a:lnTo>
                  <a:lnTo>
                    <a:pt x="86408" y="0"/>
                  </a:lnTo>
                  <a:lnTo>
                    <a:pt x="85552" y="0"/>
                  </a:lnTo>
                  <a:lnTo>
                    <a:pt x="84697" y="0"/>
                  </a:lnTo>
                  <a:lnTo>
                    <a:pt x="83841" y="0"/>
                  </a:lnTo>
                  <a:lnTo>
                    <a:pt x="82986" y="0"/>
                  </a:lnTo>
                  <a:lnTo>
                    <a:pt x="82130" y="0"/>
                  </a:lnTo>
                  <a:lnTo>
                    <a:pt x="81275" y="0"/>
                  </a:lnTo>
                  <a:lnTo>
                    <a:pt x="80419" y="0"/>
                  </a:lnTo>
                  <a:lnTo>
                    <a:pt x="79564" y="0"/>
                  </a:lnTo>
                  <a:lnTo>
                    <a:pt x="78708" y="0"/>
                  </a:lnTo>
                  <a:lnTo>
                    <a:pt x="77852" y="0"/>
                  </a:lnTo>
                  <a:lnTo>
                    <a:pt x="76997" y="0"/>
                  </a:lnTo>
                  <a:lnTo>
                    <a:pt x="76141" y="0"/>
                  </a:lnTo>
                  <a:lnTo>
                    <a:pt x="75286" y="0"/>
                  </a:lnTo>
                  <a:lnTo>
                    <a:pt x="74430" y="0"/>
                  </a:lnTo>
                  <a:lnTo>
                    <a:pt x="73575" y="0"/>
                  </a:lnTo>
                  <a:lnTo>
                    <a:pt x="72719" y="0"/>
                  </a:lnTo>
                  <a:lnTo>
                    <a:pt x="71864" y="0"/>
                  </a:lnTo>
                  <a:lnTo>
                    <a:pt x="71008" y="0"/>
                  </a:lnTo>
                  <a:lnTo>
                    <a:pt x="70153" y="0"/>
                  </a:lnTo>
                  <a:lnTo>
                    <a:pt x="69297" y="0"/>
                  </a:lnTo>
                  <a:lnTo>
                    <a:pt x="68442" y="0"/>
                  </a:lnTo>
                  <a:lnTo>
                    <a:pt x="67586" y="0"/>
                  </a:lnTo>
                  <a:lnTo>
                    <a:pt x="66731" y="0"/>
                  </a:lnTo>
                  <a:lnTo>
                    <a:pt x="65875" y="0"/>
                  </a:lnTo>
                  <a:lnTo>
                    <a:pt x="65020" y="0"/>
                  </a:lnTo>
                  <a:lnTo>
                    <a:pt x="64164" y="0"/>
                  </a:lnTo>
                  <a:lnTo>
                    <a:pt x="63309" y="0"/>
                  </a:lnTo>
                  <a:lnTo>
                    <a:pt x="62453" y="0"/>
                  </a:lnTo>
                  <a:lnTo>
                    <a:pt x="61597" y="0"/>
                  </a:lnTo>
                  <a:lnTo>
                    <a:pt x="60742" y="0"/>
                  </a:lnTo>
                  <a:lnTo>
                    <a:pt x="59886" y="0"/>
                  </a:lnTo>
                  <a:lnTo>
                    <a:pt x="59031" y="0"/>
                  </a:lnTo>
                  <a:lnTo>
                    <a:pt x="58175" y="0"/>
                  </a:lnTo>
                  <a:lnTo>
                    <a:pt x="57320" y="0"/>
                  </a:lnTo>
                  <a:lnTo>
                    <a:pt x="56464" y="0"/>
                  </a:lnTo>
                  <a:lnTo>
                    <a:pt x="55609" y="0"/>
                  </a:lnTo>
                  <a:lnTo>
                    <a:pt x="54753" y="0"/>
                  </a:lnTo>
                  <a:lnTo>
                    <a:pt x="53898" y="0"/>
                  </a:lnTo>
                  <a:lnTo>
                    <a:pt x="53042" y="0"/>
                  </a:lnTo>
                  <a:lnTo>
                    <a:pt x="52187" y="0"/>
                  </a:lnTo>
                  <a:lnTo>
                    <a:pt x="51331" y="0"/>
                  </a:lnTo>
                  <a:lnTo>
                    <a:pt x="50476" y="0"/>
                  </a:lnTo>
                  <a:lnTo>
                    <a:pt x="49620" y="0"/>
                  </a:lnTo>
                  <a:lnTo>
                    <a:pt x="48765" y="0"/>
                  </a:lnTo>
                  <a:lnTo>
                    <a:pt x="47909" y="0"/>
                  </a:lnTo>
                  <a:lnTo>
                    <a:pt x="47053" y="0"/>
                  </a:lnTo>
                  <a:lnTo>
                    <a:pt x="46198" y="0"/>
                  </a:lnTo>
                  <a:lnTo>
                    <a:pt x="45342" y="0"/>
                  </a:lnTo>
                  <a:lnTo>
                    <a:pt x="44487" y="0"/>
                  </a:lnTo>
                  <a:lnTo>
                    <a:pt x="43631" y="0"/>
                  </a:lnTo>
                  <a:lnTo>
                    <a:pt x="42776" y="0"/>
                  </a:lnTo>
                  <a:lnTo>
                    <a:pt x="41920" y="0"/>
                  </a:lnTo>
                  <a:lnTo>
                    <a:pt x="41065" y="0"/>
                  </a:lnTo>
                  <a:lnTo>
                    <a:pt x="40209" y="0"/>
                  </a:lnTo>
                  <a:lnTo>
                    <a:pt x="39354" y="0"/>
                  </a:lnTo>
                  <a:lnTo>
                    <a:pt x="38498" y="0"/>
                  </a:lnTo>
                  <a:lnTo>
                    <a:pt x="37643" y="0"/>
                  </a:lnTo>
                  <a:lnTo>
                    <a:pt x="36787" y="0"/>
                  </a:lnTo>
                  <a:lnTo>
                    <a:pt x="35932" y="0"/>
                  </a:lnTo>
                  <a:lnTo>
                    <a:pt x="35076" y="0"/>
                  </a:lnTo>
                  <a:lnTo>
                    <a:pt x="34221" y="0"/>
                  </a:lnTo>
                  <a:lnTo>
                    <a:pt x="33365" y="0"/>
                  </a:lnTo>
                  <a:lnTo>
                    <a:pt x="32510" y="0"/>
                  </a:lnTo>
                  <a:lnTo>
                    <a:pt x="31654" y="0"/>
                  </a:lnTo>
                  <a:lnTo>
                    <a:pt x="30798" y="0"/>
                  </a:lnTo>
                  <a:lnTo>
                    <a:pt x="29943" y="0"/>
                  </a:lnTo>
                  <a:lnTo>
                    <a:pt x="29087" y="0"/>
                  </a:lnTo>
                  <a:lnTo>
                    <a:pt x="28232" y="0"/>
                  </a:lnTo>
                  <a:lnTo>
                    <a:pt x="27376" y="0"/>
                  </a:lnTo>
                  <a:lnTo>
                    <a:pt x="26521" y="0"/>
                  </a:lnTo>
                  <a:lnTo>
                    <a:pt x="25665" y="0"/>
                  </a:lnTo>
                  <a:lnTo>
                    <a:pt x="24810" y="0"/>
                  </a:lnTo>
                  <a:lnTo>
                    <a:pt x="23954" y="0"/>
                  </a:lnTo>
                  <a:lnTo>
                    <a:pt x="23099" y="0"/>
                  </a:lnTo>
                  <a:lnTo>
                    <a:pt x="22243" y="0"/>
                  </a:lnTo>
                  <a:lnTo>
                    <a:pt x="21388" y="0"/>
                  </a:lnTo>
                  <a:lnTo>
                    <a:pt x="20532" y="0"/>
                  </a:lnTo>
                  <a:lnTo>
                    <a:pt x="19677" y="0"/>
                  </a:lnTo>
                  <a:lnTo>
                    <a:pt x="18821" y="0"/>
                  </a:lnTo>
                  <a:lnTo>
                    <a:pt x="17966" y="0"/>
                  </a:lnTo>
                  <a:lnTo>
                    <a:pt x="17110" y="0"/>
                  </a:lnTo>
                  <a:lnTo>
                    <a:pt x="16255" y="0"/>
                  </a:lnTo>
                  <a:lnTo>
                    <a:pt x="15399" y="0"/>
                  </a:lnTo>
                  <a:lnTo>
                    <a:pt x="14543" y="0"/>
                  </a:lnTo>
                  <a:lnTo>
                    <a:pt x="13688" y="0"/>
                  </a:lnTo>
                  <a:lnTo>
                    <a:pt x="12832" y="0"/>
                  </a:lnTo>
                  <a:lnTo>
                    <a:pt x="11977" y="0"/>
                  </a:lnTo>
                  <a:lnTo>
                    <a:pt x="11121" y="0"/>
                  </a:lnTo>
                  <a:lnTo>
                    <a:pt x="10266" y="0"/>
                  </a:lnTo>
                  <a:lnTo>
                    <a:pt x="9410" y="0"/>
                  </a:lnTo>
                  <a:lnTo>
                    <a:pt x="8555" y="0"/>
                  </a:lnTo>
                  <a:lnTo>
                    <a:pt x="7699" y="0"/>
                  </a:lnTo>
                  <a:lnTo>
                    <a:pt x="6844" y="0"/>
                  </a:lnTo>
                  <a:lnTo>
                    <a:pt x="5988" y="0"/>
                  </a:lnTo>
                  <a:lnTo>
                    <a:pt x="5133" y="0"/>
                  </a:lnTo>
                  <a:lnTo>
                    <a:pt x="4277" y="0"/>
                  </a:lnTo>
                  <a:lnTo>
                    <a:pt x="3422" y="0"/>
                  </a:lnTo>
                  <a:lnTo>
                    <a:pt x="2566" y="0"/>
                  </a:lnTo>
                  <a:lnTo>
                    <a:pt x="1711" y="0"/>
                  </a:lnTo>
                  <a:lnTo>
                    <a:pt x="855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444934" y="5423216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444934" y="3262477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tx262"/>
            <p:cNvSpPr/>
            <p:nvPr/>
          </p:nvSpPr>
          <p:spPr>
            <a:xfrm>
              <a:off x="311199" y="6220181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311199" y="5530769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311199" y="4845887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311199" y="4154893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311199" y="3466956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267" name="pl267"/>
            <p:cNvSpPr/>
            <p:nvPr/>
          </p:nvSpPr>
          <p:spPr>
            <a:xfrm>
              <a:off x="410140" y="626250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410140" y="557456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410140" y="488662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410140" y="419868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410140" y="351074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2582897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4721715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6860533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tx276"/>
            <p:cNvSpPr/>
            <p:nvPr/>
          </p:nvSpPr>
          <p:spPr>
            <a:xfrm>
              <a:off x="2298476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98500000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4437294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99000000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6576112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99500000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4680378" y="6607038"/>
              <a:ext cx="82674" cy="76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</a:t>
              </a:r>
            </a:p>
          </p:txBody>
        </p:sp>
        <p:sp>
          <p:nvSpPr>
            <p:cNvPr id="280" name="tx280"/>
            <p:cNvSpPr/>
            <p:nvPr/>
          </p:nvSpPr>
          <p:spPr>
            <a:xfrm rot="-5400000">
              <a:off x="19378" y="4753364"/>
              <a:ext cx="320737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2026-03-09T10:21:56Z</dcterms:modified>
  <cp:category/>
</cp:coreProperties>
</file>